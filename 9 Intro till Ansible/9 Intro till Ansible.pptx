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91" r:id="rId12"/>
    <p:sldId id="266" r:id="rId13"/>
    <p:sldId id="292" r:id="rId14"/>
    <p:sldId id="267" r:id="rId15"/>
    <p:sldId id="268" r:id="rId16"/>
    <p:sldId id="269" r:id="rId17"/>
    <p:sldId id="270" r:id="rId18"/>
    <p:sldId id="294" r:id="rId19"/>
    <p:sldId id="271" r:id="rId20"/>
    <p:sldId id="272" r:id="rId21"/>
    <p:sldId id="273" r:id="rId22"/>
    <p:sldId id="274" r:id="rId23"/>
    <p:sldId id="295" r:id="rId24"/>
    <p:sldId id="275" r:id="rId25"/>
    <p:sldId id="276" r:id="rId26"/>
    <p:sldId id="277" r:id="rId27"/>
    <p:sldId id="278" r:id="rId28"/>
    <p:sldId id="279" r:id="rId29"/>
    <p:sldId id="293" r:id="rId30"/>
    <p:sldId id="280" r:id="rId31"/>
    <p:sldId id="296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97" r:id="rId40"/>
    <p:sldId id="288" r:id="rId41"/>
    <p:sldId id="289" r:id="rId4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97325-B0D3-4DE2-062B-3B4DF13B0120}" v="1674" dt="2026-08-15T08:46:20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20597325-B0D3-4DE2-062B-3B4DF13B0120}"/>
    <pc:docChg chg="modSld">
      <pc:chgData name="" userId="" providerId="" clId="Web-{20597325-B0D3-4DE2-062B-3B4DF13B0120}" dt="2026-08-15T06:23:36.631" v="0" actId="20577"/>
      <pc:docMkLst>
        <pc:docMk/>
      </pc:docMkLst>
      <pc:sldChg chg="modSp">
        <pc:chgData name="" userId="" providerId="" clId="Web-{20597325-B0D3-4DE2-062B-3B4DF13B0120}" dt="2026-08-15T06:23:36.631" v="0" actId="20577"/>
        <pc:sldMkLst>
          <pc:docMk/>
          <pc:sldMk cId="3194377694" sldId="256"/>
        </pc:sldMkLst>
        <pc:spChg chg="mod">
          <ac:chgData name="" userId="" providerId="" clId="Web-{20597325-B0D3-4DE2-062B-3B4DF13B0120}" dt="2026-08-15T06:23:36.631" v="0" actId="20577"/>
          <ac:spMkLst>
            <pc:docMk/>
            <pc:sldMk cId="3194377694" sldId="256"/>
            <ac:spMk id="2" creationId="{00000000-0000-0000-0000-000000000000}"/>
          </ac:spMkLst>
        </pc:spChg>
      </pc:sldChg>
    </pc:docChg>
  </pc:docChgLst>
  <pc:docChgLst>
    <pc:chgData name="Arseniy Buzyan (extern)" userId="S::arseniy.buzyan@edu.stockholm.se::f92a01cd-049f-4602-b292-09b82d2ea4e3" providerId="AD" clId="Web-{20597325-B0D3-4DE2-062B-3B4DF13B0120}"/>
    <pc:docChg chg="addSld delSld modSld">
      <pc:chgData name="Arseniy Buzyan (extern)" userId="S::arseniy.buzyan@edu.stockholm.se::f92a01cd-049f-4602-b292-09b82d2ea4e3" providerId="AD" clId="Web-{20597325-B0D3-4DE2-062B-3B4DF13B0120}" dt="2026-08-15T08:46:20.307" v="1735" actId="20577"/>
      <pc:docMkLst>
        <pc:docMk/>
      </pc:docMkLst>
      <pc:sldChg chg="addSp modSp mod setBg">
        <pc:chgData name="Arseniy Buzyan (extern)" userId="S::arseniy.buzyan@edu.stockholm.se::f92a01cd-049f-4602-b292-09b82d2ea4e3" providerId="AD" clId="Web-{20597325-B0D3-4DE2-062B-3B4DF13B0120}" dt="2026-08-15T08:46:20.307" v="1735" actId="20577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20597325-B0D3-4DE2-062B-3B4DF13B0120}" dt="2026-08-15T08:46:20.307" v="1735" actId="20577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23:59.397" v="6"/>
          <ac:spMkLst>
            <pc:docMk/>
            <pc:sldMk cId="3194377694" sldId="256"/>
            <ac:spMk id="3" creationId="{00000000-0000-0000-0000-000000000000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23:59.397" v="6"/>
          <ac:spMkLst>
            <pc:docMk/>
            <pc:sldMk cId="3194377694" sldId="256"/>
            <ac:spMk id="8" creationId="{FB5B0058-AF13-4859-B429-4EDDE2A26F7F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23:59.397" v="6"/>
          <ac:cxnSpMkLst>
            <pc:docMk/>
            <pc:sldMk cId="3194377694" sldId="256"/>
            <ac:cxnSpMk id="10" creationId="{EC4521DE-248E-440D-AAD6-FD9E7D34B3BF}"/>
          </ac:cxnSpMkLst>
        </pc:cxnChg>
        <pc:cxnChg chg="add">
          <ac:chgData name="Arseniy Buzyan (extern)" userId="S::arseniy.buzyan@edu.stockholm.se::f92a01cd-049f-4602-b292-09b82d2ea4e3" providerId="AD" clId="Web-{20597325-B0D3-4DE2-062B-3B4DF13B0120}" dt="2026-08-15T06:23:59.397" v="6"/>
          <ac:cxnSpMkLst>
            <pc:docMk/>
            <pc:sldMk cId="3194377694" sldId="256"/>
            <ac:cxnSpMk id="12" creationId="{442C13FA-4C0F-42D0-9626-5BA6040D8C31}"/>
          </ac:cxnSpMkLst>
        </pc:cxnChg>
      </pc:sldChg>
      <pc:sldChg chg="addSp delSp modSp new mod setBg setClrOvrMap">
        <pc:chgData name="Arseniy Buzyan (extern)" userId="S::arseniy.buzyan@edu.stockholm.se::f92a01cd-049f-4602-b292-09b82d2ea4e3" providerId="AD" clId="Web-{20597325-B0D3-4DE2-062B-3B4DF13B0120}" dt="2026-08-15T06:26:27.929" v="16"/>
        <pc:sldMkLst>
          <pc:docMk/>
          <pc:sldMk cId="2560668686" sldId="257"/>
        </pc:sldMkLst>
        <pc:spChg chg="mod ord">
          <ac:chgData name="Arseniy Buzyan (extern)" userId="S::arseniy.buzyan@edu.stockholm.se::f92a01cd-049f-4602-b292-09b82d2ea4e3" providerId="AD" clId="Web-{20597325-B0D3-4DE2-062B-3B4DF13B0120}" dt="2026-08-15T06:26:27.929" v="16"/>
          <ac:spMkLst>
            <pc:docMk/>
            <pc:sldMk cId="2560668686" sldId="257"/>
            <ac:spMk id="2" creationId="{3EC1F10C-4BB3-5A76-0725-497CF5906620}"/>
          </ac:spMkLst>
        </pc:spChg>
        <pc:spChg chg="del mod">
          <ac:chgData name="Arseniy Buzyan (extern)" userId="S::arseniy.buzyan@edu.stockholm.se::f92a01cd-049f-4602-b292-09b82d2ea4e3" providerId="AD" clId="Web-{20597325-B0D3-4DE2-062B-3B4DF13B0120}" dt="2026-08-15T06:26:14.491" v="15"/>
          <ac:spMkLst>
            <pc:docMk/>
            <pc:sldMk cId="2560668686" sldId="257"/>
            <ac:spMk id="3" creationId="{DC1B8E8D-001E-D05D-DE78-8975F51C884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26:27.929" v="16"/>
          <ac:graphicFrameMkLst>
            <pc:docMk/>
            <pc:sldMk cId="2560668686" sldId="257"/>
            <ac:graphicFrameMk id="5" creationId="{7743151B-095A-4444-7305-A3642B34AD6E}"/>
          </ac:graphicFrameMkLst>
        </pc:graphicFrameChg>
        <pc:picChg chg="add mod">
          <ac:chgData name="Arseniy Buzyan (extern)" userId="S::arseniy.buzyan@edu.stockholm.se::f92a01cd-049f-4602-b292-09b82d2ea4e3" providerId="AD" clId="Web-{20597325-B0D3-4DE2-062B-3B4DF13B0120}" dt="2026-08-15T06:26:27.929" v="16"/>
          <ac:picMkLst>
            <pc:docMk/>
            <pc:sldMk cId="2560668686" sldId="257"/>
            <ac:picMk id="6" creationId="{C5174CC0-2D41-D21D-1EC1-F1F754D9E6BC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8:23:03.565" v="1586" actId="1076"/>
        <pc:sldMkLst>
          <pc:docMk/>
          <pc:sldMk cId="4047606117" sldId="258"/>
        </pc:sldMkLst>
        <pc:spChg chg="mod">
          <ac:chgData name="Arseniy Buzyan (extern)" userId="S::arseniy.buzyan@edu.stockholm.se::f92a01cd-049f-4602-b292-09b82d2ea4e3" providerId="AD" clId="Web-{20597325-B0D3-4DE2-062B-3B4DF13B0120}" dt="2026-08-15T06:28:51.057" v="113" actId="1076"/>
          <ac:spMkLst>
            <pc:docMk/>
            <pc:sldMk cId="4047606117" sldId="258"/>
            <ac:spMk id="2" creationId="{95B5ED32-873B-B500-CA90-90DB0AD397A3}"/>
          </ac:spMkLst>
        </pc:spChg>
        <pc:spChg chg="del mod">
          <ac:chgData name="Arseniy Buzyan (extern)" userId="S::arseniy.buzyan@edu.stockholm.se::f92a01cd-049f-4602-b292-09b82d2ea4e3" providerId="AD" clId="Web-{20597325-B0D3-4DE2-062B-3B4DF13B0120}" dt="2026-08-15T06:27:51.148" v="30"/>
          <ac:spMkLst>
            <pc:docMk/>
            <pc:sldMk cId="4047606117" sldId="258"/>
            <ac:spMk id="3" creationId="{61EDF34A-4DEC-233E-D457-46BCAC8C4A16}"/>
          </ac:spMkLst>
        </pc:spChg>
        <pc:spChg chg="add del mod">
          <ac:chgData name="Arseniy Buzyan (extern)" userId="S::arseniy.buzyan@edu.stockholm.se::f92a01cd-049f-4602-b292-09b82d2ea4e3" providerId="AD" clId="Web-{20597325-B0D3-4DE2-062B-3B4DF13B0120}" dt="2026-08-15T06:27:54.601" v="31"/>
          <ac:spMkLst>
            <pc:docMk/>
            <pc:sldMk cId="4047606117" sldId="258"/>
            <ac:spMk id="5" creationId="{F8BD9A90-2A27-9FB8-F017-22A6BFC6DADE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26:58.851" v="19"/>
          <ac:spMkLst>
            <pc:docMk/>
            <pc:sldMk cId="4047606117" sldId="258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26:58.851" v="19"/>
          <ac:spMkLst>
            <pc:docMk/>
            <pc:sldMk cId="4047606117" sldId="258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29:01.276" v="128"/>
          <ac:graphicFrameMkLst>
            <pc:docMk/>
            <pc:sldMk cId="4047606117" sldId="258"/>
            <ac:graphicFrameMk id="7" creationId="{0BD938E5-392F-CFFE-8731-D3BF49F42B17}"/>
          </ac:graphicFrameMkLst>
        </pc:graphicFrameChg>
        <pc:picChg chg="add mod modCrop">
          <ac:chgData name="Arseniy Buzyan (extern)" userId="S::arseniy.buzyan@edu.stockholm.se::f92a01cd-049f-4602-b292-09b82d2ea4e3" providerId="AD" clId="Web-{20597325-B0D3-4DE2-062B-3B4DF13B0120}" dt="2026-08-15T08:23:03.565" v="1586" actId="1076"/>
          <ac:picMkLst>
            <pc:docMk/>
            <pc:sldMk cId="4047606117" sldId="258"/>
            <ac:picMk id="3" creationId="{CF18ADB6-E011-E684-123D-173CDE4B281E}"/>
          </ac:picMkLst>
        </pc:picChg>
        <pc:cxnChg chg="add">
          <ac:chgData name="Arseniy Buzyan (extern)" userId="S::arseniy.buzyan@edu.stockholm.se::f92a01cd-049f-4602-b292-09b82d2ea4e3" providerId="AD" clId="Web-{20597325-B0D3-4DE2-062B-3B4DF13B0120}" dt="2026-08-15T06:26:58.851" v="19"/>
          <ac:cxnSpMkLst>
            <pc:docMk/>
            <pc:sldMk cId="4047606117" sldId="258"/>
            <ac:cxnSpMk id="10" creationId="{EE504C98-6397-41C1-A8D8-2D9C4ED307E0}"/>
          </ac:cxnSpMkLst>
        </pc:cxnChg>
      </pc:sldChg>
      <pc:sldChg chg="addSp delSp modSp new mod setBg setClrOvrMap">
        <pc:chgData name="Arseniy Buzyan (extern)" userId="S::arseniy.buzyan@edu.stockholm.se::f92a01cd-049f-4602-b292-09b82d2ea4e3" providerId="AD" clId="Web-{20597325-B0D3-4DE2-062B-3B4DF13B0120}" dt="2026-08-15T08:24:28.800" v="1592" actId="14100"/>
        <pc:sldMkLst>
          <pc:docMk/>
          <pc:sldMk cId="338036900" sldId="259"/>
        </pc:sldMkLst>
        <pc:spChg chg="mod">
          <ac:chgData name="Arseniy Buzyan (extern)" userId="S::arseniy.buzyan@edu.stockholm.se::f92a01cd-049f-4602-b292-09b82d2ea4e3" providerId="AD" clId="Web-{20597325-B0D3-4DE2-062B-3B4DF13B0120}" dt="2026-08-15T06:29:49.016" v="135"/>
          <ac:spMkLst>
            <pc:docMk/>
            <pc:sldMk cId="338036900" sldId="259"/>
            <ac:spMk id="2" creationId="{98D12184-9A09-6961-6F5E-AF75167F0978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29:58.189" v="140" actId="14100"/>
          <ac:spMkLst>
            <pc:docMk/>
            <pc:sldMk cId="338036900" sldId="259"/>
            <ac:spMk id="3" creationId="{25DAE2AD-F0E2-672B-0EC8-239DF031983D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29:49.016" v="136"/>
          <ac:spMkLst>
            <pc:docMk/>
            <pc:sldMk cId="338036900" sldId="259"/>
            <ac:spMk id="8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29:49.016" v="136"/>
          <ac:spMkLst>
            <pc:docMk/>
            <pc:sldMk cId="338036900" sldId="259"/>
            <ac:spMk id="12" creationId="{9DD005C1-8C51-42D6-9BEE-B9B83849743D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29:49.016" v="135"/>
          <ac:spMkLst>
            <pc:docMk/>
            <pc:sldMk cId="338036900" sldId="259"/>
            <ac:spMk id="17" creationId="{B95B9BA8-1D69-4796-85F5-B6D0BD52354B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29:49.016" v="136"/>
          <ac:spMkLst>
            <pc:docMk/>
            <pc:sldMk cId="338036900" sldId="259"/>
            <ac:spMk id="21" creationId="{9DD005C1-8C51-42D6-9BEE-B9B83849743D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29:49.016" v="136"/>
          <ac:spMkLst>
            <pc:docMk/>
            <pc:sldMk cId="338036900" sldId="259"/>
            <ac:spMk id="23" creationId="{A7AE9375-4664-4DB2-922D-2782A6E439AC}"/>
          </ac:spMkLst>
        </pc:spChg>
        <pc:grpChg chg="add del">
          <ac:chgData name="Arseniy Buzyan (extern)" userId="S::arseniy.buzyan@edu.stockholm.se::f92a01cd-049f-4602-b292-09b82d2ea4e3" providerId="AD" clId="Web-{20597325-B0D3-4DE2-062B-3B4DF13B0120}" dt="2026-08-15T06:29:49.016" v="135"/>
          <ac:grpSpMkLst>
            <pc:docMk/>
            <pc:sldMk cId="338036900" sldId="259"/>
            <ac:grpSpMk id="19" creationId="{4728F330-19FB-4D39-BD0F-53032ABFEB7F}"/>
          </ac:grpSpMkLst>
        </pc:grpChg>
        <pc:picChg chg="add mod modCrop">
          <ac:chgData name="Arseniy Buzyan (extern)" userId="S::arseniy.buzyan@edu.stockholm.se::f92a01cd-049f-4602-b292-09b82d2ea4e3" providerId="AD" clId="Web-{20597325-B0D3-4DE2-062B-3B4DF13B0120}" dt="2026-08-15T08:24:28.800" v="1592" actId="14100"/>
          <ac:picMkLst>
            <pc:docMk/>
            <pc:sldMk cId="338036900" sldId="259"/>
            <ac:picMk id="4" creationId="{8CEA01B2-FD1B-4256-377F-E7B1D20A532C}"/>
          </ac:picMkLst>
        </pc:picChg>
        <pc:cxnChg chg="add del">
          <ac:chgData name="Arseniy Buzyan (extern)" userId="S::arseniy.buzyan@edu.stockholm.se::f92a01cd-049f-4602-b292-09b82d2ea4e3" providerId="AD" clId="Web-{20597325-B0D3-4DE2-062B-3B4DF13B0120}" dt="2026-08-15T06:29:49.016" v="136"/>
          <ac:cxnSpMkLst>
            <pc:docMk/>
            <pc:sldMk cId="338036900" sldId="259"/>
            <ac:cxnSpMk id="10" creationId="{EE504C98-6397-41C1-A8D8-2D9C4ED307E0}"/>
          </ac:cxnSpMkLst>
        </pc:cxnChg>
        <pc:cxnChg chg="add">
          <ac:chgData name="Arseniy Buzyan (extern)" userId="S::arseniy.buzyan@edu.stockholm.se::f92a01cd-049f-4602-b292-09b82d2ea4e3" providerId="AD" clId="Web-{20597325-B0D3-4DE2-062B-3B4DF13B0120}" dt="2026-08-15T06:29:49.016" v="136"/>
          <ac:cxnSpMkLst>
            <pc:docMk/>
            <pc:sldMk cId="338036900" sldId="259"/>
            <ac:cxnSpMk id="24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8:26:01.863" v="1600" actId="14100"/>
        <pc:sldMkLst>
          <pc:docMk/>
          <pc:sldMk cId="4113001756" sldId="260"/>
        </pc:sldMkLst>
        <pc:spChg chg="mod">
          <ac:chgData name="Arseniy Buzyan (extern)" userId="S::arseniy.buzyan@edu.stockholm.se::f92a01cd-049f-4602-b292-09b82d2ea4e3" providerId="AD" clId="Web-{20597325-B0D3-4DE2-062B-3B4DF13B0120}" dt="2026-08-15T06:31:27.363" v="203" actId="20577"/>
          <ac:spMkLst>
            <pc:docMk/>
            <pc:sldMk cId="4113001756" sldId="260"/>
            <ac:spMk id="2" creationId="{929891B6-9473-CA55-49AE-7C39F316C048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31:09.362" v="189" actId="14100"/>
          <ac:spMkLst>
            <pc:docMk/>
            <pc:sldMk cId="4113001756" sldId="260"/>
            <ac:spMk id="3" creationId="{F0EE6DDB-2280-8AEA-1CC1-8710C6336BD5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0:32.049" v="145"/>
          <ac:spMkLst>
            <pc:docMk/>
            <pc:sldMk cId="4113001756" sldId="260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0:32.049" v="145"/>
          <ac:spMkLst>
            <pc:docMk/>
            <pc:sldMk cId="4113001756" sldId="260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31:16.628" v="200"/>
          <ac:graphicFrameMkLst>
            <pc:docMk/>
            <pc:sldMk cId="4113001756" sldId="260"/>
            <ac:graphicFrameMk id="5" creationId="{3059C769-0CD8-D27A-79E9-BC2BF98FBBC6}"/>
          </ac:graphicFrameMkLst>
        </pc:graphicFrameChg>
        <pc:picChg chg="add mod modCrop">
          <ac:chgData name="Arseniy Buzyan (extern)" userId="S::arseniy.buzyan@edu.stockholm.se::f92a01cd-049f-4602-b292-09b82d2ea4e3" providerId="AD" clId="Web-{20597325-B0D3-4DE2-062B-3B4DF13B0120}" dt="2026-08-15T08:26:01.863" v="1600" actId="14100"/>
          <ac:picMkLst>
            <pc:docMk/>
            <pc:sldMk cId="4113001756" sldId="260"/>
            <ac:picMk id="4" creationId="{C8098BD7-D943-B1A6-B840-BD29E75C5BC7}"/>
          </ac:picMkLst>
        </pc:picChg>
        <pc:cxnChg chg="add">
          <ac:chgData name="Arseniy Buzyan (extern)" userId="S::arseniy.buzyan@edu.stockholm.se::f92a01cd-049f-4602-b292-09b82d2ea4e3" providerId="AD" clId="Web-{20597325-B0D3-4DE2-062B-3B4DF13B0120}" dt="2026-08-15T06:30:32.049" v="145"/>
          <ac:cxnSpMkLst>
            <pc:docMk/>
            <pc:sldMk cId="4113001756" sldId="260"/>
            <ac:cxnSpMk id="10" creationId="{EE504C98-6397-41C1-A8D8-2D9C4ED307E0}"/>
          </ac:cxnSpMkLst>
        </pc:cxnChg>
      </pc:sldChg>
      <pc:sldChg chg="addSp modSp new del mod setBg">
        <pc:chgData name="Arseniy Buzyan (extern)" userId="S::arseniy.buzyan@edu.stockholm.se::f92a01cd-049f-4602-b292-09b82d2ea4e3" providerId="AD" clId="Web-{20597325-B0D3-4DE2-062B-3B4DF13B0120}" dt="2026-08-15T08:26:50.925" v="1601"/>
        <pc:sldMkLst>
          <pc:docMk/>
          <pc:sldMk cId="983565550" sldId="261"/>
        </pc:sldMkLst>
        <pc:spChg chg="mod">
          <ac:chgData name="Arseniy Buzyan (extern)" userId="S::arseniy.buzyan@edu.stockholm.se::f92a01cd-049f-4602-b292-09b82d2ea4e3" providerId="AD" clId="Web-{20597325-B0D3-4DE2-062B-3B4DF13B0120}" dt="2026-08-15T06:32:21.645" v="221" actId="20577"/>
          <ac:spMkLst>
            <pc:docMk/>
            <pc:sldMk cId="983565550" sldId="261"/>
            <ac:spMk id="2" creationId="{82C4DBB9-6C6B-C3A2-4A8E-FEB6DF5DA7FE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32:52.192" v="294" actId="20577"/>
          <ac:spMkLst>
            <pc:docMk/>
            <pc:sldMk cId="983565550" sldId="261"/>
            <ac:spMk id="3" creationId="{DB911C92-3230-8B8E-3F20-25A66DE6542A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2:00.363" v="210"/>
          <ac:spMkLst>
            <pc:docMk/>
            <pc:sldMk cId="983565550" sldId="261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2:00.363" v="210"/>
          <ac:spMkLst>
            <pc:docMk/>
            <pc:sldMk cId="983565550" sldId="261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32:41.052" v="289"/>
          <ac:graphicFrameMkLst>
            <pc:docMk/>
            <pc:sldMk cId="983565550" sldId="261"/>
            <ac:graphicFrameMk id="5" creationId="{038CE285-915F-239D-DC99-AD8CCB82823B}"/>
          </ac:graphicFrameMkLst>
        </pc:graphicFrameChg>
        <pc:cxnChg chg="add">
          <ac:chgData name="Arseniy Buzyan (extern)" userId="S::arseniy.buzyan@edu.stockholm.se::f92a01cd-049f-4602-b292-09b82d2ea4e3" providerId="AD" clId="Web-{20597325-B0D3-4DE2-062B-3B4DF13B0120}" dt="2026-08-15T06:32:00.363" v="210"/>
          <ac:cxnSpMkLst>
            <pc:docMk/>
            <pc:sldMk cId="983565550" sldId="261"/>
            <ac:cxnSpMk id="10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6:34:01.256" v="306"/>
        <pc:sldMkLst>
          <pc:docMk/>
          <pc:sldMk cId="1435982890" sldId="262"/>
        </pc:sldMkLst>
        <pc:spChg chg="mod">
          <ac:chgData name="Arseniy Buzyan (extern)" userId="S::arseniy.buzyan@edu.stockholm.se::f92a01cd-049f-4602-b292-09b82d2ea4e3" providerId="AD" clId="Web-{20597325-B0D3-4DE2-062B-3B4DF13B0120}" dt="2026-08-15T06:34:01.256" v="306"/>
          <ac:spMkLst>
            <pc:docMk/>
            <pc:sldMk cId="1435982890" sldId="262"/>
            <ac:spMk id="2" creationId="{A6FF797C-2438-659D-0C50-788C88E25355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34:01.256" v="306"/>
          <ac:spMkLst>
            <pc:docMk/>
            <pc:sldMk cId="1435982890" sldId="262"/>
            <ac:spMk id="3" creationId="{F637214A-F4C3-8835-2E89-AF8060DA34AA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4:01.256" v="306"/>
          <ac:spMkLst>
            <pc:docMk/>
            <pc:sldMk cId="1435982890" sldId="262"/>
            <ac:spMk id="6" creationId="{FB5B0058-AF13-4859-B429-4EDDE2A26F7F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4:01.256" v="306"/>
          <ac:spMkLst>
            <pc:docMk/>
            <pc:sldMk cId="1435982890" sldId="262"/>
            <ac:spMk id="7" creationId="{D84C2E9E-0B5D-4B5F-9A1F-70EBDCE39034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3:53.584" v="303"/>
          <ac:spMkLst>
            <pc:docMk/>
            <pc:sldMk cId="1435982890" sldId="262"/>
            <ac:spMk id="9" creationId="{FB5B0058-AF13-4859-B429-4EDDE2A26F7F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3:53.584" v="303"/>
          <ac:spMkLst>
            <pc:docMk/>
            <pc:sldMk cId="1435982890" sldId="262"/>
            <ac:spMk id="11" creationId="{D84C2E9E-0B5D-4B5F-9A1F-70EBDCE39034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3:57.365" v="305"/>
          <ac:spMkLst>
            <pc:docMk/>
            <pc:sldMk cId="1435982890" sldId="262"/>
            <ac:spMk id="13" creationId="{D07DD2DE-F619-49DD-B5E7-03A290FF4ED1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3:57.365" v="305"/>
          <ac:spMkLst>
            <pc:docMk/>
            <pc:sldMk cId="1435982890" sldId="262"/>
            <ac:spMk id="14" creationId="{A8384FB5-9ADC-4DDC-881B-597D56F5B15D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3:57.365" v="305"/>
          <ac:spMkLst>
            <pc:docMk/>
            <pc:sldMk cId="1435982890" sldId="262"/>
            <ac:spMk id="15" creationId="{85149191-5F60-4A28-AAFF-039F96B0F3EC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3:57.365" v="305"/>
          <ac:spMkLst>
            <pc:docMk/>
            <pc:sldMk cId="1435982890" sldId="262"/>
            <ac:spMk id="16" creationId="{91E5A9A7-95C6-4F4F-B00E-C82E07FE62EF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3:57.365" v="305"/>
          <ac:spMkLst>
            <pc:docMk/>
            <pc:sldMk cId="1435982890" sldId="262"/>
            <ac:spMk id="17" creationId="{F8260ED5-17F7-4158-B241-D51DD4CF1B7E}"/>
          </ac:spMkLst>
        </pc:spChg>
        <pc:picChg chg="add mod">
          <ac:chgData name="Arseniy Buzyan (extern)" userId="S::arseniy.buzyan@edu.stockholm.se::f92a01cd-049f-4602-b292-09b82d2ea4e3" providerId="AD" clId="Web-{20597325-B0D3-4DE2-062B-3B4DF13B0120}" dt="2026-08-15T06:34:01.256" v="306"/>
          <ac:picMkLst>
            <pc:docMk/>
            <pc:sldMk cId="1435982890" sldId="262"/>
            <ac:picMk id="4" creationId="{838E1A93-C83E-F1BA-3584-D845CCEA2FF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6:35:49.132" v="450"/>
        <pc:sldMkLst>
          <pc:docMk/>
          <pc:sldMk cId="1472118564" sldId="263"/>
        </pc:sldMkLst>
        <pc:spChg chg="mod">
          <ac:chgData name="Arseniy Buzyan (extern)" userId="S::arseniy.buzyan@edu.stockholm.se::f92a01cd-049f-4602-b292-09b82d2ea4e3" providerId="AD" clId="Web-{20597325-B0D3-4DE2-062B-3B4DF13B0120}" dt="2026-08-15T06:35:21.195" v="327" actId="20577"/>
          <ac:spMkLst>
            <pc:docMk/>
            <pc:sldMk cId="1472118564" sldId="263"/>
            <ac:spMk id="2" creationId="{01749A50-6141-0E81-AF13-A57C510E3133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35:13.538" v="323" actId="14100"/>
          <ac:spMkLst>
            <pc:docMk/>
            <pc:sldMk cId="1472118564" sldId="263"/>
            <ac:spMk id="3" creationId="{2CF0637A-1E5B-228B-F680-C1BA760AA36C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4:34.319" v="312"/>
          <ac:spMkLst>
            <pc:docMk/>
            <pc:sldMk cId="1472118564" sldId="263"/>
            <ac:spMk id="8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4:34.319" v="312"/>
          <ac:spMkLst>
            <pc:docMk/>
            <pc:sldMk cId="1472118564" sldId="263"/>
            <ac:spMk id="12" creationId="{9DD005C1-8C51-42D6-9BEE-B9B83849743D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4:45.991" v="314"/>
          <ac:spMkLst>
            <pc:docMk/>
            <pc:sldMk cId="1472118564" sldId="263"/>
            <ac:spMk id="14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4:45.991" v="314"/>
          <ac:spMkLst>
            <pc:docMk/>
            <pc:sldMk cId="1472118564" sldId="263"/>
            <ac:spMk id="16" creationId="{9DD005C1-8C51-42D6-9BEE-B9B83849743D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4:45.991" v="315"/>
          <ac:spMkLst>
            <pc:docMk/>
            <pc:sldMk cId="1472118564" sldId="263"/>
            <ac:spMk id="1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4:45.991" v="315"/>
          <ac:spMkLst>
            <pc:docMk/>
            <pc:sldMk cId="1472118564" sldId="263"/>
            <ac:spMk id="20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35:49.132" v="450"/>
          <ac:graphicFrameMkLst>
            <pc:docMk/>
            <pc:sldMk cId="1472118564" sldId="263"/>
            <ac:graphicFrameMk id="5" creationId="{C259290D-47FA-D0C7-A950-279F44A01B5F}"/>
          </ac:graphicFrameMkLst>
        </pc:graphicFrameChg>
        <pc:cxnChg chg="add del">
          <ac:chgData name="Arseniy Buzyan (extern)" userId="S::arseniy.buzyan@edu.stockholm.se::f92a01cd-049f-4602-b292-09b82d2ea4e3" providerId="AD" clId="Web-{20597325-B0D3-4DE2-062B-3B4DF13B0120}" dt="2026-08-15T06:34:34.319" v="312"/>
          <ac:cxnSpMkLst>
            <pc:docMk/>
            <pc:sldMk cId="1472118564" sldId="263"/>
            <ac:cxnSpMk id="10" creationId="{EE504C98-6397-41C1-A8D8-2D9C4ED307E0}"/>
          </ac:cxnSpMkLst>
        </pc:cxnChg>
        <pc:cxnChg chg="add del">
          <ac:chgData name="Arseniy Buzyan (extern)" userId="S::arseniy.buzyan@edu.stockholm.se::f92a01cd-049f-4602-b292-09b82d2ea4e3" providerId="AD" clId="Web-{20597325-B0D3-4DE2-062B-3B4DF13B0120}" dt="2026-08-15T06:34:45.991" v="314"/>
          <ac:cxnSpMkLst>
            <pc:docMk/>
            <pc:sldMk cId="1472118564" sldId="263"/>
            <ac:cxnSpMk id="15" creationId="{EE504C98-6397-41C1-A8D8-2D9C4ED307E0}"/>
          </ac:cxnSpMkLst>
        </pc:cxnChg>
        <pc:cxnChg chg="add">
          <ac:chgData name="Arseniy Buzyan (extern)" userId="S::arseniy.buzyan@edu.stockholm.se::f92a01cd-049f-4602-b292-09b82d2ea4e3" providerId="AD" clId="Web-{20597325-B0D3-4DE2-062B-3B4DF13B0120}" dt="2026-08-15T06:34:45.991" v="315"/>
          <ac:cxnSpMkLst>
            <pc:docMk/>
            <pc:sldMk cId="1472118564" sldId="263"/>
            <ac:cxnSpMk id="19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8:30:15.865" v="1615" actId="14100"/>
        <pc:sldMkLst>
          <pc:docMk/>
          <pc:sldMk cId="1168432299" sldId="264"/>
        </pc:sldMkLst>
        <pc:spChg chg="mod">
          <ac:chgData name="Arseniy Buzyan (extern)" userId="S::arseniy.buzyan@edu.stockholm.se::f92a01cd-049f-4602-b292-09b82d2ea4e3" providerId="AD" clId="Web-{20597325-B0D3-4DE2-062B-3B4DF13B0120}" dt="2026-08-15T06:37:07.777" v="467" actId="20577"/>
          <ac:spMkLst>
            <pc:docMk/>
            <pc:sldMk cId="1168432299" sldId="264"/>
            <ac:spMk id="2" creationId="{1EA7E81D-BD70-6304-FF3A-8640C4EEED33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37:01.089" v="463" actId="14100"/>
          <ac:spMkLst>
            <pc:docMk/>
            <pc:sldMk cId="1168432299" sldId="264"/>
            <ac:spMk id="3" creationId="{107FE9AA-4654-E55A-17C9-D6D15CF240F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6:28.992" v="455"/>
          <ac:spMkLst>
            <pc:docMk/>
            <pc:sldMk cId="1168432299" sldId="264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6:28.992" v="455"/>
          <ac:spMkLst>
            <pc:docMk/>
            <pc:sldMk cId="1168432299" sldId="264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37:36.168" v="550" actId="1076"/>
          <ac:graphicFrameMkLst>
            <pc:docMk/>
            <pc:sldMk cId="1168432299" sldId="264"/>
            <ac:graphicFrameMk id="5" creationId="{10FD35C8-107B-C039-CC72-D8811132B15E}"/>
          </ac:graphicFrameMkLst>
        </pc:graphicFrameChg>
        <pc:picChg chg="add mod modCrop">
          <ac:chgData name="Arseniy Buzyan (extern)" userId="S::arseniy.buzyan@edu.stockholm.se::f92a01cd-049f-4602-b292-09b82d2ea4e3" providerId="AD" clId="Web-{20597325-B0D3-4DE2-062B-3B4DF13B0120}" dt="2026-08-15T08:30:15.865" v="1615" actId="14100"/>
          <ac:picMkLst>
            <pc:docMk/>
            <pc:sldMk cId="1168432299" sldId="264"/>
            <ac:picMk id="4" creationId="{F730B621-37B7-3B7B-5284-86F67C053580}"/>
          </ac:picMkLst>
        </pc:picChg>
        <pc:cxnChg chg="add">
          <ac:chgData name="Arseniy Buzyan (extern)" userId="S::arseniy.buzyan@edu.stockholm.se::f92a01cd-049f-4602-b292-09b82d2ea4e3" providerId="AD" clId="Web-{20597325-B0D3-4DE2-062B-3B4DF13B0120}" dt="2026-08-15T06:36:28.992" v="455"/>
          <ac:cxnSpMkLst>
            <pc:docMk/>
            <pc:sldMk cId="1168432299" sldId="264"/>
            <ac:cxnSpMk id="10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6:39:12.887" v="619" actId="1076"/>
        <pc:sldMkLst>
          <pc:docMk/>
          <pc:sldMk cId="3139124364" sldId="265"/>
        </pc:sldMkLst>
        <pc:spChg chg="mod">
          <ac:chgData name="Arseniy Buzyan (extern)" userId="S::arseniy.buzyan@edu.stockholm.se::f92a01cd-049f-4602-b292-09b82d2ea4e3" providerId="AD" clId="Web-{20597325-B0D3-4DE2-062B-3B4DF13B0120}" dt="2026-08-15T06:38:26.356" v="560"/>
          <ac:spMkLst>
            <pc:docMk/>
            <pc:sldMk cId="3139124364" sldId="265"/>
            <ac:spMk id="2" creationId="{4F2061B9-07E3-2E9E-28DC-1A9D3C3B8DEC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39:12.887" v="619" actId="1076"/>
          <ac:spMkLst>
            <pc:docMk/>
            <pc:sldMk cId="3139124364" sldId="265"/>
            <ac:spMk id="3" creationId="{0F7EA558-BA54-2D79-008B-B15BB0B57BA0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8:26.340" v="559"/>
          <ac:spMkLst>
            <pc:docMk/>
            <pc:sldMk cId="3139124364" sldId="265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8:26.340" v="559"/>
          <ac:spMkLst>
            <pc:docMk/>
            <pc:sldMk cId="3139124364" sldId="265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38:26.340" v="559"/>
          <ac:spMkLst>
            <pc:docMk/>
            <pc:sldMk cId="3139124364" sldId="265"/>
            <ac:spMk id="12" creationId="{450D3AD2-FA80-415F-A9CE-54D884561CD7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8:26.356" v="560"/>
          <ac:spMkLst>
            <pc:docMk/>
            <pc:sldMk cId="3139124364" sldId="265"/>
            <ac:spMk id="14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8:26.356" v="560"/>
          <ac:spMkLst>
            <pc:docMk/>
            <pc:sldMk cId="3139124364" sldId="265"/>
            <ac:spMk id="16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39:07.028" v="618"/>
          <ac:graphicFrameMkLst>
            <pc:docMk/>
            <pc:sldMk cId="3139124364" sldId="265"/>
            <ac:graphicFrameMk id="5" creationId="{3EAF07C4-0542-B22B-B6FD-E4B4FE08B1A1}"/>
          </ac:graphicFrameMkLst>
        </pc:graphicFrameChg>
        <pc:cxnChg chg="add">
          <ac:chgData name="Arseniy Buzyan (extern)" userId="S::arseniy.buzyan@edu.stockholm.se::f92a01cd-049f-4602-b292-09b82d2ea4e3" providerId="AD" clId="Web-{20597325-B0D3-4DE2-062B-3B4DF13B0120}" dt="2026-08-15T06:38:26.356" v="560"/>
          <ac:cxnSpMkLst>
            <pc:docMk/>
            <pc:sldMk cId="3139124364" sldId="265"/>
            <ac:cxnSpMk id="15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0:07.653" v="633" actId="20577"/>
        <pc:sldMkLst>
          <pc:docMk/>
          <pc:sldMk cId="2145257613" sldId="266"/>
        </pc:sldMkLst>
        <pc:spChg chg="mod">
          <ac:chgData name="Arseniy Buzyan (extern)" userId="S::arseniy.buzyan@edu.stockholm.se::f92a01cd-049f-4602-b292-09b82d2ea4e3" providerId="AD" clId="Web-{20597325-B0D3-4DE2-062B-3B4DF13B0120}" dt="2026-08-15T06:39:55.481" v="626"/>
          <ac:spMkLst>
            <pc:docMk/>
            <pc:sldMk cId="2145257613" sldId="266"/>
            <ac:spMk id="2" creationId="{4AAACDC0-036D-D9A5-F0CA-4EF65EFDCD47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0:07.653" v="633" actId="20577"/>
          <ac:spMkLst>
            <pc:docMk/>
            <pc:sldMk cId="2145257613" sldId="266"/>
            <ac:spMk id="3" creationId="{3B05D699-24C1-268D-0BE0-7DA3E1C9591F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9:55.481" v="626"/>
          <ac:spMkLst>
            <pc:docMk/>
            <pc:sldMk cId="2145257613" sldId="266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39:55.481" v="626"/>
          <ac:spMkLst>
            <pc:docMk/>
            <pc:sldMk cId="2145257613" sldId="266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39:55.481" v="626"/>
          <ac:cxnSpMkLst>
            <pc:docMk/>
            <pc:sldMk cId="2145257613" sldId="266"/>
            <ac:cxnSpMk id="10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6:42:04.279" v="825" actId="1076"/>
        <pc:sldMkLst>
          <pc:docMk/>
          <pc:sldMk cId="2764317650" sldId="267"/>
        </pc:sldMkLst>
        <pc:spChg chg="mod">
          <ac:chgData name="Arseniy Buzyan (extern)" userId="S::arseniy.buzyan@edu.stockholm.se::f92a01cd-049f-4602-b292-09b82d2ea4e3" providerId="AD" clId="Web-{20597325-B0D3-4DE2-062B-3B4DF13B0120}" dt="2026-08-15T06:41:18.279" v="717" actId="20577"/>
          <ac:spMkLst>
            <pc:docMk/>
            <pc:sldMk cId="2764317650" sldId="267"/>
            <ac:spMk id="2" creationId="{339BB7CF-D1AD-7864-2B3B-A731F032E45E}"/>
          </ac:spMkLst>
        </pc:spChg>
        <pc:spChg chg="del mod">
          <ac:chgData name="Arseniy Buzyan (extern)" userId="S::arseniy.buzyan@edu.stockholm.se::f92a01cd-049f-4602-b292-09b82d2ea4e3" providerId="AD" clId="Web-{20597325-B0D3-4DE2-062B-3B4DF13B0120}" dt="2026-08-15T06:40:34.575" v="638"/>
          <ac:spMkLst>
            <pc:docMk/>
            <pc:sldMk cId="2764317650" sldId="267"/>
            <ac:spMk id="3" creationId="{BA7A5E69-AB2B-5950-008E-AE1FF35D8CD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0:28.138" v="637"/>
          <ac:spMkLst>
            <pc:docMk/>
            <pc:sldMk cId="2764317650" sldId="267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0:28.138" v="637"/>
          <ac:spMkLst>
            <pc:docMk/>
            <pc:sldMk cId="2764317650" sldId="267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42:04.279" v="825" actId="1076"/>
          <ac:graphicFrameMkLst>
            <pc:docMk/>
            <pc:sldMk cId="2764317650" sldId="267"/>
            <ac:graphicFrameMk id="5" creationId="{31A58ED9-FFF9-1A7E-AE63-29BDA8665DD8}"/>
          </ac:graphicFrameMkLst>
        </pc:graphicFrameChg>
        <pc:cxnChg chg="add">
          <ac:chgData name="Arseniy Buzyan (extern)" userId="S::arseniy.buzyan@edu.stockholm.se::f92a01cd-049f-4602-b292-09b82d2ea4e3" providerId="AD" clId="Web-{20597325-B0D3-4DE2-062B-3B4DF13B0120}" dt="2026-08-15T06:40:28.138" v="637"/>
          <ac:cxnSpMkLst>
            <pc:docMk/>
            <pc:sldMk cId="2764317650" sldId="267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3:13.170" v="841" actId="20577"/>
        <pc:sldMkLst>
          <pc:docMk/>
          <pc:sldMk cId="678231819" sldId="268"/>
        </pc:sldMkLst>
        <pc:spChg chg="mod">
          <ac:chgData name="Arseniy Buzyan (extern)" userId="S::arseniy.buzyan@edu.stockholm.se::f92a01cd-049f-4602-b292-09b82d2ea4e3" providerId="AD" clId="Web-{20597325-B0D3-4DE2-062B-3B4DF13B0120}" dt="2026-08-15T06:43:13.170" v="841" actId="20577"/>
          <ac:spMkLst>
            <pc:docMk/>
            <pc:sldMk cId="678231819" sldId="268"/>
            <ac:spMk id="2" creationId="{9AAA7AD5-FE6D-3577-81C6-AD0D2A9D6BBE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3:04.607" v="835" actId="20577"/>
          <ac:spMkLst>
            <pc:docMk/>
            <pc:sldMk cId="678231819" sldId="268"/>
            <ac:spMk id="3" creationId="{A849D0B7-B45C-069C-87EE-89693F944BE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2:55.982" v="830"/>
          <ac:spMkLst>
            <pc:docMk/>
            <pc:sldMk cId="678231819" sldId="268"/>
            <ac:spMk id="8" creationId="{5F18414D-1626-4996-AACB-23D3DE45B03B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2:55.982" v="830"/>
          <ac:spMkLst>
            <pc:docMk/>
            <pc:sldMk cId="678231819" sldId="268"/>
            <ac:spMk id="10" creationId="{D84C2E9E-0B5D-4B5F-9A1F-70EBDCE39034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42:55.982" v="830"/>
          <ac:cxnSpMkLst>
            <pc:docMk/>
            <pc:sldMk cId="678231819" sldId="268"/>
            <ac:cxnSpMk id="12" creationId="{07A9243D-8FC3-4B36-874B-55906B03F484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3:55.748" v="860" actId="20577"/>
        <pc:sldMkLst>
          <pc:docMk/>
          <pc:sldMk cId="2468782165" sldId="269"/>
        </pc:sldMkLst>
        <pc:spChg chg="mod">
          <ac:chgData name="Arseniy Buzyan (extern)" userId="S::arseniy.buzyan@edu.stockholm.se::f92a01cd-049f-4602-b292-09b82d2ea4e3" providerId="AD" clId="Web-{20597325-B0D3-4DE2-062B-3B4DF13B0120}" dt="2026-08-15T06:43:41.357" v="849"/>
          <ac:spMkLst>
            <pc:docMk/>
            <pc:sldMk cId="2468782165" sldId="269"/>
            <ac:spMk id="2" creationId="{1E243614-FDF1-ED87-F45A-7BC667591F97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3:55.748" v="860" actId="20577"/>
          <ac:spMkLst>
            <pc:docMk/>
            <pc:sldMk cId="2468782165" sldId="269"/>
            <ac:spMk id="3" creationId="{95F68E90-29FE-5F5D-1B15-0BD862A850A3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3:41.357" v="849"/>
          <ac:spMkLst>
            <pc:docMk/>
            <pc:sldMk cId="2468782165" sldId="269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43:41.357" v="849"/>
          <ac:cxnSpMkLst>
            <pc:docMk/>
            <pc:sldMk cId="2468782165" sldId="269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20597325-B0D3-4DE2-062B-3B4DF13B0120}" dt="2026-08-15T06:43:41.357" v="849"/>
          <ac:cxnSpMkLst>
            <pc:docMk/>
            <pc:sldMk cId="2468782165" sldId="269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5:06.155" v="887" actId="14100"/>
        <pc:sldMkLst>
          <pc:docMk/>
          <pc:sldMk cId="1322542180" sldId="270"/>
        </pc:sldMkLst>
        <pc:spChg chg="mod">
          <ac:chgData name="Arseniy Buzyan (extern)" userId="S::arseniy.buzyan@edu.stockholm.se::f92a01cd-049f-4602-b292-09b82d2ea4e3" providerId="AD" clId="Web-{20597325-B0D3-4DE2-062B-3B4DF13B0120}" dt="2026-08-15T06:45:01.655" v="885" actId="1076"/>
          <ac:spMkLst>
            <pc:docMk/>
            <pc:sldMk cId="1322542180" sldId="270"/>
            <ac:spMk id="2" creationId="{6D0FB473-76AD-FF83-27C4-45B2772A3D16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5:06.155" v="887" actId="14100"/>
          <ac:spMkLst>
            <pc:docMk/>
            <pc:sldMk cId="1322542180" sldId="270"/>
            <ac:spMk id="3" creationId="{0BFC3A90-77F2-0A2F-5AAA-6AB1E1A4452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4:25.748" v="866"/>
          <ac:spMkLst>
            <pc:docMk/>
            <pc:sldMk cId="1322542180" sldId="270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4:25.748" v="866"/>
          <ac:spMkLst>
            <pc:docMk/>
            <pc:sldMk cId="1322542180" sldId="270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44:25.748" v="866"/>
          <ac:cxnSpMkLst>
            <pc:docMk/>
            <pc:sldMk cId="1322542180" sldId="270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5:55.267" v="909" actId="20577"/>
        <pc:sldMkLst>
          <pc:docMk/>
          <pc:sldMk cId="457595075" sldId="271"/>
        </pc:sldMkLst>
        <pc:spChg chg="mod">
          <ac:chgData name="Arseniy Buzyan (extern)" userId="S::arseniy.buzyan@edu.stockholm.se::f92a01cd-049f-4602-b292-09b82d2ea4e3" providerId="AD" clId="Web-{20597325-B0D3-4DE2-062B-3B4DF13B0120}" dt="2026-08-15T06:45:31.156" v="892"/>
          <ac:spMkLst>
            <pc:docMk/>
            <pc:sldMk cId="457595075" sldId="271"/>
            <ac:spMk id="2" creationId="{3478625C-92BE-41EB-A3CC-2787D8DE9C28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5:55.267" v="909" actId="20577"/>
          <ac:spMkLst>
            <pc:docMk/>
            <pc:sldMk cId="457595075" sldId="271"/>
            <ac:spMk id="3" creationId="{570AAEDB-8BD8-E894-4BE4-DF979BC1B5A6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5:31.156" v="892"/>
          <ac:spMkLst>
            <pc:docMk/>
            <pc:sldMk cId="457595075" sldId="271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5:31.156" v="892"/>
          <ac:spMkLst>
            <pc:docMk/>
            <pc:sldMk cId="457595075" sldId="271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45:31.156" v="892"/>
          <ac:cxnSpMkLst>
            <pc:docMk/>
            <pc:sldMk cId="457595075" sldId="271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6:34.471" v="929" actId="20577"/>
        <pc:sldMkLst>
          <pc:docMk/>
          <pc:sldMk cId="135586824" sldId="272"/>
        </pc:sldMkLst>
        <pc:spChg chg="mod">
          <ac:chgData name="Arseniy Buzyan (extern)" userId="S::arseniy.buzyan@edu.stockholm.se::f92a01cd-049f-4602-b292-09b82d2ea4e3" providerId="AD" clId="Web-{20597325-B0D3-4DE2-062B-3B4DF13B0120}" dt="2026-08-15T06:46:14.127" v="914"/>
          <ac:spMkLst>
            <pc:docMk/>
            <pc:sldMk cId="135586824" sldId="272"/>
            <ac:spMk id="2" creationId="{8C92FB57-C4BE-57C4-2079-8BA06E0C6F7F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6:34.471" v="929" actId="20577"/>
          <ac:spMkLst>
            <pc:docMk/>
            <pc:sldMk cId="135586824" sldId="272"/>
            <ac:spMk id="3" creationId="{FE6FF1E8-089F-F03C-2923-8576DEEB63FE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6:14.127" v="914"/>
          <ac:spMkLst>
            <pc:docMk/>
            <pc:sldMk cId="135586824" sldId="272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6:14.127" v="914"/>
          <ac:spMkLst>
            <pc:docMk/>
            <pc:sldMk cId="135586824" sldId="272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46:14.127" v="914"/>
          <ac:cxnSpMkLst>
            <pc:docMk/>
            <pc:sldMk cId="135586824" sldId="272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7:37.223" v="952" actId="20577"/>
        <pc:sldMkLst>
          <pc:docMk/>
          <pc:sldMk cId="933485786" sldId="273"/>
        </pc:sldMkLst>
        <pc:spChg chg="mod">
          <ac:chgData name="Arseniy Buzyan (extern)" userId="S::arseniy.buzyan@edu.stockholm.se::f92a01cd-049f-4602-b292-09b82d2ea4e3" providerId="AD" clId="Web-{20597325-B0D3-4DE2-062B-3B4DF13B0120}" dt="2026-08-15T06:47:08.519" v="942"/>
          <ac:spMkLst>
            <pc:docMk/>
            <pc:sldMk cId="933485786" sldId="273"/>
            <ac:spMk id="2" creationId="{A5B48AA6-8AB5-0F02-476F-34A974ECD5FF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7:37.223" v="952" actId="20577"/>
          <ac:spMkLst>
            <pc:docMk/>
            <pc:sldMk cId="933485786" sldId="273"/>
            <ac:spMk id="3" creationId="{56962BE9-C10B-6AEA-8056-07325ACE974E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7:08.519" v="942"/>
          <ac:spMkLst>
            <pc:docMk/>
            <pc:sldMk cId="933485786" sldId="273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7:08.519" v="942"/>
          <ac:spMkLst>
            <pc:docMk/>
            <pc:sldMk cId="933485786" sldId="273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47:08.519" v="942"/>
          <ac:cxnSpMkLst>
            <pc:docMk/>
            <pc:sldMk cId="933485786" sldId="273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49:14.100" v="976" actId="14100"/>
        <pc:sldMkLst>
          <pc:docMk/>
          <pc:sldMk cId="2043020306" sldId="274"/>
        </pc:sldMkLst>
        <pc:spChg chg="mod">
          <ac:chgData name="Arseniy Buzyan (extern)" userId="S::arseniy.buzyan@edu.stockholm.se::f92a01cd-049f-4602-b292-09b82d2ea4e3" providerId="AD" clId="Web-{20597325-B0D3-4DE2-062B-3B4DF13B0120}" dt="2026-08-15T06:49:06.132" v="973" actId="14100"/>
          <ac:spMkLst>
            <pc:docMk/>
            <pc:sldMk cId="2043020306" sldId="274"/>
            <ac:spMk id="2" creationId="{376C4801-1EBF-503D-D96B-3D9508CF3ACD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49:14.100" v="976" actId="14100"/>
          <ac:spMkLst>
            <pc:docMk/>
            <pc:sldMk cId="2043020306" sldId="274"/>
            <ac:spMk id="3" creationId="{CD2CD41F-5A1B-BCE9-5B98-8142EA441978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8:30.975" v="961"/>
          <ac:spMkLst>
            <pc:docMk/>
            <pc:sldMk cId="2043020306" sldId="274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8:30.975" v="961"/>
          <ac:spMkLst>
            <pc:docMk/>
            <pc:sldMk cId="2043020306" sldId="274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48:30.975" v="961"/>
          <ac:cxnSpMkLst>
            <pc:docMk/>
            <pc:sldMk cId="2043020306" sldId="274"/>
            <ac:cxnSpMk id="10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6:50:25.742" v="1075" actId="1076"/>
        <pc:sldMkLst>
          <pc:docMk/>
          <pc:sldMk cId="2979017483" sldId="275"/>
        </pc:sldMkLst>
        <pc:spChg chg="mod">
          <ac:chgData name="Arseniy Buzyan (extern)" userId="S::arseniy.buzyan@edu.stockholm.se::f92a01cd-049f-4602-b292-09b82d2ea4e3" providerId="AD" clId="Web-{20597325-B0D3-4DE2-062B-3B4DF13B0120}" dt="2026-08-15T06:49:47.320" v="980"/>
          <ac:spMkLst>
            <pc:docMk/>
            <pc:sldMk cId="2979017483" sldId="275"/>
            <ac:spMk id="2" creationId="{E0D02613-2990-9959-69A6-435910DCB678}"/>
          </ac:spMkLst>
        </pc:spChg>
        <pc:spChg chg="del mod">
          <ac:chgData name="Arseniy Buzyan (extern)" userId="S::arseniy.buzyan@edu.stockholm.se::f92a01cd-049f-4602-b292-09b82d2ea4e3" providerId="AD" clId="Web-{20597325-B0D3-4DE2-062B-3B4DF13B0120}" dt="2026-08-15T06:49:53.304" v="981"/>
          <ac:spMkLst>
            <pc:docMk/>
            <pc:sldMk cId="2979017483" sldId="275"/>
            <ac:spMk id="3" creationId="{BEA17513-619D-D398-3212-AF09CD07C1CB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9:47.320" v="980"/>
          <ac:spMkLst>
            <pc:docMk/>
            <pc:sldMk cId="2979017483" sldId="275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49:47.320" v="980"/>
          <ac:spMkLst>
            <pc:docMk/>
            <pc:sldMk cId="2979017483" sldId="275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50:25.742" v="1075" actId="1076"/>
          <ac:graphicFrameMkLst>
            <pc:docMk/>
            <pc:sldMk cId="2979017483" sldId="275"/>
            <ac:graphicFrameMk id="5" creationId="{707E1FA7-61C5-6984-7627-F3EEC711EF98}"/>
          </ac:graphicFrameMkLst>
        </pc:graphicFrameChg>
        <pc:cxnChg chg="add">
          <ac:chgData name="Arseniy Buzyan (extern)" userId="S::arseniy.buzyan@edu.stockholm.se::f92a01cd-049f-4602-b292-09b82d2ea4e3" providerId="AD" clId="Web-{20597325-B0D3-4DE2-062B-3B4DF13B0120}" dt="2026-08-15T06:49:47.320" v="980"/>
          <ac:cxnSpMkLst>
            <pc:docMk/>
            <pc:sldMk cId="2979017483" sldId="275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51:44.077" v="1100" actId="14100"/>
        <pc:sldMkLst>
          <pc:docMk/>
          <pc:sldMk cId="3884771383" sldId="276"/>
        </pc:sldMkLst>
        <pc:spChg chg="mod">
          <ac:chgData name="Arseniy Buzyan (extern)" userId="S::arseniy.buzyan@edu.stockholm.se::f92a01cd-049f-4602-b292-09b82d2ea4e3" providerId="AD" clId="Web-{20597325-B0D3-4DE2-062B-3B4DF13B0120}" dt="2026-08-15T06:51:41.045" v="1099" actId="14100"/>
          <ac:spMkLst>
            <pc:docMk/>
            <pc:sldMk cId="3884771383" sldId="276"/>
            <ac:spMk id="2" creationId="{E7C49B5D-8E70-454E-1FE2-B60A8EC5A3A9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51:44.077" v="1100" actId="14100"/>
          <ac:spMkLst>
            <pc:docMk/>
            <pc:sldMk cId="3884771383" sldId="276"/>
            <ac:spMk id="3" creationId="{0EC2EC23-C939-545D-F02A-D52BFAB4537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1:07.107" v="1087"/>
          <ac:spMkLst>
            <pc:docMk/>
            <pc:sldMk cId="3884771383" sldId="276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1:07.107" v="1087"/>
          <ac:spMkLst>
            <pc:docMk/>
            <pc:sldMk cId="3884771383" sldId="276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51:07.107" v="1087"/>
          <ac:cxnSpMkLst>
            <pc:docMk/>
            <pc:sldMk cId="3884771383" sldId="276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8:41:17.648" v="1700"/>
        <pc:sldMkLst>
          <pc:docMk/>
          <pc:sldMk cId="4107594344" sldId="277"/>
        </pc:sldMkLst>
        <pc:spChg chg="mod">
          <ac:chgData name="Arseniy Buzyan (extern)" userId="S::arseniy.buzyan@edu.stockholm.se::f92a01cd-049f-4602-b292-09b82d2ea4e3" providerId="AD" clId="Web-{20597325-B0D3-4DE2-062B-3B4DF13B0120}" dt="2026-08-15T08:41:17.648" v="1700"/>
          <ac:spMkLst>
            <pc:docMk/>
            <pc:sldMk cId="4107594344" sldId="277"/>
            <ac:spMk id="2" creationId="{2C7C71A3-8AB9-371C-0F54-E47EF9A16CC4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53:48.937" v="1139" actId="20577"/>
          <ac:spMkLst>
            <pc:docMk/>
            <pc:sldMk cId="4107594344" sldId="277"/>
            <ac:spMk id="3" creationId="{05E42EB3-DF01-86AB-A81D-0A7103CA42BF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2:47.624" v="1116"/>
          <ac:spMkLst>
            <pc:docMk/>
            <pc:sldMk cId="4107594344" sldId="277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2:47.624" v="1116"/>
          <ac:spMkLst>
            <pc:docMk/>
            <pc:sldMk cId="4107594344" sldId="277"/>
            <ac:spMk id="12" creationId="{9DD005C1-8C51-42D6-9BEE-B9B83849743D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52:47.624" v="1116"/>
          <ac:cxnSpMkLst>
            <pc:docMk/>
            <pc:sldMk cId="4107594344" sldId="277"/>
            <ac:cxnSpMk id="10" creationId="{EE504C98-6397-41C1-A8D8-2D9C4ED307E0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6:54:47.969" v="1272" actId="20577"/>
        <pc:sldMkLst>
          <pc:docMk/>
          <pc:sldMk cId="2461991405" sldId="278"/>
        </pc:sldMkLst>
        <pc:spChg chg="mod">
          <ac:chgData name="Arseniy Buzyan (extern)" userId="S::arseniy.buzyan@edu.stockholm.se::f92a01cd-049f-4602-b292-09b82d2ea4e3" providerId="AD" clId="Web-{20597325-B0D3-4DE2-062B-3B4DF13B0120}" dt="2026-08-15T06:54:47.969" v="1272" actId="20577"/>
          <ac:spMkLst>
            <pc:docMk/>
            <pc:sldMk cId="2461991405" sldId="278"/>
            <ac:spMk id="2" creationId="{EE7AC6B7-8D45-AA36-7CBA-6644FEC01386}"/>
          </ac:spMkLst>
        </pc:spChg>
        <pc:spChg chg="del mod">
          <ac:chgData name="Arseniy Buzyan (extern)" userId="S::arseniy.buzyan@edu.stockholm.se::f92a01cd-049f-4602-b292-09b82d2ea4e3" providerId="AD" clId="Web-{20597325-B0D3-4DE2-062B-3B4DF13B0120}" dt="2026-08-15T06:54:08.625" v="1143"/>
          <ac:spMkLst>
            <pc:docMk/>
            <pc:sldMk cId="2461991405" sldId="278"/>
            <ac:spMk id="3" creationId="{60CCC445-EB8A-70CC-8BFC-B13762E58CC6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4:02.672" v="1142"/>
          <ac:spMkLst>
            <pc:docMk/>
            <pc:sldMk cId="2461991405" sldId="278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4:02.672" v="1142"/>
          <ac:spMkLst>
            <pc:docMk/>
            <pc:sldMk cId="2461991405" sldId="278"/>
            <ac:spMk id="12" creationId="{9DD005C1-8C51-42D6-9BEE-B9B83849743D}"/>
          </ac:spMkLst>
        </pc:spChg>
        <pc:graphicFrameChg chg="add mod modGraphic">
          <ac:chgData name="Arseniy Buzyan (extern)" userId="S::arseniy.buzyan@edu.stockholm.se::f92a01cd-049f-4602-b292-09b82d2ea4e3" providerId="AD" clId="Web-{20597325-B0D3-4DE2-062B-3B4DF13B0120}" dt="2026-08-15T06:54:41.938" v="1265"/>
          <ac:graphicFrameMkLst>
            <pc:docMk/>
            <pc:sldMk cId="2461991405" sldId="278"/>
            <ac:graphicFrameMk id="5" creationId="{70721A62-44EC-5534-796C-9338D66195F8}"/>
          </ac:graphicFrameMkLst>
        </pc:graphicFrameChg>
        <pc:cxnChg chg="add">
          <ac:chgData name="Arseniy Buzyan (extern)" userId="S::arseniy.buzyan@edu.stockholm.se::f92a01cd-049f-4602-b292-09b82d2ea4e3" providerId="AD" clId="Web-{20597325-B0D3-4DE2-062B-3B4DF13B0120}" dt="2026-08-15T06:54:02.672" v="1142"/>
          <ac:cxnSpMkLst>
            <pc:docMk/>
            <pc:sldMk cId="2461991405" sldId="278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55:56.688" v="1291" actId="20577"/>
        <pc:sldMkLst>
          <pc:docMk/>
          <pc:sldMk cId="1920602742" sldId="279"/>
        </pc:sldMkLst>
        <pc:spChg chg="mod">
          <ac:chgData name="Arseniy Buzyan (extern)" userId="S::arseniy.buzyan@edu.stockholm.se::f92a01cd-049f-4602-b292-09b82d2ea4e3" providerId="AD" clId="Web-{20597325-B0D3-4DE2-062B-3B4DF13B0120}" dt="2026-08-15T06:55:56.688" v="1291" actId="20577"/>
          <ac:spMkLst>
            <pc:docMk/>
            <pc:sldMk cId="1920602742" sldId="279"/>
            <ac:spMk id="2" creationId="{32232458-17E7-BEEF-517B-B685E9E041D6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55:46.641" v="1287" actId="20577"/>
          <ac:spMkLst>
            <pc:docMk/>
            <pc:sldMk cId="1920602742" sldId="279"/>
            <ac:spMk id="3" creationId="{25C2AB73-4ABF-30F9-111A-940765C3521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5:34.016" v="1283"/>
          <ac:spMkLst>
            <pc:docMk/>
            <pc:sldMk cId="1920602742" sldId="279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5:34.016" v="1283"/>
          <ac:spMkLst>
            <pc:docMk/>
            <pc:sldMk cId="1920602742" sldId="279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5:34.016" v="1283"/>
          <ac:spMkLst>
            <pc:docMk/>
            <pc:sldMk cId="1920602742" sldId="279"/>
            <ac:spMk id="12" creationId="{450D3AD2-FA80-415F-A9CE-54D884561CD7}"/>
          </ac:spMkLst>
        </pc:spChg>
      </pc:sldChg>
      <pc:sldChg chg="addSp modSp new mod setBg">
        <pc:chgData name="Arseniy Buzyan (extern)" userId="S::arseniy.buzyan@edu.stockholm.se::f92a01cd-049f-4602-b292-09b82d2ea4e3" providerId="AD" clId="Web-{20597325-B0D3-4DE2-062B-3B4DF13B0120}" dt="2026-08-15T06:57:50.970" v="1317" actId="14100"/>
        <pc:sldMkLst>
          <pc:docMk/>
          <pc:sldMk cId="362078607" sldId="280"/>
        </pc:sldMkLst>
        <pc:spChg chg="mod">
          <ac:chgData name="Arseniy Buzyan (extern)" userId="S::arseniy.buzyan@edu.stockholm.se::f92a01cd-049f-4602-b292-09b82d2ea4e3" providerId="AD" clId="Web-{20597325-B0D3-4DE2-062B-3B4DF13B0120}" dt="2026-08-15T06:56:49.157" v="1299"/>
          <ac:spMkLst>
            <pc:docMk/>
            <pc:sldMk cId="362078607" sldId="280"/>
            <ac:spMk id="2" creationId="{5CEC038C-9106-86F1-F22F-E3F378238A74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6:57:50.970" v="1317" actId="14100"/>
          <ac:spMkLst>
            <pc:docMk/>
            <pc:sldMk cId="362078607" sldId="280"/>
            <ac:spMk id="3" creationId="{58D03252-217B-C0DC-C3DD-C17EE757CFF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6:49.157" v="1299"/>
          <ac:spMkLst>
            <pc:docMk/>
            <pc:sldMk cId="362078607" sldId="280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20597325-B0D3-4DE2-062B-3B4DF13B0120}" dt="2026-08-15T06:56:49.157" v="1299"/>
          <ac:cxnSpMkLst>
            <pc:docMk/>
            <pc:sldMk cId="362078607" sldId="280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20597325-B0D3-4DE2-062B-3B4DF13B0120}" dt="2026-08-15T06:56:49.157" v="1299"/>
          <ac:cxnSpMkLst>
            <pc:docMk/>
            <pc:sldMk cId="362078607" sldId="280"/>
            <ac:cxnSpMk id="12" creationId="{4AD7FFC6-42A9-49CB-B5E9-B3F6B038331B}"/>
          </ac:cxnSpMkLst>
        </pc:cxnChg>
      </pc:sldChg>
      <pc:sldChg chg="addSp delSp modSp new mod setBg setClrOvrMap">
        <pc:chgData name="Arseniy Buzyan (extern)" userId="S::arseniy.buzyan@edu.stockholm.se::f92a01cd-049f-4602-b292-09b82d2ea4e3" providerId="AD" clId="Web-{20597325-B0D3-4DE2-062B-3B4DF13B0120}" dt="2026-08-15T08:43:30.883" v="1719" actId="14100"/>
        <pc:sldMkLst>
          <pc:docMk/>
          <pc:sldMk cId="1083729021" sldId="281"/>
        </pc:sldMkLst>
        <pc:spChg chg="mod">
          <ac:chgData name="Arseniy Buzyan (extern)" userId="S::arseniy.buzyan@edu.stockholm.se::f92a01cd-049f-4602-b292-09b82d2ea4e3" providerId="AD" clId="Web-{20597325-B0D3-4DE2-062B-3B4DF13B0120}" dt="2026-08-15T06:59:18.721" v="1340"/>
          <ac:spMkLst>
            <pc:docMk/>
            <pc:sldMk cId="1083729021" sldId="281"/>
            <ac:spMk id="2" creationId="{BEFBD58E-206C-07E7-2764-2B55742F705E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7:00:34.331" v="1400" actId="20577"/>
          <ac:spMkLst>
            <pc:docMk/>
            <pc:sldMk cId="1083729021" sldId="281"/>
            <ac:spMk id="3" creationId="{2436D019-2B62-42F1-82A9-1F52BF54368E}"/>
          </ac:spMkLst>
        </pc:spChg>
        <pc:spChg chg="add del mod">
          <ac:chgData name="Arseniy Buzyan (extern)" userId="S::arseniy.buzyan@edu.stockholm.se::f92a01cd-049f-4602-b292-09b82d2ea4e3" providerId="AD" clId="Web-{20597325-B0D3-4DE2-062B-3B4DF13B0120}" dt="2026-08-15T06:58:29.267" v="1327"/>
          <ac:spMkLst>
            <pc:docMk/>
            <pc:sldMk cId="1083729021" sldId="281"/>
            <ac:spMk id="6" creationId="{591961C1-317C-6A09-6713-380A8310F3BB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59:13.643" v="1337"/>
          <ac:spMkLst>
            <pc:docMk/>
            <pc:sldMk cId="1083729021" sldId="281"/>
            <ac:spMk id="7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59:13.643" v="1337"/>
          <ac:spMkLst>
            <pc:docMk/>
            <pc:sldMk cId="1083729021" sldId="281"/>
            <ac:spMk id="12" creationId="{9DD005C1-8C51-42D6-9BEE-B9B83849743D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59:18.674" v="1339"/>
          <ac:spMkLst>
            <pc:docMk/>
            <pc:sldMk cId="1083729021" sldId="281"/>
            <ac:spMk id="14" creationId="{A7AE9375-4664-4DB2-922D-2782A6E439AC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6:59:18.674" v="1339"/>
          <ac:spMkLst>
            <pc:docMk/>
            <pc:sldMk cId="1083729021" sldId="281"/>
            <ac:spMk id="16" creationId="{9DD005C1-8C51-42D6-9BEE-B9B83849743D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6:59:18.721" v="1340"/>
          <ac:spMkLst>
            <pc:docMk/>
            <pc:sldMk cId="1083729021" sldId="281"/>
            <ac:spMk id="21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6:59:18.721" v="1340"/>
          <ac:grpSpMkLst>
            <pc:docMk/>
            <pc:sldMk cId="1083729021" sldId="281"/>
            <ac:grpSpMk id="22" creationId="{5F892E19-92E7-4BB2-8C3F-DBDFE8D9D324}"/>
          </ac:grpSpMkLst>
        </pc:grpChg>
        <pc:graphicFrameChg chg="add del mod">
          <ac:chgData name="Arseniy Buzyan (extern)" userId="S::arseniy.buzyan@edu.stockholm.se::f92a01cd-049f-4602-b292-09b82d2ea4e3" providerId="AD" clId="Web-{20597325-B0D3-4DE2-062B-3B4DF13B0120}" dt="2026-08-15T06:58:29.267" v="1328"/>
          <ac:graphicFrameMkLst>
            <pc:docMk/>
            <pc:sldMk cId="1083729021" sldId="281"/>
            <ac:graphicFrameMk id="5" creationId="{8EB23FC3-585E-C785-1876-0B95421B6A84}"/>
          </ac:graphicFrameMkLst>
        </pc:graphicFrameChg>
        <pc:graphicFrameChg chg="add del mod">
          <ac:chgData name="Arseniy Buzyan (extern)" userId="S::arseniy.buzyan@edu.stockholm.se::f92a01cd-049f-4602-b292-09b82d2ea4e3" providerId="AD" clId="Web-{20597325-B0D3-4DE2-062B-3B4DF13B0120}" dt="2026-08-15T06:58:47.877" v="1334"/>
          <ac:graphicFrameMkLst>
            <pc:docMk/>
            <pc:sldMk cId="1083729021" sldId="281"/>
            <ac:graphicFrameMk id="8" creationId="{B968EEE3-03FD-92A9-8DC6-F64FC0111E7E}"/>
          </ac:graphicFrameMkLst>
        </pc:graphicFrameChg>
        <pc:graphicFrameChg chg="add del mod">
          <ac:chgData name="Arseniy Buzyan (extern)" userId="S::arseniy.buzyan@edu.stockholm.se::f92a01cd-049f-4602-b292-09b82d2ea4e3" providerId="AD" clId="Web-{20597325-B0D3-4DE2-062B-3B4DF13B0120}" dt="2026-08-15T06:59:43.971" v="1345"/>
          <ac:graphicFrameMkLst>
            <pc:docMk/>
            <pc:sldMk cId="1083729021" sldId="281"/>
            <ac:graphicFrameMk id="27" creationId="{C99F4044-C65D-E516-15C5-DF2ED11677E2}"/>
          </ac:graphicFrameMkLst>
        </pc:graphicFrameChg>
        <pc:graphicFrameChg chg="add del mod modGraphic">
          <ac:chgData name="Arseniy Buzyan (extern)" userId="S::arseniy.buzyan@edu.stockholm.se::f92a01cd-049f-4602-b292-09b82d2ea4e3" providerId="AD" clId="Web-{20597325-B0D3-4DE2-062B-3B4DF13B0120}" dt="2026-08-15T08:43:18.008" v="1715"/>
          <ac:graphicFrameMkLst>
            <pc:docMk/>
            <pc:sldMk cId="1083729021" sldId="281"/>
            <ac:graphicFrameMk id="29" creationId="{22A04D7B-4C0F-D12D-673C-9BC4D5C783D5}"/>
          </ac:graphicFrameMkLst>
        </pc:graphicFrameChg>
        <pc:picChg chg="add mod modCrop">
          <ac:chgData name="Arseniy Buzyan (extern)" userId="S::arseniy.buzyan@edu.stockholm.se::f92a01cd-049f-4602-b292-09b82d2ea4e3" providerId="AD" clId="Web-{20597325-B0D3-4DE2-062B-3B4DF13B0120}" dt="2026-08-15T08:43:30.883" v="1719" actId="14100"/>
          <ac:picMkLst>
            <pc:docMk/>
            <pc:sldMk cId="1083729021" sldId="281"/>
            <ac:picMk id="4" creationId="{43129283-7EDE-697E-01DA-D46E00834F11}"/>
          </ac:picMkLst>
        </pc:picChg>
        <pc:cxnChg chg="add del">
          <ac:chgData name="Arseniy Buzyan (extern)" userId="S::arseniy.buzyan@edu.stockholm.se::f92a01cd-049f-4602-b292-09b82d2ea4e3" providerId="AD" clId="Web-{20597325-B0D3-4DE2-062B-3B4DF13B0120}" dt="2026-08-15T06:59:13.643" v="1337"/>
          <ac:cxnSpMkLst>
            <pc:docMk/>
            <pc:sldMk cId="1083729021" sldId="281"/>
            <ac:cxnSpMk id="10" creationId="{EE504C98-6397-41C1-A8D8-2D9C4ED307E0}"/>
          </ac:cxnSpMkLst>
        </pc:cxnChg>
        <pc:cxnChg chg="add del">
          <ac:chgData name="Arseniy Buzyan (extern)" userId="S::arseniy.buzyan@edu.stockholm.se::f92a01cd-049f-4602-b292-09b82d2ea4e3" providerId="AD" clId="Web-{20597325-B0D3-4DE2-062B-3B4DF13B0120}" dt="2026-08-15T06:59:18.674" v="1339"/>
          <ac:cxnSpMkLst>
            <pc:docMk/>
            <pc:sldMk cId="1083729021" sldId="281"/>
            <ac:cxnSpMk id="15" creationId="{EE504C98-6397-41C1-A8D8-2D9C4ED307E0}"/>
          </ac:cxnSpMkLst>
        </pc:cxnChg>
      </pc:sldChg>
      <pc:sldChg chg="addSp modSp new mod setBg setClrOvrMap">
        <pc:chgData name="Arseniy Buzyan (extern)" userId="S::arseniy.buzyan@edu.stockholm.se::f92a01cd-049f-4602-b292-09b82d2ea4e3" providerId="AD" clId="Web-{20597325-B0D3-4DE2-062B-3B4DF13B0120}" dt="2026-08-15T07:02:10.082" v="1424" actId="20577"/>
        <pc:sldMkLst>
          <pc:docMk/>
          <pc:sldMk cId="1799827901" sldId="282"/>
        </pc:sldMkLst>
        <pc:spChg chg="mod">
          <ac:chgData name="Arseniy Buzyan (extern)" userId="S::arseniy.buzyan@edu.stockholm.se::f92a01cd-049f-4602-b292-09b82d2ea4e3" providerId="AD" clId="Web-{20597325-B0D3-4DE2-062B-3B4DF13B0120}" dt="2026-08-15T07:01:12.096" v="1409"/>
          <ac:spMkLst>
            <pc:docMk/>
            <pc:sldMk cId="1799827901" sldId="282"/>
            <ac:spMk id="2" creationId="{9BEB2A44-A6F6-B12E-A1F6-A82F9F4468E6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7:02:10.082" v="1424" actId="20577"/>
          <ac:spMkLst>
            <pc:docMk/>
            <pc:sldMk cId="1799827901" sldId="282"/>
            <ac:spMk id="3" creationId="{A04A8D55-E799-7132-A7F5-79CC3C04598F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01:12.096" v="1409"/>
          <ac:spMkLst>
            <pc:docMk/>
            <pc:sldMk cId="1799827901" sldId="282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7:01:12.096" v="1409"/>
          <ac:grpSpMkLst>
            <pc:docMk/>
            <pc:sldMk cId="1799827901" sldId="282"/>
            <ac:grpSpMk id="10" creationId="{5F892E19-92E7-4BB2-8C3F-DBDFE8D9D324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7:02:54.809" v="1430"/>
        <pc:sldMkLst>
          <pc:docMk/>
          <pc:sldMk cId="4049198124" sldId="283"/>
        </pc:sldMkLst>
        <pc:spChg chg="mod">
          <ac:chgData name="Arseniy Buzyan (extern)" userId="S::arseniy.buzyan@edu.stockholm.se::f92a01cd-049f-4602-b292-09b82d2ea4e3" providerId="AD" clId="Web-{20597325-B0D3-4DE2-062B-3B4DF13B0120}" dt="2026-08-15T07:02:54.809" v="1430"/>
          <ac:spMkLst>
            <pc:docMk/>
            <pc:sldMk cId="4049198124" sldId="283"/>
            <ac:spMk id="2" creationId="{2937D434-4873-6139-52F6-7C616A26ED0E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7:02:54.809" v="1430"/>
          <ac:spMkLst>
            <pc:docMk/>
            <pc:sldMk cId="4049198124" sldId="283"/>
            <ac:spMk id="3" creationId="{7698657C-AB4F-97D8-D54E-9AB652752136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7:02:54.809" v="1429"/>
          <ac:spMkLst>
            <pc:docMk/>
            <pc:sldMk cId="4049198124" sldId="283"/>
            <ac:spMk id="8" creationId="{9B37791B-B040-4694-BFDC-8DD132D86E8E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7:02:54.809" v="1429"/>
          <ac:spMkLst>
            <pc:docMk/>
            <pc:sldMk cId="4049198124" sldId="283"/>
            <ac:spMk id="10" creationId="{E253338B-EC15-4112-B0AA-4135021E9AF8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02:54.809" v="1430"/>
          <ac:spMkLst>
            <pc:docMk/>
            <pc:sldMk cId="4049198124" sldId="283"/>
            <ac:spMk id="16" creationId="{C7FAE6E8-1D9E-4905-AAFE-978D331822BA}"/>
          </ac:spMkLst>
        </pc:spChg>
        <pc:grpChg chg="add del">
          <ac:chgData name="Arseniy Buzyan (extern)" userId="S::arseniy.buzyan@edu.stockholm.se::f92a01cd-049f-4602-b292-09b82d2ea4e3" providerId="AD" clId="Web-{20597325-B0D3-4DE2-062B-3B4DF13B0120}" dt="2026-08-15T07:02:54.809" v="1429"/>
          <ac:grpSpMkLst>
            <pc:docMk/>
            <pc:sldMk cId="4049198124" sldId="283"/>
            <ac:grpSpMk id="12" creationId="{431899EE-49A4-469F-BDB5-0A178C55105D}"/>
          </ac:grpSpMkLst>
        </pc:grpChg>
        <pc:grpChg chg="add">
          <ac:chgData name="Arseniy Buzyan (extern)" userId="S::arseniy.buzyan@edu.stockholm.se::f92a01cd-049f-4602-b292-09b82d2ea4e3" providerId="AD" clId="Web-{20597325-B0D3-4DE2-062B-3B4DF13B0120}" dt="2026-08-15T07:02:54.809" v="1430"/>
          <ac:grpSpMkLst>
            <pc:docMk/>
            <pc:sldMk cId="4049198124" sldId="283"/>
            <ac:grpSpMk id="17" creationId="{5F9D1CBF-A219-4C01-85A0-9DF6151EE270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20597325-B0D3-4DE2-062B-3B4DF13B0120}" dt="2026-08-15T07:03:58.218" v="1456" actId="14100"/>
        <pc:sldMkLst>
          <pc:docMk/>
          <pc:sldMk cId="1418526508" sldId="284"/>
        </pc:sldMkLst>
        <pc:spChg chg="mod">
          <ac:chgData name="Arseniy Buzyan (extern)" userId="S::arseniy.buzyan@edu.stockholm.se::f92a01cd-049f-4602-b292-09b82d2ea4e3" providerId="AD" clId="Web-{20597325-B0D3-4DE2-062B-3B4DF13B0120}" dt="2026-08-15T07:03:18.513" v="1435"/>
          <ac:spMkLst>
            <pc:docMk/>
            <pc:sldMk cId="1418526508" sldId="284"/>
            <ac:spMk id="2" creationId="{A4DB5F21-D9C8-11BA-2704-87C6D1A926E0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7:03:58.218" v="1456" actId="14100"/>
          <ac:spMkLst>
            <pc:docMk/>
            <pc:sldMk cId="1418526508" sldId="284"/>
            <ac:spMk id="3" creationId="{C14DE487-C157-95CB-E84C-5A5D1FCED1D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03:18.513" v="1435"/>
          <ac:spMkLst>
            <pc:docMk/>
            <pc:sldMk cId="1418526508" sldId="284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7:03:18.513" v="1435"/>
          <ac:grpSpMkLst>
            <pc:docMk/>
            <pc:sldMk cId="1418526508" sldId="284"/>
            <ac:grpSpMk id="10" creationId="{5F892E19-92E7-4BB2-8C3F-DBDFE8D9D324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20597325-B0D3-4DE2-062B-3B4DF13B0120}" dt="2026-08-15T07:04:57.314" v="1475" actId="20577"/>
        <pc:sldMkLst>
          <pc:docMk/>
          <pc:sldMk cId="3020760744" sldId="285"/>
        </pc:sldMkLst>
        <pc:spChg chg="mod">
          <ac:chgData name="Arseniy Buzyan (extern)" userId="S::arseniy.buzyan@edu.stockholm.se::f92a01cd-049f-4602-b292-09b82d2ea4e3" providerId="AD" clId="Web-{20597325-B0D3-4DE2-062B-3B4DF13B0120}" dt="2026-08-15T07:04:34.188" v="1463"/>
          <ac:spMkLst>
            <pc:docMk/>
            <pc:sldMk cId="3020760744" sldId="285"/>
            <ac:spMk id="2" creationId="{D5FDEA86-7502-1DAF-0B08-BFA49D81056C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7:04:57.314" v="1475" actId="20577"/>
          <ac:spMkLst>
            <pc:docMk/>
            <pc:sldMk cId="3020760744" sldId="285"/>
            <ac:spMk id="3" creationId="{AC02ADEA-6B8F-1205-8EF8-EB83723465F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04:34.188" v="1463"/>
          <ac:spMkLst>
            <pc:docMk/>
            <pc:sldMk cId="3020760744" sldId="285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7:04:34.188" v="1463"/>
          <ac:grpSpMkLst>
            <pc:docMk/>
            <pc:sldMk cId="3020760744" sldId="285"/>
            <ac:grpSpMk id="10" creationId="{5F892E19-92E7-4BB2-8C3F-DBDFE8D9D324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20597325-B0D3-4DE2-062B-3B4DF13B0120}" dt="2026-08-15T07:05:47.612" v="1493" actId="20577"/>
        <pc:sldMkLst>
          <pc:docMk/>
          <pc:sldMk cId="2228121459" sldId="286"/>
        </pc:sldMkLst>
        <pc:spChg chg="mod">
          <ac:chgData name="Arseniy Buzyan (extern)" userId="S::arseniy.buzyan@edu.stockholm.se::f92a01cd-049f-4602-b292-09b82d2ea4e3" providerId="AD" clId="Web-{20597325-B0D3-4DE2-062B-3B4DF13B0120}" dt="2026-08-15T07:05:27.533" v="1481"/>
          <ac:spMkLst>
            <pc:docMk/>
            <pc:sldMk cId="2228121459" sldId="286"/>
            <ac:spMk id="2" creationId="{39A9F141-591C-6DDD-00AA-95716B3083B5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7:05:47.612" v="1493" actId="20577"/>
          <ac:spMkLst>
            <pc:docMk/>
            <pc:sldMk cId="2228121459" sldId="286"/>
            <ac:spMk id="3" creationId="{0A0F32A5-D30E-C3BF-705B-09ED27903251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05:27.533" v="1481"/>
          <ac:spMkLst>
            <pc:docMk/>
            <pc:sldMk cId="2228121459" sldId="286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7:05:27.533" v="1481"/>
          <ac:grpSpMkLst>
            <pc:docMk/>
            <pc:sldMk cId="2228121459" sldId="286"/>
            <ac:grpSpMk id="10" creationId="{5F892E19-92E7-4BB2-8C3F-DBDFE8D9D324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20597325-B0D3-4DE2-062B-3B4DF13B0120}" dt="2026-08-15T08:44:31.650" v="1720" actId="20577"/>
        <pc:sldMkLst>
          <pc:docMk/>
          <pc:sldMk cId="3057783666" sldId="287"/>
        </pc:sldMkLst>
        <pc:spChg chg="mod">
          <ac:chgData name="Arseniy Buzyan (extern)" userId="S::arseniy.buzyan@edu.stockholm.se::f92a01cd-049f-4602-b292-09b82d2ea4e3" providerId="AD" clId="Web-{20597325-B0D3-4DE2-062B-3B4DF13B0120}" dt="2026-08-15T07:06:14.800" v="1499"/>
          <ac:spMkLst>
            <pc:docMk/>
            <pc:sldMk cId="3057783666" sldId="287"/>
            <ac:spMk id="2" creationId="{E1C7059C-5500-F138-113C-2A0D3E76E115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8:44:31.650" v="1720" actId="20577"/>
          <ac:spMkLst>
            <pc:docMk/>
            <pc:sldMk cId="3057783666" sldId="287"/>
            <ac:spMk id="3" creationId="{F5D632ED-F668-2EA3-F251-C05421E4A50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06:14.800" v="1499"/>
          <ac:spMkLst>
            <pc:docMk/>
            <pc:sldMk cId="3057783666" sldId="287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7:06:14.800" v="1499"/>
          <ac:grpSpMkLst>
            <pc:docMk/>
            <pc:sldMk cId="3057783666" sldId="287"/>
            <ac:grpSpMk id="10" creationId="{5F892E19-92E7-4BB2-8C3F-DBDFE8D9D324}"/>
          </ac:grpSpMkLst>
        </pc:grpChg>
      </pc:sldChg>
      <pc:sldChg chg="addSp delSp modSp new mod setBg setClrOvrMap">
        <pc:chgData name="Arseniy Buzyan (extern)" userId="S::arseniy.buzyan@edu.stockholm.se::f92a01cd-049f-4602-b292-09b82d2ea4e3" providerId="AD" clId="Web-{20597325-B0D3-4DE2-062B-3B4DF13B0120}" dt="2026-08-15T07:08:21.661" v="1546" actId="20577"/>
        <pc:sldMkLst>
          <pc:docMk/>
          <pc:sldMk cId="2387384512" sldId="288"/>
        </pc:sldMkLst>
        <pc:spChg chg="mod">
          <ac:chgData name="Arseniy Buzyan (extern)" userId="S::arseniy.buzyan@edu.stockholm.se::f92a01cd-049f-4602-b292-09b82d2ea4e3" providerId="AD" clId="Web-{20597325-B0D3-4DE2-062B-3B4DF13B0120}" dt="2026-08-15T07:08:21.661" v="1546" actId="20577"/>
          <ac:spMkLst>
            <pc:docMk/>
            <pc:sldMk cId="2387384512" sldId="288"/>
            <ac:spMk id="2" creationId="{AED62DD4-ECBD-6698-474D-7429E535CE64}"/>
          </ac:spMkLst>
        </pc:spChg>
        <pc:spChg chg="add del mod">
          <ac:chgData name="Arseniy Buzyan (extern)" userId="S::arseniy.buzyan@edu.stockholm.se::f92a01cd-049f-4602-b292-09b82d2ea4e3" providerId="AD" clId="Web-{20597325-B0D3-4DE2-062B-3B4DF13B0120}" dt="2026-08-15T07:08:16.614" v="1541" actId="20577"/>
          <ac:spMkLst>
            <pc:docMk/>
            <pc:sldMk cId="2387384512" sldId="288"/>
            <ac:spMk id="3" creationId="{ED05E0D7-6FA7-CFE4-D812-316713376BB8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07:30.286" v="1527"/>
          <ac:spMkLst>
            <pc:docMk/>
            <pc:sldMk cId="2387384512" sldId="288"/>
            <ac:spMk id="8" creationId="{A9CB0874-88B8-43D3-B0B6-C32F790F790D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7:07:30.286" v="1527"/>
          <ac:grpSpMkLst>
            <pc:docMk/>
            <pc:sldMk cId="2387384512" sldId="288"/>
            <ac:grpSpMk id="10" creationId="{4BFD067A-52BE-40EE-B7CA-391830B9A265}"/>
          </ac:grpSpMkLst>
        </pc:grpChg>
        <pc:grpChg chg="add">
          <ac:chgData name="Arseniy Buzyan (extern)" userId="S::arseniy.buzyan@edu.stockholm.se::f92a01cd-049f-4602-b292-09b82d2ea4e3" providerId="AD" clId="Web-{20597325-B0D3-4DE2-062B-3B4DF13B0120}" dt="2026-08-15T07:07:30.286" v="1527"/>
          <ac:grpSpMkLst>
            <pc:docMk/>
            <pc:sldMk cId="2387384512" sldId="288"/>
            <ac:grpSpMk id="14" creationId="{C15B8CC4-8CCE-428F-AE7E-28D178984CEC}"/>
          </ac:grpSpMkLst>
        </pc:grpChg>
        <pc:graphicFrameChg chg="add del mod ord modGraphic">
          <ac:chgData name="Arseniy Buzyan (extern)" userId="S::arseniy.buzyan@edu.stockholm.se::f92a01cd-049f-4602-b292-09b82d2ea4e3" providerId="AD" clId="Web-{20597325-B0D3-4DE2-062B-3B4DF13B0120}" dt="2026-08-15T07:07:21.035" v="1524"/>
          <ac:graphicFrameMkLst>
            <pc:docMk/>
            <pc:sldMk cId="2387384512" sldId="288"/>
            <ac:graphicFrameMk id="5" creationId="{C5368C9E-5026-E265-4B53-03C4987A72AA}"/>
          </ac:graphicFrameMkLst>
        </pc:graphicFrameChg>
      </pc:sldChg>
      <pc:sldChg chg="addSp modSp new mod setBg setClrOvrMap">
        <pc:chgData name="Arseniy Buzyan (extern)" userId="S::arseniy.buzyan@edu.stockholm.se::f92a01cd-049f-4602-b292-09b82d2ea4e3" providerId="AD" clId="Web-{20597325-B0D3-4DE2-062B-3B4DF13B0120}" dt="2026-08-15T07:17:28.902" v="1571" actId="14100"/>
        <pc:sldMkLst>
          <pc:docMk/>
          <pc:sldMk cId="2939992191" sldId="289"/>
        </pc:sldMkLst>
        <pc:spChg chg="mod">
          <ac:chgData name="Arseniy Buzyan (extern)" userId="S::arseniy.buzyan@edu.stockholm.se::f92a01cd-049f-4602-b292-09b82d2ea4e3" providerId="AD" clId="Web-{20597325-B0D3-4DE2-062B-3B4DF13B0120}" dt="2026-08-15T07:17:23.824" v="1565" actId="20577"/>
          <ac:spMkLst>
            <pc:docMk/>
            <pc:sldMk cId="2939992191" sldId="289"/>
            <ac:spMk id="2" creationId="{2D9EC297-9117-B05B-62EE-ACD08A3FB592}"/>
          </ac:spMkLst>
        </pc:spChg>
        <pc:spChg chg="mod">
          <ac:chgData name="Arseniy Buzyan (extern)" userId="S::arseniy.buzyan@edu.stockholm.se::f92a01cd-049f-4602-b292-09b82d2ea4e3" providerId="AD" clId="Web-{20597325-B0D3-4DE2-062B-3B4DF13B0120}" dt="2026-08-15T07:17:28.902" v="1571" actId="14100"/>
          <ac:spMkLst>
            <pc:docMk/>
            <pc:sldMk cId="2939992191" sldId="289"/>
            <ac:spMk id="3" creationId="{7DE3ED49-3349-2499-1830-2DEDE9B4685F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7:17:11.402" v="1554"/>
          <ac:spMkLst>
            <pc:docMk/>
            <pc:sldMk cId="2939992191" sldId="289"/>
            <ac:spMk id="8" creationId="{A9CB0874-88B8-43D3-B0B6-C32F790F790D}"/>
          </ac:spMkLst>
        </pc:spChg>
        <pc:grpChg chg="add">
          <ac:chgData name="Arseniy Buzyan (extern)" userId="S::arseniy.buzyan@edu.stockholm.se::f92a01cd-049f-4602-b292-09b82d2ea4e3" providerId="AD" clId="Web-{20597325-B0D3-4DE2-062B-3B4DF13B0120}" dt="2026-08-15T07:17:11.402" v="1554"/>
          <ac:grpSpMkLst>
            <pc:docMk/>
            <pc:sldMk cId="2939992191" sldId="289"/>
            <ac:grpSpMk id="10" creationId="{4BFD067A-52BE-40EE-B7CA-391830B9A265}"/>
          </ac:grpSpMkLst>
        </pc:grpChg>
        <pc:grpChg chg="add">
          <ac:chgData name="Arseniy Buzyan (extern)" userId="S::arseniy.buzyan@edu.stockholm.se::f92a01cd-049f-4602-b292-09b82d2ea4e3" providerId="AD" clId="Web-{20597325-B0D3-4DE2-062B-3B4DF13B0120}" dt="2026-08-15T07:17:11.402" v="1554"/>
          <ac:grpSpMkLst>
            <pc:docMk/>
            <pc:sldMk cId="2939992191" sldId="289"/>
            <ac:grpSpMk id="14" creationId="{C15B8CC4-8CCE-428F-AE7E-28D178984CEC}"/>
          </ac:grpSpMkLst>
        </pc:grpChg>
      </pc:sldChg>
      <pc:sldChg chg="addSp delSp modSp new">
        <pc:chgData name="Arseniy Buzyan (extern)" userId="S::arseniy.buzyan@edu.stockholm.se::f92a01cd-049f-4602-b292-09b82d2ea4e3" providerId="AD" clId="Web-{20597325-B0D3-4DE2-062B-3B4DF13B0120}" dt="2026-08-15T08:22:15.643" v="1580" actId="1076"/>
        <pc:sldMkLst>
          <pc:docMk/>
          <pc:sldMk cId="1665220750" sldId="290"/>
        </pc:sldMkLst>
        <pc:spChg chg="del">
          <ac:chgData name="Arseniy Buzyan (extern)" userId="S::arseniy.buzyan@edu.stockholm.se::f92a01cd-049f-4602-b292-09b82d2ea4e3" providerId="AD" clId="Web-{20597325-B0D3-4DE2-062B-3B4DF13B0120}" dt="2026-08-15T08:21:42.753" v="1574"/>
          <ac:spMkLst>
            <pc:docMk/>
            <pc:sldMk cId="1665220750" sldId="290"/>
            <ac:spMk id="2" creationId="{EA975572-03F3-7F87-32EB-D10AFB42A16A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21:42.753" v="1573"/>
          <ac:spMkLst>
            <pc:docMk/>
            <pc:sldMk cId="1665220750" sldId="290"/>
            <ac:spMk id="3" creationId="{10EDFE7D-9E68-17F7-7971-721162B01E68}"/>
          </ac:spMkLst>
        </pc:spChg>
        <pc:picChg chg="add mod modCrop">
          <ac:chgData name="Arseniy Buzyan (extern)" userId="S::arseniy.buzyan@edu.stockholm.se::f92a01cd-049f-4602-b292-09b82d2ea4e3" providerId="AD" clId="Web-{20597325-B0D3-4DE2-062B-3B4DF13B0120}" dt="2026-08-15T08:22:15.643" v="1580" actId="1076"/>
          <ac:picMkLst>
            <pc:docMk/>
            <pc:sldMk cId="1665220750" sldId="290"/>
            <ac:picMk id="4" creationId="{CDF1A2E1-3106-D02D-2C64-BC750A024125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8:32:45.334" v="1632" actId="1076"/>
        <pc:sldMkLst>
          <pc:docMk/>
          <pc:sldMk cId="964442200" sldId="291"/>
        </pc:sldMkLst>
        <pc:spChg chg="del">
          <ac:chgData name="Arseniy Buzyan (extern)" userId="S::arseniy.buzyan@edu.stockholm.se::f92a01cd-049f-4602-b292-09b82d2ea4e3" providerId="AD" clId="Web-{20597325-B0D3-4DE2-062B-3B4DF13B0120}" dt="2026-08-15T08:32:08.209" v="1618"/>
          <ac:spMkLst>
            <pc:docMk/>
            <pc:sldMk cId="964442200" sldId="291"/>
            <ac:spMk id="2" creationId="{25B15212-247A-536A-D67E-FC250E5F34DE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32:08.209" v="1617"/>
          <ac:spMkLst>
            <pc:docMk/>
            <pc:sldMk cId="964442200" sldId="291"/>
            <ac:spMk id="3" creationId="{CF9315BC-49A7-3B4D-354D-A90458B7C71D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8:32:17.912" v="1621"/>
          <ac:spMkLst>
            <pc:docMk/>
            <pc:sldMk cId="964442200" sldId="291"/>
            <ac:spMk id="9" creationId="{42A4FC2C-047E-45A5-965D-8E1E3BF09BC6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8:32:21.787" v="1623"/>
          <ac:spMkLst>
            <pc:docMk/>
            <pc:sldMk cId="964442200" sldId="291"/>
            <ac:spMk id="14" creationId="{2215C6C6-E45C-4179-9FC1-E8A4C1D47430}"/>
          </ac:spMkLst>
        </pc:spChg>
        <pc:spChg chg="add del">
          <ac:chgData name="Arseniy Buzyan (extern)" userId="S::arseniy.buzyan@edu.stockholm.se::f92a01cd-049f-4602-b292-09b82d2ea4e3" providerId="AD" clId="Web-{20597325-B0D3-4DE2-062B-3B4DF13B0120}" dt="2026-08-15T08:32:21.787" v="1623"/>
          <ac:spMkLst>
            <pc:docMk/>
            <pc:sldMk cId="964442200" sldId="291"/>
            <ac:spMk id="15" creationId="{3776B14B-F2F4-4825-8DA8-8C7A0F2B3960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32:21.787" v="1624"/>
          <ac:spMkLst>
            <pc:docMk/>
            <pc:sldMk cId="964442200" sldId="291"/>
            <ac:spMk id="17" creationId="{42A4FC2C-047E-45A5-965D-8E1E3BF09BC6}"/>
          </ac:spMkLst>
        </pc:spChg>
        <pc:grpChg chg="add del">
          <ac:chgData name="Arseniy Buzyan (extern)" userId="S::arseniy.buzyan@edu.stockholm.se::f92a01cd-049f-4602-b292-09b82d2ea4e3" providerId="AD" clId="Web-{20597325-B0D3-4DE2-062B-3B4DF13B0120}" dt="2026-08-15T08:32:21.787" v="1623"/>
          <ac:grpSpMkLst>
            <pc:docMk/>
            <pc:sldMk cId="964442200" sldId="291"/>
            <ac:grpSpMk id="11" creationId="{5FE9FE4C-C9E0-4C54-8010-EA9D29CD4D59}"/>
          </ac:grpSpMkLst>
        </pc:grpChg>
        <pc:picChg chg="add mod modCrop">
          <ac:chgData name="Arseniy Buzyan (extern)" userId="S::arseniy.buzyan@edu.stockholm.se::f92a01cd-049f-4602-b292-09b82d2ea4e3" providerId="AD" clId="Web-{20597325-B0D3-4DE2-062B-3B4DF13B0120}" dt="2026-08-15T08:32:45.334" v="1632" actId="1076"/>
          <ac:picMkLst>
            <pc:docMk/>
            <pc:sldMk cId="964442200" sldId="291"/>
            <ac:picMk id="4" creationId="{C261F823-C7DE-F2EA-1BDA-78EF8641B70B}"/>
          </ac:picMkLst>
        </pc:picChg>
      </pc:sldChg>
      <pc:sldChg chg="addSp delSp modSp new">
        <pc:chgData name="Arseniy Buzyan (extern)" userId="S::arseniy.buzyan@edu.stockholm.se::f92a01cd-049f-4602-b292-09b82d2ea4e3" providerId="AD" clId="Web-{20597325-B0D3-4DE2-062B-3B4DF13B0120}" dt="2026-08-15T08:34:08.038" v="1641" actId="1076"/>
        <pc:sldMkLst>
          <pc:docMk/>
          <pc:sldMk cId="3158122412" sldId="292"/>
        </pc:sldMkLst>
        <pc:spChg chg="del">
          <ac:chgData name="Arseniy Buzyan (extern)" userId="S::arseniy.buzyan@edu.stockholm.se::f92a01cd-049f-4602-b292-09b82d2ea4e3" providerId="AD" clId="Web-{20597325-B0D3-4DE2-062B-3B4DF13B0120}" dt="2026-08-15T08:33:38.788" v="1635"/>
          <ac:spMkLst>
            <pc:docMk/>
            <pc:sldMk cId="3158122412" sldId="292"/>
            <ac:spMk id="2" creationId="{DB71E183-651B-BC18-14BF-3171571B262B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33:38.772" v="1634"/>
          <ac:spMkLst>
            <pc:docMk/>
            <pc:sldMk cId="3158122412" sldId="292"/>
            <ac:spMk id="3" creationId="{0B657AFE-9198-556E-1D38-E56F01562F57}"/>
          </ac:spMkLst>
        </pc:spChg>
        <pc:picChg chg="add mod modCrop">
          <ac:chgData name="Arseniy Buzyan (extern)" userId="S::arseniy.buzyan@edu.stockholm.se::f92a01cd-049f-4602-b292-09b82d2ea4e3" providerId="AD" clId="Web-{20597325-B0D3-4DE2-062B-3B4DF13B0120}" dt="2026-08-15T08:34:08.038" v="1641" actId="1076"/>
          <ac:picMkLst>
            <pc:docMk/>
            <pc:sldMk cId="3158122412" sldId="292"/>
            <ac:picMk id="4" creationId="{66417B45-522F-E89C-FB61-23D8B556A7C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8:35:35.601" v="1659" actId="1076"/>
        <pc:sldMkLst>
          <pc:docMk/>
          <pc:sldMk cId="116839244" sldId="293"/>
        </pc:sldMkLst>
        <pc:spChg chg="del">
          <ac:chgData name="Arseniy Buzyan (extern)" userId="S::arseniy.buzyan@edu.stockholm.se::f92a01cd-049f-4602-b292-09b82d2ea4e3" providerId="AD" clId="Web-{20597325-B0D3-4DE2-062B-3B4DF13B0120}" dt="2026-08-15T08:34:49.429" v="1644"/>
          <ac:spMkLst>
            <pc:docMk/>
            <pc:sldMk cId="116839244" sldId="293"/>
            <ac:spMk id="2" creationId="{554B14A4-2C1C-B3F2-8332-29D04382E605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34:49.429" v="1643"/>
          <ac:spMkLst>
            <pc:docMk/>
            <pc:sldMk cId="116839244" sldId="293"/>
            <ac:spMk id="3" creationId="{5D3FCD8D-A664-F48E-BBDA-81EBAC5ECDAC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34:54.148" v="1646"/>
          <ac:spMkLst>
            <pc:docMk/>
            <pc:sldMk cId="116839244" sldId="293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20597325-B0D3-4DE2-062B-3B4DF13B0120}" dt="2026-08-15T08:35:35.601" v="1659" actId="1076"/>
          <ac:picMkLst>
            <pc:docMk/>
            <pc:sldMk cId="116839244" sldId="293"/>
            <ac:picMk id="4" creationId="{8967BDCB-91B2-F36A-1E81-90E6AF71AC6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8:39:21.742" v="1678" actId="1076"/>
        <pc:sldMkLst>
          <pc:docMk/>
          <pc:sldMk cId="2593856680" sldId="294"/>
        </pc:sldMkLst>
        <pc:spChg chg="del">
          <ac:chgData name="Arseniy Buzyan (extern)" userId="S::arseniy.buzyan@edu.stockholm.se::f92a01cd-049f-4602-b292-09b82d2ea4e3" providerId="AD" clId="Web-{20597325-B0D3-4DE2-062B-3B4DF13B0120}" dt="2026-08-15T08:38:17.070" v="1662"/>
          <ac:spMkLst>
            <pc:docMk/>
            <pc:sldMk cId="2593856680" sldId="294"/>
            <ac:spMk id="2" creationId="{ADBDEDA1-C37D-3D41-7343-9015C8B51FA1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38:17.070" v="1661"/>
          <ac:spMkLst>
            <pc:docMk/>
            <pc:sldMk cId="2593856680" sldId="294"/>
            <ac:spMk id="3" creationId="{C7ACD5A7-361A-CECC-72E4-EB8BB587D7F8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38:31.304" v="1664"/>
          <ac:spMkLst>
            <pc:docMk/>
            <pc:sldMk cId="2593856680" sldId="294"/>
            <ac:spMk id="9" creationId="{ED55A19D-297C-4231-AD1F-08EF9B4AA8F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38:31.304" v="1664"/>
          <ac:spMkLst>
            <pc:docMk/>
            <pc:sldMk cId="2593856680" sldId="294"/>
            <ac:spMk id="11" creationId="{EBAB6C56-3D38-4923-996E-BD474BBB91E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38:31.304" v="1664"/>
          <ac:spMkLst>
            <pc:docMk/>
            <pc:sldMk cId="2593856680" sldId="294"/>
            <ac:spMk id="13" creationId="{20CD21DB-082D-417D-A5AB-FC838AF9D944}"/>
          </ac:spMkLst>
        </pc:spChg>
        <pc:picChg chg="add mod modCrop">
          <ac:chgData name="Arseniy Buzyan (extern)" userId="S::arseniy.buzyan@edu.stockholm.se::f92a01cd-049f-4602-b292-09b82d2ea4e3" providerId="AD" clId="Web-{20597325-B0D3-4DE2-062B-3B4DF13B0120}" dt="2026-08-15T08:39:21.742" v="1678" actId="1076"/>
          <ac:picMkLst>
            <pc:docMk/>
            <pc:sldMk cId="2593856680" sldId="294"/>
            <ac:picMk id="4" creationId="{BC6E69B0-43A3-70EF-99BA-894A219DBAB2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8:40:33.633" v="1691" actId="1076"/>
        <pc:sldMkLst>
          <pc:docMk/>
          <pc:sldMk cId="2761115112" sldId="295"/>
        </pc:sldMkLst>
        <pc:spChg chg="del">
          <ac:chgData name="Arseniy Buzyan (extern)" userId="S::arseniy.buzyan@edu.stockholm.se::f92a01cd-049f-4602-b292-09b82d2ea4e3" providerId="AD" clId="Web-{20597325-B0D3-4DE2-062B-3B4DF13B0120}" dt="2026-08-15T08:40:00.179" v="1681"/>
          <ac:spMkLst>
            <pc:docMk/>
            <pc:sldMk cId="2761115112" sldId="295"/>
            <ac:spMk id="2" creationId="{C7278FB4-CEE2-E88E-C160-33A906C367F1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40:00.179" v="1680"/>
          <ac:spMkLst>
            <pc:docMk/>
            <pc:sldMk cId="2761115112" sldId="295"/>
            <ac:spMk id="3" creationId="{D984F926-23E9-9ECA-9DF3-FEB1271C480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0:04.758" v="1683"/>
          <ac:spMkLst>
            <pc:docMk/>
            <pc:sldMk cId="2761115112" sldId="295"/>
            <ac:spMk id="9" creationId="{ED55A19D-297C-4231-AD1F-08EF9B4AA8F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0:04.758" v="1683"/>
          <ac:spMkLst>
            <pc:docMk/>
            <pc:sldMk cId="2761115112" sldId="295"/>
            <ac:spMk id="11" creationId="{EBAB6C56-3D38-4923-996E-BD474BBB91E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0:04.758" v="1683"/>
          <ac:spMkLst>
            <pc:docMk/>
            <pc:sldMk cId="2761115112" sldId="295"/>
            <ac:spMk id="13" creationId="{20CD21DB-082D-417D-A5AB-FC838AF9D944}"/>
          </ac:spMkLst>
        </pc:spChg>
        <pc:picChg chg="add mod modCrop">
          <ac:chgData name="Arseniy Buzyan (extern)" userId="S::arseniy.buzyan@edu.stockholm.se::f92a01cd-049f-4602-b292-09b82d2ea4e3" providerId="AD" clId="Web-{20597325-B0D3-4DE2-062B-3B4DF13B0120}" dt="2026-08-15T08:40:33.633" v="1691" actId="1076"/>
          <ac:picMkLst>
            <pc:docMk/>
            <pc:sldMk cId="2761115112" sldId="295"/>
            <ac:picMk id="4" creationId="{54FF0D2B-1FB3-50E2-F633-617CEBCDBE6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8:42:02.992" v="1710" actId="1076"/>
        <pc:sldMkLst>
          <pc:docMk/>
          <pc:sldMk cId="272614551" sldId="296"/>
        </pc:sldMkLst>
        <pc:spChg chg="del">
          <ac:chgData name="Arseniy Buzyan (extern)" userId="S::arseniy.buzyan@edu.stockholm.se::f92a01cd-049f-4602-b292-09b82d2ea4e3" providerId="AD" clId="Web-{20597325-B0D3-4DE2-062B-3B4DF13B0120}" dt="2026-08-15T08:41:38.226" v="1703"/>
          <ac:spMkLst>
            <pc:docMk/>
            <pc:sldMk cId="272614551" sldId="296"/>
            <ac:spMk id="2" creationId="{392307C6-62EE-E371-6078-1A6D7F297F75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41:38.226" v="1702"/>
          <ac:spMkLst>
            <pc:docMk/>
            <pc:sldMk cId="272614551" sldId="296"/>
            <ac:spMk id="3" creationId="{448B05A8-2C72-CC4E-3AA4-7813A5AADBCA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1:42.773" v="1705"/>
          <ac:spMkLst>
            <pc:docMk/>
            <pc:sldMk cId="272614551" sldId="296"/>
            <ac:spMk id="9" creationId="{ED55A19D-297C-4231-AD1F-08EF9B4AA8F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1:42.773" v="1705"/>
          <ac:spMkLst>
            <pc:docMk/>
            <pc:sldMk cId="272614551" sldId="296"/>
            <ac:spMk id="11" creationId="{EBAB6C56-3D38-4923-996E-BD474BBB91E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1:42.773" v="1705"/>
          <ac:spMkLst>
            <pc:docMk/>
            <pc:sldMk cId="272614551" sldId="296"/>
            <ac:spMk id="13" creationId="{20CD21DB-082D-417D-A5AB-FC838AF9D944}"/>
          </ac:spMkLst>
        </pc:spChg>
        <pc:picChg chg="add mod modCrop">
          <ac:chgData name="Arseniy Buzyan (extern)" userId="S::arseniy.buzyan@edu.stockholm.se::f92a01cd-049f-4602-b292-09b82d2ea4e3" providerId="AD" clId="Web-{20597325-B0D3-4DE2-062B-3B4DF13B0120}" dt="2026-08-15T08:42:02.992" v="1710" actId="1076"/>
          <ac:picMkLst>
            <pc:docMk/>
            <pc:sldMk cId="272614551" sldId="296"/>
            <ac:picMk id="4" creationId="{2EA7597E-02FF-2C57-9720-4A29A2461E9E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20597325-B0D3-4DE2-062B-3B4DF13B0120}" dt="2026-08-15T08:45:36.307" v="1733" actId="14100"/>
        <pc:sldMkLst>
          <pc:docMk/>
          <pc:sldMk cId="655242793" sldId="297"/>
        </pc:sldMkLst>
        <pc:spChg chg="del">
          <ac:chgData name="Arseniy Buzyan (extern)" userId="S::arseniy.buzyan@edu.stockholm.se::f92a01cd-049f-4602-b292-09b82d2ea4e3" providerId="AD" clId="Web-{20597325-B0D3-4DE2-062B-3B4DF13B0120}" dt="2026-08-15T08:44:37.306" v="1723"/>
          <ac:spMkLst>
            <pc:docMk/>
            <pc:sldMk cId="655242793" sldId="297"/>
            <ac:spMk id="2" creationId="{8A5581FA-560C-9F65-0EC2-3E3677AA5ADA}"/>
          </ac:spMkLst>
        </pc:spChg>
        <pc:spChg chg="del">
          <ac:chgData name="Arseniy Buzyan (extern)" userId="S::arseniy.buzyan@edu.stockholm.se::f92a01cd-049f-4602-b292-09b82d2ea4e3" providerId="AD" clId="Web-{20597325-B0D3-4DE2-062B-3B4DF13B0120}" dt="2026-08-15T08:44:37.306" v="1722"/>
          <ac:spMkLst>
            <pc:docMk/>
            <pc:sldMk cId="655242793" sldId="297"/>
            <ac:spMk id="3" creationId="{E2009B4D-7C15-B933-5A41-D712226CAA6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4:47.275" v="1725"/>
          <ac:spMkLst>
            <pc:docMk/>
            <pc:sldMk cId="655242793" sldId="297"/>
            <ac:spMk id="9" creationId="{ED55A19D-297C-4231-AD1F-08EF9B4AA8F4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4:47.275" v="1725"/>
          <ac:spMkLst>
            <pc:docMk/>
            <pc:sldMk cId="655242793" sldId="297"/>
            <ac:spMk id="11" creationId="{EBAB6C56-3D38-4923-996E-BD474BBB91E9}"/>
          </ac:spMkLst>
        </pc:spChg>
        <pc:spChg chg="add">
          <ac:chgData name="Arseniy Buzyan (extern)" userId="S::arseniy.buzyan@edu.stockholm.se::f92a01cd-049f-4602-b292-09b82d2ea4e3" providerId="AD" clId="Web-{20597325-B0D3-4DE2-062B-3B4DF13B0120}" dt="2026-08-15T08:44:47.275" v="1725"/>
          <ac:spMkLst>
            <pc:docMk/>
            <pc:sldMk cId="655242793" sldId="297"/>
            <ac:spMk id="13" creationId="{20CD21DB-082D-417D-A5AB-FC838AF9D944}"/>
          </ac:spMkLst>
        </pc:spChg>
        <pc:picChg chg="add mod modCrop">
          <ac:chgData name="Arseniy Buzyan (extern)" userId="S::arseniy.buzyan@edu.stockholm.se::f92a01cd-049f-4602-b292-09b82d2ea4e3" providerId="AD" clId="Web-{20597325-B0D3-4DE2-062B-3B4DF13B0120}" dt="2026-08-15T08:45:36.307" v="1733" actId="14100"/>
          <ac:picMkLst>
            <pc:docMk/>
            <pc:sldMk cId="655242793" sldId="297"/>
            <ac:picMk id="4" creationId="{5E9AF1B9-C66B-70D9-C2AF-41441287F84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3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08BA71-B4B7-4FFE-BFA0-BE7577FD60C7}" type="doc">
      <dgm:prSet loTypeId="urn:microsoft.com/office/officeart/2008/layout/LinedList" loCatId="list" qsTypeId="urn:microsoft.com/office/officeart/2005/8/quickstyle/simple2#3" qsCatId="simple" csTypeId="urn:microsoft.com/office/officeart/2005/8/colors/accent3_2#3" csCatId="accent3" phldr="1"/>
      <dgm:spPr/>
      <dgm:t>
        <a:bodyPr/>
        <a:lstStyle/>
        <a:p>
          <a:endParaRPr lang="en-US"/>
        </a:p>
      </dgm:t>
    </dgm:pt>
    <dgm:pt modelId="{8FC616C6-8C7D-4E87-A339-4ED95C454711}">
      <dgm:prSet/>
      <dgm:spPr/>
      <dgm:t>
        <a:bodyPr/>
        <a:lstStyle/>
        <a:p>
          <a:pPr>
            <a:defRPr cap="all"/>
          </a:pPr>
          <a:r>
            <a:rPr lang="en-US"/>
            <a:t>Ansible är ett öppen källkods-verktyg för att automatisera konfiguration, applikationsdistribution och molnprovisionering.</a:t>
          </a:r>
        </a:p>
      </dgm:t>
    </dgm:pt>
    <dgm:pt modelId="{615F2406-47C8-4363-A828-AED60EC4E68D}" type="parTrans" cxnId="{8F8AC5B1-15C4-4A50-971F-5D0938027C88}">
      <dgm:prSet/>
      <dgm:spPr/>
      <dgm:t>
        <a:bodyPr/>
        <a:lstStyle/>
        <a:p>
          <a:endParaRPr lang="en-US"/>
        </a:p>
      </dgm:t>
    </dgm:pt>
    <dgm:pt modelId="{CB532062-9B44-4924-BCD9-58EDF57559BB}" type="sibTrans" cxnId="{8F8AC5B1-15C4-4A50-971F-5D0938027C88}">
      <dgm:prSet/>
      <dgm:spPr/>
      <dgm:t>
        <a:bodyPr/>
        <a:lstStyle/>
        <a:p>
          <a:endParaRPr lang="en-US"/>
        </a:p>
      </dgm:t>
    </dgm:pt>
    <dgm:pt modelId="{AB45B224-BCB3-4F0A-A8C6-54795E1CCFBC}">
      <dgm:prSet/>
      <dgm:spPr/>
      <dgm:t>
        <a:bodyPr/>
        <a:lstStyle/>
        <a:p>
          <a:pPr>
            <a:defRPr cap="all"/>
          </a:pPr>
          <a:r>
            <a:rPr lang="en-US"/>
            <a:t>Ansible är som en "robot" som kan utföra samma uppgifter på tusentals servrar samtidigt – utan att du behöver installera något på servrarna i förväg. Robotens "recept" kallas playbooks och är skrivna i YAML-format, vilket är ett lättläst språk som liknar vanlig text .</a:t>
          </a:r>
        </a:p>
      </dgm:t>
    </dgm:pt>
    <dgm:pt modelId="{AF5981D4-8E4E-4661-A969-5FDDF35FC790}" type="parTrans" cxnId="{A9F7572B-6EC0-48E4-86ED-3BE4CB7A8343}">
      <dgm:prSet/>
      <dgm:spPr/>
      <dgm:t>
        <a:bodyPr/>
        <a:lstStyle/>
        <a:p>
          <a:endParaRPr lang="en-US"/>
        </a:p>
      </dgm:t>
    </dgm:pt>
    <dgm:pt modelId="{00FCFB05-080C-43CC-BDAF-FEC268116074}" type="sibTrans" cxnId="{A9F7572B-6EC0-48E4-86ED-3BE4CB7A8343}">
      <dgm:prSet/>
      <dgm:spPr/>
      <dgm:t>
        <a:bodyPr/>
        <a:lstStyle/>
        <a:p>
          <a:endParaRPr lang="en-US"/>
        </a:p>
      </dgm:t>
    </dgm:pt>
    <dgm:pt modelId="{10A08437-454E-4523-BB9E-3DD0E4BECD95}" type="pres">
      <dgm:prSet presAssocID="{5108BA71-B4B7-4FFE-BFA0-BE7577FD60C7}" presName="vert0" presStyleCnt="0">
        <dgm:presLayoutVars>
          <dgm:dir/>
          <dgm:animOne val="branch"/>
          <dgm:animLvl val="lvl"/>
        </dgm:presLayoutVars>
      </dgm:prSet>
      <dgm:spPr/>
    </dgm:pt>
    <dgm:pt modelId="{D38C783A-EB93-4E04-8A01-ECDB176ABD7A}" type="pres">
      <dgm:prSet presAssocID="{8FC616C6-8C7D-4E87-A339-4ED95C454711}" presName="thickLine" presStyleLbl="alignNode1" presStyleIdx="0" presStyleCnt="2"/>
      <dgm:spPr/>
    </dgm:pt>
    <dgm:pt modelId="{0A50FC79-07CC-4471-B47E-CD79981B6A1E}" type="pres">
      <dgm:prSet presAssocID="{8FC616C6-8C7D-4E87-A339-4ED95C454711}" presName="horz1" presStyleCnt="0"/>
      <dgm:spPr/>
    </dgm:pt>
    <dgm:pt modelId="{4C3DFD9E-9119-490F-BA97-647A301CF829}" type="pres">
      <dgm:prSet presAssocID="{8FC616C6-8C7D-4E87-A339-4ED95C454711}" presName="tx1" presStyleLbl="revTx" presStyleIdx="0" presStyleCnt="2"/>
      <dgm:spPr/>
    </dgm:pt>
    <dgm:pt modelId="{84CEDECD-C8AF-4B74-A035-3971364A08CD}" type="pres">
      <dgm:prSet presAssocID="{8FC616C6-8C7D-4E87-A339-4ED95C454711}" presName="vert1" presStyleCnt="0"/>
      <dgm:spPr/>
    </dgm:pt>
    <dgm:pt modelId="{C920BCD4-E173-4982-BF88-F7310B9C6A54}" type="pres">
      <dgm:prSet presAssocID="{AB45B224-BCB3-4F0A-A8C6-54795E1CCFBC}" presName="thickLine" presStyleLbl="alignNode1" presStyleIdx="1" presStyleCnt="2"/>
      <dgm:spPr/>
    </dgm:pt>
    <dgm:pt modelId="{8E257659-FF57-4772-95F1-0B2904A58AE6}" type="pres">
      <dgm:prSet presAssocID="{AB45B224-BCB3-4F0A-A8C6-54795E1CCFBC}" presName="horz1" presStyleCnt="0"/>
      <dgm:spPr/>
    </dgm:pt>
    <dgm:pt modelId="{A34653F3-EE3F-440E-8976-69DDEC280043}" type="pres">
      <dgm:prSet presAssocID="{AB45B224-BCB3-4F0A-A8C6-54795E1CCFBC}" presName="tx1" presStyleLbl="revTx" presStyleIdx="1" presStyleCnt="2"/>
      <dgm:spPr/>
    </dgm:pt>
    <dgm:pt modelId="{1BCD155D-537F-472B-905B-9FA0F584C850}" type="pres">
      <dgm:prSet presAssocID="{AB45B224-BCB3-4F0A-A8C6-54795E1CCFBC}" presName="vert1" presStyleCnt="0"/>
      <dgm:spPr/>
    </dgm:pt>
  </dgm:ptLst>
  <dgm:cxnLst>
    <dgm:cxn modelId="{A9F7572B-6EC0-48E4-86ED-3BE4CB7A8343}" srcId="{5108BA71-B4B7-4FFE-BFA0-BE7577FD60C7}" destId="{AB45B224-BCB3-4F0A-A8C6-54795E1CCFBC}" srcOrd="1" destOrd="0" parTransId="{AF5981D4-8E4E-4661-A969-5FDDF35FC790}" sibTransId="{00FCFB05-080C-43CC-BDAF-FEC268116074}"/>
    <dgm:cxn modelId="{3E2FBA3F-47F9-4C2E-93A2-08810329B32C}" type="presOf" srcId="{8FC616C6-8C7D-4E87-A339-4ED95C454711}" destId="{4C3DFD9E-9119-490F-BA97-647A301CF829}" srcOrd="0" destOrd="0" presId="urn:microsoft.com/office/officeart/2008/layout/LinedList"/>
    <dgm:cxn modelId="{6FADBB5A-0E84-4143-9148-587003D02573}" type="presOf" srcId="{5108BA71-B4B7-4FFE-BFA0-BE7577FD60C7}" destId="{10A08437-454E-4523-BB9E-3DD0E4BECD95}" srcOrd="0" destOrd="0" presId="urn:microsoft.com/office/officeart/2008/layout/LinedList"/>
    <dgm:cxn modelId="{8F8AC5B1-15C4-4A50-971F-5D0938027C88}" srcId="{5108BA71-B4B7-4FFE-BFA0-BE7577FD60C7}" destId="{8FC616C6-8C7D-4E87-A339-4ED95C454711}" srcOrd="0" destOrd="0" parTransId="{615F2406-47C8-4363-A828-AED60EC4E68D}" sibTransId="{CB532062-9B44-4924-BCD9-58EDF57559BB}"/>
    <dgm:cxn modelId="{E12D79D9-BEB3-4B16-90E7-F017070B8CF9}" type="presOf" srcId="{AB45B224-BCB3-4F0A-A8C6-54795E1CCFBC}" destId="{A34653F3-EE3F-440E-8976-69DDEC280043}" srcOrd="0" destOrd="0" presId="urn:microsoft.com/office/officeart/2008/layout/LinedList"/>
    <dgm:cxn modelId="{96661E27-2811-491E-9284-2BB19FE297B2}" type="presParOf" srcId="{10A08437-454E-4523-BB9E-3DD0E4BECD95}" destId="{D38C783A-EB93-4E04-8A01-ECDB176ABD7A}" srcOrd="0" destOrd="0" presId="urn:microsoft.com/office/officeart/2008/layout/LinedList"/>
    <dgm:cxn modelId="{8D533396-ABE9-470E-AC6D-CB9EF78C5DD3}" type="presParOf" srcId="{10A08437-454E-4523-BB9E-3DD0E4BECD95}" destId="{0A50FC79-07CC-4471-B47E-CD79981B6A1E}" srcOrd="1" destOrd="0" presId="urn:microsoft.com/office/officeart/2008/layout/LinedList"/>
    <dgm:cxn modelId="{2B490254-2F83-4448-8903-A9AAF00D9B20}" type="presParOf" srcId="{0A50FC79-07CC-4471-B47E-CD79981B6A1E}" destId="{4C3DFD9E-9119-490F-BA97-647A301CF829}" srcOrd="0" destOrd="0" presId="urn:microsoft.com/office/officeart/2008/layout/LinedList"/>
    <dgm:cxn modelId="{1BED6007-5282-46D7-B448-DC0442F37BD8}" type="presParOf" srcId="{0A50FC79-07CC-4471-B47E-CD79981B6A1E}" destId="{84CEDECD-C8AF-4B74-A035-3971364A08CD}" srcOrd="1" destOrd="0" presId="urn:microsoft.com/office/officeart/2008/layout/LinedList"/>
    <dgm:cxn modelId="{67D70973-2933-4E46-B160-11F2BA2BDA7A}" type="presParOf" srcId="{10A08437-454E-4523-BB9E-3DD0E4BECD95}" destId="{C920BCD4-E173-4982-BF88-F7310B9C6A54}" srcOrd="2" destOrd="0" presId="urn:microsoft.com/office/officeart/2008/layout/LinedList"/>
    <dgm:cxn modelId="{73415107-A1AE-41F3-9EFD-329A8B4913DF}" type="presParOf" srcId="{10A08437-454E-4523-BB9E-3DD0E4BECD95}" destId="{8E257659-FF57-4772-95F1-0B2904A58AE6}" srcOrd="3" destOrd="0" presId="urn:microsoft.com/office/officeart/2008/layout/LinedList"/>
    <dgm:cxn modelId="{33DA407A-24E8-434A-A13F-27DE2D05262E}" type="presParOf" srcId="{8E257659-FF57-4772-95F1-0B2904A58AE6}" destId="{A34653F3-EE3F-440E-8976-69DDEC280043}" srcOrd="0" destOrd="0" presId="urn:microsoft.com/office/officeart/2008/layout/LinedList"/>
    <dgm:cxn modelId="{B5248E65-301F-4BFF-B177-937B7898B98E}" type="presParOf" srcId="{8E257659-FF57-4772-95F1-0B2904A58AE6}" destId="{1BCD155D-537F-472B-905B-9FA0F584C8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C783A-EB93-4E04-8A01-ECDB176ABD7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C3DFD9E-9119-490F-BA97-647A301CF829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Ansible är ett öppen källkods-verktyg för att automatisera konfiguration, applikationsdistribution och molnprovisionering.</a:t>
          </a:r>
        </a:p>
      </dsp:txBody>
      <dsp:txXfrm>
        <a:off x="0" y="0"/>
        <a:ext cx="10515600" cy="2175669"/>
      </dsp:txXfrm>
    </dsp:sp>
    <dsp:sp modelId="{C920BCD4-E173-4982-BF88-F7310B9C6A5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4653F3-EE3F-440E-8976-69DDEC280043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/>
            <a:t>Ansible är som en "robot" som kan utföra samma uppgifter på tusentals servrar samtidigt – utan att du behöver installera något på servrarna i förväg. Robotens "recept" kallas playbooks och är skrivna i YAML-format, vilket är ett lättläst språk som liknar vanlig text .</a:t>
          </a:r>
        </a:p>
      </dsp:txBody>
      <dsp:txXfrm>
        <a:off x="0" y="2175669"/>
        <a:ext cx="10515600" cy="217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3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forms.gle/3hvJWBVeU3Bs265h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sv-SE" sz="6600">
                <a:solidFill>
                  <a:schemeClr val="bg1"/>
                </a:solidFill>
                <a:ea typeface="+mj-lt"/>
                <a:cs typeface="+mj-lt"/>
              </a:rPr>
              <a:t>9 Intro till Ansible</a:t>
            </a:r>
            <a:endParaRPr lang="sv-SE" sz="6600">
              <a:solidFill>
                <a:schemeClr val="bg1"/>
              </a:solidFill>
            </a:endParaRP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sv-SE" sz="3200">
                <a:solidFill>
                  <a:schemeClr val="bg1"/>
                </a:solidFill>
              </a:rPr>
              <a:t>Arseniy Buzyan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CDF1A2E1-3106-D02D-2C64-BC750A0241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1" t="6081" r="4310" b="3575"/>
          <a:stretch>
            <a:fillRect/>
          </a:stretch>
        </p:blipFill>
        <p:spPr>
          <a:xfrm>
            <a:off x="4137" y="77835"/>
            <a:ext cx="12188603" cy="669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2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174CC0-2D41-D21D-1EC1-F1F754D9E6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3EC1F10C-4BB3-5A76-0725-497CF5906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Vad är Ansible? – Automatisering för Alla</a:t>
            </a:r>
            <a:endParaRPr lang="sv-SE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7743151B-095A-4444-7305-A3642B34AD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346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0668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5B5ED32-873B-B500-CA90-90DB0AD3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3" y="669925"/>
            <a:ext cx="5793057" cy="1353785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Varför Ansible?</a:t>
            </a:r>
            <a:endParaRPr lang="sv-SE" sz="7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0BD938E5-392F-CFFE-8731-D3BF49F42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942965"/>
              </p:ext>
            </p:extLst>
          </p:nvPr>
        </p:nvGraphicFramePr>
        <p:xfrm>
          <a:off x="239888" y="2074333"/>
          <a:ext cx="11715001" cy="46043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26944">
                  <a:extLst>
                    <a:ext uri="{9D8B030D-6E8A-4147-A177-3AD203B41FA5}">
                      <a16:colId xmlns:a16="http://schemas.microsoft.com/office/drawing/2014/main" val="2567686093"/>
                    </a:ext>
                  </a:extLst>
                </a:gridCol>
                <a:gridCol w="6388057">
                  <a:extLst>
                    <a:ext uri="{9D8B030D-6E8A-4147-A177-3AD203B41FA5}">
                      <a16:colId xmlns:a16="http://schemas.microsoft.com/office/drawing/2014/main" val="1969561133"/>
                    </a:ext>
                  </a:extLst>
                </a:gridCol>
              </a:tblGrid>
              <a:tr h="115108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Problem</a:t>
                      </a:r>
                      <a:endParaRPr lang="sv-SE" sz="3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Lösning med Ansible</a:t>
                      </a:r>
                      <a:endParaRPr lang="sv-SE" sz="3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139346"/>
                  </a:ext>
                </a:extLst>
              </a:tr>
              <a:tr h="115108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Manuell konfiguration på 100 servrar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ett kommando – alla servrar uppdateras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288600"/>
                  </a:ext>
                </a:extLst>
              </a:tr>
              <a:tr h="115108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Svårt att återskapa en server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Samma playbook = samma resultat varje gång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913935"/>
                  </a:ext>
                </a:extLst>
              </a:tr>
              <a:tr h="115108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Inga dokumenterade processer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Playbooks är självdokumenterande kod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434676"/>
                  </a:ext>
                </a:extLst>
              </a:tr>
            </a:tbl>
          </a:graphicData>
        </a:graphic>
      </p:graphicFrame>
      <p:pic>
        <p:nvPicPr>
          <p:cNvPr id="3" name="Bildobjekt 2">
            <a:extLst>
              <a:ext uri="{FF2B5EF4-FFF2-40B4-BE49-F238E27FC236}">
                <a16:creationId xmlns:a16="http://schemas.microsoft.com/office/drawing/2014/main" id="{CF18ADB6-E011-E684-123D-173CDE4B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7" t="5692" r="3588" b="4762"/>
          <a:stretch>
            <a:fillRect/>
          </a:stretch>
        </p:blipFill>
        <p:spPr>
          <a:xfrm>
            <a:off x="0" y="75871"/>
            <a:ext cx="12192016" cy="67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0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8D12184-9A09-6961-6F5E-AF75167F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Varför Ansible är unikt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24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DAE2AD-F0E2-672B-0EC8-239DF0319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79" y="2384846"/>
            <a:ext cx="11523331" cy="41046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Agentlös – ingenting installeras på servrarna (använder SSH för Linux, WinRM för Windows) </a:t>
            </a:r>
            <a:endParaRPr lang="sv-SE" dirty="0">
              <a:solidFill>
                <a:schemeClr val="bg1"/>
              </a:solidFill>
            </a:endParaRPr>
          </a:p>
          <a:p>
            <a:endParaRPr lang="sv-SE" dirty="0">
              <a:solidFill>
                <a:schemeClr val="bg1"/>
              </a:solidFill>
            </a:endParaRPr>
          </a:p>
          <a:p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Enkelt – YAML istället för komplexa skriptspråk </a:t>
            </a:r>
            <a:endParaRPr lang="sv-SE" dirty="0">
              <a:solidFill>
                <a:schemeClr val="bg1"/>
              </a:solidFill>
            </a:endParaRPr>
          </a:p>
          <a:p>
            <a:endParaRPr lang="sv-SE" dirty="0">
              <a:solidFill>
                <a:schemeClr val="bg1"/>
              </a:solidFill>
            </a:endParaRPr>
          </a:p>
          <a:p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Idempotent – kör playbook flera gånger – inga negativa bieffekter 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CEA01B2-FD1B-4256-377F-E7B1D20A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" t="5215" r="16435" b="7246"/>
          <a:stretch>
            <a:fillRect/>
          </a:stretch>
        </p:blipFill>
        <p:spPr>
          <a:xfrm>
            <a:off x="126358" y="1010"/>
            <a:ext cx="11938654" cy="685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29891B6-9473-CA55-49AE-7C39F316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45" y="119592"/>
            <a:ext cx="5087501" cy="1904118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Från Verkligheten – Ansible i Svenska Företag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0EE6DDB-2280-8AEA-1CC1-8710C6336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79" y="2102624"/>
            <a:ext cx="11650331" cy="4922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Ansible används i stora svenska och internationella företag för att automatisera IT-drift.</a:t>
            </a:r>
            <a:endParaRPr lang="sv-SE" sz="24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3059C769-0CD8-D27A-79E9-BC2BF98FB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73050"/>
              </p:ext>
            </p:extLst>
          </p:nvPr>
        </p:nvGraphicFramePr>
        <p:xfrm>
          <a:off x="268111" y="2765778"/>
          <a:ext cx="11662072" cy="36634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69027">
                  <a:extLst>
                    <a:ext uri="{9D8B030D-6E8A-4147-A177-3AD203B41FA5}">
                      <a16:colId xmlns:a16="http://schemas.microsoft.com/office/drawing/2014/main" val="831274416"/>
                    </a:ext>
                  </a:extLst>
                </a:gridCol>
                <a:gridCol w="8293045">
                  <a:extLst>
                    <a:ext uri="{9D8B030D-6E8A-4147-A177-3AD203B41FA5}">
                      <a16:colId xmlns:a16="http://schemas.microsoft.com/office/drawing/2014/main" val="2153286626"/>
                    </a:ext>
                  </a:extLst>
                </a:gridCol>
              </a:tblGrid>
              <a:tr h="47219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Företag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Hur använder de Ansible?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790313"/>
                  </a:ext>
                </a:extLst>
              </a:tr>
              <a:tr h="123950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ABB (Globalt, svenskt företag)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Använder Red Hat Ansible Automation Platform för att automatisera IT-leverans. Sparar i snitt 57 timmar per månad per team. Ett användningsfall sparar 900 000 SEK över tre år.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11111"/>
                  </a:ext>
                </a:extLst>
              </a:tr>
              <a:tr h="98373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Skatteverket (Sverige)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Värd för Sweden Ansible User Group – använder Ansible för automatisering och experimenterar med AI-drivna playbooks.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40055"/>
                  </a:ext>
                </a:extLst>
              </a:tr>
              <a:tr h="72796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Volvo (Sverige)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Automatiserar driftsättning med Ansible och Terraform.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53476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C8098BD7-D943-B1A6-B840-BD29E75C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7" t="6934" r="4282" b="6625"/>
          <a:stretch>
            <a:fillRect/>
          </a:stretch>
        </p:blipFill>
        <p:spPr>
          <a:xfrm>
            <a:off x="0" y="104094"/>
            <a:ext cx="12192010" cy="665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01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6FF797C-2438-659D-0C50-788C88E2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54" y="1360481"/>
            <a:ext cx="460534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Ansible </a:t>
            </a:r>
            <a:r>
              <a:rPr lang="en-US" sz="4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Arkitektur</a:t>
            </a:r>
            <a:r>
              <a:rPr lang="en-US" sz="4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Tre </a:t>
            </a:r>
            <a:r>
              <a:rPr lang="en-US" sz="43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Huvudkomponenter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637214A-F4C3-8835-2E89-AF8060DA3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454" y="3840156"/>
            <a:ext cx="4605340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Ansible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har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enkel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arkitektur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med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tre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huvudkomponenter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38E1A93-C83E-F1BA-3584-D845CCEA2F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0734" y="1202578"/>
            <a:ext cx="5917401" cy="4452843"/>
          </a:xfrm>
          <a:prstGeom prst="rect">
            <a:avLst/>
          </a:prstGeom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8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1749A50-6141-0E81-AF13-A57C510E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33703"/>
            <a:ext cx="5214501" cy="1890007"/>
          </a:xfrm>
        </p:spPr>
        <p:txBody>
          <a:bodyPr anchor="b">
            <a:no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De tre huvudkomponenterna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CF0637A-1E5B-228B-F680-C1BA760A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68" y="2102624"/>
            <a:ext cx="11946665" cy="703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Enligt Ansible-dokumentationen: Kontrollnoden kan vara vilken dator som helst med Python installerat – men inte Windows utan WSL2 . Därför använder vi WSL2!</a:t>
            </a:r>
            <a:endParaRPr lang="sv-SE"/>
          </a:p>
          <a:p>
            <a:endParaRPr lang="sv-SE" sz="2000">
              <a:solidFill>
                <a:schemeClr val="bg1"/>
              </a:solidFill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C259290D-47FA-D0C7-A950-279F44A01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59028"/>
              </p:ext>
            </p:extLst>
          </p:nvPr>
        </p:nvGraphicFramePr>
        <p:xfrm>
          <a:off x="126999" y="2808110"/>
          <a:ext cx="11909384" cy="36875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16527">
                  <a:extLst>
                    <a:ext uri="{9D8B030D-6E8A-4147-A177-3AD203B41FA5}">
                      <a16:colId xmlns:a16="http://schemas.microsoft.com/office/drawing/2014/main" val="2489912427"/>
                    </a:ext>
                  </a:extLst>
                </a:gridCol>
                <a:gridCol w="5523062">
                  <a:extLst>
                    <a:ext uri="{9D8B030D-6E8A-4147-A177-3AD203B41FA5}">
                      <a16:colId xmlns:a16="http://schemas.microsoft.com/office/drawing/2014/main" val="734810227"/>
                    </a:ext>
                  </a:extLst>
                </a:gridCol>
                <a:gridCol w="3969795">
                  <a:extLst>
                    <a:ext uri="{9D8B030D-6E8A-4147-A177-3AD203B41FA5}">
                      <a16:colId xmlns:a16="http://schemas.microsoft.com/office/drawing/2014/main" val="2272952241"/>
                    </a:ext>
                  </a:extLst>
                </a:gridCol>
              </a:tblGrid>
              <a:tr h="48271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Komponent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626261"/>
                  </a:ext>
                </a:extLst>
              </a:tr>
              <a:tr h="7441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Kontrollnod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Datorn där Ansible är installerat – härifrån kör du kommandon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Din dator med WSL2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46419"/>
                  </a:ext>
                </a:extLst>
              </a:tr>
              <a:tr h="7441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Inventory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 fil som listar vilka servrar som ska hanteras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web1.example.com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43678"/>
                  </a:ext>
                </a:extLst>
              </a:tr>
              <a:tr h="7441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Moduler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Färdiga kodblock för specifika uppgifter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ping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apt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copy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service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305479"/>
                  </a:ext>
                </a:extLst>
              </a:tr>
              <a:tr h="7441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Playbooks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YAML-filer med instruktioner – Ansible "recept"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install_webserver.yml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671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118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EA7E81D-BD70-6304-FF3A-8640C4EEE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95" y="109631"/>
            <a:ext cx="5218651" cy="1885857"/>
          </a:xfrm>
        </p:spPr>
        <p:txBody>
          <a:bodyPr anchor="b">
            <a:normAutofit/>
          </a:bodyPr>
          <a:lstStyle/>
          <a:p>
            <a:pPr algn="r"/>
            <a:r>
              <a:rPr lang="sv-SE" sz="3600">
                <a:solidFill>
                  <a:schemeClr val="bg1"/>
                </a:solidFill>
                <a:ea typeface="+mj-lt"/>
                <a:cs typeface="+mj-lt"/>
              </a:rPr>
              <a:t>Ansible vs Andra Verktyg – Välj Rätt för Rätt Situation</a:t>
            </a:r>
            <a:endParaRPr lang="sv-SE" sz="36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07FE9AA-4654-E55A-17C9-D6D15CF24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02" y="2032899"/>
            <a:ext cx="11476018" cy="4557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Ansible, Terraform och PowerShell kompletterar varandra – de gör olika saker bäst.</a:t>
            </a:r>
            <a:endParaRPr lang="sv-SE">
              <a:solidFill>
                <a:schemeClr val="bg1"/>
              </a:solidFill>
            </a:endParaRPr>
          </a:p>
          <a:p>
            <a:endParaRPr lang="sv-SE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10FD35C8-107B-C039-CC72-D8811132B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939664"/>
              </p:ext>
            </p:extLst>
          </p:nvPr>
        </p:nvGraphicFramePr>
        <p:xfrm>
          <a:off x="194235" y="2898588"/>
          <a:ext cx="11793230" cy="36315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92132">
                  <a:extLst>
                    <a:ext uri="{9D8B030D-6E8A-4147-A177-3AD203B41FA5}">
                      <a16:colId xmlns:a16="http://schemas.microsoft.com/office/drawing/2014/main" val="746987455"/>
                    </a:ext>
                  </a:extLst>
                </a:gridCol>
                <a:gridCol w="4594411">
                  <a:extLst>
                    <a:ext uri="{9D8B030D-6E8A-4147-A177-3AD203B41FA5}">
                      <a16:colId xmlns:a16="http://schemas.microsoft.com/office/drawing/2014/main" val="104491748"/>
                    </a:ext>
                  </a:extLst>
                </a:gridCol>
                <a:gridCol w="4406687">
                  <a:extLst>
                    <a:ext uri="{9D8B030D-6E8A-4147-A177-3AD203B41FA5}">
                      <a16:colId xmlns:a16="http://schemas.microsoft.com/office/drawing/2014/main" val="2636362610"/>
                    </a:ext>
                  </a:extLst>
                </a:gridCol>
              </a:tblGrid>
              <a:tr h="6344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Verktyg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Huvudområde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Styrka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558088"/>
                  </a:ext>
                </a:extLst>
              </a:tr>
              <a:tr h="99012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Ansible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Konfiguration, applikationsdistribution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Agentlöst, idempotent, YAML-baserat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49007"/>
                  </a:ext>
                </a:extLst>
              </a:tr>
              <a:tr h="99012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Provisionering (skapa infrastruktur)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Skapar servrar, nätverk, lagring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676958"/>
                  </a:ext>
                </a:extLst>
              </a:tr>
              <a:tr h="99012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Windows-administration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Direkt åtkomst till alla Windows-funktioner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098647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F730B621-37B7-3B7B-5284-86F67C053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7" t="-374" b="5797"/>
          <a:stretch>
            <a:fillRect/>
          </a:stretch>
        </p:blipFill>
        <p:spPr>
          <a:xfrm>
            <a:off x="5478" y="85729"/>
            <a:ext cx="12186541" cy="664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3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F2061B9-07E3-2E9E-28DC-1A9D3C3B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Rekommendation från branschen</a:t>
            </a: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F7EA558-BA54-2D79-008B-B15BB0B57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79" y="2102624"/>
            <a:ext cx="11763221" cy="1042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Varför detta är viktigt: Använder du Ansible tillsammans med Terraform och PowerShell får du ett komplett automationsverktyg. Enligt en branschguide från Azure Local används Ansible främst för OS-konfiguration medan Terraform används för infrastruktur .</a:t>
            </a:r>
            <a:endParaRPr lang="sv-SE" sz="2000">
              <a:solidFill>
                <a:schemeClr val="bg1"/>
              </a:solidFill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3EAF07C4-0542-B22B-B6FD-E4B4FE08B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40927"/>
              </p:ext>
            </p:extLst>
          </p:nvPr>
        </p:nvGraphicFramePr>
        <p:xfrm>
          <a:off x="268111" y="3217333"/>
          <a:ext cx="11626780" cy="34036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13390">
                  <a:extLst>
                    <a:ext uri="{9D8B030D-6E8A-4147-A177-3AD203B41FA5}">
                      <a16:colId xmlns:a16="http://schemas.microsoft.com/office/drawing/2014/main" val="2963992308"/>
                    </a:ext>
                  </a:extLst>
                </a:gridCol>
                <a:gridCol w="5813390">
                  <a:extLst>
                    <a:ext uri="{9D8B030D-6E8A-4147-A177-3AD203B41FA5}">
                      <a16:colId xmlns:a16="http://schemas.microsoft.com/office/drawing/2014/main" val="1462119672"/>
                    </a:ext>
                  </a:extLst>
                </a:gridCol>
              </a:tblGrid>
              <a:tr h="85090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Situation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Rekommendation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880644"/>
                  </a:ext>
                </a:extLst>
              </a:tr>
              <a:tr h="85090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Du har mest Windows-servrar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Börja med PowerShell + DSC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61637"/>
                  </a:ext>
                </a:extLst>
              </a:tr>
              <a:tr h="85090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Du har blandade miljöer (Windows + Linux)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 Ansible som gemensam plattform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400641"/>
                  </a:ext>
                </a:extLst>
              </a:tr>
              <a:tr h="85090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Du skapar servrar i molnet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 Terraform för provisionering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8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124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261F823-C7DE-F2EA-1BDA-78EF8641B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0" r="1933" b="6086"/>
          <a:stretch>
            <a:fillRect/>
          </a:stretch>
        </p:blipFill>
        <p:spPr>
          <a:xfrm>
            <a:off x="2461" y="73541"/>
            <a:ext cx="12180058" cy="67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4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AAACDC0-036D-D9A5-F0CA-4EF65EFDC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Ansible-koncept – Ordlista för Nybörjare</a:t>
            </a:r>
            <a:endParaRPr lang="sv-SE" sz="7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B05D699-24C1-268D-0BE0-7DA3E1C9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616" y="566137"/>
            <a:ext cx="5568686" cy="57902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>
                <a:solidFill>
                  <a:schemeClr val="bg1"/>
                </a:solidFill>
                <a:ea typeface="+mn-lt"/>
                <a:cs typeface="+mn-lt"/>
              </a:rPr>
              <a:t>Tänk: En playbook är som en inköpslista med instruktioner – och Ansible utför alla uppgifter i listan i ordning.</a:t>
            </a:r>
            <a:endParaRPr lang="sv-SE" sz="32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57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66417B45-522F-E89C-FB61-23D8B556A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4" t="7555" r="4282" b="8281"/>
          <a:stretch>
            <a:fillRect/>
          </a:stretch>
        </p:blipFill>
        <p:spPr>
          <a:xfrm>
            <a:off x="0" y="287538"/>
            <a:ext cx="12192013" cy="62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22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39BB7CF-D1AD-7864-2B3B-A731F0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756" y="260703"/>
            <a:ext cx="11536279" cy="845785"/>
          </a:xfrm>
        </p:spPr>
        <p:txBody>
          <a:bodyPr anchor="b">
            <a:normAutofit/>
          </a:bodyPr>
          <a:lstStyle/>
          <a:p>
            <a:pPr algn="ctr"/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Här är de viktigaste Ansible-begreppen förklaras enkelt</a:t>
            </a:r>
            <a:endParaRPr lang="sv-SE" sz="4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31A58ED9-FFF9-1A7E-AE63-29BDA8665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744978"/>
              </p:ext>
            </p:extLst>
          </p:nvPr>
        </p:nvGraphicFramePr>
        <p:xfrm>
          <a:off x="197555" y="1363797"/>
          <a:ext cx="11785859" cy="48382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6716">
                  <a:extLst>
                    <a:ext uri="{9D8B030D-6E8A-4147-A177-3AD203B41FA5}">
                      <a16:colId xmlns:a16="http://schemas.microsoft.com/office/drawing/2014/main" val="3136231268"/>
                    </a:ext>
                  </a:extLst>
                </a:gridCol>
                <a:gridCol w="3838734">
                  <a:extLst>
                    <a:ext uri="{9D8B030D-6E8A-4147-A177-3AD203B41FA5}">
                      <a16:colId xmlns:a16="http://schemas.microsoft.com/office/drawing/2014/main" val="4164034013"/>
                    </a:ext>
                  </a:extLst>
                </a:gridCol>
                <a:gridCol w="4730409">
                  <a:extLst>
                    <a:ext uri="{9D8B030D-6E8A-4147-A177-3AD203B41FA5}">
                      <a16:colId xmlns:a16="http://schemas.microsoft.com/office/drawing/2014/main" val="3535002763"/>
                    </a:ext>
                  </a:extLst>
                </a:gridCol>
              </a:tblGrid>
              <a:tr h="46575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Begrepp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Enkel förklaring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220878"/>
                  </a:ext>
                </a:extLst>
              </a:tr>
              <a:tr h="71804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Kontrollnod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Din dator där Ansible är installerat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Din WSL2-miljö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135536"/>
                  </a:ext>
                </a:extLst>
              </a:tr>
              <a:tr h="46575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Managed node (värd)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 server som Ansible hanterar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web01.example.com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335430"/>
                  </a:ext>
                </a:extLst>
              </a:tr>
              <a:tr h="71804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Inventory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Lista över servrar som ska hanteras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[webservers] web01.example.com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058625"/>
                  </a:ext>
                </a:extLst>
              </a:tr>
              <a:tr h="46575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Modul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Färdig kod för en specifik uppgift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ping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apt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service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copy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489086"/>
                  </a:ext>
                </a:extLst>
              </a:tr>
              <a:tr h="46575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Uppgift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 enskild åtgärd i en playbook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- name: Installera nginx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987244"/>
                  </a:ext>
                </a:extLst>
              </a:tr>
              <a:tr h="46575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Playbook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 YAML-fil med flera uppgifter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install_webserver.yml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62817"/>
                  </a:ext>
                </a:extLst>
              </a:tr>
              <a:tr h="71804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Handler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Körs bara om den blir notifierad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om nginx efter konfigurationsändring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838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317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AAA7AD5-FE6D-3577-81C6-AD0D2A9D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283" y="424910"/>
            <a:ext cx="9843573" cy="27121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Installera</a:t>
            </a:r>
            <a:r>
              <a:rPr lang="en-US" sz="8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Ansible </a:t>
            </a:r>
            <a:r>
              <a:rPr lang="en-US" sz="8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8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WSL2 – Steg-för-Steg</a:t>
            </a:r>
            <a:endParaRPr lang="en-US" sz="8000" kern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849D0B7-B45C-069C-87EE-89693F944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283" y="3438339"/>
            <a:ext cx="9603682" cy="27091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Ansible </a:t>
            </a:r>
            <a:r>
              <a:rPr lang="en-US" sz="4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fungerar</a:t>
            </a: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inte</a:t>
            </a: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direkt</a:t>
            </a: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Windows – WSL2 </a:t>
            </a:r>
            <a:r>
              <a:rPr lang="en-US" sz="4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är</a:t>
            </a: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den </a:t>
            </a:r>
            <a:r>
              <a:rPr lang="en-US" sz="4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rekommenderade</a:t>
            </a: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plattformen</a:t>
            </a: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  <a:endParaRPr lang="en-US" sz="4000" kern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29284" y="3209925"/>
            <a:ext cx="1026271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231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E243614-FDF1-ED87-F45A-7BC667591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5600">
                <a:solidFill>
                  <a:schemeClr val="bg1"/>
                </a:solidFill>
                <a:ea typeface="+mj-lt"/>
                <a:cs typeface="+mj-lt"/>
              </a:rPr>
              <a:t>Steg 1 – Installera WSL2 </a:t>
            </a:r>
            <a:br>
              <a:rPr lang="sv-SE" sz="560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sv-SE" sz="5600">
                <a:solidFill>
                  <a:schemeClr val="bg1"/>
                </a:solidFill>
                <a:ea typeface="+mj-lt"/>
                <a:cs typeface="+mj-lt"/>
              </a:rPr>
              <a:t>(PowerShell som Admin)</a:t>
            </a:r>
            <a:endParaRPr lang="sv-SE" sz="56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5F68E90-29FE-5F5D-1B15-0BD862A85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445" y="120284"/>
            <a:ext cx="6617567" cy="64064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wsl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--install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wsl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--install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-d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Ubuntu-24.04</a:t>
            </a:r>
            <a:endParaRPr lang="sv-SE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6878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D0FB473-76AD-FF83-27C4-45B2772A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13" y="698147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Installera Ansible (inuti WSL2)</a:t>
            </a:r>
            <a:endParaRPr lang="sv-SE" sz="7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BFC3A90-77F2-0A2F-5AAA-6AB1E1A44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81" y="259154"/>
            <a:ext cx="7017604" cy="63573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sudo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apt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update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&amp;&amp;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sudo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apt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upgrade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-y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sudo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apt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install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-y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ansible</a:t>
            </a:r>
            <a:endParaRPr lang="sv-SE" sz="2400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42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C6E69B0-43A3-70EF-99BA-894A219DBA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4" t="19239" r="4041" b="7611"/>
          <a:stretch>
            <a:fillRect/>
          </a:stretch>
        </p:blipFill>
        <p:spPr>
          <a:xfrm>
            <a:off x="1129" y="858719"/>
            <a:ext cx="12194918" cy="5297701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93856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478625C-92BE-41EB-A3CC-2787D8DE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sv-SE" sz="6100">
                <a:solidFill>
                  <a:schemeClr val="bg1"/>
                </a:solidFill>
                <a:ea typeface="+mj-lt"/>
                <a:cs typeface="+mj-lt"/>
              </a:rPr>
              <a:t>Steg 3 – Verifiera installationen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70AAEDB-8BD8-E894-4BE4-DF979BC1B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092" y="245043"/>
            <a:ext cx="6297938" cy="63009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36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4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ansible </a:t>
            </a:r>
            <a:r>
              <a:rPr lang="sv-SE" sz="4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--version</a:t>
            </a:r>
            <a:endParaRPr lang="sv-SE" sz="4000">
              <a:solidFill>
                <a:srgbClr val="4078F2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95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92FB57-C4BE-57C4-2079-8BA06E0C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Steg 4 – Testa att Ansible fungerar</a:t>
            </a:r>
            <a:endParaRPr lang="sv-SE" sz="7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E6FF1E8-089F-F03C-2923-8576DEEB6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092" y="245043"/>
            <a:ext cx="6495493" cy="64985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3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ansible localhost </a:t>
            </a: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-m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ping</a:t>
            </a:r>
            <a:endParaRPr lang="sv-SE" sz="3200">
              <a:solidFill>
                <a:srgbClr val="4078F2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5B48AA6-8AB5-0F02-476F-34A974ECD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Förväntat resultat: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6962BE9-C10B-6AEA-8056-07325ACE9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256" y="259984"/>
            <a:ext cx="6571859" cy="63524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Krav: Python 3.12-3.14 på kontrollnoden och Python 3.9-3.14 på managed nodes.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text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localhost | SUCCESS =&gt; {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"changed": false,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"ping": "pong"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8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76C4801-1EBF-503D-D96B-3D9508CF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94" y="669925"/>
            <a:ext cx="4613508" cy="4812755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Din Första Inventory</a:t>
            </a:r>
            <a:endParaRPr lang="sv-SE" sz="7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D2CD41F-5A1B-BCE9-5B98-8142EA441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7825" y="118043"/>
            <a:ext cx="6850760" cy="662550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2000">
                <a:solidFill>
                  <a:schemeClr val="bg1"/>
                </a:solidFill>
                <a:ea typeface="+mn-lt"/>
                <a:cs typeface="+mn-lt"/>
              </a:rPr>
              <a:t>Inventory = en fil som talar om för Ansible vilka servrar som ska hanteras.</a:t>
            </a:r>
            <a:endParaRPr lang="sv-SE"/>
          </a:p>
          <a:p>
            <a:r>
              <a:rPr lang="sv-SE" sz="20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Skapa </a:t>
            </a:r>
            <a:r>
              <a:rPr lang="sv-SE" sz="20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inventory.ini</a:t>
            </a:r>
            <a:r>
              <a:rPr lang="sv-SE" sz="20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: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ini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# inventory.ini – Enkel inventory-fil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[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webservers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]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web01.example.com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web02.example.com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192.168.1.10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[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databases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]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db01.example.com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[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windows_servers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]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win01.example.com ansible_connection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winrm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[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all:vars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]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ansible_user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deploy</a:t>
            </a:r>
            <a:endParaRPr lang="sv-SE" sz="2000">
              <a:solidFill>
                <a:srgbClr val="50A14F"/>
              </a:solidFill>
              <a:highlight>
                <a:srgbClr val="F9FAFB"/>
              </a:highlight>
              <a:ea typeface="+mn-lt"/>
              <a:cs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20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4FF0D2B-1FB3-50E2-F633-617CEBCDB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0" t="21371" r="2389" b="7460"/>
          <a:stretch>
            <a:fillRect/>
          </a:stretch>
        </p:blipFill>
        <p:spPr>
          <a:xfrm>
            <a:off x="-451" y="1009918"/>
            <a:ext cx="12195865" cy="499783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6111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0D02613-2990-9959-69A6-435910DC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Viktiga delar</a:t>
            </a:r>
            <a:endParaRPr lang="sv-S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707E1FA7-61C5-6984-7627-F3EEC711E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461125"/>
              </p:ext>
            </p:extLst>
          </p:nvPr>
        </p:nvGraphicFramePr>
        <p:xfrm>
          <a:off x="359433" y="2314754"/>
          <a:ext cx="11468112" cy="41050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45416">
                  <a:extLst>
                    <a:ext uri="{9D8B030D-6E8A-4147-A177-3AD203B41FA5}">
                      <a16:colId xmlns:a16="http://schemas.microsoft.com/office/drawing/2014/main" val="1865464800"/>
                    </a:ext>
                  </a:extLst>
                </a:gridCol>
                <a:gridCol w="4497916">
                  <a:extLst>
                    <a:ext uri="{9D8B030D-6E8A-4147-A177-3AD203B41FA5}">
                      <a16:colId xmlns:a16="http://schemas.microsoft.com/office/drawing/2014/main" val="87125070"/>
                    </a:ext>
                  </a:extLst>
                </a:gridCol>
                <a:gridCol w="3424780">
                  <a:extLst>
                    <a:ext uri="{9D8B030D-6E8A-4147-A177-3AD203B41FA5}">
                      <a16:colId xmlns:a16="http://schemas.microsoft.com/office/drawing/2014/main" val="1597213527"/>
                    </a:ext>
                  </a:extLst>
                </a:gridCol>
              </a:tblGrid>
              <a:tr h="9011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Del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Förklaring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629375"/>
                  </a:ext>
                </a:extLst>
              </a:tr>
              <a:tr h="9011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[gruppnamn]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Gruppera servrar efter roll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[webservers]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453958"/>
                  </a:ext>
                </a:extLst>
              </a:tr>
              <a:tr h="9011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ansible_connection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Anger hur Ansible ska ansluta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local</a:t>
                      </a:r>
                      <a:r>
                        <a:rPr lang="sv-SE" sz="3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ssh</a:t>
                      </a:r>
                      <a:r>
                        <a:rPr lang="sv-SE" sz="3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winrm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9667"/>
                  </a:ext>
                </a:extLst>
              </a:tr>
              <a:tr h="140172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[all:vars]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Gemensamma variabler för alla servrar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ansible_user=deploy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089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17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7C49B5D-8E70-454E-1FE2-B60A8EC5A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015862" cy="4840977"/>
          </a:xfrm>
        </p:spPr>
        <p:txBody>
          <a:bodyPr anchor="b">
            <a:normAutofit/>
          </a:bodyPr>
          <a:lstStyle/>
          <a:p>
            <a:pPr algn="r"/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Testa inventory</a:t>
            </a:r>
            <a:endParaRPr lang="sv-SE" sz="72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EC2EC23-C939-545D-F02A-D52BFAB4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4223" y="130494"/>
            <a:ext cx="6859892" cy="64669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Enligt Linux Server Admin Wiki: För Windows-värdar behöver du lägga till ansible_connection=winrm och installera pywinrm.</a:t>
            </a:r>
            <a:endParaRPr lang="sv-SE" sz="2400">
              <a:solidFill>
                <a:schemeClr val="bg1"/>
              </a:solidFill>
            </a:endParaRPr>
          </a:p>
          <a:p>
            <a:endParaRPr lang="sv-SE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bash</a:t>
            </a:r>
            <a:endParaRPr lang="sv-SE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 all -i inventory.ini -m ping</a:t>
            </a:r>
            <a:endParaRPr lang="sv-SE" sz="24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71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C7C71A3-8AB9-371C-0F54-E47EF9A16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4" y="119592"/>
            <a:ext cx="11649166" cy="1833563"/>
          </a:xfrm>
        </p:spPr>
        <p:txBody>
          <a:bodyPr anchor="b">
            <a:noAutofit/>
          </a:bodyPr>
          <a:lstStyle/>
          <a:p>
            <a:r>
              <a:rPr lang="sv-SE" sz="6000">
                <a:solidFill>
                  <a:schemeClr val="bg1"/>
                </a:solidFill>
                <a:ea typeface="+mj-lt"/>
                <a:cs typeface="+mj-lt"/>
              </a:rPr>
              <a:t>Ad-hoc-kommandon – Kör Enkla Kommandon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5E42EB3-DF01-86AB-A81D-0A7103CA4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67" y="2398957"/>
            <a:ext cx="11664443" cy="4161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200">
                <a:solidFill>
                  <a:schemeClr val="bg1"/>
                </a:solidFill>
                <a:ea typeface="+mn-lt"/>
                <a:cs typeface="+mn-lt"/>
              </a:rPr>
              <a:t>Ad-hoc-kommandon = Kör ett enskilt kommando på servrar utan playbook.</a:t>
            </a:r>
            <a:endParaRPr lang="sv-SE"/>
          </a:p>
          <a:p>
            <a:r>
              <a:rPr lang="sv-SE" sz="3200">
                <a:solidFill>
                  <a:schemeClr val="bg1"/>
                </a:solidFill>
                <a:ea typeface="+mn-lt"/>
                <a:cs typeface="+mn-lt"/>
              </a:rPr>
              <a:t>Grundläggande syntax:</a:t>
            </a:r>
          </a:p>
          <a:p>
            <a:r>
              <a:rPr lang="sv-SE" sz="3200">
                <a:solidFill>
                  <a:schemeClr val="bg1"/>
                </a:solidFill>
                <a:ea typeface="+mn-lt"/>
                <a:cs typeface="+mn-lt"/>
              </a:rPr>
              <a:t>bash</a:t>
            </a:r>
          </a:p>
          <a:p>
            <a:r>
              <a:rPr lang="sv-SE" sz="32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ansible &lt;värdgrupp&gt; -m &lt;modul&gt; -a &lt;argument&gt;</a:t>
            </a:r>
            <a:endParaRPr lang="sv-SE" sz="32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94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E7AC6B7-8D45-AA36-7CBA-6644FEC0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sv-SE" sz="8000">
                <a:solidFill>
                  <a:schemeClr val="bg1"/>
                </a:solidFill>
                <a:ea typeface="+mj-lt"/>
                <a:cs typeface="+mj-lt"/>
              </a:rPr>
              <a:t>Exempel </a:t>
            </a:r>
            <a:endParaRPr lang="sv-SE" sz="8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70721A62-44EC-5534-796C-9338D6619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951181"/>
              </p:ext>
            </p:extLst>
          </p:nvPr>
        </p:nvGraphicFramePr>
        <p:xfrm>
          <a:off x="261470" y="2256117"/>
          <a:ext cx="11621356" cy="43364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68084">
                  <a:extLst>
                    <a:ext uri="{9D8B030D-6E8A-4147-A177-3AD203B41FA5}">
                      <a16:colId xmlns:a16="http://schemas.microsoft.com/office/drawing/2014/main" val="2506316152"/>
                    </a:ext>
                  </a:extLst>
                </a:gridCol>
                <a:gridCol w="6753272">
                  <a:extLst>
                    <a:ext uri="{9D8B030D-6E8A-4147-A177-3AD203B41FA5}">
                      <a16:colId xmlns:a16="http://schemas.microsoft.com/office/drawing/2014/main" val="853802375"/>
                    </a:ext>
                  </a:extLst>
                </a:gridCol>
              </a:tblGrid>
              <a:tr h="83435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Kommando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det?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925410"/>
                  </a:ext>
                </a:extLst>
              </a:tr>
              <a:tr h="83435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ansible all -m ping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Testar anslutning till alla servrar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889890"/>
                  </a:ext>
                </a:extLst>
              </a:tr>
              <a:tr h="83435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ansible webservers -m shell -a "uptime"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 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uptime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på alla webbservrar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32844"/>
                  </a:ext>
                </a:extLst>
              </a:tr>
              <a:tr h="83435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ansible webservers -m apt -a "name=nginx state=present"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Installerar nginx på alla webbservrar (Debian/Ubuntu)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69984"/>
                  </a:ext>
                </a:extLst>
              </a:tr>
              <a:tr h="83435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ansible windows -m win_ping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Testar anslutning till Windows-servrar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612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991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2232458-17E7-BEEF-517B-B685E9E04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143874"/>
            <a:ext cx="10537607" cy="1394019"/>
          </a:xfrm>
        </p:spPr>
        <p:txBody>
          <a:bodyPr anchor="t">
            <a:noAutofit/>
          </a:bodyPr>
          <a:lstStyle/>
          <a:p>
            <a:r>
              <a:rPr lang="sv-SE" sz="5400">
                <a:solidFill>
                  <a:schemeClr val="bg1"/>
                </a:solidFill>
                <a:ea typeface="+mj-lt"/>
                <a:cs typeface="+mj-lt"/>
              </a:rPr>
              <a:t>När använder man ad-hoc-kommandon?</a:t>
            </a:r>
            <a:endParaRPr lang="sv-SE" sz="54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2AB73-4ABF-30F9-111A-940765C3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10784004" cy="4326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600">
                <a:ea typeface="+mn-lt"/>
                <a:cs typeface="+mn-lt"/>
              </a:rPr>
              <a:t>Vid snabba kontroller (t.ex. pinga servrar)</a:t>
            </a:r>
            <a:endParaRPr lang="sv-SE" sz="3600"/>
          </a:p>
          <a:p>
            <a:r>
              <a:rPr lang="sv-SE" sz="3600">
                <a:ea typeface="+mn-lt"/>
                <a:cs typeface="+mn-lt"/>
              </a:rPr>
              <a:t>Vid engångsåtgärder (t.ex. installera ett paket snabbt)</a:t>
            </a:r>
          </a:p>
          <a:p>
            <a:r>
              <a:rPr lang="sv-SE" sz="3600">
                <a:ea typeface="+mn-lt"/>
                <a:cs typeface="+mn-lt"/>
              </a:rPr>
              <a:t>Enligt en kursbeskrivning: Ad-hoc-kommandon är bra för enkla uppgifter, men playbooks är bättre när du vill återanvända och dokumentera dina automationer.</a:t>
            </a:r>
            <a:endParaRPr lang="sv-SE" sz="3600"/>
          </a:p>
        </p:txBody>
      </p:sp>
    </p:spTree>
    <p:extLst>
      <p:ext uri="{BB962C8B-B14F-4D97-AF65-F5344CB8AC3E}">
        <p14:creationId xmlns:p14="http://schemas.microsoft.com/office/powerpoint/2010/main" val="1920602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967BDCB-91B2-F36A-1E81-90E6AF71AC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1" r="4808" b="11531"/>
          <a:stretch>
            <a:fillRect/>
          </a:stretch>
        </p:blipFill>
        <p:spPr>
          <a:xfrm>
            <a:off x="22" y="85949"/>
            <a:ext cx="12187784" cy="667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9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CEC038C-9106-86F1-F22F-E3F37823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7400">
                <a:solidFill>
                  <a:schemeClr val="bg1"/>
                </a:solidFill>
                <a:ea typeface="+mj-lt"/>
                <a:cs typeface="+mj-lt"/>
              </a:rPr>
              <a:t>Din Första Playbook</a:t>
            </a:r>
            <a:endParaRPr lang="sv-SE" sz="74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8D03252-217B-C0DC-C3DD-C17EE757C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0511" y="233173"/>
            <a:ext cx="7244265" cy="636408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En playbook är en YAML-fil med instruktioner – Ansible "recept".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Skapa </a:t>
            </a:r>
            <a:r>
              <a:rPr lang="sv-SE" sz="24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first_playbook.yml</a:t>
            </a: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: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yaml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---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Min första playbook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hosts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localhost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tasks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Skapa en fil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ansible.builtin.copy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"Hej från Ansible!"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dest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/tmp/hello.txt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Visa meddelande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ansible.builtin.debug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msg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"Filen skapades!"</a:t>
            </a:r>
            <a:endParaRPr lang="sv-SE" sz="2400">
              <a:solidFill>
                <a:srgbClr val="50A1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78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EA7597E-02FF-2C57-9720-4A29A246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2" t="21343" r="2139" b="8393"/>
          <a:stretch>
            <a:fillRect/>
          </a:stretch>
        </p:blipFill>
        <p:spPr>
          <a:xfrm>
            <a:off x="-5079" y="981696"/>
            <a:ext cx="12195834" cy="504076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2614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BEFBD58E-206C-07E7-2764-2B55742F7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Kör playbook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436D019-2B62-42F1-82A9-1F52BF543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0722" y="690639"/>
            <a:ext cx="7546578" cy="55364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bash</a:t>
            </a:r>
            <a:endParaRPr lang="sv-SE" sz="2400">
              <a:solidFill>
                <a:srgbClr val="FFFFFF">
                  <a:alpha val="80000"/>
                </a:srgbClr>
              </a:solidFill>
            </a:endParaRPr>
          </a:p>
          <a:p>
            <a:pPr marL="0" indent="0">
              <a:buNone/>
            </a:pPr>
            <a:r>
              <a:rPr lang="sv-SE" sz="2400">
                <a:solidFill>
                  <a:schemeClr val="tx1">
                    <a:alpha val="80000"/>
                  </a:schemeClr>
                </a:solidFill>
                <a:latin typeface="Consolas"/>
              </a:rPr>
              <a:t>ansible-playbook -i inventory.ini first_playbook.yml</a:t>
            </a:r>
            <a:endParaRPr lang="sv-SE" sz="2400">
              <a:solidFill>
                <a:srgbClr val="FFFFFF">
                  <a:alpha val="80000"/>
                </a:srgbClr>
              </a:solidFill>
            </a:endParaRPr>
          </a:p>
          <a:p>
            <a:endParaRPr lang="sv-SE" sz="2400">
              <a:solidFill>
                <a:schemeClr val="tx1">
                  <a:alpha val="80000"/>
                </a:schemeClr>
              </a:solidFill>
              <a:latin typeface="Consolas"/>
            </a:endParaRPr>
          </a:p>
          <a:p>
            <a:endParaRPr lang="sv-SE" sz="2400" b="1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</a:endParaRPr>
          </a:p>
          <a:p>
            <a:endParaRPr lang="sv-SE" sz="2400">
              <a:solidFill>
                <a:schemeClr val="tx1">
                  <a:alpha val="80000"/>
                </a:schemeClr>
              </a:solidFill>
              <a:latin typeface="Consolas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3129283-7EDE-697E-01DA-D46E00834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35" t="53485" r="6684" b="7023"/>
          <a:stretch>
            <a:fillRect/>
          </a:stretch>
        </p:blipFill>
        <p:spPr>
          <a:xfrm>
            <a:off x="0" y="3869510"/>
            <a:ext cx="12181467" cy="298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29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9BEB2A44-A6F6-B12E-A1F6-A82F9F446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Vad händer i output? 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04A8D55-E799-7132-A7F5-79CC3C045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134" y="1156494"/>
            <a:ext cx="7663320" cy="5466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Tänk: Playbooks är idempotenta – kör du samma playbook två gånger gör den inga ändringar andra gången.</a:t>
            </a:r>
            <a:endParaRPr lang="sv-SE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Vad händer i output? </a:t>
            </a:r>
            <a:endParaRPr lang="sv-SE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4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ok=3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betyder att tre uppgifter kördes utan ändringar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4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changed=0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betyder att inga ändringar gjordes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4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failed=0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betyder att inga fel inträffade</a:t>
            </a:r>
          </a:p>
        </p:txBody>
      </p:sp>
    </p:spTree>
    <p:extLst>
      <p:ext uri="{BB962C8B-B14F-4D97-AF65-F5344CB8AC3E}">
        <p14:creationId xmlns:p14="http://schemas.microsoft.com/office/powerpoint/2010/main" val="1799827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937D434-4873-6139-52F6-7C616A26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17" y="1354819"/>
            <a:ext cx="10361531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Workshop – Din </a:t>
            </a:r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Första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Ansible-Playbook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698657C-AB4F-97D8-D54E-9AB652752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4414180"/>
            <a:ext cx="7006691" cy="8845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Mål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: Skapa och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köra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din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första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Ansible-playbook.</a:t>
            </a:r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1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9198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A4DB5F21-D9C8-11BA-2704-87C6D1A92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Steg 1 – Skapa inventory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14DE487-C157-95CB-E84C-5A5D1FCE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019" y="2376814"/>
            <a:ext cx="7586968" cy="2094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32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ini</a:t>
            </a:r>
            <a:endParaRPr lang="sv-SE" sz="32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inventory.ini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local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localhost ansible_connection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local</a:t>
            </a:r>
            <a:endParaRPr lang="sv-SE">
              <a:solidFill>
                <a:srgbClr val="50A14F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18526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D5FDEA86-7502-1DAF-0B08-BFA49D81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Steg 2 – Skapa hello.yml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C02ADEA-6B8F-1205-8EF8-EB8372346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9068" y="437468"/>
            <a:ext cx="7382226" cy="642209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yaml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---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Hello Ansible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hosts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localhost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tasks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Skapa en fil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ansible.builtin.copy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"Hej från Ansible!"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dest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/tmp/ansible_hello.txt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Visa meddelande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ansible.builtin.debug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msg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"Filen skapades i /tmp/ansible_hello.txt"</a:t>
            </a:r>
            <a:endParaRPr lang="sv-SE">
              <a:solidFill>
                <a:srgbClr val="50A14F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20760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39A9F141-591C-6DDD-00AA-95716B30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Steg 3 – Kör playbook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A0F32A5-D30E-C3BF-705B-09ED27903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402" y="1919134"/>
            <a:ext cx="7593892" cy="4587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ansible-playbook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-i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inventory.ini hello.yml</a:t>
            </a:r>
            <a:endParaRPr lang="sv-SE" sz="2400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8121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E1C7059C-5500-F138-113C-2A0D3E76E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Steg 4 – Verifiera resultat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5D632ED-F668-2EA3-F251-C05421E4A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1513" y="1622802"/>
            <a:ext cx="7438670" cy="40514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cat</a:t>
            </a:r>
            <a:r>
              <a:rPr lang="sv-SE" sz="3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/tmp/ansible_hello.txt</a:t>
            </a:r>
          </a:p>
          <a:p>
            <a:pPr marL="0" indent="0">
              <a:buNone/>
            </a:pPr>
            <a:r>
              <a:rPr lang="sv-SE" sz="32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Diskussionsfråga: Vad händer om du kör ansible-playbook -i inventory.ini hello.yml en gång till? </a:t>
            </a:r>
            <a:endParaRPr lang="sv-SE" sz="3200">
              <a:solidFill>
                <a:srgbClr val="0F1115"/>
              </a:solidFill>
              <a:highlight>
                <a:srgbClr val="F9FAFB"/>
              </a:highlight>
            </a:endParaRPr>
          </a:p>
          <a:p>
            <a:pPr marL="0" indent="0">
              <a:buNone/>
            </a:pPr>
            <a:endParaRPr lang="sv-SE" sz="3200" dirty="0">
              <a:solidFill>
                <a:srgbClr val="0F1115"/>
              </a:solidFill>
              <a:highlight>
                <a:srgbClr val="F9FAFB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5778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E9AF1B9-C66B-70D9-C2AF-41441287F8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8" t="7059" r="1963" b="5882"/>
          <a:stretch>
            <a:fillRect/>
          </a:stretch>
        </p:blipFill>
        <p:spPr>
          <a:xfrm>
            <a:off x="1244" y="266292"/>
            <a:ext cx="12197274" cy="6342801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552427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AED62DD4-ECBD-6698-474D-7429E535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1040400"/>
            <a:ext cx="7866060" cy="707886"/>
          </a:xfrm>
        </p:spPr>
        <p:txBody>
          <a:bodyPr anchor="b">
            <a:noAutofit/>
          </a:bodyPr>
          <a:lstStyle/>
          <a:p>
            <a:r>
              <a:rPr lang="sv-SE" sz="6600">
                <a:ea typeface="+mj-lt"/>
                <a:cs typeface="+mj-lt"/>
              </a:rPr>
              <a:t>Sammanfattning</a:t>
            </a:r>
            <a:endParaRPr lang="sv-SE" sz="6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D05E0D7-6FA7-CFE4-D812-316713376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359" y="2971942"/>
            <a:ext cx="11125727" cy="364352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Vad Ansible är</a:t>
            </a:r>
            <a:r>
              <a:rPr lang="sv-SE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Agentlöst automationsverktyg för konfiguration, applikationsdistribution och provisionering </a:t>
            </a:r>
            <a:endParaRPr lang="sv-SE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Varför Ansible</a:t>
            </a:r>
            <a:r>
              <a:rPr lang="sv-SE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Enkelt (YAML), idempotent, agentlöst – och används i svenska företag som ABB, Volvo och Skatteverket </a:t>
            </a:r>
            <a:endParaRPr lang="sv-SE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Arkitektur</a:t>
            </a:r>
            <a:r>
              <a:rPr lang="sv-SE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Kontrollnod, Inventory, Moduler, Playbooks </a:t>
            </a:r>
            <a:endParaRPr lang="sv-SE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Installation i WSL2</a:t>
            </a:r>
            <a:r>
              <a:rPr lang="sv-SE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sudo apt install ansible – Ansible fungerar inte direkt i Windows utan WSL2 </a:t>
            </a:r>
            <a:endParaRPr lang="sv-SE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Ad-hoc-kommandon</a:t>
            </a:r>
            <a:r>
              <a:rPr lang="sv-SE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Enstaka kommandon på servrar – ansible webservers -m ping </a:t>
            </a:r>
            <a:endParaRPr lang="sv-SE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Playbooks</a:t>
            </a:r>
            <a:r>
              <a:rPr lang="sv-SE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YAML-filer med instruktioner – idempotenta och återanvändbara </a:t>
            </a:r>
            <a:endParaRPr lang="sv-SE" sz="20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384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2D9EC297-9117-B05B-62EE-ACD08A3F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1040400"/>
            <a:ext cx="7866060" cy="707886"/>
          </a:xfrm>
        </p:spPr>
        <p:txBody>
          <a:bodyPr anchor="b">
            <a:noAutofit/>
          </a:bodyPr>
          <a:lstStyle/>
          <a:p>
            <a:r>
              <a:rPr lang="sv-SE" sz="8800" dirty="0">
                <a:hlinkClick r:id="rId2"/>
              </a:rPr>
              <a:t>Quiz</a:t>
            </a:r>
            <a:endParaRPr lang="sv-SE" sz="8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E3ED49-3349-2499-1830-2DEDE9B46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03" y="3070719"/>
            <a:ext cx="11153949" cy="34741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44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https://forms.gle/3hvJWBVeU3Bs265h7</a:t>
            </a:r>
            <a:endParaRPr lang="sv-SE" sz="4400">
              <a:solidFill>
                <a:schemeClr val="tx1">
                  <a:alpha val="80000"/>
                </a:schemeClr>
              </a:solidFill>
            </a:endParaRPr>
          </a:p>
          <a:p>
            <a:endParaRPr lang="sv-SE" sz="24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9992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41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41</vt:i4>
      </vt:variant>
    </vt:vector>
  </HeadingPairs>
  <TitlesOfParts>
    <vt:vector size="42" baseType="lpstr">
      <vt:lpstr>Office-tema</vt:lpstr>
      <vt:lpstr>9 Intro till Ansible</vt:lpstr>
      <vt:lpstr>PowerPoint-presentation</vt:lpstr>
      <vt:lpstr>Vad är Ansible? – Automatisering för Alla</vt:lpstr>
      <vt:lpstr>Varför Ansible?</vt:lpstr>
      <vt:lpstr>Varför Ansible är unikt</vt:lpstr>
      <vt:lpstr>Från Verkligheten – Ansible i Svenska Företag</vt:lpstr>
      <vt:lpstr>Ansible Arkitektur – Tre Huvudkomponenter</vt:lpstr>
      <vt:lpstr>De tre huvudkomponenterna</vt:lpstr>
      <vt:lpstr>Ansible vs Andra Verktyg – Välj Rätt för Rätt Situation</vt:lpstr>
      <vt:lpstr>Rekommendation från branschen</vt:lpstr>
      <vt:lpstr>PowerPoint-presentation</vt:lpstr>
      <vt:lpstr>Ansible-koncept – Ordlista för Nybörjare</vt:lpstr>
      <vt:lpstr>PowerPoint-presentation</vt:lpstr>
      <vt:lpstr>Här är de viktigaste Ansible-begreppen förklaras enkelt</vt:lpstr>
      <vt:lpstr>Installera Ansible i WSL2 – Steg-för-Steg</vt:lpstr>
      <vt:lpstr>Steg 1 – Installera WSL2  (PowerShell som Admin)</vt:lpstr>
      <vt:lpstr>Installera Ansible (inuti WSL2)</vt:lpstr>
      <vt:lpstr>PowerPoint-presentation</vt:lpstr>
      <vt:lpstr>Steg 3 – Verifiera installationen</vt:lpstr>
      <vt:lpstr>Steg 4 – Testa att Ansible fungerar</vt:lpstr>
      <vt:lpstr>Förväntat resultat:</vt:lpstr>
      <vt:lpstr>Din Första Inventory</vt:lpstr>
      <vt:lpstr>PowerPoint-presentation</vt:lpstr>
      <vt:lpstr>Viktiga delar</vt:lpstr>
      <vt:lpstr>Testa inventory</vt:lpstr>
      <vt:lpstr>Ad-hoc-kommandon – Kör Enkla Kommandon</vt:lpstr>
      <vt:lpstr>Exempel </vt:lpstr>
      <vt:lpstr>När använder man ad-hoc-kommandon?</vt:lpstr>
      <vt:lpstr>PowerPoint-presentation</vt:lpstr>
      <vt:lpstr>Din Första Playbook</vt:lpstr>
      <vt:lpstr>PowerPoint-presentation</vt:lpstr>
      <vt:lpstr>Kör playbook</vt:lpstr>
      <vt:lpstr>Vad händer i output? </vt:lpstr>
      <vt:lpstr>Workshop – Din Första Ansible-Playbook</vt:lpstr>
      <vt:lpstr>Steg 1 – Skapa inventory</vt:lpstr>
      <vt:lpstr>Steg 2 – Skapa hello.yml</vt:lpstr>
      <vt:lpstr>Steg 3 – Kör playbook</vt:lpstr>
      <vt:lpstr>Steg 4 – Verifiera resultat</vt:lpstr>
      <vt:lpstr>PowerPoint-presentation</vt:lpstr>
      <vt:lpstr>Sammanfattning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412</cp:revision>
  <dcterms:created xsi:type="dcterms:W3CDTF">2026-08-15T06:23:34Z</dcterms:created>
  <dcterms:modified xsi:type="dcterms:W3CDTF">2026-08-15T08:46:22Z</dcterms:modified>
</cp:coreProperties>
</file>