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9" r:id="rId3"/>
    <p:sldId id="257" r:id="rId4"/>
    <p:sldId id="258" r:id="rId5"/>
    <p:sldId id="290" r:id="rId6"/>
    <p:sldId id="259" r:id="rId7"/>
    <p:sldId id="261" r:id="rId8"/>
    <p:sldId id="262" r:id="rId9"/>
    <p:sldId id="291" r:id="rId10"/>
    <p:sldId id="265" r:id="rId11"/>
    <p:sldId id="266" r:id="rId12"/>
    <p:sldId id="267" r:id="rId13"/>
    <p:sldId id="292" r:id="rId14"/>
    <p:sldId id="268" r:id="rId15"/>
    <p:sldId id="270" r:id="rId16"/>
    <p:sldId id="269" r:id="rId17"/>
    <p:sldId id="293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97" r:id="rId31"/>
    <p:sldId id="283" r:id="rId32"/>
    <p:sldId id="284" r:id="rId33"/>
    <p:sldId id="285" r:id="rId34"/>
    <p:sldId id="296" r:id="rId35"/>
    <p:sldId id="295" r:id="rId36"/>
    <p:sldId id="286" r:id="rId37"/>
    <p:sldId id="294" r:id="rId38"/>
    <p:sldId id="287" r:id="rId39"/>
    <p:sldId id="288" r:id="rId40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FC9074-BD1C-3753-609D-86CD43078736}" v="2625" dt="2026-08-08T10:03:10.3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90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seniy Buzyan (extern)" userId="S::arseniy.buzyan@edu.stockholm.se::f92a01cd-049f-4602-b292-09b82d2ea4e3" providerId="AD" clId="Web-{B9FC9074-BD1C-3753-609D-86CD43078736}"/>
    <pc:docChg chg="addSld delSld modSld sldOrd">
      <pc:chgData name="Arseniy Buzyan (extern)" userId="S::arseniy.buzyan@edu.stockholm.se::f92a01cd-049f-4602-b292-09b82d2ea4e3" providerId="AD" clId="Web-{B9FC9074-BD1C-3753-609D-86CD43078736}" dt="2026-08-08T10:03:10.329" v="2719" actId="1076"/>
      <pc:docMkLst>
        <pc:docMk/>
      </pc:docMkLst>
      <pc:sldChg chg="addSp delSp modSp mod setBg">
        <pc:chgData name="Arseniy Buzyan (extern)" userId="S::arseniy.buzyan@edu.stockholm.se::f92a01cd-049f-4602-b292-09b82d2ea4e3" providerId="AD" clId="Web-{B9FC9074-BD1C-3753-609D-86CD43078736}" dt="2026-08-08T06:12:12.771" v="3"/>
        <pc:sldMkLst>
          <pc:docMk/>
          <pc:sldMk cId="3194377694" sldId="256"/>
        </pc:sldMkLst>
        <pc:spChg chg="mod">
          <ac:chgData name="Arseniy Buzyan (extern)" userId="S::arseniy.buzyan@edu.stockholm.se::f92a01cd-049f-4602-b292-09b82d2ea4e3" providerId="AD" clId="Web-{B9FC9074-BD1C-3753-609D-86CD43078736}" dt="2026-08-08T06:12:12.771" v="3"/>
          <ac:spMkLst>
            <pc:docMk/>
            <pc:sldMk cId="3194377694" sldId="256"/>
            <ac:spMk id="2" creationId="{00000000-0000-0000-0000-000000000000}"/>
          </ac:spMkLst>
        </pc:spChg>
        <pc:spChg chg="mod">
          <ac:chgData name="Arseniy Buzyan (extern)" userId="S::arseniy.buzyan@edu.stockholm.se::f92a01cd-049f-4602-b292-09b82d2ea4e3" providerId="AD" clId="Web-{B9FC9074-BD1C-3753-609D-86CD43078736}" dt="2026-08-08T06:12:12.771" v="3"/>
          <ac:spMkLst>
            <pc:docMk/>
            <pc:sldMk cId="3194377694" sldId="256"/>
            <ac:spMk id="3" creationId="{00000000-0000-0000-0000-000000000000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6:12:12.771" v="3"/>
          <ac:spMkLst>
            <pc:docMk/>
            <pc:sldMk cId="3194377694" sldId="256"/>
            <ac:spMk id="10" creationId="{65219498-D544-41AC-98FE-8F956EF66A62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6:12:12.771" v="3"/>
          <ac:spMkLst>
            <pc:docMk/>
            <pc:sldMk cId="3194377694" sldId="256"/>
            <ac:spMk id="12" creationId="{F500DBFC-17A9-4E0A-AEE2-A49F9AEEF0FD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6:12:12.771" v="3"/>
          <ac:spMkLst>
            <pc:docMk/>
            <pc:sldMk cId="3194377694" sldId="256"/>
            <ac:spMk id="23" creationId="{0DBF1ABE-8590-450D-BB49-BDDCCF3EEA9E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6:12:12.771" v="3"/>
          <ac:spMkLst>
            <pc:docMk/>
            <pc:sldMk cId="3194377694" sldId="256"/>
            <ac:spMk id="25" creationId="{F2F014E7-B612-4079-894D-4697468C5BE9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6:12:12.771" v="3"/>
          <ac:spMkLst>
            <pc:docMk/>
            <pc:sldMk cId="3194377694" sldId="256"/>
            <ac:spMk id="27" creationId="{5BEB0D00-4F7A-41D8-B15E-B42145EA9315}"/>
          </ac:spMkLst>
        </pc:spChg>
        <pc:grpChg chg="add del">
          <ac:chgData name="Arseniy Buzyan (extern)" userId="S::arseniy.buzyan@edu.stockholm.se::f92a01cd-049f-4602-b292-09b82d2ea4e3" providerId="AD" clId="Web-{B9FC9074-BD1C-3753-609D-86CD43078736}" dt="2026-08-08T06:12:12.771" v="3"/>
          <ac:grpSpMkLst>
            <pc:docMk/>
            <pc:sldMk cId="3194377694" sldId="256"/>
            <ac:grpSpMk id="14" creationId="{D74613BB-817C-4C4F-8A24-4936F2F064C0}"/>
          </ac:grpSpMkLst>
        </pc:grpChg>
        <pc:picChg chg="add mod">
          <ac:chgData name="Arseniy Buzyan (extern)" userId="S::arseniy.buzyan@edu.stockholm.se::f92a01cd-049f-4602-b292-09b82d2ea4e3" providerId="AD" clId="Web-{B9FC9074-BD1C-3753-609D-86CD43078736}" dt="2026-08-08T06:12:12.771" v="3"/>
          <ac:picMkLst>
            <pc:docMk/>
            <pc:sldMk cId="3194377694" sldId="256"/>
            <ac:picMk id="7" creationId="{048B5F67-E31C-C1FA-B722-99BC87391CA4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B9FC9074-BD1C-3753-609D-86CD43078736}" dt="2026-08-08T06:14:29.316" v="67" actId="20577"/>
        <pc:sldMkLst>
          <pc:docMk/>
          <pc:sldMk cId="3306964770" sldId="257"/>
        </pc:sldMkLst>
        <pc:spChg chg="mod">
          <ac:chgData name="Arseniy Buzyan (extern)" userId="S::arseniy.buzyan@edu.stockholm.se::f92a01cd-049f-4602-b292-09b82d2ea4e3" providerId="AD" clId="Web-{B9FC9074-BD1C-3753-609D-86CD43078736}" dt="2026-08-08T06:13:34.520" v="17"/>
          <ac:spMkLst>
            <pc:docMk/>
            <pc:sldMk cId="3306964770" sldId="257"/>
            <ac:spMk id="2" creationId="{EEB76845-6BDE-18D2-0B8C-911277F26903}"/>
          </ac:spMkLst>
        </pc:spChg>
        <pc:spChg chg="add del mod">
          <ac:chgData name="Arseniy Buzyan (extern)" userId="S::arseniy.buzyan@edu.stockholm.se::f92a01cd-049f-4602-b292-09b82d2ea4e3" providerId="AD" clId="Web-{B9FC9074-BD1C-3753-609D-86CD43078736}" dt="2026-08-08T06:13:34.520" v="17"/>
          <ac:spMkLst>
            <pc:docMk/>
            <pc:sldMk cId="3306964770" sldId="257"/>
            <ac:spMk id="3" creationId="{6DBE303D-320E-B830-8E4F-EA8A4B3DC79B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6:13:32.161" v="14"/>
          <ac:spMkLst>
            <pc:docMk/>
            <pc:sldMk cId="3306964770" sldId="257"/>
            <ac:spMk id="8" creationId="{84697CDA-BDB7-4883-B48B-1D4EDB2F0E93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6:13:19.473" v="12"/>
          <ac:spMkLst>
            <pc:docMk/>
            <pc:sldMk cId="3306964770" sldId="257"/>
            <ac:spMk id="9" creationId="{2659FDB4-FCBE-4A89-B46D-43D4FA54464D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6:13:32.161" v="14"/>
          <ac:spMkLst>
            <pc:docMk/>
            <pc:sldMk cId="3306964770" sldId="257"/>
            <ac:spMk id="10" creationId="{0DC0EC46-2230-4728-856D-F3531112101A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6:13:32.161" v="14"/>
          <ac:spMkLst>
            <pc:docMk/>
            <pc:sldMk cId="3306964770" sldId="257"/>
            <ac:spMk id="12" creationId="{16A12243-4887-4E89-8347-1146AE5D14FC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6:13:32.161" v="14"/>
          <ac:spMkLst>
            <pc:docMk/>
            <pc:sldMk cId="3306964770" sldId="257"/>
            <ac:spMk id="13" creationId="{6DBE303D-320E-B830-8E4F-EA8A4B3DC79B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6:13:34.442" v="16"/>
          <ac:spMkLst>
            <pc:docMk/>
            <pc:sldMk cId="3306964770" sldId="257"/>
            <ac:spMk id="19" creationId="{EDDBB197-D710-4A4F-A9CA-FD2177498BE8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6:13:34.442" v="16"/>
          <ac:spMkLst>
            <pc:docMk/>
            <pc:sldMk cId="3306964770" sldId="257"/>
            <ac:spMk id="20" creationId="{975D1CFA-2CDB-4B64-BD9F-85744E8DA12F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6:13:34.442" v="16"/>
          <ac:spMkLst>
            <pc:docMk/>
            <pc:sldMk cId="3306964770" sldId="257"/>
            <ac:spMk id="21" creationId="{6DBE303D-320E-B830-8E4F-EA8A4B3DC79B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6:13:34.520" v="17"/>
          <ac:spMkLst>
            <pc:docMk/>
            <pc:sldMk cId="3306964770" sldId="257"/>
            <ac:spMk id="23" creationId="{84697CDA-BDB7-4883-B48B-1D4EDB2F0E93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6:13:34.520" v="17"/>
          <ac:spMkLst>
            <pc:docMk/>
            <pc:sldMk cId="3306964770" sldId="257"/>
            <ac:spMk id="24" creationId="{0DC0EC46-2230-4728-856D-F3531112101A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6:13:34.520" v="17"/>
          <ac:spMkLst>
            <pc:docMk/>
            <pc:sldMk cId="3306964770" sldId="257"/>
            <ac:spMk id="25" creationId="{16A12243-4887-4E89-8347-1146AE5D14FC}"/>
          </ac:spMkLst>
        </pc:spChg>
        <pc:spChg chg="add mod">
          <ac:chgData name="Arseniy Buzyan (extern)" userId="S::arseniy.buzyan@edu.stockholm.se::f92a01cd-049f-4602-b292-09b82d2ea4e3" providerId="AD" clId="Web-{B9FC9074-BD1C-3753-609D-86CD43078736}" dt="2026-08-08T06:14:29.316" v="67" actId="20577"/>
          <ac:spMkLst>
            <pc:docMk/>
            <pc:sldMk cId="3306964770" sldId="257"/>
            <ac:spMk id="26" creationId="{6DBE303D-320E-B830-8E4F-EA8A4B3DC79B}"/>
          </ac:spMkLst>
        </pc:spChg>
        <pc:grpChg chg="add del">
          <ac:chgData name="Arseniy Buzyan (extern)" userId="S::arseniy.buzyan@edu.stockholm.se::f92a01cd-049f-4602-b292-09b82d2ea4e3" providerId="AD" clId="Web-{B9FC9074-BD1C-3753-609D-86CD43078736}" dt="2026-08-08T06:13:34.442" v="16"/>
          <ac:grpSpMkLst>
            <pc:docMk/>
            <pc:sldMk cId="3306964770" sldId="257"/>
            <ac:grpSpMk id="14" creationId="{25EE5136-01F1-466C-962D-BA9B4C6757AA}"/>
          </ac:grpSpMkLst>
        </pc:grpChg>
        <pc:graphicFrameChg chg="add del">
          <ac:chgData name="Arseniy Buzyan (extern)" userId="S::arseniy.buzyan@edu.stockholm.se::f92a01cd-049f-4602-b292-09b82d2ea4e3" providerId="AD" clId="Web-{B9FC9074-BD1C-3753-609D-86CD43078736}" dt="2026-08-08T06:13:19.473" v="12"/>
          <ac:graphicFrameMkLst>
            <pc:docMk/>
            <pc:sldMk cId="3306964770" sldId="257"/>
            <ac:graphicFrameMk id="5" creationId="{5C9A5F5A-06D5-03FC-A31B-80B9E32AF1A9}"/>
          </ac:graphicFrameMkLst>
        </pc:graphicFrameChg>
        <pc:picChg chg="add del">
          <ac:chgData name="Arseniy Buzyan (extern)" userId="S::arseniy.buzyan@edu.stockholm.se::f92a01cd-049f-4602-b292-09b82d2ea4e3" providerId="AD" clId="Web-{B9FC9074-BD1C-3753-609D-86CD43078736}" dt="2026-08-08T06:13:34.442" v="16"/>
          <ac:picMkLst>
            <pc:docMk/>
            <pc:sldMk cId="3306964770" sldId="257"/>
            <ac:picMk id="7" creationId="{2372A383-66F9-4D48-2D01-799403897374}"/>
          </ac:picMkLst>
        </pc:picChg>
        <pc:cxnChg chg="add del">
          <ac:chgData name="Arseniy Buzyan (extern)" userId="S::arseniy.buzyan@edu.stockholm.se::f92a01cd-049f-4602-b292-09b82d2ea4e3" providerId="AD" clId="Web-{B9FC9074-BD1C-3753-609D-86CD43078736}" dt="2026-08-08T06:13:19.473" v="12"/>
          <ac:cxnSpMkLst>
            <pc:docMk/>
            <pc:sldMk cId="3306964770" sldId="257"/>
            <ac:cxnSpMk id="11" creationId="{C8F51B3F-8331-4E4A-AE96-D47B1006EEAD}"/>
          </ac:cxnSpMkLst>
        </pc:cxnChg>
      </pc:sldChg>
      <pc:sldChg chg="addSp delSp modSp new mod setBg">
        <pc:chgData name="Arseniy Buzyan (extern)" userId="S::arseniy.buzyan@edu.stockholm.se::f92a01cd-049f-4602-b292-09b82d2ea4e3" providerId="AD" clId="Web-{B9FC9074-BD1C-3753-609D-86CD43078736}" dt="2026-08-08T06:17:08.580" v="91" actId="20577"/>
        <pc:sldMkLst>
          <pc:docMk/>
          <pc:sldMk cId="3898930027" sldId="258"/>
        </pc:sldMkLst>
        <pc:spChg chg="mod">
          <ac:chgData name="Arseniy Buzyan (extern)" userId="S::arseniy.buzyan@edu.stockholm.se::f92a01cd-049f-4602-b292-09b82d2ea4e3" providerId="AD" clId="Web-{B9FC9074-BD1C-3753-609D-86CD43078736}" dt="2026-08-08T06:17:08.580" v="91" actId="20577"/>
          <ac:spMkLst>
            <pc:docMk/>
            <pc:sldMk cId="3898930027" sldId="258"/>
            <ac:spMk id="2" creationId="{FB474A4C-51B5-AF3E-AE4D-C8AA70383A79}"/>
          </ac:spMkLst>
        </pc:spChg>
        <pc:spChg chg="add del mod">
          <ac:chgData name="Arseniy Buzyan (extern)" userId="S::arseniy.buzyan@edu.stockholm.se::f92a01cd-049f-4602-b292-09b82d2ea4e3" providerId="AD" clId="Web-{B9FC9074-BD1C-3753-609D-86CD43078736}" dt="2026-08-08T06:16:46.159" v="76"/>
          <ac:spMkLst>
            <pc:docMk/>
            <pc:sldMk cId="3898930027" sldId="258"/>
            <ac:spMk id="3" creationId="{DB0901B7-AB30-E677-8734-A395D6F1F9E0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6:16:46.159" v="76"/>
          <ac:spMkLst>
            <pc:docMk/>
            <pc:sldMk cId="3898930027" sldId="258"/>
            <ac:spMk id="8" creationId="{C9A36457-A5F4-4103-A443-02581C09185B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6:16:46.143" v="75"/>
          <ac:spMkLst>
            <pc:docMk/>
            <pc:sldMk cId="3898930027" sldId="258"/>
            <ac:spMk id="9" creationId="{2659FDB4-FCBE-4A89-B46D-43D4FA54464D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6:16:46.159" v="76"/>
          <ac:spMkLst>
            <pc:docMk/>
            <pc:sldMk cId="3898930027" sldId="258"/>
            <ac:spMk id="10" creationId="{DC5FB7E8-B636-40FA-BE8D-48145C0F5C57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6:16:46.159" v="76"/>
          <ac:spMkLst>
            <pc:docMk/>
            <pc:sldMk cId="3898930027" sldId="258"/>
            <ac:spMk id="12" creationId="{142DCE2C-2863-46FA-9BE7-24365A24D9BA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6:16:46.143" v="75"/>
          <ac:spMkLst>
            <pc:docMk/>
            <pc:sldMk cId="3898930027" sldId="258"/>
            <ac:spMk id="13" creationId="{58BDB0EE-D238-415B-9ED8-62AA6AB2AAD1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6:16:46.143" v="75"/>
          <ac:spMkLst>
            <pc:docMk/>
            <pc:sldMk cId="3898930027" sldId="258"/>
            <ac:spMk id="15" creationId="{C5B55FC3-961D-4325-82F1-DE92B0D04E03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6:16:46.143" v="75"/>
          <ac:spMkLst>
            <pc:docMk/>
            <pc:sldMk cId="3898930027" sldId="258"/>
            <ac:spMk id="17" creationId="{4C8AB332-D09E-4F28-943C-DABDD4716A3C}"/>
          </ac:spMkLst>
        </pc:spChg>
        <pc:spChg chg="add mod">
          <ac:chgData name="Arseniy Buzyan (extern)" userId="S::arseniy.buzyan@edu.stockholm.se::f92a01cd-049f-4602-b292-09b82d2ea4e3" providerId="AD" clId="Web-{B9FC9074-BD1C-3753-609D-86CD43078736}" dt="2026-08-08T06:16:58.377" v="84" actId="20577"/>
          <ac:spMkLst>
            <pc:docMk/>
            <pc:sldMk cId="3898930027" sldId="258"/>
            <ac:spMk id="19" creationId="{DB0901B7-AB30-E677-8734-A395D6F1F9E0}"/>
          </ac:spMkLst>
        </pc:spChg>
        <pc:graphicFrameChg chg="add del">
          <ac:chgData name="Arseniy Buzyan (extern)" userId="S::arseniy.buzyan@edu.stockholm.se::f92a01cd-049f-4602-b292-09b82d2ea4e3" providerId="AD" clId="Web-{B9FC9074-BD1C-3753-609D-86CD43078736}" dt="2026-08-08T06:16:46.143" v="75"/>
          <ac:graphicFrameMkLst>
            <pc:docMk/>
            <pc:sldMk cId="3898930027" sldId="258"/>
            <ac:graphicFrameMk id="5" creationId="{FBF50673-1D5D-E31F-7336-1196F5ABF571}"/>
          </ac:graphicFrameMkLst>
        </pc:graphicFrameChg>
        <pc:cxnChg chg="add del">
          <ac:chgData name="Arseniy Buzyan (extern)" userId="S::arseniy.buzyan@edu.stockholm.se::f92a01cd-049f-4602-b292-09b82d2ea4e3" providerId="AD" clId="Web-{B9FC9074-BD1C-3753-609D-86CD43078736}" dt="2026-08-08T06:16:46.143" v="75"/>
          <ac:cxnSpMkLst>
            <pc:docMk/>
            <pc:sldMk cId="3898930027" sldId="258"/>
            <ac:cxnSpMk id="11" creationId="{C8F51B3F-8331-4E4A-AE96-D47B1006EEAD}"/>
          </ac:cxnSpMkLst>
        </pc:cxnChg>
      </pc:sldChg>
      <pc:sldChg chg="addSp modSp new mod ord setBg">
        <pc:chgData name="Arseniy Buzyan (extern)" userId="S::arseniy.buzyan@edu.stockholm.se::f92a01cd-049f-4602-b292-09b82d2ea4e3" providerId="AD" clId="Web-{B9FC9074-BD1C-3753-609D-86CD43078736}" dt="2026-08-08T09:43:44.107" v="2579" actId="1076"/>
        <pc:sldMkLst>
          <pc:docMk/>
          <pc:sldMk cId="599123096" sldId="259"/>
        </pc:sldMkLst>
        <pc:spChg chg="mod">
          <ac:chgData name="Arseniy Buzyan (extern)" userId="S::arseniy.buzyan@edu.stockholm.se::f92a01cd-049f-4602-b292-09b82d2ea4e3" providerId="AD" clId="Web-{B9FC9074-BD1C-3753-609D-86CD43078736}" dt="2026-08-08T06:22:21.452" v="142" actId="14100"/>
          <ac:spMkLst>
            <pc:docMk/>
            <pc:sldMk cId="599123096" sldId="259"/>
            <ac:spMk id="2" creationId="{0FEEB5DF-90E1-3530-67F1-1A7F1BC108A9}"/>
          </ac:spMkLst>
        </pc:spChg>
        <pc:spChg chg="mod">
          <ac:chgData name="Arseniy Buzyan (extern)" userId="S::arseniy.buzyan@edu.stockholm.se::f92a01cd-049f-4602-b292-09b82d2ea4e3" providerId="AD" clId="Web-{B9FC9074-BD1C-3753-609D-86CD43078736}" dt="2026-08-08T06:22:53.780" v="247" actId="14100"/>
          <ac:spMkLst>
            <pc:docMk/>
            <pc:sldMk cId="599123096" sldId="259"/>
            <ac:spMk id="3" creationId="{F29588BE-8832-CA99-2568-0CC4CF1180E2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6:21:47.499" v="131"/>
          <ac:spMkLst>
            <pc:docMk/>
            <pc:sldMk cId="599123096" sldId="259"/>
            <ac:spMk id="8" creationId="{17718681-A12E-49D6-9925-DD7C68176D61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6:21:47.499" v="131"/>
          <ac:spMkLst>
            <pc:docMk/>
            <pc:sldMk cId="599123096" sldId="259"/>
            <ac:spMk id="10" creationId="{FBD77573-9EF2-4C35-8285-A1CF6FBB0EA5}"/>
          </ac:spMkLst>
        </pc:spChg>
        <pc:graphicFrameChg chg="add mod modGraphic">
          <ac:chgData name="Arseniy Buzyan (extern)" userId="S::arseniy.buzyan@edu.stockholm.se::f92a01cd-049f-4602-b292-09b82d2ea4e3" providerId="AD" clId="Web-{B9FC9074-BD1C-3753-609D-86CD43078736}" dt="2026-08-08T09:42:49.326" v="2573"/>
          <ac:graphicFrameMkLst>
            <pc:docMk/>
            <pc:sldMk cId="599123096" sldId="259"/>
            <ac:graphicFrameMk id="5" creationId="{446AD93D-9B6A-5701-139E-FDF37EE93E6B}"/>
          </ac:graphicFrameMkLst>
        </pc:graphicFrameChg>
        <pc:picChg chg="add mod modCrop">
          <ac:chgData name="Arseniy Buzyan (extern)" userId="S::arseniy.buzyan@edu.stockholm.se::f92a01cd-049f-4602-b292-09b82d2ea4e3" providerId="AD" clId="Web-{B9FC9074-BD1C-3753-609D-86CD43078736}" dt="2026-08-08T09:43:44.107" v="2579" actId="1076"/>
          <ac:picMkLst>
            <pc:docMk/>
            <pc:sldMk cId="599123096" sldId="259"/>
            <ac:picMk id="4" creationId="{E98BE2AD-5A40-B4C5-0044-6B73FC6C6F44}"/>
          </ac:picMkLst>
        </pc:picChg>
      </pc:sldChg>
      <pc:sldChg chg="addSp delSp modSp new del">
        <pc:chgData name="Arseniy Buzyan (extern)" userId="S::arseniy.buzyan@edu.stockholm.se::f92a01cd-049f-4602-b292-09b82d2ea4e3" providerId="AD" clId="Web-{B9FC9074-BD1C-3753-609D-86CD43078736}" dt="2026-08-08T06:17:48.361" v="97"/>
        <pc:sldMkLst>
          <pc:docMk/>
          <pc:sldMk cId="3684638798" sldId="259"/>
        </pc:sldMkLst>
        <pc:spChg chg="mod">
          <ac:chgData name="Arseniy Buzyan (extern)" userId="S::arseniy.buzyan@edu.stockholm.se::f92a01cd-049f-4602-b292-09b82d2ea4e3" providerId="AD" clId="Web-{B9FC9074-BD1C-3753-609D-86CD43078736}" dt="2026-08-08T06:17:20.252" v="93" actId="20577"/>
          <ac:spMkLst>
            <pc:docMk/>
            <pc:sldMk cId="3684638798" sldId="259"/>
            <ac:spMk id="2" creationId="{320E3395-CE57-59AF-219C-47E74D274784}"/>
          </ac:spMkLst>
        </pc:spChg>
        <pc:spChg chg="add del mod">
          <ac:chgData name="Arseniy Buzyan (extern)" userId="S::arseniy.buzyan@edu.stockholm.se::f92a01cd-049f-4602-b292-09b82d2ea4e3" providerId="AD" clId="Web-{B9FC9074-BD1C-3753-609D-86CD43078736}" dt="2026-08-08T06:17:32.518" v="96" actId="20577"/>
          <ac:spMkLst>
            <pc:docMk/>
            <pc:sldMk cId="3684638798" sldId="259"/>
            <ac:spMk id="3" creationId="{2DC218E0-27A1-E677-9DD1-AB09A033A937}"/>
          </ac:spMkLst>
        </pc:spChg>
        <pc:graphicFrameChg chg="add del mod ord modGraphic">
          <ac:chgData name="Arseniy Buzyan (extern)" userId="S::arseniy.buzyan@edu.stockholm.se::f92a01cd-049f-4602-b292-09b82d2ea4e3" providerId="AD" clId="Web-{B9FC9074-BD1C-3753-609D-86CD43078736}" dt="2026-08-08T06:17:28.549" v="95"/>
          <ac:graphicFrameMkLst>
            <pc:docMk/>
            <pc:sldMk cId="3684638798" sldId="259"/>
            <ac:graphicFrameMk id="5" creationId="{FFA0CA31-11BC-7DE5-DAD4-44F3DF558C0A}"/>
          </ac:graphicFrameMkLst>
        </pc:graphicFrameChg>
      </pc:sldChg>
      <pc:sldChg chg="addSp delSp modSp add del mod replId setBg">
        <pc:chgData name="Arseniy Buzyan (extern)" userId="S::arseniy.buzyan@edu.stockholm.se::f92a01cd-049f-4602-b292-09b82d2ea4e3" providerId="AD" clId="Web-{B9FC9074-BD1C-3753-609D-86CD43078736}" dt="2026-08-08T09:40:44.493" v="2562"/>
        <pc:sldMkLst>
          <pc:docMk/>
          <pc:sldMk cId="1084558581" sldId="260"/>
        </pc:sldMkLst>
        <pc:spChg chg="mod">
          <ac:chgData name="Arseniy Buzyan (extern)" userId="S::arseniy.buzyan@edu.stockholm.se::f92a01cd-049f-4602-b292-09b82d2ea4e3" providerId="AD" clId="Web-{B9FC9074-BD1C-3753-609D-86CD43078736}" dt="2026-08-08T06:21:11.672" v="127" actId="20577"/>
          <ac:spMkLst>
            <pc:docMk/>
            <pc:sldMk cId="1084558581" sldId="260"/>
            <ac:spMk id="2" creationId="{2E6B9C85-004A-1EE7-B434-451AC32DCAAA}"/>
          </ac:spMkLst>
        </pc:spChg>
        <pc:spChg chg="add del mod">
          <ac:chgData name="Arseniy Buzyan (extern)" userId="S::arseniy.buzyan@edu.stockholm.se::f92a01cd-049f-4602-b292-09b82d2ea4e3" providerId="AD" clId="Web-{B9FC9074-BD1C-3753-609D-86CD43078736}" dt="2026-08-08T06:19:24.360" v="109"/>
          <ac:spMkLst>
            <pc:docMk/>
            <pc:sldMk cId="1084558581" sldId="260"/>
            <ac:spMk id="3" creationId="{8C8A115D-5D5E-40C0-EFD4-DAC30EA6588A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6:19:42.844" v="110"/>
          <ac:spMkLst>
            <pc:docMk/>
            <pc:sldMk cId="1084558581" sldId="260"/>
            <ac:spMk id="9" creationId="{98DED6BC-9A3E-48D4-AD7C-A56D63F547E8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6:19:42.844" v="110"/>
          <ac:spMkLst>
            <pc:docMk/>
            <pc:sldMk cId="1084558581" sldId="260"/>
            <ac:spMk id="11" creationId="{6B6E033A-DB2E-49B8-B600-B38E0C280263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6:20:11.782" v="115"/>
          <ac:spMkLst>
            <pc:docMk/>
            <pc:sldMk cId="1084558581" sldId="260"/>
            <ac:spMk id="16" creationId="{955A2079-FA98-4876-80F0-72364A7D2EA4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6:20:11.782" v="115"/>
          <ac:spMkLst>
            <pc:docMk/>
            <pc:sldMk cId="1084558581" sldId="260"/>
            <ac:spMk id="20" creationId="{955A2079-FA98-4876-80F0-72364A7D2EA4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6:19:59.516" v="112"/>
          <ac:spMkLst>
            <pc:docMk/>
            <pc:sldMk cId="1084558581" sldId="260"/>
            <ac:spMk id="21" creationId="{955A2079-FA98-4876-80F0-72364A7D2EA4}"/>
          </ac:spMkLst>
        </pc:spChg>
        <pc:graphicFrameChg chg="add del mod ord modGraphic">
          <ac:chgData name="Arseniy Buzyan (extern)" userId="S::arseniy.buzyan@edu.stockholm.se::f92a01cd-049f-4602-b292-09b82d2ea4e3" providerId="AD" clId="Web-{B9FC9074-BD1C-3753-609D-86CD43078736}" dt="2026-08-08T06:19:07.110" v="102"/>
          <ac:graphicFrameMkLst>
            <pc:docMk/>
            <pc:sldMk cId="1084558581" sldId="260"/>
            <ac:graphicFrameMk id="5" creationId="{3ED7EEEE-61D3-077A-72AE-2A631C35E963}"/>
          </ac:graphicFrameMkLst>
        </pc:graphicFrameChg>
        <pc:graphicFrameChg chg="add mod modGraphic">
          <ac:chgData name="Arseniy Buzyan (extern)" userId="S::arseniy.buzyan@edu.stockholm.se::f92a01cd-049f-4602-b292-09b82d2ea4e3" providerId="AD" clId="Web-{B9FC9074-BD1C-3753-609D-86CD43078736}" dt="2026-08-08T06:21:06.140" v="126" actId="14100"/>
          <ac:graphicFrameMkLst>
            <pc:docMk/>
            <pc:sldMk cId="1084558581" sldId="260"/>
            <ac:graphicFrameMk id="6" creationId="{68FFCEEE-E705-E6B9-C750-85A8FE66B050}"/>
          </ac:graphicFrameMkLst>
        </pc:graphicFrameChg>
        <pc:picChg chg="add del">
          <ac:chgData name="Arseniy Buzyan (extern)" userId="S::arseniy.buzyan@edu.stockholm.se::f92a01cd-049f-4602-b292-09b82d2ea4e3" providerId="AD" clId="Web-{B9FC9074-BD1C-3753-609D-86CD43078736}" dt="2026-08-08T06:20:11.766" v="114"/>
          <ac:picMkLst>
            <pc:docMk/>
            <pc:sldMk cId="1084558581" sldId="260"/>
            <ac:picMk id="18" creationId="{E2385E19-F9E9-AD0A-D20B-1FA5C5A7BFDF}"/>
          </ac:picMkLst>
        </pc:picChg>
      </pc:sldChg>
      <pc:sldChg chg="addSp modSp new mod setBg">
        <pc:chgData name="Arseniy Buzyan (extern)" userId="S::arseniy.buzyan@edu.stockholm.se::f92a01cd-049f-4602-b292-09b82d2ea4e3" providerId="AD" clId="Web-{B9FC9074-BD1C-3753-609D-86CD43078736}" dt="2026-08-08T06:25:22.013" v="428" actId="1076"/>
        <pc:sldMkLst>
          <pc:docMk/>
          <pc:sldMk cId="768368009" sldId="261"/>
        </pc:sldMkLst>
        <pc:spChg chg="mod">
          <ac:chgData name="Arseniy Buzyan (extern)" userId="S::arseniy.buzyan@edu.stockholm.se::f92a01cd-049f-4602-b292-09b82d2ea4e3" providerId="AD" clId="Web-{B9FC9074-BD1C-3753-609D-86CD43078736}" dt="2026-08-08T06:24:15.435" v="307" actId="1076"/>
          <ac:spMkLst>
            <pc:docMk/>
            <pc:sldMk cId="768368009" sldId="261"/>
            <ac:spMk id="2" creationId="{2A4BDA2C-A533-335C-ED3E-B7223274277A}"/>
          </ac:spMkLst>
        </pc:spChg>
        <pc:spChg chg="mod">
          <ac:chgData name="Arseniy Buzyan (extern)" userId="S::arseniy.buzyan@edu.stockholm.se::f92a01cd-049f-4602-b292-09b82d2ea4e3" providerId="AD" clId="Web-{B9FC9074-BD1C-3753-609D-86CD43078736}" dt="2026-08-08T06:24:41.357" v="414" actId="14100"/>
          <ac:spMkLst>
            <pc:docMk/>
            <pc:sldMk cId="768368009" sldId="261"/>
            <ac:spMk id="3" creationId="{CADF90D3-82C9-E780-E0CD-39F16F10FBAC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6:23:59.795" v="302"/>
          <ac:spMkLst>
            <pc:docMk/>
            <pc:sldMk cId="768368009" sldId="261"/>
            <ac:spMk id="8" creationId="{17718681-A12E-49D6-9925-DD7C68176D61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6:23:59.795" v="302"/>
          <ac:spMkLst>
            <pc:docMk/>
            <pc:sldMk cId="768368009" sldId="261"/>
            <ac:spMk id="10" creationId="{FBD77573-9EF2-4C35-8285-A1CF6FBB0EA5}"/>
          </ac:spMkLst>
        </pc:spChg>
        <pc:graphicFrameChg chg="add mod modGraphic">
          <ac:chgData name="Arseniy Buzyan (extern)" userId="S::arseniy.buzyan@edu.stockholm.se::f92a01cd-049f-4602-b292-09b82d2ea4e3" providerId="AD" clId="Web-{B9FC9074-BD1C-3753-609D-86CD43078736}" dt="2026-08-08T06:25:22.013" v="428" actId="1076"/>
          <ac:graphicFrameMkLst>
            <pc:docMk/>
            <pc:sldMk cId="768368009" sldId="261"/>
            <ac:graphicFrameMk id="5" creationId="{DA4DE47E-AC7E-94B9-BB93-DED10F671E2B}"/>
          </ac:graphicFrameMkLst>
        </pc:graphicFrameChg>
      </pc:sldChg>
      <pc:sldChg chg="addSp modSp new mod setBg">
        <pc:chgData name="Arseniy Buzyan (extern)" userId="S::arseniy.buzyan@edu.stockholm.se::f92a01cd-049f-4602-b292-09b82d2ea4e3" providerId="AD" clId="Web-{B9FC9074-BD1C-3753-609D-86CD43078736}" dt="2026-08-08T06:25:57.044" v="432"/>
        <pc:sldMkLst>
          <pc:docMk/>
          <pc:sldMk cId="2395493516" sldId="262"/>
        </pc:sldMkLst>
        <pc:spChg chg="mod">
          <ac:chgData name="Arseniy Buzyan (extern)" userId="S::arseniy.buzyan@edu.stockholm.se::f92a01cd-049f-4602-b292-09b82d2ea4e3" providerId="AD" clId="Web-{B9FC9074-BD1C-3753-609D-86CD43078736}" dt="2026-08-08T06:25:57.044" v="432"/>
          <ac:spMkLst>
            <pc:docMk/>
            <pc:sldMk cId="2395493516" sldId="262"/>
            <ac:spMk id="2" creationId="{CFD033D0-00DF-00EF-1DBF-49504CC21E48}"/>
          </ac:spMkLst>
        </pc:spChg>
        <pc:spChg chg="mod">
          <ac:chgData name="Arseniy Buzyan (extern)" userId="S::arseniy.buzyan@edu.stockholm.se::f92a01cd-049f-4602-b292-09b82d2ea4e3" providerId="AD" clId="Web-{B9FC9074-BD1C-3753-609D-86CD43078736}" dt="2026-08-08T06:25:57.044" v="432"/>
          <ac:spMkLst>
            <pc:docMk/>
            <pc:sldMk cId="2395493516" sldId="262"/>
            <ac:spMk id="3" creationId="{636D6864-998B-86BC-29C1-0B33F5837FB9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6:25:57.044" v="432"/>
          <ac:spMkLst>
            <pc:docMk/>
            <pc:sldMk cId="2395493516" sldId="262"/>
            <ac:spMk id="12" creationId="{74751229-0244-4FBB-BED1-407467F4C951}"/>
          </ac:spMkLst>
        </pc:spChg>
        <pc:picChg chg="add">
          <ac:chgData name="Arseniy Buzyan (extern)" userId="S::arseniy.buzyan@edu.stockholm.se::f92a01cd-049f-4602-b292-09b82d2ea4e3" providerId="AD" clId="Web-{B9FC9074-BD1C-3753-609D-86CD43078736}" dt="2026-08-08T06:25:57.044" v="432"/>
          <ac:picMkLst>
            <pc:docMk/>
            <pc:sldMk cId="2395493516" sldId="262"/>
            <ac:picMk id="7" creationId="{D94B19DA-1FAF-CAC1-46C1-E381C86340A7}"/>
          </ac:picMkLst>
        </pc:picChg>
        <pc:picChg chg="add">
          <ac:chgData name="Arseniy Buzyan (extern)" userId="S::arseniy.buzyan@edu.stockholm.se::f92a01cd-049f-4602-b292-09b82d2ea4e3" providerId="AD" clId="Web-{B9FC9074-BD1C-3753-609D-86CD43078736}" dt="2026-08-08T06:25:57.044" v="432"/>
          <ac:picMkLst>
            <pc:docMk/>
            <pc:sldMk cId="2395493516" sldId="262"/>
            <ac:picMk id="9" creationId="{F7D2FE2C-CC8F-43C9-91D0-A894A5ABF88D}"/>
          </ac:picMkLst>
        </pc:picChg>
      </pc:sldChg>
      <pc:sldChg chg="addSp delSp modSp new del mod setBg">
        <pc:chgData name="Arseniy Buzyan (extern)" userId="S::arseniy.buzyan@edu.stockholm.se::f92a01cd-049f-4602-b292-09b82d2ea4e3" providerId="AD" clId="Web-{B9FC9074-BD1C-3753-609D-86CD43078736}" dt="2026-08-08T09:45:57.832" v="2593"/>
        <pc:sldMkLst>
          <pc:docMk/>
          <pc:sldMk cId="651463895" sldId="263"/>
        </pc:sldMkLst>
        <pc:spChg chg="mod">
          <ac:chgData name="Arseniy Buzyan (extern)" userId="S::arseniy.buzyan@edu.stockholm.se::f92a01cd-049f-4602-b292-09b82d2ea4e3" providerId="AD" clId="Web-{B9FC9074-BD1C-3753-609D-86CD43078736}" dt="2026-08-08T06:27:15.171" v="447" actId="1076"/>
          <ac:spMkLst>
            <pc:docMk/>
            <pc:sldMk cId="651463895" sldId="263"/>
            <ac:spMk id="2" creationId="{ECE89EE0-21FB-5D7B-AEB0-4B33C8584574}"/>
          </ac:spMkLst>
        </pc:spChg>
        <pc:spChg chg="del mod">
          <ac:chgData name="Arseniy Buzyan (extern)" userId="S::arseniy.buzyan@edu.stockholm.se::f92a01cd-049f-4602-b292-09b82d2ea4e3" providerId="AD" clId="Web-{B9FC9074-BD1C-3753-609D-86CD43078736}" dt="2026-08-08T06:26:32.343" v="439"/>
          <ac:spMkLst>
            <pc:docMk/>
            <pc:sldMk cId="651463895" sldId="263"/>
            <ac:spMk id="3" creationId="{03F6F7C8-F6D5-5C81-33C7-4E9148F3E7FE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6:26:51.124" v="440"/>
          <ac:spMkLst>
            <pc:docMk/>
            <pc:sldMk cId="651463895" sldId="263"/>
            <ac:spMk id="9" creationId="{3A7E003E-EE76-4207-A774-A645C37F1D27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6:26:51.124" v="440"/>
          <ac:spMkLst>
            <pc:docMk/>
            <pc:sldMk cId="651463895" sldId="263"/>
            <ac:spMk id="11" creationId="{FBD77573-9EF2-4C35-8285-A1CF6FBB0EA5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6:26:51.124" v="440"/>
          <ac:spMkLst>
            <pc:docMk/>
            <pc:sldMk cId="651463895" sldId="263"/>
            <ac:spMk id="16" creationId="{6C4028FD-8BAA-4A19-BFDE-594D991B7552}"/>
          </ac:spMkLst>
        </pc:spChg>
        <pc:graphicFrameChg chg="add mod modGraphic">
          <ac:chgData name="Arseniy Buzyan (extern)" userId="S::arseniy.buzyan@edu.stockholm.se::f92a01cd-049f-4602-b292-09b82d2ea4e3" providerId="AD" clId="Web-{B9FC9074-BD1C-3753-609D-86CD43078736}" dt="2026-08-08T06:27:19.280" v="448" actId="14100"/>
          <ac:graphicFrameMkLst>
            <pc:docMk/>
            <pc:sldMk cId="651463895" sldId="263"/>
            <ac:graphicFrameMk id="5" creationId="{019A3736-F09D-4ED7-B220-90CDD214843B}"/>
          </ac:graphicFrameMkLst>
        </pc:graphicFrameChg>
      </pc:sldChg>
      <pc:sldChg chg="addSp modSp new del mod setBg">
        <pc:chgData name="Arseniy Buzyan (extern)" userId="S::arseniy.buzyan@edu.stockholm.se::f92a01cd-049f-4602-b292-09b82d2ea4e3" providerId="AD" clId="Web-{B9FC9074-BD1C-3753-609D-86CD43078736}" dt="2026-08-08T09:45:59.254" v="2594"/>
        <pc:sldMkLst>
          <pc:docMk/>
          <pc:sldMk cId="3163683662" sldId="264"/>
        </pc:sldMkLst>
        <pc:spChg chg="mod">
          <ac:chgData name="Arseniy Buzyan (extern)" userId="S::arseniy.buzyan@edu.stockholm.se::f92a01cd-049f-4602-b292-09b82d2ea4e3" providerId="AD" clId="Web-{B9FC9074-BD1C-3753-609D-86CD43078736}" dt="2026-08-08T06:28:13.717" v="453"/>
          <ac:spMkLst>
            <pc:docMk/>
            <pc:sldMk cId="3163683662" sldId="264"/>
            <ac:spMk id="2" creationId="{7FD00571-DA58-A55F-07ED-3CB9FD9CF236}"/>
          </ac:spMkLst>
        </pc:spChg>
        <pc:spChg chg="mod">
          <ac:chgData name="Arseniy Buzyan (extern)" userId="S::arseniy.buzyan@edu.stockholm.se::f92a01cd-049f-4602-b292-09b82d2ea4e3" providerId="AD" clId="Web-{B9FC9074-BD1C-3753-609D-86CD43078736}" dt="2026-08-08T06:28:30.701" v="467" actId="1076"/>
          <ac:spMkLst>
            <pc:docMk/>
            <pc:sldMk cId="3163683662" sldId="264"/>
            <ac:spMk id="3" creationId="{2CE9961C-BACA-CF11-42CB-4AA2687BB2E8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6:28:13.717" v="453"/>
          <ac:spMkLst>
            <pc:docMk/>
            <pc:sldMk cId="3163683662" sldId="264"/>
            <ac:spMk id="8" creationId="{17718681-A12E-49D6-9925-DD7C68176D61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6:28:13.717" v="453"/>
          <ac:spMkLst>
            <pc:docMk/>
            <pc:sldMk cId="3163683662" sldId="264"/>
            <ac:spMk id="10" creationId="{FBD77573-9EF2-4C35-8285-A1CF6FBB0EA5}"/>
          </ac:spMkLst>
        </pc:spChg>
      </pc:sldChg>
      <pc:sldChg chg="addSp delSp modSp new mod setBg">
        <pc:chgData name="Arseniy Buzyan (extern)" userId="S::arseniy.buzyan@edu.stockholm.se::f92a01cd-049f-4602-b292-09b82d2ea4e3" providerId="AD" clId="Web-{B9FC9074-BD1C-3753-609D-86CD43078736}" dt="2026-08-08T06:30:05.404" v="483" actId="14100"/>
        <pc:sldMkLst>
          <pc:docMk/>
          <pc:sldMk cId="1733581422" sldId="265"/>
        </pc:sldMkLst>
        <pc:spChg chg="del mod">
          <ac:chgData name="Arseniy Buzyan (extern)" userId="S::arseniy.buzyan@edu.stockholm.se::f92a01cd-049f-4602-b292-09b82d2ea4e3" providerId="AD" clId="Web-{B9FC9074-BD1C-3753-609D-86CD43078736}" dt="2026-08-08T06:29:25.326" v="473"/>
          <ac:spMkLst>
            <pc:docMk/>
            <pc:sldMk cId="1733581422" sldId="265"/>
            <ac:spMk id="2" creationId="{44F24C4C-6254-5FB4-6E0B-DEE1F68D7759}"/>
          </ac:spMkLst>
        </pc:spChg>
        <pc:spChg chg="mod">
          <ac:chgData name="Arseniy Buzyan (extern)" userId="S::arseniy.buzyan@edu.stockholm.se::f92a01cd-049f-4602-b292-09b82d2ea4e3" providerId="AD" clId="Web-{B9FC9074-BD1C-3753-609D-86CD43078736}" dt="2026-08-08T06:30:05.404" v="483" actId="14100"/>
          <ac:spMkLst>
            <pc:docMk/>
            <pc:sldMk cId="1733581422" sldId="265"/>
            <ac:spMk id="3" creationId="{86A5E579-ECCB-118C-E5E2-EDABE8E11F0E}"/>
          </ac:spMkLst>
        </pc:spChg>
        <pc:spChg chg="add del mod">
          <ac:chgData name="Arseniy Buzyan (extern)" userId="S::arseniy.buzyan@edu.stockholm.se::f92a01cd-049f-4602-b292-09b82d2ea4e3" providerId="AD" clId="Web-{B9FC9074-BD1C-3753-609D-86CD43078736}" dt="2026-08-08T06:29:30.060" v="474"/>
          <ac:spMkLst>
            <pc:docMk/>
            <pc:sldMk cId="1733581422" sldId="265"/>
            <ac:spMk id="5" creationId="{83CF3988-C741-CFB7-1111-6C2BCA302FBB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6:29:57.810" v="477"/>
          <ac:spMkLst>
            <pc:docMk/>
            <pc:sldMk cId="1733581422" sldId="265"/>
            <ac:spMk id="8" creationId="{2515456E-B1B1-48C1-8164-7E567F5D40D4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6:29:57.810" v="477"/>
          <ac:spMkLst>
            <pc:docMk/>
            <pc:sldMk cId="1733581422" sldId="265"/>
            <ac:spMk id="10" creationId="{D237ACD7-8629-4014-83AF-339EDD87E996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6:29:57.810" v="477"/>
          <ac:spMkLst>
            <pc:docMk/>
            <pc:sldMk cId="1733581422" sldId="265"/>
            <ac:spMk id="12" creationId="{0AC3A952-2574-44E9-9C98-DBC27EE14160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6:29:57.810" v="477"/>
          <ac:spMkLst>
            <pc:docMk/>
            <pc:sldMk cId="1733581422" sldId="265"/>
            <ac:spMk id="17" creationId="{84697CDA-BDB7-4883-B48B-1D4EDB2F0E93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6:29:57.810" v="477"/>
          <ac:spMkLst>
            <pc:docMk/>
            <pc:sldMk cId="1733581422" sldId="265"/>
            <ac:spMk id="19" creationId="{6295B176-FA0E-4B6A-A190-5E2E82BEA57A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6:29:57.810" v="477"/>
          <ac:spMkLst>
            <pc:docMk/>
            <pc:sldMk cId="1733581422" sldId="265"/>
            <ac:spMk id="21" creationId="{48F779DE-4744-42D6-9C74-33EC94460CCC}"/>
          </ac:spMkLst>
        </pc:spChg>
      </pc:sldChg>
      <pc:sldChg chg="addSp delSp modSp new mod setBg">
        <pc:chgData name="Arseniy Buzyan (extern)" userId="S::arseniy.buzyan@edu.stockholm.se::f92a01cd-049f-4602-b292-09b82d2ea4e3" providerId="AD" clId="Web-{B9FC9074-BD1C-3753-609D-86CD43078736}" dt="2026-08-08T06:30:57.591" v="576"/>
        <pc:sldMkLst>
          <pc:docMk/>
          <pc:sldMk cId="1299807842" sldId="266"/>
        </pc:sldMkLst>
        <pc:spChg chg="mod">
          <ac:chgData name="Arseniy Buzyan (extern)" userId="S::arseniy.buzyan@edu.stockholm.se::f92a01cd-049f-4602-b292-09b82d2ea4e3" providerId="AD" clId="Web-{B9FC9074-BD1C-3753-609D-86CD43078736}" dt="2026-08-08T06:30:24.888" v="486"/>
          <ac:spMkLst>
            <pc:docMk/>
            <pc:sldMk cId="1299807842" sldId="266"/>
            <ac:spMk id="2" creationId="{78620960-A92E-1FFC-490E-D27442BC8A31}"/>
          </ac:spMkLst>
        </pc:spChg>
        <pc:spChg chg="del mod">
          <ac:chgData name="Arseniy Buzyan (extern)" userId="S::arseniy.buzyan@edu.stockholm.se::f92a01cd-049f-4602-b292-09b82d2ea4e3" providerId="AD" clId="Web-{B9FC9074-BD1C-3753-609D-86CD43078736}" dt="2026-08-08T06:30:28.966" v="487"/>
          <ac:spMkLst>
            <pc:docMk/>
            <pc:sldMk cId="1299807842" sldId="266"/>
            <ac:spMk id="3" creationId="{85F20BE8-9637-EA6D-F3E5-610C013091DE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6:30:24.888" v="486"/>
          <ac:spMkLst>
            <pc:docMk/>
            <pc:sldMk cId="1299807842" sldId="266"/>
            <ac:spMk id="8" creationId="{17718681-A12E-49D6-9925-DD7C68176D61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6:30:24.888" v="486"/>
          <ac:spMkLst>
            <pc:docMk/>
            <pc:sldMk cId="1299807842" sldId="266"/>
            <ac:spMk id="10" creationId="{FBD77573-9EF2-4C35-8285-A1CF6FBB0EA5}"/>
          </ac:spMkLst>
        </pc:spChg>
        <pc:graphicFrameChg chg="add mod modGraphic">
          <ac:chgData name="Arseniy Buzyan (extern)" userId="S::arseniy.buzyan@edu.stockholm.se::f92a01cd-049f-4602-b292-09b82d2ea4e3" providerId="AD" clId="Web-{B9FC9074-BD1C-3753-609D-86CD43078736}" dt="2026-08-08T06:30:57.591" v="576"/>
          <ac:graphicFrameMkLst>
            <pc:docMk/>
            <pc:sldMk cId="1299807842" sldId="266"/>
            <ac:graphicFrameMk id="5" creationId="{829B8A26-1A2B-B85D-4B18-2A2C2C699F18}"/>
          </ac:graphicFrameMkLst>
        </pc:graphicFrameChg>
      </pc:sldChg>
      <pc:sldChg chg="addSp modSp new mod setBg">
        <pc:chgData name="Arseniy Buzyan (extern)" userId="S::arseniy.buzyan@edu.stockholm.se::f92a01cd-049f-4602-b292-09b82d2ea4e3" providerId="AD" clId="Web-{B9FC9074-BD1C-3753-609D-86CD43078736}" dt="2026-08-08T06:33:40.480" v="773" actId="1076"/>
        <pc:sldMkLst>
          <pc:docMk/>
          <pc:sldMk cId="3636891084" sldId="267"/>
        </pc:sldMkLst>
        <pc:spChg chg="mod">
          <ac:chgData name="Arseniy Buzyan (extern)" userId="S::arseniy.buzyan@edu.stockholm.se::f92a01cd-049f-4602-b292-09b82d2ea4e3" providerId="AD" clId="Web-{B9FC9074-BD1C-3753-609D-86CD43078736}" dt="2026-08-08T06:33:06.355" v="717" actId="14100"/>
          <ac:spMkLst>
            <pc:docMk/>
            <pc:sldMk cId="3636891084" sldId="267"/>
            <ac:spMk id="2" creationId="{516A93F7-7DD6-E8CF-12A2-F7564F58F623}"/>
          </ac:spMkLst>
        </pc:spChg>
        <pc:spChg chg="mod">
          <ac:chgData name="Arseniy Buzyan (extern)" userId="S::arseniy.buzyan@edu.stockholm.se::f92a01cd-049f-4602-b292-09b82d2ea4e3" providerId="AD" clId="Web-{B9FC9074-BD1C-3753-609D-86CD43078736}" dt="2026-08-08T06:33:04.167" v="716" actId="14100"/>
          <ac:spMkLst>
            <pc:docMk/>
            <pc:sldMk cId="3636891084" sldId="267"/>
            <ac:spMk id="3" creationId="{08945535-3B9D-E647-81E7-47DADA714DFB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6:32:04.996" v="587"/>
          <ac:spMkLst>
            <pc:docMk/>
            <pc:sldMk cId="3636891084" sldId="267"/>
            <ac:spMk id="8" creationId="{17718681-A12E-49D6-9925-DD7C68176D61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6:32:04.996" v="587"/>
          <ac:spMkLst>
            <pc:docMk/>
            <pc:sldMk cId="3636891084" sldId="267"/>
            <ac:spMk id="10" creationId="{FBD77573-9EF2-4C35-8285-A1CF6FBB0EA5}"/>
          </ac:spMkLst>
        </pc:spChg>
        <pc:graphicFrameChg chg="add mod modGraphic">
          <ac:chgData name="Arseniy Buzyan (extern)" userId="S::arseniy.buzyan@edu.stockholm.se::f92a01cd-049f-4602-b292-09b82d2ea4e3" providerId="AD" clId="Web-{B9FC9074-BD1C-3753-609D-86CD43078736}" dt="2026-08-08T06:33:40.480" v="773" actId="1076"/>
          <ac:graphicFrameMkLst>
            <pc:docMk/>
            <pc:sldMk cId="3636891084" sldId="267"/>
            <ac:graphicFrameMk id="5" creationId="{2E6AC67A-1198-B131-C5FB-41B45957C75D}"/>
          </ac:graphicFrameMkLst>
        </pc:graphicFrameChg>
      </pc:sldChg>
      <pc:sldChg chg="addSp modSp new mod setBg">
        <pc:chgData name="Arseniy Buzyan (extern)" userId="S::arseniy.buzyan@edu.stockholm.se::f92a01cd-049f-4602-b292-09b82d2ea4e3" providerId="AD" clId="Web-{B9FC9074-BD1C-3753-609D-86CD43078736}" dt="2026-08-08T06:35:06.479" v="793" actId="14100"/>
        <pc:sldMkLst>
          <pc:docMk/>
          <pc:sldMk cId="4289927255" sldId="268"/>
        </pc:sldMkLst>
        <pc:spChg chg="mod">
          <ac:chgData name="Arseniy Buzyan (extern)" userId="S::arseniy.buzyan@edu.stockholm.se::f92a01cd-049f-4602-b292-09b82d2ea4e3" providerId="AD" clId="Web-{B9FC9074-BD1C-3753-609D-86CD43078736}" dt="2026-08-08T06:34:32.401" v="784"/>
          <ac:spMkLst>
            <pc:docMk/>
            <pc:sldMk cId="4289927255" sldId="268"/>
            <ac:spMk id="2" creationId="{8748A71A-A7C2-3AF2-85FF-23F1A7E8DBDE}"/>
          </ac:spMkLst>
        </pc:spChg>
        <pc:spChg chg="mod">
          <ac:chgData name="Arseniy Buzyan (extern)" userId="S::arseniy.buzyan@edu.stockholm.se::f92a01cd-049f-4602-b292-09b82d2ea4e3" providerId="AD" clId="Web-{B9FC9074-BD1C-3753-609D-86CD43078736}" dt="2026-08-08T06:35:06.479" v="793" actId="14100"/>
          <ac:spMkLst>
            <pc:docMk/>
            <pc:sldMk cId="4289927255" sldId="268"/>
            <ac:spMk id="3" creationId="{8038BC35-B8DB-F5F0-C852-F131754ADC98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6:34:32.401" v="784"/>
          <ac:spMkLst>
            <pc:docMk/>
            <pc:sldMk cId="4289927255" sldId="268"/>
            <ac:spMk id="8" creationId="{17718681-A12E-49D6-9925-DD7C68176D61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6:34:32.401" v="784"/>
          <ac:spMkLst>
            <pc:docMk/>
            <pc:sldMk cId="4289927255" sldId="268"/>
            <ac:spMk id="10" creationId="{FBD77573-9EF2-4C35-8285-A1CF6FBB0EA5}"/>
          </ac:spMkLst>
        </pc:spChg>
      </pc:sldChg>
      <pc:sldChg chg="addSp delSp modSp new mod setBg">
        <pc:chgData name="Arseniy Buzyan (extern)" userId="S::arseniy.buzyan@edu.stockholm.se::f92a01cd-049f-4602-b292-09b82d2ea4e3" providerId="AD" clId="Web-{B9FC9074-BD1C-3753-609D-86CD43078736}" dt="2026-08-08T06:36:48.540" v="816" actId="20577"/>
        <pc:sldMkLst>
          <pc:docMk/>
          <pc:sldMk cId="1922715488" sldId="269"/>
        </pc:sldMkLst>
        <pc:spChg chg="del mod">
          <ac:chgData name="Arseniy Buzyan (extern)" userId="S::arseniy.buzyan@edu.stockholm.se::f92a01cd-049f-4602-b292-09b82d2ea4e3" providerId="AD" clId="Web-{B9FC9074-BD1C-3753-609D-86CD43078736}" dt="2026-08-08T06:35:58.869" v="801"/>
          <ac:spMkLst>
            <pc:docMk/>
            <pc:sldMk cId="1922715488" sldId="269"/>
            <ac:spMk id="2" creationId="{6AA996D7-FC12-5A44-5714-D90D37661F0C}"/>
          </ac:spMkLst>
        </pc:spChg>
        <pc:spChg chg="mod">
          <ac:chgData name="Arseniy Buzyan (extern)" userId="S::arseniy.buzyan@edu.stockholm.se::f92a01cd-049f-4602-b292-09b82d2ea4e3" providerId="AD" clId="Web-{B9FC9074-BD1C-3753-609D-86CD43078736}" dt="2026-08-08T06:36:48.540" v="816" actId="20577"/>
          <ac:spMkLst>
            <pc:docMk/>
            <pc:sldMk cId="1922715488" sldId="269"/>
            <ac:spMk id="3" creationId="{A44FFC7C-F97D-7BE8-0611-AE1CB7132DAA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6:36:13.072" v="803"/>
          <ac:spMkLst>
            <pc:docMk/>
            <pc:sldMk cId="1922715488" sldId="269"/>
            <ac:spMk id="8" creationId="{A0339EE9-5436-4860-BBFC-7CD7C90DBAE8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6:36:13.072" v="803"/>
          <ac:spMkLst>
            <pc:docMk/>
            <pc:sldMk cId="1922715488" sldId="269"/>
            <ac:spMk id="10" creationId="{AA770EBD-5B77-46EC-BF58-EF27ACD6B47C}"/>
          </ac:spMkLst>
        </pc:spChg>
      </pc:sldChg>
      <pc:sldChg chg="addSp delSp modSp new mod setBg">
        <pc:chgData name="Arseniy Buzyan (extern)" userId="S::arseniy.buzyan@edu.stockholm.se::f92a01cd-049f-4602-b292-09b82d2ea4e3" providerId="AD" clId="Web-{B9FC9074-BD1C-3753-609D-86CD43078736}" dt="2026-08-08T06:38:13.868" v="1014"/>
        <pc:sldMkLst>
          <pc:docMk/>
          <pc:sldMk cId="2723420895" sldId="270"/>
        </pc:sldMkLst>
        <pc:spChg chg="mod">
          <ac:chgData name="Arseniy Buzyan (extern)" userId="S::arseniy.buzyan@edu.stockholm.se::f92a01cd-049f-4602-b292-09b82d2ea4e3" providerId="AD" clId="Web-{B9FC9074-BD1C-3753-609D-86CD43078736}" dt="2026-08-08T06:37:46.680" v="825" actId="14100"/>
          <ac:spMkLst>
            <pc:docMk/>
            <pc:sldMk cId="2723420895" sldId="270"/>
            <ac:spMk id="2" creationId="{EF840A5B-DE5C-1CE2-6EDE-1BF6D78CEC71}"/>
          </ac:spMkLst>
        </pc:spChg>
        <pc:spChg chg="del mod">
          <ac:chgData name="Arseniy Buzyan (extern)" userId="S::arseniy.buzyan@edu.stockholm.se::f92a01cd-049f-4602-b292-09b82d2ea4e3" providerId="AD" clId="Web-{B9FC9074-BD1C-3753-609D-86CD43078736}" dt="2026-08-08T06:37:31.149" v="821"/>
          <ac:spMkLst>
            <pc:docMk/>
            <pc:sldMk cId="2723420895" sldId="270"/>
            <ac:spMk id="3" creationId="{38538351-35A2-F1FD-ABCD-51025EE0D5E4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6:37:22.446" v="820"/>
          <ac:spMkLst>
            <pc:docMk/>
            <pc:sldMk cId="2723420895" sldId="270"/>
            <ac:spMk id="8" creationId="{17718681-A12E-49D6-9925-DD7C68176D61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6:37:22.446" v="820"/>
          <ac:spMkLst>
            <pc:docMk/>
            <pc:sldMk cId="2723420895" sldId="270"/>
            <ac:spMk id="10" creationId="{FBD77573-9EF2-4C35-8285-A1CF6FBB0EA5}"/>
          </ac:spMkLst>
        </pc:spChg>
        <pc:graphicFrameChg chg="add mod ord modGraphic">
          <ac:chgData name="Arseniy Buzyan (extern)" userId="S::arseniy.buzyan@edu.stockholm.se::f92a01cd-049f-4602-b292-09b82d2ea4e3" providerId="AD" clId="Web-{B9FC9074-BD1C-3753-609D-86CD43078736}" dt="2026-08-08T06:38:13.868" v="1014"/>
          <ac:graphicFrameMkLst>
            <pc:docMk/>
            <pc:sldMk cId="2723420895" sldId="270"/>
            <ac:graphicFrameMk id="5" creationId="{54FCDC69-971E-7E81-D275-C91299FB41A8}"/>
          </ac:graphicFrameMkLst>
        </pc:graphicFrameChg>
      </pc:sldChg>
      <pc:sldChg chg="addSp modSp new mod setBg">
        <pc:chgData name="Arseniy Buzyan (extern)" userId="S::arseniy.buzyan@edu.stockholm.se::f92a01cd-049f-4602-b292-09b82d2ea4e3" providerId="AD" clId="Web-{B9FC9074-BD1C-3753-609D-86CD43078736}" dt="2026-08-08T06:40:19.866" v="1183" actId="1076"/>
        <pc:sldMkLst>
          <pc:docMk/>
          <pc:sldMk cId="1968688746" sldId="271"/>
        </pc:sldMkLst>
        <pc:spChg chg="mod">
          <ac:chgData name="Arseniy Buzyan (extern)" userId="S::arseniy.buzyan@edu.stockholm.se::f92a01cd-049f-4602-b292-09b82d2ea4e3" providerId="AD" clId="Web-{B9FC9074-BD1C-3753-609D-86CD43078736}" dt="2026-08-08T06:39:29.085" v="1029" actId="1076"/>
          <ac:spMkLst>
            <pc:docMk/>
            <pc:sldMk cId="1968688746" sldId="271"/>
            <ac:spMk id="2" creationId="{5D70135F-ECFF-8A1B-2CEA-EC668FD7A8DD}"/>
          </ac:spMkLst>
        </pc:spChg>
        <pc:spChg chg="mod">
          <ac:chgData name="Arseniy Buzyan (extern)" userId="S::arseniy.buzyan@edu.stockholm.se::f92a01cd-049f-4602-b292-09b82d2ea4e3" providerId="AD" clId="Web-{B9FC9074-BD1C-3753-609D-86CD43078736}" dt="2026-08-08T06:39:41.694" v="1033" actId="14100"/>
          <ac:spMkLst>
            <pc:docMk/>
            <pc:sldMk cId="1968688746" sldId="271"/>
            <ac:spMk id="3" creationId="{64F00D59-546B-CAEC-986B-0DFDD806F459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6:38:50.164" v="1021"/>
          <ac:spMkLst>
            <pc:docMk/>
            <pc:sldMk cId="1968688746" sldId="271"/>
            <ac:spMk id="8" creationId="{17718681-A12E-49D6-9925-DD7C68176D61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6:38:50.164" v="1021"/>
          <ac:spMkLst>
            <pc:docMk/>
            <pc:sldMk cId="1968688746" sldId="271"/>
            <ac:spMk id="10" creationId="{FBD77573-9EF2-4C35-8285-A1CF6FBB0EA5}"/>
          </ac:spMkLst>
        </pc:spChg>
        <pc:graphicFrameChg chg="add mod modGraphic">
          <ac:chgData name="Arseniy Buzyan (extern)" userId="S::arseniy.buzyan@edu.stockholm.se::f92a01cd-049f-4602-b292-09b82d2ea4e3" providerId="AD" clId="Web-{B9FC9074-BD1C-3753-609D-86CD43078736}" dt="2026-08-08T06:40:19.866" v="1183" actId="1076"/>
          <ac:graphicFrameMkLst>
            <pc:docMk/>
            <pc:sldMk cId="1968688746" sldId="271"/>
            <ac:graphicFrameMk id="5" creationId="{12ED56FF-C843-D280-6231-9AF855B7AA97}"/>
          </ac:graphicFrameMkLst>
        </pc:graphicFrameChg>
      </pc:sldChg>
      <pc:sldChg chg="addSp modSp new mod setBg">
        <pc:chgData name="Arseniy Buzyan (extern)" userId="S::arseniy.buzyan@edu.stockholm.se::f92a01cd-049f-4602-b292-09b82d2ea4e3" providerId="AD" clId="Web-{B9FC9074-BD1C-3753-609D-86CD43078736}" dt="2026-08-08T06:42:40.146" v="1228" actId="14100"/>
        <pc:sldMkLst>
          <pc:docMk/>
          <pc:sldMk cId="3383414515" sldId="272"/>
        </pc:sldMkLst>
        <pc:spChg chg="mod">
          <ac:chgData name="Arseniy Buzyan (extern)" userId="S::arseniy.buzyan@edu.stockholm.se::f92a01cd-049f-4602-b292-09b82d2ea4e3" providerId="AD" clId="Web-{B9FC9074-BD1C-3753-609D-86CD43078736}" dt="2026-08-08T06:42:15.708" v="1218" actId="1076"/>
          <ac:spMkLst>
            <pc:docMk/>
            <pc:sldMk cId="3383414515" sldId="272"/>
            <ac:spMk id="2" creationId="{F120400A-6B35-B8EB-7B75-308B57AD182C}"/>
          </ac:spMkLst>
        </pc:spChg>
        <pc:spChg chg="mod">
          <ac:chgData name="Arseniy Buzyan (extern)" userId="S::arseniy.buzyan@edu.stockholm.se::f92a01cd-049f-4602-b292-09b82d2ea4e3" providerId="AD" clId="Web-{B9FC9074-BD1C-3753-609D-86CD43078736}" dt="2026-08-08T06:42:40.146" v="1228" actId="14100"/>
          <ac:spMkLst>
            <pc:docMk/>
            <pc:sldMk cId="3383414515" sldId="272"/>
            <ac:spMk id="3" creationId="{C0B68EF9-2185-BCC7-C276-2888E8BF210B}"/>
          </ac:spMkLst>
        </pc:spChg>
        <pc:spChg chg="add mod">
          <ac:chgData name="Arseniy Buzyan (extern)" userId="S::arseniy.buzyan@edu.stockholm.se::f92a01cd-049f-4602-b292-09b82d2ea4e3" providerId="AD" clId="Web-{B9FC9074-BD1C-3753-609D-86CD43078736}" dt="2026-08-08T06:42:07.490" v="1214" actId="14100"/>
          <ac:spMkLst>
            <pc:docMk/>
            <pc:sldMk cId="3383414515" sldId="272"/>
            <ac:spMk id="4" creationId="{38779330-EDA6-DA38-8600-62E6EF999216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6:41:35.099" v="1201"/>
          <ac:spMkLst>
            <pc:docMk/>
            <pc:sldMk cId="3383414515" sldId="272"/>
            <ac:spMk id="8" creationId="{17718681-A12E-49D6-9925-DD7C68176D61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6:41:35.099" v="1201"/>
          <ac:spMkLst>
            <pc:docMk/>
            <pc:sldMk cId="3383414515" sldId="272"/>
            <ac:spMk id="10" creationId="{FBD77573-9EF2-4C35-8285-A1CF6FBB0EA5}"/>
          </ac:spMkLst>
        </pc:spChg>
      </pc:sldChg>
      <pc:sldChg chg="addSp delSp modSp new mod setBg">
        <pc:chgData name="Arseniy Buzyan (extern)" userId="S::arseniy.buzyan@edu.stockholm.se::f92a01cd-049f-4602-b292-09b82d2ea4e3" providerId="AD" clId="Web-{B9FC9074-BD1C-3753-609D-86CD43078736}" dt="2026-08-08T06:45:29.191" v="1424"/>
        <pc:sldMkLst>
          <pc:docMk/>
          <pc:sldMk cId="2136993669" sldId="273"/>
        </pc:sldMkLst>
        <pc:spChg chg="mod">
          <ac:chgData name="Arseniy Buzyan (extern)" userId="S::arseniy.buzyan@edu.stockholm.se::f92a01cd-049f-4602-b292-09b82d2ea4e3" providerId="AD" clId="Web-{B9FC9074-BD1C-3753-609D-86CD43078736}" dt="2026-08-08T06:44:30.113" v="1395" actId="14100"/>
          <ac:spMkLst>
            <pc:docMk/>
            <pc:sldMk cId="2136993669" sldId="273"/>
            <ac:spMk id="2" creationId="{874CA464-F133-AA05-A64D-F39BA3BCCF1A}"/>
          </ac:spMkLst>
        </pc:spChg>
        <pc:spChg chg="mod">
          <ac:chgData name="Arseniy Buzyan (extern)" userId="S::arseniy.buzyan@edu.stockholm.se::f92a01cd-049f-4602-b292-09b82d2ea4e3" providerId="AD" clId="Web-{B9FC9074-BD1C-3753-609D-86CD43078736}" dt="2026-08-08T06:44:34.926" v="1397" actId="14100"/>
          <ac:spMkLst>
            <pc:docMk/>
            <pc:sldMk cId="2136993669" sldId="273"/>
            <ac:spMk id="3" creationId="{9A8E0889-62C6-7C2D-BD43-7D1F6368740F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6:43:30.208" v="1236"/>
          <ac:spMkLst>
            <pc:docMk/>
            <pc:sldMk cId="2136993669" sldId="273"/>
            <ac:spMk id="8" creationId="{17718681-A12E-49D6-9925-DD7C68176D61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6:43:30.208" v="1236"/>
          <ac:spMkLst>
            <pc:docMk/>
            <pc:sldMk cId="2136993669" sldId="273"/>
            <ac:spMk id="10" creationId="{FBD77573-9EF2-4C35-8285-A1CF6FBB0EA5}"/>
          </ac:spMkLst>
        </pc:spChg>
        <pc:graphicFrameChg chg="add del mod">
          <ac:chgData name="Arseniy Buzyan (extern)" userId="S::arseniy.buzyan@edu.stockholm.se::f92a01cd-049f-4602-b292-09b82d2ea4e3" providerId="AD" clId="Web-{B9FC9074-BD1C-3753-609D-86CD43078736}" dt="2026-08-08T06:43:25.192" v="1235"/>
          <ac:graphicFrameMkLst>
            <pc:docMk/>
            <pc:sldMk cId="2136993669" sldId="273"/>
            <ac:graphicFrameMk id="5" creationId="{2682029B-56C5-E92C-C4E2-DB3BE63B7B67}"/>
          </ac:graphicFrameMkLst>
        </pc:graphicFrameChg>
        <pc:graphicFrameChg chg="add mod modGraphic">
          <ac:chgData name="Arseniy Buzyan (extern)" userId="S::arseniy.buzyan@edu.stockholm.se::f92a01cd-049f-4602-b292-09b82d2ea4e3" providerId="AD" clId="Web-{B9FC9074-BD1C-3753-609D-86CD43078736}" dt="2026-08-08T06:45:29.191" v="1424"/>
          <ac:graphicFrameMkLst>
            <pc:docMk/>
            <pc:sldMk cId="2136993669" sldId="273"/>
            <ac:graphicFrameMk id="7" creationId="{D10A34E6-6925-9F5E-1074-6E53C2AB77C8}"/>
          </ac:graphicFrameMkLst>
        </pc:graphicFrameChg>
      </pc:sldChg>
      <pc:sldChg chg="addSp delSp modSp new mod setBg setClrOvrMap">
        <pc:chgData name="Arseniy Buzyan (extern)" userId="S::arseniy.buzyan@edu.stockholm.se::f92a01cd-049f-4602-b292-09b82d2ea4e3" providerId="AD" clId="Web-{B9FC9074-BD1C-3753-609D-86CD43078736}" dt="2026-08-08T06:48:00.361" v="1486" actId="20577"/>
        <pc:sldMkLst>
          <pc:docMk/>
          <pc:sldMk cId="238426874" sldId="274"/>
        </pc:sldMkLst>
        <pc:spChg chg="mod">
          <ac:chgData name="Arseniy Buzyan (extern)" userId="S::arseniy.buzyan@edu.stockholm.se::f92a01cd-049f-4602-b292-09b82d2ea4e3" providerId="AD" clId="Web-{B9FC9074-BD1C-3753-609D-86CD43078736}" dt="2026-08-08T06:47:15.330" v="1464" actId="14100"/>
          <ac:spMkLst>
            <pc:docMk/>
            <pc:sldMk cId="238426874" sldId="274"/>
            <ac:spMk id="2" creationId="{FE05B873-7C20-5A91-18E9-E6BA2ACF533F}"/>
          </ac:spMkLst>
        </pc:spChg>
        <pc:spChg chg="mod">
          <ac:chgData name="Arseniy Buzyan (extern)" userId="S::arseniy.buzyan@edu.stockholm.se::f92a01cd-049f-4602-b292-09b82d2ea4e3" providerId="AD" clId="Web-{B9FC9074-BD1C-3753-609D-86CD43078736}" dt="2026-08-08T06:48:00.361" v="1486" actId="20577"/>
          <ac:spMkLst>
            <pc:docMk/>
            <pc:sldMk cId="238426874" sldId="274"/>
            <ac:spMk id="3" creationId="{C71D492A-5FCE-0A9F-60B5-6C3ED2C2E372}"/>
          </ac:spMkLst>
        </pc:spChg>
        <pc:spChg chg="add mod">
          <ac:chgData name="Arseniy Buzyan (extern)" userId="S::arseniy.buzyan@edu.stockholm.se::f92a01cd-049f-4602-b292-09b82d2ea4e3" providerId="AD" clId="Web-{B9FC9074-BD1C-3753-609D-86CD43078736}" dt="2026-08-08T06:47:17.752" v="1466" actId="20577"/>
          <ac:spMkLst>
            <pc:docMk/>
            <pc:sldMk cId="238426874" sldId="274"/>
            <ac:spMk id="4" creationId="{1ED7A440-6BE5-D501-84C3-CF32FC9AA609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6:46:38.175" v="1435"/>
          <ac:spMkLst>
            <pc:docMk/>
            <pc:sldMk cId="238426874" sldId="274"/>
            <ac:spMk id="8" creationId="{5FEF463D-EE6B-46FF-B7C7-74B09A96C8AB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6:46:38.175" v="1435"/>
          <ac:spMkLst>
            <pc:docMk/>
            <pc:sldMk cId="238426874" sldId="274"/>
            <ac:spMk id="14" creationId="{30B5ED20-499B-41E7-95BE-8BBD3131456F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6:46:38.175" v="1435"/>
          <ac:spMkLst>
            <pc:docMk/>
            <pc:sldMk cId="238426874" sldId="274"/>
            <ac:spMk id="16" creationId="{35A51D22-76EA-4C70-B5C9-ED3946924CB7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6:46:38.128" v="1434"/>
          <ac:spMkLst>
            <pc:docMk/>
            <pc:sldMk cId="238426874" sldId="274"/>
            <ac:spMk id="21" creationId="{B73D3AEB-8AA3-481D-9F6F-B80FE58DD5BD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6:46:38.128" v="1434"/>
          <ac:spMkLst>
            <pc:docMk/>
            <pc:sldMk cId="238426874" sldId="274"/>
            <ac:spMk id="23" creationId="{5BD9FE98-387B-4EC6-A44D-C6F923034956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6:46:38.128" v="1434"/>
          <ac:spMkLst>
            <pc:docMk/>
            <pc:sldMk cId="238426874" sldId="274"/>
            <ac:spMk id="31" creationId="{205D069A-295F-435F-8B39-14D44D98690C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6:46:38.128" v="1434"/>
          <ac:spMkLst>
            <pc:docMk/>
            <pc:sldMk cId="238426874" sldId="274"/>
            <ac:spMk id="33" creationId="{14925E00-1519-483D-BEDE-3DB840745A7C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6:46:38.128" v="1434"/>
          <ac:spMkLst>
            <pc:docMk/>
            <pc:sldMk cId="238426874" sldId="274"/>
            <ac:spMk id="41" creationId="{AC26F14B-F98B-4B7D-AF0B-24D840F67A5C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6:46:38.175" v="1435"/>
          <ac:spMkLst>
            <pc:docMk/>
            <pc:sldMk cId="238426874" sldId="274"/>
            <ac:spMk id="49" creationId="{B95B9BA8-1D69-4796-85F5-B6D0BD52354B}"/>
          </ac:spMkLst>
        </pc:spChg>
        <pc:grpChg chg="add del">
          <ac:chgData name="Arseniy Buzyan (extern)" userId="S::arseniy.buzyan@edu.stockholm.se::f92a01cd-049f-4602-b292-09b82d2ea4e3" providerId="AD" clId="Web-{B9FC9074-BD1C-3753-609D-86CD43078736}" dt="2026-08-08T06:46:38.175" v="1435"/>
          <ac:grpSpMkLst>
            <pc:docMk/>
            <pc:sldMk cId="238426874" sldId="274"/>
            <ac:grpSpMk id="10" creationId="{11A27B3A-460C-4100-99B5-817F25979F6C}"/>
          </ac:grpSpMkLst>
        </pc:grpChg>
        <pc:grpChg chg="add">
          <ac:chgData name="Arseniy Buzyan (extern)" userId="S::arseniy.buzyan@edu.stockholm.se::f92a01cd-049f-4602-b292-09b82d2ea4e3" providerId="AD" clId="Web-{B9FC9074-BD1C-3753-609D-86CD43078736}" dt="2026-08-08T06:46:38.175" v="1435"/>
          <ac:grpSpMkLst>
            <pc:docMk/>
            <pc:sldMk cId="238426874" sldId="274"/>
            <ac:grpSpMk id="50" creationId="{5F892E19-92E7-4BB2-8C3F-DBDFE8D9D324}"/>
          </ac:grpSpMkLst>
        </pc:grpChg>
      </pc:sldChg>
      <pc:sldChg chg="addSp modSp new mod setBg setClrOvrMap">
        <pc:chgData name="Arseniy Buzyan (extern)" userId="S::arseniy.buzyan@edu.stockholm.se::f92a01cd-049f-4602-b292-09b82d2ea4e3" providerId="AD" clId="Web-{B9FC9074-BD1C-3753-609D-86CD43078736}" dt="2026-08-08T06:49:44.554" v="1520" actId="1076"/>
        <pc:sldMkLst>
          <pc:docMk/>
          <pc:sldMk cId="3606624588" sldId="275"/>
        </pc:sldMkLst>
        <pc:spChg chg="mod">
          <ac:chgData name="Arseniy Buzyan (extern)" userId="S::arseniy.buzyan@edu.stockholm.se::f92a01cd-049f-4602-b292-09b82d2ea4e3" providerId="AD" clId="Web-{B9FC9074-BD1C-3753-609D-86CD43078736}" dt="2026-08-08T06:49:44.554" v="1520" actId="1076"/>
          <ac:spMkLst>
            <pc:docMk/>
            <pc:sldMk cId="3606624588" sldId="275"/>
            <ac:spMk id="2" creationId="{5A7ECDD4-4FF0-6245-A4A5-255F08D26999}"/>
          </ac:spMkLst>
        </pc:spChg>
        <pc:spChg chg="mod">
          <ac:chgData name="Arseniy Buzyan (extern)" userId="S::arseniy.buzyan@edu.stockholm.se::f92a01cd-049f-4602-b292-09b82d2ea4e3" providerId="AD" clId="Web-{B9FC9074-BD1C-3753-609D-86CD43078736}" dt="2026-08-08T06:49:26.601" v="1511" actId="20577"/>
          <ac:spMkLst>
            <pc:docMk/>
            <pc:sldMk cId="3606624588" sldId="275"/>
            <ac:spMk id="3" creationId="{6B9B49EF-E90A-1CF4-D12F-057F23E4CCA0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6:48:43.986" v="1495"/>
          <ac:spMkLst>
            <pc:docMk/>
            <pc:sldMk cId="3606624588" sldId="275"/>
            <ac:spMk id="8" creationId="{B95B9BA8-1D69-4796-85F5-B6D0BD52354B}"/>
          </ac:spMkLst>
        </pc:spChg>
        <pc:grpChg chg="add">
          <ac:chgData name="Arseniy Buzyan (extern)" userId="S::arseniy.buzyan@edu.stockholm.se::f92a01cd-049f-4602-b292-09b82d2ea4e3" providerId="AD" clId="Web-{B9FC9074-BD1C-3753-609D-86CD43078736}" dt="2026-08-08T06:48:43.986" v="1495"/>
          <ac:grpSpMkLst>
            <pc:docMk/>
            <pc:sldMk cId="3606624588" sldId="275"/>
            <ac:grpSpMk id="10" creationId="{5F892E19-92E7-4BB2-8C3F-DBDFE8D9D324}"/>
          </ac:grpSpMkLst>
        </pc:grpChg>
      </pc:sldChg>
      <pc:sldChg chg="addSp modSp new mod setBg setClrOvrMap">
        <pc:chgData name="Arseniy Buzyan (extern)" userId="S::arseniy.buzyan@edu.stockholm.se::f92a01cd-049f-4602-b292-09b82d2ea4e3" providerId="AD" clId="Web-{B9FC9074-BD1C-3753-609D-86CD43078736}" dt="2026-08-08T06:52:32.240" v="1680"/>
        <pc:sldMkLst>
          <pc:docMk/>
          <pc:sldMk cId="2850360925" sldId="276"/>
        </pc:sldMkLst>
        <pc:spChg chg="mod">
          <ac:chgData name="Arseniy Buzyan (extern)" userId="S::arseniy.buzyan@edu.stockholm.se::f92a01cd-049f-4602-b292-09b82d2ea4e3" providerId="AD" clId="Web-{B9FC9074-BD1C-3753-609D-86CD43078736}" dt="2026-08-08T06:51:20.022" v="1538" actId="20577"/>
          <ac:spMkLst>
            <pc:docMk/>
            <pc:sldMk cId="2850360925" sldId="276"/>
            <ac:spMk id="2" creationId="{4E929DC4-7F05-A7A5-B191-1062521748F8}"/>
          </ac:spMkLst>
        </pc:spChg>
        <pc:spChg chg="mod">
          <ac:chgData name="Arseniy Buzyan (extern)" userId="S::arseniy.buzyan@edu.stockholm.se::f92a01cd-049f-4602-b292-09b82d2ea4e3" providerId="AD" clId="Web-{B9FC9074-BD1C-3753-609D-86CD43078736}" dt="2026-08-08T06:51:23.069" v="1539" actId="14100"/>
          <ac:spMkLst>
            <pc:docMk/>
            <pc:sldMk cId="2850360925" sldId="276"/>
            <ac:spMk id="3" creationId="{5ABF4EDB-8BC3-311C-EE83-1B7A21524258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6:50:39.897" v="1524"/>
          <ac:spMkLst>
            <pc:docMk/>
            <pc:sldMk cId="2850360925" sldId="276"/>
            <ac:spMk id="8" creationId="{B95B9BA8-1D69-4796-85F5-B6D0BD52354B}"/>
          </ac:spMkLst>
        </pc:spChg>
        <pc:grpChg chg="add">
          <ac:chgData name="Arseniy Buzyan (extern)" userId="S::arseniy.buzyan@edu.stockholm.se::f92a01cd-049f-4602-b292-09b82d2ea4e3" providerId="AD" clId="Web-{B9FC9074-BD1C-3753-609D-86CD43078736}" dt="2026-08-08T06:50:39.897" v="1524"/>
          <ac:grpSpMkLst>
            <pc:docMk/>
            <pc:sldMk cId="2850360925" sldId="276"/>
            <ac:grpSpMk id="10" creationId="{5F892E19-92E7-4BB2-8C3F-DBDFE8D9D324}"/>
          </ac:grpSpMkLst>
        </pc:grpChg>
        <pc:graphicFrameChg chg="add mod modGraphic">
          <ac:chgData name="Arseniy Buzyan (extern)" userId="S::arseniy.buzyan@edu.stockholm.se::f92a01cd-049f-4602-b292-09b82d2ea4e3" providerId="AD" clId="Web-{B9FC9074-BD1C-3753-609D-86CD43078736}" dt="2026-08-08T06:52:32.240" v="1680"/>
          <ac:graphicFrameMkLst>
            <pc:docMk/>
            <pc:sldMk cId="2850360925" sldId="276"/>
            <ac:graphicFrameMk id="5" creationId="{2798555C-C121-639F-D08F-A9222944CB69}"/>
          </ac:graphicFrameMkLst>
        </pc:graphicFrameChg>
      </pc:sldChg>
      <pc:sldChg chg="addSp delSp modSp new mod setBg setClrOvrMap">
        <pc:chgData name="Arseniy Buzyan (extern)" userId="S::arseniy.buzyan@edu.stockholm.se::f92a01cd-049f-4602-b292-09b82d2ea4e3" providerId="AD" clId="Web-{B9FC9074-BD1C-3753-609D-86CD43078736}" dt="2026-08-08T06:56:36.300" v="1760" actId="20577"/>
        <pc:sldMkLst>
          <pc:docMk/>
          <pc:sldMk cId="4035023673" sldId="277"/>
        </pc:sldMkLst>
        <pc:spChg chg="mod">
          <ac:chgData name="Arseniy Buzyan (extern)" userId="S::arseniy.buzyan@edu.stockholm.se::f92a01cd-049f-4602-b292-09b82d2ea4e3" providerId="AD" clId="Web-{B9FC9074-BD1C-3753-609D-86CD43078736}" dt="2026-08-08T06:53:36.020" v="1699" actId="14100"/>
          <ac:spMkLst>
            <pc:docMk/>
            <pc:sldMk cId="4035023673" sldId="277"/>
            <ac:spMk id="2" creationId="{FFFD16E4-933E-BED5-5F3C-5F265288E1F0}"/>
          </ac:spMkLst>
        </pc:spChg>
        <pc:spChg chg="mod">
          <ac:chgData name="Arseniy Buzyan (extern)" userId="S::arseniy.buzyan@edu.stockholm.se::f92a01cd-049f-4602-b292-09b82d2ea4e3" providerId="AD" clId="Web-{B9FC9074-BD1C-3753-609D-86CD43078736}" dt="2026-08-08T06:53:41.349" v="1700" actId="14100"/>
          <ac:spMkLst>
            <pc:docMk/>
            <pc:sldMk cId="4035023673" sldId="277"/>
            <ac:spMk id="3" creationId="{7F7B3D65-36A6-BDC0-33EE-3D16F3E10C70}"/>
          </ac:spMkLst>
        </pc:spChg>
        <pc:spChg chg="add mod">
          <ac:chgData name="Arseniy Buzyan (extern)" userId="S::arseniy.buzyan@edu.stockholm.se::f92a01cd-049f-4602-b292-09b82d2ea4e3" providerId="AD" clId="Web-{B9FC9074-BD1C-3753-609D-86CD43078736}" dt="2026-08-08T06:56:27.050" v="1757" actId="20577"/>
          <ac:spMkLst>
            <pc:docMk/>
            <pc:sldMk cId="4035023673" sldId="277"/>
            <ac:spMk id="4" creationId="{90ED7B01-45B7-9FCA-3EB1-F4B5C8E5BAB2}"/>
          </ac:spMkLst>
        </pc:spChg>
        <pc:spChg chg="add del mod">
          <ac:chgData name="Arseniy Buzyan (extern)" userId="S::arseniy.buzyan@edu.stockholm.se::f92a01cd-049f-4602-b292-09b82d2ea4e3" providerId="AD" clId="Web-{B9FC9074-BD1C-3753-609D-86CD43078736}" dt="2026-08-08T06:55:47.707" v="1733"/>
          <ac:spMkLst>
            <pc:docMk/>
            <pc:sldMk cId="4035023673" sldId="277"/>
            <ac:spMk id="5" creationId="{4088B93E-6AF3-A0C2-CFF6-0F630818023C}"/>
          </ac:spMkLst>
        </pc:spChg>
        <pc:spChg chg="add del mod">
          <ac:chgData name="Arseniy Buzyan (extern)" userId="S::arseniy.buzyan@edu.stockholm.se::f92a01cd-049f-4602-b292-09b82d2ea4e3" providerId="AD" clId="Web-{B9FC9074-BD1C-3753-609D-86CD43078736}" dt="2026-08-08T06:56:01.581" v="1737"/>
          <ac:spMkLst>
            <pc:docMk/>
            <pc:sldMk cId="4035023673" sldId="277"/>
            <ac:spMk id="6" creationId="{EE788047-53F9-50EC-1B4C-AAF87B2F2F9E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6:53:08.505" v="1688"/>
          <ac:spMkLst>
            <pc:docMk/>
            <pc:sldMk cId="4035023673" sldId="277"/>
            <ac:spMk id="8" creationId="{B95B9BA8-1D69-4796-85F5-B6D0BD52354B}"/>
          </ac:spMkLst>
        </pc:spChg>
        <pc:spChg chg="add mod">
          <ac:chgData name="Arseniy Buzyan (extern)" userId="S::arseniy.buzyan@edu.stockholm.se::f92a01cd-049f-4602-b292-09b82d2ea4e3" providerId="AD" clId="Web-{B9FC9074-BD1C-3753-609D-86CD43078736}" dt="2026-08-08T06:56:36.300" v="1760" actId="20577"/>
          <ac:spMkLst>
            <pc:docMk/>
            <pc:sldMk cId="4035023673" sldId="277"/>
            <ac:spMk id="9" creationId="{6C355BFF-236F-4FB4-04C1-9D655FEEE560}"/>
          </ac:spMkLst>
        </pc:spChg>
        <pc:grpChg chg="add">
          <ac:chgData name="Arseniy Buzyan (extern)" userId="S::arseniy.buzyan@edu.stockholm.se::f92a01cd-049f-4602-b292-09b82d2ea4e3" providerId="AD" clId="Web-{B9FC9074-BD1C-3753-609D-86CD43078736}" dt="2026-08-08T06:53:08.505" v="1688"/>
          <ac:grpSpMkLst>
            <pc:docMk/>
            <pc:sldMk cId="4035023673" sldId="277"/>
            <ac:grpSpMk id="10" creationId="{5F892E19-92E7-4BB2-8C3F-DBDFE8D9D324}"/>
          </ac:grpSpMkLst>
        </pc:grpChg>
      </pc:sldChg>
      <pc:sldChg chg="addSp modSp new mod setBg">
        <pc:chgData name="Arseniy Buzyan (extern)" userId="S::arseniy.buzyan@edu.stockholm.se::f92a01cd-049f-4602-b292-09b82d2ea4e3" providerId="AD" clId="Web-{B9FC9074-BD1C-3753-609D-86CD43078736}" dt="2026-08-08T06:58:19.236" v="1906"/>
        <pc:sldMkLst>
          <pc:docMk/>
          <pc:sldMk cId="3147228835" sldId="278"/>
        </pc:sldMkLst>
        <pc:spChg chg="mod">
          <ac:chgData name="Arseniy Buzyan (extern)" userId="S::arseniy.buzyan@edu.stockholm.se::f92a01cd-049f-4602-b292-09b82d2ea4e3" providerId="AD" clId="Web-{B9FC9074-BD1C-3753-609D-86CD43078736}" dt="2026-08-08T06:57:30.752" v="1774" actId="14100"/>
          <ac:spMkLst>
            <pc:docMk/>
            <pc:sldMk cId="3147228835" sldId="278"/>
            <ac:spMk id="2" creationId="{15307A8B-F38E-D4F5-5202-C917372C6E56}"/>
          </ac:spMkLst>
        </pc:spChg>
        <pc:spChg chg="mod">
          <ac:chgData name="Arseniy Buzyan (extern)" userId="S::arseniy.buzyan@edu.stockholm.se::f92a01cd-049f-4602-b292-09b82d2ea4e3" providerId="AD" clId="Web-{B9FC9074-BD1C-3753-609D-86CD43078736}" dt="2026-08-08T06:57:44.315" v="1780" actId="14100"/>
          <ac:spMkLst>
            <pc:docMk/>
            <pc:sldMk cId="3147228835" sldId="278"/>
            <ac:spMk id="3" creationId="{DCE3C833-A387-9280-67FE-9F069EA5D383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6:57:10.565" v="1764"/>
          <ac:spMkLst>
            <pc:docMk/>
            <pc:sldMk cId="3147228835" sldId="278"/>
            <ac:spMk id="8" creationId="{17718681-A12E-49D6-9925-DD7C68176D61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6:57:10.565" v="1764"/>
          <ac:spMkLst>
            <pc:docMk/>
            <pc:sldMk cId="3147228835" sldId="278"/>
            <ac:spMk id="10" creationId="{FBD77573-9EF2-4C35-8285-A1CF6FBB0EA5}"/>
          </ac:spMkLst>
        </pc:spChg>
        <pc:graphicFrameChg chg="add mod modGraphic">
          <ac:chgData name="Arseniy Buzyan (extern)" userId="S::arseniy.buzyan@edu.stockholm.se::f92a01cd-049f-4602-b292-09b82d2ea4e3" providerId="AD" clId="Web-{B9FC9074-BD1C-3753-609D-86CD43078736}" dt="2026-08-08T06:58:19.236" v="1906"/>
          <ac:graphicFrameMkLst>
            <pc:docMk/>
            <pc:sldMk cId="3147228835" sldId="278"/>
            <ac:graphicFrameMk id="5" creationId="{CD006967-DD09-22D7-9A1F-2A3C963F0387}"/>
          </ac:graphicFrameMkLst>
        </pc:graphicFrameChg>
      </pc:sldChg>
      <pc:sldChg chg="addSp modSp new mod setBg">
        <pc:chgData name="Arseniy Buzyan (extern)" userId="S::arseniy.buzyan@edu.stockholm.se::f92a01cd-049f-4602-b292-09b82d2ea4e3" providerId="AD" clId="Web-{B9FC9074-BD1C-3753-609D-86CD43078736}" dt="2026-08-08T07:00:10.673" v="1960" actId="20577"/>
        <pc:sldMkLst>
          <pc:docMk/>
          <pc:sldMk cId="1448225258" sldId="279"/>
        </pc:sldMkLst>
        <pc:spChg chg="mod">
          <ac:chgData name="Arseniy Buzyan (extern)" userId="S::arseniy.buzyan@edu.stockholm.se::f92a01cd-049f-4602-b292-09b82d2ea4e3" providerId="AD" clId="Web-{B9FC9074-BD1C-3753-609D-86CD43078736}" dt="2026-08-08T06:59:39.236" v="1941" actId="14100"/>
          <ac:spMkLst>
            <pc:docMk/>
            <pc:sldMk cId="1448225258" sldId="279"/>
            <ac:spMk id="2" creationId="{30C518D8-0EC2-6109-3AEB-77DCE7799170}"/>
          </ac:spMkLst>
        </pc:spChg>
        <pc:spChg chg="mod">
          <ac:chgData name="Arseniy Buzyan (extern)" userId="S::arseniy.buzyan@edu.stockholm.se::f92a01cd-049f-4602-b292-09b82d2ea4e3" providerId="AD" clId="Web-{B9FC9074-BD1C-3753-609D-86CD43078736}" dt="2026-08-08T07:00:10.673" v="1960" actId="20577"/>
          <ac:spMkLst>
            <pc:docMk/>
            <pc:sldMk cId="1448225258" sldId="279"/>
            <ac:spMk id="3" creationId="{08E48700-FA93-A166-9E6A-22AD4FFD8832}"/>
          </ac:spMkLst>
        </pc:spChg>
        <pc:spChg chg="add mod">
          <ac:chgData name="Arseniy Buzyan (extern)" userId="S::arseniy.buzyan@edu.stockholm.se::f92a01cd-049f-4602-b292-09b82d2ea4e3" providerId="AD" clId="Web-{B9FC9074-BD1C-3753-609D-86CD43078736}" dt="2026-08-08T06:59:28.908" v="1937" actId="14100"/>
          <ac:spMkLst>
            <pc:docMk/>
            <pc:sldMk cId="1448225258" sldId="279"/>
            <ac:spMk id="4" creationId="{D718A248-8355-6029-4A92-BD5BD5408038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6:59:08.876" v="1916"/>
          <ac:spMkLst>
            <pc:docMk/>
            <pc:sldMk cId="1448225258" sldId="279"/>
            <ac:spMk id="8" creationId="{17718681-A12E-49D6-9925-DD7C68176D61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6:59:08.876" v="1916"/>
          <ac:spMkLst>
            <pc:docMk/>
            <pc:sldMk cId="1448225258" sldId="279"/>
            <ac:spMk id="10" creationId="{FBD77573-9EF2-4C35-8285-A1CF6FBB0EA5}"/>
          </ac:spMkLst>
        </pc:spChg>
      </pc:sldChg>
      <pc:sldChg chg="addSp modSp new mod setBg">
        <pc:chgData name="Arseniy Buzyan (extern)" userId="S::arseniy.buzyan@edu.stockholm.se::f92a01cd-049f-4602-b292-09b82d2ea4e3" providerId="AD" clId="Web-{B9FC9074-BD1C-3753-609D-86CD43078736}" dt="2026-08-08T07:01:22.594" v="2077"/>
        <pc:sldMkLst>
          <pc:docMk/>
          <pc:sldMk cId="3534274443" sldId="280"/>
        </pc:sldMkLst>
        <pc:spChg chg="mod">
          <ac:chgData name="Arseniy Buzyan (extern)" userId="S::arseniy.buzyan@edu.stockholm.se::f92a01cd-049f-4602-b292-09b82d2ea4e3" providerId="AD" clId="Web-{B9FC9074-BD1C-3753-609D-86CD43078736}" dt="2026-08-08T07:00:54.829" v="1974" actId="20577"/>
          <ac:spMkLst>
            <pc:docMk/>
            <pc:sldMk cId="3534274443" sldId="280"/>
            <ac:spMk id="2" creationId="{D687D8FB-C0BB-E535-6700-5FE13C8CD186}"/>
          </ac:spMkLst>
        </pc:spChg>
        <pc:spChg chg="mod">
          <ac:chgData name="Arseniy Buzyan (extern)" userId="S::arseniy.buzyan@edu.stockholm.se::f92a01cd-049f-4602-b292-09b82d2ea4e3" providerId="AD" clId="Web-{B9FC9074-BD1C-3753-609D-86CD43078736}" dt="2026-08-08T07:00:56.797" v="1975" actId="14100"/>
          <ac:spMkLst>
            <pc:docMk/>
            <pc:sldMk cId="3534274443" sldId="280"/>
            <ac:spMk id="3" creationId="{ABB35FE1-CCA9-C1A5-6A19-D20C0AC9CBEB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7:00:31.157" v="1964"/>
          <ac:spMkLst>
            <pc:docMk/>
            <pc:sldMk cId="3534274443" sldId="280"/>
            <ac:spMk id="8" creationId="{17718681-A12E-49D6-9925-DD7C68176D61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7:00:31.157" v="1964"/>
          <ac:spMkLst>
            <pc:docMk/>
            <pc:sldMk cId="3534274443" sldId="280"/>
            <ac:spMk id="10" creationId="{FBD77573-9EF2-4C35-8285-A1CF6FBB0EA5}"/>
          </ac:spMkLst>
        </pc:spChg>
        <pc:graphicFrameChg chg="add mod modGraphic">
          <ac:chgData name="Arseniy Buzyan (extern)" userId="S::arseniy.buzyan@edu.stockholm.se::f92a01cd-049f-4602-b292-09b82d2ea4e3" providerId="AD" clId="Web-{B9FC9074-BD1C-3753-609D-86CD43078736}" dt="2026-08-08T07:01:22.594" v="2077"/>
          <ac:graphicFrameMkLst>
            <pc:docMk/>
            <pc:sldMk cId="3534274443" sldId="280"/>
            <ac:graphicFrameMk id="5" creationId="{A8F4CF3C-0759-4D89-5A78-CCCCC364E6C3}"/>
          </ac:graphicFrameMkLst>
        </pc:graphicFrameChg>
      </pc:sldChg>
      <pc:sldChg chg="addSp delSp modSp new mod setBg">
        <pc:chgData name="Arseniy Buzyan (extern)" userId="S::arseniy.buzyan@edu.stockholm.se::f92a01cd-049f-4602-b292-09b82d2ea4e3" providerId="AD" clId="Web-{B9FC9074-BD1C-3753-609D-86CD43078736}" dt="2026-08-08T09:54:31.939" v="2659" actId="14100"/>
        <pc:sldMkLst>
          <pc:docMk/>
          <pc:sldMk cId="2610840009" sldId="281"/>
        </pc:sldMkLst>
        <pc:spChg chg="mod">
          <ac:chgData name="Arseniy Buzyan (extern)" userId="S::arseniy.buzyan@edu.stockholm.se::f92a01cd-049f-4602-b292-09b82d2ea4e3" providerId="AD" clId="Web-{B9FC9074-BD1C-3753-609D-86CD43078736}" dt="2026-08-08T07:03:06.155" v="2099" actId="14100"/>
          <ac:spMkLst>
            <pc:docMk/>
            <pc:sldMk cId="2610840009" sldId="281"/>
            <ac:spMk id="2" creationId="{5CF8BE84-98DA-B7DC-5C2D-FE6069C36AFE}"/>
          </ac:spMkLst>
        </pc:spChg>
        <pc:spChg chg="mod">
          <ac:chgData name="Arseniy Buzyan (extern)" userId="S::arseniy.buzyan@edu.stockholm.se::f92a01cd-049f-4602-b292-09b82d2ea4e3" providerId="AD" clId="Web-{B9FC9074-BD1C-3753-609D-86CD43078736}" dt="2026-08-08T09:54:31.939" v="2659" actId="14100"/>
          <ac:spMkLst>
            <pc:docMk/>
            <pc:sldMk cId="2610840009" sldId="281"/>
            <ac:spMk id="3" creationId="{E4FD3171-636D-1525-1CA5-64CEDF11EE1C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7:02:24.781" v="2087"/>
          <ac:spMkLst>
            <pc:docMk/>
            <pc:sldMk cId="2610840009" sldId="281"/>
            <ac:spMk id="10" creationId="{55F7ABCA-A68A-47DD-B732-76FF34C6FB7D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7:02:24.781" v="2087"/>
          <ac:spMkLst>
            <pc:docMk/>
            <pc:sldMk cId="2610840009" sldId="281"/>
            <ac:spMk id="15" creationId="{5D13CC36-B950-4F02-9BAF-9A7EB267398C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7:02:24.781" v="2087"/>
          <ac:spMkLst>
            <pc:docMk/>
            <pc:sldMk cId="2610840009" sldId="281"/>
            <ac:spMk id="17" creationId="{4F2E2428-58BA-458D-AA54-05502E63F32F}"/>
          </ac:spMkLst>
        </pc:spChg>
        <pc:picChg chg="add mod ord">
          <ac:chgData name="Arseniy Buzyan (extern)" userId="S::arseniy.buzyan@edu.stockholm.se::f92a01cd-049f-4602-b292-09b82d2ea4e3" providerId="AD" clId="Web-{B9FC9074-BD1C-3753-609D-86CD43078736}" dt="2026-08-08T07:02:24.781" v="2087"/>
          <ac:picMkLst>
            <pc:docMk/>
            <pc:sldMk cId="2610840009" sldId="281"/>
            <ac:picMk id="7" creationId="{86993719-2FA0-AE2D-FCE0-EB437816F64A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B9FC9074-BD1C-3753-609D-86CD43078736}" dt="2026-08-08T09:54:57.471" v="2662" actId="20577"/>
        <pc:sldMkLst>
          <pc:docMk/>
          <pc:sldMk cId="3892183561" sldId="282"/>
        </pc:sldMkLst>
        <pc:spChg chg="mod">
          <ac:chgData name="Arseniy Buzyan (extern)" userId="S::arseniy.buzyan@edu.stockholm.se::f92a01cd-049f-4602-b292-09b82d2ea4e3" providerId="AD" clId="Web-{B9FC9074-BD1C-3753-609D-86CD43078736}" dt="2026-08-08T07:06:10.419" v="2175" actId="14100"/>
          <ac:spMkLst>
            <pc:docMk/>
            <pc:sldMk cId="3892183561" sldId="282"/>
            <ac:spMk id="2" creationId="{4DAAD6D9-A8FF-347E-C418-DCB70A478096}"/>
          </ac:spMkLst>
        </pc:spChg>
        <pc:spChg chg="mod">
          <ac:chgData name="Arseniy Buzyan (extern)" userId="S::arseniy.buzyan@edu.stockholm.se::f92a01cd-049f-4602-b292-09b82d2ea4e3" providerId="AD" clId="Web-{B9FC9074-BD1C-3753-609D-86CD43078736}" dt="2026-08-08T07:06:04.904" v="2172" actId="20577"/>
          <ac:spMkLst>
            <pc:docMk/>
            <pc:sldMk cId="3892183561" sldId="282"/>
            <ac:spMk id="3" creationId="{13E5228F-F157-D434-9F3B-CA6DF58ABA2C}"/>
          </ac:spMkLst>
        </pc:spChg>
        <pc:spChg chg="add mod">
          <ac:chgData name="Arseniy Buzyan (extern)" userId="S::arseniy.buzyan@edu.stockholm.se::f92a01cd-049f-4602-b292-09b82d2ea4e3" providerId="AD" clId="Web-{B9FC9074-BD1C-3753-609D-86CD43078736}" dt="2026-08-08T09:54:57.471" v="2662" actId="20577"/>
          <ac:spMkLst>
            <pc:docMk/>
            <pc:sldMk cId="3892183561" sldId="282"/>
            <ac:spMk id="4" creationId="{8E3A8738-D4D4-07AF-F060-70209EF9B757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7:05:34.201" v="2159"/>
          <ac:spMkLst>
            <pc:docMk/>
            <pc:sldMk cId="3892183561" sldId="282"/>
            <ac:spMk id="8" creationId="{17718681-A12E-49D6-9925-DD7C68176D61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7:05:34.201" v="2159"/>
          <ac:spMkLst>
            <pc:docMk/>
            <pc:sldMk cId="3892183561" sldId="282"/>
            <ac:spMk id="10" creationId="{FBD77573-9EF2-4C35-8285-A1CF6FBB0EA5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7:05:34.216" v="2160"/>
          <ac:spMkLst>
            <pc:docMk/>
            <pc:sldMk cId="3892183561" sldId="282"/>
            <ac:spMk id="12" creationId="{C6BFDF0B-6325-416D-926F-7141006DDBD0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7:05:34.216" v="2160"/>
          <ac:spMkLst>
            <pc:docMk/>
            <pc:sldMk cId="3892183561" sldId="282"/>
            <ac:spMk id="13" creationId="{B20EED73-1494-4E89-869B-E501A02B2408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7:05:34.216" v="2160"/>
          <ac:spMkLst>
            <pc:docMk/>
            <pc:sldMk cId="3892183561" sldId="282"/>
            <ac:spMk id="14" creationId="{E9D7A3A2-205A-4FD7-89D2-24FA8A54EA12}"/>
          </ac:spMkLst>
        </pc:spChg>
      </pc:sldChg>
      <pc:sldChg chg="addSp modSp new mod setBg">
        <pc:chgData name="Arseniy Buzyan (extern)" userId="S::arseniy.buzyan@edu.stockholm.se::f92a01cd-049f-4602-b292-09b82d2ea4e3" providerId="AD" clId="Web-{B9FC9074-BD1C-3753-609D-86CD43078736}" dt="2026-08-08T07:09:38.542" v="2252" actId="1076"/>
        <pc:sldMkLst>
          <pc:docMk/>
          <pc:sldMk cId="10575212" sldId="283"/>
        </pc:sldMkLst>
        <pc:spChg chg="mod">
          <ac:chgData name="Arseniy Buzyan (extern)" userId="S::arseniy.buzyan@edu.stockholm.se::f92a01cd-049f-4602-b292-09b82d2ea4e3" providerId="AD" clId="Web-{B9FC9074-BD1C-3753-609D-86CD43078736}" dt="2026-08-08T07:08:15.902" v="2226" actId="20577"/>
          <ac:spMkLst>
            <pc:docMk/>
            <pc:sldMk cId="10575212" sldId="283"/>
            <ac:spMk id="2" creationId="{7516F8EA-B1C2-FAB6-D4E3-52925E7EC2B8}"/>
          </ac:spMkLst>
        </pc:spChg>
        <pc:spChg chg="mod">
          <ac:chgData name="Arseniy Buzyan (extern)" userId="S::arseniy.buzyan@edu.stockholm.se::f92a01cd-049f-4602-b292-09b82d2ea4e3" providerId="AD" clId="Web-{B9FC9074-BD1C-3753-609D-86CD43078736}" dt="2026-08-08T07:09:28.886" v="2250" actId="20577"/>
          <ac:spMkLst>
            <pc:docMk/>
            <pc:sldMk cId="10575212" sldId="283"/>
            <ac:spMk id="3" creationId="{E56ADE66-039F-183E-9424-75E812FF9E2A}"/>
          </ac:spMkLst>
        </pc:spChg>
        <pc:spChg chg="add mod">
          <ac:chgData name="Arseniy Buzyan (extern)" userId="S::arseniy.buzyan@edu.stockholm.se::f92a01cd-049f-4602-b292-09b82d2ea4e3" providerId="AD" clId="Web-{B9FC9074-BD1C-3753-609D-86CD43078736}" dt="2026-08-08T07:09:38.542" v="2252" actId="1076"/>
          <ac:spMkLst>
            <pc:docMk/>
            <pc:sldMk cId="10575212" sldId="283"/>
            <ac:spMk id="4" creationId="{F29C37C4-EF6F-5A9E-1D5D-20C38F7A30FB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7:07:37.106" v="2207"/>
          <ac:spMkLst>
            <pc:docMk/>
            <pc:sldMk cId="10575212" sldId="283"/>
            <ac:spMk id="8" creationId="{B20EED73-1494-4E89-869B-E501A02B2408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7:07:37.106" v="2207"/>
          <ac:spMkLst>
            <pc:docMk/>
            <pc:sldMk cId="10575212" sldId="283"/>
            <ac:spMk id="10" creationId="{E9D7A3A2-205A-4FD7-89D2-24FA8A54EA12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7:07:37.106" v="2207"/>
          <ac:spMkLst>
            <pc:docMk/>
            <pc:sldMk cId="10575212" sldId="283"/>
            <ac:spMk id="12" creationId="{C6BFDF0B-6325-416D-926F-7141006DDBD0}"/>
          </ac:spMkLst>
        </pc:spChg>
      </pc:sldChg>
      <pc:sldChg chg="addSp delSp modSp new mod setBg setClrOvrMap">
        <pc:chgData name="Arseniy Buzyan (extern)" userId="S::arseniy.buzyan@edu.stockholm.se::f92a01cd-049f-4602-b292-09b82d2ea4e3" providerId="AD" clId="Web-{B9FC9074-BD1C-3753-609D-86CD43078736}" dt="2026-08-08T07:12:23.837" v="2286" actId="20577"/>
        <pc:sldMkLst>
          <pc:docMk/>
          <pc:sldMk cId="1529098597" sldId="284"/>
        </pc:sldMkLst>
        <pc:spChg chg="mod">
          <ac:chgData name="Arseniy Buzyan (extern)" userId="S::arseniy.buzyan@edu.stockholm.se::f92a01cd-049f-4602-b292-09b82d2ea4e3" providerId="AD" clId="Web-{B9FC9074-BD1C-3753-609D-86CD43078736}" dt="2026-08-08T07:12:23.837" v="2286" actId="20577"/>
          <ac:spMkLst>
            <pc:docMk/>
            <pc:sldMk cId="1529098597" sldId="284"/>
            <ac:spMk id="2" creationId="{BD64FC18-F3F3-4F6D-0CD5-7C6A6F218FA7}"/>
          </ac:spMkLst>
        </pc:spChg>
        <pc:spChg chg="mod">
          <ac:chgData name="Arseniy Buzyan (extern)" userId="S::arseniy.buzyan@edu.stockholm.se::f92a01cd-049f-4602-b292-09b82d2ea4e3" providerId="AD" clId="Web-{B9FC9074-BD1C-3753-609D-86CD43078736}" dt="2026-08-08T07:12:20.743" v="2285" actId="14100"/>
          <ac:spMkLst>
            <pc:docMk/>
            <pc:sldMk cId="1529098597" sldId="284"/>
            <ac:spMk id="3" creationId="{3F4491BC-CC30-2960-167A-9DCAB69AA625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7:11:19.510" v="2263"/>
          <ac:spMkLst>
            <pc:docMk/>
            <pc:sldMk cId="1529098597" sldId="284"/>
            <ac:spMk id="8" creationId="{70DFC902-7D23-471A-B557-B6B6917D7A0D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7:11:19.510" v="2263"/>
          <ac:spMkLst>
            <pc:docMk/>
            <pc:sldMk cId="1529098597" sldId="284"/>
            <ac:spMk id="10" creationId="{A55D5633-D557-4DCA-982C-FF36EB7A1C00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7:11:19.510" v="2263"/>
          <ac:spMkLst>
            <pc:docMk/>
            <pc:sldMk cId="1529098597" sldId="284"/>
            <ac:spMk id="12" creationId="{450D3AD2-FA80-415F-A9CE-54D884561CD7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7:11:19.510" v="2263"/>
          <ac:spMkLst>
            <pc:docMk/>
            <pc:sldMk cId="1529098597" sldId="284"/>
            <ac:spMk id="17" creationId="{B95B9BA8-1D69-4796-85F5-B6D0BD52354B}"/>
          </ac:spMkLst>
        </pc:spChg>
        <pc:grpChg chg="add del">
          <ac:chgData name="Arseniy Buzyan (extern)" userId="S::arseniy.buzyan@edu.stockholm.se::f92a01cd-049f-4602-b292-09b82d2ea4e3" providerId="AD" clId="Web-{B9FC9074-BD1C-3753-609D-86CD43078736}" dt="2026-08-08T07:11:19.510" v="2263"/>
          <ac:grpSpMkLst>
            <pc:docMk/>
            <pc:sldMk cId="1529098597" sldId="284"/>
            <ac:grpSpMk id="19" creationId="{207EE6D2-B8A8-4EA6-879E-705FC91778E0}"/>
          </ac:grpSpMkLst>
        </pc:grpChg>
      </pc:sldChg>
      <pc:sldChg chg="addSp modSp new mod setBg setClrOvrMap">
        <pc:chgData name="Arseniy Buzyan (extern)" userId="S::arseniy.buzyan@edu.stockholm.se::f92a01cd-049f-4602-b292-09b82d2ea4e3" providerId="AD" clId="Web-{B9FC9074-BD1C-3753-609D-86CD43078736}" dt="2026-08-08T07:13:56.586" v="2307" actId="20577"/>
        <pc:sldMkLst>
          <pc:docMk/>
          <pc:sldMk cId="695620725" sldId="285"/>
        </pc:sldMkLst>
        <pc:spChg chg="mod">
          <ac:chgData name="Arseniy Buzyan (extern)" userId="S::arseniy.buzyan@edu.stockholm.se::f92a01cd-049f-4602-b292-09b82d2ea4e3" providerId="AD" clId="Web-{B9FC9074-BD1C-3753-609D-86CD43078736}" dt="2026-08-08T07:13:56.586" v="2307" actId="20577"/>
          <ac:spMkLst>
            <pc:docMk/>
            <pc:sldMk cId="695620725" sldId="285"/>
            <ac:spMk id="2" creationId="{A4E6701E-AFC4-D42E-1A11-585BF3F85138}"/>
          </ac:spMkLst>
        </pc:spChg>
        <pc:spChg chg="mod">
          <ac:chgData name="Arseniy Buzyan (extern)" userId="S::arseniy.buzyan@edu.stockholm.se::f92a01cd-049f-4602-b292-09b82d2ea4e3" providerId="AD" clId="Web-{B9FC9074-BD1C-3753-609D-86CD43078736}" dt="2026-08-08T07:13:40.149" v="2299" actId="20577"/>
          <ac:spMkLst>
            <pc:docMk/>
            <pc:sldMk cId="695620725" sldId="285"/>
            <ac:spMk id="3" creationId="{9F90291E-7E5D-58A0-BAC7-E9265814AEEB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7:13:30.461" v="2294"/>
          <ac:spMkLst>
            <pc:docMk/>
            <pc:sldMk cId="695620725" sldId="285"/>
            <ac:spMk id="8" creationId="{A9CB0874-88B8-43D3-B0B6-C32F790F790D}"/>
          </ac:spMkLst>
        </pc:spChg>
        <pc:grpChg chg="add">
          <ac:chgData name="Arseniy Buzyan (extern)" userId="S::arseniy.buzyan@edu.stockholm.se::f92a01cd-049f-4602-b292-09b82d2ea4e3" providerId="AD" clId="Web-{B9FC9074-BD1C-3753-609D-86CD43078736}" dt="2026-08-08T07:13:30.461" v="2294"/>
          <ac:grpSpMkLst>
            <pc:docMk/>
            <pc:sldMk cId="695620725" sldId="285"/>
            <ac:grpSpMk id="10" creationId="{4BFD067A-52BE-40EE-B7CA-391830B9A265}"/>
          </ac:grpSpMkLst>
        </pc:grpChg>
        <pc:grpChg chg="add">
          <ac:chgData name="Arseniy Buzyan (extern)" userId="S::arseniy.buzyan@edu.stockholm.se::f92a01cd-049f-4602-b292-09b82d2ea4e3" providerId="AD" clId="Web-{B9FC9074-BD1C-3753-609D-86CD43078736}" dt="2026-08-08T07:13:30.461" v="2294"/>
          <ac:grpSpMkLst>
            <pc:docMk/>
            <pc:sldMk cId="695620725" sldId="285"/>
            <ac:grpSpMk id="14" creationId="{C15B8CC4-8CCE-428F-AE7E-28D178984CEC}"/>
          </ac:grpSpMkLst>
        </pc:grpChg>
      </pc:sldChg>
      <pc:sldChg chg="addSp delSp modSp new mod setBg">
        <pc:chgData name="Arseniy Buzyan (extern)" userId="S::arseniy.buzyan@edu.stockholm.se::f92a01cd-049f-4602-b292-09b82d2ea4e3" providerId="AD" clId="Web-{B9FC9074-BD1C-3753-609D-86CD43078736}" dt="2026-08-08T07:16:06.647" v="2328" actId="20577"/>
        <pc:sldMkLst>
          <pc:docMk/>
          <pc:sldMk cId="341789437" sldId="286"/>
        </pc:sldMkLst>
        <pc:spChg chg="del">
          <ac:chgData name="Arseniy Buzyan (extern)" userId="S::arseniy.buzyan@edu.stockholm.se::f92a01cd-049f-4602-b292-09b82d2ea4e3" providerId="AD" clId="Web-{B9FC9074-BD1C-3753-609D-86CD43078736}" dt="2026-08-08T07:14:10.492" v="2310"/>
          <ac:spMkLst>
            <pc:docMk/>
            <pc:sldMk cId="341789437" sldId="286"/>
            <ac:spMk id="2" creationId="{3D0491FF-B032-67F0-848A-9C3C195C6176}"/>
          </ac:spMkLst>
        </pc:spChg>
        <pc:spChg chg="del">
          <ac:chgData name="Arseniy Buzyan (extern)" userId="S::arseniy.buzyan@edu.stockholm.se::f92a01cd-049f-4602-b292-09b82d2ea4e3" providerId="AD" clId="Web-{B9FC9074-BD1C-3753-609D-86CD43078736}" dt="2026-08-08T07:14:10.492" v="2309"/>
          <ac:spMkLst>
            <pc:docMk/>
            <pc:sldMk cId="341789437" sldId="286"/>
            <ac:spMk id="3" creationId="{4190C7A7-9410-ED47-93EC-8DBFD05039FB}"/>
          </ac:spMkLst>
        </pc:spChg>
        <pc:spChg chg="add mod">
          <ac:chgData name="Arseniy Buzyan (extern)" userId="S::arseniy.buzyan@edu.stockholm.se::f92a01cd-049f-4602-b292-09b82d2ea4e3" providerId="AD" clId="Web-{B9FC9074-BD1C-3753-609D-86CD43078736}" dt="2026-08-08T07:16:06.647" v="2328" actId="20577"/>
          <ac:spMkLst>
            <pc:docMk/>
            <pc:sldMk cId="341789437" sldId="286"/>
            <ac:spMk id="4" creationId="{77754DC1-84AD-2CC4-81B5-B047EC14630C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7:14:49.664" v="2315"/>
          <ac:spMkLst>
            <pc:docMk/>
            <pc:sldMk cId="341789437" sldId="286"/>
            <ac:spMk id="13" creationId="{5D7F64A8-D625-4F61-A290-B499BB62ACFF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7:14:49.664" v="2315"/>
          <ac:spMkLst>
            <pc:docMk/>
            <pc:sldMk cId="341789437" sldId="286"/>
            <ac:spMk id="18" creationId="{B95B9BA8-1D69-4796-85F5-B6D0BD52354B}"/>
          </ac:spMkLst>
        </pc:spChg>
        <pc:grpChg chg="add">
          <ac:chgData name="Arseniy Buzyan (extern)" userId="S::arseniy.buzyan@edu.stockholm.se::f92a01cd-049f-4602-b292-09b82d2ea4e3" providerId="AD" clId="Web-{B9FC9074-BD1C-3753-609D-86CD43078736}" dt="2026-08-08T07:14:49.664" v="2315"/>
          <ac:grpSpMkLst>
            <pc:docMk/>
            <pc:sldMk cId="341789437" sldId="286"/>
            <ac:grpSpMk id="20" creationId="{36AB285A-81F9-42F0-A9FD-0058EB46EFDF}"/>
          </ac:grpSpMkLst>
        </pc:grpChg>
        <pc:picChg chg="add mod">
          <ac:chgData name="Arseniy Buzyan (extern)" userId="S::arseniy.buzyan@edu.stockholm.se::f92a01cd-049f-4602-b292-09b82d2ea4e3" providerId="AD" clId="Web-{B9FC9074-BD1C-3753-609D-86CD43078736}" dt="2026-08-08T07:14:49.664" v="2315"/>
          <ac:picMkLst>
            <pc:docMk/>
            <pc:sldMk cId="341789437" sldId="286"/>
            <ac:picMk id="8" creationId="{02C64E8C-B2EE-D480-A21C-803DA6CC15C0}"/>
          </ac:picMkLst>
        </pc:picChg>
        <pc:picChg chg="add del">
          <ac:chgData name="Arseniy Buzyan (extern)" userId="S::arseniy.buzyan@edu.stockholm.se::f92a01cd-049f-4602-b292-09b82d2ea4e3" providerId="AD" clId="Web-{B9FC9074-BD1C-3753-609D-86CD43078736}" dt="2026-08-08T07:14:49.664" v="2315"/>
          <ac:picMkLst>
            <pc:docMk/>
            <pc:sldMk cId="341789437" sldId="286"/>
            <ac:picMk id="10" creationId="{C3A7D09F-FF8B-4A2E-B74C-EBE49B8839E3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B9FC9074-BD1C-3753-609D-86CD43078736}" dt="2026-08-08T07:20:21.166" v="2521"/>
        <pc:sldMkLst>
          <pc:docMk/>
          <pc:sldMk cId="2919123772" sldId="287"/>
        </pc:sldMkLst>
        <pc:spChg chg="del mod">
          <ac:chgData name="Arseniy Buzyan (extern)" userId="S::arseniy.buzyan@edu.stockholm.se::f92a01cd-049f-4602-b292-09b82d2ea4e3" providerId="AD" clId="Web-{B9FC9074-BD1C-3753-609D-86CD43078736}" dt="2026-08-08T07:19:13.036" v="2412"/>
          <ac:spMkLst>
            <pc:docMk/>
            <pc:sldMk cId="2919123772" sldId="287"/>
            <ac:spMk id="2" creationId="{126473CF-E6BA-499D-4134-02FE489A89F7}"/>
          </ac:spMkLst>
        </pc:spChg>
        <pc:spChg chg="add del mod">
          <ac:chgData name="Arseniy Buzyan (extern)" userId="S::arseniy.buzyan@edu.stockholm.se::f92a01cd-049f-4602-b292-09b82d2ea4e3" providerId="AD" clId="Web-{B9FC9074-BD1C-3753-609D-86CD43078736}" dt="2026-08-08T07:18:01.177" v="2352"/>
          <ac:spMkLst>
            <pc:docMk/>
            <pc:sldMk cId="2919123772" sldId="287"/>
            <ac:spMk id="3" creationId="{06FC737D-0646-B4F6-4D44-84EC8823A8E1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7:17:27.193" v="2342"/>
          <ac:spMkLst>
            <pc:docMk/>
            <pc:sldMk cId="2919123772" sldId="287"/>
            <ac:spMk id="8" creationId="{81AD9542-59BB-7658-1158-16EE6B1D4724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7:16:54.553" v="2334"/>
          <ac:spMkLst>
            <pc:docMk/>
            <pc:sldMk cId="2919123772" sldId="287"/>
            <ac:spMk id="10" creationId="{B95B9BA8-1D69-4796-85F5-B6D0BD52354B}"/>
          </ac:spMkLst>
        </pc:spChg>
        <pc:spChg chg="add mod">
          <ac:chgData name="Arseniy Buzyan (extern)" userId="S::arseniy.buzyan@edu.stockholm.se::f92a01cd-049f-4602-b292-09b82d2ea4e3" providerId="AD" clId="Web-{B9FC9074-BD1C-3753-609D-86CD43078736}" dt="2026-08-08T07:19:43.557" v="2422" actId="20577"/>
          <ac:spMkLst>
            <pc:docMk/>
            <pc:sldMk cId="2919123772" sldId="287"/>
            <ac:spMk id="26" creationId="{3A3C9C99-6C30-0172-303F-6CE98EF466EE}"/>
          </ac:spMkLst>
        </pc:spChg>
        <pc:grpChg chg="add">
          <ac:chgData name="Arseniy Buzyan (extern)" userId="S::arseniy.buzyan@edu.stockholm.se::f92a01cd-049f-4602-b292-09b82d2ea4e3" providerId="AD" clId="Web-{B9FC9074-BD1C-3753-609D-86CD43078736}" dt="2026-08-08T07:16:54.553" v="2334"/>
          <ac:grpSpMkLst>
            <pc:docMk/>
            <pc:sldMk cId="2919123772" sldId="287"/>
            <ac:grpSpMk id="12" creationId="{36AB285A-81F9-42F0-A9FD-0058EB46EFDF}"/>
          </ac:grpSpMkLst>
        </pc:grpChg>
        <pc:graphicFrameChg chg="add del mod ord modGraphic">
          <ac:chgData name="Arseniy Buzyan (extern)" userId="S::arseniy.buzyan@edu.stockholm.se::f92a01cd-049f-4602-b292-09b82d2ea4e3" providerId="AD" clId="Web-{B9FC9074-BD1C-3753-609D-86CD43078736}" dt="2026-08-08T07:16:47.709" v="2333"/>
          <ac:graphicFrameMkLst>
            <pc:docMk/>
            <pc:sldMk cId="2919123772" sldId="287"/>
            <ac:graphicFrameMk id="5" creationId="{A9A7E13B-4B5A-42B5-A439-DB7B07C96C78}"/>
          </ac:graphicFrameMkLst>
        </pc:graphicFrameChg>
        <pc:graphicFrameChg chg="add del mod ord modGraphic">
          <ac:chgData name="Arseniy Buzyan (extern)" userId="S::arseniy.buzyan@edu.stockholm.se::f92a01cd-049f-4602-b292-09b82d2ea4e3" providerId="AD" clId="Web-{B9FC9074-BD1C-3753-609D-86CD43078736}" dt="2026-08-08T07:17:47.865" v="2347"/>
          <ac:graphicFrameMkLst>
            <pc:docMk/>
            <pc:sldMk cId="2919123772" sldId="287"/>
            <ac:graphicFrameMk id="11" creationId="{CFFA9C36-E20B-5CD6-9B2F-5F717F0E6166}"/>
          </ac:graphicFrameMkLst>
        </pc:graphicFrameChg>
        <pc:graphicFrameChg chg="add mod ord modGraphic">
          <ac:chgData name="Arseniy Buzyan (extern)" userId="S::arseniy.buzyan@edu.stockholm.se::f92a01cd-049f-4602-b292-09b82d2ea4e3" providerId="AD" clId="Web-{B9FC9074-BD1C-3753-609D-86CD43078736}" dt="2026-08-08T07:20:21.166" v="2521"/>
          <ac:graphicFrameMkLst>
            <pc:docMk/>
            <pc:sldMk cId="2919123772" sldId="287"/>
            <ac:graphicFrameMk id="24" creationId="{3CC516AB-C421-F733-6F01-2D11741DD3F1}"/>
          </ac:graphicFrameMkLst>
        </pc:graphicFrameChg>
        <pc:picChg chg="add">
          <ac:chgData name="Arseniy Buzyan (extern)" userId="S::arseniy.buzyan@edu.stockholm.se::f92a01cd-049f-4602-b292-09b82d2ea4e3" providerId="AD" clId="Web-{B9FC9074-BD1C-3753-609D-86CD43078736}" dt="2026-08-08T07:16:54.553" v="2334"/>
          <ac:picMkLst>
            <pc:docMk/>
            <pc:sldMk cId="2919123772" sldId="287"/>
            <ac:picMk id="7" creationId="{5ECF6478-2047-E813-D0FF-40A1AA5B2784}"/>
          </ac:picMkLst>
        </pc:picChg>
      </pc:sldChg>
      <pc:sldChg chg="addSp modSp new mod setBg">
        <pc:chgData name="Arseniy Buzyan (extern)" userId="S::arseniy.buzyan@edu.stockholm.se::f92a01cd-049f-4602-b292-09b82d2ea4e3" providerId="AD" clId="Web-{B9FC9074-BD1C-3753-609D-86CD43078736}" dt="2026-08-08T07:30:30.913" v="2545" actId="14100"/>
        <pc:sldMkLst>
          <pc:docMk/>
          <pc:sldMk cId="2486734107" sldId="288"/>
        </pc:sldMkLst>
        <pc:spChg chg="mod">
          <ac:chgData name="Arseniy Buzyan (extern)" userId="S::arseniy.buzyan@edu.stockholm.se::f92a01cd-049f-4602-b292-09b82d2ea4e3" providerId="AD" clId="Web-{B9FC9074-BD1C-3753-609D-86CD43078736}" dt="2026-08-08T07:30:23.039" v="2541" actId="20577"/>
          <ac:spMkLst>
            <pc:docMk/>
            <pc:sldMk cId="2486734107" sldId="288"/>
            <ac:spMk id="2" creationId="{1AB6E792-0FE9-2B33-6E5A-2AB605A8913F}"/>
          </ac:spMkLst>
        </pc:spChg>
        <pc:spChg chg="mod">
          <ac:chgData name="Arseniy Buzyan (extern)" userId="S::arseniy.buzyan@edu.stockholm.se::f92a01cd-049f-4602-b292-09b82d2ea4e3" providerId="AD" clId="Web-{B9FC9074-BD1C-3753-609D-86CD43078736}" dt="2026-08-08T07:30:30.913" v="2545" actId="14100"/>
          <ac:spMkLst>
            <pc:docMk/>
            <pc:sldMk cId="2486734107" sldId="288"/>
            <ac:spMk id="3" creationId="{A2B9D5AA-83E7-35AA-149D-9B82A38CC41C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7:30:10.914" v="2530"/>
          <ac:spMkLst>
            <pc:docMk/>
            <pc:sldMk cId="2486734107" sldId="288"/>
            <ac:spMk id="8" creationId="{17718681-A12E-49D6-9925-DD7C68176D61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7:30:10.914" v="2530"/>
          <ac:spMkLst>
            <pc:docMk/>
            <pc:sldMk cId="2486734107" sldId="288"/>
            <ac:spMk id="10" creationId="{FBD77573-9EF2-4C35-8285-A1CF6FBB0EA5}"/>
          </ac:spMkLst>
        </pc:spChg>
      </pc:sldChg>
      <pc:sldChg chg="addSp delSp modSp new mod setBg">
        <pc:chgData name="Arseniy Buzyan (extern)" userId="S::arseniy.buzyan@edu.stockholm.se::f92a01cd-049f-4602-b292-09b82d2ea4e3" providerId="AD" clId="Web-{B9FC9074-BD1C-3753-609D-86CD43078736}" dt="2026-08-08T09:39:38.712" v="2561" actId="1076"/>
        <pc:sldMkLst>
          <pc:docMk/>
          <pc:sldMk cId="1985489790" sldId="289"/>
        </pc:sldMkLst>
        <pc:spChg chg="del">
          <ac:chgData name="Arseniy Buzyan (extern)" userId="S::arseniy.buzyan@edu.stockholm.se::f92a01cd-049f-4602-b292-09b82d2ea4e3" providerId="AD" clId="Web-{B9FC9074-BD1C-3753-609D-86CD43078736}" dt="2026-08-08T09:38:49.665" v="2548"/>
          <ac:spMkLst>
            <pc:docMk/>
            <pc:sldMk cId="1985489790" sldId="289"/>
            <ac:spMk id="2" creationId="{D07DAE70-3B0D-35FA-3C04-790185BF0CFB}"/>
          </ac:spMkLst>
        </pc:spChg>
        <pc:spChg chg="del">
          <ac:chgData name="Arseniy Buzyan (extern)" userId="S::arseniy.buzyan@edu.stockholm.se::f92a01cd-049f-4602-b292-09b82d2ea4e3" providerId="AD" clId="Web-{B9FC9074-BD1C-3753-609D-86CD43078736}" dt="2026-08-08T09:38:49.665" v="2547"/>
          <ac:spMkLst>
            <pc:docMk/>
            <pc:sldMk cId="1985489790" sldId="289"/>
            <ac:spMk id="3" creationId="{236FC5E5-4D28-F3E9-9F0B-8B431C1B056F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9:38:54.805" v="2550"/>
          <ac:spMkLst>
            <pc:docMk/>
            <pc:sldMk cId="1985489790" sldId="289"/>
            <ac:spMk id="9" creationId="{42A4FC2C-047E-45A5-965D-8E1E3BF09BC6}"/>
          </ac:spMkLst>
        </pc:spChg>
        <pc:picChg chg="add mod modCrop">
          <ac:chgData name="Arseniy Buzyan (extern)" userId="S::arseniy.buzyan@edu.stockholm.se::f92a01cd-049f-4602-b292-09b82d2ea4e3" providerId="AD" clId="Web-{B9FC9074-BD1C-3753-609D-86CD43078736}" dt="2026-08-08T09:39:38.712" v="2561" actId="1076"/>
          <ac:picMkLst>
            <pc:docMk/>
            <pc:sldMk cId="1985489790" sldId="289"/>
            <ac:picMk id="4" creationId="{62ABE977-8300-F402-EECD-B9FEEE7004E4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B9FC9074-BD1C-3753-609D-86CD43078736}" dt="2026-08-08T09:41:38.044" v="2572" actId="1076"/>
        <pc:sldMkLst>
          <pc:docMk/>
          <pc:sldMk cId="3484210157" sldId="290"/>
        </pc:sldMkLst>
        <pc:spChg chg="del">
          <ac:chgData name="Arseniy Buzyan (extern)" userId="S::arseniy.buzyan@edu.stockholm.se::f92a01cd-049f-4602-b292-09b82d2ea4e3" providerId="AD" clId="Web-{B9FC9074-BD1C-3753-609D-86CD43078736}" dt="2026-08-08T09:41:11.185" v="2565"/>
          <ac:spMkLst>
            <pc:docMk/>
            <pc:sldMk cId="3484210157" sldId="290"/>
            <ac:spMk id="2" creationId="{A9440D00-3AA1-F006-CB2C-4BB1116ECB13}"/>
          </ac:spMkLst>
        </pc:spChg>
        <pc:spChg chg="del">
          <ac:chgData name="Arseniy Buzyan (extern)" userId="S::arseniy.buzyan@edu.stockholm.se::f92a01cd-049f-4602-b292-09b82d2ea4e3" providerId="AD" clId="Web-{B9FC9074-BD1C-3753-609D-86CD43078736}" dt="2026-08-08T09:41:11.185" v="2564"/>
          <ac:spMkLst>
            <pc:docMk/>
            <pc:sldMk cId="3484210157" sldId="290"/>
            <ac:spMk id="3" creationId="{C8002639-E893-143C-A07C-01F2DD2DB876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9:41:15.138" v="2567"/>
          <ac:spMkLst>
            <pc:docMk/>
            <pc:sldMk cId="3484210157" sldId="290"/>
            <ac:spMk id="9" creationId="{42A4FC2C-047E-45A5-965D-8E1E3BF09BC6}"/>
          </ac:spMkLst>
        </pc:spChg>
        <pc:picChg chg="add mod modCrop">
          <ac:chgData name="Arseniy Buzyan (extern)" userId="S::arseniy.buzyan@edu.stockholm.se::f92a01cd-049f-4602-b292-09b82d2ea4e3" providerId="AD" clId="Web-{B9FC9074-BD1C-3753-609D-86CD43078736}" dt="2026-08-08T09:41:38.044" v="2572" actId="1076"/>
          <ac:picMkLst>
            <pc:docMk/>
            <pc:sldMk cId="3484210157" sldId="290"/>
            <ac:picMk id="4" creationId="{4BDA5A71-3C6D-CD2B-851F-0649422ACF45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B9FC9074-BD1C-3753-609D-86CD43078736}" dt="2026-08-08T09:45:38.123" v="2592" actId="14100"/>
        <pc:sldMkLst>
          <pc:docMk/>
          <pc:sldMk cId="303538044" sldId="291"/>
        </pc:sldMkLst>
        <pc:spChg chg="del">
          <ac:chgData name="Arseniy Buzyan (extern)" userId="S::arseniy.buzyan@edu.stockholm.se::f92a01cd-049f-4602-b292-09b82d2ea4e3" providerId="AD" clId="Web-{B9FC9074-BD1C-3753-609D-86CD43078736}" dt="2026-08-08T09:45:02.373" v="2582"/>
          <ac:spMkLst>
            <pc:docMk/>
            <pc:sldMk cId="303538044" sldId="291"/>
            <ac:spMk id="2" creationId="{A7A60F76-164A-555A-16F5-B3A2CBA68035}"/>
          </ac:spMkLst>
        </pc:spChg>
        <pc:spChg chg="del">
          <ac:chgData name="Arseniy Buzyan (extern)" userId="S::arseniy.buzyan@edu.stockholm.se::f92a01cd-049f-4602-b292-09b82d2ea4e3" providerId="AD" clId="Web-{B9FC9074-BD1C-3753-609D-86CD43078736}" dt="2026-08-08T09:45:02.373" v="2581"/>
          <ac:spMkLst>
            <pc:docMk/>
            <pc:sldMk cId="303538044" sldId="291"/>
            <ac:spMk id="3" creationId="{F1EBEB09-0259-0B1D-9B5C-0D3750E983DF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9:45:28.951" v="2590"/>
          <ac:spMkLst>
            <pc:docMk/>
            <pc:sldMk cId="303538044" sldId="291"/>
            <ac:spMk id="9" creationId="{42A4FC2C-047E-45A5-965D-8E1E3BF09BC6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9:45:28.951" v="2590"/>
          <ac:spMkLst>
            <pc:docMk/>
            <pc:sldMk cId="303538044" sldId="291"/>
            <ac:spMk id="14" creationId="{F3060C83-F051-4F0E-ABAD-AA0DFC48B218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9:45:28.951" v="2590"/>
          <ac:spMkLst>
            <pc:docMk/>
            <pc:sldMk cId="303538044" sldId="291"/>
            <ac:spMk id="16" creationId="{83C98ABE-055B-441F-B07E-44F97F083C39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9:45:28.951" v="2590"/>
          <ac:spMkLst>
            <pc:docMk/>
            <pc:sldMk cId="303538044" sldId="291"/>
            <ac:spMk id="18" creationId="{29FDB030-9B49-4CED-8CCD-4D99382388AC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9:45:28.951" v="2590"/>
          <ac:spMkLst>
            <pc:docMk/>
            <pc:sldMk cId="303538044" sldId="291"/>
            <ac:spMk id="20" creationId="{3783CA14-24A1-485C-8B30-D6A5D87987AD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9:45:28.951" v="2590"/>
          <ac:spMkLst>
            <pc:docMk/>
            <pc:sldMk cId="303538044" sldId="291"/>
            <ac:spMk id="22" creationId="{9A97C86A-04D6-40F7-AE84-31AB43E6A846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9:45:28.951" v="2590"/>
          <ac:spMkLst>
            <pc:docMk/>
            <pc:sldMk cId="303538044" sldId="291"/>
            <ac:spMk id="24" creationId="{FF9F2414-84E8-453E-B1F3-389FDE8192D9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9:45:28.951" v="2590"/>
          <ac:spMkLst>
            <pc:docMk/>
            <pc:sldMk cId="303538044" sldId="291"/>
            <ac:spMk id="26" creationId="{3ECA69A1-7536-43AC-85EF-C7106179F5ED}"/>
          </ac:spMkLst>
        </pc:spChg>
        <pc:picChg chg="add mod modCrop">
          <ac:chgData name="Arseniy Buzyan (extern)" userId="S::arseniy.buzyan@edu.stockholm.se::f92a01cd-049f-4602-b292-09b82d2ea4e3" providerId="AD" clId="Web-{B9FC9074-BD1C-3753-609D-86CD43078736}" dt="2026-08-08T09:45:38.123" v="2592" actId="14100"/>
          <ac:picMkLst>
            <pc:docMk/>
            <pc:sldMk cId="303538044" sldId="291"/>
            <ac:picMk id="4" creationId="{DA4FC794-0D9C-7C52-6022-BCBC3637B84F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B9FC9074-BD1C-3753-609D-86CD43078736}" dt="2026-08-08T09:47:44.694" v="2611" actId="1076"/>
        <pc:sldMkLst>
          <pc:docMk/>
          <pc:sldMk cId="849195368" sldId="292"/>
        </pc:sldMkLst>
        <pc:spChg chg="del">
          <ac:chgData name="Arseniy Buzyan (extern)" userId="S::arseniy.buzyan@edu.stockholm.se::f92a01cd-049f-4602-b292-09b82d2ea4e3" providerId="AD" clId="Web-{B9FC9074-BD1C-3753-609D-86CD43078736}" dt="2026-08-08T09:46:34.145" v="2597"/>
          <ac:spMkLst>
            <pc:docMk/>
            <pc:sldMk cId="849195368" sldId="292"/>
            <ac:spMk id="2" creationId="{B7DE43A8-E715-ABB2-051F-8A8CA4611387}"/>
          </ac:spMkLst>
        </pc:spChg>
        <pc:spChg chg="del">
          <ac:chgData name="Arseniy Buzyan (extern)" userId="S::arseniy.buzyan@edu.stockholm.se::f92a01cd-049f-4602-b292-09b82d2ea4e3" providerId="AD" clId="Web-{B9FC9074-BD1C-3753-609D-86CD43078736}" dt="2026-08-08T09:46:34.145" v="2596"/>
          <ac:spMkLst>
            <pc:docMk/>
            <pc:sldMk cId="849195368" sldId="292"/>
            <ac:spMk id="3" creationId="{01597ED1-E92B-5450-01A1-B8AA7ABCB6EF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9:46:48.177" v="2600"/>
          <ac:spMkLst>
            <pc:docMk/>
            <pc:sldMk cId="849195368" sldId="292"/>
            <ac:spMk id="9" creationId="{7C1E5815-D54C-487F-A054-6D4930ADE3DF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9:46:48.177" v="2600"/>
          <ac:spMkLst>
            <pc:docMk/>
            <pc:sldMk cId="849195368" sldId="292"/>
            <ac:spMk id="11" creationId="{736F0DFD-0954-464F-BF12-DD2E6F6E0380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9:47:19.818" v="2607"/>
          <ac:spMkLst>
            <pc:docMk/>
            <pc:sldMk cId="849195368" sldId="292"/>
            <ac:spMk id="13" creationId="{42A4FC2C-047E-45A5-965D-8E1E3BF09BC6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9:47:19.818" v="2607"/>
          <ac:spMkLst>
            <pc:docMk/>
            <pc:sldMk cId="849195368" sldId="292"/>
            <ac:spMk id="18" creationId="{32BC26D8-82FB-445E-AA49-62A77D7C1EE0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9:47:19.818" v="2607"/>
          <ac:spMkLst>
            <pc:docMk/>
            <pc:sldMk cId="849195368" sldId="292"/>
            <ac:spMk id="20" creationId="{CB44330D-EA18-4254-AA95-EB49948539B8}"/>
          </ac:spMkLst>
        </pc:spChg>
        <pc:picChg chg="add mod modCrop">
          <ac:chgData name="Arseniy Buzyan (extern)" userId="S::arseniy.buzyan@edu.stockholm.se::f92a01cd-049f-4602-b292-09b82d2ea4e3" providerId="AD" clId="Web-{B9FC9074-BD1C-3753-609D-86CD43078736}" dt="2026-08-08T09:47:44.694" v="2611" actId="1076"/>
          <ac:picMkLst>
            <pc:docMk/>
            <pc:sldMk cId="849195368" sldId="292"/>
            <ac:picMk id="4" creationId="{4C2A0467-4ECC-82DA-181C-2620B98D86B1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B9FC9074-BD1C-3753-609D-86CD43078736}" dt="2026-08-08T09:50:04.727" v="2625" actId="1076"/>
        <pc:sldMkLst>
          <pc:docMk/>
          <pc:sldMk cId="1784957112" sldId="293"/>
        </pc:sldMkLst>
        <pc:spChg chg="del">
          <ac:chgData name="Arseniy Buzyan (extern)" userId="S::arseniy.buzyan@edu.stockholm.se::f92a01cd-049f-4602-b292-09b82d2ea4e3" providerId="AD" clId="Web-{B9FC9074-BD1C-3753-609D-86CD43078736}" dt="2026-08-08T09:49:21.664" v="2614"/>
          <ac:spMkLst>
            <pc:docMk/>
            <pc:sldMk cId="1784957112" sldId="293"/>
            <ac:spMk id="2" creationId="{C2F50A25-F5FD-7BA7-8DCA-B3BF12EA3698}"/>
          </ac:spMkLst>
        </pc:spChg>
        <pc:spChg chg="del">
          <ac:chgData name="Arseniy Buzyan (extern)" userId="S::arseniy.buzyan@edu.stockholm.se::f92a01cd-049f-4602-b292-09b82d2ea4e3" providerId="AD" clId="Web-{B9FC9074-BD1C-3753-609D-86CD43078736}" dt="2026-08-08T09:49:21.664" v="2613"/>
          <ac:spMkLst>
            <pc:docMk/>
            <pc:sldMk cId="1784957112" sldId="293"/>
            <ac:spMk id="3" creationId="{CE13A53A-7070-0A13-C735-08E1950183B9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9:49:31.508" v="2616"/>
          <ac:spMkLst>
            <pc:docMk/>
            <pc:sldMk cId="1784957112" sldId="293"/>
            <ac:spMk id="9" creationId="{F3060C83-F051-4F0E-ABAD-AA0DFC48B218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9:49:31.508" v="2616"/>
          <ac:spMkLst>
            <pc:docMk/>
            <pc:sldMk cId="1784957112" sldId="293"/>
            <ac:spMk id="11" creationId="{83C98ABE-055B-441F-B07E-44F97F083C39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9:49:31.508" v="2616"/>
          <ac:spMkLst>
            <pc:docMk/>
            <pc:sldMk cId="1784957112" sldId="293"/>
            <ac:spMk id="13" creationId="{29FDB030-9B49-4CED-8CCD-4D99382388AC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9:49:31.508" v="2616"/>
          <ac:spMkLst>
            <pc:docMk/>
            <pc:sldMk cId="1784957112" sldId="293"/>
            <ac:spMk id="15" creationId="{3783CA14-24A1-485C-8B30-D6A5D87987AD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9:49:31.508" v="2616"/>
          <ac:spMkLst>
            <pc:docMk/>
            <pc:sldMk cId="1784957112" sldId="293"/>
            <ac:spMk id="17" creationId="{9A97C86A-04D6-40F7-AE84-31AB43E6A846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9:49:31.508" v="2616"/>
          <ac:spMkLst>
            <pc:docMk/>
            <pc:sldMk cId="1784957112" sldId="293"/>
            <ac:spMk id="19" creationId="{FF9F2414-84E8-453E-B1F3-389FDE8192D9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9:49:31.508" v="2616"/>
          <ac:spMkLst>
            <pc:docMk/>
            <pc:sldMk cId="1784957112" sldId="293"/>
            <ac:spMk id="21" creationId="{3ECA69A1-7536-43AC-85EF-C7106179F5ED}"/>
          </ac:spMkLst>
        </pc:spChg>
        <pc:picChg chg="add mod modCrop">
          <ac:chgData name="Arseniy Buzyan (extern)" userId="S::arseniy.buzyan@edu.stockholm.se::f92a01cd-049f-4602-b292-09b82d2ea4e3" providerId="AD" clId="Web-{B9FC9074-BD1C-3753-609D-86CD43078736}" dt="2026-08-08T09:50:04.727" v="2625" actId="1076"/>
          <ac:picMkLst>
            <pc:docMk/>
            <pc:sldMk cId="1784957112" sldId="293"/>
            <ac:picMk id="4" creationId="{CCCFB130-9DFF-CFD3-05EA-723B9FC95816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B9FC9074-BD1C-3753-609D-86CD43078736}" dt="2026-08-08T09:57:50.849" v="2676" actId="1076"/>
        <pc:sldMkLst>
          <pc:docMk/>
          <pc:sldMk cId="1776627506" sldId="294"/>
        </pc:sldMkLst>
        <pc:spChg chg="del">
          <ac:chgData name="Arseniy Buzyan (extern)" userId="S::arseniy.buzyan@edu.stockholm.se::f92a01cd-049f-4602-b292-09b82d2ea4e3" providerId="AD" clId="Web-{B9FC9074-BD1C-3753-609D-86CD43078736}" dt="2026-08-08T09:57:10.708" v="2665"/>
          <ac:spMkLst>
            <pc:docMk/>
            <pc:sldMk cId="1776627506" sldId="294"/>
            <ac:spMk id="2" creationId="{B20EBCE1-9A1B-FC37-89D0-1BFD8EC650AD}"/>
          </ac:spMkLst>
        </pc:spChg>
        <pc:spChg chg="del">
          <ac:chgData name="Arseniy Buzyan (extern)" userId="S::arseniy.buzyan@edu.stockholm.se::f92a01cd-049f-4602-b292-09b82d2ea4e3" providerId="AD" clId="Web-{B9FC9074-BD1C-3753-609D-86CD43078736}" dt="2026-08-08T09:57:10.708" v="2664"/>
          <ac:spMkLst>
            <pc:docMk/>
            <pc:sldMk cId="1776627506" sldId="294"/>
            <ac:spMk id="3" creationId="{0614663E-18F7-9ABF-8DFB-A84DA54637C8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9:57:18.505" v="2667"/>
          <ac:spMkLst>
            <pc:docMk/>
            <pc:sldMk cId="1776627506" sldId="294"/>
            <ac:spMk id="9" creationId="{32BC26D8-82FB-445E-AA49-62A77D7C1EE0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9:57:18.505" v="2667"/>
          <ac:spMkLst>
            <pc:docMk/>
            <pc:sldMk cId="1776627506" sldId="294"/>
            <ac:spMk id="11" creationId="{CB44330D-EA18-4254-AA95-EB49948539B8}"/>
          </ac:spMkLst>
        </pc:spChg>
        <pc:picChg chg="add mod modCrop">
          <ac:chgData name="Arseniy Buzyan (extern)" userId="S::arseniy.buzyan@edu.stockholm.se::f92a01cd-049f-4602-b292-09b82d2ea4e3" providerId="AD" clId="Web-{B9FC9074-BD1C-3753-609D-86CD43078736}" dt="2026-08-08T09:57:50.849" v="2676" actId="1076"/>
          <ac:picMkLst>
            <pc:docMk/>
            <pc:sldMk cId="1776627506" sldId="294"/>
            <ac:picMk id="4" creationId="{8F35C1E8-9DC6-AF82-AB1F-66317C47C6D5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B9FC9074-BD1C-3753-609D-86CD43078736}" dt="2026-08-08T09:59:04.093" v="2693"/>
        <pc:sldMkLst>
          <pc:docMk/>
          <pc:sldMk cId="3474100640" sldId="295"/>
        </pc:sldMkLst>
        <pc:spChg chg="del">
          <ac:chgData name="Arseniy Buzyan (extern)" userId="S::arseniy.buzyan@edu.stockholm.se::f92a01cd-049f-4602-b292-09b82d2ea4e3" providerId="AD" clId="Web-{B9FC9074-BD1C-3753-609D-86CD43078736}" dt="2026-08-08T09:58:16.493" v="2679"/>
          <ac:spMkLst>
            <pc:docMk/>
            <pc:sldMk cId="3474100640" sldId="295"/>
            <ac:spMk id="2" creationId="{8ED830BF-10BD-1A85-D161-22DCC291A4B4}"/>
          </ac:spMkLst>
        </pc:spChg>
        <pc:spChg chg="del">
          <ac:chgData name="Arseniy Buzyan (extern)" userId="S::arseniy.buzyan@edu.stockholm.se::f92a01cd-049f-4602-b292-09b82d2ea4e3" providerId="AD" clId="Web-{B9FC9074-BD1C-3753-609D-86CD43078736}" dt="2026-08-08T09:58:16.493" v="2678"/>
          <ac:spMkLst>
            <pc:docMk/>
            <pc:sldMk cId="3474100640" sldId="295"/>
            <ac:spMk id="3" creationId="{2276E7CC-4842-BD1D-7B50-F8B0AA30D5E2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9:58:26.311" v="2682"/>
          <ac:spMkLst>
            <pc:docMk/>
            <pc:sldMk cId="3474100640" sldId="295"/>
            <ac:spMk id="9" creationId="{AB8C311F-7253-4AED-9701-7FC0708C41C7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9:58:26.311" v="2682"/>
          <ac:spMkLst>
            <pc:docMk/>
            <pc:sldMk cId="3474100640" sldId="295"/>
            <ac:spMk id="11" creationId="{E2384209-CB15-4CDF-9D31-C44FD9A3F20D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9:58:26.311" v="2682"/>
          <ac:spMkLst>
            <pc:docMk/>
            <pc:sldMk cId="3474100640" sldId="295"/>
            <ac:spMk id="13" creationId="{2633B3B5-CC90-43F0-8714-D31D1F3F0209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9:58:26.311" v="2682"/>
          <ac:spMkLst>
            <pc:docMk/>
            <pc:sldMk cId="3474100640" sldId="295"/>
            <ac:spMk id="15" creationId="{A8D57A06-A426-446D-B02C-A2DC6B62E45E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9:58:28.639" v="2684"/>
          <ac:spMkLst>
            <pc:docMk/>
            <pc:sldMk cId="3474100640" sldId="295"/>
            <ac:spMk id="17" creationId="{32BC26D8-82FB-445E-AA49-62A77D7C1EE0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9:58:28.639" v="2684"/>
          <ac:spMkLst>
            <pc:docMk/>
            <pc:sldMk cId="3474100640" sldId="295"/>
            <ac:spMk id="18" creationId="{CB44330D-EA18-4254-AA95-EB49948539B8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9:59:04.093" v="2693"/>
          <ac:spMkLst>
            <pc:docMk/>
            <pc:sldMk cId="3474100640" sldId="295"/>
            <ac:spMk id="19" creationId="{FF9F2414-84E8-453E-B1F3-389FDE8192D9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9:59:04.093" v="2693"/>
          <ac:spMkLst>
            <pc:docMk/>
            <pc:sldMk cId="3474100640" sldId="295"/>
            <ac:spMk id="20" creationId="{F3060C83-F051-4F0E-ABAD-AA0DFC48B218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9:59:04.093" v="2693"/>
          <ac:spMkLst>
            <pc:docMk/>
            <pc:sldMk cId="3474100640" sldId="295"/>
            <ac:spMk id="21" creationId="{3ECA69A1-7536-43AC-85EF-C7106179F5ED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9:59:04.093" v="2693"/>
          <ac:spMkLst>
            <pc:docMk/>
            <pc:sldMk cId="3474100640" sldId="295"/>
            <ac:spMk id="22" creationId="{83C98ABE-055B-441F-B07E-44F97F083C39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9:58:28.639" v="2685"/>
          <ac:spMkLst>
            <pc:docMk/>
            <pc:sldMk cId="3474100640" sldId="295"/>
            <ac:spMk id="23" creationId="{29FDB030-9B49-4CED-8CCD-4D99382388AC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9:59:00.921" v="2692"/>
          <ac:spMkLst>
            <pc:docMk/>
            <pc:sldMk cId="3474100640" sldId="295"/>
            <ac:spMk id="24" creationId="{3783CA14-24A1-485C-8B30-D6A5D87987AD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9:58:28.639" v="2685"/>
          <ac:spMkLst>
            <pc:docMk/>
            <pc:sldMk cId="3474100640" sldId="295"/>
            <ac:spMk id="25" creationId="{9A97C86A-04D6-40F7-AE84-31AB43E6A846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9:59:04.093" v="2693"/>
          <ac:spMkLst>
            <pc:docMk/>
            <pc:sldMk cId="3474100640" sldId="295"/>
            <ac:spMk id="30" creationId="{ED55A19D-297C-4231-AD1F-08EF9B4AA8F4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9:59:04.093" v="2693"/>
          <ac:spMkLst>
            <pc:docMk/>
            <pc:sldMk cId="3474100640" sldId="295"/>
            <ac:spMk id="32" creationId="{EBAB6C56-3D38-4923-996E-BD474BBB91E9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9:59:04.093" v="2693"/>
          <ac:spMkLst>
            <pc:docMk/>
            <pc:sldMk cId="3474100640" sldId="295"/>
            <ac:spMk id="34" creationId="{20CD21DB-082D-417D-A5AB-FC838AF9D944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09:59:00.921" v="2692"/>
          <ac:spMkLst>
            <pc:docMk/>
            <pc:sldMk cId="3474100640" sldId="295"/>
            <ac:spMk id="36" creationId="{7BD8AB83-2763-4392-B4B9-049CDF1F6EA4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9:59:04.093" v="2693"/>
          <ac:spMkLst>
            <pc:docMk/>
            <pc:sldMk cId="3474100640" sldId="295"/>
            <ac:spMk id="38" creationId="{480F071C-C35C-4CE1-8EE5-8ED96E2F4E25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9:59:04.093" v="2693"/>
          <ac:spMkLst>
            <pc:docMk/>
            <pc:sldMk cId="3474100640" sldId="295"/>
            <ac:spMk id="40" creationId="{CD97FAB4-59E0-4E65-B50B-867B14D2A067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09:59:04.093" v="2693"/>
          <ac:spMkLst>
            <pc:docMk/>
            <pc:sldMk cId="3474100640" sldId="295"/>
            <ac:spMk id="42" creationId="{0D578F4B-2751-4FC2-8853-FAC5C59139C1}"/>
          </ac:spMkLst>
        </pc:spChg>
        <pc:picChg chg="add mod modCrop">
          <ac:chgData name="Arseniy Buzyan (extern)" userId="S::arseniy.buzyan@edu.stockholm.se::f92a01cd-049f-4602-b292-09b82d2ea4e3" providerId="AD" clId="Web-{B9FC9074-BD1C-3753-609D-86CD43078736}" dt="2026-08-08T09:58:56.827" v="2691" actId="1076"/>
          <ac:picMkLst>
            <pc:docMk/>
            <pc:sldMk cId="3474100640" sldId="295"/>
            <ac:picMk id="4" creationId="{3333ED75-FE9A-81C7-D59F-6F3A5D649D1F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B9FC9074-BD1C-3753-609D-86CD43078736}" dt="2026-08-08T10:00:23.171" v="2704" actId="1076"/>
        <pc:sldMkLst>
          <pc:docMk/>
          <pc:sldMk cId="955616145" sldId="296"/>
        </pc:sldMkLst>
        <pc:spChg chg="del">
          <ac:chgData name="Arseniy Buzyan (extern)" userId="S::arseniy.buzyan@edu.stockholm.se::f92a01cd-049f-4602-b292-09b82d2ea4e3" providerId="AD" clId="Web-{B9FC9074-BD1C-3753-609D-86CD43078736}" dt="2026-08-08T09:59:52.702" v="2696"/>
          <ac:spMkLst>
            <pc:docMk/>
            <pc:sldMk cId="955616145" sldId="296"/>
            <ac:spMk id="2" creationId="{61A42549-7D74-C5AD-C391-42AD422034CE}"/>
          </ac:spMkLst>
        </pc:spChg>
        <pc:spChg chg="del">
          <ac:chgData name="Arseniy Buzyan (extern)" userId="S::arseniy.buzyan@edu.stockholm.se::f92a01cd-049f-4602-b292-09b82d2ea4e3" providerId="AD" clId="Web-{B9FC9074-BD1C-3753-609D-86CD43078736}" dt="2026-08-08T09:59:52.702" v="2695"/>
          <ac:spMkLst>
            <pc:docMk/>
            <pc:sldMk cId="955616145" sldId="296"/>
            <ac:spMk id="3" creationId="{E9AC2374-2225-A4FA-D62E-1F12632C30C8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10:00:00.343" v="2698"/>
          <ac:spMkLst>
            <pc:docMk/>
            <pc:sldMk cId="955616145" sldId="296"/>
            <ac:spMk id="9" creationId="{F3060C83-F051-4F0E-ABAD-AA0DFC48B218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10:00:00.343" v="2698"/>
          <ac:spMkLst>
            <pc:docMk/>
            <pc:sldMk cId="955616145" sldId="296"/>
            <ac:spMk id="11" creationId="{83C98ABE-055B-441F-B07E-44F97F083C39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10:00:00.343" v="2698"/>
          <ac:spMkLst>
            <pc:docMk/>
            <pc:sldMk cId="955616145" sldId="296"/>
            <ac:spMk id="13" creationId="{29FDB030-9B49-4CED-8CCD-4D99382388AC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10:00:00.343" v="2698"/>
          <ac:spMkLst>
            <pc:docMk/>
            <pc:sldMk cId="955616145" sldId="296"/>
            <ac:spMk id="15" creationId="{3783CA14-24A1-485C-8B30-D6A5D87987AD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10:00:00.343" v="2698"/>
          <ac:spMkLst>
            <pc:docMk/>
            <pc:sldMk cId="955616145" sldId="296"/>
            <ac:spMk id="17" creationId="{9A97C86A-04D6-40F7-AE84-31AB43E6A846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10:00:00.343" v="2698"/>
          <ac:spMkLst>
            <pc:docMk/>
            <pc:sldMk cId="955616145" sldId="296"/>
            <ac:spMk id="19" creationId="{FF9F2414-84E8-453E-B1F3-389FDE8192D9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10:00:00.343" v="2698"/>
          <ac:spMkLst>
            <pc:docMk/>
            <pc:sldMk cId="955616145" sldId="296"/>
            <ac:spMk id="21" creationId="{3ECA69A1-7536-43AC-85EF-C7106179F5ED}"/>
          </ac:spMkLst>
        </pc:spChg>
        <pc:picChg chg="add mod modCrop">
          <ac:chgData name="Arseniy Buzyan (extern)" userId="S::arseniy.buzyan@edu.stockholm.se::f92a01cd-049f-4602-b292-09b82d2ea4e3" providerId="AD" clId="Web-{B9FC9074-BD1C-3753-609D-86CD43078736}" dt="2026-08-08T10:00:23.171" v="2704" actId="1076"/>
          <ac:picMkLst>
            <pc:docMk/>
            <pc:sldMk cId="955616145" sldId="296"/>
            <ac:picMk id="4" creationId="{D8E96055-3403-19ED-DD78-4B258C7E64B8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B9FC9074-BD1C-3753-609D-86CD43078736}" dt="2026-08-08T10:03:10.329" v="2719" actId="1076"/>
        <pc:sldMkLst>
          <pc:docMk/>
          <pc:sldMk cId="836498612" sldId="297"/>
        </pc:sldMkLst>
        <pc:spChg chg="del">
          <ac:chgData name="Arseniy Buzyan (extern)" userId="S::arseniy.buzyan@edu.stockholm.se::f92a01cd-049f-4602-b292-09b82d2ea4e3" providerId="AD" clId="Web-{B9FC9074-BD1C-3753-609D-86CD43078736}" dt="2026-08-08T10:02:21.688" v="2707"/>
          <ac:spMkLst>
            <pc:docMk/>
            <pc:sldMk cId="836498612" sldId="297"/>
            <ac:spMk id="2" creationId="{38ACFB1C-5AFA-4022-74D8-8D483BC94AF1}"/>
          </ac:spMkLst>
        </pc:spChg>
        <pc:spChg chg="del">
          <ac:chgData name="Arseniy Buzyan (extern)" userId="S::arseniy.buzyan@edu.stockholm.se::f92a01cd-049f-4602-b292-09b82d2ea4e3" providerId="AD" clId="Web-{B9FC9074-BD1C-3753-609D-86CD43078736}" dt="2026-08-08T10:02:21.688" v="2706"/>
          <ac:spMkLst>
            <pc:docMk/>
            <pc:sldMk cId="836498612" sldId="297"/>
            <ac:spMk id="3" creationId="{7B24F6EC-4FDF-0CF8-13B2-F7C967A66055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10:02:57.797" v="2715"/>
          <ac:spMkLst>
            <pc:docMk/>
            <pc:sldMk cId="836498612" sldId="297"/>
            <ac:spMk id="9" creationId="{32BC26D8-82FB-445E-AA49-62A77D7C1EE0}"/>
          </ac:spMkLst>
        </pc:spChg>
        <pc:spChg chg="add del">
          <ac:chgData name="Arseniy Buzyan (extern)" userId="S::arseniy.buzyan@edu.stockholm.se::f92a01cd-049f-4602-b292-09b82d2ea4e3" providerId="AD" clId="Web-{B9FC9074-BD1C-3753-609D-86CD43078736}" dt="2026-08-08T10:02:57.797" v="2715"/>
          <ac:spMkLst>
            <pc:docMk/>
            <pc:sldMk cId="836498612" sldId="297"/>
            <ac:spMk id="11" creationId="{CB44330D-EA18-4254-AA95-EB49948539B8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10:02:57.797" v="2715"/>
          <ac:spMkLst>
            <pc:docMk/>
            <pc:sldMk cId="836498612" sldId="297"/>
            <ac:spMk id="16" creationId="{F3060C83-F051-4F0E-ABAD-AA0DFC48B218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10:02:57.797" v="2715"/>
          <ac:spMkLst>
            <pc:docMk/>
            <pc:sldMk cId="836498612" sldId="297"/>
            <ac:spMk id="18" creationId="{83C98ABE-055B-441F-B07E-44F97F083C39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10:02:57.797" v="2715"/>
          <ac:spMkLst>
            <pc:docMk/>
            <pc:sldMk cId="836498612" sldId="297"/>
            <ac:spMk id="20" creationId="{29FDB030-9B49-4CED-8CCD-4D99382388AC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10:02:57.797" v="2715"/>
          <ac:spMkLst>
            <pc:docMk/>
            <pc:sldMk cId="836498612" sldId="297"/>
            <ac:spMk id="22" creationId="{3783CA14-24A1-485C-8B30-D6A5D87987AD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10:02:57.797" v="2715"/>
          <ac:spMkLst>
            <pc:docMk/>
            <pc:sldMk cId="836498612" sldId="297"/>
            <ac:spMk id="24" creationId="{9A97C86A-04D6-40F7-AE84-31AB43E6A846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10:02:57.797" v="2715"/>
          <ac:spMkLst>
            <pc:docMk/>
            <pc:sldMk cId="836498612" sldId="297"/>
            <ac:spMk id="26" creationId="{FF9F2414-84E8-453E-B1F3-389FDE8192D9}"/>
          </ac:spMkLst>
        </pc:spChg>
        <pc:spChg chg="add">
          <ac:chgData name="Arseniy Buzyan (extern)" userId="S::arseniy.buzyan@edu.stockholm.se::f92a01cd-049f-4602-b292-09b82d2ea4e3" providerId="AD" clId="Web-{B9FC9074-BD1C-3753-609D-86CD43078736}" dt="2026-08-08T10:02:57.797" v="2715"/>
          <ac:spMkLst>
            <pc:docMk/>
            <pc:sldMk cId="836498612" sldId="297"/>
            <ac:spMk id="28" creationId="{3ECA69A1-7536-43AC-85EF-C7106179F5ED}"/>
          </ac:spMkLst>
        </pc:spChg>
        <pc:picChg chg="add mod modCrop">
          <ac:chgData name="Arseniy Buzyan (extern)" userId="S::arseniy.buzyan@edu.stockholm.se::f92a01cd-049f-4602-b292-09b82d2ea4e3" providerId="AD" clId="Web-{B9FC9074-BD1C-3753-609D-86CD43078736}" dt="2026-08-08T10:03:10.329" v="2719" actId="1076"/>
          <ac:picMkLst>
            <pc:docMk/>
            <pc:sldMk cId="836498612" sldId="297"/>
            <ac:picMk id="4" creationId="{E9749157-E8BC-3DE0-C29C-F76941613EC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format på underrubrik i bakgrunden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2026-08-08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84422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2026-08-08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22720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2026-08-08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86728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innehålls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2026-08-08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92360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2026-08-08</a:t>
            </a:fld>
            <a:endParaRPr lang="sv-SE"/>
          </a:p>
        </p:txBody>
      </p:sp>
      <p:sp>
        <p:nvSpPr>
          <p:cNvPr id="8" name="Platshållare för sidfo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77650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2026-08-08</a:t>
            </a:fld>
            <a:endParaRPr lang="sv-SE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56609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2026-08-08</a:t>
            </a:fld>
            <a:endParaRPr lang="sv-SE"/>
          </a:p>
        </p:txBody>
      </p:sp>
      <p:sp>
        <p:nvSpPr>
          <p:cNvPr id="3" name="Platshållare för sidfo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11076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ehåll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2026-08-08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48965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bild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2026-08-08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71453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2026-08-08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23719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2026-08-08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1644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60A13A-DB3F-4AD5-B6AF-BDA0278A0A39}" type="datetimeFigureOut">
              <a:rPr lang="sv-SE" smtClean="0"/>
              <a:t>2026-08-08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07285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localhost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gle/9EsJRfZGR4Cy6rnM9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Meiryo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2F014E7-B612-4079-894D-4697468C5B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6334" y="493190"/>
            <a:ext cx="3619330" cy="3180914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chemeClr val="bg1">
              <a:alpha val="3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5BEB0D00-4F7A-41D8-B15E-B42145EA9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71784" y="397566"/>
            <a:ext cx="3848432" cy="3446612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1513398" y="3739768"/>
            <a:ext cx="9165204" cy="1424473"/>
          </a:xfrm>
        </p:spPr>
        <p:txBody>
          <a:bodyPr anchor="b">
            <a:normAutofit/>
          </a:bodyPr>
          <a:lstStyle/>
          <a:p>
            <a:r>
              <a:rPr lang="sv-SE" sz="4700">
                <a:ea typeface="+mj-lt"/>
                <a:cs typeface="+mj-lt"/>
              </a:rPr>
              <a:t>5. Python för Systemadministration</a:t>
            </a:r>
            <a:endParaRPr lang="sv-SE" sz="4700"/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2619376" y="5295570"/>
            <a:ext cx="6953250" cy="74427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v-SE"/>
              <a:t>Arseniy Buzyan</a:t>
            </a:r>
          </a:p>
        </p:txBody>
      </p:sp>
      <p:pic>
        <p:nvPicPr>
          <p:cNvPr id="7" name="Graphic 6" descr="Orm">
            <a:extLst>
              <a:ext uri="{FF2B5EF4-FFF2-40B4-BE49-F238E27FC236}">
                <a16:creationId xmlns:a16="http://schemas.microsoft.com/office/drawing/2014/main" id="{048B5F67-E31C-C1FA-B722-99BC87391C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68420" y="1196594"/>
            <a:ext cx="1746030" cy="1746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377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62ABE977-8300-F402-EECD-B9FEEE7004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19" r="3365" b="4023"/>
          <a:stretch>
            <a:fillRect/>
          </a:stretch>
        </p:blipFill>
        <p:spPr>
          <a:xfrm>
            <a:off x="151107" y="1282"/>
            <a:ext cx="11885251" cy="685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489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7">
            <a:extLst>
              <a:ext uri="{FF2B5EF4-FFF2-40B4-BE49-F238E27FC236}">
                <a16:creationId xmlns:a16="http://schemas.microsoft.com/office/drawing/2014/main" id="{84697CDA-BDB7-4883-B48B-1D4EDB2F0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9">
            <a:extLst>
              <a:ext uri="{FF2B5EF4-FFF2-40B4-BE49-F238E27FC236}">
                <a16:creationId xmlns:a16="http://schemas.microsoft.com/office/drawing/2014/main" id="{0DC0EC46-2230-4728-856D-F353111210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8" y="643467"/>
            <a:ext cx="10905066" cy="5562249"/>
          </a:xfrm>
          <a:custGeom>
            <a:avLst/>
            <a:gdLst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257007 w 11243827"/>
              <a:gd name="connsiteY57" fmla="*/ 553718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8506 w 11243827"/>
              <a:gd name="connsiteY105" fmla="*/ 5632788 h 5641173"/>
              <a:gd name="connsiteX106" fmla="*/ 7912803 w 11243827"/>
              <a:gd name="connsiteY106" fmla="*/ 5629702 h 5641173"/>
              <a:gd name="connsiteX107" fmla="*/ 7890915 w 11243827"/>
              <a:gd name="connsiteY107" fmla="*/ 5612272 h 5641173"/>
              <a:gd name="connsiteX108" fmla="*/ 7727691 w 11243827"/>
              <a:gd name="connsiteY108" fmla="*/ 5621064 h 5641173"/>
              <a:gd name="connsiteX109" fmla="*/ 7685998 w 11243827"/>
              <a:gd name="connsiteY109" fmla="*/ 5615564 h 5641173"/>
              <a:gd name="connsiteX110" fmla="*/ 7649302 w 11243827"/>
              <a:gd name="connsiteY110" fmla="*/ 5626541 h 5641173"/>
              <a:gd name="connsiteX111" fmla="*/ 7634083 w 11243827"/>
              <a:gd name="connsiteY111" fmla="*/ 5620862 h 5641173"/>
              <a:gd name="connsiteX112" fmla="*/ 7631455 w 11243827"/>
              <a:gd name="connsiteY112" fmla="*/ 5619708 h 5641173"/>
              <a:gd name="connsiteX113" fmla="*/ 7620952 w 11243827"/>
              <a:gd name="connsiteY113" fmla="*/ 5618872 h 5641173"/>
              <a:gd name="connsiteX114" fmla="*/ 7617992 w 11243827"/>
              <a:gd name="connsiteY114" fmla="*/ 5613914 h 5641173"/>
              <a:gd name="connsiteX115" fmla="*/ 7602182 w 11243827"/>
              <a:gd name="connsiteY115" fmla="*/ 5609271 h 5641173"/>
              <a:gd name="connsiteX116" fmla="*/ 7582847 w 11243827"/>
              <a:gd name="connsiteY116" fmla="*/ 5609047 h 5641173"/>
              <a:gd name="connsiteX117" fmla="*/ 7514158 w 11243827"/>
              <a:gd name="connsiteY117" fmla="*/ 5607737 h 5641173"/>
              <a:gd name="connsiteX118" fmla="*/ 7502955 w 11243827"/>
              <a:gd name="connsiteY118" fmla="*/ 5610415 h 5641173"/>
              <a:gd name="connsiteX119" fmla="*/ 7466391 w 11243827"/>
              <a:gd name="connsiteY119" fmla="*/ 5605949 h 5641173"/>
              <a:gd name="connsiteX120" fmla="*/ 7433806 w 11243827"/>
              <a:gd name="connsiteY120" fmla="*/ 5604945 h 5641173"/>
              <a:gd name="connsiteX121" fmla="*/ 7412693 w 11243827"/>
              <a:gd name="connsiteY121" fmla="*/ 5607075 h 5641173"/>
              <a:gd name="connsiteX122" fmla="*/ 7407159 w 11243827"/>
              <a:gd name="connsiteY122" fmla="*/ 5605310 h 5641173"/>
              <a:gd name="connsiteX123" fmla="*/ 7385900 w 11243827"/>
              <a:gd name="connsiteY123" fmla="*/ 5604171 h 5641173"/>
              <a:gd name="connsiteX124" fmla="*/ 7375071 w 11243827"/>
              <a:gd name="connsiteY124" fmla="*/ 5606788 h 5641173"/>
              <a:gd name="connsiteX125" fmla="*/ 7364382 w 11243827"/>
              <a:gd name="connsiteY125" fmla="*/ 5600762 h 5641173"/>
              <a:gd name="connsiteX126" fmla="*/ 7361770 w 11243827"/>
              <a:gd name="connsiteY126" fmla="*/ 5596347 h 5641173"/>
              <a:gd name="connsiteX127" fmla="*/ 7346641 w 11243827"/>
              <a:gd name="connsiteY127" fmla="*/ 5598329 h 5641173"/>
              <a:gd name="connsiteX128" fmla="*/ 7334238 w 11243827"/>
              <a:gd name="connsiteY128" fmla="*/ 5594014 h 5641173"/>
              <a:gd name="connsiteX129" fmla="*/ 7323426 w 11243827"/>
              <a:gd name="connsiteY129" fmla="*/ 5596835 h 5641173"/>
              <a:gd name="connsiteX130" fmla="*/ 7318938 w 11243827"/>
              <a:gd name="connsiteY130" fmla="*/ 5596200 h 5641173"/>
              <a:gd name="connsiteX131" fmla="*/ 7307784 w 11243827"/>
              <a:gd name="connsiteY131" fmla="*/ 5594065 h 5641173"/>
              <a:gd name="connsiteX132" fmla="*/ 7288540 w 11243827"/>
              <a:gd name="connsiteY132" fmla="*/ 5589320 h 5641173"/>
              <a:gd name="connsiteX133" fmla="*/ 7282537 w 11243827"/>
              <a:gd name="connsiteY133" fmla="*/ 5588660 h 5641173"/>
              <a:gd name="connsiteX134" fmla="*/ 7269466 w 11243827"/>
              <a:gd name="connsiteY134" fmla="*/ 5581404 h 5641173"/>
              <a:gd name="connsiteX135" fmla="*/ 7244165 w 11243827"/>
              <a:gd name="connsiteY135" fmla="*/ 5575200 h 5641173"/>
              <a:gd name="connsiteX136" fmla="*/ 7199619 w 11243827"/>
              <a:gd name="connsiteY136" fmla="*/ 5553550 h 5641173"/>
              <a:gd name="connsiteX137" fmla="*/ 7173434 w 11243827"/>
              <a:gd name="connsiteY137" fmla="*/ 5543219 h 5641173"/>
              <a:gd name="connsiteX138" fmla="*/ 7155718 w 11243827"/>
              <a:gd name="connsiteY138" fmla="*/ 5533697 h 5641173"/>
              <a:gd name="connsiteX139" fmla="*/ 7103430 w 11243827"/>
              <a:gd name="connsiteY139" fmla="*/ 5520249 h 5641173"/>
              <a:gd name="connsiteX140" fmla="*/ 7013746 w 11243827"/>
              <a:gd name="connsiteY140" fmla="*/ 5502470 h 5641173"/>
              <a:gd name="connsiteX141" fmla="*/ 6995379 w 11243827"/>
              <a:gd name="connsiteY141" fmla="*/ 5497693 h 5641173"/>
              <a:gd name="connsiteX142" fmla="*/ 6982475 w 11243827"/>
              <a:gd name="connsiteY142" fmla="*/ 5489641 h 5641173"/>
              <a:gd name="connsiteX143" fmla="*/ 6981994 w 11243827"/>
              <a:gd name="connsiteY143" fmla="*/ 5484335 h 5641173"/>
              <a:gd name="connsiteX144" fmla="*/ 6972355 w 11243827"/>
              <a:gd name="connsiteY144" fmla="*/ 5481074 h 5641173"/>
              <a:gd name="connsiteX145" fmla="*/ 6970394 w 11243827"/>
              <a:gd name="connsiteY145" fmla="*/ 5479383 h 5641173"/>
              <a:gd name="connsiteX146" fmla="*/ 6958543 w 11243827"/>
              <a:gd name="connsiteY146" fmla="*/ 5470507 h 5641173"/>
              <a:gd name="connsiteX147" fmla="*/ 6918276 w 11243827"/>
              <a:gd name="connsiteY147" fmla="*/ 5472034 h 5641173"/>
              <a:gd name="connsiteX148" fmla="*/ 6881046 w 11243827"/>
              <a:gd name="connsiteY148" fmla="*/ 5457070 h 5641173"/>
              <a:gd name="connsiteX149" fmla="*/ 6720917 w 11243827"/>
              <a:gd name="connsiteY149" fmla="*/ 5426664 h 5641173"/>
              <a:gd name="connsiteX150" fmla="*/ 6724964 w 11243827"/>
              <a:gd name="connsiteY150" fmla="*/ 5414071 h 5641173"/>
              <a:gd name="connsiteX151" fmla="*/ 6717823 w 11243827"/>
              <a:gd name="connsiteY151" fmla="*/ 5410317 h 5641173"/>
              <a:gd name="connsiteX152" fmla="*/ 6660723 w 11243827"/>
              <a:gd name="connsiteY152" fmla="*/ 5408304 h 5641173"/>
              <a:gd name="connsiteX153" fmla="*/ 6532914 w 11243827"/>
              <a:gd name="connsiteY153" fmla="*/ 5431205 h 5641173"/>
              <a:gd name="connsiteX154" fmla="*/ 6317327 w 11243827"/>
              <a:gd name="connsiteY154" fmla="*/ 5481889 h 5641173"/>
              <a:gd name="connsiteX155" fmla="*/ 6196243 w 11243827"/>
              <a:gd name="connsiteY155" fmla="*/ 5515042 h 5641173"/>
              <a:gd name="connsiteX156" fmla="*/ 6099124 w 11243827"/>
              <a:gd name="connsiteY156" fmla="*/ 5516848 h 5641173"/>
              <a:gd name="connsiteX157" fmla="*/ 6016077 w 11243827"/>
              <a:gd name="connsiteY157" fmla="*/ 5528642 h 5641173"/>
              <a:gd name="connsiteX158" fmla="*/ 6004389 w 11243827"/>
              <a:gd name="connsiteY158" fmla="*/ 5531206 h 5641173"/>
              <a:gd name="connsiteX159" fmla="*/ 5933945 w 11243827"/>
              <a:gd name="connsiteY159" fmla="*/ 5538840 h 5641173"/>
              <a:gd name="connsiteX160" fmla="*/ 5883936 w 11243827"/>
              <a:gd name="connsiteY160" fmla="*/ 5553807 h 5641173"/>
              <a:gd name="connsiteX161" fmla="*/ 5798331 w 11243827"/>
              <a:gd name="connsiteY161" fmla="*/ 5564248 h 5641173"/>
              <a:gd name="connsiteX162" fmla="*/ 5712738 w 11243827"/>
              <a:gd name="connsiteY162" fmla="*/ 5573120 h 5641173"/>
              <a:gd name="connsiteX163" fmla="*/ 5681342 w 11243827"/>
              <a:gd name="connsiteY163" fmla="*/ 5575621 h 5641173"/>
              <a:gd name="connsiteX164" fmla="*/ 5627167 w 11243827"/>
              <a:gd name="connsiteY164" fmla="*/ 5583215 h 5641173"/>
              <a:gd name="connsiteX165" fmla="*/ 5591414 w 11243827"/>
              <a:gd name="connsiteY165" fmla="*/ 5587695 h 5641173"/>
              <a:gd name="connsiteX166" fmla="*/ 5583028 w 11243827"/>
              <a:gd name="connsiteY166" fmla="*/ 5580877 h 5641173"/>
              <a:gd name="connsiteX167" fmla="*/ 5549426 w 11243827"/>
              <a:gd name="connsiteY167" fmla="*/ 5582858 h 5641173"/>
              <a:gd name="connsiteX168" fmla="*/ 5519999 w 11243827"/>
              <a:gd name="connsiteY168" fmla="*/ 5592246 h 5641173"/>
              <a:gd name="connsiteX169" fmla="*/ 5480028 w 11243827"/>
              <a:gd name="connsiteY169" fmla="*/ 5597282 h 5641173"/>
              <a:gd name="connsiteX170" fmla="*/ 5456175 w 11243827"/>
              <a:gd name="connsiteY170" fmla="*/ 5600371 h 5641173"/>
              <a:gd name="connsiteX171" fmla="*/ 5388463 w 11243827"/>
              <a:gd name="connsiteY171" fmla="*/ 5602638 h 5641173"/>
              <a:gd name="connsiteX172" fmla="*/ 5265898 w 11243827"/>
              <a:gd name="connsiteY172" fmla="*/ 5591830 h 5641173"/>
              <a:gd name="connsiteX173" fmla="*/ 5231231 w 11243827"/>
              <a:gd name="connsiteY173" fmla="*/ 5592790 h 5641173"/>
              <a:gd name="connsiteX174" fmla="*/ 5226996 w 11243827"/>
              <a:gd name="connsiteY174" fmla="*/ 5595040 h 5641173"/>
              <a:gd name="connsiteX175" fmla="*/ 5175988 w 11243827"/>
              <a:gd name="connsiteY175" fmla="*/ 5588131 h 5641173"/>
              <a:gd name="connsiteX176" fmla="*/ 5107470 w 11243827"/>
              <a:gd name="connsiteY176" fmla="*/ 5594771 h 5641173"/>
              <a:gd name="connsiteX177" fmla="*/ 5027868 w 11243827"/>
              <a:gd name="connsiteY177" fmla="*/ 5605624 h 5641173"/>
              <a:gd name="connsiteX178" fmla="*/ 5007324 w 11243827"/>
              <a:gd name="connsiteY178" fmla="*/ 5609209 h 5641173"/>
              <a:gd name="connsiteX179" fmla="*/ 4952559 w 11243827"/>
              <a:gd name="connsiteY179" fmla="*/ 5611402 h 5641173"/>
              <a:gd name="connsiteX180" fmla="*/ 4826081 w 11243827"/>
              <a:gd name="connsiteY180" fmla="*/ 5616191 h 5641173"/>
              <a:gd name="connsiteX181" fmla="*/ 4823501 w 11243827"/>
              <a:gd name="connsiteY181" fmla="*/ 5619174 h 5641173"/>
              <a:gd name="connsiteX182" fmla="*/ 4813093 w 11243827"/>
              <a:gd name="connsiteY182" fmla="*/ 5620026 h 5641173"/>
              <a:gd name="connsiteX183" fmla="*/ 4810563 w 11243827"/>
              <a:gd name="connsiteY183" fmla="*/ 5620787 h 5641173"/>
              <a:gd name="connsiteX184" fmla="*/ 4795818 w 11243827"/>
              <a:gd name="connsiteY184" fmla="*/ 5624618 h 5641173"/>
              <a:gd name="connsiteX185" fmla="*/ 4758404 w 11243827"/>
              <a:gd name="connsiteY185" fmla="*/ 5619510 h 5641173"/>
              <a:gd name="connsiteX186" fmla="*/ 4717254 w 11243827"/>
              <a:gd name="connsiteY186" fmla="*/ 5624155 h 5641173"/>
              <a:gd name="connsiteX187" fmla="*/ 4591958 w 11243827"/>
              <a:gd name="connsiteY187" fmla="*/ 5624710 h 5641173"/>
              <a:gd name="connsiteX188" fmla="*/ 4476215 w 11243827"/>
              <a:gd name="connsiteY188" fmla="*/ 5628210 h 5641173"/>
              <a:gd name="connsiteX189" fmla="*/ 4425193 w 11243827"/>
              <a:gd name="connsiteY189" fmla="*/ 5627414 h 5641173"/>
              <a:gd name="connsiteX190" fmla="*/ 4383866 w 11243827"/>
              <a:gd name="connsiteY190" fmla="*/ 5626546 h 5641173"/>
              <a:gd name="connsiteX191" fmla="*/ 4385596 w 11243827"/>
              <a:gd name="connsiteY191" fmla="*/ 5634646 h 5641173"/>
              <a:gd name="connsiteX192" fmla="*/ 4360864 w 11243827"/>
              <a:gd name="connsiteY192" fmla="*/ 5641173 h 5641173"/>
              <a:gd name="connsiteX193" fmla="*/ 4328321 w 11243827"/>
              <a:gd name="connsiteY193" fmla="*/ 5626332 h 5641173"/>
              <a:gd name="connsiteX194" fmla="*/ 4309842 w 11243827"/>
              <a:gd name="connsiteY194" fmla="*/ 5626471 h 5641173"/>
              <a:gd name="connsiteX195" fmla="*/ 4277424 w 11243827"/>
              <a:gd name="connsiteY195" fmla="*/ 5631598 h 5641173"/>
              <a:gd name="connsiteX196" fmla="*/ 4266627 w 11243827"/>
              <a:gd name="connsiteY196" fmla="*/ 5633969 h 5641173"/>
              <a:gd name="connsiteX197" fmla="*/ 4185525 w 11243827"/>
              <a:gd name="connsiteY197" fmla="*/ 5617508 h 5641173"/>
              <a:gd name="connsiteX198" fmla="*/ 4177617 w 11243827"/>
              <a:gd name="connsiteY198" fmla="*/ 5610903 h 5641173"/>
              <a:gd name="connsiteX199" fmla="*/ 4136948 w 11243827"/>
              <a:gd name="connsiteY199" fmla="*/ 5608031 h 5641173"/>
              <a:gd name="connsiteX200" fmla="*/ 4132323 w 11243827"/>
              <a:gd name="connsiteY200" fmla="*/ 5609784 h 5641173"/>
              <a:gd name="connsiteX201" fmla="*/ 4098620 w 11243827"/>
              <a:gd name="connsiteY201" fmla="*/ 5599672 h 5641173"/>
              <a:gd name="connsiteX202" fmla="*/ 3963475 w 11243827"/>
              <a:gd name="connsiteY202" fmla="*/ 5581841 h 5641173"/>
              <a:gd name="connsiteX203" fmla="*/ 3703613 w 11243827"/>
              <a:gd name="connsiteY203" fmla="*/ 5572482 h 5641173"/>
              <a:gd name="connsiteX204" fmla="*/ 3432987 w 11243827"/>
              <a:gd name="connsiteY204" fmla="*/ 5545768 h 5641173"/>
              <a:gd name="connsiteX205" fmla="*/ 3176381 w 11243827"/>
              <a:gd name="connsiteY205" fmla="*/ 5556110 h 5641173"/>
              <a:gd name="connsiteX206" fmla="*/ 2710156 w 11243827"/>
              <a:gd name="connsiteY206" fmla="*/ 5527517 h 5641173"/>
              <a:gd name="connsiteX207" fmla="*/ 2550206 w 11243827"/>
              <a:gd name="connsiteY207" fmla="*/ 5524958 h 5641173"/>
              <a:gd name="connsiteX208" fmla="*/ 2443041 w 11243827"/>
              <a:gd name="connsiteY208" fmla="*/ 5523990 h 5641173"/>
              <a:gd name="connsiteX209" fmla="*/ 2435613 w 11243827"/>
              <a:gd name="connsiteY209" fmla="*/ 5526704 h 5641173"/>
              <a:gd name="connsiteX210" fmla="*/ 2405682 w 11243827"/>
              <a:gd name="connsiteY210" fmla="*/ 5528307 h 5641173"/>
              <a:gd name="connsiteX211" fmla="*/ 2397487 w 11243827"/>
              <a:gd name="connsiteY211" fmla="*/ 5540337 h 5641173"/>
              <a:gd name="connsiteX212" fmla="*/ 2297454 w 11243827"/>
              <a:gd name="connsiteY212" fmla="*/ 5550765 h 5641173"/>
              <a:gd name="connsiteX213" fmla="*/ 2056700 w 11243827"/>
              <a:gd name="connsiteY213" fmla="*/ 5555489 h 5641173"/>
              <a:gd name="connsiteX214" fmla="*/ 1878530 w 11243827"/>
              <a:gd name="connsiteY214" fmla="*/ 5535330 h 5641173"/>
              <a:gd name="connsiteX215" fmla="*/ 1859292 w 11243827"/>
              <a:gd name="connsiteY215" fmla="*/ 5535461 h 5641173"/>
              <a:gd name="connsiteX216" fmla="*/ 1835626 w 11243827"/>
              <a:gd name="connsiteY216" fmla="*/ 5533793 h 5641173"/>
              <a:gd name="connsiteX217" fmla="*/ 1798939 w 11243827"/>
              <a:gd name="connsiteY217" fmla="*/ 5540285 h 5641173"/>
              <a:gd name="connsiteX218" fmla="*/ 1779046 w 11243827"/>
              <a:gd name="connsiteY218" fmla="*/ 5549949 h 5641173"/>
              <a:gd name="connsiteX219" fmla="*/ 1772421 w 11243827"/>
              <a:gd name="connsiteY219" fmla="*/ 5549018 h 5641173"/>
              <a:gd name="connsiteX220" fmla="*/ 1772052 w 11243827"/>
              <a:gd name="connsiteY220" fmla="*/ 5545689 h 5641173"/>
              <a:gd name="connsiteX221" fmla="*/ 1711543 w 11243827"/>
              <a:gd name="connsiteY221" fmla="*/ 5534558 h 5641173"/>
              <a:gd name="connsiteX222" fmla="*/ 1698891 w 11243827"/>
              <a:gd name="connsiteY222" fmla="*/ 5513187 h 5641173"/>
              <a:gd name="connsiteX223" fmla="*/ 1538763 w 11243827"/>
              <a:gd name="connsiteY223" fmla="*/ 5482781 h 5641173"/>
              <a:gd name="connsiteX224" fmla="*/ 1501533 w 11243827"/>
              <a:gd name="connsiteY224" fmla="*/ 5467817 h 5641173"/>
              <a:gd name="connsiteX225" fmla="*/ 1461266 w 11243827"/>
              <a:gd name="connsiteY225" fmla="*/ 5469343 h 5641173"/>
              <a:gd name="connsiteX226" fmla="*/ 1449415 w 11243827"/>
              <a:gd name="connsiteY226" fmla="*/ 5460467 h 5641173"/>
              <a:gd name="connsiteX227" fmla="*/ 1447454 w 11243827"/>
              <a:gd name="connsiteY227" fmla="*/ 5458776 h 5641173"/>
              <a:gd name="connsiteX228" fmla="*/ 1437814 w 11243827"/>
              <a:gd name="connsiteY228" fmla="*/ 5455515 h 5641173"/>
              <a:gd name="connsiteX229" fmla="*/ 1437334 w 11243827"/>
              <a:gd name="connsiteY229" fmla="*/ 5450209 h 5641173"/>
              <a:gd name="connsiteX230" fmla="*/ 1424429 w 11243827"/>
              <a:gd name="connsiteY230" fmla="*/ 5442157 h 5641173"/>
              <a:gd name="connsiteX231" fmla="*/ 1406063 w 11243827"/>
              <a:gd name="connsiteY231" fmla="*/ 5437380 h 5641173"/>
              <a:gd name="connsiteX232" fmla="*/ 1316379 w 11243827"/>
              <a:gd name="connsiteY232" fmla="*/ 5419601 h 5641173"/>
              <a:gd name="connsiteX233" fmla="*/ 1264090 w 11243827"/>
              <a:gd name="connsiteY233" fmla="*/ 5406153 h 5641173"/>
              <a:gd name="connsiteX234" fmla="*/ 1246374 w 11243827"/>
              <a:gd name="connsiteY234" fmla="*/ 5396631 h 5641173"/>
              <a:gd name="connsiteX235" fmla="*/ 1220190 w 11243827"/>
              <a:gd name="connsiteY235" fmla="*/ 5386301 h 5641173"/>
              <a:gd name="connsiteX236" fmla="*/ 1175643 w 11243827"/>
              <a:gd name="connsiteY236" fmla="*/ 5364651 h 5641173"/>
              <a:gd name="connsiteX237" fmla="*/ 1150342 w 11243827"/>
              <a:gd name="connsiteY237" fmla="*/ 5358447 h 5641173"/>
              <a:gd name="connsiteX238" fmla="*/ 1137272 w 11243827"/>
              <a:gd name="connsiteY238" fmla="*/ 5351191 h 5641173"/>
              <a:gd name="connsiteX239" fmla="*/ 1131268 w 11243827"/>
              <a:gd name="connsiteY239" fmla="*/ 5350530 h 5641173"/>
              <a:gd name="connsiteX240" fmla="*/ 1112024 w 11243827"/>
              <a:gd name="connsiteY240" fmla="*/ 5345786 h 5641173"/>
              <a:gd name="connsiteX241" fmla="*/ 1100870 w 11243827"/>
              <a:gd name="connsiteY241" fmla="*/ 5343651 h 5641173"/>
              <a:gd name="connsiteX242" fmla="*/ 1096383 w 11243827"/>
              <a:gd name="connsiteY242" fmla="*/ 5343015 h 5641173"/>
              <a:gd name="connsiteX243" fmla="*/ 1085571 w 11243827"/>
              <a:gd name="connsiteY243" fmla="*/ 5345836 h 5641173"/>
              <a:gd name="connsiteX244" fmla="*/ 1073168 w 11243827"/>
              <a:gd name="connsiteY244" fmla="*/ 5341521 h 5641173"/>
              <a:gd name="connsiteX245" fmla="*/ 1058039 w 11243827"/>
              <a:gd name="connsiteY245" fmla="*/ 5343504 h 5641173"/>
              <a:gd name="connsiteX246" fmla="*/ 1055426 w 11243827"/>
              <a:gd name="connsiteY246" fmla="*/ 5339088 h 5641173"/>
              <a:gd name="connsiteX247" fmla="*/ 1044738 w 11243827"/>
              <a:gd name="connsiteY247" fmla="*/ 5333063 h 5641173"/>
              <a:gd name="connsiteX248" fmla="*/ 1033909 w 11243827"/>
              <a:gd name="connsiteY248" fmla="*/ 5335680 h 5641173"/>
              <a:gd name="connsiteX249" fmla="*/ 1012649 w 11243827"/>
              <a:gd name="connsiteY249" fmla="*/ 5334541 h 5641173"/>
              <a:gd name="connsiteX250" fmla="*/ 1007115 w 11243827"/>
              <a:gd name="connsiteY250" fmla="*/ 5332775 h 5641173"/>
              <a:gd name="connsiteX251" fmla="*/ 986002 w 11243827"/>
              <a:gd name="connsiteY251" fmla="*/ 5334906 h 5641173"/>
              <a:gd name="connsiteX252" fmla="*/ 953418 w 11243827"/>
              <a:gd name="connsiteY252" fmla="*/ 5333901 h 5641173"/>
              <a:gd name="connsiteX253" fmla="*/ 916854 w 11243827"/>
              <a:gd name="connsiteY253" fmla="*/ 5329435 h 5641173"/>
              <a:gd name="connsiteX254" fmla="*/ 905651 w 11243827"/>
              <a:gd name="connsiteY254" fmla="*/ 5332114 h 5641173"/>
              <a:gd name="connsiteX255" fmla="*/ 836961 w 11243827"/>
              <a:gd name="connsiteY255" fmla="*/ 5330803 h 5641173"/>
              <a:gd name="connsiteX256" fmla="*/ 817627 w 11243827"/>
              <a:gd name="connsiteY256" fmla="*/ 5330580 h 5641173"/>
              <a:gd name="connsiteX257" fmla="*/ 801817 w 11243827"/>
              <a:gd name="connsiteY257" fmla="*/ 5325937 h 5641173"/>
              <a:gd name="connsiteX258" fmla="*/ 798857 w 11243827"/>
              <a:gd name="connsiteY258" fmla="*/ 5320979 h 5641173"/>
              <a:gd name="connsiteX259" fmla="*/ 788354 w 11243827"/>
              <a:gd name="connsiteY259" fmla="*/ 5320143 h 5641173"/>
              <a:gd name="connsiteX260" fmla="*/ 785726 w 11243827"/>
              <a:gd name="connsiteY260" fmla="*/ 5318989 h 5641173"/>
              <a:gd name="connsiteX261" fmla="*/ 770507 w 11243827"/>
              <a:gd name="connsiteY261" fmla="*/ 5313309 h 5641173"/>
              <a:gd name="connsiteX262" fmla="*/ 733810 w 11243827"/>
              <a:gd name="connsiteY262" fmla="*/ 5324286 h 5641173"/>
              <a:gd name="connsiteX263" fmla="*/ 692117 w 11243827"/>
              <a:gd name="connsiteY263" fmla="*/ 5318786 h 5641173"/>
              <a:gd name="connsiteX264" fmla="*/ 528894 w 11243827"/>
              <a:gd name="connsiteY264" fmla="*/ 5327578 h 5641173"/>
              <a:gd name="connsiteX265" fmla="*/ 507005 w 11243827"/>
              <a:gd name="connsiteY265" fmla="*/ 5310149 h 5641173"/>
              <a:gd name="connsiteX266" fmla="*/ 441302 w 11243827"/>
              <a:gd name="connsiteY266" fmla="*/ 5307062 h 5641173"/>
              <a:gd name="connsiteX267" fmla="*/ 336819 w 11243827"/>
              <a:gd name="connsiteY267" fmla="*/ 5336690 h 5641173"/>
              <a:gd name="connsiteX268" fmla="*/ 215763 w 11243827"/>
              <a:gd name="connsiteY268" fmla="*/ 5332575 h 5641173"/>
              <a:gd name="connsiteX269" fmla="*/ 205927 w 11243827"/>
              <a:gd name="connsiteY269" fmla="*/ 5339672 h 5641173"/>
              <a:gd name="connsiteX270" fmla="*/ 194189 w 11243827"/>
              <a:gd name="connsiteY270" fmla="*/ 5343588 h 5641173"/>
              <a:gd name="connsiteX271" fmla="*/ 192552 w 11243827"/>
              <a:gd name="connsiteY271" fmla="*/ 5342845 h 5641173"/>
              <a:gd name="connsiteX272" fmla="*/ 178320 w 11243827"/>
              <a:gd name="connsiteY272" fmla="*/ 5343766 h 5641173"/>
              <a:gd name="connsiteX273" fmla="*/ 175596 w 11243827"/>
              <a:gd name="connsiteY273" fmla="*/ 5346411 h 5641173"/>
              <a:gd name="connsiteX274" fmla="*/ 165951 w 11243827"/>
              <a:gd name="connsiteY274" fmla="*/ 5347808 h 5641173"/>
              <a:gd name="connsiteX275" fmla="*/ 147287 w 11243827"/>
              <a:gd name="connsiteY275" fmla="*/ 5352625 h 5641173"/>
              <a:gd name="connsiteX276" fmla="*/ 143484 w 11243827"/>
              <a:gd name="connsiteY276" fmla="*/ 5351591 h 5641173"/>
              <a:gd name="connsiteX277" fmla="*/ 114847 w 11243827"/>
              <a:gd name="connsiteY277" fmla="*/ 5355844 h 5641173"/>
              <a:gd name="connsiteX278" fmla="*/ 114306 w 11243827"/>
              <a:gd name="connsiteY278" fmla="*/ 5354983 h 5641173"/>
              <a:gd name="connsiteX279" fmla="*/ 105588 w 11243827"/>
              <a:gd name="connsiteY279" fmla="*/ 5352169 h 5641173"/>
              <a:gd name="connsiteX280" fmla="*/ 89264 w 11243827"/>
              <a:gd name="connsiteY280" fmla="*/ 5348886 h 5641173"/>
              <a:gd name="connsiteX281" fmla="*/ 49794 w 11243827"/>
              <a:gd name="connsiteY281" fmla="*/ 5329950 h 5641173"/>
              <a:gd name="connsiteX282" fmla="*/ 19924 w 11243827"/>
              <a:gd name="connsiteY282" fmla="*/ 5334282 h 5641173"/>
              <a:gd name="connsiteX283" fmla="*/ 13819 w 11243827"/>
              <a:gd name="connsiteY283" fmla="*/ 5334653 h 5641173"/>
              <a:gd name="connsiteX284" fmla="*/ 13657 w 11243827"/>
              <a:gd name="connsiteY284" fmla="*/ 5334455 h 5641173"/>
              <a:gd name="connsiteX285" fmla="*/ 7139 w 11243827"/>
              <a:gd name="connsiteY285" fmla="*/ 5334438 h 5641173"/>
              <a:gd name="connsiteX286" fmla="*/ 2684 w 11243827"/>
              <a:gd name="connsiteY286" fmla="*/ 5335333 h 5641173"/>
              <a:gd name="connsiteX287" fmla="*/ 0 w 11243827"/>
              <a:gd name="connsiteY287" fmla="*/ 5335496 h 5641173"/>
              <a:gd name="connsiteX288" fmla="*/ 0 w 11243827"/>
              <a:gd name="connsiteY288" fmla="*/ 10592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257007 w 11243827"/>
              <a:gd name="connsiteY57" fmla="*/ 553718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12803 w 11243827"/>
              <a:gd name="connsiteY105" fmla="*/ 5629702 h 5641173"/>
              <a:gd name="connsiteX106" fmla="*/ 7890915 w 11243827"/>
              <a:gd name="connsiteY106" fmla="*/ 5612272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20917 w 11243827"/>
              <a:gd name="connsiteY148" fmla="*/ 5426664 h 5641173"/>
              <a:gd name="connsiteX149" fmla="*/ 6724964 w 11243827"/>
              <a:gd name="connsiteY149" fmla="*/ 5414071 h 5641173"/>
              <a:gd name="connsiteX150" fmla="*/ 6717823 w 11243827"/>
              <a:gd name="connsiteY150" fmla="*/ 5410317 h 5641173"/>
              <a:gd name="connsiteX151" fmla="*/ 6660723 w 11243827"/>
              <a:gd name="connsiteY151" fmla="*/ 5408304 h 5641173"/>
              <a:gd name="connsiteX152" fmla="*/ 6532914 w 11243827"/>
              <a:gd name="connsiteY152" fmla="*/ 5431205 h 5641173"/>
              <a:gd name="connsiteX153" fmla="*/ 6317327 w 11243827"/>
              <a:gd name="connsiteY153" fmla="*/ 5481889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257007 w 11243827"/>
              <a:gd name="connsiteY57" fmla="*/ 553718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12803 w 11243827"/>
              <a:gd name="connsiteY105" fmla="*/ 5629702 h 5641173"/>
              <a:gd name="connsiteX106" fmla="*/ 7890915 w 11243827"/>
              <a:gd name="connsiteY106" fmla="*/ 5612272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20917 w 11243827"/>
              <a:gd name="connsiteY148" fmla="*/ 5426664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60723 w 11243827"/>
              <a:gd name="connsiteY151" fmla="*/ 5408304 h 5641173"/>
              <a:gd name="connsiteX152" fmla="*/ 6532914 w 11243827"/>
              <a:gd name="connsiteY152" fmla="*/ 5431205 h 5641173"/>
              <a:gd name="connsiteX153" fmla="*/ 6317327 w 11243827"/>
              <a:gd name="connsiteY153" fmla="*/ 5481889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257007 w 11243827"/>
              <a:gd name="connsiteY57" fmla="*/ 553718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12803 w 11243827"/>
              <a:gd name="connsiteY105" fmla="*/ 5629702 h 5641173"/>
              <a:gd name="connsiteX106" fmla="*/ 7890915 w 11243827"/>
              <a:gd name="connsiteY106" fmla="*/ 5612272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20917 w 11243827"/>
              <a:gd name="connsiteY148" fmla="*/ 5637174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60723 w 11243827"/>
              <a:gd name="connsiteY151" fmla="*/ 5408304 h 5641173"/>
              <a:gd name="connsiteX152" fmla="*/ 6532914 w 11243827"/>
              <a:gd name="connsiteY152" fmla="*/ 5431205 h 5641173"/>
              <a:gd name="connsiteX153" fmla="*/ 6317327 w 11243827"/>
              <a:gd name="connsiteY153" fmla="*/ 5481889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257007 w 11243827"/>
              <a:gd name="connsiteY57" fmla="*/ 553718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12803 w 11243827"/>
              <a:gd name="connsiteY105" fmla="*/ 5629702 h 5641173"/>
              <a:gd name="connsiteX106" fmla="*/ 7890915 w 11243827"/>
              <a:gd name="connsiteY106" fmla="*/ 5612272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804792 w 11243827"/>
              <a:gd name="connsiteY148" fmla="*/ 5439822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60723 w 11243827"/>
              <a:gd name="connsiteY151" fmla="*/ 5408304 h 5641173"/>
              <a:gd name="connsiteX152" fmla="*/ 6532914 w 11243827"/>
              <a:gd name="connsiteY152" fmla="*/ 5431205 h 5641173"/>
              <a:gd name="connsiteX153" fmla="*/ 6317327 w 11243827"/>
              <a:gd name="connsiteY153" fmla="*/ 5481889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257007 w 11243827"/>
              <a:gd name="connsiteY57" fmla="*/ 553718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12803 w 11243827"/>
              <a:gd name="connsiteY105" fmla="*/ 5629702 h 5641173"/>
              <a:gd name="connsiteX106" fmla="*/ 7890915 w 11243827"/>
              <a:gd name="connsiteY106" fmla="*/ 5612272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804792 w 11243827"/>
              <a:gd name="connsiteY148" fmla="*/ 5439822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60723 w 11243827"/>
              <a:gd name="connsiteY151" fmla="*/ 5408304 h 5641173"/>
              <a:gd name="connsiteX152" fmla="*/ 6532914 w 11243827"/>
              <a:gd name="connsiteY152" fmla="*/ 5431205 h 5641173"/>
              <a:gd name="connsiteX153" fmla="*/ 6317327 w 11243827"/>
              <a:gd name="connsiteY153" fmla="*/ 5481889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257007 w 11243827"/>
              <a:gd name="connsiteY57" fmla="*/ 553718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12803 w 11243827"/>
              <a:gd name="connsiteY105" fmla="*/ 5629702 h 5641173"/>
              <a:gd name="connsiteX106" fmla="*/ 7890915 w 11243827"/>
              <a:gd name="connsiteY106" fmla="*/ 5612272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60723 w 11243827"/>
              <a:gd name="connsiteY151" fmla="*/ 5408304 h 5641173"/>
              <a:gd name="connsiteX152" fmla="*/ 6532914 w 11243827"/>
              <a:gd name="connsiteY152" fmla="*/ 5431205 h 5641173"/>
              <a:gd name="connsiteX153" fmla="*/ 6317327 w 11243827"/>
              <a:gd name="connsiteY153" fmla="*/ 5481889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257007 w 11243827"/>
              <a:gd name="connsiteY57" fmla="*/ 553718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12803 w 11243827"/>
              <a:gd name="connsiteY105" fmla="*/ 5629702 h 5641173"/>
              <a:gd name="connsiteX106" fmla="*/ 7890915 w 11243827"/>
              <a:gd name="connsiteY106" fmla="*/ 5612272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60723 w 11243827"/>
              <a:gd name="connsiteY151" fmla="*/ 5408304 h 5641173"/>
              <a:gd name="connsiteX152" fmla="*/ 6532914 w 11243827"/>
              <a:gd name="connsiteY152" fmla="*/ 5431205 h 5641173"/>
              <a:gd name="connsiteX153" fmla="*/ 6317327 w 11243827"/>
              <a:gd name="connsiteY153" fmla="*/ 5481889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257007 w 11243827"/>
              <a:gd name="connsiteY57" fmla="*/ 553718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12803 w 11243827"/>
              <a:gd name="connsiteY105" fmla="*/ 5629702 h 5641173"/>
              <a:gd name="connsiteX106" fmla="*/ 7890915 w 11243827"/>
              <a:gd name="connsiteY106" fmla="*/ 5612272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60723 w 11243827"/>
              <a:gd name="connsiteY151" fmla="*/ 540830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257007 w 11243827"/>
              <a:gd name="connsiteY57" fmla="*/ 553718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12803 w 11243827"/>
              <a:gd name="connsiteY105" fmla="*/ 5629702 h 5641173"/>
              <a:gd name="connsiteX106" fmla="*/ 7890915 w 11243827"/>
              <a:gd name="connsiteY106" fmla="*/ 5612272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257007 w 11243827"/>
              <a:gd name="connsiteY57" fmla="*/ 553718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890915 w 11243827"/>
              <a:gd name="connsiteY106" fmla="*/ 5612272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87273"/>
              <a:gd name="connsiteX1" fmla="*/ 11243827 w 11243827"/>
              <a:gd name="connsiteY1" fmla="*/ 1470035 h 5687273"/>
              <a:gd name="connsiteX2" fmla="*/ 11243827 w 11243827"/>
              <a:gd name="connsiteY2" fmla="*/ 5001571 h 5687273"/>
              <a:gd name="connsiteX3" fmla="*/ 11243827 w 11243827"/>
              <a:gd name="connsiteY3" fmla="*/ 5209610 h 5687273"/>
              <a:gd name="connsiteX4" fmla="*/ 11240675 w 11243827"/>
              <a:gd name="connsiteY4" fmla="*/ 5210442 h 5687273"/>
              <a:gd name="connsiteX5" fmla="*/ 11179959 w 11243827"/>
              <a:gd name="connsiteY5" fmla="*/ 5221199 h 5687273"/>
              <a:gd name="connsiteX6" fmla="*/ 11105493 w 11243827"/>
              <a:gd name="connsiteY6" fmla="*/ 5259905 h 5687273"/>
              <a:gd name="connsiteX7" fmla="*/ 11078640 w 11243827"/>
              <a:gd name="connsiteY7" fmla="*/ 5263531 h 5687273"/>
              <a:gd name="connsiteX8" fmla="*/ 11079616 w 11243827"/>
              <a:gd name="connsiteY8" fmla="*/ 5270380 h 5687273"/>
              <a:gd name="connsiteX9" fmla="*/ 11069641 w 11243827"/>
              <a:gd name="connsiteY9" fmla="*/ 5270884 h 5687273"/>
              <a:gd name="connsiteX10" fmla="*/ 11047377 w 11243827"/>
              <a:gd name="connsiteY10" fmla="*/ 5271051 h 5687273"/>
              <a:gd name="connsiteX11" fmla="*/ 10980705 w 11243827"/>
              <a:gd name="connsiteY11" fmla="*/ 5272951 h 5687273"/>
              <a:gd name="connsiteX12" fmla="*/ 10962514 w 11243827"/>
              <a:gd name="connsiteY12" fmla="*/ 5286084 h 5687273"/>
              <a:gd name="connsiteX13" fmla="*/ 10945307 w 11243827"/>
              <a:gd name="connsiteY13" fmla="*/ 5286290 h 5687273"/>
              <a:gd name="connsiteX14" fmla="*/ 10845516 w 11243827"/>
              <a:gd name="connsiteY14" fmla="*/ 5303894 h 5687273"/>
              <a:gd name="connsiteX15" fmla="*/ 10831795 w 11243827"/>
              <a:gd name="connsiteY15" fmla="*/ 5305210 h 5687273"/>
              <a:gd name="connsiteX16" fmla="*/ 10824365 w 11243827"/>
              <a:gd name="connsiteY16" fmla="*/ 5311111 h 5687273"/>
              <a:gd name="connsiteX17" fmla="*/ 10797756 w 11243827"/>
              <a:gd name="connsiteY17" fmla="*/ 5312285 h 5687273"/>
              <a:gd name="connsiteX18" fmla="*/ 10796525 w 11243827"/>
              <a:gd name="connsiteY18" fmla="*/ 5315645 h 5687273"/>
              <a:gd name="connsiteX19" fmla="*/ 10709063 w 11243827"/>
              <a:gd name="connsiteY19" fmla="*/ 5344492 h 5687273"/>
              <a:gd name="connsiteX20" fmla="*/ 10694078 w 11243827"/>
              <a:gd name="connsiteY20" fmla="*/ 5349258 h 5687273"/>
              <a:gd name="connsiteX21" fmla="*/ 10681131 w 11243827"/>
              <a:gd name="connsiteY21" fmla="*/ 5347812 h 5687273"/>
              <a:gd name="connsiteX22" fmla="*/ 10609448 w 11243827"/>
              <a:gd name="connsiteY22" fmla="*/ 5351931 h 5687273"/>
              <a:gd name="connsiteX23" fmla="*/ 10592397 w 11243827"/>
              <a:gd name="connsiteY23" fmla="*/ 5349402 h 5687273"/>
              <a:gd name="connsiteX24" fmla="*/ 10585227 w 11243827"/>
              <a:gd name="connsiteY24" fmla="*/ 5344063 h 5687273"/>
              <a:gd name="connsiteX25" fmla="*/ 10557472 w 11243827"/>
              <a:gd name="connsiteY25" fmla="*/ 5354151 h 5687273"/>
              <a:gd name="connsiteX26" fmla="*/ 10514646 w 11243827"/>
              <a:gd name="connsiteY26" fmla="*/ 5361064 h 5687273"/>
              <a:gd name="connsiteX27" fmla="*/ 10494292 w 11243827"/>
              <a:gd name="connsiteY27" fmla="*/ 5366054 h 5687273"/>
              <a:gd name="connsiteX28" fmla="*/ 10477869 w 11243827"/>
              <a:gd name="connsiteY28" fmla="*/ 5363025 h 5687273"/>
              <a:gd name="connsiteX29" fmla="*/ 10384411 w 11243827"/>
              <a:gd name="connsiteY29" fmla="*/ 5362257 h 5687273"/>
              <a:gd name="connsiteX30" fmla="*/ 10362921 w 11243827"/>
              <a:gd name="connsiteY30" fmla="*/ 5357444 h 5687273"/>
              <a:gd name="connsiteX31" fmla="*/ 10352736 w 11243827"/>
              <a:gd name="connsiteY31" fmla="*/ 5347851 h 5687273"/>
              <a:gd name="connsiteX32" fmla="*/ 10344754 w 11243827"/>
              <a:gd name="connsiteY32" fmla="*/ 5351272 h 5687273"/>
              <a:gd name="connsiteX33" fmla="*/ 10288226 w 11243827"/>
              <a:gd name="connsiteY33" fmla="*/ 5351613 h 5687273"/>
              <a:gd name="connsiteX34" fmla="*/ 10251350 w 11243827"/>
              <a:gd name="connsiteY34" fmla="*/ 5352711 h 5687273"/>
              <a:gd name="connsiteX35" fmla="*/ 10249108 w 11243827"/>
              <a:gd name="connsiteY35" fmla="*/ 5365881 h 5687273"/>
              <a:gd name="connsiteX36" fmla="*/ 10216272 w 11243827"/>
              <a:gd name="connsiteY36" fmla="*/ 5370573 h 5687273"/>
              <a:gd name="connsiteX37" fmla="*/ 10181278 w 11243827"/>
              <a:gd name="connsiteY37" fmla="*/ 5362119 h 5687273"/>
              <a:gd name="connsiteX38" fmla="*/ 10140033 w 11243827"/>
              <a:gd name="connsiteY38" fmla="*/ 5363304 h 5687273"/>
              <a:gd name="connsiteX39" fmla="*/ 10115353 w 11243827"/>
              <a:gd name="connsiteY39" fmla="*/ 5363869 h 5687273"/>
              <a:gd name="connsiteX40" fmla="*/ 10050578 w 11243827"/>
              <a:gd name="connsiteY40" fmla="*/ 5376153 h 5687273"/>
              <a:gd name="connsiteX41" fmla="*/ 9945478 w 11243827"/>
              <a:gd name="connsiteY41" fmla="*/ 5422859 h 5687273"/>
              <a:gd name="connsiteX42" fmla="*/ 9912481 w 11243827"/>
              <a:gd name="connsiteY42" fmla="*/ 5429477 h 5687273"/>
              <a:gd name="connsiteX43" fmla="*/ 9906713 w 11243827"/>
              <a:gd name="connsiteY43" fmla="*/ 5426784 h 5687273"/>
              <a:gd name="connsiteX44" fmla="*/ 9742436 w 11243827"/>
              <a:gd name="connsiteY44" fmla="*/ 5454834 h 5687273"/>
              <a:gd name="connsiteX45" fmla="*/ 9713044 w 11243827"/>
              <a:gd name="connsiteY45" fmla="*/ 5456476 h 5687273"/>
              <a:gd name="connsiteX46" fmla="*/ 9691033 w 11243827"/>
              <a:gd name="connsiteY46" fmla="*/ 5455451 h 5687273"/>
              <a:gd name="connsiteX47" fmla="*/ 9638355 w 11243827"/>
              <a:gd name="connsiteY47" fmla="*/ 5464794 h 5687273"/>
              <a:gd name="connsiteX48" fmla="*/ 9552434 w 11243827"/>
              <a:gd name="connsiteY48" fmla="*/ 5485280 h 5687273"/>
              <a:gd name="connsiteX49" fmla="*/ 9533883 w 11243827"/>
              <a:gd name="connsiteY49" fmla="*/ 5488516 h 5687273"/>
              <a:gd name="connsiteX50" fmla="*/ 9516916 w 11243827"/>
              <a:gd name="connsiteY50" fmla="*/ 5486828 h 5687273"/>
              <a:gd name="connsiteX51" fmla="*/ 9512093 w 11243827"/>
              <a:gd name="connsiteY51" fmla="*/ 5482541 h 5687273"/>
              <a:gd name="connsiteX52" fmla="*/ 9501725 w 11243827"/>
              <a:gd name="connsiteY52" fmla="*/ 5483603 h 5687273"/>
              <a:gd name="connsiteX53" fmla="*/ 9498754 w 11243827"/>
              <a:gd name="connsiteY53" fmla="*/ 5482951 h 5687273"/>
              <a:gd name="connsiteX54" fmla="*/ 9481932 w 11243827"/>
              <a:gd name="connsiteY54" fmla="*/ 5480151 h 5687273"/>
              <a:gd name="connsiteX55" fmla="*/ 9451321 w 11243827"/>
              <a:gd name="connsiteY55" fmla="*/ 5497375 h 5687273"/>
              <a:gd name="connsiteX56" fmla="*/ 9409298 w 11243827"/>
              <a:gd name="connsiteY56" fmla="*/ 5499478 h 5687273"/>
              <a:gd name="connsiteX57" fmla="*/ 9257007 w 11243827"/>
              <a:gd name="connsiteY57" fmla="*/ 5537183 h 5687273"/>
              <a:gd name="connsiteX58" fmla="*/ 9229078 w 11243827"/>
              <a:gd name="connsiteY58" fmla="*/ 5524154 h 5687273"/>
              <a:gd name="connsiteX59" fmla="*/ 9165105 w 11243827"/>
              <a:gd name="connsiteY59" fmla="*/ 5532892 h 5687273"/>
              <a:gd name="connsiteX60" fmla="*/ 9077301 w 11243827"/>
              <a:gd name="connsiteY60" fmla="*/ 5580356 h 5687273"/>
              <a:gd name="connsiteX61" fmla="*/ 8960065 w 11243827"/>
              <a:gd name="connsiteY61" fmla="*/ 5597982 h 5687273"/>
              <a:gd name="connsiteX62" fmla="*/ 8953536 w 11243827"/>
              <a:gd name="connsiteY62" fmla="*/ 5606638 h 5687273"/>
              <a:gd name="connsiteX63" fmla="*/ 8943907 w 11243827"/>
              <a:gd name="connsiteY63" fmla="*/ 5612541 h 5687273"/>
              <a:gd name="connsiteX64" fmla="*/ 8942046 w 11243827"/>
              <a:gd name="connsiteY64" fmla="*/ 5612112 h 5687273"/>
              <a:gd name="connsiteX65" fmla="*/ 8928824 w 11243827"/>
              <a:gd name="connsiteY65" fmla="*/ 5615549 h 5687273"/>
              <a:gd name="connsiteX66" fmla="*/ 8927294 w 11243827"/>
              <a:gd name="connsiteY66" fmla="*/ 5618607 h 5687273"/>
              <a:gd name="connsiteX67" fmla="*/ 8918651 w 11243827"/>
              <a:gd name="connsiteY67" fmla="*/ 5621688 h 5687273"/>
              <a:gd name="connsiteX68" fmla="*/ 8902772 w 11243827"/>
              <a:gd name="connsiteY68" fmla="*/ 5629703 h 5687273"/>
              <a:gd name="connsiteX69" fmla="*/ 8898724 w 11243827"/>
              <a:gd name="connsiteY69" fmla="*/ 5629379 h 5687273"/>
              <a:gd name="connsiteX70" fmla="*/ 8873099 w 11243827"/>
              <a:gd name="connsiteY70" fmla="*/ 5638628 h 5687273"/>
              <a:gd name="connsiteX71" fmla="*/ 8872234 w 11243827"/>
              <a:gd name="connsiteY71" fmla="*/ 5637889 h 5687273"/>
              <a:gd name="connsiteX72" fmla="*/ 8862777 w 11243827"/>
              <a:gd name="connsiteY72" fmla="*/ 5636711 h 5687273"/>
              <a:gd name="connsiteX73" fmla="*/ 8845869 w 11243827"/>
              <a:gd name="connsiteY73" fmla="*/ 5636436 h 5687273"/>
              <a:gd name="connsiteX74" fmla="*/ 8800548 w 11243827"/>
              <a:gd name="connsiteY74" fmla="*/ 5625084 h 5687273"/>
              <a:gd name="connsiteX75" fmla="*/ 8773774 w 11243827"/>
              <a:gd name="connsiteY75" fmla="*/ 5634630 h 5687273"/>
              <a:gd name="connsiteX76" fmla="*/ 8698255 w 11243827"/>
              <a:gd name="connsiteY76" fmla="*/ 5636083 h 5687273"/>
              <a:gd name="connsiteX77" fmla="*/ 8619167 w 11243827"/>
              <a:gd name="connsiteY77" fmla="*/ 5619130 h 5687273"/>
              <a:gd name="connsiteX78" fmla="*/ 8539822 w 11243827"/>
              <a:gd name="connsiteY78" fmla="*/ 5616905 h 5687273"/>
              <a:gd name="connsiteX79" fmla="*/ 8511094 w 11243827"/>
              <a:gd name="connsiteY79" fmla="*/ 5617360 h 5687273"/>
              <a:gd name="connsiteX80" fmla="*/ 8459886 w 11243827"/>
              <a:gd name="connsiteY80" fmla="*/ 5612612 h 5687273"/>
              <a:gd name="connsiteX81" fmla="*/ 8436432 w 11243827"/>
              <a:gd name="connsiteY81" fmla="*/ 5606990 h 5687273"/>
              <a:gd name="connsiteX82" fmla="*/ 8435403 w 11243827"/>
              <a:gd name="connsiteY82" fmla="*/ 5607336 h 5687273"/>
              <a:gd name="connsiteX83" fmla="*/ 8433307 w 11243827"/>
              <a:gd name="connsiteY83" fmla="*/ 5604917 h 5687273"/>
              <a:gd name="connsiteX84" fmla="*/ 8428968 w 11243827"/>
              <a:gd name="connsiteY84" fmla="*/ 5603796 h 5687273"/>
              <a:gd name="connsiteX85" fmla="*/ 8417124 w 11243827"/>
              <a:gd name="connsiteY85" fmla="*/ 5604518 h 5687273"/>
              <a:gd name="connsiteX86" fmla="*/ 8412669 w 11243827"/>
              <a:gd name="connsiteY86" fmla="*/ 5605413 h 5687273"/>
              <a:gd name="connsiteX87" fmla="*/ 8406152 w 11243827"/>
              <a:gd name="connsiteY87" fmla="*/ 5605396 h 5687273"/>
              <a:gd name="connsiteX88" fmla="*/ 8405989 w 11243827"/>
              <a:gd name="connsiteY88" fmla="*/ 5605197 h 5687273"/>
              <a:gd name="connsiteX89" fmla="*/ 8399884 w 11243827"/>
              <a:gd name="connsiteY89" fmla="*/ 5605568 h 5687273"/>
              <a:gd name="connsiteX90" fmla="*/ 8370014 w 11243827"/>
              <a:gd name="connsiteY90" fmla="*/ 5609900 h 5687273"/>
              <a:gd name="connsiteX91" fmla="*/ 8330544 w 11243827"/>
              <a:gd name="connsiteY91" fmla="*/ 5590964 h 5687273"/>
              <a:gd name="connsiteX92" fmla="*/ 8314221 w 11243827"/>
              <a:gd name="connsiteY92" fmla="*/ 5587682 h 5687273"/>
              <a:gd name="connsiteX93" fmla="*/ 8305502 w 11243827"/>
              <a:gd name="connsiteY93" fmla="*/ 5584868 h 5687273"/>
              <a:gd name="connsiteX94" fmla="*/ 8304962 w 11243827"/>
              <a:gd name="connsiteY94" fmla="*/ 5584007 h 5687273"/>
              <a:gd name="connsiteX95" fmla="*/ 8276324 w 11243827"/>
              <a:gd name="connsiteY95" fmla="*/ 5588260 h 5687273"/>
              <a:gd name="connsiteX96" fmla="*/ 8272522 w 11243827"/>
              <a:gd name="connsiteY96" fmla="*/ 5587226 h 5687273"/>
              <a:gd name="connsiteX97" fmla="*/ 8253857 w 11243827"/>
              <a:gd name="connsiteY97" fmla="*/ 5592043 h 5687273"/>
              <a:gd name="connsiteX98" fmla="*/ 8244212 w 11243827"/>
              <a:gd name="connsiteY98" fmla="*/ 5593439 h 5687273"/>
              <a:gd name="connsiteX99" fmla="*/ 8241488 w 11243827"/>
              <a:gd name="connsiteY99" fmla="*/ 5596085 h 5687273"/>
              <a:gd name="connsiteX100" fmla="*/ 8227256 w 11243827"/>
              <a:gd name="connsiteY100" fmla="*/ 5597005 h 5687273"/>
              <a:gd name="connsiteX101" fmla="*/ 8225619 w 11243827"/>
              <a:gd name="connsiteY101" fmla="*/ 5596262 h 5687273"/>
              <a:gd name="connsiteX102" fmla="*/ 8213882 w 11243827"/>
              <a:gd name="connsiteY102" fmla="*/ 5600179 h 5687273"/>
              <a:gd name="connsiteX103" fmla="*/ 8204045 w 11243827"/>
              <a:gd name="connsiteY103" fmla="*/ 5607275 h 5687273"/>
              <a:gd name="connsiteX104" fmla="*/ 8082989 w 11243827"/>
              <a:gd name="connsiteY104" fmla="*/ 5603160 h 5687273"/>
              <a:gd name="connsiteX105" fmla="*/ 7976942 w 11243827"/>
              <a:gd name="connsiteY105" fmla="*/ 5598455 h 5687273"/>
              <a:gd name="connsiteX106" fmla="*/ 7915584 w 11243827"/>
              <a:gd name="connsiteY106" fmla="*/ 5684635 h 5687273"/>
              <a:gd name="connsiteX107" fmla="*/ 7727691 w 11243827"/>
              <a:gd name="connsiteY107" fmla="*/ 5621064 h 5687273"/>
              <a:gd name="connsiteX108" fmla="*/ 7685998 w 11243827"/>
              <a:gd name="connsiteY108" fmla="*/ 5615564 h 5687273"/>
              <a:gd name="connsiteX109" fmla="*/ 7649302 w 11243827"/>
              <a:gd name="connsiteY109" fmla="*/ 5626541 h 5687273"/>
              <a:gd name="connsiteX110" fmla="*/ 7634083 w 11243827"/>
              <a:gd name="connsiteY110" fmla="*/ 5620862 h 5687273"/>
              <a:gd name="connsiteX111" fmla="*/ 7631455 w 11243827"/>
              <a:gd name="connsiteY111" fmla="*/ 5619708 h 5687273"/>
              <a:gd name="connsiteX112" fmla="*/ 7620952 w 11243827"/>
              <a:gd name="connsiteY112" fmla="*/ 5618872 h 5687273"/>
              <a:gd name="connsiteX113" fmla="*/ 7617992 w 11243827"/>
              <a:gd name="connsiteY113" fmla="*/ 5613914 h 5687273"/>
              <a:gd name="connsiteX114" fmla="*/ 7602182 w 11243827"/>
              <a:gd name="connsiteY114" fmla="*/ 5609271 h 5687273"/>
              <a:gd name="connsiteX115" fmla="*/ 7582847 w 11243827"/>
              <a:gd name="connsiteY115" fmla="*/ 5609047 h 5687273"/>
              <a:gd name="connsiteX116" fmla="*/ 7514158 w 11243827"/>
              <a:gd name="connsiteY116" fmla="*/ 5607737 h 5687273"/>
              <a:gd name="connsiteX117" fmla="*/ 7502955 w 11243827"/>
              <a:gd name="connsiteY117" fmla="*/ 5610415 h 5687273"/>
              <a:gd name="connsiteX118" fmla="*/ 7466391 w 11243827"/>
              <a:gd name="connsiteY118" fmla="*/ 5605949 h 5687273"/>
              <a:gd name="connsiteX119" fmla="*/ 7433806 w 11243827"/>
              <a:gd name="connsiteY119" fmla="*/ 5604945 h 5687273"/>
              <a:gd name="connsiteX120" fmla="*/ 7412693 w 11243827"/>
              <a:gd name="connsiteY120" fmla="*/ 5607075 h 5687273"/>
              <a:gd name="connsiteX121" fmla="*/ 7407159 w 11243827"/>
              <a:gd name="connsiteY121" fmla="*/ 5605310 h 5687273"/>
              <a:gd name="connsiteX122" fmla="*/ 7385900 w 11243827"/>
              <a:gd name="connsiteY122" fmla="*/ 5604171 h 5687273"/>
              <a:gd name="connsiteX123" fmla="*/ 7375071 w 11243827"/>
              <a:gd name="connsiteY123" fmla="*/ 5606788 h 5687273"/>
              <a:gd name="connsiteX124" fmla="*/ 7364382 w 11243827"/>
              <a:gd name="connsiteY124" fmla="*/ 5600762 h 5687273"/>
              <a:gd name="connsiteX125" fmla="*/ 7361770 w 11243827"/>
              <a:gd name="connsiteY125" fmla="*/ 5596347 h 5687273"/>
              <a:gd name="connsiteX126" fmla="*/ 7346641 w 11243827"/>
              <a:gd name="connsiteY126" fmla="*/ 5598329 h 5687273"/>
              <a:gd name="connsiteX127" fmla="*/ 7334238 w 11243827"/>
              <a:gd name="connsiteY127" fmla="*/ 5594014 h 5687273"/>
              <a:gd name="connsiteX128" fmla="*/ 7323426 w 11243827"/>
              <a:gd name="connsiteY128" fmla="*/ 5596835 h 5687273"/>
              <a:gd name="connsiteX129" fmla="*/ 7318938 w 11243827"/>
              <a:gd name="connsiteY129" fmla="*/ 5596200 h 5687273"/>
              <a:gd name="connsiteX130" fmla="*/ 7307784 w 11243827"/>
              <a:gd name="connsiteY130" fmla="*/ 5594065 h 5687273"/>
              <a:gd name="connsiteX131" fmla="*/ 7288540 w 11243827"/>
              <a:gd name="connsiteY131" fmla="*/ 5589320 h 5687273"/>
              <a:gd name="connsiteX132" fmla="*/ 7282537 w 11243827"/>
              <a:gd name="connsiteY132" fmla="*/ 5588660 h 5687273"/>
              <a:gd name="connsiteX133" fmla="*/ 7269466 w 11243827"/>
              <a:gd name="connsiteY133" fmla="*/ 5581404 h 5687273"/>
              <a:gd name="connsiteX134" fmla="*/ 7244165 w 11243827"/>
              <a:gd name="connsiteY134" fmla="*/ 5575200 h 5687273"/>
              <a:gd name="connsiteX135" fmla="*/ 7199619 w 11243827"/>
              <a:gd name="connsiteY135" fmla="*/ 5553550 h 5687273"/>
              <a:gd name="connsiteX136" fmla="*/ 7173434 w 11243827"/>
              <a:gd name="connsiteY136" fmla="*/ 5543219 h 5687273"/>
              <a:gd name="connsiteX137" fmla="*/ 7155718 w 11243827"/>
              <a:gd name="connsiteY137" fmla="*/ 5533697 h 5687273"/>
              <a:gd name="connsiteX138" fmla="*/ 7103430 w 11243827"/>
              <a:gd name="connsiteY138" fmla="*/ 5520249 h 5687273"/>
              <a:gd name="connsiteX139" fmla="*/ 7013746 w 11243827"/>
              <a:gd name="connsiteY139" fmla="*/ 5502470 h 5687273"/>
              <a:gd name="connsiteX140" fmla="*/ 6995379 w 11243827"/>
              <a:gd name="connsiteY140" fmla="*/ 5497693 h 5687273"/>
              <a:gd name="connsiteX141" fmla="*/ 6982475 w 11243827"/>
              <a:gd name="connsiteY141" fmla="*/ 5489641 h 5687273"/>
              <a:gd name="connsiteX142" fmla="*/ 6981994 w 11243827"/>
              <a:gd name="connsiteY142" fmla="*/ 5484335 h 5687273"/>
              <a:gd name="connsiteX143" fmla="*/ 6972355 w 11243827"/>
              <a:gd name="connsiteY143" fmla="*/ 5481074 h 5687273"/>
              <a:gd name="connsiteX144" fmla="*/ 6970394 w 11243827"/>
              <a:gd name="connsiteY144" fmla="*/ 5479383 h 5687273"/>
              <a:gd name="connsiteX145" fmla="*/ 6958543 w 11243827"/>
              <a:gd name="connsiteY145" fmla="*/ 5470507 h 5687273"/>
              <a:gd name="connsiteX146" fmla="*/ 6918276 w 11243827"/>
              <a:gd name="connsiteY146" fmla="*/ 5472034 h 5687273"/>
              <a:gd name="connsiteX147" fmla="*/ 6881046 w 11243827"/>
              <a:gd name="connsiteY147" fmla="*/ 5457070 h 5687273"/>
              <a:gd name="connsiteX148" fmla="*/ 6752164 w 11243827"/>
              <a:gd name="connsiteY148" fmla="*/ 5425021 h 5687273"/>
              <a:gd name="connsiteX149" fmla="*/ 6724964 w 11243827"/>
              <a:gd name="connsiteY149" fmla="*/ 5414071 h 5687273"/>
              <a:gd name="connsiteX150" fmla="*/ 6683286 w 11243827"/>
              <a:gd name="connsiteY150" fmla="*/ 5405383 h 5687273"/>
              <a:gd name="connsiteX151" fmla="*/ 6644277 w 11243827"/>
              <a:gd name="connsiteY151" fmla="*/ 5429684 h 5687273"/>
              <a:gd name="connsiteX152" fmla="*/ 6532914 w 11243827"/>
              <a:gd name="connsiteY152" fmla="*/ 5431205 h 5687273"/>
              <a:gd name="connsiteX153" fmla="*/ 6307459 w 11243827"/>
              <a:gd name="connsiteY153" fmla="*/ 5467087 h 5687273"/>
              <a:gd name="connsiteX154" fmla="*/ 6196243 w 11243827"/>
              <a:gd name="connsiteY154" fmla="*/ 5515042 h 5687273"/>
              <a:gd name="connsiteX155" fmla="*/ 6099124 w 11243827"/>
              <a:gd name="connsiteY155" fmla="*/ 5516848 h 5687273"/>
              <a:gd name="connsiteX156" fmla="*/ 6016077 w 11243827"/>
              <a:gd name="connsiteY156" fmla="*/ 5528642 h 5687273"/>
              <a:gd name="connsiteX157" fmla="*/ 6004389 w 11243827"/>
              <a:gd name="connsiteY157" fmla="*/ 5531206 h 5687273"/>
              <a:gd name="connsiteX158" fmla="*/ 5933945 w 11243827"/>
              <a:gd name="connsiteY158" fmla="*/ 5538840 h 5687273"/>
              <a:gd name="connsiteX159" fmla="*/ 5883936 w 11243827"/>
              <a:gd name="connsiteY159" fmla="*/ 5553807 h 5687273"/>
              <a:gd name="connsiteX160" fmla="*/ 5798331 w 11243827"/>
              <a:gd name="connsiteY160" fmla="*/ 5564248 h 5687273"/>
              <a:gd name="connsiteX161" fmla="*/ 5712738 w 11243827"/>
              <a:gd name="connsiteY161" fmla="*/ 5573120 h 5687273"/>
              <a:gd name="connsiteX162" fmla="*/ 5681342 w 11243827"/>
              <a:gd name="connsiteY162" fmla="*/ 5575621 h 5687273"/>
              <a:gd name="connsiteX163" fmla="*/ 5627167 w 11243827"/>
              <a:gd name="connsiteY163" fmla="*/ 5583215 h 5687273"/>
              <a:gd name="connsiteX164" fmla="*/ 5591414 w 11243827"/>
              <a:gd name="connsiteY164" fmla="*/ 5587695 h 5687273"/>
              <a:gd name="connsiteX165" fmla="*/ 5583028 w 11243827"/>
              <a:gd name="connsiteY165" fmla="*/ 5580877 h 5687273"/>
              <a:gd name="connsiteX166" fmla="*/ 5549426 w 11243827"/>
              <a:gd name="connsiteY166" fmla="*/ 5582858 h 5687273"/>
              <a:gd name="connsiteX167" fmla="*/ 5519999 w 11243827"/>
              <a:gd name="connsiteY167" fmla="*/ 5592246 h 5687273"/>
              <a:gd name="connsiteX168" fmla="*/ 5480028 w 11243827"/>
              <a:gd name="connsiteY168" fmla="*/ 5597282 h 5687273"/>
              <a:gd name="connsiteX169" fmla="*/ 5456175 w 11243827"/>
              <a:gd name="connsiteY169" fmla="*/ 5600371 h 5687273"/>
              <a:gd name="connsiteX170" fmla="*/ 5388463 w 11243827"/>
              <a:gd name="connsiteY170" fmla="*/ 5602638 h 5687273"/>
              <a:gd name="connsiteX171" fmla="*/ 5265898 w 11243827"/>
              <a:gd name="connsiteY171" fmla="*/ 5591830 h 5687273"/>
              <a:gd name="connsiteX172" fmla="*/ 5231231 w 11243827"/>
              <a:gd name="connsiteY172" fmla="*/ 5592790 h 5687273"/>
              <a:gd name="connsiteX173" fmla="*/ 5226996 w 11243827"/>
              <a:gd name="connsiteY173" fmla="*/ 5595040 h 5687273"/>
              <a:gd name="connsiteX174" fmla="*/ 5175988 w 11243827"/>
              <a:gd name="connsiteY174" fmla="*/ 5588131 h 5687273"/>
              <a:gd name="connsiteX175" fmla="*/ 5107470 w 11243827"/>
              <a:gd name="connsiteY175" fmla="*/ 5594771 h 5687273"/>
              <a:gd name="connsiteX176" fmla="*/ 5027868 w 11243827"/>
              <a:gd name="connsiteY176" fmla="*/ 5605624 h 5687273"/>
              <a:gd name="connsiteX177" fmla="*/ 5007324 w 11243827"/>
              <a:gd name="connsiteY177" fmla="*/ 5609209 h 5687273"/>
              <a:gd name="connsiteX178" fmla="*/ 4952559 w 11243827"/>
              <a:gd name="connsiteY178" fmla="*/ 5611402 h 5687273"/>
              <a:gd name="connsiteX179" fmla="*/ 4826081 w 11243827"/>
              <a:gd name="connsiteY179" fmla="*/ 5616191 h 5687273"/>
              <a:gd name="connsiteX180" fmla="*/ 4823501 w 11243827"/>
              <a:gd name="connsiteY180" fmla="*/ 5619174 h 5687273"/>
              <a:gd name="connsiteX181" fmla="*/ 4813093 w 11243827"/>
              <a:gd name="connsiteY181" fmla="*/ 5620026 h 5687273"/>
              <a:gd name="connsiteX182" fmla="*/ 4810563 w 11243827"/>
              <a:gd name="connsiteY182" fmla="*/ 5620787 h 5687273"/>
              <a:gd name="connsiteX183" fmla="*/ 4795818 w 11243827"/>
              <a:gd name="connsiteY183" fmla="*/ 5624618 h 5687273"/>
              <a:gd name="connsiteX184" fmla="*/ 4758404 w 11243827"/>
              <a:gd name="connsiteY184" fmla="*/ 5619510 h 5687273"/>
              <a:gd name="connsiteX185" fmla="*/ 4717254 w 11243827"/>
              <a:gd name="connsiteY185" fmla="*/ 5624155 h 5687273"/>
              <a:gd name="connsiteX186" fmla="*/ 4591958 w 11243827"/>
              <a:gd name="connsiteY186" fmla="*/ 5624710 h 5687273"/>
              <a:gd name="connsiteX187" fmla="*/ 4476215 w 11243827"/>
              <a:gd name="connsiteY187" fmla="*/ 5628210 h 5687273"/>
              <a:gd name="connsiteX188" fmla="*/ 4425193 w 11243827"/>
              <a:gd name="connsiteY188" fmla="*/ 5627414 h 5687273"/>
              <a:gd name="connsiteX189" fmla="*/ 4383866 w 11243827"/>
              <a:gd name="connsiteY189" fmla="*/ 5626546 h 5687273"/>
              <a:gd name="connsiteX190" fmla="*/ 4385596 w 11243827"/>
              <a:gd name="connsiteY190" fmla="*/ 5634646 h 5687273"/>
              <a:gd name="connsiteX191" fmla="*/ 4360864 w 11243827"/>
              <a:gd name="connsiteY191" fmla="*/ 5641173 h 5687273"/>
              <a:gd name="connsiteX192" fmla="*/ 4328321 w 11243827"/>
              <a:gd name="connsiteY192" fmla="*/ 5626332 h 5687273"/>
              <a:gd name="connsiteX193" fmla="*/ 4309842 w 11243827"/>
              <a:gd name="connsiteY193" fmla="*/ 5626471 h 5687273"/>
              <a:gd name="connsiteX194" fmla="*/ 4277424 w 11243827"/>
              <a:gd name="connsiteY194" fmla="*/ 5631598 h 5687273"/>
              <a:gd name="connsiteX195" fmla="*/ 4266627 w 11243827"/>
              <a:gd name="connsiteY195" fmla="*/ 5633969 h 5687273"/>
              <a:gd name="connsiteX196" fmla="*/ 4185525 w 11243827"/>
              <a:gd name="connsiteY196" fmla="*/ 5617508 h 5687273"/>
              <a:gd name="connsiteX197" fmla="*/ 4177617 w 11243827"/>
              <a:gd name="connsiteY197" fmla="*/ 5610903 h 5687273"/>
              <a:gd name="connsiteX198" fmla="*/ 4136948 w 11243827"/>
              <a:gd name="connsiteY198" fmla="*/ 5608031 h 5687273"/>
              <a:gd name="connsiteX199" fmla="*/ 4132323 w 11243827"/>
              <a:gd name="connsiteY199" fmla="*/ 5609784 h 5687273"/>
              <a:gd name="connsiteX200" fmla="*/ 4098620 w 11243827"/>
              <a:gd name="connsiteY200" fmla="*/ 5599672 h 5687273"/>
              <a:gd name="connsiteX201" fmla="*/ 3963475 w 11243827"/>
              <a:gd name="connsiteY201" fmla="*/ 5581841 h 5687273"/>
              <a:gd name="connsiteX202" fmla="*/ 3703613 w 11243827"/>
              <a:gd name="connsiteY202" fmla="*/ 5572482 h 5687273"/>
              <a:gd name="connsiteX203" fmla="*/ 3432987 w 11243827"/>
              <a:gd name="connsiteY203" fmla="*/ 5545768 h 5687273"/>
              <a:gd name="connsiteX204" fmla="*/ 3176381 w 11243827"/>
              <a:gd name="connsiteY204" fmla="*/ 5556110 h 5687273"/>
              <a:gd name="connsiteX205" fmla="*/ 2710156 w 11243827"/>
              <a:gd name="connsiteY205" fmla="*/ 5527517 h 5687273"/>
              <a:gd name="connsiteX206" fmla="*/ 2550206 w 11243827"/>
              <a:gd name="connsiteY206" fmla="*/ 5524958 h 5687273"/>
              <a:gd name="connsiteX207" fmla="*/ 2443041 w 11243827"/>
              <a:gd name="connsiteY207" fmla="*/ 5523990 h 5687273"/>
              <a:gd name="connsiteX208" fmla="*/ 2435613 w 11243827"/>
              <a:gd name="connsiteY208" fmla="*/ 5526704 h 5687273"/>
              <a:gd name="connsiteX209" fmla="*/ 2405682 w 11243827"/>
              <a:gd name="connsiteY209" fmla="*/ 5528307 h 5687273"/>
              <a:gd name="connsiteX210" fmla="*/ 2397487 w 11243827"/>
              <a:gd name="connsiteY210" fmla="*/ 5540337 h 5687273"/>
              <a:gd name="connsiteX211" fmla="*/ 2297454 w 11243827"/>
              <a:gd name="connsiteY211" fmla="*/ 5550765 h 5687273"/>
              <a:gd name="connsiteX212" fmla="*/ 2056700 w 11243827"/>
              <a:gd name="connsiteY212" fmla="*/ 5555489 h 5687273"/>
              <a:gd name="connsiteX213" fmla="*/ 1878530 w 11243827"/>
              <a:gd name="connsiteY213" fmla="*/ 5535330 h 5687273"/>
              <a:gd name="connsiteX214" fmla="*/ 1859292 w 11243827"/>
              <a:gd name="connsiteY214" fmla="*/ 5535461 h 5687273"/>
              <a:gd name="connsiteX215" fmla="*/ 1835626 w 11243827"/>
              <a:gd name="connsiteY215" fmla="*/ 5533793 h 5687273"/>
              <a:gd name="connsiteX216" fmla="*/ 1798939 w 11243827"/>
              <a:gd name="connsiteY216" fmla="*/ 5540285 h 5687273"/>
              <a:gd name="connsiteX217" fmla="*/ 1779046 w 11243827"/>
              <a:gd name="connsiteY217" fmla="*/ 5549949 h 5687273"/>
              <a:gd name="connsiteX218" fmla="*/ 1772421 w 11243827"/>
              <a:gd name="connsiteY218" fmla="*/ 5549018 h 5687273"/>
              <a:gd name="connsiteX219" fmla="*/ 1772052 w 11243827"/>
              <a:gd name="connsiteY219" fmla="*/ 5545689 h 5687273"/>
              <a:gd name="connsiteX220" fmla="*/ 1711543 w 11243827"/>
              <a:gd name="connsiteY220" fmla="*/ 5534558 h 5687273"/>
              <a:gd name="connsiteX221" fmla="*/ 1698891 w 11243827"/>
              <a:gd name="connsiteY221" fmla="*/ 5513187 h 5687273"/>
              <a:gd name="connsiteX222" fmla="*/ 1538763 w 11243827"/>
              <a:gd name="connsiteY222" fmla="*/ 5482781 h 5687273"/>
              <a:gd name="connsiteX223" fmla="*/ 1501533 w 11243827"/>
              <a:gd name="connsiteY223" fmla="*/ 5467817 h 5687273"/>
              <a:gd name="connsiteX224" fmla="*/ 1461266 w 11243827"/>
              <a:gd name="connsiteY224" fmla="*/ 5469343 h 5687273"/>
              <a:gd name="connsiteX225" fmla="*/ 1449415 w 11243827"/>
              <a:gd name="connsiteY225" fmla="*/ 5460467 h 5687273"/>
              <a:gd name="connsiteX226" fmla="*/ 1447454 w 11243827"/>
              <a:gd name="connsiteY226" fmla="*/ 5458776 h 5687273"/>
              <a:gd name="connsiteX227" fmla="*/ 1437814 w 11243827"/>
              <a:gd name="connsiteY227" fmla="*/ 5455515 h 5687273"/>
              <a:gd name="connsiteX228" fmla="*/ 1437334 w 11243827"/>
              <a:gd name="connsiteY228" fmla="*/ 5450209 h 5687273"/>
              <a:gd name="connsiteX229" fmla="*/ 1424429 w 11243827"/>
              <a:gd name="connsiteY229" fmla="*/ 5442157 h 5687273"/>
              <a:gd name="connsiteX230" fmla="*/ 1406063 w 11243827"/>
              <a:gd name="connsiteY230" fmla="*/ 5437380 h 5687273"/>
              <a:gd name="connsiteX231" fmla="*/ 1316379 w 11243827"/>
              <a:gd name="connsiteY231" fmla="*/ 5419601 h 5687273"/>
              <a:gd name="connsiteX232" fmla="*/ 1264090 w 11243827"/>
              <a:gd name="connsiteY232" fmla="*/ 5406153 h 5687273"/>
              <a:gd name="connsiteX233" fmla="*/ 1246374 w 11243827"/>
              <a:gd name="connsiteY233" fmla="*/ 5396631 h 5687273"/>
              <a:gd name="connsiteX234" fmla="*/ 1220190 w 11243827"/>
              <a:gd name="connsiteY234" fmla="*/ 5386301 h 5687273"/>
              <a:gd name="connsiteX235" fmla="*/ 1175643 w 11243827"/>
              <a:gd name="connsiteY235" fmla="*/ 5364651 h 5687273"/>
              <a:gd name="connsiteX236" fmla="*/ 1150342 w 11243827"/>
              <a:gd name="connsiteY236" fmla="*/ 5358447 h 5687273"/>
              <a:gd name="connsiteX237" fmla="*/ 1137272 w 11243827"/>
              <a:gd name="connsiteY237" fmla="*/ 5351191 h 5687273"/>
              <a:gd name="connsiteX238" fmla="*/ 1131268 w 11243827"/>
              <a:gd name="connsiteY238" fmla="*/ 5350530 h 5687273"/>
              <a:gd name="connsiteX239" fmla="*/ 1112024 w 11243827"/>
              <a:gd name="connsiteY239" fmla="*/ 5345786 h 5687273"/>
              <a:gd name="connsiteX240" fmla="*/ 1100870 w 11243827"/>
              <a:gd name="connsiteY240" fmla="*/ 5343651 h 5687273"/>
              <a:gd name="connsiteX241" fmla="*/ 1096383 w 11243827"/>
              <a:gd name="connsiteY241" fmla="*/ 5343015 h 5687273"/>
              <a:gd name="connsiteX242" fmla="*/ 1085571 w 11243827"/>
              <a:gd name="connsiteY242" fmla="*/ 5345836 h 5687273"/>
              <a:gd name="connsiteX243" fmla="*/ 1073168 w 11243827"/>
              <a:gd name="connsiteY243" fmla="*/ 5341521 h 5687273"/>
              <a:gd name="connsiteX244" fmla="*/ 1058039 w 11243827"/>
              <a:gd name="connsiteY244" fmla="*/ 5343504 h 5687273"/>
              <a:gd name="connsiteX245" fmla="*/ 1055426 w 11243827"/>
              <a:gd name="connsiteY245" fmla="*/ 5339088 h 5687273"/>
              <a:gd name="connsiteX246" fmla="*/ 1044738 w 11243827"/>
              <a:gd name="connsiteY246" fmla="*/ 5333063 h 5687273"/>
              <a:gd name="connsiteX247" fmla="*/ 1033909 w 11243827"/>
              <a:gd name="connsiteY247" fmla="*/ 5335680 h 5687273"/>
              <a:gd name="connsiteX248" fmla="*/ 1012649 w 11243827"/>
              <a:gd name="connsiteY248" fmla="*/ 5334541 h 5687273"/>
              <a:gd name="connsiteX249" fmla="*/ 1007115 w 11243827"/>
              <a:gd name="connsiteY249" fmla="*/ 5332775 h 5687273"/>
              <a:gd name="connsiteX250" fmla="*/ 986002 w 11243827"/>
              <a:gd name="connsiteY250" fmla="*/ 5334906 h 5687273"/>
              <a:gd name="connsiteX251" fmla="*/ 953418 w 11243827"/>
              <a:gd name="connsiteY251" fmla="*/ 5333901 h 5687273"/>
              <a:gd name="connsiteX252" fmla="*/ 916854 w 11243827"/>
              <a:gd name="connsiteY252" fmla="*/ 5329435 h 5687273"/>
              <a:gd name="connsiteX253" fmla="*/ 905651 w 11243827"/>
              <a:gd name="connsiteY253" fmla="*/ 5332114 h 5687273"/>
              <a:gd name="connsiteX254" fmla="*/ 836961 w 11243827"/>
              <a:gd name="connsiteY254" fmla="*/ 5330803 h 5687273"/>
              <a:gd name="connsiteX255" fmla="*/ 817627 w 11243827"/>
              <a:gd name="connsiteY255" fmla="*/ 5330580 h 5687273"/>
              <a:gd name="connsiteX256" fmla="*/ 801817 w 11243827"/>
              <a:gd name="connsiteY256" fmla="*/ 5325937 h 5687273"/>
              <a:gd name="connsiteX257" fmla="*/ 798857 w 11243827"/>
              <a:gd name="connsiteY257" fmla="*/ 5320979 h 5687273"/>
              <a:gd name="connsiteX258" fmla="*/ 788354 w 11243827"/>
              <a:gd name="connsiteY258" fmla="*/ 5320143 h 5687273"/>
              <a:gd name="connsiteX259" fmla="*/ 785726 w 11243827"/>
              <a:gd name="connsiteY259" fmla="*/ 5318989 h 5687273"/>
              <a:gd name="connsiteX260" fmla="*/ 770507 w 11243827"/>
              <a:gd name="connsiteY260" fmla="*/ 5313309 h 5687273"/>
              <a:gd name="connsiteX261" fmla="*/ 733810 w 11243827"/>
              <a:gd name="connsiteY261" fmla="*/ 5324286 h 5687273"/>
              <a:gd name="connsiteX262" fmla="*/ 692117 w 11243827"/>
              <a:gd name="connsiteY262" fmla="*/ 5318786 h 5687273"/>
              <a:gd name="connsiteX263" fmla="*/ 528894 w 11243827"/>
              <a:gd name="connsiteY263" fmla="*/ 5327578 h 5687273"/>
              <a:gd name="connsiteX264" fmla="*/ 507005 w 11243827"/>
              <a:gd name="connsiteY264" fmla="*/ 5310149 h 5687273"/>
              <a:gd name="connsiteX265" fmla="*/ 441302 w 11243827"/>
              <a:gd name="connsiteY265" fmla="*/ 5307062 h 5687273"/>
              <a:gd name="connsiteX266" fmla="*/ 336819 w 11243827"/>
              <a:gd name="connsiteY266" fmla="*/ 5336690 h 5687273"/>
              <a:gd name="connsiteX267" fmla="*/ 215763 w 11243827"/>
              <a:gd name="connsiteY267" fmla="*/ 5332575 h 5687273"/>
              <a:gd name="connsiteX268" fmla="*/ 205927 w 11243827"/>
              <a:gd name="connsiteY268" fmla="*/ 5339672 h 5687273"/>
              <a:gd name="connsiteX269" fmla="*/ 194189 w 11243827"/>
              <a:gd name="connsiteY269" fmla="*/ 5343588 h 5687273"/>
              <a:gd name="connsiteX270" fmla="*/ 192552 w 11243827"/>
              <a:gd name="connsiteY270" fmla="*/ 5342845 h 5687273"/>
              <a:gd name="connsiteX271" fmla="*/ 178320 w 11243827"/>
              <a:gd name="connsiteY271" fmla="*/ 5343766 h 5687273"/>
              <a:gd name="connsiteX272" fmla="*/ 175596 w 11243827"/>
              <a:gd name="connsiteY272" fmla="*/ 5346411 h 5687273"/>
              <a:gd name="connsiteX273" fmla="*/ 165951 w 11243827"/>
              <a:gd name="connsiteY273" fmla="*/ 5347808 h 5687273"/>
              <a:gd name="connsiteX274" fmla="*/ 147287 w 11243827"/>
              <a:gd name="connsiteY274" fmla="*/ 5352625 h 5687273"/>
              <a:gd name="connsiteX275" fmla="*/ 143484 w 11243827"/>
              <a:gd name="connsiteY275" fmla="*/ 5351591 h 5687273"/>
              <a:gd name="connsiteX276" fmla="*/ 114847 w 11243827"/>
              <a:gd name="connsiteY276" fmla="*/ 5355844 h 5687273"/>
              <a:gd name="connsiteX277" fmla="*/ 114306 w 11243827"/>
              <a:gd name="connsiteY277" fmla="*/ 5354983 h 5687273"/>
              <a:gd name="connsiteX278" fmla="*/ 105588 w 11243827"/>
              <a:gd name="connsiteY278" fmla="*/ 5352169 h 5687273"/>
              <a:gd name="connsiteX279" fmla="*/ 89264 w 11243827"/>
              <a:gd name="connsiteY279" fmla="*/ 5348886 h 5687273"/>
              <a:gd name="connsiteX280" fmla="*/ 49794 w 11243827"/>
              <a:gd name="connsiteY280" fmla="*/ 5329950 h 5687273"/>
              <a:gd name="connsiteX281" fmla="*/ 19924 w 11243827"/>
              <a:gd name="connsiteY281" fmla="*/ 5334282 h 5687273"/>
              <a:gd name="connsiteX282" fmla="*/ 13819 w 11243827"/>
              <a:gd name="connsiteY282" fmla="*/ 5334653 h 5687273"/>
              <a:gd name="connsiteX283" fmla="*/ 13657 w 11243827"/>
              <a:gd name="connsiteY283" fmla="*/ 5334455 h 5687273"/>
              <a:gd name="connsiteX284" fmla="*/ 7139 w 11243827"/>
              <a:gd name="connsiteY284" fmla="*/ 5334438 h 5687273"/>
              <a:gd name="connsiteX285" fmla="*/ 2684 w 11243827"/>
              <a:gd name="connsiteY285" fmla="*/ 5335333 h 5687273"/>
              <a:gd name="connsiteX286" fmla="*/ 0 w 11243827"/>
              <a:gd name="connsiteY286" fmla="*/ 5335496 h 5687273"/>
              <a:gd name="connsiteX287" fmla="*/ 0 w 11243827"/>
              <a:gd name="connsiteY287" fmla="*/ 10592 h 5687273"/>
              <a:gd name="connsiteX288" fmla="*/ 11243827 w 11243827"/>
              <a:gd name="connsiteY288" fmla="*/ 0 h 56872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257007 w 11243827"/>
              <a:gd name="connsiteY57" fmla="*/ 553718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257007 w 11243827"/>
              <a:gd name="connsiteY57" fmla="*/ 553718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257007 w 11243827"/>
              <a:gd name="connsiteY57" fmla="*/ 553718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74943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74943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74943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74943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74943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74943 w 11243827"/>
              <a:gd name="connsiteY263" fmla="*/ 5327578 h 5641173"/>
              <a:gd name="connsiteX264" fmla="*/ 441302 w 11243827"/>
              <a:gd name="connsiteY264" fmla="*/ 5307062 h 5641173"/>
              <a:gd name="connsiteX265" fmla="*/ 336819 w 11243827"/>
              <a:gd name="connsiteY265" fmla="*/ 5336690 h 5641173"/>
              <a:gd name="connsiteX266" fmla="*/ 215763 w 11243827"/>
              <a:gd name="connsiteY266" fmla="*/ 5332575 h 5641173"/>
              <a:gd name="connsiteX267" fmla="*/ 205927 w 11243827"/>
              <a:gd name="connsiteY267" fmla="*/ 5339672 h 5641173"/>
              <a:gd name="connsiteX268" fmla="*/ 194189 w 11243827"/>
              <a:gd name="connsiteY268" fmla="*/ 5343588 h 5641173"/>
              <a:gd name="connsiteX269" fmla="*/ 192552 w 11243827"/>
              <a:gd name="connsiteY269" fmla="*/ 5342845 h 5641173"/>
              <a:gd name="connsiteX270" fmla="*/ 178320 w 11243827"/>
              <a:gd name="connsiteY270" fmla="*/ 5343766 h 5641173"/>
              <a:gd name="connsiteX271" fmla="*/ 175596 w 11243827"/>
              <a:gd name="connsiteY271" fmla="*/ 5346411 h 5641173"/>
              <a:gd name="connsiteX272" fmla="*/ 165951 w 11243827"/>
              <a:gd name="connsiteY272" fmla="*/ 5347808 h 5641173"/>
              <a:gd name="connsiteX273" fmla="*/ 147287 w 11243827"/>
              <a:gd name="connsiteY273" fmla="*/ 5352625 h 5641173"/>
              <a:gd name="connsiteX274" fmla="*/ 143484 w 11243827"/>
              <a:gd name="connsiteY274" fmla="*/ 5351591 h 5641173"/>
              <a:gd name="connsiteX275" fmla="*/ 114847 w 11243827"/>
              <a:gd name="connsiteY275" fmla="*/ 5355844 h 5641173"/>
              <a:gd name="connsiteX276" fmla="*/ 114306 w 11243827"/>
              <a:gd name="connsiteY276" fmla="*/ 5354983 h 5641173"/>
              <a:gd name="connsiteX277" fmla="*/ 105588 w 11243827"/>
              <a:gd name="connsiteY277" fmla="*/ 5352169 h 5641173"/>
              <a:gd name="connsiteX278" fmla="*/ 89264 w 11243827"/>
              <a:gd name="connsiteY278" fmla="*/ 5348886 h 5641173"/>
              <a:gd name="connsiteX279" fmla="*/ 49794 w 11243827"/>
              <a:gd name="connsiteY279" fmla="*/ 5329950 h 5641173"/>
              <a:gd name="connsiteX280" fmla="*/ 19924 w 11243827"/>
              <a:gd name="connsiteY280" fmla="*/ 5334282 h 5641173"/>
              <a:gd name="connsiteX281" fmla="*/ 13819 w 11243827"/>
              <a:gd name="connsiteY281" fmla="*/ 5334653 h 5641173"/>
              <a:gd name="connsiteX282" fmla="*/ 13657 w 11243827"/>
              <a:gd name="connsiteY282" fmla="*/ 5334455 h 5641173"/>
              <a:gd name="connsiteX283" fmla="*/ 7139 w 11243827"/>
              <a:gd name="connsiteY283" fmla="*/ 5334438 h 5641173"/>
              <a:gd name="connsiteX284" fmla="*/ 2684 w 11243827"/>
              <a:gd name="connsiteY284" fmla="*/ 5335333 h 5641173"/>
              <a:gd name="connsiteX285" fmla="*/ 0 w 11243827"/>
              <a:gd name="connsiteY285" fmla="*/ 5335496 h 5641173"/>
              <a:gd name="connsiteX286" fmla="*/ 0 w 11243827"/>
              <a:gd name="connsiteY286" fmla="*/ 10592 h 5641173"/>
              <a:gd name="connsiteX287" fmla="*/ 11243827 w 11243827"/>
              <a:gd name="connsiteY287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74943 w 11243827"/>
              <a:gd name="connsiteY263" fmla="*/ 5327578 h 5641173"/>
              <a:gd name="connsiteX264" fmla="*/ 441302 w 11243827"/>
              <a:gd name="connsiteY264" fmla="*/ 5307062 h 5641173"/>
              <a:gd name="connsiteX265" fmla="*/ 336819 w 11243827"/>
              <a:gd name="connsiteY265" fmla="*/ 5336690 h 5641173"/>
              <a:gd name="connsiteX266" fmla="*/ 215763 w 11243827"/>
              <a:gd name="connsiteY266" fmla="*/ 5332575 h 5641173"/>
              <a:gd name="connsiteX267" fmla="*/ 270932 w 11243827"/>
              <a:gd name="connsiteY267" fmla="*/ 5345451 h 5641173"/>
              <a:gd name="connsiteX268" fmla="*/ 194189 w 11243827"/>
              <a:gd name="connsiteY268" fmla="*/ 5343588 h 5641173"/>
              <a:gd name="connsiteX269" fmla="*/ 192552 w 11243827"/>
              <a:gd name="connsiteY269" fmla="*/ 5342845 h 5641173"/>
              <a:gd name="connsiteX270" fmla="*/ 178320 w 11243827"/>
              <a:gd name="connsiteY270" fmla="*/ 5343766 h 5641173"/>
              <a:gd name="connsiteX271" fmla="*/ 175596 w 11243827"/>
              <a:gd name="connsiteY271" fmla="*/ 5346411 h 5641173"/>
              <a:gd name="connsiteX272" fmla="*/ 165951 w 11243827"/>
              <a:gd name="connsiteY272" fmla="*/ 5347808 h 5641173"/>
              <a:gd name="connsiteX273" fmla="*/ 147287 w 11243827"/>
              <a:gd name="connsiteY273" fmla="*/ 5352625 h 5641173"/>
              <a:gd name="connsiteX274" fmla="*/ 143484 w 11243827"/>
              <a:gd name="connsiteY274" fmla="*/ 5351591 h 5641173"/>
              <a:gd name="connsiteX275" fmla="*/ 114847 w 11243827"/>
              <a:gd name="connsiteY275" fmla="*/ 5355844 h 5641173"/>
              <a:gd name="connsiteX276" fmla="*/ 114306 w 11243827"/>
              <a:gd name="connsiteY276" fmla="*/ 5354983 h 5641173"/>
              <a:gd name="connsiteX277" fmla="*/ 105588 w 11243827"/>
              <a:gd name="connsiteY277" fmla="*/ 5352169 h 5641173"/>
              <a:gd name="connsiteX278" fmla="*/ 89264 w 11243827"/>
              <a:gd name="connsiteY278" fmla="*/ 5348886 h 5641173"/>
              <a:gd name="connsiteX279" fmla="*/ 49794 w 11243827"/>
              <a:gd name="connsiteY279" fmla="*/ 5329950 h 5641173"/>
              <a:gd name="connsiteX280" fmla="*/ 19924 w 11243827"/>
              <a:gd name="connsiteY280" fmla="*/ 5334282 h 5641173"/>
              <a:gd name="connsiteX281" fmla="*/ 13819 w 11243827"/>
              <a:gd name="connsiteY281" fmla="*/ 5334653 h 5641173"/>
              <a:gd name="connsiteX282" fmla="*/ 13657 w 11243827"/>
              <a:gd name="connsiteY282" fmla="*/ 5334455 h 5641173"/>
              <a:gd name="connsiteX283" fmla="*/ 7139 w 11243827"/>
              <a:gd name="connsiteY283" fmla="*/ 5334438 h 5641173"/>
              <a:gd name="connsiteX284" fmla="*/ 2684 w 11243827"/>
              <a:gd name="connsiteY284" fmla="*/ 5335333 h 5641173"/>
              <a:gd name="connsiteX285" fmla="*/ 0 w 11243827"/>
              <a:gd name="connsiteY285" fmla="*/ 5335496 h 5641173"/>
              <a:gd name="connsiteX286" fmla="*/ 0 w 11243827"/>
              <a:gd name="connsiteY286" fmla="*/ 10592 h 5641173"/>
              <a:gd name="connsiteX287" fmla="*/ 11243827 w 11243827"/>
              <a:gd name="connsiteY287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74943 w 11243827"/>
              <a:gd name="connsiteY263" fmla="*/ 5327578 h 5641173"/>
              <a:gd name="connsiteX264" fmla="*/ 441302 w 11243827"/>
              <a:gd name="connsiteY264" fmla="*/ 5307062 h 5641173"/>
              <a:gd name="connsiteX265" fmla="*/ 336819 w 11243827"/>
              <a:gd name="connsiteY265" fmla="*/ 5336690 h 5641173"/>
              <a:gd name="connsiteX266" fmla="*/ 270932 w 11243827"/>
              <a:gd name="connsiteY266" fmla="*/ 5345451 h 5641173"/>
              <a:gd name="connsiteX267" fmla="*/ 194189 w 11243827"/>
              <a:gd name="connsiteY267" fmla="*/ 5343588 h 5641173"/>
              <a:gd name="connsiteX268" fmla="*/ 192552 w 11243827"/>
              <a:gd name="connsiteY268" fmla="*/ 5342845 h 5641173"/>
              <a:gd name="connsiteX269" fmla="*/ 178320 w 11243827"/>
              <a:gd name="connsiteY269" fmla="*/ 5343766 h 5641173"/>
              <a:gd name="connsiteX270" fmla="*/ 175596 w 11243827"/>
              <a:gd name="connsiteY270" fmla="*/ 5346411 h 5641173"/>
              <a:gd name="connsiteX271" fmla="*/ 165951 w 11243827"/>
              <a:gd name="connsiteY271" fmla="*/ 5347808 h 5641173"/>
              <a:gd name="connsiteX272" fmla="*/ 147287 w 11243827"/>
              <a:gd name="connsiteY272" fmla="*/ 5352625 h 5641173"/>
              <a:gd name="connsiteX273" fmla="*/ 143484 w 11243827"/>
              <a:gd name="connsiteY273" fmla="*/ 5351591 h 5641173"/>
              <a:gd name="connsiteX274" fmla="*/ 114847 w 11243827"/>
              <a:gd name="connsiteY274" fmla="*/ 5355844 h 5641173"/>
              <a:gd name="connsiteX275" fmla="*/ 114306 w 11243827"/>
              <a:gd name="connsiteY275" fmla="*/ 5354983 h 5641173"/>
              <a:gd name="connsiteX276" fmla="*/ 105588 w 11243827"/>
              <a:gd name="connsiteY276" fmla="*/ 5352169 h 5641173"/>
              <a:gd name="connsiteX277" fmla="*/ 89264 w 11243827"/>
              <a:gd name="connsiteY277" fmla="*/ 5348886 h 5641173"/>
              <a:gd name="connsiteX278" fmla="*/ 49794 w 11243827"/>
              <a:gd name="connsiteY278" fmla="*/ 5329950 h 5641173"/>
              <a:gd name="connsiteX279" fmla="*/ 19924 w 11243827"/>
              <a:gd name="connsiteY279" fmla="*/ 5334282 h 5641173"/>
              <a:gd name="connsiteX280" fmla="*/ 13819 w 11243827"/>
              <a:gd name="connsiteY280" fmla="*/ 5334653 h 5641173"/>
              <a:gd name="connsiteX281" fmla="*/ 13657 w 11243827"/>
              <a:gd name="connsiteY281" fmla="*/ 5334455 h 5641173"/>
              <a:gd name="connsiteX282" fmla="*/ 7139 w 11243827"/>
              <a:gd name="connsiteY282" fmla="*/ 5334438 h 5641173"/>
              <a:gd name="connsiteX283" fmla="*/ 2684 w 11243827"/>
              <a:gd name="connsiteY283" fmla="*/ 5335333 h 5641173"/>
              <a:gd name="connsiteX284" fmla="*/ 0 w 11243827"/>
              <a:gd name="connsiteY284" fmla="*/ 5335496 h 5641173"/>
              <a:gd name="connsiteX285" fmla="*/ 0 w 11243827"/>
              <a:gd name="connsiteY285" fmla="*/ 10592 h 5641173"/>
              <a:gd name="connsiteX286" fmla="*/ 11243827 w 11243827"/>
              <a:gd name="connsiteY286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74943 w 11243827"/>
              <a:gd name="connsiteY263" fmla="*/ 5327578 h 5641173"/>
              <a:gd name="connsiteX264" fmla="*/ 441302 w 11243827"/>
              <a:gd name="connsiteY264" fmla="*/ 5307062 h 5641173"/>
              <a:gd name="connsiteX265" fmla="*/ 336819 w 11243827"/>
              <a:gd name="connsiteY265" fmla="*/ 5336690 h 5641173"/>
              <a:gd name="connsiteX266" fmla="*/ 270932 w 11243827"/>
              <a:gd name="connsiteY266" fmla="*/ 5345451 h 5641173"/>
              <a:gd name="connsiteX267" fmla="*/ 194189 w 11243827"/>
              <a:gd name="connsiteY267" fmla="*/ 5343588 h 5641173"/>
              <a:gd name="connsiteX268" fmla="*/ 192552 w 11243827"/>
              <a:gd name="connsiteY268" fmla="*/ 5342845 h 5641173"/>
              <a:gd name="connsiteX269" fmla="*/ 178320 w 11243827"/>
              <a:gd name="connsiteY269" fmla="*/ 5343766 h 5641173"/>
              <a:gd name="connsiteX270" fmla="*/ 175596 w 11243827"/>
              <a:gd name="connsiteY270" fmla="*/ 5346411 h 5641173"/>
              <a:gd name="connsiteX271" fmla="*/ 165951 w 11243827"/>
              <a:gd name="connsiteY271" fmla="*/ 5347808 h 5641173"/>
              <a:gd name="connsiteX272" fmla="*/ 147287 w 11243827"/>
              <a:gd name="connsiteY272" fmla="*/ 5352625 h 5641173"/>
              <a:gd name="connsiteX273" fmla="*/ 143484 w 11243827"/>
              <a:gd name="connsiteY273" fmla="*/ 5351591 h 5641173"/>
              <a:gd name="connsiteX274" fmla="*/ 114847 w 11243827"/>
              <a:gd name="connsiteY274" fmla="*/ 5355844 h 5641173"/>
              <a:gd name="connsiteX275" fmla="*/ 114306 w 11243827"/>
              <a:gd name="connsiteY275" fmla="*/ 5354983 h 5641173"/>
              <a:gd name="connsiteX276" fmla="*/ 89264 w 11243827"/>
              <a:gd name="connsiteY276" fmla="*/ 5348886 h 5641173"/>
              <a:gd name="connsiteX277" fmla="*/ 49794 w 11243827"/>
              <a:gd name="connsiteY277" fmla="*/ 5329950 h 5641173"/>
              <a:gd name="connsiteX278" fmla="*/ 19924 w 11243827"/>
              <a:gd name="connsiteY278" fmla="*/ 5334282 h 5641173"/>
              <a:gd name="connsiteX279" fmla="*/ 13819 w 11243827"/>
              <a:gd name="connsiteY279" fmla="*/ 5334653 h 5641173"/>
              <a:gd name="connsiteX280" fmla="*/ 13657 w 11243827"/>
              <a:gd name="connsiteY280" fmla="*/ 5334455 h 5641173"/>
              <a:gd name="connsiteX281" fmla="*/ 7139 w 11243827"/>
              <a:gd name="connsiteY281" fmla="*/ 5334438 h 5641173"/>
              <a:gd name="connsiteX282" fmla="*/ 2684 w 11243827"/>
              <a:gd name="connsiteY282" fmla="*/ 5335333 h 5641173"/>
              <a:gd name="connsiteX283" fmla="*/ 0 w 11243827"/>
              <a:gd name="connsiteY283" fmla="*/ 5335496 h 5641173"/>
              <a:gd name="connsiteX284" fmla="*/ 0 w 11243827"/>
              <a:gd name="connsiteY284" fmla="*/ 10592 h 5641173"/>
              <a:gd name="connsiteX285" fmla="*/ 11243827 w 11243827"/>
              <a:gd name="connsiteY285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74943 w 11243827"/>
              <a:gd name="connsiteY263" fmla="*/ 5327578 h 5641173"/>
              <a:gd name="connsiteX264" fmla="*/ 441302 w 11243827"/>
              <a:gd name="connsiteY264" fmla="*/ 5307062 h 5641173"/>
              <a:gd name="connsiteX265" fmla="*/ 336819 w 11243827"/>
              <a:gd name="connsiteY265" fmla="*/ 5336690 h 5641173"/>
              <a:gd name="connsiteX266" fmla="*/ 270932 w 11243827"/>
              <a:gd name="connsiteY266" fmla="*/ 5345451 h 5641173"/>
              <a:gd name="connsiteX267" fmla="*/ 194189 w 11243827"/>
              <a:gd name="connsiteY267" fmla="*/ 5343588 h 5641173"/>
              <a:gd name="connsiteX268" fmla="*/ 192552 w 11243827"/>
              <a:gd name="connsiteY268" fmla="*/ 5342845 h 5641173"/>
              <a:gd name="connsiteX269" fmla="*/ 178320 w 11243827"/>
              <a:gd name="connsiteY269" fmla="*/ 5343766 h 5641173"/>
              <a:gd name="connsiteX270" fmla="*/ 175596 w 11243827"/>
              <a:gd name="connsiteY270" fmla="*/ 5346411 h 5641173"/>
              <a:gd name="connsiteX271" fmla="*/ 165951 w 11243827"/>
              <a:gd name="connsiteY271" fmla="*/ 5347808 h 5641173"/>
              <a:gd name="connsiteX272" fmla="*/ 147287 w 11243827"/>
              <a:gd name="connsiteY272" fmla="*/ 5352625 h 5641173"/>
              <a:gd name="connsiteX273" fmla="*/ 114847 w 11243827"/>
              <a:gd name="connsiteY273" fmla="*/ 5355844 h 5641173"/>
              <a:gd name="connsiteX274" fmla="*/ 114306 w 11243827"/>
              <a:gd name="connsiteY274" fmla="*/ 5354983 h 5641173"/>
              <a:gd name="connsiteX275" fmla="*/ 89264 w 11243827"/>
              <a:gd name="connsiteY275" fmla="*/ 5348886 h 5641173"/>
              <a:gd name="connsiteX276" fmla="*/ 49794 w 11243827"/>
              <a:gd name="connsiteY276" fmla="*/ 5329950 h 5641173"/>
              <a:gd name="connsiteX277" fmla="*/ 19924 w 11243827"/>
              <a:gd name="connsiteY277" fmla="*/ 5334282 h 5641173"/>
              <a:gd name="connsiteX278" fmla="*/ 13819 w 11243827"/>
              <a:gd name="connsiteY278" fmla="*/ 5334653 h 5641173"/>
              <a:gd name="connsiteX279" fmla="*/ 13657 w 11243827"/>
              <a:gd name="connsiteY279" fmla="*/ 5334455 h 5641173"/>
              <a:gd name="connsiteX280" fmla="*/ 7139 w 11243827"/>
              <a:gd name="connsiteY280" fmla="*/ 5334438 h 5641173"/>
              <a:gd name="connsiteX281" fmla="*/ 2684 w 11243827"/>
              <a:gd name="connsiteY281" fmla="*/ 5335333 h 5641173"/>
              <a:gd name="connsiteX282" fmla="*/ 0 w 11243827"/>
              <a:gd name="connsiteY282" fmla="*/ 5335496 h 5641173"/>
              <a:gd name="connsiteX283" fmla="*/ 0 w 11243827"/>
              <a:gd name="connsiteY283" fmla="*/ 10592 h 5641173"/>
              <a:gd name="connsiteX284" fmla="*/ 11243827 w 11243827"/>
              <a:gd name="connsiteY284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74943 w 11243827"/>
              <a:gd name="connsiteY263" fmla="*/ 5327578 h 5641173"/>
              <a:gd name="connsiteX264" fmla="*/ 441302 w 11243827"/>
              <a:gd name="connsiteY264" fmla="*/ 5307062 h 5641173"/>
              <a:gd name="connsiteX265" fmla="*/ 336819 w 11243827"/>
              <a:gd name="connsiteY265" fmla="*/ 5336690 h 5641173"/>
              <a:gd name="connsiteX266" fmla="*/ 270932 w 11243827"/>
              <a:gd name="connsiteY266" fmla="*/ 5345451 h 5641173"/>
              <a:gd name="connsiteX267" fmla="*/ 194189 w 11243827"/>
              <a:gd name="connsiteY267" fmla="*/ 5343588 h 5641173"/>
              <a:gd name="connsiteX268" fmla="*/ 192552 w 11243827"/>
              <a:gd name="connsiteY268" fmla="*/ 5342845 h 5641173"/>
              <a:gd name="connsiteX269" fmla="*/ 178320 w 11243827"/>
              <a:gd name="connsiteY269" fmla="*/ 5343766 h 5641173"/>
              <a:gd name="connsiteX270" fmla="*/ 175596 w 11243827"/>
              <a:gd name="connsiteY270" fmla="*/ 5346411 h 5641173"/>
              <a:gd name="connsiteX271" fmla="*/ 147287 w 11243827"/>
              <a:gd name="connsiteY271" fmla="*/ 5352625 h 5641173"/>
              <a:gd name="connsiteX272" fmla="*/ 114847 w 11243827"/>
              <a:gd name="connsiteY272" fmla="*/ 5355844 h 5641173"/>
              <a:gd name="connsiteX273" fmla="*/ 114306 w 11243827"/>
              <a:gd name="connsiteY273" fmla="*/ 5354983 h 5641173"/>
              <a:gd name="connsiteX274" fmla="*/ 89264 w 11243827"/>
              <a:gd name="connsiteY274" fmla="*/ 5348886 h 5641173"/>
              <a:gd name="connsiteX275" fmla="*/ 49794 w 11243827"/>
              <a:gd name="connsiteY275" fmla="*/ 5329950 h 5641173"/>
              <a:gd name="connsiteX276" fmla="*/ 19924 w 11243827"/>
              <a:gd name="connsiteY276" fmla="*/ 5334282 h 5641173"/>
              <a:gd name="connsiteX277" fmla="*/ 13819 w 11243827"/>
              <a:gd name="connsiteY277" fmla="*/ 5334653 h 5641173"/>
              <a:gd name="connsiteX278" fmla="*/ 13657 w 11243827"/>
              <a:gd name="connsiteY278" fmla="*/ 5334455 h 5641173"/>
              <a:gd name="connsiteX279" fmla="*/ 7139 w 11243827"/>
              <a:gd name="connsiteY279" fmla="*/ 5334438 h 5641173"/>
              <a:gd name="connsiteX280" fmla="*/ 2684 w 11243827"/>
              <a:gd name="connsiteY280" fmla="*/ 5335333 h 5641173"/>
              <a:gd name="connsiteX281" fmla="*/ 0 w 11243827"/>
              <a:gd name="connsiteY281" fmla="*/ 5335496 h 5641173"/>
              <a:gd name="connsiteX282" fmla="*/ 0 w 11243827"/>
              <a:gd name="connsiteY282" fmla="*/ 10592 h 5641173"/>
              <a:gd name="connsiteX283" fmla="*/ 11243827 w 11243827"/>
              <a:gd name="connsiteY283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12024 w 11243827"/>
              <a:gd name="connsiteY238" fmla="*/ 5345786 h 5641173"/>
              <a:gd name="connsiteX239" fmla="*/ 1100870 w 11243827"/>
              <a:gd name="connsiteY239" fmla="*/ 5343651 h 5641173"/>
              <a:gd name="connsiteX240" fmla="*/ 1096383 w 11243827"/>
              <a:gd name="connsiteY240" fmla="*/ 5343015 h 5641173"/>
              <a:gd name="connsiteX241" fmla="*/ 1085571 w 11243827"/>
              <a:gd name="connsiteY241" fmla="*/ 5345836 h 5641173"/>
              <a:gd name="connsiteX242" fmla="*/ 1073168 w 11243827"/>
              <a:gd name="connsiteY242" fmla="*/ 5341521 h 5641173"/>
              <a:gd name="connsiteX243" fmla="*/ 1058039 w 11243827"/>
              <a:gd name="connsiteY243" fmla="*/ 5343504 h 5641173"/>
              <a:gd name="connsiteX244" fmla="*/ 1055426 w 11243827"/>
              <a:gd name="connsiteY244" fmla="*/ 5339088 h 5641173"/>
              <a:gd name="connsiteX245" fmla="*/ 1044738 w 11243827"/>
              <a:gd name="connsiteY245" fmla="*/ 5333063 h 5641173"/>
              <a:gd name="connsiteX246" fmla="*/ 1033909 w 11243827"/>
              <a:gd name="connsiteY246" fmla="*/ 5335680 h 5641173"/>
              <a:gd name="connsiteX247" fmla="*/ 1012649 w 11243827"/>
              <a:gd name="connsiteY247" fmla="*/ 5334541 h 5641173"/>
              <a:gd name="connsiteX248" fmla="*/ 1007115 w 11243827"/>
              <a:gd name="connsiteY248" fmla="*/ 5332775 h 5641173"/>
              <a:gd name="connsiteX249" fmla="*/ 986002 w 11243827"/>
              <a:gd name="connsiteY249" fmla="*/ 5334906 h 5641173"/>
              <a:gd name="connsiteX250" fmla="*/ 953418 w 11243827"/>
              <a:gd name="connsiteY250" fmla="*/ 5333901 h 5641173"/>
              <a:gd name="connsiteX251" fmla="*/ 916854 w 11243827"/>
              <a:gd name="connsiteY251" fmla="*/ 5329435 h 5641173"/>
              <a:gd name="connsiteX252" fmla="*/ 905651 w 11243827"/>
              <a:gd name="connsiteY252" fmla="*/ 5332114 h 5641173"/>
              <a:gd name="connsiteX253" fmla="*/ 836961 w 11243827"/>
              <a:gd name="connsiteY253" fmla="*/ 5330803 h 5641173"/>
              <a:gd name="connsiteX254" fmla="*/ 817627 w 11243827"/>
              <a:gd name="connsiteY254" fmla="*/ 5330580 h 5641173"/>
              <a:gd name="connsiteX255" fmla="*/ 801817 w 11243827"/>
              <a:gd name="connsiteY255" fmla="*/ 5325937 h 5641173"/>
              <a:gd name="connsiteX256" fmla="*/ 798857 w 11243827"/>
              <a:gd name="connsiteY256" fmla="*/ 5320979 h 5641173"/>
              <a:gd name="connsiteX257" fmla="*/ 788354 w 11243827"/>
              <a:gd name="connsiteY257" fmla="*/ 5320143 h 5641173"/>
              <a:gd name="connsiteX258" fmla="*/ 785726 w 11243827"/>
              <a:gd name="connsiteY258" fmla="*/ 5318989 h 5641173"/>
              <a:gd name="connsiteX259" fmla="*/ 770507 w 11243827"/>
              <a:gd name="connsiteY259" fmla="*/ 5313309 h 5641173"/>
              <a:gd name="connsiteX260" fmla="*/ 733810 w 11243827"/>
              <a:gd name="connsiteY260" fmla="*/ 5324286 h 5641173"/>
              <a:gd name="connsiteX261" fmla="*/ 692117 w 11243827"/>
              <a:gd name="connsiteY261" fmla="*/ 5318786 h 5641173"/>
              <a:gd name="connsiteX262" fmla="*/ 574943 w 11243827"/>
              <a:gd name="connsiteY262" fmla="*/ 5327578 h 5641173"/>
              <a:gd name="connsiteX263" fmla="*/ 441302 w 11243827"/>
              <a:gd name="connsiteY263" fmla="*/ 5307062 h 5641173"/>
              <a:gd name="connsiteX264" fmla="*/ 336819 w 11243827"/>
              <a:gd name="connsiteY264" fmla="*/ 5336690 h 5641173"/>
              <a:gd name="connsiteX265" fmla="*/ 270932 w 11243827"/>
              <a:gd name="connsiteY265" fmla="*/ 5345451 h 5641173"/>
              <a:gd name="connsiteX266" fmla="*/ 194189 w 11243827"/>
              <a:gd name="connsiteY266" fmla="*/ 5343588 h 5641173"/>
              <a:gd name="connsiteX267" fmla="*/ 192552 w 11243827"/>
              <a:gd name="connsiteY267" fmla="*/ 5342845 h 5641173"/>
              <a:gd name="connsiteX268" fmla="*/ 178320 w 11243827"/>
              <a:gd name="connsiteY268" fmla="*/ 5343766 h 5641173"/>
              <a:gd name="connsiteX269" fmla="*/ 175596 w 11243827"/>
              <a:gd name="connsiteY269" fmla="*/ 5346411 h 5641173"/>
              <a:gd name="connsiteX270" fmla="*/ 147287 w 11243827"/>
              <a:gd name="connsiteY270" fmla="*/ 5352625 h 5641173"/>
              <a:gd name="connsiteX271" fmla="*/ 114847 w 11243827"/>
              <a:gd name="connsiteY271" fmla="*/ 5355844 h 5641173"/>
              <a:gd name="connsiteX272" fmla="*/ 114306 w 11243827"/>
              <a:gd name="connsiteY272" fmla="*/ 5354983 h 5641173"/>
              <a:gd name="connsiteX273" fmla="*/ 89264 w 11243827"/>
              <a:gd name="connsiteY273" fmla="*/ 5348886 h 5641173"/>
              <a:gd name="connsiteX274" fmla="*/ 49794 w 11243827"/>
              <a:gd name="connsiteY274" fmla="*/ 5329950 h 5641173"/>
              <a:gd name="connsiteX275" fmla="*/ 19924 w 11243827"/>
              <a:gd name="connsiteY275" fmla="*/ 5334282 h 5641173"/>
              <a:gd name="connsiteX276" fmla="*/ 13819 w 11243827"/>
              <a:gd name="connsiteY276" fmla="*/ 5334653 h 5641173"/>
              <a:gd name="connsiteX277" fmla="*/ 13657 w 11243827"/>
              <a:gd name="connsiteY277" fmla="*/ 5334455 h 5641173"/>
              <a:gd name="connsiteX278" fmla="*/ 7139 w 11243827"/>
              <a:gd name="connsiteY278" fmla="*/ 5334438 h 5641173"/>
              <a:gd name="connsiteX279" fmla="*/ 2684 w 11243827"/>
              <a:gd name="connsiteY279" fmla="*/ 5335333 h 5641173"/>
              <a:gd name="connsiteX280" fmla="*/ 0 w 11243827"/>
              <a:gd name="connsiteY280" fmla="*/ 5335496 h 5641173"/>
              <a:gd name="connsiteX281" fmla="*/ 0 w 11243827"/>
              <a:gd name="connsiteY281" fmla="*/ 10592 h 5641173"/>
              <a:gd name="connsiteX282" fmla="*/ 11243827 w 11243827"/>
              <a:gd name="connsiteY282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12024 w 11243827"/>
              <a:gd name="connsiteY237" fmla="*/ 5345786 h 5641173"/>
              <a:gd name="connsiteX238" fmla="*/ 1100870 w 11243827"/>
              <a:gd name="connsiteY238" fmla="*/ 5343651 h 5641173"/>
              <a:gd name="connsiteX239" fmla="*/ 1096383 w 11243827"/>
              <a:gd name="connsiteY239" fmla="*/ 5343015 h 5641173"/>
              <a:gd name="connsiteX240" fmla="*/ 1085571 w 11243827"/>
              <a:gd name="connsiteY240" fmla="*/ 5345836 h 5641173"/>
              <a:gd name="connsiteX241" fmla="*/ 1073168 w 11243827"/>
              <a:gd name="connsiteY241" fmla="*/ 5341521 h 5641173"/>
              <a:gd name="connsiteX242" fmla="*/ 1058039 w 11243827"/>
              <a:gd name="connsiteY242" fmla="*/ 5343504 h 5641173"/>
              <a:gd name="connsiteX243" fmla="*/ 1055426 w 11243827"/>
              <a:gd name="connsiteY243" fmla="*/ 5339088 h 5641173"/>
              <a:gd name="connsiteX244" fmla="*/ 1044738 w 11243827"/>
              <a:gd name="connsiteY244" fmla="*/ 5333063 h 5641173"/>
              <a:gd name="connsiteX245" fmla="*/ 1033909 w 11243827"/>
              <a:gd name="connsiteY245" fmla="*/ 5335680 h 5641173"/>
              <a:gd name="connsiteX246" fmla="*/ 1012649 w 11243827"/>
              <a:gd name="connsiteY246" fmla="*/ 5334541 h 5641173"/>
              <a:gd name="connsiteX247" fmla="*/ 1007115 w 11243827"/>
              <a:gd name="connsiteY247" fmla="*/ 5332775 h 5641173"/>
              <a:gd name="connsiteX248" fmla="*/ 986002 w 11243827"/>
              <a:gd name="connsiteY248" fmla="*/ 5334906 h 5641173"/>
              <a:gd name="connsiteX249" fmla="*/ 953418 w 11243827"/>
              <a:gd name="connsiteY249" fmla="*/ 5333901 h 5641173"/>
              <a:gd name="connsiteX250" fmla="*/ 916854 w 11243827"/>
              <a:gd name="connsiteY250" fmla="*/ 5329435 h 5641173"/>
              <a:gd name="connsiteX251" fmla="*/ 905651 w 11243827"/>
              <a:gd name="connsiteY251" fmla="*/ 5332114 h 5641173"/>
              <a:gd name="connsiteX252" fmla="*/ 836961 w 11243827"/>
              <a:gd name="connsiteY252" fmla="*/ 5330803 h 5641173"/>
              <a:gd name="connsiteX253" fmla="*/ 817627 w 11243827"/>
              <a:gd name="connsiteY253" fmla="*/ 5330580 h 5641173"/>
              <a:gd name="connsiteX254" fmla="*/ 801817 w 11243827"/>
              <a:gd name="connsiteY254" fmla="*/ 5325937 h 5641173"/>
              <a:gd name="connsiteX255" fmla="*/ 798857 w 11243827"/>
              <a:gd name="connsiteY255" fmla="*/ 5320979 h 5641173"/>
              <a:gd name="connsiteX256" fmla="*/ 788354 w 11243827"/>
              <a:gd name="connsiteY256" fmla="*/ 5320143 h 5641173"/>
              <a:gd name="connsiteX257" fmla="*/ 785726 w 11243827"/>
              <a:gd name="connsiteY257" fmla="*/ 5318989 h 5641173"/>
              <a:gd name="connsiteX258" fmla="*/ 770507 w 11243827"/>
              <a:gd name="connsiteY258" fmla="*/ 5313309 h 5641173"/>
              <a:gd name="connsiteX259" fmla="*/ 733810 w 11243827"/>
              <a:gd name="connsiteY259" fmla="*/ 5324286 h 5641173"/>
              <a:gd name="connsiteX260" fmla="*/ 692117 w 11243827"/>
              <a:gd name="connsiteY260" fmla="*/ 5318786 h 5641173"/>
              <a:gd name="connsiteX261" fmla="*/ 574943 w 11243827"/>
              <a:gd name="connsiteY261" fmla="*/ 5327578 h 5641173"/>
              <a:gd name="connsiteX262" fmla="*/ 441302 w 11243827"/>
              <a:gd name="connsiteY262" fmla="*/ 5307062 h 5641173"/>
              <a:gd name="connsiteX263" fmla="*/ 336819 w 11243827"/>
              <a:gd name="connsiteY263" fmla="*/ 5336690 h 5641173"/>
              <a:gd name="connsiteX264" fmla="*/ 270932 w 11243827"/>
              <a:gd name="connsiteY264" fmla="*/ 5345451 h 5641173"/>
              <a:gd name="connsiteX265" fmla="*/ 194189 w 11243827"/>
              <a:gd name="connsiteY265" fmla="*/ 5343588 h 5641173"/>
              <a:gd name="connsiteX266" fmla="*/ 192552 w 11243827"/>
              <a:gd name="connsiteY266" fmla="*/ 5342845 h 5641173"/>
              <a:gd name="connsiteX267" fmla="*/ 178320 w 11243827"/>
              <a:gd name="connsiteY267" fmla="*/ 5343766 h 5641173"/>
              <a:gd name="connsiteX268" fmla="*/ 175596 w 11243827"/>
              <a:gd name="connsiteY268" fmla="*/ 5346411 h 5641173"/>
              <a:gd name="connsiteX269" fmla="*/ 147287 w 11243827"/>
              <a:gd name="connsiteY269" fmla="*/ 5352625 h 5641173"/>
              <a:gd name="connsiteX270" fmla="*/ 114847 w 11243827"/>
              <a:gd name="connsiteY270" fmla="*/ 5355844 h 5641173"/>
              <a:gd name="connsiteX271" fmla="*/ 114306 w 11243827"/>
              <a:gd name="connsiteY271" fmla="*/ 5354983 h 5641173"/>
              <a:gd name="connsiteX272" fmla="*/ 89264 w 11243827"/>
              <a:gd name="connsiteY272" fmla="*/ 5348886 h 5641173"/>
              <a:gd name="connsiteX273" fmla="*/ 49794 w 11243827"/>
              <a:gd name="connsiteY273" fmla="*/ 5329950 h 5641173"/>
              <a:gd name="connsiteX274" fmla="*/ 19924 w 11243827"/>
              <a:gd name="connsiteY274" fmla="*/ 5334282 h 5641173"/>
              <a:gd name="connsiteX275" fmla="*/ 13819 w 11243827"/>
              <a:gd name="connsiteY275" fmla="*/ 5334653 h 5641173"/>
              <a:gd name="connsiteX276" fmla="*/ 13657 w 11243827"/>
              <a:gd name="connsiteY276" fmla="*/ 5334455 h 5641173"/>
              <a:gd name="connsiteX277" fmla="*/ 7139 w 11243827"/>
              <a:gd name="connsiteY277" fmla="*/ 5334438 h 5641173"/>
              <a:gd name="connsiteX278" fmla="*/ 2684 w 11243827"/>
              <a:gd name="connsiteY278" fmla="*/ 5335333 h 5641173"/>
              <a:gd name="connsiteX279" fmla="*/ 0 w 11243827"/>
              <a:gd name="connsiteY279" fmla="*/ 5335496 h 5641173"/>
              <a:gd name="connsiteX280" fmla="*/ 0 w 11243827"/>
              <a:gd name="connsiteY280" fmla="*/ 10592 h 5641173"/>
              <a:gd name="connsiteX281" fmla="*/ 11243827 w 11243827"/>
              <a:gd name="connsiteY281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12024 w 11243827"/>
              <a:gd name="connsiteY237" fmla="*/ 5345786 h 5641173"/>
              <a:gd name="connsiteX238" fmla="*/ 1100870 w 11243827"/>
              <a:gd name="connsiteY238" fmla="*/ 5343651 h 5641173"/>
              <a:gd name="connsiteX239" fmla="*/ 1096383 w 11243827"/>
              <a:gd name="connsiteY239" fmla="*/ 5343015 h 5641173"/>
              <a:gd name="connsiteX240" fmla="*/ 1085571 w 11243827"/>
              <a:gd name="connsiteY240" fmla="*/ 5345836 h 5641173"/>
              <a:gd name="connsiteX241" fmla="*/ 1058039 w 11243827"/>
              <a:gd name="connsiteY241" fmla="*/ 5343504 h 5641173"/>
              <a:gd name="connsiteX242" fmla="*/ 1055426 w 11243827"/>
              <a:gd name="connsiteY242" fmla="*/ 5339088 h 5641173"/>
              <a:gd name="connsiteX243" fmla="*/ 1044738 w 11243827"/>
              <a:gd name="connsiteY243" fmla="*/ 5333063 h 5641173"/>
              <a:gd name="connsiteX244" fmla="*/ 1033909 w 11243827"/>
              <a:gd name="connsiteY244" fmla="*/ 5335680 h 5641173"/>
              <a:gd name="connsiteX245" fmla="*/ 1012649 w 11243827"/>
              <a:gd name="connsiteY245" fmla="*/ 5334541 h 5641173"/>
              <a:gd name="connsiteX246" fmla="*/ 1007115 w 11243827"/>
              <a:gd name="connsiteY246" fmla="*/ 5332775 h 5641173"/>
              <a:gd name="connsiteX247" fmla="*/ 986002 w 11243827"/>
              <a:gd name="connsiteY247" fmla="*/ 5334906 h 5641173"/>
              <a:gd name="connsiteX248" fmla="*/ 953418 w 11243827"/>
              <a:gd name="connsiteY248" fmla="*/ 5333901 h 5641173"/>
              <a:gd name="connsiteX249" fmla="*/ 916854 w 11243827"/>
              <a:gd name="connsiteY249" fmla="*/ 5329435 h 5641173"/>
              <a:gd name="connsiteX250" fmla="*/ 905651 w 11243827"/>
              <a:gd name="connsiteY250" fmla="*/ 5332114 h 5641173"/>
              <a:gd name="connsiteX251" fmla="*/ 836961 w 11243827"/>
              <a:gd name="connsiteY251" fmla="*/ 5330803 h 5641173"/>
              <a:gd name="connsiteX252" fmla="*/ 817627 w 11243827"/>
              <a:gd name="connsiteY252" fmla="*/ 5330580 h 5641173"/>
              <a:gd name="connsiteX253" fmla="*/ 801817 w 11243827"/>
              <a:gd name="connsiteY253" fmla="*/ 5325937 h 5641173"/>
              <a:gd name="connsiteX254" fmla="*/ 798857 w 11243827"/>
              <a:gd name="connsiteY254" fmla="*/ 5320979 h 5641173"/>
              <a:gd name="connsiteX255" fmla="*/ 788354 w 11243827"/>
              <a:gd name="connsiteY255" fmla="*/ 5320143 h 5641173"/>
              <a:gd name="connsiteX256" fmla="*/ 785726 w 11243827"/>
              <a:gd name="connsiteY256" fmla="*/ 5318989 h 5641173"/>
              <a:gd name="connsiteX257" fmla="*/ 770507 w 11243827"/>
              <a:gd name="connsiteY257" fmla="*/ 5313309 h 5641173"/>
              <a:gd name="connsiteX258" fmla="*/ 733810 w 11243827"/>
              <a:gd name="connsiteY258" fmla="*/ 5324286 h 5641173"/>
              <a:gd name="connsiteX259" fmla="*/ 692117 w 11243827"/>
              <a:gd name="connsiteY259" fmla="*/ 5318786 h 5641173"/>
              <a:gd name="connsiteX260" fmla="*/ 574943 w 11243827"/>
              <a:gd name="connsiteY260" fmla="*/ 5327578 h 5641173"/>
              <a:gd name="connsiteX261" fmla="*/ 441302 w 11243827"/>
              <a:gd name="connsiteY261" fmla="*/ 5307062 h 5641173"/>
              <a:gd name="connsiteX262" fmla="*/ 336819 w 11243827"/>
              <a:gd name="connsiteY262" fmla="*/ 5336690 h 5641173"/>
              <a:gd name="connsiteX263" fmla="*/ 270932 w 11243827"/>
              <a:gd name="connsiteY263" fmla="*/ 5345451 h 5641173"/>
              <a:gd name="connsiteX264" fmla="*/ 194189 w 11243827"/>
              <a:gd name="connsiteY264" fmla="*/ 5343588 h 5641173"/>
              <a:gd name="connsiteX265" fmla="*/ 192552 w 11243827"/>
              <a:gd name="connsiteY265" fmla="*/ 5342845 h 5641173"/>
              <a:gd name="connsiteX266" fmla="*/ 178320 w 11243827"/>
              <a:gd name="connsiteY266" fmla="*/ 5343766 h 5641173"/>
              <a:gd name="connsiteX267" fmla="*/ 175596 w 11243827"/>
              <a:gd name="connsiteY267" fmla="*/ 5346411 h 5641173"/>
              <a:gd name="connsiteX268" fmla="*/ 147287 w 11243827"/>
              <a:gd name="connsiteY268" fmla="*/ 5352625 h 5641173"/>
              <a:gd name="connsiteX269" fmla="*/ 114847 w 11243827"/>
              <a:gd name="connsiteY269" fmla="*/ 5355844 h 5641173"/>
              <a:gd name="connsiteX270" fmla="*/ 114306 w 11243827"/>
              <a:gd name="connsiteY270" fmla="*/ 5354983 h 5641173"/>
              <a:gd name="connsiteX271" fmla="*/ 89264 w 11243827"/>
              <a:gd name="connsiteY271" fmla="*/ 5348886 h 5641173"/>
              <a:gd name="connsiteX272" fmla="*/ 49794 w 11243827"/>
              <a:gd name="connsiteY272" fmla="*/ 5329950 h 5641173"/>
              <a:gd name="connsiteX273" fmla="*/ 19924 w 11243827"/>
              <a:gd name="connsiteY273" fmla="*/ 5334282 h 5641173"/>
              <a:gd name="connsiteX274" fmla="*/ 13819 w 11243827"/>
              <a:gd name="connsiteY274" fmla="*/ 5334653 h 5641173"/>
              <a:gd name="connsiteX275" fmla="*/ 13657 w 11243827"/>
              <a:gd name="connsiteY275" fmla="*/ 5334455 h 5641173"/>
              <a:gd name="connsiteX276" fmla="*/ 7139 w 11243827"/>
              <a:gd name="connsiteY276" fmla="*/ 5334438 h 5641173"/>
              <a:gd name="connsiteX277" fmla="*/ 2684 w 11243827"/>
              <a:gd name="connsiteY277" fmla="*/ 5335333 h 5641173"/>
              <a:gd name="connsiteX278" fmla="*/ 0 w 11243827"/>
              <a:gd name="connsiteY278" fmla="*/ 5335496 h 5641173"/>
              <a:gd name="connsiteX279" fmla="*/ 0 w 11243827"/>
              <a:gd name="connsiteY279" fmla="*/ 10592 h 5641173"/>
              <a:gd name="connsiteX280" fmla="*/ 11243827 w 11243827"/>
              <a:gd name="connsiteY280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12024 w 11243827"/>
              <a:gd name="connsiteY237" fmla="*/ 5345786 h 5641173"/>
              <a:gd name="connsiteX238" fmla="*/ 1100870 w 11243827"/>
              <a:gd name="connsiteY238" fmla="*/ 5343651 h 5641173"/>
              <a:gd name="connsiteX239" fmla="*/ 1096383 w 11243827"/>
              <a:gd name="connsiteY239" fmla="*/ 5343015 h 5641173"/>
              <a:gd name="connsiteX240" fmla="*/ 1085571 w 11243827"/>
              <a:gd name="connsiteY240" fmla="*/ 5358836 h 5641173"/>
              <a:gd name="connsiteX241" fmla="*/ 1058039 w 11243827"/>
              <a:gd name="connsiteY241" fmla="*/ 5343504 h 5641173"/>
              <a:gd name="connsiteX242" fmla="*/ 1055426 w 11243827"/>
              <a:gd name="connsiteY242" fmla="*/ 5339088 h 5641173"/>
              <a:gd name="connsiteX243" fmla="*/ 1044738 w 11243827"/>
              <a:gd name="connsiteY243" fmla="*/ 5333063 h 5641173"/>
              <a:gd name="connsiteX244" fmla="*/ 1033909 w 11243827"/>
              <a:gd name="connsiteY244" fmla="*/ 5335680 h 5641173"/>
              <a:gd name="connsiteX245" fmla="*/ 1012649 w 11243827"/>
              <a:gd name="connsiteY245" fmla="*/ 5334541 h 5641173"/>
              <a:gd name="connsiteX246" fmla="*/ 1007115 w 11243827"/>
              <a:gd name="connsiteY246" fmla="*/ 5332775 h 5641173"/>
              <a:gd name="connsiteX247" fmla="*/ 986002 w 11243827"/>
              <a:gd name="connsiteY247" fmla="*/ 5334906 h 5641173"/>
              <a:gd name="connsiteX248" fmla="*/ 953418 w 11243827"/>
              <a:gd name="connsiteY248" fmla="*/ 5333901 h 5641173"/>
              <a:gd name="connsiteX249" fmla="*/ 916854 w 11243827"/>
              <a:gd name="connsiteY249" fmla="*/ 5329435 h 5641173"/>
              <a:gd name="connsiteX250" fmla="*/ 905651 w 11243827"/>
              <a:gd name="connsiteY250" fmla="*/ 5332114 h 5641173"/>
              <a:gd name="connsiteX251" fmla="*/ 836961 w 11243827"/>
              <a:gd name="connsiteY251" fmla="*/ 5330803 h 5641173"/>
              <a:gd name="connsiteX252" fmla="*/ 817627 w 11243827"/>
              <a:gd name="connsiteY252" fmla="*/ 5330580 h 5641173"/>
              <a:gd name="connsiteX253" fmla="*/ 801817 w 11243827"/>
              <a:gd name="connsiteY253" fmla="*/ 5325937 h 5641173"/>
              <a:gd name="connsiteX254" fmla="*/ 798857 w 11243827"/>
              <a:gd name="connsiteY254" fmla="*/ 5320979 h 5641173"/>
              <a:gd name="connsiteX255" fmla="*/ 788354 w 11243827"/>
              <a:gd name="connsiteY255" fmla="*/ 5320143 h 5641173"/>
              <a:gd name="connsiteX256" fmla="*/ 785726 w 11243827"/>
              <a:gd name="connsiteY256" fmla="*/ 5318989 h 5641173"/>
              <a:gd name="connsiteX257" fmla="*/ 770507 w 11243827"/>
              <a:gd name="connsiteY257" fmla="*/ 5313309 h 5641173"/>
              <a:gd name="connsiteX258" fmla="*/ 733810 w 11243827"/>
              <a:gd name="connsiteY258" fmla="*/ 5324286 h 5641173"/>
              <a:gd name="connsiteX259" fmla="*/ 692117 w 11243827"/>
              <a:gd name="connsiteY259" fmla="*/ 5318786 h 5641173"/>
              <a:gd name="connsiteX260" fmla="*/ 574943 w 11243827"/>
              <a:gd name="connsiteY260" fmla="*/ 5327578 h 5641173"/>
              <a:gd name="connsiteX261" fmla="*/ 441302 w 11243827"/>
              <a:gd name="connsiteY261" fmla="*/ 5307062 h 5641173"/>
              <a:gd name="connsiteX262" fmla="*/ 336819 w 11243827"/>
              <a:gd name="connsiteY262" fmla="*/ 5336690 h 5641173"/>
              <a:gd name="connsiteX263" fmla="*/ 270932 w 11243827"/>
              <a:gd name="connsiteY263" fmla="*/ 5345451 h 5641173"/>
              <a:gd name="connsiteX264" fmla="*/ 194189 w 11243827"/>
              <a:gd name="connsiteY264" fmla="*/ 5343588 h 5641173"/>
              <a:gd name="connsiteX265" fmla="*/ 192552 w 11243827"/>
              <a:gd name="connsiteY265" fmla="*/ 5342845 h 5641173"/>
              <a:gd name="connsiteX266" fmla="*/ 178320 w 11243827"/>
              <a:gd name="connsiteY266" fmla="*/ 5343766 h 5641173"/>
              <a:gd name="connsiteX267" fmla="*/ 175596 w 11243827"/>
              <a:gd name="connsiteY267" fmla="*/ 5346411 h 5641173"/>
              <a:gd name="connsiteX268" fmla="*/ 147287 w 11243827"/>
              <a:gd name="connsiteY268" fmla="*/ 5352625 h 5641173"/>
              <a:gd name="connsiteX269" fmla="*/ 114847 w 11243827"/>
              <a:gd name="connsiteY269" fmla="*/ 5355844 h 5641173"/>
              <a:gd name="connsiteX270" fmla="*/ 114306 w 11243827"/>
              <a:gd name="connsiteY270" fmla="*/ 5354983 h 5641173"/>
              <a:gd name="connsiteX271" fmla="*/ 89264 w 11243827"/>
              <a:gd name="connsiteY271" fmla="*/ 5348886 h 5641173"/>
              <a:gd name="connsiteX272" fmla="*/ 49794 w 11243827"/>
              <a:gd name="connsiteY272" fmla="*/ 5329950 h 5641173"/>
              <a:gd name="connsiteX273" fmla="*/ 19924 w 11243827"/>
              <a:gd name="connsiteY273" fmla="*/ 5334282 h 5641173"/>
              <a:gd name="connsiteX274" fmla="*/ 13819 w 11243827"/>
              <a:gd name="connsiteY274" fmla="*/ 5334653 h 5641173"/>
              <a:gd name="connsiteX275" fmla="*/ 13657 w 11243827"/>
              <a:gd name="connsiteY275" fmla="*/ 5334455 h 5641173"/>
              <a:gd name="connsiteX276" fmla="*/ 7139 w 11243827"/>
              <a:gd name="connsiteY276" fmla="*/ 5334438 h 5641173"/>
              <a:gd name="connsiteX277" fmla="*/ 2684 w 11243827"/>
              <a:gd name="connsiteY277" fmla="*/ 5335333 h 5641173"/>
              <a:gd name="connsiteX278" fmla="*/ 0 w 11243827"/>
              <a:gd name="connsiteY278" fmla="*/ 5335496 h 5641173"/>
              <a:gd name="connsiteX279" fmla="*/ 0 w 11243827"/>
              <a:gd name="connsiteY279" fmla="*/ 10592 h 5641173"/>
              <a:gd name="connsiteX280" fmla="*/ 11243827 w 11243827"/>
              <a:gd name="connsiteY280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12024 w 11243827"/>
              <a:gd name="connsiteY237" fmla="*/ 5345786 h 5641173"/>
              <a:gd name="connsiteX238" fmla="*/ 1100870 w 11243827"/>
              <a:gd name="connsiteY238" fmla="*/ 5343651 h 5641173"/>
              <a:gd name="connsiteX239" fmla="*/ 1096383 w 11243827"/>
              <a:gd name="connsiteY239" fmla="*/ 5343015 h 5641173"/>
              <a:gd name="connsiteX240" fmla="*/ 1085571 w 11243827"/>
              <a:gd name="connsiteY240" fmla="*/ 5358836 h 5641173"/>
              <a:gd name="connsiteX241" fmla="*/ 1058039 w 11243827"/>
              <a:gd name="connsiteY241" fmla="*/ 5343504 h 5641173"/>
              <a:gd name="connsiteX242" fmla="*/ 1055426 w 11243827"/>
              <a:gd name="connsiteY242" fmla="*/ 5339088 h 5641173"/>
              <a:gd name="connsiteX243" fmla="*/ 1044738 w 11243827"/>
              <a:gd name="connsiteY243" fmla="*/ 5333063 h 5641173"/>
              <a:gd name="connsiteX244" fmla="*/ 1033909 w 11243827"/>
              <a:gd name="connsiteY244" fmla="*/ 5335680 h 5641173"/>
              <a:gd name="connsiteX245" fmla="*/ 1012649 w 11243827"/>
              <a:gd name="connsiteY245" fmla="*/ 5334541 h 5641173"/>
              <a:gd name="connsiteX246" fmla="*/ 1007115 w 11243827"/>
              <a:gd name="connsiteY246" fmla="*/ 5332775 h 5641173"/>
              <a:gd name="connsiteX247" fmla="*/ 987447 w 11243827"/>
              <a:gd name="connsiteY247" fmla="*/ 5346462 h 5641173"/>
              <a:gd name="connsiteX248" fmla="*/ 953418 w 11243827"/>
              <a:gd name="connsiteY248" fmla="*/ 5333901 h 5641173"/>
              <a:gd name="connsiteX249" fmla="*/ 916854 w 11243827"/>
              <a:gd name="connsiteY249" fmla="*/ 5329435 h 5641173"/>
              <a:gd name="connsiteX250" fmla="*/ 905651 w 11243827"/>
              <a:gd name="connsiteY250" fmla="*/ 5332114 h 5641173"/>
              <a:gd name="connsiteX251" fmla="*/ 836961 w 11243827"/>
              <a:gd name="connsiteY251" fmla="*/ 5330803 h 5641173"/>
              <a:gd name="connsiteX252" fmla="*/ 817627 w 11243827"/>
              <a:gd name="connsiteY252" fmla="*/ 5330580 h 5641173"/>
              <a:gd name="connsiteX253" fmla="*/ 801817 w 11243827"/>
              <a:gd name="connsiteY253" fmla="*/ 5325937 h 5641173"/>
              <a:gd name="connsiteX254" fmla="*/ 798857 w 11243827"/>
              <a:gd name="connsiteY254" fmla="*/ 5320979 h 5641173"/>
              <a:gd name="connsiteX255" fmla="*/ 788354 w 11243827"/>
              <a:gd name="connsiteY255" fmla="*/ 5320143 h 5641173"/>
              <a:gd name="connsiteX256" fmla="*/ 785726 w 11243827"/>
              <a:gd name="connsiteY256" fmla="*/ 5318989 h 5641173"/>
              <a:gd name="connsiteX257" fmla="*/ 770507 w 11243827"/>
              <a:gd name="connsiteY257" fmla="*/ 5313309 h 5641173"/>
              <a:gd name="connsiteX258" fmla="*/ 733810 w 11243827"/>
              <a:gd name="connsiteY258" fmla="*/ 5324286 h 5641173"/>
              <a:gd name="connsiteX259" fmla="*/ 692117 w 11243827"/>
              <a:gd name="connsiteY259" fmla="*/ 5318786 h 5641173"/>
              <a:gd name="connsiteX260" fmla="*/ 574943 w 11243827"/>
              <a:gd name="connsiteY260" fmla="*/ 5327578 h 5641173"/>
              <a:gd name="connsiteX261" fmla="*/ 441302 w 11243827"/>
              <a:gd name="connsiteY261" fmla="*/ 5307062 h 5641173"/>
              <a:gd name="connsiteX262" fmla="*/ 336819 w 11243827"/>
              <a:gd name="connsiteY262" fmla="*/ 5336690 h 5641173"/>
              <a:gd name="connsiteX263" fmla="*/ 270932 w 11243827"/>
              <a:gd name="connsiteY263" fmla="*/ 5345451 h 5641173"/>
              <a:gd name="connsiteX264" fmla="*/ 194189 w 11243827"/>
              <a:gd name="connsiteY264" fmla="*/ 5343588 h 5641173"/>
              <a:gd name="connsiteX265" fmla="*/ 192552 w 11243827"/>
              <a:gd name="connsiteY265" fmla="*/ 5342845 h 5641173"/>
              <a:gd name="connsiteX266" fmla="*/ 178320 w 11243827"/>
              <a:gd name="connsiteY266" fmla="*/ 5343766 h 5641173"/>
              <a:gd name="connsiteX267" fmla="*/ 175596 w 11243827"/>
              <a:gd name="connsiteY267" fmla="*/ 5346411 h 5641173"/>
              <a:gd name="connsiteX268" fmla="*/ 147287 w 11243827"/>
              <a:gd name="connsiteY268" fmla="*/ 5352625 h 5641173"/>
              <a:gd name="connsiteX269" fmla="*/ 114847 w 11243827"/>
              <a:gd name="connsiteY269" fmla="*/ 5355844 h 5641173"/>
              <a:gd name="connsiteX270" fmla="*/ 114306 w 11243827"/>
              <a:gd name="connsiteY270" fmla="*/ 5354983 h 5641173"/>
              <a:gd name="connsiteX271" fmla="*/ 89264 w 11243827"/>
              <a:gd name="connsiteY271" fmla="*/ 5348886 h 5641173"/>
              <a:gd name="connsiteX272" fmla="*/ 49794 w 11243827"/>
              <a:gd name="connsiteY272" fmla="*/ 5329950 h 5641173"/>
              <a:gd name="connsiteX273" fmla="*/ 19924 w 11243827"/>
              <a:gd name="connsiteY273" fmla="*/ 5334282 h 5641173"/>
              <a:gd name="connsiteX274" fmla="*/ 13819 w 11243827"/>
              <a:gd name="connsiteY274" fmla="*/ 5334653 h 5641173"/>
              <a:gd name="connsiteX275" fmla="*/ 13657 w 11243827"/>
              <a:gd name="connsiteY275" fmla="*/ 5334455 h 5641173"/>
              <a:gd name="connsiteX276" fmla="*/ 7139 w 11243827"/>
              <a:gd name="connsiteY276" fmla="*/ 5334438 h 5641173"/>
              <a:gd name="connsiteX277" fmla="*/ 2684 w 11243827"/>
              <a:gd name="connsiteY277" fmla="*/ 5335333 h 5641173"/>
              <a:gd name="connsiteX278" fmla="*/ 0 w 11243827"/>
              <a:gd name="connsiteY278" fmla="*/ 5335496 h 5641173"/>
              <a:gd name="connsiteX279" fmla="*/ 0 w 11243827"/>
              <a:gd name="connsiteY279" fmla="*/ 10592 h 5641173"/>
              <a:gd name="connsiteX280" fmla="*/ 11243827 w 11243827"/>
              <a:gd name="connsiteY280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12024 w 11243827"/>
              <a:gd name="connsiteY237" fmla="*/ 5345786 h 5641173"/>
              <a:gd name="connsiteX238" fmla="*/ 1100870 w 11243827"/>
              <a:gd name="connsiteY238" fmla="*/ 5343651 h 5641173"/>
              <a:gd name="connsiteX239" fmla="*/ 1096383 w 11243827"/>
              <a:gd name="connsiteY239" fmla="*/ 5343015 h 5641173"/>
              <a:gd name="connsiteX240" fmla="*/ 1085571 w 11243827"/>
              <a:gd name="connsiteY240" fmla="*/ 5358836 h 5641173"/>
              <a:gd name="connsiteX241" fmla="*/ 1058039 w 11243827"/>
              <a:gd name="connsiteY241" fmla="*/ 5343504 h 5641173"/>
              <a:gd name="connsiteX242" fmla="*/ 1055426 w 11243827"/>
              <a:gd name="connsiteY242" fmla="*/ 5339088 h 5641173"/>
              <a:gd name="connsiteX243" fmla="*/ 1044738 w 11243827"/>
              <a:gd name="connsiteY243" fmla="*/ 5333063 h 5641173"/>
              <a:gd name="connsiteX244" fmla="*/ 1033909 w 11243827"/>
              <a:gd name="connsiteY244" fmla="*/ 5335680 h 5641173"/>
              <a:gd name="connsiteX245" fmla="*/ 1012649 w 11243827"/>
              <a:gd name="connsiteY245" fmla="*/ 5334541 h 5641173"/>
              <a:gd name="connsiteX246" fmla="*/ 1007115 w 11243827"/>
              <a:gd name="connsiteY246" fmla="*/ 5332775 h 5641173"/>
              <a:gd name="connsiteX247" fmla="*/ 987447 w 11243827"/>
              <a:gd name="connsiteY247" fmla="*/ 5346462 h 5641173"/>
              <a:gd name="connsiteX248" fmla="*/ 953418 w 11243827"/>
              <a:gd name="connsiteY248" fmla="*/ 5333901 h 5641173"/>
              <a:gd name="connsiteX249" fmla="*/ 916854 w 11243827"/>
              <a:gd name="connsiteY249" fmla="*/ 5329435 h 5641173"/>
              <a:gd name="connsiteX250" fmla="*/ 905651 w 11243827"/>
              <a:gd name="connsiteY250" fmla="*/ 5332114 h 5641173"/>
              <a:gd name="connsiteX251" fmla="*/ 838405 w 11243827"/>
              <a:gd name="connsiteY251" fmla="*/ 5339470 h 5641173"/>
              <a:gd name="connsiteX252" fmla="*/ 817627 w 11243827"/>
              <a:gd name="connsiteY252" fmla="*/ 5330580 h 5641173"/>
              <a:gd name="connsiteX253" fmla="*/ 801817 w 11243827"/>
              <a:gd name="connsiteY253" fmla="*/ 5325937 h 5641173"/>
              <a:gd name="connsiteX254" fmla="*/ 798857 w 11243827"/>
              <a:gd name="connsiteY254" fmla="*/ 5320979 h 5641173"/>
              <a:gd name="connsiteX255" fmla="*/ 788354 w 11243827"/>
              <a:gd name="connsiteY255" fmla="*/ 5320143 h 5641173"/>
              <a:gd name="connsiteX256" fmla="*/ 785726 w 11243827"/>
              <a:gd name="connsiteY256" fmla="*/ 5318989 h 5641173"/>
              <a:gd name="connsiteX257" fmla="*/ 770507 w 11243827"/>
              <a:gd name="connsiteY257" fmla="*/ 5313309 h 5641173"/>
              <a:gd name="connsiteX258" fmla="*/ 733810 w 11243827"/>
              <a:gd name="connsiteY258" fmla="*/ 5324286 h 5641173"/>
              <a:gd name="connsiteX259" fmla="*/ 692117 w 11243827"/>
              <a:gd name="connsiteY259" fmla="*/ 5318786 h 5641173"/>
              <a:gd name="connsiteX260" fmla="*/ 574943 w 11243827"/>
              <a:gd name="connsiteY260" fmla="*/ 5327578 h 5641173"/>
              <a:gd name="connsiteX261" fmla="*/ 441302 w 11243827"/>
              <a:gd name="connsiteY261" fmla="*/ 5307062 h 5641173"/>
              <a:gd name="connsiteX262" fmla="*/ 336819 w 11243827"/>
              <a:gd name="connsiteY262" fmla="*/ 5336690 h 5641173"/>
              <a:gd name="connsiteX263" fmla="*/ 270932 w 11243827"/>
              <a:gd name="connsiteY263" fmla="*/ 5345451 h 5641173"/>
              <a:gd name="connsiteX264" fmla="*/ 194189 w 11243827"/>
              <a:gd name="connsiteY264" fmla="*/ 5343588 h 5641173"/>
              <a:gd name="connsiteX265" fmla="*/ 192552 w 11243827"/>
              <a:gd name="connsiteY265" fmla="*/ 5342845 h 5641173"/>
              <a:gd name="connsiteX266" fmla="*/ 178320 w 11243827"/>
              <a:gd name="connsiteY266" fmla="*/ 5343766 h 5641173"/>
              <a:gd name="connsiteX267" fmla="*/ 175596 w 11243827"/>
              <a:gd name="connsiteY267" fmla="*/ 5346411 h 5641173"/>
              <a:gd name="connsiteX268" fmla="*/ 147287 w 11243827"/>
              <a:gd name="connsiteY268" fmla="*/ 5352625 h 5641173"/>
              <a:gd name="connsiteX269" fmla="*/ 114847 w 11243827"/>
              <a:gd name="connsiteY269" fmla="*/ 5355844 h 5641173"/>
              <a:gd name="connsiteX270" fmla="*/ 114306 w 11243827"/>
              <a:gd name="connsiteY270" fmla="*/ 5354983 h 5641173"/>
              <a:gd name="connsiteX271" fmla="*/ 89264 w 11243827"/>
              <a:gd name="connsiteY271" fmla="*/ 5348886 h 5641173"/>
              <a:gd name="connsiteX272" fmla="*/ 49794 w 11243827"/>
              <a:gd name="connsiteY272" fmla="*/ 5329950 h 5641173"/>
              <a:gd name="connsiteX273" fmla="*/ 19924 w 11243827"/>
              <a:gd name="connsiteY273" fmla="*/ 5334282 h 5641173"/>
              <a:gd name="connsiteX274" fmla="*/ 13819 w 11243827"/>
              <a:gd name="connsiteY274" fmla="*/ 5334653 h 5641173"/>
              <a:gd name="connsiteX275" fmla="*/ 13657 w 11243827"/>
              <a:gd name="connsiteY275" fmla="*/ 5334455 h 5641173"/>
              <a:gd name="connsiteX276" fmla="*/ 7139 w 11243827"/>
              <a:gd name="connsiteY276" fmla="*/ 5334438 h 5641173"/>
              <a:gd name="connsiteX277" fmla="*/ 2684 w 11243827"/>
              <a:gd name="connsiteY277" fmla="*/ 5335333 h 5641173"/>
              <a:gd name="connsiteX278" fmla="*/ 0 w 11243827"/>
              <a:gd name="connsiteY278" fmla="*/ 5335496 h 5641173"/>
              <a:gd name="connsiteX279" fmla="*/ 0 w 11243827"/>
              <a:gd name="connsiteY279" fmla="*/ 10592 h 5641173"/>
              <a:gd name="connsiteX280" fmla="*/ 11243827 w 11243827"/>
              <a:gd name="connsiteY280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12024 w 11243827"/>
              <a:gd name="connsiteY237" fmla="*/ 5345786 h 5641173"/>
              <a:gd name="connsiteX238" fmla="*/ 1100870 w 11243827"/>
              <a:gd name="connsiteY238" fmla="*/ 5343651 h 5641173"/>
              <a:gd name="connsiteX239" fmla="*/ 1096383 w 11243827"/>
              <a:gd name="connsiteY239" fmla="*/ 5343015 h 5641173"/>
              <a:gd name="connsiteX240" fmla="*/ 1058039 w 11243827"/>
              <a:gd name="connsiteY240" fmla="*/ 5343504 h 5641173"/>
              <a:gd name="connsiteX241" fmla="*/ 1055426 w 11243827"/>
              <a:gd name="connsiteY241" fmla="*/ 5339088 h 5641173"/>
              <a:gd name="connsiteX242" fmla="*/ 1044738 w 11243827"/>
              <a:gd name="connsiteY242" fmla="*/ 5333063 h 5641173"/>
              <a:gd name="connsiteX243" fmla="*/ 1033909 w 11243827"/>
              <a:gd name="connsiteY243" fmla="*/ 5335680 h 5641173"/>
              <a:gd name="connsiteX244" fmla="*/ 1012649 w 11243827"/>
              <a:gd name="connsiteY244" fmla="*/ 5334541 h 5641173"/>
              <a:gd name="connsiteX245" fmla="*/ 1007115 w 11243827"/>
              <a:gd name="connsiteY245" fmla="*/ 5332775 h 5641173"/>
              <a:gd name="connsiteX246" fmla="*/ 987447 w 11243827"/>
              <a:gd name="connsiteY246" fmla="*/ 5346462 h 5641173"/>
              <a:gd name="connsiteX247" fmla="*/ 953418 w 11243827"/>
              <a:gd name="connsiteY247" fmla="*/ 5333901 h 5641173"/>
              <a:gd name="connsiteX248" fmla="*/ 916854 w 11243827"/>
              <a:gd name="connsiteY248" fmla="*/ 5329435 h 5641173"/>
              <a:gd name="connsiteX249" fmla="*/ 905651 w 11243827"/>
              <a:gd name="connsiteY249" fmla="*/ 5332114 h 5641173"/>
              <a:gd name="connsiteX250" fmla="*/ 838405 w 11243827"/>
              <a:gd name="connsiteY250" fmla="*/ 5339470 h 5641173"/>
              <a:gd name="connsiteX251" fmla="*/ 817627 w 11243827"/>
              <a:gd name="connsiteY251" fmla="*/ 5330580 h 5641173"/>
              <a:gd name="connsiteX252" fmla="*/ 801817 w 11243827"/>
              <a:gd name="connsiteY252" fmla="*/ 5325937 h 5641173"/>
              <a:gd name="connsiteX253" fmla="*/ 798857 w 11243827"/>
              <a:gd name="connsiteY253" fmla="*/ 5320979 h 5641173"/>
              <a:gd name="connsiteX254" fmla="*/ 788354 w 11243827"/>
              <a:gd name="connsiteY254" fmla="*/ 5320143 h 5641173"/>
              <a:gd name="connsiteX255" fmla="*/ 785726 w 11243827"/>
              <a:gd name="connsiteY255" fmla="*/ 5318989 h 5641173"/>
              <a:gd name="connsiteX256" fmla="*/ 770507 w 11243827"/>
              <a:gd name="connsiteY256" fmla="*/ 5313309 h 5641173"/>
              <a:gd name="connsiteX257" fmla="*/ 733810 w 11243827"/>
              <a:gd name="connsiteY257" fmla="*/ 5324286 h 5641173"/>
              <a:gd name="connsiteX258" fmla="*/ 692117 w 11243827"/>
              <a:gd name="connsiteY258" fmla="*/ 5318786 h 5641173"/>
              <a:gd name="connsiteX259" fmla="*/ 574943 w 11243827"/>
              <a:gd name="connsiteY259" fmla="*/ 5327578 h 5641173"/>
              <a:gd name="connsiteX260" fmla="*/ 441302 w 11243827"/>
              <a:gd name="connsiteY260" fmla="*/ 5307062 h 5641173"/>
              <a:gd name="connsiteX261" fmla="*/ 336819 w 11243827"/>
              <a:gd name="connsiteY261" fmla="*/ 5336690 h 5641173"/>
              <a:gd name="connsiteX262" fmla="*/ 270932 w 11243827"/>
              <a:gd name="connsiteY262" fmla="*/ 5345451 h 5641173"/>
              <a:gd name="connsiteX263" fmla="*/ 194189 w 11243827"/>
              <a:gd name="connsiteY263" fmla="*/ 5343588 h 5641173"/>
              <a:gd name="connsiteX264" fmla="*/ 192552 w 11243827"/>
              <a:gd name="connsiteY264" fmla="*/ 5342845 h 5641173"/>
              <a:gd name="connsiteX265" fmla="*/ 178320 w 11243827"/>
              <a:gd name="connsiteY265" fmla="*/ 5343766 h 5641173"/>
              <a:gd name="connsiteX266" fmla="*/ 175596 w 11243827"/>
              <a:gd name="connsiteY266" fmla="*/ 5346411 h 5641173"/>
              <a:gd name="connsiteX267" fmla="*/ 147287 w 11243827"/>
              <a:gd name="connsiteY267" fmla="*/ 5352625 h 5641173"/>
              <a:gd name="connsiteX268" fmla="*/ 114847 w 11243827"/>
              <a:gd name="connsiteY268" fmla="*/ 5355844 h 5641173"/>
              <a:gd name="connsiteX269" fmla="*/ 114306 w 11243827"/>
              <a:gd name="connsiteY269" fmla="*/ 5354983 h 5641173"/>
              <a:gd name="connsiteX270" fmla="*/ 89264 w 11243827"/>
              <a:gd name="connsiteY270" fmla="*/ 5348886 h 5641173"/>
              <a:gd name="connsiteX271" fmla="*/ 49794 w 11243827"/>
              <a:gd name="connsiteY271" fmla="*/ 5329950 h 5641173"/>
              <a:gd name="connsiteX272" fmla="*/ 19924 w 11243827"/>
              <a:gd name="connsiteY272" fmla="*/ 5334282 h 5641173"/>
              <a:gd name="connsiteX273" fmla="*/ 13819 w 11243827"/>
              <a:gd name="connsiteY273" fmla="*/ 5334653 h 5641173"/>
              <a:gd name="connsiteX274" fmla="*/ 13657 w 11243827"/>
              <a:gd name="connsiteY274" fmla="*/ 5334455 h 5641173"/>
              <a:gd name="connsiteX275" fmla="*/ 7139 w 11243827"/>
              <a:gd name="connsiteY275" fmla="*/ 5334438 h 5641173"/>
              <a:gd name="connsiteX276" fmla="*/ 2684 w 11243827"/>
              <a:gd name="connsiteY276" fmla="*/ 5335333 h 5641173"/>
              <a:gd name="connsiteX277" fmla="*/ 0 w 11243827"/>
              <a:gd name="connsiteY277" fmla="*/ 5335496 h 5641173"/>
              <a:gd name="connsiteX278" fmla="*/ 0 w 11243827"/>
              <a:gd name="connsiteY278" fmla="*/ 10592 h 5641173"/>
              <a:gd name="connsiteX279" fmla="*/ 11243827 w 11243827"/>
              <a:gd name="connsiteY279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32830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12024 w 11243827"/>
              <a:gd name="connsiteY237" fmla="*/ 5345786 h 5641173"/>
              <a:gd name="connsiteX238" fmla="*/ 1100870 w 11243827"/>
              <a:gd name="connsiteY238" fmla="*/ 5343651 h 5641173"/>
              <a:gd name="connsiteX239" fmla="*/ 1096383 w 11243827"/>
              <a:gd name="connsiteY239" fmla="*/ 5343015 h 5641173"/>
              <a:gd name="connsiteX240" fmla="*/ 1058039 w 11243827"/>
              <a:gd name="connsiteY240" fmla="*/ 5343504 h 5641173"/>
              <a:gd name="connsiteX241" fmla="*/ 1055426 w 11243827"/>
              <a:gd name="connsiteY241" fmla="*/ 5339088 h 5641173"/>
              <a:gd name="connsiteX242" fmla="*/ 1044738 w 11243827"/>
              <a:gd name="connsiteY242" fmla="*/ 5333063 h 5641173"/>
              <a:gd name="connsiteX243" fmla="*/ 1033909 w 11243827"/>
              <a:gd name="connsiteY243" fmla="*/ 5335680 h 5641173"/>
              <a:gd name="connsiteX244" fmla="*/ 1012649 w 11243827"/>
              <a:gd name="connsiteY244" fmla="*/ 5334541 h 5641173"/>
              <a:gd name="connsiteX245" fmla="*/ 1007115 w 11243827"/>
              <a:gd name="connsiteY245" fmla="*/ 5332775 h 5641173"/>
              <a:gd name="connsiteX246" fmla="*/ 987447 w 11243827"/>
              <a:gd name="connsiteY246" fmla="*/ 5346462 h 5641173"/>
              <a:gd name="connsiteX247" fmla="*/ 953418 w 11243827"/>
              <a:gd name="connsiteY247" fmla="*/ 5333901 h 5641173"/>
              <a:gd name="connsiteX248" fmla="*/ 916854 w 11243827"/>
              <a:gd name="connsiteY248" fmla="*/ 5329435 h 5641173"/>
              <a:gd name="connsiteX249" fmla="*/ 905651 w 11243827"/>
              <a:gd name="connsiteY249" fmla="*/ 5332114 h 5641173"/>
              <a:gd name="connsiteX250" fmla="*/ 838405 w 11243827"/>
              <a:gd name="connsiteY250" fmla="*/ 5339470 h 5641173"/>
              <a:gd name="connsiteX251" fmla="*/ 817627 w 11243827"/>
              <a:gd name="connsiteY251" fmla="*/ 5330580 h 5641173"/>
              <a:gd name="connsiteX252" fmla="*/ 801817 w 11243827"/>
              <a:gd name="connsiteY252" fmla="*/ 5325937 h 5641173"/>
              <a:gd name="connsiteX253" fmla="*/ 798857 w 11243827"/>
              <a:gd name="connsiteY253" fmla="*/ 5320979 h 5641173"/>
              <a:gd name="connsiteX254" fmla="*/ 788354 w 11243827"/>
              <a:gd name="connsiteY254" fmla="*/ 5320143 h 5641173"/>
              <a:gd name="connsiteX255" fmla="*/ 785726 w 11243827"/>
              <a:gd name="connsiteY255" fmla="*/ 5318989 h 5641173"/>
              <a:gd name="connsiteX256" fmla="*/ 770507 w 11243827"/>
              <a:gd name="connsiteY256" fmla="*/ 5313309 h 5641173"/>
              <a:gd name="connsiteX257" fmla="*/ 733810 w 11243827"/>
              <a:gd name="connsiteY257" fmla="*/ 5324286 h 5641173"/>
              <a:gd name="connsiteX258" fmla="*/ 692117 w 11243827"/>
              <a:gd name="connsiteY258" fmla="*/ 5318786 h 5641173"/>
              <a:gd name="connsiteX259" fmla="*/ 574943 w 11243827"/>
              <a:gd name="connsiteY259" fmla="*/ 5327578 h 5641173"/>
              <a:gd name="connsiteX260" fmla="*/ 441302 w 11243827"/>
              <a:gd name="connsiteY260" fmla="*/ 5307062 h 5641173"/>
              <a:gd name="connsiteX261" fmla="*/ 336819 w 11243827"/>
              <a:gd name="connsiteY261" fmla="*/ 5336690 h 5641173"/>
              <a:gd name="connsiteX262" fmla="*/ 270932 w 11243827"/>
              <a:gd name="connsiteY262" fmla="*/ 5345451 h 5641173"/>
              <a:gd name="connsiteX263" fmla="*/ 194189 w 11243827"/>
              <a:gd name="connsiteY263" fmla="*/ 5343588 h 5641173"/>
              <a:gd name="connsiteX264" fmla="*/ 192552 w 11243827"/>
              <a:gd name="connsiteY264" fmla="*/ 5342845 h 5641173"/>
              <a:gd name="connsiteX265" fmla="*/ 178320 w 11243827"/>
              <a:gd name="connsiteY265" fmla="*/ 5343766 h 5641173"/>
              <a:gd name="connsiteX266" fmla="*/ 175596 w 11243827"/>
              <a:gd name="connsiteY266" fmla="*/ 5346411 h 5641173"/>
              <a:gd name="connsiteX267" fmla="*/ 147287 w 11243827"/>
              <a:gd name="connsiteY267" fmla="*/ 5352625 h 5641173"/>
              <a:gd name="connsiteX268" fmla="*/ 114847 w 11243827"/>
              <a:gd name="connsiteY268" fmla="*/ 5355844 h 5641173"/>
              <a:gd name="connsiteX269" fmla="*/ 114306 w 11243827"/>
              <a:gd name="connsiteY269" fmla="*/ 5354983 h 5641173"/>
              <a:gd name="connsiteX270" fmla="*/ 89264 w 11243827"/>
              <a:gd name="connsiteY270" fmla="*/ 5348886 h 5641173"/>
              <a:gd name="connsiteX271" fmla="*/ 49794 w 11243827"/>
              <a:gd name="connsiteY271" fmla="*/ 5329950 h 5641173"/>
              <a:gd name="connsiteX272" fmla="*/ 19924 w 11243827"/>
              <a:gd name="connsiteY272" fmla="*/ 5334282 h 5641173"/>
              <a:gd name="connsiteX273" fmla="*/ 13819 w 11243827"/>
              <a:gd name="connsiteY273" fmla="*/ 5334653 h 5641173"/>
              <a:gd name="connsiteX274" fmla="*/ 13657 w 11243827"/>
              <a:gd name="connsiteY274" fmla="*/ 5334455 h 5641173"/>
              <a:gd name="connsiteX275" fmla="*/ 7139 w 11243827"/>
              <a:gd name="connsiteY275" fmla="*/ 5334438 h 5641173"/>
              <a:gd name="connsiteX276" fmla="*/ 2684 w 11243827"/>
              <a:gd name="connsiteY276" fmla="*/ 5335333 h 5641173"/>
              <a:gd name="connsiteX277" fmla="*/ 0 w 11243827"/>
              <a:gd name="connsiteY277" fmla="*/ 5335496 h 5641173"/>
              <a:gd name="connsiteX278" fmla="*/ 0 w 11243827"/>
              <a:gd name="connsiteY278" fmla="*/ 10592 h 5641173"/>
              <a:gd name="connsiteX279" fmla="*/ 11243827 w 11243827"/>
              <a:gd name="connsiteY279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32830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12024 w 11243827"/>
              <a:gd name="connsiteY237" fmla="*/ 5345786 h 5641173"/>
              <a:gd name="connsiteX238" fmla="*/ 1100870 w 11243827"/>
              <a:gd name="connsiteY238" fmla="*/ 5343651 h 5641173"/>
              <a:gd name="connsiteX239" fmla="*/ 1096383 w 11243827"/>
              <a:gd name="connsiteY239" fmla="*/ 5343015 h 5641173"/>
              <a:gd name="connsiteX240" fmla="*/ 1058039 w 11243827"/>
              <a:gd name="connsiteY240" fmla="*/ 5343504 h 5641173"/>
              <a:gd name="connsiteX241" fmla="*/ 1055426 w 11243827"/>
              <a:gd name="connsiteY241" fmla="*/ 5339088 h 5641173"/>
              <a:gd name="connsiteX242" fmla="*/ 1044738 w 11243827"/>
              <a:gd name="connsiteY242" fmla="*/ 5333063 h 5641173"/>
              <a:gd name="connsiteX243" fmla="*/ 1033909 w 11243827"/>
              <a:gd name="connsiteY243" fmla="*/ 5335680 h 5641173"/>
              <a:gd name="connsiteX244" fmla="*/ 1012649 w 11243827"/>
              <a:gd name="connsiteY244" fmla="*/ 5334541 h 5641173"/>
              <a:gd name="connsiteX245" fmla="*/ 1007115 w 11243827"/>
              <a:gd name="connsiteY245" fmla="*/ 5332775 h 5641173"/>
              <a:gd name="connsiteX246" fmla="*/ 987447 w 11243827"/>
              <a:gd name="connsiteY246" fmla="*/ 5346462 h 5641173"/>
              <a:gd name="connsiteX247" fmla="*/ 953418 w 11243827"/>
              <a:gd name="connsiteY247" fmla="*/ 5333901 h 5641173"/>
              <a:gd name="connsiteX248" fmla="*/ 916854 w 11243827"/>
              <a:gd name="connsiteY248" fmla="*/ 5329435 h 5641173"/>
              <a:gd name="connsiteX249" fmla="*/ 905651 w 11243827"/>
              <a:gd name="connsiteY249" fmla="*/ 5332114 h 5641173"/>
              <a:gd name="connsiteX250" fmla="*/ 838405 w 11243827"/>
              <a:gd name="connsiteY250" fmla="*/ 5339470 h 5641173"/>
              <a:gd name="connsiteX251" fmla="*/ 817627 w 11243827"/>
              <a:gd name="connsiteY251" fmla="*/ 5330580 h 5641173"/>
              <a:gd name="connsiteX252" fmla="*/ 801817 w 11243827"/>
              <a:gd name="connsiteY252" fmla="*/ 5325937 h 5641173"/>
              <a:gd name="connsiteX253" fmla="*/ 798857 w 11243827"/>
              <a:gd name="connsiteY253" fmla="*/ 5320979 h 5641173"/>
              <a:gd name="connsiteX254" fmla="*/ 788354 w 11243827"/>
              <a:gd name="connsiteY254" fmla="*/ 5320143 h 5641173"/>
              <a:gd name="connsiteX255" fmla="*/ 785726 w 11243827"/>
              <a:gd name="connsiteY255" fmla="*/ 5318989 h 5641173"/>
              <a:gd name="connsiteX256" fmla="*/ 770507 w 11243827"/>
              <a:gd name="connsiteY256" fmla="*/ 5313309 h 5641173"/>
              <a:gd name="connsiteX257" fmla="*/ 733810 w 11243827"/>
              <a:gd name="connsiteY257" fmla="*/ 5324286 h 5641173"/>
              <a:gd name="connsiteX258" fmla="*/ 692117 w 11243827"/>
              <a:gd name="connsiteY258" fmla="*/ 5318786 h 5641173"/>
              <a:gd name="connsiteX259" fmla="*/ 574943 w 11243827"/>
              <a:gd name="connsiteY259" fmla="*/ 5327578 h 5641173"/>
              <a:gd name="connsiteX260" fmla="*/ 441302 w 11243827"/>
              <a:gd name="connsiteY260" fmla="*/ 5307062 h 5641173"/>
              <a:gd name="connsiteX261" fmla="*/ 336819 w 11243827"/>
              <a:gd name="connsiteY261" fmla="*/ 5336690 h 5641173"/>
              <a:gd name="connsiteX262" fmla="*/ 270932 w 11243827"/>
              <a:gd name="connsiteY262" fmla="*/ 5345451 h 5641173"/>
              <a:gd name="connsiteX263" fmla="*/ 194189 w 11243827"/>
              <a:gd name="connsiteY263" fmla="*/ 5343588 h 5641173"/>
              <a:gd name="connsiteX264" fmla="*/ 192552 w 11243827"/>
              <a:gd name="connsiteY264" fmla="*/ 5342845 h 5641173"/>
              <a:gd name="connsiteX265" fmla="*/ 178320 w 11243827"/>
              <a:gd name="connsiteY265" fmla="*/ 5343766 h 5641173"/>
              <a:gd name="connsiteX266" fmla="*/ 175596 w 11243827"/>
              <a:gd name="connsiteY266" fmla="*/ 5346411 h 5641173"/>
              <a:gd name="connsiteX267" fmla="*/ 147287 w 11243827"/>
              <a:gd name="connsiteY267" fmla="*/ 5352625 h 5641173"/>
              <a:gd name="connsiteX268" fmla="*/ 114847 w 11243827"/>
              <a:gd name="connsiteY268" fmla="*/ 5355844 h 5641173"/>
              <a:gd name="connsiteX269" fmla="*/ 114306 w 11243827"/>
              <a:gd name="connsiteY269" fmla="*/ 5354983 h 5641173"/>
              <a:gd name="connsiteX270" fmla="*/ 89264 w 11243827"/>
              <a:gd name="connsiteY270" fmla="*/ 5348886 h 5641173"/>
              <a:gd name="connsiteX271" fmla="*/ 49794 w 11243827"/>
              <a:gd name="connsiteY271" fmla="*/ 5329950 h 5641173"/>
              <a:gd name="connsiteX272" fmla="*/ 19924 w 11243827"/>
              <a:gd name="connsiteY272" fmla="*/ 5334282 h 5641173"/>
              <a:gd name="connsiteX273" fmla="*/ 13819 w 11243827"/>
              <a:gd name="connsiteY273" fmla="*/ 5334653 h 5641173"/>
              <a:gd name="connsiteX274" fmla="*/ 13657 w 11243827"/>
              <a:gd name="connsiteY274" fmla="*/ 5334455 h 5641173"/>
              <a:gd name="connsiteX275" fmla="*/ 7139 w 11243827"/>
              <a:gd name="connsiteY275" fmla="*/ 5334438 h 5641173"/>
              <a:gd name="connsiteX276" fmla="*/ 2684 w 11243827"/>
              <a:gd name="connsiteY276" fmla="*/ 5335333 h 5641173"/>
              <a:gd name="connsiteX277" fmla="*/ 0 w 11243827"/>
              <a:gd name="connsiteY277" fmla="*/ 5335496 h 5641173"/>
              <a:gd name="connsiteX278" fmla="*/ 0 w 11243827"/>
              <a:gd name="connsiteY278" fmla="*/ 10592 h 5641173"/>
              <a:gd name="connsiteX279" fmla="*/ 11243827 w 11243827"/>
              <a:gd name="connsiteY279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209610 h 5641173"/>
              <a:gd name="connsiteX3" fmla="*/ 11240675 w 11243827"/>
              <a:gd name="connsiteY3" fmla="*/ 5210442 h 5641173"/>
              <a:gd name="connsiteX4" fmla="*/ 11179959 w 11243827"/>
              <a:gd name="connsiteY4" fmla="*/ 5221199 h 5641173"/>
              <a:gd name="connsiteX5" fmla="*/ 11105493 w 11243827"/>
              <a:gd name="connsiteY5" fmla="*/ 5259905 h 5641173"/>
              <a:gd name="connsiteX6" fmla="*/ 11078640 w 11243827"/>
              <a:gd name="connsiteY6" fmla="*/ 5263531 h 5641173"/>
              <a:gd name="connsiteX7" fmla="*/ 11079616 w 11243827"/>
              <a:gd name="connsiteY7" fmla="*/ 5270380 h 5641173"/>
              <a:gd name="connsiteX8" fmla="*/ 11069641 w 11243827"/>
              <a:gd name="connsiteY8" fmla="*/ 5270884 h 5641173"/>
              <a:gd name="connsiteX9" fmla="*/ 11047377 w 11243827"/>
              <a:gd name="connsiteY9" fmla="*/ 5271051 h 5641173"/>
              <a:gd name="connsiteX10" fmla="*/ 10980705 w 11243827"/>
              <a:gd name="connsiteY10" fmla="*/ 5272951 h 5641173"/>
              <a:gd name="connsiteX11" fmla="*/ 10962514 w 11243827"/>
              <a:gd name="connsiteY11" fmla="*/ 5286084 h 5641173"/>
              <a:gd name="connsiteX12" fmla="*/ 10945307 w 11243827"/>
              <a:gd name="connsiteY12" fmla="*/ 5286290 h 5641173"/>
              <a:gd name="connsiteX13" fmla="*/ 10845516 w 11243827"/>
              <a:gd name="connsiteY13" fmla="*/ 5303894 h 5641173"/>
              <a:gd name="connsiteX14" fmla="*/ 10831795 w 11243827"/>
              <a:gd name="connsiteY14" fmla="*/ 5305210 h 5641173"/>
              <a:gd name="connsiteX15" fmla="*/ 10824365 w 11243827"/>
              <a:gd name="connsiteY15" fmla="*/ 5311111 h 5641173"/>
              <a:gd name="connsiteX16" fmla="*/ 10797756 w 11243827"/>
              <a:gd name="connsiteY16" fmla="*/ 5312285 h 5641173"/>
              <a:gd name="connsiteX17" fmla="*/ 10796525 w 11243827"/>
              <a:gd name="connsiteY17" fmla="*/ 5315645 h 5641173"/>
              <a:gd name="connsiteX18" fmla="*/ 10709063 w 11243827"/>
              <a:gd name="connsiteY18" fmla="*/ 5344492 h 5641173"/>
              <a:gd name="connsiteX19" fmla="*/ 10694078 w 11243827"/>
              <a:gd name="connsiteY19" fmla="*/ 5349258 h 5641173"/>
              <a:gd name="connsiteX20" fmla="*/ 10681131 w 11243827"/>
              <a:gd name="connsiteY20" fmla="*/ 5347812 h 5641173"/>
              <a:gd name="connsiteX21" fmla="*/ 10609448 w 11243827"/>
              <a:gd name="connsiteY21" fmla="*/ 5351931 h 5641173"/>
              <a:gd name="connsiteX22" fmla="*/ 10592397 w 11243827"/>
              <a:gd name="connsiteY22" fmla="*/ 5349402 h 5641173"/>
              <a:gd name="connsiteX23" fmla="*/ 10585227 w 11243827"/>
              <a:gd name="connsiteY23" fmla="*/ 5344063 h 5641173"/>
              <a:gd name="connsiteX24" fmla="*/ 10557472 w 11243827"/>
              <a:gd name="connsiteY24" fmla="*/ 5354151 h 5641173"/>
              <a:gd name="connsiteX25" fmla="*/ 10514646 w 11243827"/>
              <a:gd name="connsiteY25" fmla="*/ 5361064 h 5641173"/>
              <a:gd name="connsiteX26" fmla="*/ 10494292 w 11243827"/>
              <a:gd name="connsiteY26" fmla="*/ 5366054 h 5641173"/>
              <a:gd name="connsiteX27" fmla="*/ 10477869 w 11243827"/>
              <a:gd name="connsiteY27" fmla="*/ 5363025 h 5641173"/>
              <a:gd name="connsiteX28" fmla="*/ 10384411 w 11243827"/>
              <a:gd name="connsiteY28" fmla="*/ 5362257 h 5641173"/>
              <a:gd name="connsiteX29" fmla="*/ 10362921 w 11243827"/>
              <a:gd name="connsiteY29" fmla="*/ 5357444 h 5641173"/>
              <a:gd name="connsiteX30" fmla="*/ 10352736 w 11243827"/>
              <a:gd name="connsiteY30" fmla="*/ 5347851 h 5641173"/>
              <a:gd name="connsiteX31" fmla="*/ 10344754 w 11243827"/>
              <a:gd name="connsiteY31" fmla="*/ 5351272 h 5641173"/>
              <a:gd name="connsiteX32" fmla="*/ 10288226 w 11243827"/>
              <a:gd name="connsiteY32" fmla="*/ 5351613 h 5641173"/>
              <a:gd name="connsiteX33" fmla="*/ 10251350 w 11243827"/>
              <a:gd name="connsiteY33" fmla="*/ 5352711 h 5641173"/>
              <a:gd name="connsiteX34" fmla="*/ 10249108 w 11243827"/>
              <a:gd name="connsiteY34" fmla="*/ 5365881 h 5641173"/>
              <a:gd name="connsiteX35" fmla="*/ 10216272 w 11243827"/>
              <a:gd name="connsiteY35" fmla="*/ 5370573 h 5641173"/>
              <a:gd name="connsiteX36" fmla="*/ 10181278 w 11243827"/>
              <a:gd name="connsiteY36" fmla="*/ 5362119 h 5641173"/>
              <a:gd name="connsiteX37" fmla="*/ 10140033 w 11243827"/>
              <a:gd name="connsiteY37" fmla="*/ 5363304 h 5641173"/>
              <a:gd name="connsiteX38" fmla="*/ 10115353 w 11243827"/>
              <a:gd name="connsiteY38" fmla="*/ 5363869 h 5641173"/>
              <a:gd name="connsiteX39" fmla="*/ 10050578 w 11243827"/>
              <a:gd name="connsiteY39" fmla="*/ 5376153 h 5641173"/>
              <a:gd name="connsiteX40" fmla="*/ 9945478 w 11243827"/>
              <a:gd name="connsiteY40" fmla="*/ 5422859 h 5641173"/>
              <a:gd name="connsiteX41" fmla="*/ 9912481 w 11243827"/>
              <a:gd name="connsiteY41" fmla="*/ 5429477 h 5641173"/>
              <a:gd name="connsiteX42" fmla="*/ 9906713 w 11243827"/>
              <a:gd name="connsiteY42" fmla="*/ 5426784 h 5641173"/>
              <a:gd name="connsiteX43" fmla="*/ 9742436 w 11243827"/>
              <a:gd name="connsiteY43" fmla="*/ 5454834 h 5641173"/>
              <a:gd name="connsiteX44" fmla="*/ 9713044 w 11243827"/>
              <a:gd name="connsiteY44" fmla="*/ 5456476 h 5641173"/>
              <a:gd name="connsiteX45" fmla="*/ 9691033 w 11243827"/>
              <a:gd name="connsiteY45" fmla="*/ 5455451 h 5641173"/>
              <a:gd name="connsiteX46" fmla="*/ 9638355 w 11243827"/>
              <a:gd name="connsiteY46" fmla="*/ 5464794 h 5641173"/>
              <a:gd name="connsiteX47" fmla="*/ 9552434 w 11243827"/>
              <a:gd name="connsiteY47" fmla="*/ 5485280 h 5641173"/>
              <a:gd name="connsiteX48" fmla="*/ 9533883 w 11243827"/>
              <a:gd name="connsiteY48" fmla="*/ 5488516 h 5641173"/>
              <a:gd name="connsiteX49" fmla="*/ 9516916 w 11243827"/>
              <a:gd name="connsiteY49" fmla="*/ 5486828 h 5641173"/>
              <a:gd name="connsiteX50" fmla="*/ 9512093 w 11243827"/>
              <a:gd name="connsiteY50" fmla="*/ 5482541 h 5641173"/>
              <a:gd name="connsiteX51" fmla="*/ 9501725 w 11243827"/>
              <a:gd name="connsiteY51" fmla="*/ 5483603 h 5641173"/>
              <a:gd name="connsiteX52" fmla="*/ 9498754 w 11243827"/>
              <a:gd name="connsiteY52" fmla="*/ 5482951 h 5641173"/>
              <a:gd name="connsiteX53" fmla="*/ 9481932 w 11243827"/>
              <a:gd name="connsiteY53" fmla="*/ 5480151 h 5641173"/>
              <a:gd name="connsiteX54" fmla="*/ 9451321 w 11243827"/>
              <a:gd name="connsiteY54" fmla="*/ 5497375 h 5641173"/>
              <a:gd name="connsiteX55" fmla="*/ 9409298 w 11243827"/>
              <a:gd name="connsiteY55" fmla="*/ 5499478 h 5641173"/>
              <a:gd name="connsiteX56" fmla="*/ 9303056 w 11243827"/>
              <a:gd name="connsiteY56" fmla="*/ 5519093 h 5641173"/>
              <a:gd name="connsiteX57" fmla="*/ 9229078 w 11243827"/>
              <a:gd name="connsiteY57" fmla="*/ 5524154 h 5641173"/>
              <a:gd name="connsiteX58" fmla="*/ 9165105 w 11243827"/>
              <a:gd name="connsiteY58" fmla="*/ 5532892 h 5641173"/>
              <a:gd name="connsiteX59" fmla="*/ 9077301 w 11243827"/>
              <a:gd name="connsiteY59" fmla="*/ 5580356 h 5641173"/>
              <a:gd name="connsiteX60" fmla="*/ 8960065 w 11243827"/>
              <a:gd name="connsiteY60" fmla="*/ 5597982 h 5641173"/>
              <a:gd name="connsiteX61" fmla="*/ 8953536 w 11243827"/>
              <a:gd name="connsiteY61" fmla="*/ 5606638 h 5641173"/>
              <a:gd name="connsiteX62" fmla="*/ 8943907 w 11243827"/>
              <a:gd name="connsiteY62" fmla="*/ 5612541 h 5641173"/>
              <a:gd name="connsiteX63" fmla="*/ 8942046 w 11243827"/>
              <a:gd name="connsiteY63" fmla="*/ 5612112 h 5641173"/>
              <a:gd name="connsiteX64" fmla="*/ 8928824 w 11243827"/>
              <a:gd name="connsiteY64" fmla="*/ 5615549 h 5641173"/>
              <a:gd name="connsiteX65" fmla="*/ 8927294 w 11243827"/>
              <a:gd name="connsiteY65" fmla="*/ 5618607 h 5641173"/>
              <a:gd name="connsiteX66" fmla="*/ 8918651 w 11243827"/>
              <a:gd name="connsiteY66" fmla="*/ 5621688 h 5641173"/>
              <a:gd name="connsiteX67" fmla="*/ 8902772 w 11243827"/>
              <a:gd name="connsiteY67" fmla="*/ 5629703 h 5641173"/>
              <a:gd name="connsiteX68" fmla="*/ 8898724 w 11243827"/>
              <a:gd name="connsiteY68" fmla="*/ 5629379 h 5641173"/>
              <a:gd name="connsiteX69" fmla="*/ 8873099 w 11243827"/>
              <a:gd name="connsiteY69" fmla="*/ 5638628 h 5641173"/>
              <a:gd name="connsiteX70" fmla="*/ 8872234 w 11243827"/>
              <a:gd name="connsiteY70" fmla="*/ 5637889 h 5641173"/>
              <a:gd name="connsiteX71" fmla="*/ 8862777 w 11243827"/>
              <a:gd name="connsiteY71" fmla="*/ 5636711 h 5641173"/>
              <a:gd name="connsiteX72" fmla="*/ 8845869 w 11243827"/>
              <a:gd name="connsiteY72" fmla="*/ 5636436 h 5641173"/>
              <a:gd name="connsiteX73" fmla="*/ 8800548 w 11243827"/>
              <a:gd name="connsiteY73" fmla="*/ 5625084 h 5641173"/>
              <a:gd name="connsiteX74" fmla="*/ 8773774 w 11243827"/>
              <a:gd name="connsiteY74" fmla="*/ 5634630 h 5641173"/>
              <a:gd name="connsiteX75" fmla="*/ 8698255 w 11243827"/>
              <a:gd name="connsiteY75" fmla="*/ 5636083 h 5641173"/>
              <a:gd name="connsiteX76" fmla="*/ 8619167 w 11243827"/>
              <a:gd name="connsiteY76" fmla="*/ 5619130 h 5641173"/>
              <a:gd name="connsiteX77" fmla="*/ 8539822 w 11243827"/>
              <a:gd name="connsiteY77" fmla="*/ 5616905 h 5641173"/>
              <a:gd name="connsiteX78" fmla="*/ 8511094 w 11243827"/>
              <a:gd name="connsiteY78" fmla="*/ 5617360 h 5641173"/>
              <a:gd name="connsiteX79" fmla="*/ 8459886 w 11243827"/>
              <a:gd name="connsiteY79" fmla="*/ 5612612 h 5641173"/>
              <a:gd name="connsiteX80" fmla="*/ 8436432 w 11243827"/>
              <a:gd name="connsiteY80" fmla="*/ 5606990 h 5641173"/>
              <a:gd name="connsiteX81" fmla="*/ 8435403 w 11243827"/>
              <a:gd name="connsiteY81" fmla="*/ 5607336 h 5641173"/>
              <a:gd name="connsiteX82" fmla="*/ 8433307 w 11243827"/>
              <a:gd name="connsiteY82" fmla="*/ 5604917 h 5641173"/>
              <a:gd name="connsiteX83" fmla="*/ 8428968 w 11243827"/>
              <a:gd name="connsiteY83" fmla="*/ 5603796 h 5641173"/>
              <a:gd name="connsiteX84" fmla="*/ 8417124 w 11243827"/>
              <a:gd name="connsiteY84" fmla="*/ 5604518 h 5641173"/>
              <a:gd name="connsiteX85" fmla="*/ 8412669 w 11243827"/>
              <a:gd name="connsiteY85" fmla="*/ 5605413 h 5641173"/>
              <a:gd name="connsiteX86" fmla="*/ 8406152 w 11243827"/>
              <a:gd name="connsiteY86" fmla="*/ 5605396 h 5641173"/>
              <a:gd name="connsiteX87" fmla="*/ 8405989 w 11243827"/>
              <a:gd name="connsiteY87" fmla="*/ 5605197 h 5641173"/>
              <a:gd name="connsiteX88" fmla="*/ 8399884 w 11243827"/>
              <a:gd name="connsiteY88" fmla="*/ 5605568 h 5641173"/>
              <a:gd name="connsiteX89" fmla="*/ 8370014 w 11243827"/>
              <a:gd name="connsiteY89" fmla="*/ 5609900 h 5641173"/>
              <a:gd name="connsiteX90" fmla="*/ 8330544 w 11243827"/>
              <a:gd name="connsiteY90" fmla="*/ 5590964 h 5641173"/>
              <a:gd name="connsiteX91" fmla="*/ 8314221 w 11243827"/>
              <a:gd name="connsiteY91" fmla="*/ 5587682 h 5641173"/>
              <a:gd name="connsiteX92" fmla="*/ 8305502 w 11243827"/>
              <a:gd name="connsiteY92" fmla="*/ 5584868 h 5641173"/>
              <a:gd name="connsiteX93" fmla="*/ 8304962 w 11243827"/>
              <a:gd name="connsiteY93" fmla="*/ 5584007 h 5641173"/>
              <a:gd name="connsiteX94" fmla="*/ 8276324 w 11243827"/>
              <a:gd name="connsiteY94" fmla="*/ 5588260 h 5641173"/>
              <a:gd name="connsiteX95" fmla="*/ 8272522 w 11243827"/>
              <a:gd name="connsiteY95" fmla="*/ 5587226 h 5641173"/>
              <a:gd name="connsiteX96" fmla="*/ 8253857 w 11243827"/>
              <a:gd name="connsiteY96" fmla="*/ 5592043 h 5641173"/>
              <a:gd name="connsiteX97" fmla="*/ 8244212 w 11243827"/>
              <a:gd name="connsiteY97" fmla="*/ 5593439 h 5641173"/>
              <a:gd name="connsiteX98" fmla="*/ 8241488 w 11243827"/>
              <a:gd name="connsiteY98" fmla="*/ 5596085 h 5641173"/>
              <a:gd name="connsiteX99" fmla="*/ 8227256 w 11243827"/>
              <a:gd name="connsiteY99" fmla="*/ 5597005 h 5641173"/>
              <a:gd name="connsiteX100" fmla="*/ 8225619 w 11243827"/>
              <a:gd name="connsiteY100" fmla="*/ 5596262 h 5641173"/>
              <a:gd name="connsiteX101" fmla="*/ 8213882 w 11243827"/>
              <a:gd name="connsiteY101" fmla="*/ 5600179 h 5641173"/>
              <a:gd name="connsiteX102" fmla="*/ 8204045 w 11243827"/>
              <a:gd name="connsiteY102" fmla="*/ 5607275 h 5641173"/>
              <a:gd name="connsiteX103" fmla="*/ 8082989 w 11243827"/>
              <a:gd name="connsiteY103" fmla="*/ 5603160 h 5641173"/>
              <a:gd name="connsiteX104" fmla="*/ 7976942 w 11243827"/>
              <a:gd name="connsiteY104" fmla="*/ 5598455 h 5641173"/>
              <a:gd name="connsiteX105" fmla="*/ 7950121 w 11243827"/>
              <a:gd name="connsiteY105" fmla="*/ 5590893 h 5641173"/>
              <a:gd name="connsiteX106" fmla="*/ 7727691 w 11243827"/>
              <a:gd name="connsiteY106" fmla="*/ 5621064 h 5641173"/>
              <a:gd name="connsiteX107" fmla="*/ 7685998 w 11243827"/>
              <a:gd name="connsiteY107" fmla="*/ 5615564 h 5641173"/>
              <a:gd name="connsiteX108" fmla="*/ 7649302 w 11243827"/>
              <a:gd name="connsiteY108" fmla="*/ 5626541 h 5641173"/>
              <a:gd name="connsiteX109" fmla="*/ 7634083 w 11243827"/>
              <a:gd name="connsiteY109" fmla="*/ 5620862 h 5641173"/>
              <a:gd name="connsiteX110" fmla="*/ 7631455 w 11243827"/>
              <a:gd name="connsiteY110" fmla="*/ 5619708 h 5641173"/>
              <a:gd name="connsiteX111" fmla="*/ 7620952 w 11243827"/>
              <a:gd name="connsiteY111" fmla="*/ 5618872 h 5641173"/>
              <a:gd name="connsiteX112" fmla="*/ 7617992 w 11243827"/>
              <a:gd name="connsiteY112" fmla="*/ 5613914 h 5641173"/>
              <a:gd name="connsiteX113" fmla="*/ 7602182 w 11243827"/>
              <a:gd name="connsiteY113" fmla="*/ 5609271 h 5641173"/>
              <a:gd name="connsiteX114" fmla="*/ 7582847 w 11243827"/>
              <a:gd name="connsiteY114" fmla="*/ 5609047 h 5641173"/>
              <a:gd name="connsiteX115" fmla="*/ 7514158 w 11243827"/>
              <a:gd name="connsiteY115" fmla="*/ 5607737 h 5641173"/>
              <a:gd name="connsiteX116" fmla="*/ 7502955 w 11243827"/>
              <a:gd name="connsiteY116" fmla="*/ 5610415 h 5641173"/>
              <a:gd name="connsiteX117" fmla="*/ 7466391 w 11243827"/>
              <a:gd name="connsiteY117" fmla="*/ 5605949 h 5641173"/>
              <a:gd name="connsiteX118" fmla="*/ 7433806 w 11243827"/>
              <a:gd name="connsiteY118" fmla="*/ 5604945 h 5641173"/>
              <a:gd name="connsiteX119" fmla="*/ 7412693 w 11243827"/>
              <a:gd name="connsiteY119" fmla="*/ 5607075 h 5641173"/>
              <a:gd name="connsiteX120" fmla="*/ 7407159 w 11243827"/>
              <a:gd name="connsiteY120" fmla="*/ 5605310 h 5641173"/>
              <a:gd name="connsiteX121" fmla="*/ 7385900 w 11243827"/>
              <a:gd name="connsiteY121" fmla="*/ 5604171 h 5641173"/>
              <a:gd name="connsiteX122" fmla="*/ 7375071 w 11243827"/>
              <a:gd name="connsiteY122" fmla="*/ 5606788 h 5641173"/>
              <a:gd name="connsiteX123" fmla="*/ 7364382 w 11243827"/>
              <a:gd name="connsiteY123" fmla="*/ 5600762 h 5641173"/>
              <a:gd name="connsiteX124" fmla="*/ 7361770 w 11243827"/>
              <a:gd name="connsiteY124" fmla="*/ 5596347 h 5641173"/>
              <a:gd name="connsiteX125" fmla="*/ 7346641 w 11243827"/>
              <a:gd name="connsiteY125" fmla="*/ 5598329 h 5641173"/>
              <a:gd name="connsiteX126" fmla="*/ 7334238 w 11243827"/>
              <a:gd name="connsiteY126" fmla="*/ 5594014 h 5641173"/>
              <a:gd name="connsiteX127" fmla="*/ 7323426 w 11243827"/>
              <a:gd name="connsiteY127" fmla="*/ 5596835 h 5641173"/>
              <a:gd name="connsiteX128" fmla="*/ 7318938 w 11243827"/>
              <a:gd name="connsiteY128" fmla="*/ 5596200 h 5641173"/>
              <a:gd name="connsiteX129" fmla="*/ 7307784 w 11243827"/>
              <a:gd name="connsiteY129" fmla="*/ 5594065 h 5641173"/>
              <a:gd name="connsiteX130" fmla="*/ 7288540 w 11243827"/>
              <a:gd name="connsiteY130" fmla="*/ 5589320 h 5641173"/>
              <a:gd name="connsiteX131" fmla="*/ 7282537 w 11243827"/>
              <a:gd name="connsiteY131" fmla="*/ 5588660 h 5641173"/>
              <a:gd name="connsiteX132" fmla="*/ 7269466 w 11243827"/>
              <a:gd name="connsiteY132" fmla="*/ 5581404 h 5641173"/>
              <a:gd name="connsiteX133" fmla="*/ 7244165 w 11243827"/>
              <a:gd name="connsiteY133" fmla="*/ 5575200 h 5641173"/>
              <a:gd name="connsiteX134" fmla="*/ 7199619 w 11243827"/>
              <a:gd name="connsiteY134" fmla="*/ 5553550 h 5641173"/>
              <a:gd name="connsiteX135" fmla="*/ 7173434 w 11243827"/>
              <a:gd name="connsiteY135" fmla="*/ 5543219 h 5641173"/>
              <a:gd name="connsiteX136" fmla="*/ 7155718 w 11243827"/>
              <a:gd name="connsiteY136" fmla="*/ 5533697 h 5641173"/>
              <a:gd name="connsiteX137" fmla="*/ 7103430 w 11243827"/>
              <a:gd name="connsiteY137" fmla="*/ 5520249 h 5641173"/>
              <a:gd name="connsiteX138" fmla="*/ 7013746 w 11243827"/>
              <a:gd name="connsiteY138" fmla="*/ 5502470 h 5641173"/>
              <a:gd name="connsiteX139" fmla="*/ 6995379 w 11243827"/>
              <a:gd name="connsiteY139" fmla="*/ 5497693 h 5641173"/>
              <a:gd name="connsiteX140" fmla="*/ 6982475 w 11243827"/>
              <a:gd name="connsiteY140" fmla="*/ 5489641 h 5641173"/>
              <a:gd name="connsiteX141" fmla="*/ 6981994 w 11243827"/>
              <a:gd name="connsiteY141" fmla="*/ 5484335 h 5641173"/>
              <a:gd name="connsiteX142" fmla="*/ 6972355 w 11243827"/>
              <a:gd name="connsiteY142" fmla="*/ 5481074 h 5641173"/>
              <a:gd name="connsiteX143" fmla="*/ 6970394 w 11243827"/>
              <a:gd name="connsiteY143" fmla="*/ 5479383 h 5641173"/>
              <a:gd name="connsiteX144" fmla="*/ 6958543 w 11243827"/>
              <a:gd name="connsiteY144" fmla="*/ 5470507 h 5641173"/>
              <a:gd name="connsiteX145" fmla="*/ 6918276 w 11243827"/>
              <a:gd name="connsiteY145" fmla="*/ 5472034 h 5641173"/>
              <a:gd name="connsiteX146" fmla="*/ 6881046 w 11243827"/>
              <a:gd name="connsiteY146" fmla="*/ 5457070 h 5641173"/>
              <a:gd name="connsiteX147" fmla="*/ 6752164 w 11243827"/>
              <a:gd name="connsiteY147" fmla="*/ 5425021 h 5641173"/>
              <a:gd name="connsiteX148" fmla="*/ 6724964 w 11243827"/>
              <a:gd name="connsiteY148" fmla="*/ 5414071 h 5641173"/>
              <a:gd name="connsiteX149" fmla="*/ 6683286 w 11243827"/>
              <a:gd name="connsiteY149" fmla="*/ 5432830 h 5641173"/>
              <a:gd name="connsiteX150" fmla="*/ 6644277 w 11243827"/>
              <a:gd name="connsiteY150" fmla="*/ 5429684 h 5641173"/>
              <a:gd name="connsiteX151" fmla="*/ 6532914 w 11243827"/>
              <a:gd name="connsiteY151" fmla="*/ 5431205 h 5641173"/>
              <a:gd name="connsiteX152" fmla="*/ 6307459 w 11243827"/>
              <a:gd name="connsiteY152" fmla="*/ 5467087 h 5641173"/>
              <a:gd name="connsiteX153" fmla="*/ 6196243 w 11243827"/>
              <a:gd name="connsiteY153" fmla="*/ 5515042 h 5641173"/>
              <a:gd name="connsiteX154" fmla="*/ 6099124 w 11243827"/>
              <a:gd name="connsiteY154" fmla="*/ 5516848 h 5641173"/>
              <a:gd name="connsiteX155" fmla="*/ 6016077 w 11243827"/>
              <a:gd name="connsiteY155" fmla="*/ 5528642 h 5641173"/>
              <a:gd name="connsiteX156" fmla="*/ 6004389 w 11243827"/>
              <a:gd name="connsiteY156" fmla="*/ 5531206 h 5641173"/>
              <a:gd name="connsiteX157" fmla="*/ 5933945 w 11243827"/>
              <a:gd name="connsiteY157" fmla="*/ 5538840 h 5641173"/>
              <a:gd name="connsiteX158" fmla="*/ 5883936 w 11243827"/>
              <a:gd name="connsiteY158" fmla="*/ 5553807 h 5641173"/>
              <a:gd name="connsiteX159" fmla="*/ 5798331 w 11243827"/>
              <a:gd name="connsiteY159" fmla="*/ 5564248 h 5641173"/>
              <a:gd name="connsiteX160" fmla="*/ 5712738 w 11243827"/>
              <a:gd name="connsiteY160" fmla="*/ 5573120 h 5641173"/>
              <a:gd name="connsiteX161" fmla="*/ 5681342 w 11243827"/>
              <a:gd name="connsiteY161" fmla="*/ 5575621 h 5641173"/>
              <a:gd name="connsiteX162" fmla="*/ 5627167 w 11243827"/>
              <a:gd name="connsiteY162" fmla="*/ 5583215 h 5641173"/>
              <a:gd name="connsiteX163" fmla="*/ 5591414 w 11243827"/>
              <a:gd name="connsiteY163" fmla="*/ 5587695 h 5641173"/>
              <a:gd name="connsiteX164" fmla="*/ 5583028 w 11243827"/>
              <a:gd name="connsiteY164" fmla="*/ 5580877 h 5641173"/>
              <a:gd name="connsiteX165" fmla="*/ 5549426 w 11243827"/>
              <a:gd name="connsiteY165" fmla="*/ 5582858 h 5641173"/>
              <a:gd name="connsiteX166" fmla="*/ 5519999 w 11243827"/>
              <a:gd name="connsiteY166" fmla="*/ 5592246 h 5641173"/>
              <a:gd name="connsiteX167" fmla="*/ 5480028 w 11243827"/>
              <a:gd name="connsiteY167" fmla="*/ 5597282 h 5641173"/>
              <a:gd name="connsiteX168" fmla="*/ 5456175 w 11243827"/>
              <a:gd name="connsiteY168" fmla="*/ 5600371 h 5641173"/>
              <a:gd name="connsiteX169" fmla="*/ 5388463 w 11243827"/>
              <a:gd name="connsiteY169" fmla="*/ 5602638 h 5641173"/>
              <a:gd name="connsiteX170" fmla="*/ 5265898 w 11243827"/>
              <a:gd name="connsiteY170" fmla="*/ 5591830 h 5641173"/>
              <a:gd name="connsiteX171" fmla="*/ 5231231 w 11243827"/>
              <a:gd name="connsiteY171" fmla="*/ 5592790 h 5641173"/>
              <a:gd name="connsiteX172" fmla="*/ 5226996 w 11243827"/>
              <a:gd name="connsiteY172" fmla="*/ 5595040 h 5641173"/>
              <a:gd name="connsiteX173" fmla="*/ 5175988 w 11243827"/>
              <a:gd name="connsiteY173" fmla="*/ 5588131 h 5641173"/>
              <a:gd name="connsiteX174" fmla="*/ 5107470 w 11243827"/>
              <a:gd name="connsiteY174" fmla="*/ 5594771 h 5641173"/>
              <a:gd name="connsiteX175" fmla="*/ 5027868 w 11243827"/>
              <a:gd name="connsiteY175" fmla="*/ 5605624 h 5641173"/>
              <a:gd name="connsiteX176" fmla="*/ 5007324 w 11243827"/>
              <a:gd name="connsiteY176" fmla="*/ 5609209 h 5641173"/>
              <a:gd name="connsiteX177" fmla="*/ 4952559 w 11243827"/>
              <a:gd name="connsiteY177" fmla="*/ 5611402 h 5641173"/>
              <a:gd name="connsiteX178" fmla="*/ 4826081 w 11243827"/>
              <a:gd name="connsiteY178" fmla="*/ 5616191 h 5641173"/>
              <a:gd name="connsiteX179" fmla="*/ 4823501 w 11243827"/>
              <a:gd name="connsiteY179" fmla="*/ 5619174 h 5641173"/>
              <a:gd name="connsiteX180" fmla="*/ 4813093 w 11243827"/>
              <a:gd name="connsiteY180" fmla="*/ 5620026 h 5641173"/>
              <a:gd name="connsiteX181" fmla="*/ 4810563 w 11243827"/>
              <a:gd name="connsiteY181" fmla="*/ 5620787 h 5641173"/>
              <a:gd name="connsiteX182" fmla="*/ 4795818 w 11243827"/>
              <a:gd name="connsiteY182" fmla="*/ 5624618 h 5641173"/>
              <a:gd name="connsiteX183" fmla="*/ 4758404 w 11243827"/>
              <a:gd name="connsiteY183" fmla="*/ 5619510 h 5641173"/>
              <a:gd name="connsiteX184" fmla="*/ 4717254 w 11243827"/>
              <a:gd name="connsiteY184" fmla="*/ 5624155 h 5641173"/>
              <a:gd name="connsiteX185" fmla="*/ 4591958 w 11243827"/>
              <a:gd name="connsiteY185" fmla="*/ 5624710 h 5641173"/>
              <a:gd name="connsiteX186" fmla="*/ 4476215 w 11243827"/>
              <a:gd name="connsiteY186" fmla="*/ 5628210 h 5641173"/>
              <a:gd name="connsiteX187" fmla="*/ 4425193 w 11243827"/>
              <a:gd name="connsiteY187" fmla="*/ 5627414 h 5641173"/>
              <a:gd name="connsiteX188" fmla="*/ 4383866 w 11243827"/>
              <a:gd name="connsiteY188" fmla="*/ 5626546 h 5641173"/>
              <a:gd name="connsiteX189" fmla="*/ 4385596 w 11243827"/>
              <a:gd name="connsiteY189" fmla="*/ 5634646 h 5641173"/>
              <a:gd name="connsiteX190" fmla="*/ 4360864 w 11243827"/>
              <a:gd name="connsiteY190" fmla="*/ 5641173 h 5641173"/>
              <a:gd name="connsiteX191" fmla="*/ 4328321 w 11243827"/>
              <a:gd name="connsiteY191" fmla="*/ 5626332 h 5641173"/>
              <a:gd name="connsiteX192" fmla="*/ 4309842 w 11243827"/>
              <a:gd name="connsiteY192" fmla="*/ 5626471 h 5641173"/>
              <a:gd name="connsiteX193" fmla="*/ 4277424 w 11243827"/>
              <a:gd name="connsiteY193" fmla="*/ 5631598 h 5641173"/>
              <a:gd name="connsiteX194" fmla="*/ 4266627 w 11243827"/>
              <a:gd name="connsiteY194" fmla="*/ 5633969 h 5641173"/>
              <a:gd name="connsiteX195" fmla="*/ 4185525 w 11243827"/>
              <a:gd name="connsiteY195" fmla="*/ 5617508 h 5641173"/>
              <a:gd name="connsiteX196" fmla="*/ 4177617 w 11243827"/>
              <a:gd name="connsiteY196" fmla="*/ 5610903 h 5641173"/>
              <a:gd name="connsiteX197" fmla="*/ 4136948 w 11243827"/>
              <a:gd name="connsiteY197" fmla="*/ 5608031 h 5641173"/>
              <a:gd name="connsiteX198" fmla="*/ 4132323 w 11243827"/>
              <a:gd name="connsiteY198" fmla="*/ 5609784 h 5641173"/>
              <a:gd name="connsiteX199" fmla="*/ 4098620 w 11243827"/>
              <a:gd name="connsiteY199" fmla="*/ 5599672 h 5641173"/>
              <a:gd name="connsiteX200" fmla="*/ 3963475 w 11243827"/>
              <a:gd name="connsiteY200" fmla="*/ 5581841 h 5641173"/>
              <a:gd name="connsiteX201" fmla="*/ 3703613 w 11243827"/>
              <a:gd name="connsiteY201" fmla="*/ 5572482 h 5641173"/>
              <a:gd name="connsiteX202" fmla="*/ 3432987 w 11243827"/>
              <a:gd name="connsiteY202" fmla="*/ 5545768 h 5641173"/>
              <a:gd name="connsiteX203" fmla="*/ 3176381 w 11243827"/>
              <a:gd name="connsiteY203" fmla="*/ 5556110 h 5641173"/>
              <a:gd name="connsiteX204" fmla="*/ 2710156 w 11243827"/>
              <a:gd name="connsiteY204" fmla="*/ 5527517 h 5641173"/>
              <a:gd name="connsiteX205" fmla="*/ 2550206 w 11243827"/>
              <a:gd name="connsiteY205" fmla="*/ 5524958 h 5641173"/>
              <a:gd name="connsiteX206" fmla="*/ 2443041 w 11243827"/>
              <a:gd name="connsiteY206" fmla="*/ 5523990 h 5641173"/>
              <a:gd name="connsiteX207" fmla="*/ 2435613 w 11243827"/>
              <a:gd name="connsiteY207" fmla="*/ 5526704 h 5641173"/>
              <a:gd name="connsiteX208" fmla="*/ 2405682 w 11243827"/>
              <a:gd name="connsiteY208" fmla="*/ 5528307 h 5641173"/>
              <a:gd name="connsiteX209" fmla="*/ 2397487 w 11243827"/>
              <a:gd name="connsiteY209" fmla="*/ 5540337 h 5641173"/>
              <a:gd name="connsiteX210" fmla="*/ 2297454 w 11243827"/>
              <a:gd name="connsiteY210" fmla="*/ 5550765 h 5641173"/>
              <a:gd name="connsiteX211" fmla="*/ 2056700 w 11243827"/>
              <a:gd name="connsiteY211" fmla="*/ 5555489 h 5641173"/>
              <a:gd name="connsiteX212" fmla="*/ 1878530 w 11243827"/>
              <a:gd name="connsiteY212" fmla="*/ 5535330 h 5641173"/>
              <a:gd name="connsiteX213" fmla="*/ 1859292 w 11243827"/>
              <a:gd name="connsiteY213" fmla="*/ 5535461 h 5641173"/>
              <a:gd name="connsiteX214" fmla="*/ 1835626 w 11243827"/>
              <a:gd name="connsiteY214" fmla="*/ 5533793 h 5641173"/>
              <a:gd name="connsiteX215" fmla="*/ 1798939 w 11243827"/>
              <a:gd name="connsiteY215" fmla="*/ 5540285 h 5641173"/>
              <a:gd name="connsiteX216" fmla="*/ 1779046 w 11243827"/>
              <a:gd name="connsiteY216" fmla="*/ 5549949 h 5641173"/>
              <a:gd name="connsiteX217" fmla="*/ 1772421 w 11243827"/>
              <a:gd name="connsiteY217" fmla="*/ 5549018 h 5641173"/>
              <a:gd name="connsiteX218" fmla="*/ 1772052 w 11243827"/>
              <a:gd name="connsiteY218" fmla="*/ 5545689 h 5641173"/>
              <a:gd name="connsiteX219" fmla="*/ 1711543 w 11243827"/>
              <a:gd name="connsiteY219" fmla="*/ 5534558 h 5641173"/>
              <a:gd name="connsiteX220" fmla="*/ 1631462 w 11243827"/>
              <a:gd name="connsiteY220" fmla="*/ 5491807 h 5641173"/>
              <a:gd name="connsiteX221" fmla="*/ 1538763 w 11243827"/>
              <a:gd name="connsiteY221" fmla="*/ 5482781 h 5641173"/>
              <a:gd name="connsiteX222" fmla="*/ 1501533 w 11243827"/>
              <a:gd name="connsiteY222" fmla="*/ 5467817 h 5641173"/>
              <a:gd name="connsiteX223" fmla="*/ 1461266 w 11243827"/>
              <a:gd name="connsiteY223" fmla="*/ 5469343 h 5641173"/>
              <a:gd name="connsiteX224" fmla="*/ 1449415 w 11243827"/>
              <a:gd name="connsiteY224" fmla="*/ 5460467 h 5641173"/>
              <a:gd name="connsiteX225" fmla="*/ 1447454 w 11243827"/>
              <a:gd name="connsiteY225" fmla="*/ 5458776 h 5641173"/>
              <a:gd name="connsiteX226" fmla="*/ 1437814 w 11243827"/>
              <a:gd name="connsiteY226" fmla="*/ 5455515 h 5641173"/>
              <a:gd name="connsiteX227" fmla="*/ 1437334 w 11243827"/>
              <a:gd name="connsiteY227" fmla="*/ 5450209 h 5641173"/>
              <a:gd name="connsiteX228" fmla="*/ 1424429 w 11243827"/>
              <a:gd name="connsiteY228" fmla="*/ 5442157 h 5641173"/>
              <a:gd name="connsiteX229" fmla="*/ 1406063 w 11243827"/>
              <a:gd name="connsiteY229" fmla="*/ 5437380 h 5641173"/>
              <a:gd name="connsiteX230" fmla="*/ 1316379 w 11243827"/>
              <a:gd name="connsiteY230" fmla="*/ 5419601 h 5641173"/>
              <a:gd name="connsiteX231" fmla="*/ 1264090 w 11243827"/>
              <a:gd name="connsiteY231" fmla="*/ 5406153 h 5641173"/>
              <a:gd name="connsiteX232" fmla="*/ 1246374 w 11243827"/>
              <a:gd name="connsiteY232" fmla="*/ 5396631 h 5641173"/>
              <a:gd name="connsiteX233" fmla="*/ 1220190 w 11243827"/>
              <a:gd name="connsiteY233" fmla="*/ 5386301 h 5641173"/>
              <a:gd name="connsiteX234" fmla="*/ 1175643 w 11243827"/>
              <a:gd name="connsiteY234" fmla="*/ 5364651 h 5641173"/>
              <a:gd name="connsiteX235" fmla="*/ 1150342 w 11243827"/>
              <a:gd name="connsiteY235" fmla="*/ 5358447 h 5641173"/>
              <a:gd name="connsiteX236" fmla="*/ 1112024 w 11243827"/>
              <a:gd name="connsiteY236" fmla="*/ 5345786 h 5641173"/>
              <a:gd name="connsiteX237" fmla="*/ 1100870 w 11243827"/>
              <a:gd name="connsiteY237" fmla="*/ 5343651 h 5641173"/>
              <a:gd name="connsiteX238" fmla="*/ 1096383 w 11243827"/>
              <a:gd name="connsiteY238" fmla="*/ 5343015 h 5641173"/>
              <a:gd name="connsiteX239" fmla="*/ 1058039 w 11243827"/>
              <a:gd name="connsiteY239" fmla="*/ 5343504 h 5641173"/>
              <a:gd name="connsiteX240" fmla="*/ 1055426 w 11243827"/>
              <a:gd name="connsiteY240" fmla="*/ 5339088 h 5641173"/>
              <a:gd name="connsiteX241" fmla="*/ 1044738 w 11243827"/>
              <a:gd name="connsiteY241" fmla="*/ 5333063 h 5641173"/>
              <a:gd name="connsiteX242" fmla="*/ 1033909 w 11243827"/>
              <a:gd name="connsiteY242" fmla="*/ 5335680 h 5641173"/>
              <a:gd name="connsiteX243" fmla="*/ 1012649 w 11243827"/>
              <a:gd name="connsiteY243" fmla="*/ 5334541 h 5641173"/>
              <a:gd name="connsiteX244" fmla="*/ 1007115 w 11243827"/>
              <a:gd name="connsiteY244" fmla="*/ 5332775 h 5641173"/>
              <a:gd name="connsiteX245" fmla="*/ 987447 w 11243827"/>
              <a:gd name="connsiteY245" fmla="*/ 5346462 h 5641173"/>
              <a:gd name="connsiteX246" fmla="*/ 953418 w 11243827"/>
              <a:gd name="connsiteY246" fmla="*/ 5333901 h 5641173"/>
              <a:gd name="connsiteX247" fmla="*/ 916854 w 11243827"/>
              <a:gd name="connsiteY247" fmla="*/ 5329435 h 5641173"/>
              <a:gd name="connsiteX248" fmla="*/ 905651 w 11243827"/>
              <a:gd name="connsiteY248" fmla="*/ 5332114 h 5641173"/>
              <a:gd name="connsiteX249" fmla="*/ 838405 w 11243827"/>
              <a:gd name="connsiteY249" fmla="*/ 5339470 h 5641173"/>
              <a:gd name="connsiteX250" fmla="*/ 817627 w 11243827"/>
              <a:gd name="connsiteY250" fmla="*/ 5330580 h 5641173"/>
              <a:gd name="connsiteX251" fmla="*/ 801817 w 11243827"/>
              <a:gd name="connsiteY251" fmla="*/ 5325937 h 5641173"/>
              <a:gd name="connsiteX252" fmla="*/ 798857 w 11243827"/>
              <a:gd name="connsiteY252" fmla="*/ 5320979 h 5641173"/>
              <a:gd name="connsiteX253" fmla="*/ 788354 w 11243827"/>
              <a:gd name="connsiteY253" fmla="*/ 5320143 h 5641173"/>
              <a:gd name="connsiteX254" fmla="*/ 785726 w 11243827"/>
              <a:gd name="connsiteY254" fmla="*/ 5318989 h 5641173"/>
              <a:gd name="connsiteX255" fmla="*/ 770507 w 11243827"/>
              <a:gd name="connsiteY255" fmla="*/ 5313309 h 5641173"/>
              <a:gd name="connsiteX256" fmla="*/ 733810 w 11243827"/>
              <a:gd name="connsiteY256" fmla="*/ 5324286 h 5641173"/>
              <a:gd name="connsiteX257" fmla="*/ 692117 w 11243827"/>
              <a:gd name="connsiteY257" fmla="*/ 5318786 h 5641173"/>
              <a:gd name="connsiteX258" fmla="*/ 574943 w 11243827"/>
              <a:gd name="connsiteY258" fmla="*/ 5327578 h 5641173"/>
              <a:gd name="connsiteX259" fmla="*/ 441302 w 11243827"/>
              <a:gd name="connsiteY259" fmla="*/ 5307062 h 5641173"/>
              <a:gd name="connsiteX260" fmla="*/ 336819 w 11243827"/>
              <a:gd name="connsiteY260" fmla="*/ 5336690 h 5641173"/>
              <a:gd name="connsiteX261" fmla="*/ 270932 w 11243827"/>
              <a:gd name="connsiteY261" fmla="*/ 5345451 h 5641173"/>
              <a:gd name="connsiteX262" fmla="*/ 194189 w 11243827"/>
              <a:gd name="connsiteY262" fmla="*/ 5343588 h 5641173"/>
              <a:gd name="connsiteX263" fmla="*/ 192552 w 11243827"/>
              <a:gd name="connsiteY263" fmla="*/ 5342845 h 5641173"/>
              <a:gd name="connsiteX264" fmla="*/ 178320 w 11243827"/>
              <a:gd name="connsiteY264" fmla="*/ 5343766 h 5641173"/>
              <a:gd name="connsiteX265" fmla="*/ 175596 w 11243827"/>
              <a:gd name="connsiteY265" fmla="*/ 5346411 h 5641173"/>
              <a:gd name="connsiteX266" fmla="*/ 147287 w 11243827"/>
              <a:gd name="connsiteY266" fmla="*/ 5352625 h 5641173"/>
              <a:gd name="connsiteX267" fmla="*/ 114847 w 11243827"/>
              <a:gd name="connsiteY267" fmla="*/ 5355844 h 5641173"/>
              <a:gd name="connsiteX268" fmla="*/ 114306 w 11243827"/>
              <a:gd name="connsiteY268" fmla="*/ 5354983 h 5641173"/>
              <a:gd name="connsiteX269" fmla="*/ 89264 w 11243827"/>
              <a:gd name="connsiteY269" fmla="*/ 5348886 h 5641173"/>
              <a:gd name="connsiteX270" fmla="*/ 49794 w 11243827"/>
              <a:gd name="connsiteY270" fmla="*/ 5329950 h 5641173"/>
              <a:gd name="connsiteX271" fmla="*/ 19924 w 11243827"/>
              <a:gd name="connsiteY271" fmla="*/ 5334282 h 5641173"/>
              <a:gd name="connsiteX272" fmla="*/ 13819 w 11243827"/>
              <a:gd name="connsiteY272" fmla="*/ 5334653 h 5641173"/>
              <a:gd name="connsiteX273" fmla="*/ 13657 w 11243827"/>
              <a:gd name="connsiteY273" fmla="*/ 5334455 h 5641173"/>
              <a:gd name="connsiteX274" fmla="*/ 7139 w 11243827"/>
              <a:gd name="connsiteY274" fmla="*/ 5334438 h 5641173"/>
              <a:gd name="connsiteX275" fmla="*/ 2684 w 11243827"/>
              <a:gd name="connsiteY275" fmla="*/ 5335333 h 5641173"/>
              <a:gd name="connsiteX276" fmla="*/ 0 w 11243827"/>
              <a:gd name="connsiteY276" fmla="*/ 5335496 h 5641173"/>
              <a:gd name="connsiteX277" fmla="*/ 0 w 11243827"/>
              <a:gd name="connsiteY277" fmla="*/ 10592 h 5641173"/>
              <a:gd name="connsiteX278" fmla="*/ 11243827 w 11243827"/>
              <a:gd name="connsiteY278" fmla="*/ 0 h 5641173"/>
              <a:gd name="connsiteX0" fmla="*/ 11243827 w 11243827"/>
              <a:gd name="connsiteY0" fmla="*/ 0 h 5641173"/>
              <a:gd name="connsiteX1" fmla="*/ 11243827 w 11243827"/>
              <a:gd name="connsiteY1" fmla="*/ 5209610 h 5641173"/>
              <a:gd name="connsiteX2" fmla="*/ 11240675 w 11243827"/>
              <a:gd name="connsiteY2" fmla="*/ 5210442 h 5641173"/>
              <a:gd name="connsiteX3" fmla="*/ 11179959 w 11243827"/>
              <a:gd name="connsiteY3" fmla="*/ 5221199 h 5641173"/>
              <a:gd name="connsiteX4" fmla="*/ 11105493 w 11243827"/>
              <a:gd name="connsiteY4" fmla="*/ 5259905 h 5641173"/>
              <a:gd name="connsiteX5" fmla="*/ 11078640 w 11243827"/>
              <a:gd name="connsiteY5" fmla="*/ 5263531 h 5641173"/>
              <a:gd name="connsiteX6" fmla="*/ 11079616 w 11243827"/>
              <a:gd name="connsiteY6" fmla="*/ 5270380 h 5641173"/>
              <a:gd name="connsiteX7" fmla="*/ 11069641 w 11243827"/>
              <a:gd name="connsiteY7" fmla="*/ 5270884 h 5641173"/>
              <a:gd name="connsiteX8" fmla="*/ 11047377 w 11243827"/>
              <a:gd name="connsiteY8" fmla="*/ 5271051 h 5641173"/>
              <a:gd name="connsiteX9" fmla="*/ 10980705 w 11243827"/>
              <a:gd name="connsiteY9" fmla="*/ 5272951 h 5641173"/>
              <a:gd name="connsiteX10" fmla="*/ 10962514 w 11243827"/>
              <a:gd name="connsiteY10" fmla="*/ 5286084 h 5641173"/>
              <a:gd name="connsiteX11" fmla="*/ 10945307 w 11243827"/>
              <a:gd name="connsiteY11" fmla="*/ 5286290 h 5641173"/>
              <a:gd name="connsiteX12" fmla="*/ 10845516 w 11243827"/>
              <a:gd name="connsiteY12" fmla="*/ 5303894 h 5641173"/>
              <a:gd name="connsiteX13" fmla="*/ 10831795 w 11243827"/>
              <a:gd name="connsiteY13" fmla="*/ 5305210 h 5641173"/>
              <a:gd name="connsiteX14" fmla="*/ 10824365 w 11243827"/>
              <a:gd name="connsiteY14" fmla="*/ 5311111 h 5641173"/>
              <a:gd name="connsiteX15" fmla="*/ 10797756 w 11243827"/>
              <a:gd name="connsiteY15" fmla="*/ 5312285 h 5641173"/>
              <a:gd name="connsiteX16" fmla="*/ 10796525 w 11243827"/>
              <a:gd name="connsiteY16" fmla="*/ 5315645 h 5641173"/>
              <a:gd name="connsiteX17" fmla="*/ 10709063 w 11243827"/>
              <a:gd name="connsiteY17" fmla="*/ 5344492 h 5641173"/>
              <a:gd name="connsiteX18" fmla="*/ 10694078 w 11243827"/>
              <a:gd name="connsiteY18" fmla="*/ 5349258 h 5641173"/>
              <a:gd name="connsiteX19" fmla="*/ 10681131 w 11243827"/>
              <a:gd name="connsiteY19" fmla="*/ 5347812 h 5641173"/>
              <a:gd name="connsiteX20" fmla="*/ 10609448 w 11243827"/>
              <a:gd name="connsiteY20" fmla="*/ 5351931 h 5641173"/>
              <a:gd name="connsiteX21" fmla="*/ 10592397 w 11243827"/>
              <a:gd name="connsiteY21" fmla="*/ 5349402 h 5641173"/>
              <a:gd name="connsiteX22" fmla="*/ 10585227 w 11243827"/>
              <a:gd name="connsiteY22" fmla="*/ 5344063 h 5641173"/>
              <a:gd name="connsiteX23" fmla="*/ 10557472 w 11243827"/>
              <a:gd name="connsiteY23" fmla="*/ 5354151 h 5641173"/>
              <a:gd name="connsiteX24" fmla="*/ 10514646 w 11243827"/>
              <a:gd name="connsiteY24" fmla="*/ 5361064 h 5641173"/>
              <a:gd name="connsiteX25" fmla="*/ 10494292 w 11243827"/>
              <a:gd name="connsiteY25" fmla="*/ 5366054 h 5641173"/>
              <a:gd name="connsiteX26" fmla="*/ 10477869 w 11243827"/>
              <a:gd name="connsiteY26" fmla="*/ 5363025 h 5641173"/>
              <a:gd name="connsiteX27" fmla="*/ 10384411 w 11243827"/>
              <a:gd name="connsiteY27" fmla="*/ 5362257 h 5641173"/>
              <a:gd name="connsiteX28" fmla="*/ 10362921 w 11243827"/>
              <a:gd name="connsiteY28" fmla="*/ 5357444 h 5641173"/>
              <a:gd name="connsiteX29" fmla="*/ 10352736 w 11243827"/>
              <a:gd name="connsiteY29" fmla="*/ 5347851 h 5641173"/>
              <a:gd name="connsiteX30" fmla="*/ 10344754 w 11243827"/>
              <a:gd name="connsiteY30" fmla="*/ 5351272 h 5641173"/>
              <a:gd name="connsiteX31" fmla="*/ 10288226 w 11243827"/>
              <a:gd name="connsiteY31" fmla="*/ 5351613 h 5641173"/>
              <a:gd name="connsiteX32" fmla="*/ 10251350 w 11243827"/>
              <a:gd name="connsiteY32" fmla="*/ 5352711 h 5641173"/>
              <a:gd name="connsiteX33" fmla="*/ 10249108 w 11243827"/>
              <a:gd name="connsiteY33" fmla="*/ 5365881 h 5641173"/>
              <a:gd name="connsiteX34" fmla="*/ 10216272 w 11243827"/>
              <a:gd name="connsiteY34" fmla="*/ 5370573 h 5641173"/>
              <a:gd name="connsiteX35" fmla="*/ 10181278 w 11243827"/>
              <a:gd name="connsiteY35" fmla="*/ 5362119 h 5641173"/>
              <a:gd name="connsiteX36" fmla="*/ 10140033 w 11243827"/>
              <a:gd name="connsiteY36" fmla="*/ 5363304 h 5641173"/>
              <a:gd name="connsiteX37" fmla="*/ 10115353 w 11243827"/>
              <a:gd name="connsiteY37" fmla="*/ 5363869 h 5641173"/>
              <a:gd name="connsiteX38" fmla="*/ 10050578 w 11243827"/>
              <a:gd name="connsiteY38" fmla="*/ 5376153 h 5641173"/>
              <a:gd name="connsiteX39" fmla="*/ 9945478 w 11243827"/>
              <a:gd name="connsiteY39" fmla="*/ 5422859 h 5641173"/>
              <a:gd name="connsiteX40" fmla="*/ 9912481 w 11243827"/>
              <a:gd name="connsiteY40" fmla="*/ 5429477 h 5641173"/>
              <a:gd name="connsiteX41" fmla="*/ 9906713 w 11243827"/>
              <a:gd name="connsiteY41" fmla="*/ 5426784 h 5641173"/>
              <a:gd name="connsiteX42" fmla="*/ 9742436 w 11243827"/>
              <a:gd name="connsiteY42" fmla="*/ 5454834 h 5641173"/>
              <a:gd name="connsiteX43" fmla="*/ 9713044 w 11243827"/>
              <a:gd name="connsiteY43" fmla="*/ 5456476 h 5641173"/>
              <a:gd name="connsiteX44" fmla="*/ 9691033 w 11243827"/>
              <a:gd name="connsiteY44" fmla="*/ 5455451 h 5641173"/>
              <a:gd name="connsiteX45" fmla="*/ 9638355 w 11243827"/>
              <a:gd name="connsiteY45" fmla="*/ 5464794 h 5641173"/>
              <a:gd name="connsiteX46" fmla="*/ 9552434 w 11243827"/>
              <a:gd name="connsiteY46" fmla="*/ 5485280 h 5641173"/>
              <a:gd name="connsiteX47" fmla="*/ 9533883 w 11243827"/>
              <a:gd name="connsiteY47" fmla="*/ 5488516 h 5641173"/>
              <a:gd name="connsiteX48" fmla="*/ 9516916 w 11243827"/>
              <a:gd name="connsiteY48" fmla="*/ 5486828 h 5641173"/>
              <a:gd name="connsiteX49" fmla="*/ 9512093 w 11243827"/>
              <a:gd name="connsiteY49" fmla="*/ 5482541 h 5641173"/>
              <a:gd name="connsiteX50" fmla="*/ 9501725 w 11243827"/>
              <a:gd name="connsiteY50" fmla="*/ 5483603 h 5641173"/>
              <a:gd name="connsiteX51" fmla="*/ 9498754 w 11243827"/>
              <a:gd name="connsiteY51" fmla="*/ 5482951 h 5641173"/>
              <a:gd name="connsiteX52" fmla="*/ 9481932 w 11243827"/>
              <a:gd name="connsiteY52" fmla="*/ 5480151 h 5641173"/>
              <a:gd name="connsiteX53" fmla="*/ 9451321 w 11243827"/>
              <a:gd name="connsiteY53" fmla="*/ 5497375 h 5641173"/>
              <a:gd name="connsiteX54" fmla="*/ 9409298 w 11243827"/>
              <a:gd name="connsiteY54" fmla="*/ 5499478 h 5641173"/>
              <a:gd name="connsiteX55" fmla="*/ 9303056 w 11243827"/>
              <a:gd name="connsiteY55" fmla="*/ 5519093 h 5641173"/>
              <a:gd name="connsiteX56" fmla="*/ 9229078 w 11243827"/>
              <a:gd name="connsiteY56" fmla="*/ 5524154 h 5641173"/>
              <a:gd name="connsiteX57" fmla="*/ 9165105 w 11243827"/>
              <a:gd name="connsiteY57" fmla="*/ 5532892 h 5641173"/>
              <a:gd name="connsiteX58" fmla="*/ 9077301 w 11243827"/>
              <a:gd name="connsiteY58" fmla="*/ 5580356 h 5641173"/>
              <a:gd name="connsiteX59" fmla="*/ 8960065 w 11243827"/>
              <a:gd name="connsiteY59" fmla="*/ 5597982 h 5641173"/>
              <a:gd name="connsiteX60" fmla="*/ 8953536 w 11243827"/>
              <a:gd name="connsiteY60" fmla="*/ 5606638 h 5641173"/>
              <a:gd name="connsiteX61" fmla="*/ 8943907 w 11243827"/>
              <a:gd name="connsiteY61" fmla="*/ 5612541 h 5641173"/>
              <a:gd name="connsiteX62" fmla="*/ 8942046 w 11243827"/>
              <a:gd name="connsiteY62" fmla="*/ 5612112 h 5641173"/>
              <a:gd name="connsiteX63" fmla="*/ 8928824 w 11243827"/>
              <a:gd name="connsiteY63" fmla="*/ 5615549 h 5641173"/>
              <a:gd name="connsiteX64" fmla="*/ 8927294 w 11243827"/>
              <a:gd name="connsiteY64" fmla="*/ 5618607 h 5641173"/>
              <a:gd name="connsiteX65" fmla="*/ 8918651 w 11243827"/>
              <a:gd name="connsiteY65" fmla="*/ 5621688 h 5641173"/>
              <a:gd name="connsiteX66" fmla="*/ 8902772 w 11243827"/>
              <a:gd name="connsiteY66" fmla="*/ 5629703 h 5641173"/>
              <a:gd name="connsiteX67" fmla="*/ 8898724 w 11243827"/>
              <a:gd name="connsiteY67" fmla="*/ 5629379 h 5641173"/>
              <a:gd name="connsiteX68" fmla="*/ 8873099 w 11243827"/>
              <a:gd name="connsiteY68" fmla="*/ 5638628 h 5641173"/>
              <a:gd name="connsiteX69" fmla="*/ 8872234 w 11243827"/>
              <a:gd name="connsiteY69" fmla="*/ 5637889 h 5641173"/>
              <a:gd name="connsiteX70" fmla="*/ 8862777 w 11243827"/>
              <a:gd name="connsiteY70" fmla="*/ 5636711 h 5641173"/>
              <a:gd name="connsiteX71" fmla="*/ 8845869 w 11243827"/>
              <a:gd name="connsiteY71" fmla="*/ 5636436 h 5641173"/>
              <a:gd name="connsiteX72" fmla="*/ 8800548 w 11243827"/>
              <a:gd name="connsiteY72" fmla="*/ 5625084 h 5641173"/>
              <a:gd name="connsiteX73" fmla="*/ 8773774 w 11243827"/>
              <a:gd name="connsiteY73" fmla="*/ 5634630 h 5641173"/>
              <a:gd name="connsiteX74" fmla="*/ 8698255 w 11243827"/>
              <a:gd name="connsiteY74" fmla="*/ 5636083 h 5641173"/>
              <a:gd name="connsiteX75" fmla="*/ 8619167 w 11243827"/>
              <a:gd name="connsiteY75" fmla="*/ 5619130 h 5641173"/>
              <a:gd name="connsiteX76" fmla="*/ 8539822 w 11243827"/>
              <a:gd name="connsiteY76" fmla="*/ 5616905 h 5641173"/>
              <a:gd name="connsiteX77" fmla="*/ 8511094 w 11243827"/>
              <a:gd name="connsiteY77" fmla="*/ 5617360 h 5641173"/>
              <a:gd name="connsiteX78" fmla="*/ 8459886 w 11243827"/>
              <a:gd name="connsiteY78" fmla="*/ 5612612 h 5641173"/>
              <a:gd name="connsiteX79" fmla="*/ 8436432 w 11243827"/>
              <a:gd name="connsiteY79" fmla="*/ 5606990 h 5641173"/>
              <a:gd name="connsiteX80" fmla="*/ 8435403 w 11243827"/>
              <a:gd name="connsiteY80" fmla="*/ 5607336 h 5641173"/>
              <a:gd name="connsiteX81" fmla="*/ 8433307 w 11243827"/>
              <a:gd name="connsiteY81" fmla="*/ 5604917 h 5641173"/>
              <a:gd name="connsiteX82" fmla="*/ 8428968 w 11243827"/>
              <a:gd name="connsiteY82" fmla="*/ 5603796 h 5641173"/>
              <a:gd name="connsiteX83" fmla="*/ 8417124 w 11243827"/>
              <a:gd name="connsiteY83" fmla="*/ 5604518 h 5641173"/>
              <a:gd name="connsiteX84" fmla="*/ 8412669 w 11243827"/>
              <a:gd name="connsiteY84" fmla="*/ 5605413 h 5641173"/>
              <a:gd name="connsiteX85" fmla="*/ 8406152 w 11243827"/>
              <a:gd name="connsiteY85" fmla="*/ 5605396 h 5641173"/>
              <a:gd name="connsiteX86" fmla="*/ 8405989 w 11243827"/>
              <a:gd name="connsiteY86" fmla="*/ 5605197 h 5641173"/>
              <a:gd name="connsiteX87" fmla="*/ 8399884 w 11243827"/>
              <a:gd name="connsiteY87" fmla="*/ 5605568 h 5641173"/>
              <a:gd name="connsiteX88" fmla="*/ 8370014 w 11243827"/>
              <a:gd name="connsiteY88" fmla="*/ 5609900 h 5641173"/>
              <a:gd name="connsiteX89" fmla="*/ 8330544 w 11243827"/>
              <a:gd name="connsiteY89" fmla="*/ 5590964 h 5641173"/>
              <a:gd name="connsiteX90" fmla="*/ 8314221 w 11243827"/>
              <a:gd name="connsiteY90" fmla="*/ 5587682 h 5641173"/>
              <a:gd name="connsiteX91" fmla="*/ 8305502 w 11243827"/>
              <a:gd name="connsiteY91" fmla="*/ 5584868 h 5641173"/>
              <a:gd name="connsiteX92" fmla="*/ 8304962 w 11243827"/>
              <a:gd name="connsiteY92" fmla="*/ 5584007 h 5641173"/>
              <a:gd name="connsiteX93" fmla="*/ 8276324 w 11243827"/>
              <a:gd name="connsiteY93" fmla="*/ 5588260 h 5641173"/>
              <a:gd name="connsiteX94" fmla="*/ 8272522 w 11243827"/>
              <a:gd name="connsiteY94" fmla="*/ 5587226 h 5641173"/>
              <a:gd name="connsiteX95" fmla="*/ 8253857 w 11243827"/>
              <a:gd name="connsiteY95" fmla="*/ 5592043 h 5641173"/>
              <a:gd name="connsiteX96" fmla="*/ 8244212 w 11243827"/>
              <a:gd name="connsiteY96" fmla="*/ 5593439 h 5641173"/>
              <a:gd name="connsiteX97" fmla="*/ 8241488 w 11243827"/>
              <a:gd name="connsiteY97" fmla="*/ 5596085 h 5641173"/>
              <a:gd name="connsiteX98" fmla="*/ 8227256 w 11243827"/>
              <a:gd name="connsiteY98" fmla="*/ 5597005 h 5641173"/>
              <a:gd name="connsiteX99" fmla="*/ 8225619 w 11243827"/>
              <a:gd name="connsiteY99" fmla="*/ 5596262 h 5641173"/>
              <a:gd name="connsiteX100" fmla="*/ 8213882 w 11243827"/>
              <a:gd name="connsiteY100" fmla="*/ 5600179 h 5641173"/>
              <a:gd name="connsiteX101" fmla="*/ 8204045 w 11243827"/>
              <a:gd name="connsiteY101" fmla="*/ 5607275 h 5641173"/>
              <a:gd name="connsiteX102" fmla="*/ 8082989 w 11243827"/>
              <a:gd name="connsiteY102" fmla="*/ 5603160 h 5641173"/>
              <a:gd name="connsiteX103" fmla="*/ 7976942 w 11243827"/>
              <a:gd name="connsiteY103" fmla="*/ 5598455 h 5641173"/>
              <a:gd name="connsiteX104" fmla="*/ 7950121 w 11243827"/>
              <a:gd name="connsiteY104" fmla="*/ 5590893 h 5641173"/>
              <a:gd name="connsiteX105" fmla="*/ 7727691 w 11243827"/>
              <a:gd name="connsiteY105" fmla="*/ 5621064 h 5641173"/>
              <a:gd name="connsiteX106" fmla="*/ 7685998 w 11243827"/>
              <a:gd name="connsiteY106" fmla="*/ 5615564 h 5641173"/>
              <a:gd name="connsiteX107" fmla="*/ 7649302 w 11243827"/>
              <a:gd name="connsiteY107" fmla="*/ 5626541 h 5641173"/>
              <a:gd name="connsiteX108" fmla="*/ 7634083 w 11243827"/>
              <a:gd name="connsiteY108" fmla="*/ 5620862 h 5641173"/>
              <a:gd name="connsiteX109" fmla="*/ 7631455 w 11243827"/>
              <a:gd name="connsiteY109" fmla="*/ 5619708 h 5641173"/>
              <a:gd name="connsiteX110" fmla="*/ 7620952 w 11243827"/>
              <a:gd name="connsiteY110" fmla="*/ 5618872 h 5641173"/>
              <a:gd name="connsiteX111" fmla="*/ 7617992 w 11243827"/>
              <a:gd name="connsiteY111" fmla="*/ 5613914 h 5641173"/>
              <a:gd name="connsiteX112" fmla="*/ 7602182 w 11243827"/>
              <a:gd name="connsiteY112" fmla="*/ 5609271 h 5641173"/>
              <a:gd name="connsiteX113" fmla="*/ 7582847 w 11243827"/>
              <a:gd name="connsiteY113" fmla="*/ 5609047 h 5641173"/>
              <a:gd name="connsiteX114" fmla="*/ 7514158 w 11243827"/>
              <a:gd name="connsiteY114" fmla="*/ 5607737 h 5641173"/>
              <a:gd name="connsiteX115" fmla="*/ 7502955 w 11243827"/>
              <a:gd name="connsiteY115" fmla="*/ 5610415 h 5641173"/>
              <a:gd name="connsiteX116" fmla="*/ 7466391 w 11243827"/>
              <a:gd name="connsiteY116" fmla="*/ 5605949 h 5641173"/>
              <a:gd name="connsiteX117" fmla="*/ 7433806 w 11243827"/>
              <a:gd name="connsiteY117" fmla="*/ 5604945 h 5641173"/>
              <a:gd name="connsiteX118" fmla="*/ 7412693 w 11243827"/>
              <a:gd name="connsiteY118" fmla="*/ 5607075 h 5641173"/>
              <a:gd name="connsiteX119" fmla="*/ 7407159 w 11243827"/>
              <a:gd name="connsiteY119" fmla="*/ 5605310 h 5641173"/>
              <a:gd name="connsiteX120" fmla="*/ 7385900 w 11243827"/>
              <a:gd name="connsiteY120" fmla="*/ 5604171 h 5641173"/>
              <a:gd name="connsiteX121" fmla="*/ 7375071 w 11243827"/>
              <a:gd name="connsiteY121" fmla="*/ 5606788 h 5641173"/>
              <a:gd name="connsiteX122" fmla="*/ 7364382 w 11243827"/>
              <a:gd name="connsiteY122" fmla="*/ 5600762 h 5641173"/>
              <a:gd name="connsiteX123" fmla="*/ 7361770 w 11243827"/>
              <a:gd name="connsiteY123" fmla="*/ 5596347 h 5641173"/>
              <a:gd name="connsiteX124" fmla="*/ 7346641 w 11243827"/>
              <a:gd name="connsiteY124" fmla="*/ 5598329 h 5641173"/>
              <a:gd name="connsiteX125" fmla="*/ 7334238 w 11243827"/>
              <a:gd name="connsiteY125" fmla="*/ 5594014 h 5641173"/>
              <a:gd name="connsiteX126" fmla="*/ 7323426 w 11243827"/>
              <a:gd name="connsiteY126" fmla="*/ 5596835 h 5641173"/>
              <a:gd name="connsiteX127" fmla="*/ 7318938 w 11243827"/>
              <a:gd name="connsiteY127" fmla="*/ 5596200 h 5641173"/>
              <a:gd name="connsiteX128" fmla="*/ 7307784 w 11243827"/>
              <a:gd name="connsiteY128" fmla="*/ 5594065 h 5641173"/>
              <a:gd name="connsiteX129" fmla="*/ 7288540 w 11243827"/>
              <a:gd name="connsiteY129" fmla="*/ 5589320 h 5641173"/>
              <a:gd name="connsiteX130" fmla="*/ 7282537 w 11243827"/>
              <a:gd name="connsiteY130" fmla="*/ 5588660 h 5641173"/>
              <a:gd name="connsiteX131" fmla="*/ 7269466 w 11243827"/>
              <a:gd name="connsiteY131" fmla="*/ 5581404 h 5641173"/>
              <a:gd name="connsiteX132" fmla="*/ 7244165 w 11243827"/>
              <a:gd name="connsiteY132" fmla="*/ 5575200 h 5641173"/>
              <a:gd name="connsiteX133" fmla="*/ 7199619 w 11243827"/>
              <a:gd name="connsiteY133" fmla="*/ 5553550 h 5641173"/>
              <a:gd name="connsiteX134" fmla="*/ 7173434 w 11243827"/>
              <a:gd name="connsiteY134" fmla="*/ 5543219 h 5641173"/>
              <a:gd name="connsiteX135" fmla="*/ 7155718 w 11243827"/>
              <a:gd name="connsiteY135" fmla="*/ 5533697 h 5641173"/>
              <a:gd name="connsiteX136" fmla="*/ 7103430 w 11243827"/>
              <a:gd name="connsiteY136" fmla="*/ 5520249 h 5641173"/>
              <a:gd name="connsiteX137" fmla="*/ 7013746 w 11243827"/>
              <a:gd name="connsiteY137" fmla="*/ 5502470 h 5641173"/>
              <a:gd name="connsiteX138" fmla="*/ 6995379 w 11243827"/>
              <a:gd name="connsiteY138" fmla="*/ 5497693 h 5641173"/>
              <a:gd name="connsiteX139" fmla="*/ 6982475 w 11243827"/>
              <a:gd name="connsiteY139" fmla="*/ 5489641 h 5641173"/>
              <a:gd name="connsiteX140" fmla="*/ 6981994 w 11243827"/>
              <a:gd name="connsiteY140" fmla="*/ 5484335 h 5641173"/>
              <a:gd name="connsiteX141" fmla="*/ 6972355 w 11243827"/>
              <a:gd name="connsiteY141" fmla="*/ 5481074 h 5641173"/>
              <a:gd name="connsiteX142" fmla="*/ 6970394 w 11243827"/>
              <a:gd name="connsiteY142" fmla="*/ 5479383 h 5641173"/>
              <a:gd name="connsiteX143" fmla="*/ 6958543 w 11243827"/>
              <a:gd name="connsiteY143" fmla="*/ 5470507 h 5641173"/>
              <a:gd name="connsiteX144" fmla="*/ 6918276 w 11243827"/>
              <a:gd name="connsiteY144" fmla="*/ 5472034 h 5641173"/>
              <a:gd name="connsiteX145" fmla="*/ 6881046 w 11243827"/>
              <a:gd name="connsiteY145" fmla="*/ 5457070 h 5641173"/>
              <a:gd name="connsiteX146" fmla="*/ 6752164 w 11243827"/>
              <a:gd name="connsiteY146" fmla="*/ 5425021 h 5641173"/>
              <a:gd name="connsiteX147" fmla="*/ 6724964 w 11243827"/>
              <a:gd name="connsiteY147" fmla="*/ 5414071 h 5641173"/>
              <a:gd name="connsiteX148" fmla="*/ 6683286 w 11243827"/>
              <a:gd name="connsiteY148" fmla="*/ 5432830 h 5641173"/>
              <a:gd name="connsiteX149" fmla="*/ 6644277 w 11243827"/>
              <a:gd name="connsiteY149" fmla="*/ 5429684 h 5641173"/>
              <a:gd name="connsiteX150" fmla="*/ 6532914 w 11243827"/>
              <a:gd name="connsiteY150" fmla="*/ 5431205 h 5641173"/>
              <a:gd name="connsiteX151" fmla="*/ 6307459 w 11243827"/>
              <a:gd name="connsiteY151" fmla="*/ 5467087 h 5641173"/>
              <a:gd name="connsiteX152" fmla="*/ 6196243 w 11243827"/>
              <a:gd name="connsiteY152" fmla="*/ 5515042 h 5641173"/>
              <a:gd name="connsiteX153" fmla="*/ 6099124 w 11243827"/>
              <a:gd name="connsiteY153" fmla="*/ 5516848 h 5641173"/>
              <a:gd name="connsiteX154" fmla="*/ 6016077 w 11243827"/>
              <a:gd name="connsiteY154" fmla="*/ 5528642 h 5641173"/>
              <a:gd name="connsiteX155" fmla="*/ 6004389 w 11243827"/>
              <a:gd name="connsiteY155" fmla="*/ 5531206 h 5641173"/>
              <a:gd name="connsiteX156" fmla="*/ 5933945 w 11243827"/>
              <a:gd name="connsiteY156" fmla="*/ 5538840 h 5641173"/>
              <a:gd name="connsiteX157" fmla="*/ 5883936 w 11243827"/>
              <a:gd name="connsiteY157" fmla="*/ 5553807 h 5641173"/>
              <a:gd name="connsiteX158" fmla="*/ 5798331 w 11243827"/>
              <a:gd name="connsiteY158" fmla="*/ 5564248 h 5641173"/>
              <a:gd name="connsiteX159" fmla="*/ 5712738 w 11243827"/>
              <a:gd name="connsiteY159" fmla="*/ 5573120 h 5641173"/>
              <a:gd name="connsiteX160" fmla="*/ 5681342 w 11243827"/>
              <a:gd name="connsiteY160" fmla="*/ 5575621 h 5641173"/>
              <a:gd name="connsiteX161" fmla="*/ 5627167 w 11243827"/>
              <a:gd name="connsiteY161" fmla="*/ 5583215 h 5641173"/>
              <a:gd name="connsiteX162" fmla="*/ 5591414 w 11243827"/>
              <a:gd name="connsiteY162" fmla="*/ 5587695 h 5641173"/>
              <a:gd name="connsiteX163" fmla="*/ 5583028 w 11243827"/>
              <a:gd name="connsiteY163" fmla="*/ 5580877 h 5641173"/>
              <a:gd name="connsiteX164" fmla="*/ 5549426 w 11243827"/>
              <a:gd name="connsiteY164" fmla="*/ 5582858 h 5641173"/>
              <a:gd name="connsiteX165" fmla="*/ 5519999 w 11243827"/>
              <a:gd name="connsiteY165" fmla="*/ 5592246 h 5641173"/>
              <a:gd name="connsiteX166" fmla="*/ 5480028 w 11243827"/>
              <a:gd name="connsiteY166" fmla="*/ 5597282 h 5641173"/>
              <a:gd name="connsiteX167" fmla="*/ 5456175 w 11243827"/>
              <a:gd name="connsiteY167" fmla="*/ 5600371 h 5641173"/>
              <a:gd name="connsiteX168" fmla="*/ 5388463 w 11243827"/>
              <a:gd name="connsiteY168" fmla="*/ 5602638 h 5641173"/>
              <a:gd name="connsiteX169" fmla="*/ 5265898 w 11243827"/>
              <a:gd name="connsiteY169" fmla="*/ 5591830 h 5641173"/>
              <a:gd name="connsiteX170" fmla="*/ 5231231 w 11243827"/>
              <a:gd name="connsiteY170" fmla="*/ 5592790 h 5641173"/>
              <a:gd name="connsiteX171" fmla="*/ 5226996 w 11243827"/>
              <a:gd name="connsiteY171" fmla="*/ 5595040 h 5641173"/>
              <a:gd name="connsiteX172" fmla="*/ 5175988 w 11243827"/>
              <a:gd name="connsiteY172" fmla="*/ 5588131 h 5641173"/>
              <a:gd name="connsiteX173" fmla="*/ 5107470 w 11243827"/>
              <a:gd name="connsiteY173" fmla="*/ 5594771 h 5641173"/>
              <a:gd name="connsiteX174" fmla="*/ 5027868 w 11243827"/>
              <a:gd name="connsiteY174" fmla="*/ 5605624 h 5641173"/>
              <a:gd name="connsiteX175" fmla="*/ 5007324 w 11243827"/>
              <a:gd name="connsiteY175" fmla="*/ 5609209 h 5641173"/>
              <a:gd name="connsiteX176" fmla="*/ 4952559 w 11243827"/>
              <a:gd name="connsiteY176" fmla="*/ 5611402 h 5641173"/>
              <a:gd name="connsiteX177" fmla="*/ 4826081 w 11243827"/>
              <a:gd name="connsiteY177" fmla="*/ 5616191 h 5641173"/>
              <a:gd name="connsiteX178" fmla="*/ 4823501 w 11243827"/>
              <a:gd name="connsiteY178" fmla="*/ 5619174 h 5641173"/>
              <a:gd name="connsiteX179" fmla="*/ 4813093 w 11243827"/>
              <a:gd name="connsiteY179" fmla="*/ 5620026 h 5641173"/>
              <a:gd name="connsiteX180" fmla="*/ 4810563 w 11243827"/>
              <a:gd name="connsiteY180" fmla="*/ 5620787 h 5641173"/>
              <a:gd name="connsiteX181" fmla="*/ 4795818 w 11243827"/>
              <a:gd name="connsiteY181" fmla="*/ 5624618 h 5641173"/>
              <a:gd name="connsiteX182" fmla="*/ 4758404 w 11243827"/>
              <a:gd name="connsiteY182" fmla="*/ 5619510 h 5641173"/>
              <a:gd name="connsiteX183" fmla="*/ 4717254 w 11243827"/>
              <a:gd name="connsiteY183" fmla="*/ 5624155 h 5641173"/>
              <a:gd name="connsiteX184" fmla="*/ 4591958 w 11243827"/>
              <a:gd name="connsiteY184" fmla="*/ 5624710 h 5641173"/>
              <a:gd name="connsiteX185" fmla="*/ 4476215 w 11243827"/>
              <a:gd name="connsiteY185" fmla="*/ 5628210 h 5641173"/>
              <a:gd name="connsiteX186" fmla="*/ 4425193 w 11243827"/>
              <a:gd name="connsiteY186" fmla="*/ 5627414 h 5641173"/>
              <a:gd name="connsiteX187" fmla="*/ 4383866 w 11243827"/>
              <a:gd name="connsiteY187" fmla="*/ 5626546 h 5641173"/>
              <a:gd name="connsiteX188" fmla="*/ 4385596 w 11243827"/>
              <a:gd name="connsiteY188" fmla="*/ 5634646 h 5641173"/>
              <a:gd name="connsiteX189" fmla="*/ 4360864 w 11243827"/>
              <a:gd name="connsiteY189" fmla="*/ 5641173 h 5641173"/>
              <a:gd name="connsiteX190" fmla="*/ 4328321 w 11243827"/>
              <a:gd name="connsiteY190" fmla="*/ 5626332 h 5641173"/>
              <a:gd name="connsiteX191" fmla="*/ 4309842 w 11243827"/>
              <a:gd name="connsiteY191" fmla="*/ 5626471 h 5641173"/>
              <a:gd name="connsiteX192" fmla="*/ 4277424 w 11243827"/>
              <a:gd name="connsiteY192" fmla="*/ 5631598 h 5641173"/>
              <a:gd name="connsiteX193" fmla="*/ 4266627 w 11243827"/>
              <a:gd name="connsiteY193" fmla="*/ 5633969 h 5641173"/>
              <a:gd name="connsiteX194" fmla="*/ 4185525 w 11243827"/>
              <a:gd name="connsiteY194" fmla="*/ 5617508 h 5641173"/>
              <a:gd name="connsiteX195" fmla="*/ 4177617 w 11243827"/>
              <a:gd name="connsiteY195" fmla="*/ 5610903 h 5641173"/>
              <a:gd name="connsiteX196" fmla="*/ 4136948 w 11243827"/>
              <a:gd name="connsiteY196" fmla="*/ 5608031 h 5641173"/>
              <a:gd name="connsiteX197" fmla="*/ 4132323 w 11243827"/>
              <a:gd name="connsiteY197" fmla="*/ 5609784 h 5641173"/>
              <a:gd name="connsiteX198" fmla="*/ 4098620 w 11243827"/>
              <a:gd name="connsiteY198" fmla="*/ 5599672 h 5641173"/>
              <a:gd name="connsiteX199" fmla="*/ 3963475 w 11243827"/>
              <a:gd name="connsiteY199" fmla="*/ 5581841 h 5641173"/>
              <a:gd name="connsiteX200" fmla="*/ 3703613 w 11243827"/>
              <a:gd name="connsiteY200" fmla="*/ 5572482 h 5641173"/>
              <a:gd name="connsiteX201" fmla="*/ 3432987 w 11243827"/>
              <a:gd name="connsiteY201" fmla="*/ 5545768 h 5641173"/>
              <a:gd name="connsiteX202" fmla="*/ 3176381 w 11243827"/>
              <a:gd name="connsiteY202" fmla="*/ 5556110 h 5641173"/>
              <a:gd name="connsiteX203" fmla="*/ 2710156 w 11243827"/>
              <a:gd name="connsiteY203" fmla="*/ 5527517 h 5641173"/>
              <a:gd name="connsiteX204" fmla="*/ 2550206 w 11243827"/>
              <a:gd name="connsiteY204" fmla="*/ 5524958 h 5641173"/>
              <a:gd name="connsiteX205" fmla="*/ 2443041 w 11243827"/>
              <a:gd name="connsiteY205" fmla="*/ 5523990 h 5641173"/>
              <a:gd name="connsiteX206" fmla="*/ 2435613 w 11243827"/>
              <a:gd name="connsiteY206" fmla="*/ 5526704 h 5641173"/>
              <a:gd name="connsiteX207" fmla="*/ 2405682 w 11243827"/>
              <a:gd name="connsiteY207" fmla="*/ 5528307 h 5641173"/>
              <a:gd name="connsiteX208" fmla="*/ 2397487 w 11243827"/>
              <a:gd name="connsiteY208" fmla="*/ 5540337 h 5641173"/>
              <a:gd name="connsiteX209" fmla="*/ 2297454 w 11243827"/>
              <a:gd name="connsiteY209" fmla="*/ 5550765 h 5641173"/>
              <a:gd name="connsiteX210" fmla="*/ 2056700 w 11243827"/>
              <a:gd name="connsiteY210" fmla="*/ 5555489 h 5641173"/>
              <a:gd name="connsiteX211" fmla="*/ 1878530 w 11243827"/>
              <a:gd name="connsiteY211" fmla="*/ 5535330 h 5641173"/>
              <a:gd name="connsiteX212" fmla="*/ 1859292 w 11243827"/>
              <a:gd name="connsiteY212" fmla="*/ 5535461 h 5641173"/>
              <a:gd name="connsiteX213" fmla="*/ 1835626 w 11243827"/>
              <a:gd name="connsiteY213" fmla="*/ 5533793 h 5641173"/>
              <a:gd name="connsiteX214" fmla="*/ 1798939 w 11243827"/>
              <a:gd name="connsiteY214" fmla="*/ 5540285 h 5641173"/>
              <a:gd name="connsiteX215" fmla="*/ 1779046 w 11243827"/>
              <a:gd name="connsiteY215" fmla="*/ 5549949 h 5641173"/>
              <a:gd name="connsiteX216" fmla="*/ 1772421 w 11243827"/>
              <a:gd name="connsiteY216" fmla="*/ 5549018 h 5641173"/>
              <a:gd name="connsiteX217" fmla="*/ 1772052 w 11243827"/>
              <a:gd name="connsiteY217" fmla="*/ 5545689 h 5641173"/>
              <a:gd name="connsiteX218" fmla="*/ 1711543 w 11243827"/>
              <a:gd name="connsiteY218" fmla="*/ 5534558 h 5641173"/>
              <a:gd name="connsiteX219" fmla="*/ 1631462 w 11243827"/>
              <a:gd name="connsiteY219" fmla="*/ 5491807 h 5641173"/>
              <a:gd name="connsiteX220" fmla="*/ 1538763 w 11243827"/>
              <a:gd name="connsiteY220" fmla="*/ 5482781 h 5641173"/>
              <a:gd name="connsiteX221" fmla="*/ 1501533 w 11243827"/>
              <a:gd name="connsiteY221" fmla="*/ 5467817 h 5641173"/>
              <a:gd name="connsiteX222" fmla="*/ 1461266 w 11243827"/>
              <a:gd name="connsiteY222" fmla="*/ 5469343 h 5641173"/>
              <a:gd name="connsiteX223" fmla="*/ 1449415 w 11243827"/>
              <a:gd name="connsiteY223" fmla="*/ 5460467 h 5641173"/>
              <a:gd name="connsiteX224" fmla="*/ 1447454 w 11243827"/>
              <a:gd name="connsiteY224" fmla="*/ 5458776 h 5641173"/>
              <a:gd name="connsiteX225" fmla="*/ 1437814 w 11243827"/>
              <a:gd name="connsiteY225" fmla="*/ 5455515 h 5641173"/>
              <a:gd name="connsiteX226" fmla="*/ 1437334 w 11243827"/>
              <a:gd name="connsiteY226" fmla="*/ 5450209 h 5641173"/>
              <a:gd name="connsiteX227" fmla="*/ 1424429 w 11243827"/>
              <a:gd name="connsiteY227" fmla="*/ 5442157 h 5641173"/>
              <a:gd name="connsiteX228" fmla="*/ 1406063 w 11243827"/>
              <a:gd name="connsiteY228" fmla="*/ 5437380 h 5641173"/>
              <a:gd name="connsiteX229" fmla="*/ 1316379 w 11243827"/>
              <a:gd name="connsiteY229" fmla="*/ 5419601 h 5641173"/>
              <a:gd name="connsiteX230" fmla="*/ 1264090 w 11243827"/>
              <a:gd name="connsiteY230" fmla="*/ 5406153 h 5641173"/>
              <a:gd name="connsiteX231" fmla="*/ 1246374 w 11243827"/>
              <a:gd name="connsiteY231" fmla="*/ 5396631 h 5641173"/>
              <a:gd name="connsiteX232" fmla="*/ 1220190 w 11243827"/>
              <a:gd name="connsiteY232" fmla="*/ 5386301 h 5641173"/>
              <a:gd name="connsiteX233" fmla="*/ 1175643 w 11243827"/>
              <a:gd name="connsiteY233" fmla="*/ 5364651 h 5641173"/>
              <a:gd name="connsiteX234" fmla="*/ 1150342 w 11243827"/>
              <a:gd name="connsiteY234" fmla="*/ 5358447 h 5641173"/>
              <a:gd name="connsiteX235" fmla="*/ 1112024 w 11243827"/>
              <a:gd name="connsiteY235" fmla="*/ 5345786 h 5641173"/>
              <a:gd name="connsiteX236" fmla="*/ 1100870 w 11243827"/>
              <a:gd name="connsiteY236" fmla="*/ 5343651 h 5641173"/>
              <a:gd name="connsiteX237" fmla="*/ 1096383 w 11243827"/>
              <a:gd name="connsiteY237" fmla="*/ 5343015 h 5641173"/>
              <a:gd name="connsiteX238" fmla="*/ 1058039 w 11243827"/>
              <a:gd name="connsiteY238" fmla="*/ 5343504 h 5641173"/>
              <a:gd name="connsiteX239" fmla="*/ 1055426 w 11243827"/>
              <a:gd name="connsiteY239" fmla="*/ 5339088 h 5641173"/>
              <a:gd name="connsiteX240" fmla="*/ 1044738 w 11243827"/>
              <a:gd name="connsiteY240" fmla="*/ 5333063 h 5641173"/>
              <a:gd name="connsiteX241" fmla="*/ 1033909 w 11243827"/>
              <a:gd name="connsiteY241" fmla="*/ 5335680 h 5641173"/>
              <a:gd name="connsiteX242" fmla="*/ 1012649 w 11243827"/>
              <a:gd name="connsiteY242" fmla="*/ 5334541 h 5641173"/>
              <a:gd name="connsiteX243" fmla="*/ 1007115 w 11243827"/>
              <a:gd name="connsiteY243" fmla="*/ 5332775 h 5641173"/>
              <a:gd name="connsiteX244" fmla="*/ 987447 w 11243827"/>
              <a:gd name="connsiteY244" fmla="*/ 5346462 h 5641173"/>
              <a:gd name="connsiteX245" fmla="*/ 953418 w 11243827"/>
              <a:gd name="connsiteY245" fmla="*/ 5333901 h 5641173"/>
              <a:gd name="connsiteX246" fmla="*/ 916854 w 11243827"/>
              <a:gd name="connsiteY246" fmla="*/ 5329435 h 5641173"/>
              <a:gd name="connsiteX247" fmla="*/ 905651 w 11243827"/>
              <a:gd name="connsiteY247" fmla="*/ 5332114 h 5641173"/>
              <a:gd name="connsiteX248" fmla="*/ 838405 w 11243827"/>
              <a:gd name="connsiteY248" fmla="*/ 5339470 h 5641173"/>
              <a:gd name="connsiteX249" fmla="*/ 817627 w 11243827"/>
              <a:gd name="connsiteY249" fmla="*/ 5330580 h 5641173"/>
              <a:gd name="connsiteX250" fmla="*/ 801817 w 11243827"/>
              <a:gd name="connsiteY250" fmla="*/ 5325937 h 5641173"/>
              <a:gd name="connsiteX251" fmla="*/ 798857 w 11243827"/>
              <a:gd name="connsiteY251" fmla="*/ 5320979 h 5641173"/>
              <a:gd name="connsiteX252" fmla="*/ 788354 w 11243827"/>
              <a:gd name="connsiteY252" fmla="*/ 5320143 h 5641173"/>
              <a:gd name="connsiteX253" fmla="*/ 785726 w 11243827"/>
              <a:gd name="connsiteY253" fmla="*/ 5318989 h 5641173"/>
              <a:gd name="connsiteX254" fmla="*/ 770507 w 11243827"/>
              <a:gd name="connsiteY254" fmla="*/ 5313309 h 5641173"/>
              <a:gd name="connsiteX255" fmla="*/ 733810 w 11243827"/>
              <a:gd name="connsiteY255" fmla="*/ 5324286 h 5641173"/>
              <a:gd name="connsiteX256" fmla="*/ 692117 w 11243827"/>
              <a:gd name="connsiteY256" fmla="*/ 5318786 h 5641173"/>
              <a:gd name="connsiteX257" fmla="*/ 574943 w 11243827"/>
              <a:gd name="connsiteY257" fmla="*/ 5327578 h 5641173"/>
              <a:gd name="connsiteX258" fmla="*/ 441302 w 11243827"/>
              <a:gd name="connsiteY258" fmla="*/ 5307062 h 5641173"/>
              <a:gd name="connsiteX259" fmla="*/ 336819 w 11243827"/>
              <a:gd name="connsiteY259" fmla="*/ 5336690 h 5641173"/>
              <a:gd name="connsiteX260" fmla="*/ 270932 w 11243827"/>
              <a:gd name="connsiteY260" fmla="*/ 5345451 h 5641173"/>
              <a:gd name="connsiteX261" fmla="*/ 194189 w 11243827"/>
              <a:gd name="connsiteY261" fmla="*/ 5343588 h 5641173"/>
              <a:gd name="connsiteX262" fmla="*/ 192552 w 11243827"/>
              <a:gd name="connsiteY262" fmla="*/ 5342845 h 5641173"/>
              <a:gd name="connsiteX263" fmla="*/ 178320 w 11243827"/>
              <a:gd name="connsiteY263" fmla="*/ 5343766 h 5641173"/>
              <a:gd name="connsiteX264" fmla="*/ 175596 w 11243827"/>
              <a:gd name="connsiteY264" fmla="*/ 5346411 h 5641173"/>
              <a:gd name="connsiteX265" fmla="*/ 147287 w 11243827"/>
              <a:gd name="connsiteY265" fmla="*/ 5352625 h 5641173"/>
              <a:gd name="connsiteX266" fmla="*/ 114847 w 11243827"/>
              <a:gd name="connsiteY266" fmla="*/ 5355844 h 5641173"/>
              <a:gd name="connsiteX267" fmla="*/ 114306 w 11243827"/>
              <a:gd name="connsiteY267" fmla="*/ 5354983 h 5641173"/>
              <a:gd name="connsiteX268" fmla="*/ 89264 w 11243827"/>
              <a:gd name="connsiteY268" fmla="*/ 5348886 h 5641173"/>
              <a:gd name="connsiteX269" fmla="*/ 49794 w 11243827"/>
              <a:gd name="connsiteY269" fmla="*/ 5329950 h 5641173"/>
              <a:gd name="connsiteX270" fmla="*/ 19924 w 11243827"/>
              <a:gd name="connsiteY270" fmla="*/ 5334282 h 5641173"/>
              <a:gd name="connsiteX271" fmla="*/ 13819 w 11243827"/>
              <a:gd name="connsiteY271" fmla="*/ 5334653 h 5641173"/>
              <a:gd name="connsiteX272" fmla="*/ 13657 w 11243827"/>
              <a:gd name="connsiteY272" fmla="*/ 5334455 h 5641173"/>
              <a:gd name="connsiteX273" fmla="*/ 7139 w 11243827"/>
              <a:gd name="connsiteY273" fmla="*/ 5334438 h 5641173"/>
              <a:gd name="connsiteX274" fmla="*/ 2684 w 11243827"/>
              <a:gd name="connsiteY274" fmla="*/ 5335333 h 5641173"/>
              <a:gd name="connsiteX275" fmla="*/ 0 w 11243827"/>
              <a:gd name="connsiteY275" fmla="*/ 5335496 h 5641173"/>
              <a:gd name="connsiteX276" fmla="*/ 0 w 11243827"/>
              <a:gd name="connsiteY276" fmla="*/ 10592 h 5641173"/>
              <a:gd name="connsiteX277" fmla="*/ 11243827 w 11243827"/>
              <a:gd name="connsiteY277" fmla="*/ 0 h 5641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</a:cxnLst>
            <a:rect l="l" t="t" r="r" b="b"/>
            <a:pathLst>
              <a:path w="11243827" h="5641173">
                <a:moveTo>
                  <a:pt x="11243827" y="0"/>
                </a:moveTo>
                <a:lnTo>
                  <a:pt x="11243827" y="5209610"/>
                </a:lnTo>
                <a:lnTo>
                  <a:pt x="11240675" y="5210442"/>
                </a:lnTo>
                <a:cubicBezTo>
                  <a:pt x="11212687" y="5216721"/>
                  <a:pt x="11197241" y="5217028"/>
                  <a:pt x="11179959" y="5221199"/>
                </a:cubicBezTo>
                <a:cubicBezTo>
                  <a:pt x="11151979" y="5230882"/>
                  <a:pt x="11122378" y="5252850"/>
                  <a:pt x="11105493" y="5259905"/>
                </a:cubicBezTo>
                <a:lnTo>
                  <a:pt x="11078640" y="5263531"/>
                </a:lnTo>
                <a:lnTo>
                  <a:pt x="11079616" y="5270380"/>
                </a:lnTo>
                <a:lnTo>
                  <a:pt x="11069641" y="5270884"/>
                </a:lnTo>
                <a:lnTo>
                  <a:pt x="11047377" y="5271051"/>
                </a:lnTo>
                <a:cubicBezTo>
                  <a:pt x="11033483" y="5272087"/>
                  <a:pt x="10994850" y="5270445"/>
                  <a:pt x="10980705" y="5272951"/>
                </a:cubicBezTo>
                <a:cubicBezTo>
                  <a:pt x="10976625" y="5280257"/>
                  <a:pt x="10970327" y="5284239"/>
                  <a:pt x="10962514" y="5286084"/>
                </a:cubicBezTo>
                <a:lnTo>
                  <a:pt x="10945307" y="5286290"/>
                </a:lnTo>
                <a:lnTo>
                  <a:pt x="10845516" y="5303894"/>
                </a:lnTo>
                <a:lnTo>
                  <a:pt x="10831795" y="5305210"/>
                </a:lnTo>
                <a:lnTo>
                  <a:pt x="10824365" y="5311111"/>
                </a:lnTo>
                <a:cubicBezTo>
                  <a:pt x="10818692" y="5312290"/>
                  <a:pt x="10802397" y="5311529"/>
                  <a:pt x="10797756" y="5312285"/>
                </a:cubicBezTo>
                <a:lnTo>
                  <a:pt x="10796525" y="5315645"/>
                </a:lnTo>
                <a:cubicBezTo>
                  <a:pt x="10781742" y="5321013"/>
                  <a:pt x="10726138" y="5338890"/>
                  <a:pt x="10709063" y="5344492"/>
                </a:cubicBezTo>
                <a:cubicBezTo>
                  <a:pt x="10705652" y="5339328"/>
                  <a:pt x="10698014" y="5347484"/>
                  <a:pt x="10694078" y="5349258"/>
                </a:cubicBezTo>
                <a:cubicBezTo>
                  <a:pt x="10693469" y="5345779"/>
                  <a:pt x="10683941" y="5344718"/>
                  <a:pt x="10681131" y="5347812"/>
                </a:cubicBezTo>
                <a:cubicBezTo>
                  <a:pt x="10614153" y="5364782"/>
                  <a:pt x="10647679" y="5329716"/>
                  <a:pt x="10609448" y="5351931"/>
                </a:cubicBezTo>
                <a:cubicBezTo>
                  <a:pt x="10602685" y="5353403"/>
                  <a:pt x="10597204" y="5352000"/>
                  <a:pt x="10592397" y="5349402"/>
                </a:cubicBezTo>
                <a:lnTo>
                  <a:pt x="10585227" y="5344063"/>
                </a:lnTo>
                <a:lnTo>
                  <a:pt x="10557472" y="5354151"/>
                </a:lnTo>
                <a:cubicBezTo>
                  <a:pt x="10543800" y="5357667"/>
                  <a:pt x="10529411" y="5359999"/>
                  <a:pt x="10514646" y="5361064"/>
                </a:cubicBezTo>
                <a:cubicBezTo>
                  <a:pt x="10511333" y="5353956"/>
                  <a:pt x="10499744" y="5364054"/>
                  <a:pt x="10494292" y="5366054"/>
                </a:cubicBezTo>
                <a:cubicBezTo>
                  <a:pt x="10494236" y="5361412"/>
                  <a:pt x="10482156" y="5359187"/>
                  <a:pt x="10477869" y="5363025"/>
                </a:cubicBezTo>
                <a:cubicBezTo>
                  <a:pt x="10387782" y="5379617"/>
                  <a:pt x="10438473" y="5336257"/>
                  <a:pt x="10384411" y="5362257"/>
                </a:cubicBezTo>
                <a:cubicBezTo>
                  <a:pt x="10375368" y="5363613"/>
                  <a:pt x="10368582" y="5361287"/>
                  <a:pt x="10362921" y="5357444"/>
                </a:cubicBezTo>
                <a:lnTo>
                  <a:pt x="10352736" y="5347851"/>
                </a:lnTo>
                <a:lnTo>
                  <a:pt x="10344754" y="5351272"/>
                </a:lnTo>
                <a:cubicBezTo>
                  <a:pt x="10314632" y="5351540"/>
                  <a:pt x="10305751" y="5341709"/>
                  <a:pt x="10288226" y="5351613"/>
                </a:cubicBezTo>
                <a:cubicBezTo>
                  <a:pt x="10262327" y="5331026"/>
                  <a:pt x="10271048" y="5349560"/>
                  <a:pt x="10251350" y="5352711"/>
                </a:cubicBezTo>
                <a:cubicBezTo>
                  <a:pt x="10235810" y="5356816"/>
                  <a:pt x="10264339" y="5364714"/>
                  <a:pt x="10249108" y="5365881"/>
                </a:cubicBezTo>
                <a:cubicBezTo>
                  <a:pt x="10232632" y="5360566"/>
                  <a:pt x="10233406" y="5377073"/>
                  <a:pt x="10216272" y="5370573"/>
                </a:cubicBezTo>
                <a:cubicBezTo>
                  <a:pt x="10220434" y="5358137"/>
                  <a:pt x="10182459" y="5372984"/>
                  <a:pt x="10181278" y="5362119"/>
                </a:cubicBezTo>
                <a:cubicBezTo>
                  <a:pt x="10166724" y="5377655"/>
                  <a:pt x="10159412" y="5358516"/>
                  <a:pt x="10140033" y="5363304"/>
                </a:cubicBezTo>
                <a:cubicBezTo>
                  <a:pt x="10130907" y="5369181"/>
                  <a:pt x="10124323" y="5370190"/>
                  <a:pt x="10115353" y="5363869"/>
                </a:cubicBezTo>
                <a:cubicBezTo>
                  <a:pt x="10073314" y="5392482"/>
                  <a:pt x="10089920" y="5365150"/>
                  <a:pt x="10050578" y="5376153"/>
                </a:cubicBezTo>
                <a:cubicBezTo>
                  <a:pt x="10016683" y="5387725"/>
                  <a:pt x="9978260" y="5395233"/>
                  <a:pt x="9945478" y="5422859"/>
                </a:cubicBezTo>
                <a:cubicBezTo>
                  <a:pt x="9939461" y="5430686"/>
                  <a:pt x="9924686" y="5433649"/>
                  <a:pt x="9912481" y="5429477"/>
                </a:cubicBezTo>
                <a:cubicBezTo>
                  <a:pt x="9910384" y="5428759"/>
                  <a:pt x="9908438" y="5427851"/>
                  <a:pt x="9906713" y="5426784"/>
                </a:cubicBezTo>
                <a:cubicBezTo>
                  <a:pt x="9878372" y="5431011"/>
                  <a:pt x="9774714" y="5449885"/>
                  <a:pt x="9742436" y="5454834"/>
                </a:cubicBezTo>
                <a:cubicBezTo>
                  <a:pt x="9739822" y="5444779"/>
                  <a:pt x="9723500" y="5462923"/>
                  <a:pt x="9713044" y="5456476"/>
                </a:cubicBezTo>
                <a:cubicBezTo>
                  <a:pt x="9705555" y="5450821"/>
                  <a:pt x="9698855" y="5455006"/>
                  <a:pt x="9691033" y="5455451"/>
                </a:cubicBezTo>
                <a:cubicBezTo>
                  <a:pt x="9680728" y="5451004"/>
                  <a:pt x="9647117" y="5459035"/>
                  <a:pt x="9638355" y="5464794"/>
                </a:cubicBezTo>
                <a:cubicBezTo>
                  <a:pt x="9617415" y="5484808"/>
                  <a:pt x="9569832" y="5469945"/>
                  <a:pt x="9552434" y="5485280"/>
                </a:cubicBezTo>
                <a:cubicBezTo>
                  <a:pt x="9546122" y="5487529"/>
                  <a:pt x="9539945" y="5488440"/>
                  <a:pt x="9533883" y="5488516"/>
                </a:cubicBezTo>
                <a:lnTo>
                  <a:pt x="9516916" y="5486828"/>
                </a:lnTo>
                <a:lnTo>
                  <a:pt x="9512093" y="5482541"/>
                </a:lnTo>
                <a:lnTo>
                  <a:pt x="9501725" y="5483603"/>
                </a:lnTo>
                <a:lnTo>
                  <a:pt x="9498754" y="5482951"/>
                </a:lnTo>
                <a:cubicBezTo>
                  <a:pt x="9493078" y="5481686"/>
                  <a:pt x="9487476" y="5480586"/>
                  <a:pt x="9481932" y="5480151"/>
                </a:cubicBezTo>
                <a:cubicBezTo>
                  <a:pt x="9489223" y="5501646"/>
                  <a:pt x="9435971" y="5479991"/>
                  <a:pt x="9451321" y="5497375"/>
                </a:cubicBezTo>
                <a:cubicBezTo>
                  <a:pt x="9422124" y="5498722"/>
                  <a:pt x="9444395" y="5514914"/>
                  <a:pt x="9409298" y="5499478"/>
                </a:cubicBezTo>
                <a:cubicBezTo>
                  <a:pt x="9363968" y="5517055"/>
                  <a:pt x="9350073" y="5507226"/>
                  <a:pt x="9303056" y="5519093"/>
                </a:cubicBezTo>
                <a:cubicBezTo>
                  <a:pt x="9272929" y="5515489"/>
                  <a:pt x="9242312" y="5519100"/>
                  <a:pt x="9229078" y="5524154"/>
                </a:cubicBezTo>
                <a:cubicBezTo>
                  <a:pt x="9244549" y="5484199"/>
                  <a:pt x="9198133" y="5512463"/>
                  <a:pt x="9165105" y="5532892"/>
                </a:cubicBezTo>
                <a:cubicBezTo>
                  <a:pt x="9128348" y="5546691"/>
                  <a:pt x="9105217" y="5601124"/>
                  <a:pt x="9077301" y="5580356"/>
                </a:cubicBezTo>
                <a:cubicBezTo>
                  <a:pt x="9034770" y="5585424"/>
                  <a:pt x="9004654" y="5606346"/>
                  <a:pt x="8960065" y="5597982"/>
                </a:cubicBezTo>
                <a:cubicBezTo>
                  <a:pt x="8958681" y="5601368"/>
                  <a:pt x="8956414" y="5604204"/>
                  <a:pt x="8953536" y="5606638"/>
                </a:cubicBezTo>
                <a:lnTo>
                  <a:pt x="8943907" y="5612541"/>
                </a:lnTo>
                <a:lnTo>
                  <a:pt x="8942046" y="5612112"/>
                </a:lnTo>
                <a:cubicBezTo>
                  <a:pt x="8934733" y="5612036"/>
                  <a:pt x="8930989" y="5613463"/>
                  <a:pt x="8928824" y="5615549"/>
                </a:cubicBezTo>
                <a:lnTo>
                  <a:pt x="8927294" y="5618607"/>
                </a:lnTo>
                <a:lnTo>
                  <a:pt x="8918651" y="5621688"/>
                </a:lnTo>
                <a:lnTo>
                  <a:pt x="8902772" y="5629703"/>
                </a:lnTo>
                <a:lnTo>
                  <a:pt x="8898724" y="5629379"/>
                </a:lnTo>
                <a:lnTo>
                  <a:pt x="8873099" y="5638628"/>
                </a:lnTo>
                <a:lnTo>
                  <a:pt x="8872234" y="5637889"/>
                </a:lnTo>
                <a:cubicBezTo>
                  <a:pt x="8869712" y="5636443"/>
                  <a:pt x="8866744" y="5635774"/>
                  <a:pt x="8862777" y="5636711"/>
                </a:cubicBezTo>
                <a:cubicBezTo>
                  <a:pt x="8861373" y="5622581"/>
                  <a:pt x="8857449" y="5632426"/>
                  <a:pt x="8845869" y="5636436"/>
                </a:cubicBezTo>
                <a:cubicBezTo>
                  <a:pt x="8841103" y="5615386"/>
                  <a:pt x="8812729" y="5634444"/>
                  <a:pt x="8800548" y="5625084"/>
                </a:cubicBezTo>
                <a:cubicBezTo>
                  <a:pt x="8792146" y="5628504"/>
                  <a:pt x="8783174" y="5631737"/>
                  <a:pt x="8773774" y="5634630"/>
                </a:cubicBezTo>
                <a:lnTo>
                  <a:pt x="8698255" y="5636083"/>
                </a:lnTo>
                <a:lnTo>
                  <a:pt x="8619167" y="5619130"/>
                </a:lnTo>
                <a:cubicBezTo>
                  <a:pt x="8589913" y="5618762"/>
                  <a:pt x="8564581" y="5612466"/>
                  <a:pt x="8539822" y="5616905"/>
                </a:cubicBezTo>
                <a:cubicBezTo>
                  <a:pt x="8529764" y="5612008"/>
                  <a:pt x="8520285" y="5610031"/>
                  <a:pt x="8511094" y="5617360"/>
                </a:cubicBezTo>
                <a:cubicBezTo>
                  <a:pt x="8483794" y="5614914"/>
                  <a:pt x="8477184" y="5604447"/>
                  <a:pt x="8459886" y="5612612"/>
                </a:cubicBezTo>
                <a:cubicBezTo>
                  <a:pt x="8444548" y="5595681"/>
                  <a:pt x="8443640" y="5602142"/>
                  <a:pt x="8436432" y="5606990"/>
                </a:cubicBezTo>
                <a:lnTo>
                  <a:pt x="8435403" y="5607336"/>
                </a:lnTo>
                <a:lnTo>
                  <a:pt x="8433307" y="5604917"/>
                </a:lnTo>
                <a:lnTo>
                  <a:pt x="8428968" y="5603796"/>
                </a:lnTo>
                <a:lnTo>
                  <a:pt x="8417124" y="5604518"/>
                </a:lnTo>
                <a:lnTo>
                  <a:pt x="8412669" y="5605413"/>
                </a:lnTo>
                <a:cubicBezTo>
                  <a:pt x="8409601" y="5605797"/>
                  <a:pt x="8407563" y="5605754"/>
                  <a:pt x="8406152" y="5605396"/>
                </a:cubicBezTo>
                <a:lnTo>
                  <a:pt x="8405989" y="5605197"/>
                </a:lnTo>
                <a:lnTo>
                  <a:pt x="8399884" y="5605568"/>
                </a:lnTo>
                <a:cubicBezTo>
                  <a:pt x="8389582" y="5606652"/>
                  <a:pt x="8379557" y="5608135"/>
                  <a:pt x="8370014" y="5609900"/>
                </a:cubicBezTo>
                <a:cubicBezTo>
                  <a:pt x="8361945" y="5598787"/>
                  <a:pt x="8326685" y="5611914"/>
                  <a:pt x="8330544" y="5590964"/>
                </a:cubicBezTo>
                <a:cubicBezTo>
                  <a:pt x="8317672" y="5592723"/>
                  <a:pt x="8309886" y="5601422"/>
                  <a:pt x="8314221" y="5587682"/>
                </a:cubicBezTo>
                <a:cubicBezTo>
                  <a:pt x="8309983" y="5587866"/>
                  <a:pt x="8307372" y="5586698"/>
                  <a:pt x="8305502" y="5584868"/>
                </a:cubicBezTo>
                <a:lnTo>
                  <a:pt x="8304962" y="5584007"/>
                </a:lnTo>
                <a:lnTo>
                  <a:pt x="8276324" y="5588260"/>
                </a:lnTo>
                <a:lnTo>
                  <a:pt x="8272522" y="5587226"/>
                </a:lnTo>
                <a:lnTo>
                  <a:pt x="8253857" y="5592043"/>
                </a:lnTo>
                <a:lnTo>
                  <a:pt x="8244212" y="5593439"/>
                </a:lnTo>
                <a:lnTo>
                  <a:pt x="8241488" y="5596085"/>
                </a:lnTo>
                <a:cubicBezTo>
                  <a:pt x="8238546" y="5597691"/>
                  <a:pt x="8234330" y="5598384"/>
                  <a:pt x="8227256" y="5597005"/>
                </a:cubicBezTo>
                <a:lnTo>
                  <a:pt x="8225619" y="5596262"/>
                </a:lnTo>
                <a:lnTo>
                  <a:pt x="8213882" y="5600179"/>
                </a:lnTo>
                <a:cubicBezTo>
                  <a:pt x="8210102" y="5601988"/>
                  <a:pt x="8206755" y="5604291"/>
                  <a:pt x="8204045" y="5607275"/>
                </a:cubicBezTo>
                <a:cubicBezTo>
                  <a:pt x="8164079" y="5591326"/>
                  <a:pt x="8126369" y="5605919"/>
                  <a:pt x="8082989" y="5603160"/>
                </a:cubicBezTo>
                <a:cubicBezTo>
                  <a:pt x="8034449" y="5606898"/>
                  <a:pt x="8008954" y="5596936"/>
                  <a:pt x="7976942" y="5598455"/>
                </a:cubicBezTo>
                <a:cubicBezTo>
                  <a:pt x="7962042" y="5600916"/>
                  <a:pt x="7941729" y="5599827"/>
                  <a:pt x="7950121" y="5590893"/>
                </a:cubicBezTo>
                <a:cubicBezTo>
                  <a:pt x="7904855" y="5610014"/>
                  <a:pt x="7778840" y="5612380"/>
                  <a:pt x="7727691" y="5621064"/>
                </a:cubicBezTo>
                <a:cubicBezTo>
                  <a:pt x="7699805" y="5600056"/>
                  <a:pt x="7714922" y="5619495"/>
                  <a:pt x="7685998" y="5615564"/>
                </a:cubicBezTo>
                <a:cubicBezTo>
                  <a:pt x="7693909" y="5634905"/>
                  <a:pt x="7650884" y="5604714"/>
                  <a:pt x="7649302" y="5626541"/>
                </a:cubicBezTo>
                <a:cubicBezTo>
                  <a:pt x="7644089" y="5625134"/>
                  <a:pt x="7639087" y="5623084"/>
                  <a:pt x="7634083" y="5620862"/>
                </a:cubicBezTo>
                <a:lnTo>
                  <a:pt x="7631455" y="5619708"/>
                </a:lnTo>
                <a:lnTo>
                  <a:pt x="7620952" y="5618872"/>
                </a:lnTo>
                <a:lnTo>
                  <a:pt x="7617992" y="5613914"/>
                </a:lnTo>
                <a:lnTo>
                  <a:pt x="7602182" y="5609271"/>
                </a:lnTo>
                <a:cubicBezTo>
                  <a:pt x="7596260" y="5608262"/>
                  <a:pt x="7589888" y="5608028"/>
                  <a:pt x="7582847" y="5609047"/>
                </a:cubicBezTo>
                <a:cubicBezTo>
                  <a:pt x="7565525" y="5617697"/>
                  <a:pt x="7538553" y="5607096"/>
                  <a:pt x="7514158" y="5607737"/>
                </a:cubicBezTo>
                <a:lnTo>
                  <a:pt x="7502955" y="5610415"/>
                </a:lnTo>
                <a:lnTo>
                  <a:pt x="7466391" y="5605949"/>
                </a:lnTo>
                <a:cubicBezTo>
                  <a:pt x="7455982" y="5605083"/>
                  <a:pt x="7445179" y="5604628"/>
                  <a:pt x="7433806" y="5604945"/>
                </a:cubicBezTo>
                <a:lnTo>
                  <a:pt x="7412693" y="5607075"/>
                </a:lnTo>
                <a:lnTo>
                  <a:pt x="7407159" y="5605310"/>
                </a:lnTo>
                <a:cubicBezTo>
                  <a:pt x="7397520" y="5605506"/>
                  <a:pt x="7384763" y="5611721"/>
                  <a:pt x="7385900" y="5604171"/>
                </a:cubicBezTo>
                <a:lnTo>
                  <a:pt x="7375071" y="5606788"/>
                </a:lnTo>
                <a:lnTo>
                  <a:pt x="7364382" y="5600762"/>
                </a:lnTo>
                <a:cubicBezTo>
                  <a:pt x="7363212" y="5599363"/>
                  <a:pt x="7362331" y="5597874"/>
                  <a:pt x="7361770" y="5596347"/>
                </a:cubicBezTo>
                <a:lnTo>
                  <a:pt x="7346641" y="5598329"/>
                </a:lnTo>
                <a:lnTo>
                  <a:pt x="7334238" y="5594014"/>
                </a:lnTo>
                <a:lnTo>
                  <a:pt x="7323426" y="5596835"/>
                </a:lnTo>
                <a:lnTo>
                  <a:pt x="7318938" y="5596200"/>
                </a:lnTo>
                <a:lnTo>
                  <a:pt x="7307784" y="5594065"/>
                </a:lnTo>
                <a:cubicBezTo>
                  <a:pt x="7302066" y="5592568"/>
                  <a:pt x="7295667" y="5590765"/>
                  <a:pt x="7288540" y="5589320"/>
                </a:cubicBezTo>
                <a:lnTo>
                  <a:pt x="7282537" y="5588660"/>
                </a:lnTo>
                <a:lnTo>
                  <a:pt x="7269466" y="5581404"/>
                </a:lnTo>
                <a:cubicBezTo>
                  <a:pt x="7259956" y="5575919"/>
                  <a:pt x="7252471" y="5572223"/>
                  <a:pt x="7244165" y="5575200"/>
                </a:cubicBezTo>
                <a:cubicBezTo>
                  <a:pt x="7230005" y="5568113"/>
                  <a:pt x="7220114" y="5548251"/>
                  <a:pt x="7199619" y="5553550"/>
                </a:cubicBezTo>
                <a:cubicBezTo>
                  <a:pt x="7205839" y="5544552"/>
                  <a:pt x="7176858" y="5552461"/>
                  <a:pt x="7173434" y="5543219"/>
                </a:cubicBezTo>
                <a:cubicBezTo>
                  <a:pt x="7171853" y="5535776"/>
                  <a:pt x="7162694" y="5536440"/>
                  <a:pt x="7155718" y="5533697"/>
                </a:cubicBezTo>
                <a:cubicBezTo>
                  <a:pt x="7150747" y="5526096"/>
                  <a:pt x="7115649" y="5519155"/>
                  <a:pt x="7103430" y="5520249"/>
                </a:cubicBezTo>
                <a:cubicBezTo>
                  <a:pt x="7068988" y="5527813"/>
                  <a:pt x="7041283" y="5497211"/>
                  <a:pt x="7013746" y="5502470"/>
                </a:cubicBezTo>
                <a:cubicBezTo>
                  <a:pt x="7006535" y="5501753"/>
                  <a:pt x="7000557" y="5500031"/>
                  <a:pt x="6995379" y="5497693"/>
                </a:cubicBezTo>
                <a:lnTo>
                  <a:pt x="6982475" y="5489641"/>
                </a:lnTo>
                <a:cubicBezTo>
                  <a:pt x="6982314" y="5487873"/>
                  <a:pt x="6982155" y="5486104"/>
                  <a:pt x="6981994" y="5484335"/>
                </a:cubicBezTo>
                <a:lnTo>
                  <a:pt x="6972355" y="5481074"/>
                </a:lnTo>
                <a:lnTo>
                  <a:pt x="6970394" y="5479383"/>
                </a:lnTo>
                <a:cubicBezTo>
                  <a:pt x="6966663" y="5476135"/>
                  <a:pt x="6962857" y="5473046"/>
                  <a:pt x="6958543" y="5470507"/>
                </a:cubicBezTo>
                <a:cubicBezTo>
                  <a:pt x="6946682" y="5490417"/>
                  <a:pt x="6919886" y="5452192"/>
                  <a:pt x="6918276" y="5472034"/>
                </a:cubicBezTo>
                <a:cubicBezTo>
                  <a:pt x="6892502" y="5461546"/>
                  <a:pt x="6897731" y="5483185"/>
                  <a:pt x="6881046" y="5457070"/>
                </a:cubicBezTo>
                <a:cubicBezTo>
                  <a:pt x="6828055" y="5453051"/>
                  <a:pt x="6839016" y="5431108"/>
                  <a:pt x="6752164" y="5425021"/>
                </a:cubicBezTo>
                <a:cubicBezTo>
                  <a:pt x="6758292" y="5421861"/>
                  <a:pt x="6727733" y="5418470"/>
                  <a:pt x="6724964" y="5414071"/>
                </a:cubicBezTo>
                <a:lnTo>
                  <a:pt x="6683286" y="5432830"/>
                </a:lnTo>
                <a:lnTo>
                  <a:pt x="6644277" y="5429684"/>
                </a:lnTo>
                <a:cubicBezTo>
                  <a:pt x="6602299" y="5429624"/>
                  <a:pt x="6572889" y="5412513"/>
                  <a:pt x="6532914" y="5431205"/>
                </a:cubicBezTo>
                <a:lnTo>
                  <a:pt x="6307459" y="5467087"/>
                </a:lnTo>
                <a:cubicBezTo>
                  <a:pt x="6243940" y="5484756"/>
                  <a:pt x="6232610" y="5506751"/>
                  <a:pt x="6196243" y="5515042"/>
                </a:cubicBezTo>
                <a:cubicBezTo>
                  <a:pt x="6164533" y="5518021"/>
                  <a:pt x="6142666" y="5509345"/>
                  <a:pt x="6099124" y="5516848"/>
                </a:cubicBezTo>
                <a:cubicBezTo>
                  <a:pt x="6076503" y="5515419"/>
                  <a:pt x="6031865" y="5528713"/>
                  <a:pt x="6016077" y="5528642"/>
                </a:cubicBezTo>
                <a:cubicBezTo>
                  <a:pt x="6017142" y="5530608"/>
                  <a:pt x="6008544" y="5532493"/>
                  <a:pt x="6004389" y="5531206"/>
                </a:cubicBezTo>
                <a:cubicBezTo>
                  <a:pt x="5932347" y="5531241"/>
                  <a:pt x="5981006" y="5545600"/>
                  <a:pt x="5933945" y="5538840"/>
                </a:cubicBezTo>
                <a:cubicBezTo>
                  <a:pt x="5905303" y="5539379"/>
                  <a:pt x="5918093" y="5561978"/>
                  <a:pt x="5883936" y="5553807"/>
                </a:cubicBezTo>
                <a:cubicBezTo>
                  <a:pt x="5850054" y="5556990"/>
                  <a:pt x="5832962" y="5567338"/>
                  <a:pt x="5798331" y="5564248"/>
                </a:cubicBezTo>
                <a:cubicBezTo>
                  <a:pt x="5766627" y="5567265"/>
                  <a:pt x="5741097" y="5573248"/>
                  <a:pt x="5712738" y="5573120"/>
                </a:cubicBezTo>
                <a:cubicBezTo>
                  <a:pt x="5703372" y="5576849"/>
                  <a:pt x="5693695" y="5578874"/>
                  <a:pt x="5681342" y="5575621"/>
                </a:cubicBezTo>
                <a:lnTo>
                  <a:pt x="5627167" y="5583215"/>
                </a:lnTo>
                <a:cubicBezTo>
                  <a:pt x="5612183" y="5597917"/>
                  <a:pt x="5611727" y="5586689"/>
                  <a:pt x="5591414" y="5587695"/>
                </a:cubicBezTo>
                <a:cubicBezTo>
                  <a:pt x="5574616" y="5587612"/>
                  <a:pt x="5598133" y="5579413"/>
                  <a:pt x="5583028" y="5580877"/>
                </a:cubicBezTo>
                <a:cubicBezTo>
                  <a:pt x="5569804" y="5586020"/>
                  <a:pt x="5562718" y="5576982"/>
                  <a:pt x="5549426" y="5582858"/>
                </a:cubicBezTo>
                <a:cubicBezTo>
                  <a:pt x="5559299" y="5589013"/>
                  <a:pt x="5515978" y="5586206"/>
                  <a:pt x="5519999" y="5592246"/>
                </a:cubicBezTo>
                <a:cubicBezTo>
                  <a:pt x="5498728" y="5585844"/>
                  <a:pt x="5500813" y="5597206"/>
                  <a:pt x="5480028" y="5597282"/>
                </a:cubicBezTo>
                <a:cubicBezTo>
                  <a:pt x="5468519" y="5595356"/>
                  <a:pt x="5461753" y="5595717"/>
                  <a:pt x="5456175" y="5600371"/>
                </a:cubicBezTo>
                <a:cubicBezTo>
                  <a:pt x="5402444" y="5590675"/>
                  <a:pt x="5431269" y="5603179"/>
                  <a:pt x="5388463" y="5602638"/>
                </a:cubicBezTo>
                <a:cubicBezTo>
                  <a:pt x="5350589" y="5601042"/>
                  <a:pt x="5310318" y="5602266"/>
                  <a:pt x="5265898" y="5591830"/>
                </a:cubicBezTo>
                <a:cubicBezTo>
                  <a:pt x="5256434" y="5588423"/>
                  <a:pt x="5240914" y="5588853"/>
                  <a:pt x="5231231" y="5592790"/>
                </a:cubicBezTo>
                <a:cubicBezTo>
                  <a:pt x="5229565" y="5593467"/>
                  <a:pt x="5228139" y="5594226"/>
                  <a:pt x="5226996" y="5595040"/>
                </a:cubicBezTo>
                <a:cubicBezTo>
                  <a:pt x="5199121" y="5587151"/>
                  <a:pt x="5190547" y="5594087"/>
                  <a:pt x="5175988" y="5588131"/>
                </a:cubicBezTo>
                <a:cubicBezTo>
                  <a:pt x="5141664" y="5589465"/>
                  <a:pt x="5120774" y="5599921"/>
                  <a:pt x="5107470" y="5594771"/>
                </a:cubicBezTo>
                <a:cubicBezTo>
                  <a:pt x="5082783" y="5597686"/>
                  <a:pt x="5044558" y="5603218"/>
                  <a:pt x="5027868" y="5605624"/>
                </a:cubicBezTo>
                <a:cubicBezTo>
                  <a:pt x="5023394" y="5609716"/>
                  <a:pt x="5015008" y="5608373"/>
                  <a:pt x="5007324" y="5609209"/>
                </a:cubicBezTo>
                <a:cubicBezTo>
                  <a:pt x="4999584" y="5613033"/>
                  <a:pt x="4963661" y="5613313"/>
                  <a:pt x="4952559" y="5611402"/>
                </a:cubicBezTo>
                <a:lnTo>
                  <a:pt x="4826081" y="5616191"/>
                </a:lnTo>
                <a:lnTo>
                  <a:pt x="4823501" y="5619174"/>
                </a:lnTo>
                <a:lnTo>
                  <a:pt x="4813093" y="5620026"/>
                </a:lnTo>
                <a:lnTo>
                  <a:pt x="4810563" y="5620787"/>
                </a:lnTo>
                <a:cubicBezTo>
                  <a:pt x="4805739" y="5622253"/>
                  <a:pt x="4800910" y="5623620"/>
                  <a:pt x="4795818" y="5624618"/>
                </a:cubicBezTo>
                <a:cubicBezTo>
                  <a:pt x="4792594" y="5611984"/>
                  <a:pt x="4751975" y="5631029"/>
                  <a:pt x="4758404" y="5619510"/>
                </a:cubicBezTo>
                <a:cubicBezTo>
                  <a:pt x="4729867" y="5622800"/>
                  <a:pt x="4743470" y="5610974"/>
                  <a:pt x="4717254" y="5624155"/>
                </a:cubicBezTo>
                <a:cubicBezTo>
                  <a:pt x="4665606" y="5620882"/>
                  <a:pt x="4638526" y="5634254"/>
                  <a:pt x="4591958" y="5624710"/>
                </a:cubicBezTo>
                <a:cubicBezTo>
                  <a:pt x="4600998" y="5629613"/>
                  <a:pt x="4491255" y="5629123"/>
                  <a:pt x="4476215" y="5628210"/>
                </a:cubicBezTo>
                <a:lnTo>
                  <a:pt x="4425193" y="5627414"/>
                </a:lnTo>
                <a:lnTo>
                  <a:pt x="4383866" y="5626546"/>
                </a:lnTo>
                <a:lnTo>
                  <a:pt x="4385596" y="5634646"/>
                </a:lnTo>
                <a:cubicBezTo>
                  <a:pt x="4373497" y="5634009"/>
                  <a:pt x="4366105" y="5636763"/>
                  <a:pt x="4360864" y="5641173"/>
                </a:cubicBezTo>
                <a:lnTo>
                  <a:pt x="4328321" y="5626332"/>
                </a:lnTo>
                <a:lnTo>
                  <a:pt x="4309842" y="5626471"/>
                </a:lnTo>
                <a:lnTo>
                  <a:pt x="4277424" y="5631598"/>
                </a:lnTo>
                <a:lnTo>
                  <a:pt x="4266627" y="5633969"/>
                </a:lnTo>
                <a:lnTo>
                  <a:pt x="4185525" y="5617508"/>
                </a:lnTo>
                <a:lnTo>
                  <a:pt x="4177617" y="5610903"/>
                </a:lnTo>
                <a:cubicBezTo>
                  <a:pt x="4169135" y="5606836"/>
                  <a:pt x="4157063" y="5604954"/>
                  <a:pt x="4136948" y="5608031"/>
                </a:cubicBezTo>
                <a:lnTo>
                  <a:pt x="4132323" y="5609784"/>
                </a:lnTo>
                <a:lnTo>
                  <a:pt x="4098620" y="5599672"/>
                </a:lnTo>
                <a:cubicBezTo>
                  <a:pt x="4087744" y="5595070"/>
                  <a:pt x="3971360" y="5589278"/>
                  <a:pt x="3963475" y="5581841"/>
                </a:cubicBezTo>
                <a:cubicBezTo>
                  <a:pt x="3836034" y="5600252"/>
                  <a:pt x="3827261" y="5567580"/>
                  <a:pt x="3703613" y="5572482"/>
                </a:cubicBezTo>
                <a:cubicBezTo>
                  <a:pt x="3596526" y="5522697"/>
                  <a:pt x="3528981" y="5553020"/>
                  <a:pt x="3432987" y="5545768"/>
                </a:cubicBezTo>
                <a:cubicBezTo>
                  <a:pt x="3341557" y="5540666"/>
                  <a:pt x="3299222" y="5556776"/>
                  <a:pt x="3176381" y="5556110"/>
                </a:cubicBezTo>
                <a:cubicBezTo>
                  <a:pt x="3046225" y="5545252"/>
                  <a:pt x="2856562" y="5551022"/>
                  <a:pt x="2710156" y="5527517"/>
                </a:cubicBezTo>
                <a:cubicBezTo>
                  <a:pt x="2595124" y="5519951"/>
                  <a:pt x="2594726" y="5525545"/>
                  <a:pt x="2550206" y="5524958"/>
                </a:cubicBezTo>
                <a:cubicBezTo>
                  <a:pt x="2535402" y="5528183"/>
                  <a:pt x="2457214" y="5518753"/>
                  <a:pt x="2443041" y="5523990"/>
                </a:cubicBezTo>
                <a:lnTo>
                  <a:pt x="2435613" y="5526704"/>
                </a:lnTo>
                <a:lnTo>
                  <a:pt x="2405682" y="5528307"/>
                </a:lnTo>
                <a:lnTo>
                  <a:pt x="2397487" y="5540337"/>
                </a:lnTo>
                <a:lnTo>
                  <a:pt x="2297454" y="5550765"/>
                </a:lnTo>
                <a:cubicBezTo>
                  <a:pt x="2230952" y="5521480"/>
                  <a:pt x="2174171" y="5556417"/>
                  <a:pt x="2056700" y="5555489"/>
                </a:cubicBezTo>
                <a:cubicBezTo>
                  <a:pt x="2025568" y="5545373"/>
                  <a:pt x="1901680" y="5520750"/>
                  <a:pt x="1878530" y="5535330"/>
                </a:cubicBezTo>
                <a:lnTo>
                  <a:pt x="1859292" y="5535461"/>
                </a:lnTo>
                <a:lnTo>
                  <a:pt x="1835626" y="5533793"/>
                </a:lnTo>
                <a:cubicBezTo>
                  <a:pt x="1823131" y="5534628"/>
                  <a:pt x="1810151" y="5536942"/>
                  <a:pt x="1798939" y="5540285"/>
                </a:cubicBezTo>
                <a:lnTo>
                  <a:pt x="1779046" y="5549949"/>
                </a:lnTo>
                <a:lnTo>
                  <a:pt x="1772421" y="5549018"/>
                </a:lnTo>
                <a:lnTo>
                  <a:pt x="1772052" y="5545689"/>
                </a:lnTo>
                <a:cubicBezTo>
                  <a:pt x="1758274" y="5534165"/>
                  <a:pt x="1670822" y="5556887"/>
                  <a:pt x="1711543" y="5534558"/>
                </a:cubicBezTo>
                <a:cubicBezTo>
                  <a:pt x="1696140" y="5533324"/>
                  <a:pt x="1670188" y="5488258"/>
                  <a:pt x="1631462" y="5491807"/>
                </a:cubicBezTo>
                <a:cubicBezTo>
                  <a:pt x="1579148" y="5498877"/>
                  <a:pt x="1591754" y="5486800"/>
                  <a:pt x="1538763" y="5482781"/>
                </a:cubicBezTo>
                <a:cubicBezTo>
                  <a:pt x="1522078" y="5456666"/>
                  <a:pt x="1527306" y="5478305"/>
                  <a:pt x="1501533" y="5467817"/>
                </a:cubicBezTo>
                <a:cubicBezTo>
                  <a:pt x="1499922" y="5487659"/>
                  <a:pt x="1473126" y="5449434"/>
                  <a:pt x="1461266" y="5469343"/>
                </a:cubicBezTo>
                <a:cubicBezTo>
                  <a:pt x="1456951" y="5466804"/>
                  <a:pt x="1453146" y="5463716"/>
                  <a:pt x="1449415" y="5460467"/>
                </a:cubicBezTo>
                <a:lnTo>
                  <a:pt x="1447454" y="5458776"/>
                </a:lnTo>
                <a:lnTo>
                  <a:pt x="1437814" y="5455515"/>
                </a:lnTo>
                <a:lnTo>
                  <a:pt x="1437334" y="5450209"/>
                </a:lnTo>
                <a:lnTo>
                  <a:pt x="1424429" y="5442157"/>
                </a:lnTo>
                <a:cubicBezTo>
                  <a:pt x="1419251" y="5439819"/>
                  <a:pt x="1413273" y="5438098"/>
                  <a:pt x="1406063" y="5437380"/>
                </a:cubicBezTo>
                <a:cubicBezTo>
                  <a:pt x="1378526" y="5442640"/>
                  <a:pt x="1350821" y="5412037"/>
                  <a:pt x="1316379" y="5419601"/>
                </a:cubicBezTo>
                <a:cubicBezTo>
                  <a:pt x="1304160" y="5420695"/>
                  <a:pt x="1269061" y="5413755"/>
                  <a:pt x="1264090" y="5406153"/>
                </a:cubicBezTo>
                <a:cubicBezTo>
                  <a:pt x="1257115" y="5403410"/>
                  <a:pt x="1247955" y="5404075"/>
                  <a:pt x="1246374" y="5396631"/>
                </a:cubicBezTo>
                <a:cubicBezTo>
                  <a:pt x="1242951" y="5387390"/>
                  <a:pt x="1213970" y="5395299"/>
                  <a:pt x="1220190" y="5386301"/>
                </a:cubicBezTo>
                <a:cubicBezTo>
                  <a:pt x="1199695" y="5391599"/>
                  <a:pt x="1189803" y="5371737"/>
                  <a:pt x="1175643" y="5364651"/>
                </a:cubicBezTo>
                <a:cubicBezTo>
                  <a:pt x="1167337" y="5367627"/>
                  <a:pt x="1159852" y="5363931"/>
                  <a:pt x="1150342" y="5358447"/>
                </a:cubicBezTo>
                <a:lnTo>
                  <a:pt x="1112024" y="5345786"/>
                </a:lnTo>
                <a:lnTo>
                  <a:pt x="1100870" y="5343651"/>
                </a:lnTo>
                <a:lnTo>
                  <a:pt x="1096383" y="5343015"/>
                </a:lnTo>
                <a:lnTo>
                  <a:pt x="1058039" y="5343504"/>
                </a:lnTo>
                <a:cubicBezTo>
                  <a:pt x="1057478" y="5341976"/>
                  <a:pt x="1056597" y="5340487"/>
                  <a:pt x="1055426" y="5339088"/>
                </a:cubicBezTo>
                <a:lnTo>
                  <a:pt x="1044738" y="5333063"/>
                </a:lnTo>
                <a:lnTo>
                  <a:pt x="1033909" y="5335680"/>
                </a:lnTo>
                <a:cubicBezTo>
                  <a:pt x="1035046" y="5328129"/>
                  <a:pt x="1022289" y="5334344"/>
                  <a:pt x="1012649" y="5334541"/>
                </a:cubicBezTo>
                <a:lnTo>
                  <a:pt x="1007115" y="5332775"/>
                </a:lnTo>
                <a:lnTo>
                  <a:pt x="987447" y="5346462"/>
                </a:lnTo>
                <a:cubicBezTo>
                  <a:pt x="976074" y="5346779"/>
                  <a:pt x="963827" y="5334768"/>
                  <a:pt x="953418" y="5333901"/>
                </a:cubicBezTo>
                <a:lnTo>
                  <a:pt x="916854" y="5329435"/>
                </a:lnTo>
                <a:lnTo>
                  <a:pt x="905651" y="5332114"/>
                </a:lnTo>
                <a:cubicBezTo>
                  <a:pt x="881256" y="5332755"/>
                  <a:pt x="855727" y="5330820"/>
                  <a:pt x="838405" y="5339470"/>
                </a:cubicBezTo>
                <a:cubicBezTo>
                  <a:pt x="831364" y="5340489"/>
                  <a:pt x="823548" y="5331589"/>
                  <a:pt x="817627" y="5330580"/>
                </a:cubicBezTo>
                <a:lnTo>
                  <a:pt x="801817" y="5325937"/>
                </a:lnTo>
                <a:lnTo>
                  <a:pt x="798857" y="5320979"/>
                </a:lnTo>
                <a:lnTo>
                  <a:pt x="788354" y="5320143"/>
                </a:lnTo>
                <a:lnTo>
                  <a:pt x="785726" y="5318989"/>
                </a:lnTo>
                <a:cubicBezTo>
                  <a:pt x="780721" y="5316767"/>
                  <a:pt x="775719" y="5314716"/>
                  <a:pt x="770507" y="5313309"/>
                </a:cubicBezTo>
                <a:cubicBezTo>
                  <a:pt x="768924" y="5335137"/>
                  <a:pt x="725899" y="5304945"/>
                  <a:pt x="733810" y="5324286"/>
                </a:cubicBezTo>
                <a:cubicBezTo>
                  <a:pt x="704886" y="5320356"/>
                  <a:pt x="720003" y="5339795"/>
                  <a:pt x="692117" y="5318786"/>
                </a:cubicBezTo>
                <a:cubicBezTo>
                  <a:pt x="640968" y="5327470"/>
                  <a:pt x="620209" y="5334772"/>
                  <a:pt x="574943" y="5327578"/>
                </a:cubicBezTo>
                <a:cubicBezTo>
                  <a:pt x="533141" y="5325624"/>
                  <a:pt x="480989" y="5305543"/>
                  <a:pt x="441302" y="5307062"/>
                </a:cubicBezTo>
                <a:cubicBezTo>
                  <a:pt x="381194" y="5308098"/>
                  <a:pt x="355572" y="5361507"/>
                  <a:pt x="336819" y="5336690"/>
                </a:cubicBezTo>
                <a:cubicBezTo>
                  <a:pt x="308424" y="5343088"/>
                  <a:pt x="294704" y="5344301"/>
                  <a:pt x="270932" y="5345451"/>
                </a:cubicBezTo>
                <a:lnTo>
                  <a:pt x="194189" y="5343588"/>
                </a:lnTo>
                <a:lnTo>
                  <a:pt x="192552" y="5342845"/>
                </a:lnTo>
                <a:cubicBezTo>
                  <a:pt x="185478" y="5341467"/>
                  <a:pt x="181262" y="5342160"/>
                  <a:pt x="178320" y="5343766"/>
                </a:cubicBezTo>
                <a:lnTo>
                  <a:pt x="175596" y="5346411"/>
                </a:lnTo>
                <a:lnTo>
                  <a:pt x="147287" y="5352625"/>
                </a:lnTo>
                <a:lnTo>
                  <a:pt x="114847" y="5355844"/>
                </a:lnTo>
                <a:lnTo>
                  <a:pt x="114306" y="5354983"/>
                </a:lnTo>
                <a:cubicBezTo>
                  <a:pt x="110042" y="5353823"/>
                  <a:pt x="100016" y="5353058"/>
                  <a:pt x="89264" y="5348886"/>
                </a:cubicBezTo>
                <a:cubicBezTo>
                  <a:pt x="93123" y="5327937"/>
                  <a:pt x="57863" y="5341064"/>
                  <a:pt x="49794" y="5329950"/>
                </a:cubicBezTo>
                <a:cubicBezTo>
                  <a:pt x="40251" y="5331715"/>
                  <a:pt x="30226" y="5333199"/>
                  <a:pt x="19924" y="5334282"/>
                </a:cubicBezTo>
                <a:lnTo>
                  <a:pt x="13819" y="5334653"/>
                </a:lnTo>
                <a:lnTo>
                  <a:pt x="13657" y="5334455"/>
                </a:lnTo>
                <a:cubicBezTo>
                  <a:pt x="12246" y="5334096"/>
                  <a:pt x="10207" y="5334053"/>
                  <a:pt x="7139" y="5334438"/>
                </a:cubicBezTo>
                <a:lnTo>
                  <a:pt x="2684" y="5335333"/>
                </a:lnTo>
                <a:lnTo>
                  <a:pt x="0" y="5335496"/>
                </a:lnTo>
                <a:lnTo>
                  <a:pt x="0" y="10592"/>
                </a:lnTo>
                <a:lnTo>
                  <a:pt x="11243827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EEB76845-6BDE-18D2-0B8C-911277F26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751" y="1059116"/>
            <a:ext cx="8924392" cy="933486"/>
          </a:xfrm>
        </p:spPr>
        <p:txBody>
          <a:bodyPr>
            <a:normAutofit/>
          </a:bodyPr>
          <a:lstStyle/>
          <a:p>
            <a:pPr algn="ctr"/>
            <a:r>
              <a:rPr lang="sv-SE" sz="4100">
                <a:ea typeface="+mj-lt"/>
                <a:cs typeface="+mj-lt"/>
              </a:rPr>
              <a:t>Varför Python för Systemadministration?</a:t>
            </a:r>
            <a:endParaRPr lang="sv-SE" sz="4100"/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16A12243-4887-4E89-8347-1146AE5D1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0000">
            <a:off x="5418161" y="351736"/>
            <a:ext cx="1352113" cy="407805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cubicBezTo>
                  <a:pt x="781874" y="4129"/>
                  <a:pt x="1607589" y="24681"/>
                  <a:pt x="2170127" y="33245"/>
                </a:cubicBezTo>
                <a:cubicBezTo>
                  <a:pt x="2169852" y="63908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35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Platshållare för innehåll 2">
            <a:extLst>
              <a:ext uri="{FF2B5EF4-FFF2-40B4-BE49-F238E27FC236}">
                <a16:creationId xmlns:a16="http://schemas.microsoft.com/office/drawing/2014/main" id="{6DBE303D-320E-B830-8E4F-EA8A4B3DC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163" y="2292176"/>
            <a:ext cx="10903026" cy="37029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v-SE" sz="2000">
                <a:ea typeface="+mn-lt"/>
                <a:cs typeface="+mn-lt"/>
              </a:rPr>
              <a:t>Python är "limmet" som kopplar ihop olika system och verktyg.</a:t>
            </a:r>
            <a:endParaRPr lang="sv-SE" sz="2000"/>
          </a:p>
          <a:p>
            <a:r>
              <a:rPr lang="sv-SE" sz="2000">
                <a:ea typeface="+mn-lt"/>
                <a:cs typeface="+mn-lt"/>
              </a:rPr>
              <a:t>PowerShell är perfekt för Windows. Python är perfekt för att:</a:t>
            </a:r>
          </a:p>
          <a:p>
            <a:r>
              <a:rPr lang="sv-SE" sz="2000" b="1">
                <a:ea typeface="+mn-lt"/>
                <a:cs typeface="+mn-lt"/>
              </a:rPr>
              <a:t>Användningsområde                                        Varför Python?</a:t>
            </a:r>
          </a:p>
          <a:p>
            <a:r>
              <a:rPr lang="sv-SE" sz="2000">
                <a:ea typeface="+mn-lt"/>
                <a:cs typeface="+mn-lt"/>
              </a:rPr>
              <a:t>Orkestrering                                                            Styr andra verktyg (Terraform, Ansible, PowerShell)</a:t>
            </a:r>
          </a:p>
          <a:p>
            <a:r>
              <a:rPr lang="sv-SE" sz="2000">
                <a:ea typeface="+mn-lt"/>
                <a:cs typeface="+mn-lt"/>
              </a:rPr>
              <a:t>Verifiering                                                                 Kontrollera att system fungerar (HTTP-anrop, filkontroll)</a:t>
            </a:r>
          </a:p>
          <a:p>
            <a:r>
              <a:rPr lang="sv-SE" sz="2000">
                <a:ea typeface="+mn-lt"/>
                <a:cs typeface="+mn-lt"/>
              </a:rPr>
              <a:t>Datahantering                                                        Läsa/skriva JSON, YAML, CSV, XML</a:t>
            </a:r>
          </a:p>
          <a:p>
            <a:r>
              <a:rPr lang="sv-SE" sz="2000">
                <a:ea typeface="+mn-lt"/>
                <a:cs typeface="+mn-lt"/>
              </a:rPr>
              <a:t>Rapportering                                                           Skapa HTML-rapporter, diagram, e-post</a:t>
            </a:r>
          </a:p>
          <a:p>
            <a:r>
              <a:rPr lang="sv-SE" sz="2000">
                <a:ea typeface="+mn-lt"/>
                <a:cs typeface="+mn-lt"/>
              </a:rPr>
              <a:t>Integration                                                                Koppla ihop API:er, databaser, molntjänster</a:t>
            </a:r>
          </a:p>
        </p:txBody>
      </p:sp>
    </p:spTree>
    <p:extLst>
      <p:ext uri="{BB962C8B-B14F-4D97-AF65-F5344CB8AC3E}">
        <p14:creationId xmlns:p14="http://schemas.microsoft.com/office/powerpoint/2010/main" val="3306964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FB474A4C-51B5-AF3E-AE4D-C8AA70383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70" y="548640"/>
            <a:ext cx="12139848" cy="1174609"/>
          </a:xfrm>
        </p:spPr>
        <p:txBody>
          <a:bodyPr>
            <a:noAutofit/>
          </a:bodyPr>
          <a:lstStyle/>
          <a:p>
            <a:r>
              <a:rPr lang="sv-SE" sz="4800">
                <a:solidFill>
                  <a:schemeClr val="tx1">
                    <a:lumMod val="85000"/>
                    <a:lumOff val="15000"/>
                  </a:schemeClr>
                </a:solidFill>
                <a:ea typeface="+mj-lt"/>
                <a:cs typeface="+mj-lt"/>
              </a:rPr>
              <a:t>Från Verkligheten – Python i Svenska IT-miljöer</a:t>
            </a:r>
            <a:endParaRPr lang="sv-SE" sz="4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" name="Platshållare för innehåll 2">
            <a:extLst>
              <a:ext uri="{FF2B5EF4-FFF2-40B4-BE49-F238E27FC236}">
                <a16:creationId xmlns:a16="http://schemas.microsoft.com/office/drawing/2014/main" id="{DB0901B7-AB30-E677-8734-A395D6F1F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21" y="2345502"/>
            <a:ext cx="12129157" cy="366508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sv-SE" sz="32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Python används för att automatisera och förenkla IT-drift i svenska företag.</a:t>
            </a:r>
            <a:endParaRPr lang="sv-SE" sz="32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sv-SE" sz="3200" dirty="0">
              <a:solidFill>
                <a:schemeClr val="tx1">
                  <a:lumMod val="85000"/>
                  <a:lumOff val="15000"/>
                </a:schemeClr>
              </a:solidFill>
              <a:ea typeface="+mn-lt"/>
              <a:cs typeface="+mn-lt"/>
            </a:endParaRPr>
          </a:p>
          <a:p>
            <a:r>
              <a:rPr lang="sv-SE" sz="32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Varför detta är viktigt: Svenska arbetsgivare efterfrågar Python-kunskaper för att effektivisera IT-drift och automatisera repetitiva uppgifter. Varje OOPS-projekt börjar från ett verkligt operativt problem och utvecklas till ett återanvändbart kommandoradsverktyg.</a:t>
            </a:r>
            <a:endParaRPr lang="sv-SE" sz="32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930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4BDA5A71-3C6D-CD2B-851F-0649422ACF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72" t="5651" r="3152" b="3544"/>
          <a:stretch>
            <a:fillRect/>
          </a:stretch>
        </p:blipFill>
        <p:spPr>
          <a:xfrm>
            <a:off x="20" y="119523"/>
            <a:ext cx="12193991" cy="661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210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0FEEB5DF-90E1-3530-67F1-1A7F1BC10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4" y="699201"/>
            <a:ext cx="3290712" cy="5445487"/>
          </a:xfrm>
        </p:spPr>
        <p:txBody>
          <a:bodyPr>
            <a:normAutofit/>
          </a:bodyPr>
          <a:lstStyle/>
          <a:p>
            <a:r>
              <a:rPr lang="sv-SE">
                <a:ea typeface="+mj-lt"/>
                <a:cs typeface="+mj-lt"/>
              </a:rPr>
              <a:t>Python vs PowerShell – När Använder Man Vad?</a:t>
            </a:r>
            <a:endParaRPr lang="sv-SE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F29588BE-8832-CA99-2568-0CC4CF118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2" y="5176684"/>
            <a:ext cx="3276654" cy="9762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sv-SE" sz="2000">
                <a:ea typeface="+mn-lt"/>
                <a:cs typeface="+mn-lt"/>
              </a:rPr>
              <a:t>Båda är kraftfulla, men har olika styrkor. Välj rätt verktyg för rätt uppgift!</a:t>
            </a:r>
            <a:endParaRPr lang="sv-SE" sz="2000"/>
          </a:p>
        </p:txBody>
      </p:sp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446AD93D-9B6A-5701-139E-FDF37EE93E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719355"/>
              </p:ext>
            </p:extLst>
          </p:nvPr>
        </p:nvGraphicFramePr>
        <p:xfrm>
          <a:off x="3414888" y="0"/>
          <a:ext cx="8786246" cy="679044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92381">
                  <a:extLst>
                    <a:ext uri="{9D8B030D-6E8A-4147-A177-3AD203B41FA5}">
                      <a16:colId xmlns:a16="http://schemas.microsoft.com/office/drawing/2014/main" val="2061045005"/>
                    </a:ext>
                  </a:extLst>
                </a:gridCol>
                <a:gridCol w="3261100">
                  <a:extLst>
                    <a:ext uri="{9D8B030D-6E8A-4147-A177-3AD203B41FA5}">
                      <a16:colId xmlns:a16="http://schemas.microsoft.com/office/drawing/2014/main" val="2961107405"/>
                    </a:ext>
                  </a:extLst>
                </a:gridCol>
                <a:gridCol w="3432765">
                  <a:extLst>
                    <a:ext uri="{9D8B030D-6E8A-4147-A177-3AD203B41FA5}">
                      <a16:colId xmlns:a16="http://schemas.microsoft.com/office/drawing/2014/main" val="3591752376"/>
                    </a:ext>
                  </a:extLst>
                </a:gridCol>
              </a:tblGrid>
              <a:tr h="861407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Egenskap</a:t>
                      </a:r>
                      <a:endParaRPr lang="sv-SE" sz="2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PowerShell</a:t>
                      </a:r>
                      <a:endParaRPr lang="sv-SE" sz="2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Python</a:t>
                      </a:r>
                      <a:endParaRPr lang="sv-SE" sz="2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76939"/>
                  </a:ext>
                </a:extLst>
              </a:tr>
              <a:tr h="1301273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Styrka</a:t>
                      </a:r>
                      <a:endParaRPr lang="sv-SE" sz="2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Windows-administration, objekt-baserad pipeline</a:t>
                      </a:r>
                      <a:endParaRPr lang="sv-SE" sz="2000"/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Allt annat! Datahantering, API:er, analys</a:t>
                      </a:r>
                      <a:endParaRPr lang="sv-SE" sz="2000"/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141333"/>
                  </a:ext>
                </a:extLst>
              </a:tr>
              <a:tr h="133792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Datahantering</a:t>
                      </a:r>
                      <a:endParaRPr lang="sv-SE" sz="2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Objekt-baserad –</a:t>
                      </a:r>
                      <a:r>
                        <a:rPr lang="sv-SE" sz="28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 </a:t>
                      </a: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$data[0].metadata.name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Text-baserad – kräver</a:t>
                      </a:r>
                      <a:r>
                        <a:rPr lang="sv-SE" sz="28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 </a:t>
                      </a:r>
                      <a:endParaRPr lang="sv-SE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  <a:p>
                      <a:pPr lvl="0"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json.loads()</a:t>
                      </a:r>
                      <a:r>
                        <a:rPr lang="sv-SE" sz="2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 och </a:t>
                      </a: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dict[key]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587922"/>
                  </a:ext>
                </a:extLst>
              </a:tr>
              <a:tr h="1301273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API-interaktion</a:t>
                      </a:r>
                      <a:endParaRPr lang="sv-SE" sz="2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Kräver mindre kod, objekt hanteras automatiskt</a:t>
                      </a:r>
                      <a:endParaRPr lang="sv-SE" sz="2000"/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Kräver explicit JSON-tolkning</a:t>
                      </a:r>
                      <a:endParaRPr lang="sv-SE" sz="2000"/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208687"/>
                  </a:ext>
                </a:extLst>
              </a:tr>
              <a:tr h="861407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Syntax</a:t>
                      </a:r>
                      <a:endParaRPr lang="sv-SE" sz="2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Verb-Substantiv</a:t>
                      </a:r>
                      <a:endParaRPr lang="sv-SE" sz="2000"/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Lättläst, ren</a:t>
                      </a:r>
                      <a:endParaRPr lang="sv-SE" sz="2000"/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9230209"/>
                  </a:ext>
                </a:extLst>
              </a:tr>
              <a:tr h="112716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Integration</a:t>
                      </a:r>
                      <a:endParaRPr lang="sv-SE" sz="2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Windows, Active Directory, Azure</a:t>
                      </a:r>
                      <a:endParaRPr lang="sv-SE" sz="2000"/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Allt (API:er, databaser, moln)</a:t>
                      </a:r>
                      <a:endParaRPr lang="sv-SE" sz="2000"/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731808"/>
                  </a:ext>
                </a:extLst>
              </a:tr>
            </a:tbl>
          </a:graphicData>
        </a:graphic>
      </p:graphicFrame>
      <p:pic>
        <p:nvPicPr>
          <p:cNvPr id="4" name="Bildobjekt 3">
            <a:extLst>
              <a:ext uri="{FF2B5EF4-FFF2-40B4-BE49-F238E27FC236}">
                <a16:creationId xmlns:a16="http://schemas.microsoft.com/office/drawing/2014/main" id="{E98BE2AD-5A40-B4C5-0044-6B73FC6C6F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26" t="4941" r="2808" b="4762"/>
          <a:stretch>
            <a:fillRect/>
          </a:stretch>
        </p:blipFill>
        <p:spPr>
          <a:xfrm>
            <a:off x="22562" y="165784"/>
            <a:ext cx="12179876" cy="6525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123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2A4BDA2C-A533-335C-ED3E-B72232742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4" y="713312"/>
            <a:ext cx="4052711" cy="2722043"/>
          </a:xfrm>
        </p:spPr>
        <p:txBody>
          <a:bodyPr>
            <a:normAutofit/>
          </a:bodyPr>
          <a:lstStyle/>
          <a:p>
            <a:r>
              <a:rPr lang="sv-SE">
                <a:ea typeface="+mj-lt"/>
                <a:cs typeface="+mj-lt"/>
              </a:rPr>
              <a:t>Exempel – bearbeta API-svar</a:t>
            </a:r>
            <a:endParaRPr lang="sv-SE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CADF90D3-82C9-E780-E0CD-39F16F10F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3236805"/>
            <a:ext cx="3410046" cy="24696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sv-SE" sz="2000">
                <a:ea typeface="+mn-lt"/>
                <a:cs typeface="+mn-lt"/>
              </a:rPr>
              <a:t>Val av verktyg: Välj PowerShell för Windows-centrerad automatisering och komplex objektstruktur. Välj Python för flerplattformsarbete, komplex datahantering och API-integration.</a:t>
            </a:r>
            <a:endParaRPr lang="sv-SE" sz="2000"/>
          </a:p>
        </p:txBody>
      </p:sp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DA4DE47E-AC7E-94B9-BB93-DED10F671E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333500"/>
              </p:ext>
            </p:extLst>
          </p:nvPr>
        </p:nvGraphicFramePr>
        <p:xfrm>
          <a:off x="3668888" y="0"/>
          <a:ext cx="8521565" cy="687912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87361">
                  <a:extLst>
                    <a:ext uri="{9D8B030D-6E8A-4147-A177-3AD203B41FA5}">
                      <a16:colId xmlns:a16="http://schemas.microsoft.com/office/drawing/2014/main" val="3226105188"/>
                    </a:ext>
                  </a:extLst>
                </a:gridCol>
                <a:gridCol w="3316109">
                  <a:extLst>
                    <a:ext uri="{9D8B030D-6E8A-4147-A177-3AD203B41FA5}">
                      <a16:colId xmlns:a16="http://schemas.microsoft.com/office/drawing/2014/main" val="2059577152"/>
                    </a:ext>
                  </a:extLst>
                </a:gridCol>
                <a:gridCol w="3318095">
                  <a:extLst>
                    <a:ext uri="{9D8B030D-6E8A-4147-A177-3AD203B41FA5}">
                      <a16:colId xmlns:a16="http://schemas.microsoft.com/office/drawing/2014/main" val="616786970"/>
                    </a:ext>
                  </a:extLst>
                </a:gridCol>
              </a:tblGrid>
              <a:tr h="171978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32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Uppgift</a:t>
                      </a:r>
                      <a:endParaRPr lang="sv-SE" sz="3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32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PowerShell</a:t>
                      </a:r>
                      <a:endParaRPr lang="sv-SE" sz="3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32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Python</a:t>
                      </a:r>
                      <a:endParaRPr lang="sv-SE" sz="3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287435"/>
                  </a:ext>
                </a:extLst>
              </a:tr>
              <a:tr h="171978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32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Hämta data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$data = Invoke-RestMethod -Uri $url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data = requests.get(url).json()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287494"/>
                  </a:ext>
                </a:extLst>
              </a:tr>
              <a:tr h="171978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32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Access property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$data.items[0].metadata.name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data['items'][0]['metadata']['name']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33133"/>
                  </a:ext>
                </a:extLst>
              </a:tr>
              <a:tr h="171978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32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Filtrera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$data | Where-Object {...}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32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Listförståelse eller </a:t>
                      </a: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filter()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3099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8368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CFD033D0-00DF-00EF-1DBF-49504CC21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Vad </a:t>
            </a:r>
            <a:r>
              <a:rPr lang="en-US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är</a:t>
            </a: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JSON och YAML? – </a:t>
            </a:r>
            <a:r>
              <a:rPr lang="en-US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Konfigurationsformat</a:t>
            </a: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</a:t>
            </a: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IT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36D6864-998B-86BC-29C1-0B33F5837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7101" y="4078423"/>
            <a:ext cx="4978399" cy="205865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Båda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är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textbaserade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format för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att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lagra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data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människor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och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datorer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kan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läsa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pic>
        <p:nvPicPr>
          <p:cNvPr id="7" name="Graphic 6" descr="Laptop">
            <a:extLst>
              <a:ext uri="{FF2B5EF4-FFF2-40B4-BE49-F238E27FC236}">
                <a16:creationId xmlns:a16="http://schemas.microsoft.com/office/drawing/2014/main" id="{D94B19DA-1FAF-CAC1-46C1-E381C86340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Laptop">
            <a:extLst>
              <a:ext uri="{FF2B5EF4-FFF2-40B4-BE49-F238E27FC236}">
                <a16:creationId xmlns:a16="http://schemas.microsoft.com/office/drawing/2014/main" id="{F7D2FE2C-CC8F-43C9-91D0-A894A5ABF8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493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DA4FC794-0D9C-7C52-6022-BCBC3637B8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27" t="4214" r="4380" b="6609"/>
          <a:stretch>
            <a:fillRect/>
          </a:stretch>
        </p:blipFill>
        <p:spPr>
          <a:xfrm>
            <a:off x="304370" y="288744"/>
            <a:ext cx="11530708" cy="6287081"/>
          </a:xfrm>
          <a:prstGeom prst="rect">
            <a:avLst/>
          </a:prstGeom>
          <a:ln>
            <a:noFill/>
          </a:ln>
        </p:spPr>
      </p:pic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38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4697CDA-BDB7-4883-B48B-1D4EDB2F0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295B176-FA0E-4B6A-A190-5E2E82BEA5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3813" y="2337807"/>
            <a:ext cx="9604374" cy="3585866"/>
          </a:xfrm>
          <a:custGeom>
            <a:avLst/>
            <a:gdLst>
              <a:gd name="connsiteX0" fmla="*/ 0 w 9604374"/>
              <a:gd name="connsiteY0" fmla="*/ 0 h 3585866"/>
              <a:gd name="connsiteX1" fmla="*/ 9604374 w 9604374"/>
              <a:gd name="connsiteY1" fmla="*/ 0 h 3585866"/>
              <a:gd name="connsiteX2" fmla="*/ 9604374 w 9604374"/>
              <a:gd name="connsiteY2" fmla="*/ 3095088 h 3585866"/>
              <a:gd name="connsiteX3" fmla="*/ 9591455 w 9604374"/>
              <a:gd name="connsiteY3" fmla="*/ 3097044 h 3585866"/>
              <a:gd name="connsiteX4" fmla="*/ 9285147 w 9604374"/>
              <a:gd name="connsiteY4" fmla="*/ 3164182 h 3585866"/>
              <a:gd name="connsiteX5" fmla="*/ 9114078 w 9604374"/>
              <a:gd name="connsiteY5" fmla="*/ 3164299 h 3585866"/>
              <a:gd name="connsiteX6" fmla="*/ 8999665 w 9604374"/>
              <a:gd name="connsiteY6" fmla="*/ 3157864 h 3585866"/>
              <a:gd name="connsiteX7" fmla="*/ 8925240 w 9604374"/>
              <a:gd name="connsiteY7" fmla="*/ 3152135 h 3585866"/>
              <a:gd name="connsiteX8" fmla="*/ 8868257 w 9604374"/>
              <a:gd name="connsiteY8" fmla="*/ 3146819 h 3585866"/>
              <a:gd name="connsiteX9" fmla="*/ 8792363 w 9604374"/>
              <a:gd name="connsiteY9" fmla="*/ 3146856 h 3585866"/>
              <a:gd name="connsiteX10" fmla="*/ 8668399 w 9604374"/>
              <a:gd name="connsiteY10" fmla="*/ 3196893 h 3585866"/>
              <a:gd name="connsiteX11" fmla="*/ 8474043 w 9604374"/>
              <a:gd name="connsiteY11" fmla="*/ 3240734 h 3585866"/>
              <a:gd name="connsiteX12" fmla="*/ 8317555 w 9604374"/>
              <a:gd name="connsiteY12" fmla="*/ 3247156 h 3585866"/>
              <a:gd name="connsiteX13" fmla="*/ 8280111 w 9604374"/>
              <a:gd name="connsiteY13" fmla="*/ 3255812 h 3585866"/>
              <a:gd name="connsiteX14" fmla="*/ 8096088 w 9604374"/>
              <a:gd name="connsiteY14" fmla="*/ 3253903 h 3585866"/>
              <a:gd name="connsiteX15" fmla="*/ 7825642 w 9604374"/>
              <a:gd name="connsiteY15" fmla="*/ 3271628 h 3585866"/>
              <a:gd name="connsiteX16" fmla="*/ 7531820 w 9604374"/>
              <a:gd name="connsiteY16" fmla="*/ 3252671 h 3585866"/>
              <a:gd name="connsiteX17" fmla="*/ 7193751 w 9604374"/>
              <a:gd name="connsiteY17" fmla="*/ 3245192 h 3585866"/>
              <a:gd name="connsiteX18" fmla="*/ 6976768 w 9604374"/>
              <a:gd name="connsiteY18" fmla="*/ 3238559 h 3585866"/>
              <a:gd name="connsiteX19" fmla="*/ 6756462 w 9604374"/>
              <a:gd name="connsiteY19" fmla="*/ 3273268 h 3585866"/>
              <a:gd name="connsiteX20" fmla="*/ 6512214 w 9604374"/>
              <a:gd name="connsiteY20" fmla="*/ 3298845 h 3585866"/>
              <a:gd name="connsiteX21" fmla="*/ 6289569 w 9604374"/>
              <a:gd name="connsiteY21" fmla="*/ 3301118 h 3585866"/>
              <a:gd name="connsiteX22" fmla="*/ 6157816 w 9604374"/>
              <a:gd name="connsiteY22" fmla="*/ 3308643 h 3585866"/>
              <a:gd name="connsiteX23" fmla="*/ 6110062 w 9604374"/>
              <a:gd name="connsiteY23" fmla="*/ 3321185 h 3585866"/>
              <a:gd name="connsiteX24" fmla="*/ 6041832 w 9604374"/>
              <a:gd name="connsiteY24" fmla="*/ 3332190 h 3585866"/>
              <a:gd name="connsiteX25" fmla="*/ 5923195 w 9604374"/>
              <a:gd name="connsiteY25" fmla="*/ 3359104 h 3585866"/>
              <a:gd name="connsiteX26" fmla="*/ 5770972 w 9604374"/>
              <a:gd name="connsiteY26" fmla="*/ 3369893 h 3585866"/>
              <a:gd name="connsiteX27" fmla="*/ 5632583 w 9604374"/>
              <a:gd name="connsiteY27" fmla="*/ 3357730 h 3585866"/>
              <a:gd name="connsiteX28" fmla="*/ 5539996 w 9604374"/>
              <a:gd name="connsiteY28" fmla="*/ 3352890 h 3585866"/>
              <a:gd name="connsiteX29" fmla="*/ 5315460 w 9604374"/>
              <a:gd name="connsiteY29" fmla="*/ 3350411 h 3585866"/>
              <a:gd name="connsiteX30" fmla="*/ 5072455 w 9604374"/>
              <a:gd name="connsiteY30" fmla="*/ 3338147 h 3585866"/>
              <a:gd name="connsiteX31" fmla="*/ 5016364 w 9604374"/>
              <a:gd name="connsiteY31" fmla="*/ 3348937 h 3585866"/>
              <a:gd name="connsiteX32" fmla="*/ 4922276 w 9604374"/>
              <a:gd name="connsiteY32" fmla="*/ 3366515 h 3585866"/>
              <a:gd name="connsiteX33" fmla="*/ 4856444 w 9604374"/>
              <a:gd name="connsiteY33" fmla="*/ 3399463 h 3585866"/>
              <a:gd name="connsiteX34" fmla="*/ 4775993 w 9604374"/>
              <a:gd name="connsiteY34" fmla="*/ 3406312 h 3585866"/>
              <a:gd name="connsiteX35" fmla="*/ 4667320 w 9604374"/>
              <a:gd name="connsiteY35" fmla="*/ 3397926 h 3585866"/>
              <a:gd name="connsiteX36" fmla="*/ 4540268 w 9604374"/>
              <a:gd name="connsiteY36" fmla="*/ 3424464 h 3585866"/>
              <a:gd name="connsiteX37" fmla="*/ 4465491 w 9604374"/>
              <a:gd name="connsiteY37" fmla="*/ 3433154 h 3585866"/>
              <a:gd name="connsiteX38" fmla="*/ 4262864 w 9604374"/>
              <a:gd name="connsiteY38" fmla="*/ 3464075 h 3585866"/>
              <a:gd name="connsiteX39" fmla="*/ 4175005 w 9604374"/>
              <a:gd name="connsiteY39" fmla="*/ 3493545 h 3585866"/>
              <a:gd name="connsiteX40" fmla="*/ 4030100 w 9604374"/>
              <a:gd name="connsiteY40" fmla="*/ 3514212 h 3585866"/>
              <a:gd name="connsiteX41" fmla="*/ 3926631 w 9604374"/>
              <a:gd name="connsiteY41" fmla="*/ 3525304 h 3585866"/>
              <a:gd name="connsiteX42" fmla="*/ 3897306 w 9604374"/>
              <a:gd name="connsiteY42" fmla="*/ 3547095 h 3585866"/>
              <a:gd name="connsiteX43" fmla="*/ 3896886 w 9604374"/>
              <a:gd name="connsiteY43" fmla="*/ 3547500 h 3585866"/>
              <a:gd name="connsiteX44" fmla="*/ 3834004 w 9604374"/>
              <a:gd name="connsiteY44" fmla="*/ 3550510 h 3585866"/>
              <a:gd name="connsiteX45" fmla="*/ 3696227 w 9604374"/>
              <a:gd name="connsiteY45" fmla="*/ 3574175 h 3585866"/>
              <a:gd name="connsiteX46" fmla="*/ 3652821 w 9604374"/>
              <a:gd name="connsiteY46" fmla="*/ 3580368 h 3585866"/>
              <a:gd name="connsiteX47" fmla="*/ 3629691 w 9604374"/>
              <a:gd name="connsiteY47" fmla="*/ 3585866 h 3585866"/>
              <a:gd name="connsiteX48" fmla="*/ 3595018 w 9604374"/>
              <a:gd name="connsiteY48" fmla="*/ 3571623 h 3585866"/>
              <a:gd name="connsiteX49" fmla="*/ 3551656 w 9604374"/>
              <a:gd name="connsiteY49" fmla="*/ 3577800 h 3585866"/>
              <a:gd name="connsiteX50" fmla="*/ 3541558 w 9604374"/>
              <a:gd name="connsiteY50" fmla="*/ 3579797 h 3585866"/>
              <a:gd name="connsiteX51" fmla="*/ 3465708 w 9604374"/>
              <a:gd name="connsiteY51" fmla="*/ 3565931 h 3585866"/>
              <a:gd name="connsiteX52" fmla="*/ 3458313 w 9604374"/>
              <a:gd name="connsiteY52" fmla="*/ 3560366 h 3585866"/>
              <a:gd name="connsiteX53" fmla="*/ 3420278 w 9604374"/>
              <a:gd name="connsiteY53" fmla="*/ 3557947 h 3585866"/>
              <a:gd name="connsiteX54" fmla="*/ 3415952 w 9604374"/>
              <a:gd name="connsiteY54" fmla="*/ 3559424 h 3585866"/>
              <a:gd name="connsiteX55" fmla="*/ 3384432 w 9604374"/>
              <a:gd name="connsiteY55" fmla="*/ 3550905 h 3585866"/>
              <a:gd name="connsiteX56" fmla="*/ 3258039 w 9604374"/>
              <a:gd name="connsiteY56" fmla="*/ 3535884 h 3585866"/>
              <a:gd name="connsiteX57" fmla="*/ 3015008 w 9604374"/>
              <a:gd name="connsiteY57" fmla="*/ 3528000 h 3585866"/>
              <a:gd name="connsiteX58" fmla="*/ 2761910 w 9604374"/>
              <a:gd name="connsiteY58" fmla="*/ 3505496 h 3585866"/>
              <a:gd name="connsiteX59" fmla="*/ 2521923 w 9604374"/>
              <a:gd name="connsiteY59" fmla="*/ 3514208 h 3585866"/>
              <a:gd name="connsiteX60" fmla="*/ 2085894 w 9604374"/>
              <a:gd name="connsiteY60" fmla="*/ 3490122 h 3585866"/>
              <a:gd name="connsiteX61" fmla="*/ 1936305 w 9604374"/>
              <a:gd name="connsiteY61" fmla="*/ 3487966 h 3585866"/>
              <a:gd name="connsiteX62" fmla="*/ 1836080 w 9604374"/>
              <a:gd name="connsiteY62" fmla="*/ 3487150 h 3585866"/>
              <a:gd name="connsiteX63" fmla="*/ 1829133 w 9604374"/>
              <a:gd name="connsiteY63" fmla="*/ 3489437 h 3585866"/>
              <a:gd name="connsiteX64" fmla="*/ 1801140 w 9604374"/>
              <a:gd name="connsiteY64" fmla="*/ 3490787 h 3585866"/>
              <a:gd name="connsiteX65" fmla="*/ 1793476 w 9604374"/>
              <a:gd name="connsiteY65" fmla="*/ 3500921 h 3585866"/>
              <a:gd name="connsiteX66" fmla="*/ 1699923 w 9604374"/>
              <a:gd name="connsiteY66" fmla="*/ 3509706 h 3585866"/>
              <a:gd name="connsiteX67" fmla="*/ 1474760 w 9604374"/>
              <a:gd name="connsiteY67" fmla="*/ 3513685 h 3585866"/>
              <a:gd name="connsiteX68" fmla="*/ 1308130 w 9604374"/>
              <a:gd name="connsiteY68" fmla="*/ 3496703 h 3585866"/>
              <a:gd name="connsiteX69" fmla="*/ 1252381 w 9604374"/>
              <a:gd name="connsiteY69" fmla="*/ 3506093 h 3585866"/>
              <a:gd name="connsiteX70" fmla="*/ 1174550 w 9604374"/>
              <a:gd name="connsiteY70" fmla="*/ 3512642 h 3585866"/>
              <a:gd name="connsiteX71" fmla="*/ 924455 w 9604374"/>
              <a:gd name="connsiteY71" fmla="*/ 3507283 h 3585866"/>
              <a:gd name="connsiteX72" fmla="*/ 718373 w 9604374"/>
              <a:gd name="connsiteY72" fmla="*/ 3511753 h 3585866"/>
              <a:gd name="connsiteX73" fmla="*/ 600444 w 9604374"/>
              <a:gd name="connsiteY73" fmla="*/ 3520899 h 3585866"/>
              <a:gd name="connsiteX74" fmla="*/ 351173 w 9604374"/>
              <a:gd name="connsiteY74" fmla="*/ 3495843 h 3585866"/>
              <a:gd name="connsiteX75" fmla="*/ 108372 w 9604374"/>
              <a:gd name="connsiteY75" fmla="*/ 3484386 h 3585866"/>
              <a:gd name="connsiteX76" fmla="*/ 6467 w 9604374"/>
              <a:gd name="connsiteY76" fmla="*/ 3476532 h 3585866"/>
              <a:gd name="connsiteX77" fmla="*/ 0 w 9604374"/>
              <a:gd name="connsiteY77" fmla="*/ 3475412 h 3585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9604374" h="3585866">
                <a:moveTo>
                  <a:pt x="0" y="0"/>
                </a:moveTo>
                <a:lnTo>
                  <a:pt x="9604374" y="0"/>
                </a:lnTo>
                <a:lnTo>
                  <a:pt x="9604374" y="3095088"/>
                </a:lnTo>
                <a:lnTo>
                  <a:pt x="9591455" y="3097044"/>
                </a:lnTo>
                <a:cubicBezTo>
                  <a:pt x="9496183" y="3133516"/>
                  <a:pt x="9411472" y="3121301"/>
                  <a:pt x="9285147" y="3164182"/>
                </a:cubicBezTo>
                <a:cubicBezTo>
                  <a:pt x="9222914" y="3162781"/>
                  <a:pt x="9174371" y="3173454"/>
                  <a:pt x="9114078" y="3164299"/>
                </a:cubicBezTo>
                <a:cubicBezTo>
                  <a:pt x="9087411" y="3155904"/>
                  <a:pt x="9030947" y="3180906"/>
                  <a:pt x="8999665" y="3157864"/>
                </a:cubicBezTo>
                <a:cubicBezTo>
                  <a:pt x="8997339" y="3174606"/>
                  <a:pt x="8938300" y="3159909"/>
                  <a:pt x="8925240" y="3152135"/>
                </a:cubicBezTo>
                <a:cubicBezTo>
                  <a:pt x="8910091" y="3159441"/>
                  <a:pt x="8884639" y="3146109"/>
                  <a:pt x="8868257" y="3146819"/>
                </a:cubicBezTo>
                <a:cubicBezTo>
                  <a:pt x="8835852" y="3110204"/>
                  <a:pt x="8832251" y="3167659"/>
                  <a:pt x="8792363" y="3146856"/>
                </a:cubicBezTo>
                <a:cubicBezTo>
                  <a:pt x="8774838" y="3159285"/>
                  <a:pt x="8715420" y="3185652"/>
                  <a:pt x="8668399" y="3196893"/>
                </a:cubicBezTo>
                <a:cubicBezTo>
                  <a:pt x="8575902" y="3221445"/>
                  <a:pt x="8569506" y="3250654"/>
                  <a:pt x="8474043" y="3240734"/>
                </a:cubicBezTo>
                <a:cubicBezTo>
                  <a:pt x="8460613" y="3264436"/>
                  <a:pt x="8297088" y="3204738"/>
                  <a:pt x="8317555" y="3247156"/>
                </a:cubicBezTo>
                <a:cubicBezTo>
                  <a:pt x="8285696" y="3245083"/>
                  <a:pt x="8262352" y="3228203"/>
                  <a:pt x="8280111" y="3255812"/>
                </a:cubicBezTo>
                <a:lnTo>
                  <a:pt x="8096088" y="3253903"/>
                </a:lnTo>
                <a:cubicBezTo>
                  <a:pt x="7994084" y="3261603"/>
                  <a:pt x="7930388" y="3281921"/>
                  <a:pt x="7825642" y="3271628"/>
                </a:cubicBezTo>
                <a:cubicBezTo>
                  <a:pt x="7723046" y="3270395"/>
                  <a:pt x="7671282" y="3252297"/>
                  <a:pt x="7531820" y="3252671"/>
                </a:cubicBezTo>
                <a:cubicBezTo>
                  <a:pt x="7433606" y="3250277"/>
                  <a:pt x="7293100" y="3236234"/>
                  <a:pt x="7193751" y="3245192"/>
                </a:cubicBezTo>
                <a:cubicBezTo>
                  <a:pt x="7074822" y="3223769"/>
                  <a:pt x="7104250" y="3250265"/>
                  <a:pt x="6976768" y="3238559"/>
                </a:cubicBezTo>
                <a:cubicBezTo>
                  <a:pt x="6921032" y="3284865"/>
                  <a:pt x="6823818" y="3261794"/>
                  <a:pt x="6756462" y="3273268"/>
                </a:cubicBezTo>
                <a:cubicBezTo>
                  <a:pt x="6679037" y="3283316"/>
                  <a:pt x="6590030" y="3294204"/>
                  <a:pt x="6512214" y="3298845"/>
                </a:cubicBezTo>
                <a:cubicBezTo>
                  <a:pt x="6450581" y="3277980"/>
                  <a:pt x="6366042" y="3329199"/>
                  <a:pt x="6289569" y="3301118"/>
                </a:cubicBezTo>
                <a:cubicBezTo>
                  <a:pt x="6261432" y="3294355"/>
                  <a:pt x="6174310" y="3295209"/>
                  <a:pt x="6157816" y="3308643"/>
                </a:cubicBezTo>
                <a:cubicBezTo>
                  <a:pt x="6139648" y="3311557"/>
                  <a:pt x="6118459" y="3306799"/>
                  <a:pt x="6110062" y="3321185"/>
                </a:cubicBezTo>
                <a:cubicBezTo>
                  <a:pt x="6096189" y="3338498"/>
                  <a:pt x="6032810" y="3311765"/>
                  <a:pt x="6041832" y="3332190"/>
                </a:cubicBezTo>
                <a:cubicBezTo>
                  <a:pt x="5996830" y="3313871"/>
                  <a:pt x="5961033" y="3350141"/>
                  <a:pt x="5923195" y="3359104"/>
                </a:cubicBezTo>
                <a:cubicBezTo>
                  <a:pt x="5887750" y="3340930"/>
                  <a:pt x="5853570" y="3365323"/>
                  <a:pt x="5770972" y="3369893"/>
                </a:cubicBezTo>
                <a:cubicBezTo>
                  <a:pt x="5731993" y="3348876"/>
                  <a:pt x="5705091" y="3385599"/>
                  <a:pt x="5632583" y="3357730"/>
                </a:cubicBezTo>
                <a:cubicBezTo>
                  <a:pt x="5594087" y="3357562"/>
                  <a:pt x="5606154" y="3357443"/>
                  <a:pt x="5539996" y="3352890"/>
                </a:cubicBezTo>
                <a:cubicBezTo>
                  <a:pt x="5439049" y="3348000"/>
                  <a:pt x="5408459" y="3356166"/>
                  <a:pt x="5315460" y="3350411"/>
                </a:cubicBezTo>
                <a:cubicBezTo>
                  <a:pt x="5211119" y="3348356"/>
                  <a:pt x="5208881" y="3372469"/>
                  <a:pt x="5072455" y="3338147"/>
                </a:cubicBezTo>
                <a:cubicBezTo>
                  <a:pt x="5061717" y="3354508"/>
                  <a:pt x="5045493" y="3355753"/>
                  <a:pt x="5016364" y="3348937"/>
                </a:cubicBezTo>
                <a:cubicBezTo>
                  <a:pt x="4965900" y="3349130"/>
                  <a:pt x="4977835" y="3389131"/>
                  <a:pt x="4922276" y="3366515"/>
                </a:cubicBezTo>
                <a:cubicBezTo>
                  <a:pt x="4935702" y="3387794"/>
                  <a:pt x="4828733" y="3377760"/>
                  <a:pt x="4856444" y="3399463"/>
                </a:cubicBezTo>
                <a:cubicBezTo>
                  <a:pt x="4827698" y="3420094"/>
                  <a:pt x="4805019" y="3388256"/>
                  <a:pt x="4775993" y="3406312"/>
                </a:cubicBezTo>
                <a:cubicBezTo>
                  <a:pt x="4744470" y="3406056"/>
                  <a:pt x="4706605" y="3394901"/>
                  <a:pt x="4667320" y="3397926"/>
                </a:cubicBezTo>
                <a:cubicBezTo>
                  <a:pt x="4613435" y="3387476"/>
                  <a:pt x="4608100" y="3410487"/>
                  <a:pt x="4540268" y="3424464"/>
                </a:cubicBezTo>
                <a:cubicBezTo>
                  <a:pt x="4508279" y="3412969"/>
                  <a:pt x="4485989" y="3420063"/>
                  <a:pt x="4465491" y="3433154"/>
                </a:cubicBezTo>
                <a:cubicBezTo>
                  <a:pt x="4396498" y="3432601"/>
                  <a:pt x="4338078" y="3453569"/>
                  <a:pt x="4262864" y="3464075"/>
                </a:cubicBezTo>
                <a:cubicBezTo>
                  <a:pt x="4180249" y="3483394"/>
                  <a:pt x="4225769" y="3479019"/>
                  <a:pt x="4175005" y="3493545"/>
                </a:cubicBezTo>
                <a:lnTo>
                  <a:pt x="4030100" y="3514212"/>
                </a:lnTo>
                <a:lnTo>
                  <a:pt x="3926631" y="3525304"/>
                </a:lnTo>
                <a:lnTo>
                  <a:pt x="3897306" y="3547095"/>
                </a:lnTo>
                <a:lnTo>
                  <a:pt x="3896886" y="3547500"/>
                </a:lnTo>
                <a:lnTo>
                  <a:pt x="3834004" y="3550510"/>
                </a:lnTo>
                <a:cubicBezTo>
                  <a:pt x="3800562" y="3554957"/>
                  <a:pt x="3734185" y="3568533"/>
                  <a:pt x="3696227" y="3574175"/>
                </a:cubicBezTo>
                <a:cubicBezTo>
                  <a:pt x="3661780" y="3570074"/>
                  <a:pt x="3640587" y="3551815"/>
                  <a:pt x="3652821" y="3580368"/>
                </a:cubicBezTo>
                <a:cubicBezTo>
                  <a:pt x="3641506" y="3579831"/>
                  <a:pt x="3634593" y="3582151"/>
                  <a:pt x="3629691" y="3585866"/>
                </a:cubicBezTo>
                <a:lnTo>
                  <a:pt x="3595018" y="3571623"/>
                </a:lnTo>
                <a:lnTo>
                  <a:pt x="3551656" y="3577800"/>
                </a:lnTo>
                <a:lnTo>
                  <a:pt x="3541558" y="3579797"/>
                </a:lnTo>
                <a:lnTo>
                  <a:pt x="3465708" y="3565931"/>
                </a:lnTo>
                <a:lnTo>
                  <a:pt x="3458313" y="3560366"/>
                </a:lnTo>
                <a:cubicBezTo>
                  <a:pt x="3450380" y="3556940"/>
                  <a:pt x="3439090" y="3555355"/>
                  <a:pt x="3420278" y="3557947"/>
                </a:cubicBezTo>
                <a:lnTo>
                  <a:pt x="3415952" y="3559424"/>
                </a:lnTo>
                <a:lnTo>
                  <a:pt x="3384432" y="3550905"/>
                </a:lnTo>
                <a:cubicBezTo>
                  <a:pt x="3374259" y="3547029"/>
                  <a:pt x="3265415" y="3542149"/>
                  <a:pt x="3258039" y="3535884"/>
                </a:cubicBezTo>
                <a:cubicBezTo>
                  <a:pt x="3138852" y="3551394"/>
                  <a:pt x="3130647" y="3523871"/>
                  <a:pt x="3015008" y="3528000"/>
                </a:cubicBezTo>
                <a:cubicBezTo>
                  <a:pt x="2914857" y="3486061"/>
                  <a:pt x="2851687" y="3511605"/>
                  <a:pt x="2761910" y="3505496"/>
                </a:cubicBezTo>
                <a:cubicBezTo>
                  <a:pt x="2676401" y="3501198"/>
                  <a:pt x="2636809" y="3514769"/>
                  <a:pt x="2521923" y="3514208"/>
                </a:cubicBezTo>
                <a:cubicBezTo>
                  <a:pt x="2400197" y="3505062"/>
                  <a:pt x="2222818" y="3509922"/>
                  <a:pt x="2085894" y="3490122"/>
                </a:cubicBezTo>
                <a:cubicBezTo>
                  <a:pt x="1978312" y="3483748"/>
                  <a:pt x="1977940" y="3488460"/>
                  <a:pt x="1936305" y="3487966"/>
                </a:cubicBezTo>
                <a:cubicBezTo>
                  <a:pt x="1922459" y="3490683"/>
                  <a:pt x="1849334" y="3482739"/>
                  <a:pt x="1836080" y="3487150"/>
                </a:cubicBezTo>
                <a:lnTo>
                  <a:pt x="1829133" y="3489437"/>
                </a:lnTo>
                <a:lnTo>
                  <a:pt x="1801140" y="3490787"/>
                </a:lnTo>
                <a:lnTo>
                  <a:pt x="1793476" y="3500921"/>
                </a:lnTo>
                <a:lnTo>
                  <a:pt x="1699923" y="3509706"/>
                </a:lnTo>
                <a:cubicBezTo>
                  <a:pt x="1637728" y="3485036"/>
                  <a:pt x="1584624" y="3514467"/>
                  <a:pt x="1474760" y="3513685"/>
                </a:cubicBezTo>
                <a:cubicBezTo>
                  <a:pt x="1445646" y="3505164"/>
                  <a:pt x="1329781" y="3484421"/>
                  <a:pt x="1308130" y="3496703"/>
                </a:cubicBezTo>
                <a:cubicBezTo>
                  <a:pt x="1287409" y="3498430"/>
                  <a:pt x="1265391" y="3492347"/>
                  <a:pt x="1252381" y="3506093"/>
                </a:cubicBezTo>
                <a:cubicBezTo>
                  <a:pt x="1232588" y="3522393"/>
                  <a:pt x="1170020" y="3491785"/>
                  <a:pt x="1174550" y="3512642"/>
                </a:cubicBezTo>
                <a:cubicBezTo>
                  <a:pt x="1119896" y="3512841"/>
                  <a:pt x="1000484" y="3507431"/>
                  <a:pt x="924455" y="3507283"/>
                </a:cubicBezTo>
                <a:cubicBezTo>
                  <a:pt x="887180" y="3483915"/>
                  <a:pt x="777361" y="3516071"/>
                  <a:pt x="718373" y="3511753"/>
                </a:cubicBezTo>
                <a:cubicBezTo>
                  <a:pt x="666588" y="3513355"/>
                  <a:pt x="661645" y="3525551"/>
                  <a:pt x="600444" y="3520899"/>
                </a:cubicBezTo>
                <a:cubicBezTo>
                  <a:pt x="491334" y="3516943"/>
                  <a:pt x="451794" y="3507522"/>
                  <a:pt x="351173" y="3495843"/>
                </a:cubicBezTo>
                <a:cubicBezTo>
                  <a:pt x="237121" y="3487112"/>
                  <a:pt x="235857" y="3499212"/>
                  <a:pt x="108372" y="3484386"/>
                </a:cubicBezTo>
                <a:cubicBezTo>
                  <a:pt x="86318" y="3481054"/>
                  <a:pt x="40657" y="3480329"/>
                  <a:pt x="6467" y="3476532"/>
                </a:cubicBezTo>
                <a:lnTo>
                  <a:pt x="0" y="3475412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48F779DE-4744-42D6-9C74-33EC94460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1727" y="2190741"/>
            <a:ext cx="1348547" cy="40780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cubicBezTo>
                  <a:pt x="781874" y="4129"/>
                  <a:pt x="1607589" y="24681"/>
                  <a:pt x="2170127" y="33245"/>
                </a:cubicBezTo>
                <a:cubicBezTo>
                  <a:pt x="2169852" y="63908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35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86A5E579-ECCB-118C-E5E2-EDABE8E11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2097" y="2611205"/>
            <a:ext cx="9621918" cy="289795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sv-SE" sz="3200">
                <a:ea typeface="+mn-lt"/>
                <a:cs typeface="+mn-lt"/>
              </a:rPr>
              <a:t>Varför används de i IT? Båda formaten används för att lagra konfiguration – precis som du sparar inställningar i Windows, sparar du konfiguration i JSON/YAML. JSON är standard för webb-API:er och molntjänster . YAML är standard för Kubernetes, Docker Compose och Ansible, eftersom det är lättare för människor att läsa.</a:t>
            </a:r>
            <a:endParaRPr lang="sv-SE" sz="3200" dirty="0"/>
          </a:p>
          <a:p>
            <a:endParaRPr lang="sv-SE" sz="3200" dirty="0"/>
          </a:p>
        </p:txBody>
      </p:sp>
    </p:spTree>
    <p:extLst>
      <p:ext uri="{BB962C8B-B14F-4D97-AF65-F5344CB8AC3E}">
        <p14:creationId xmlns:p14="http://schemas.microsoft.com/office/powerpoint/2010/main" val="1733581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78620960-A92E-1FFC-490E-D27442BC8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3312"/>
            <a:ext cx="4038600" cy="5431376"/>
          </a:xfrm>
        </p:spPr>
        <p:txBody>
          <a:bodyPr>
            <a:normAutofit/>
          </a:bodyPr>
          <a:lstStyle/>
          <a:p>
            <a:r>
              <a:rPr lang="sv-SE">
                <a:ea typeface="+mj-lt"/>
                <a:cs typeface="+mj-lt"/>
              </a:rPr>
              <a:t>Jämförelse</a:t>
            </a:r>
            <a:endParaRPr lang="sv-SE"/>
          </a:p>
        </p:txBody>
      </p:sp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829B8A26-1A2B-B85D-4B18-2A2C2C699F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5855286"/>
              </p:ext>
            </p:extLst>
          </p:nvPr>
        </p:nvGraphicFramePr>
        <p:xfrm>
          <a:off x="3654777" y="0"/>
          <a:ext cx="8539220" cy="684395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96875">
                  <a:extLst>
                    <a:ext uri="{9D8B030D-6E8A-4147-A177-3AD203B41FA5}">
                      <a16:colId xmlns:a16="http://schemas.microsoft.com/office/drawing/2014/main" val="3607207805"/>
                    </a:ext>
                  </a:extLst>
                </a:gridCol>
                <a:gridCol w="2976815">
                  <a:extLst>
                    <a:ext uri="{9D8B030D-6E8A-4147-A177-3AD203B41FA5}">
                      <a16:colId xmlns:a16="http://schemas.microsoft.com/office/drawing/2014/main" val="2762642903"/>
                    </a:ext>
                  </a:extLst>
                </a:gridCol>
                <a:gridCol w="3465530">
                  <a:extLst>
                    <a:ext uri="{9D8B030D-6E8A-4147-A177-3AD203B41FA5}">
                      <a16:colId xmlns:a16="http://schemas.microsoft.com/office/drawing/2014/main" val="117419925"/>
                    </a:ext>
                  </a:extLst>
                </a:gridCol>
              </a:tblGrid>
              <a:tr h="103271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Egenskap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JSON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YAML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0700979"/>
                  </a:ext>
                </a:extLst>
              </a:tr>
              <a:tr h="159283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Läsbarhet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Svårare för människor (mycket parenteser)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Lättare för människor (renare syntax)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378835"/>
                  </a:ext>
                </a:extLst>
              </a:tr>
              <a:tr h="103271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Kommentarer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Stöds inte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Stöds (</a:t>
                      </a: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# kommentar</a:t>
                      </a: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)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539472"/>
                  </a:ext>
                </a:extLst>
              </a:tr>
              <a:tr h="159283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Användning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API:er, Terraform, molntjänster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Ansible, Kubernetes, Docker Compose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1640668"/>
                  </a:ext>
                </a:extLst>
              </a:tr>
              <a:tr h="159283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Strikt syntax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Ja – inga kommentarer, måste ha korrekta citattecken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Mer flexibel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8464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9807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516A93F7-7DD6-E8CF-12A2-F7564F58F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4" y="2378423"/>
            <a:ext cx="3939823" cy="1734265"/>
          </a:xfrm>
        </p:spPr>
        <p:txBody>
          <a:bodyPr>
            <a:normAutofit/>
          </a:bodyPr>
          <a:lstStyle/>
          <a:p>
            <a:r>
              <a:rPr lang="sv-SE" sz="3100">
                <a:ea typeface="+mj-lt"/>
                <a:cs typeface="+mj-lt"/>
              </a:rPr>
              <a:t>Python Grundkoncept – För Systemadministratörer</a:t>
            </a:r>
            <a:endParaRPr lang="sv-SE" sz="310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08945535-3B9D-E647-81E7-47DADA714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" y="4565646"/>
            <a:ext cx="3804359" cy="1423821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sv-SE" sz="2000">
                <a:ea typeface="+mn-lt"/>
                <a:cs typeface="+mn-lt"/>
              </a:rPr>
              <a:t>Du behöver inte bli Python-expert – bara kunna skriva funktionella skript.</a:t>
            </a:r>
            <a:endParaRPr lang="sv-SE"/>
          </a:p>
          <a:p>
            <a:pPr marL="0" indent="0">
              <a:buNone/>
            </a:pPr>
            <a:r>
              <a:rPr lang="sv-SE" sz="2000">
                <a:ea typeface="+mn-lt"/>
                <a:cs typeface="+mn-lt"/>
              </a:rPr>
              <a:t>Viktiga koncept för systemadministration:</a:t>
            </a:r>
          </a:p>
        </p:txBody>
      </p:sp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2E6AC67A-1198-B131-C5FB-41B45957C7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371561"/>
              </p:ext>
            </p:extLst>
          </p:nvPr>
        </p:nvGraphicFramePr>
        <p:xfrm>
          <a:off x="3951111" y="-14111"/>
          <a:ext cx="8239257" cy="686147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18432">
                  <a:extLst>
                    <a:ext uri="{9D8B030D-6E8A-4147-A177-3AD203B41FA5}">
                      <a16:colId xmlns:a16="http://schemas.microsoft.com/office/drawing/2014/main" val="253364368"/>
                    </a:ext>
                  </a:extLst>
                </a:gridCol>
                <a:gridCol w="3145846">
                  <a:extLst>
                    <a:ext uri="{9D8B030D-6E8A-4147-A177-3AD203B41FA5}">
                      <a16:colId xmlns:a16="http://schemas.microsoft.com/office/drawing/2014/main" val="28023641"/>
                    </a:ext>
                  </a:extLst>
                </a:gridCol>
                <a:gridCol w="3074979">
                  <a:extLst>
                    <a:ext uri="{9D8B030D-6E8A-4147-A177-3AD203B41FA5}">
                      <a16:colId xmlns:a16="http://schemas.microsoft.com/office/drawing/2014/main" val="2763069707"/>
                    </a:ext>
                  </a:extLst>
                </a:gridCol>
              </a:tblGrid>
              <a:tr h="81850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Koncept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Varför behövs det?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Exempel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729223"/>
                  </a:ext>
                </a:extLst>
              </a:tr>
              <a:tr h="127128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import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Ladda moduler för filhantering, nätverk, etc.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import os, subprocess, requests</a:t>
                      </a:r>
                      <a:endParaRPr lang="sv-SE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550928"/>
                  </a:ext>
                </a:extLst>
              </a:tr>
              <a:tr h="95781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def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Skapa återanvändbara funktioner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def verifiera_webbserver(url):</a:t>
                      </a:r>
                      <a:endParaRPr lang="sv-SE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391995"/>
                  </a:ext>
                </a:extLst>
              </a:tr>
              <a:tr h="127128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try/except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Hantera fel – skriptet ska inte krascha!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try: requests.get(url) except: ...</a:t>
                      </a:r>
                      <a:endParaRPr lang="sv-SE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9633473"/>
                  </a:ext>
                </a:extLst>
              </a:tr>
              <a:tr h="127128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with open()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Läsa/skriva filer (stänger automatiskt)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with open("config.json", "r") as f:</a:t>
                      </a:r>
                      <a:endParaRPr lang="sv-SE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5383156"/>
                  </a:ext>
                </a:extLst>
              </a:tr>
              <a:tr h="127128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if __name__ == "__main__"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Kör skriptet direkt eller importera som modul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Standard för alla skript!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409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6891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4C2A0467-4ECC-82DA-181C-2620B98D86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65" t="4981" r="2618" b="4502"/>
          <a:stretch>
            <a:fillRect/>
          </a:stretch>
        </p:blipFill>
        <p:spPr>
          <a:xfrm>
            <a:off x="742106" y="525227"/>
            <a:ext cx="10701219" cy="5807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195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8748A71A-A7C2-3AF2-85FF-23F1A7E8D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3312"/>
            <a:ext cx="4038600" cy="5431376"/>
          </a:xfrm>
        </p:spPr>
        <p:txBody>
          <a:bodyPr>
            <a:normAutofit/>
          </a:bodyPr>
          <a:lstStyle/>
          <a:p>
            <a:r>
              <a:rPr lang="sv-SE">
                <a:ea typeface="+mj-lt"/>
                <a:cs typeface="+mj-lt"/>
              </a:rPr>
              <a:t>Exempel – komplett skriptstruktur</a:t>
            </a:r>
            <a:endParaRPr lang="sv-SE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8038BC35-B8DB-F5F0-C852-F131754AD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9666" y="-6353"/>
            <a:ext cx="7656689" cy="6870708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sv-SE" sz="2000">
                <a:ea typeface="+mn-lt"/>
                <a:cs typeface="+mn-lt"/>
              </a:rPr>
              <a:t>Proffstips: Använd if __name__ == "__main__" – då kan du importera funktioner från ditt skript senare utan att koden körs automatiskt.</a:t>
            </a:r>
          </a:p>
          <a:p>
            <a:pPr>
              <a:buNone/>
            </a:pPr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python</a:t>
            </a:r>
            <a:endParaRPr lang="sv-SE" sz="2000">
              <a:solidFill>
                <a:srgbClr val="0F1115"/>
              </a:solidFill>
              <a:ea typeface="+mn-lt"/>
              <a:cs typeface="+mn-lt"/>
            </a:endParaRPr>
          </a:p>
          <a:p>
            <a:pPr>
              <a:buNone/>
            </a:pPr>
            <a:r>
              <a:rPr lang="sv-SE" sz="20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import</a:t>
            </a:r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requests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0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def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0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verifiera_webbserver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(</a:t>
            </a:r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url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):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20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try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     response </a:t>
            </a:r>
            <a:r>
              <a:rPr lang="sv-SE" sz="20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requests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.</a:t>
            </a:r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get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(</a:t>
            </a:r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url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,</a:t>
            </a:r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timeout</a:t>
            </a:r>
            <a:r>
              <a:rPr lang="sv-SE" sz="20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200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5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)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    </a:t>
            </a:r>
            <a:r>
              <a:rPr lang="sv-SE" sz="20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return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response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.</a:t>
            </a:r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status_code </a:t>
            </a:r>
            <a:r>
              <a:rPr lang="sv-SE" sz="20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==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00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200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20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except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    </a:t>
            </a:r>
            <a:r>
              <a:rPr lang="sv-SE" sz="20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return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00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False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0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if</a:t>
            </a:r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__name__ </a:t>
            </a:r>
            <a:r>
              <a:rPr lang="sv-SE" sz="20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==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0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"__main__"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20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if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verifiera_webbserver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(</a:t>
            </a:r>
            <a:r>
              <a:rPr lang="sv-SE" sz="20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"http://localhost"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):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    </a:t>
            </a:r>
            <a:r>
              <a:rPr lang="sv-SE" sz="20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print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(</a:t>
            </a:r>
            <a:r>
              <a:rPr lang="sv-SE" sz="20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"Webbserver OK!"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)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20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else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    </a:t>
            </a:r>
            <a:r>
              <a:rPr lang="sv-SE" sz="20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print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(</a:t>
            </a:r>
            <a:r>
              <a:rPr lang="sv-SE" sz="20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"Webbserver EJ OK!"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)</a:t>
            </a:r>
            <a:endParaRPr lang="sv-SE" sz="2000">
              <a:solidFill>
                <a:srgbClr val="383A42"/>
              </a:solidFill>
              <a:highlight>
                <a:srgbClr val="F9FAFB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2899272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EF840A5B-DE5C-1CE2-6EDE-1BF6D78CE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4" y="670979"/>
            <a:ext cx="3601156" cy="5431376"/>
          </a:xfrm>
        </p:spPr>
        <p:txBody>
          <a:bodyPr>
            <a:normAutofit/>
          </a:bodyPr>
          <a:lstStyle/>
          <a:p>
            <a:r>
              <a:rPr lang="sv-SE">
                <a:ea typeface="+mj-lt"/>
                <a:cs typeface="+mj-lt"/>
              </a:rPr>
              <a:t>Varje modul har ett specifikt syfte – använd rätt verktyg för rätt uppgift!</a:t>
            </a:r>
            <a:endParaRPr lang="sv-SE"/>
          </a:p>
        </p:txBody>
      </p:sp>
      <p:graphicFrame>
        <p:nvGraphicFramePr>
          <p:cNvPr id="5" name="Platshållare för innehåll 4">
            <a:extLst>
              <a:ext uri="{FF2B5EF4-FFF2-40B4-BE49-F238E27FC236}">
                <a16:creationId xmlns:a16="http://schemas.microsoft.com/office/drawing/2014/main" id="{54FCDC69-971E-7E81-D275-C91299FB41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990218"/>
              </p:ext>
            </p:extLst>
          </p:nvPr>
        </p:nvGraphicFramePr>
        <p:xfrm>
          <a:off x="3936999" y="0"/>
          <a:ext cx="8257079" cy="687114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40276">
                  <a:extLst>
                    <a:ext uri="{9D8B030D-6E8A-4147-A177-3AD203B41FA5}">
                      <a16:colId xmlns:a16="http://schemas.microsoft.com/office/drawing/2014/main" val="3216355623"/>
                    </a:ext>
                  </a:extLst>
                </a:gridCol>
                <a:gridCol w="3280833">
                  <a:extLst>
                    <a:ext uri="{9D8B030D-6E8A-4147-A177-3AD203B41FA5}">
                      <a16:colId xmlns:a16="http://schemas.microsoft.com/office/drawing/2014/main" val="3042840505"/>
                    </a:ext>
                  </a:extLst>
                </a:gridCol>
                <a:gridCol w="3035970">
                  <a:extLst>
                    <a:ext uri="{9D8B030D-6E8A-4147-A177-3AD203B41FA5}">
                      <a16:colId xmlns:a16="http://schemas.microsoft.com/office/drawing/2014/main" val="2611204512"/>
                    </a:ext>
                  </a:extLst>
                </a:gridCol>
              </a:tblGrid>
              <a:tr h="858893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Modul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Syfte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Exempel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876056"/>
                  </a:ext>
                </a:extLst>
              </a:tr>
              <a:tr h="858893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os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Fil- och mapphantering, miljövariabler 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os.makedirs()</a:t>
                      </a: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, </a:t>
                      </a: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os.path.exists()</a:t>
                      </a:r>
                      <a:endParaRPr lang="sv-SE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0671229"/>
                  </a:ext>
                </a:extLst>
              </a:tr>
              <a:tr h="858893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shutil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Avancerad filhantering (kopiera, flytta, ta bort) 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shutil.copy()</a:t>
                      </a: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, </a:t>
                      </a: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shutil.rmtree()</a:t>
                      </a:r>
                      <a:endParaRPr lang="sv-SE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8077254"/>
                  </a:ext>
                </a:extLst>
              </a:tr>
              <a:tr h="858893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subprocess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Kör systemkommandon (PowerShell, Bash)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subprocess.run(["ls", "-la"])</a:t>
                      </a:r>
                      <a:endParaRPr lang="sv-SE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294288"/>
                  </a:ext>
                </a:extLst>
              </a:tr>
              <a:tr h="858893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json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Läsa/skriva JSON-filer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json.load()</a:t>
                      </a: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, </a:t>
                      </a: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json.dump()</a:t>
                      </a:r>
                      <a:endParaRPr lang="sv-SE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9058717"/>
                  </a:ext>
                </a:extLst>
              </a:tr>
              <a:tr h="858893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yaml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Läsa/skriva YAML-filer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yaml.safe_load()</a:t>
                      </a: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, </a:t>
                      </a: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yaml.dump()</a:t>
                      </a:r>
                      <a:endParaRPr lang="sv-SE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710879"/>
                  </a:ext>
                </a:extLst>
              </a:tr>
              <a:tr h="858893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requests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HTTP-anrop (API:er, webbservrar)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requests.get("http://localhost")</a:t>
                      </a:r>
                      <a:endParaRPr lang="sv-SE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432374"/>
                  </a:ext>
                </a:extLst>
              </a:tr>
              <a:tr h="858893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logging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Strukturerad loggning med nivåer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logging.info("Skriptet startades")</a:t>
                      </a:r>
                      <a:endParaRPr lang="sv-SE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9983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34208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0339EE9-5436-4860-BBFC-7CD7C90DB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770EBD-5B77-46EC-BF58-EF27ACD6B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5" y="0"/>
            <a:ext cx="7537705" cy="6858000"/>
          </a:xfrm>
          <a:custGeom>
            <a:avLst/>
            <a:gdLst>
              <a:gd name="connsiteX0" fmla="*/ 1008599 w 7299977"/>
              <a:gd name="connsiteY0" fmla="*/ 0 h 6858000"/>
              <a:gd name="connsiteX1" fmla="*/ 4420653 w 7299977"/>
              <a:gd name="connsiteY1" fmla="*/ 0 h 6858000"/>
              <a:gd name="connsiteX2" fmla="*/ 5511704 w 7299977"/>
              <a:gd name="connsiteY2" fmla="*/ 0 h 6858000"/>
              <a:gd name="connsiteX3" fmla="*/ 7299977 w 7299977"/>
              <a:gd name="connsiteY3" fmla="*/ 0 h 6858000"/>
              <a:gd name="connsiteX4" fmla="*/ 7299977 w 7299977"/>
              <a:gd name="connsiteY4" fmla="*/ 6858000 h 6858000"/>
              <a:gd name="connsiteX5" fmla="*/ 5511704 w 7299977"/>
              <a:gd name="connsiteY5" fmla="*/ 6858000 h 6858000"/>
              <a:gd name="connsiteX6" fmla="*/ 4420653 w 7299977"/>
              <a:gd name="connsiteY6" fmla="*/ 6858000 h 6858000"/>
              <a:gd name="connsiteX7" fmla="*/ 1592997 w 7299977"/>
              <a:gd name="connsiteY7" fmla="*/ 6858000 h 6858000"/>
              <a:gd name="connsiteX8" fmla="*/ 1232473 w 7299977"/>
              <a:gd name="connsiteY8" fmla="*/ 6658805 h 6858000"/>
              <a:gd name="connsiteX9" fmla="*/ 1075471 w 7299977"/>
              <a:gd name="connsiteY9" fmla="*/ 6431153 h 6858000"/>
              <a:gd name="connsiteX10" fmla="*/ 1020229 w 7299977"/>
              <a:gd name="connsiteY10" fmla="*/ 6367127 h 6858000"/>
              <a:gd name="connsiteX11" fmla="*/ 883579 w 7299977"/>
              <a:gd name="connsiteY11" fmla="*/ 6281757 h 6858000"/>
              <a:gd name="connsiteX12" fmla="*/ 645167 w 7299977"/>
              <a:gd name="connsiteY12" fmla="*/ 6100347 h 6858000"/>
              <a:gd name="connsiteX13" fmla="*/ 732391 w 7299977"/>
              <a:gd name="connsiteY13" fmla="*/ 6057663 h 6858000"/>
              <a:gd name="connsiteX14" fmla="*/ 985339 w 7299977"/>
              <a:gd name="connsiteY14" fmla="*/ 6167932 h 6858000"/>
              <a:gd name="connsiteX15" fmla="*/ 1168509 w 7299977"/>
              <a:gd name="connsiteY15" fmla="*/ 6196388 h 6858000"/>
              <a:gd name="connsiteX16" fmla="*/ 909746 w 7299977"/>
              <a:gd name="connsiteY16" fmla="*/ 6004307 h 6858000"/>
              <a:gd name="connsiteX17" fmla="*/ 659704 w 7299977"/>
              <a:gd name="connsiteY17" fmla="*/ 5755314 h 6858000"/>
              <a:gd name="connsiteX18" fmla="*/ 851597 w 7299977"/>
              <a:gd name="connsiteY18" fmla="*/ 5801555 h 6858000"/>
              <a:gd name="connsiteX19" fmla="*/ 860319 w 7299977"/>
              <a:gd name="connsiteY19" fmla="*/ 5769542 h 6858000"/>
              <a:gd name="connsiteX20" fmla="*/ 691686 w 7299977"/>
              <a:gd name="connsiteY20" fmla="*/ 5474306 h 6858000"/>
              <a:gd name="connsiteX21" fmla="*/ 610278 w 7299977"/>
              <a:gd name="connsiteY21" fmla="*/ 5353367 h 6858000"/>
              <a:gd name="connsiteX22" fmla="*/ 238123 w 7299977"/>
              <a:gd name="connsiteY22" fmla="*/ 4994104 h 6858000"/>
              <a:gd name="connsiteX23" fmla="*/ 592833 w 7299977"/>
              <a:gd name="connsiteY23" fmla="*/ 5154171 h 6858000"/>
              <a:gd name="connsiteX24" fmla="*/ 226494 w 7299977"/>
              <a:gd name="connsiteY24" fmla="*/ 4805580 h 6858000"/>
              <a:gd name="connsiteX25" fmla="*/ 49139 w 7299977"/>
              <a:gd name="connsiteY25" fmla="*/ 4677526 h 6858000"/>
              <a:gd name="connsiteX26" fmla="*/ 5527 w 7299977"/>
              <a:gd name="connsiteY26" fmla="*/ 4602828 h 6858000"/>
              <a:gd name="connsiteX27" fmla="*/ 84029 w 7299977"/>
              <a:gd name="connsiteY27" fmla="*/ 4585042 h 6858000"/>
              <a:gd name="connsiteX28" fmla="*/ 325347 w 7299977"/>
              <a:gd name="connsiteY28" fmla="*/ 4613499 h 6858000"/>
              <a:gd name="connsiteX29" fmla="*/ 25879 w 7299977"/>
              <a:gd name="connsiteY29" fmla="*/ 4378734 h 6858000"/>
              <a:gd name="connsiteX30" fmla="*/ 249753 w 7299977"/>
              <a:gd name="connsiteY30" fmla="*/ 4414305 h 6858000"/>
              <a:gd name="connsiteX31" fmla="*/ 313718 w 7299977"/>
              <a:gd name="connsiteY31" fmla="*/ 4321821 h 6858000"/>
              <a:gd name="connsiteX32" fmla="*/ 418386 w 7299977"/>
              <a:gd name="connsiteY32" fmla="*/ 4172424 h 6858000"/>
              <a:gd name="connsiteX33" fmla="*/ 491072 w 7299977"/>
              <a:gd name="connsiteY33" fmla="*/ 4090612 h 6858000"/>
              <a:gd name="connsiteX34" fmla="*/ 520147 w 7299977"/>
              <a:gd name="connsiteY34" fmla="*/ 3827390 h 6858000"/>
              <a:gd name="connsiteX35" fmla="*/ 459090 w 7299977"/>
              <a:gd name="connsiteY35" fmla="*/ 3539269 h 6858000"/>
              <a:gd name="connsiteX36" fmla="*/ 290458 w 7299977"/>
              <a:gd name="connsiteY36" fmla="*/ 3393429 h 6858000"/>
              <a:gd name="connsiteX37" fmla="*/ 339884 w 7299977"/>
              <a:gd name="connsiteY37" fmla="*/ 3229805 h 6858000"/>
              <a:gd name="connsiteX38" fmla="*/ 697501 w 7299977"/>
              <a:gd name="connsiteY38" fmla="*/ 3329402 h 6858000"/>
              <a:gd name="connsiteX39" fmla="*/ 165437 w 7299977"/>
              <a:gd name="connsiteY39" fmla="*/ 2941684 h 6858000"/>
              <a:gd name="connsiteX40" fmla="*/ 255568 w 7299977"/>
              <a:gd name="connsiteY40" fmla="*/ 2923898 h 6858000"/>
              <a:gd name="connsiteX41" fmla="*/ 578296 w 7299977"/>
              <a:gd name="connsiteY41" fmla="*/ 2703362 h 6858000"/>
              <a:gd name="connsiteX42" fmla="*/ 595740 w 7299977"/>
              <a:gd name="connsiteY42" fmla="*/ 2692689 h 6858000"/>
              <a:gd name="connsiteX43" fmla="*/ 650982 w 7299977"/>
              <a:gd name="connsiteY43" fmla="*/ 2553965 h 6858000"/>
              <a:gd name="connsiteX44" fmla="*/ 825429 w 7299977"/>
              <a:gd name="connsiteY44" fmla="*/ 2532623 h 6858000"/>
              <a:gd name="connsiteX45" fmla="*/ 970802 w 7299977"/>
              <a:gd name="connsiteY45" fmla="*/ 2564636 h 6858000"/>
              <a:gd name="connsiteX46" fmla="*/ 1127805 w 7299977"/>
              <a:gd name="connsiteY46" fmla="*/ 2525509 h 6858000"/>
              <a:gd name="connsiteX47" fmla="*/ 1267362 w 7299977"/>
              <a:gd name="connsiteY47" fmla="*/ 2543294 h 6858000"/>
              <a:gd name="connsiteX48" fmla="*/ 1386568 w 7299977"/>
              <a:gd name="connsiteY48" fmla="*/ 2518395 h 6858000"/>
              <a:gd name="connsiteX49" fmla="*/ 1270270 w 7299977"/>
              <a:gd name="connsiteY49" fmla="*/ 2401012 h 6858000"/>
              <a:gd name="connsiteX50" fmla="*/ 1107453 w 7299977"/>
              <a:gd name="connsiteY50" fmla="*/ 2401012 h 6858000"/>
              <a:gd name="connsiteX51" fmla="*/ 991154 w 7299977"/>
              <a:gd name="connsiteY51" fmla="*/ 2326314 h 6858000"/>
              <a:gd name="connsiteX52" fmla="*/ 880671 w 7299977"/>
              <a:gd name="connsiteY52" fmla="*/ 2191146 h 6858000"/>
              <a:gd name="connsiteX53" fmla="*/ 491072 w 7299977"/>
              <a:gd name="connsiteY53" fmla="*/ 1974165 h 6858000"/>
              <a:gd name="connsiteX54" fmla="*/ 421293 w 7299977"/>
              <a:gd name="connsiteY54" fmla="*/ 1892353 h 6858000"/>
              <a:gd name="connsiteX55" fmla="*/ 1531941 w 7299977"/>
              <a:gd name="connsiteY55" fmla="*/ 2208931 h 6858000"/>
              <a:gd name="connsiteX56" fmla="*/ 1188861 w 7299977"/>
              <a:gd name="connsiteY56" fmla="*/ 2077320 h 6858000"/>
              <a:gd name="connsiteX57" fmla="*/ 1421458 w 7299977"/>
              <a:gd name="connsiteY57" fmla="*/ 2102219 h 6858000"/>
              <a:gd name="connsiteX58" fmla="*/ 1549386 w 7299977"/>
              <a:gd name="connsiteY58" fmla="*/ 2013292 h 6858000"/>
              <a:gd name="connsiteX59" fmla="*/ 1549386 w 7299977"/>
              <a:gd name="connsiteY59" fmla="*/ 1984836 h 6858000"/>
              <a:gd name="connsiteX60" fmla="*/ 1453440 w 7299977"/>
              <a:gd name="connsiteY60" fmla="*/ 1903025 h 6858000"/>
              <a:gd name="connsiteX61" fmla="*/ 1398198 w 7299977"/>
              <a:gd name="connsiteY61" fmla="*/ 1849668 h 6858000"/>
              <a:gd name="connsiteX62" fmla="*/ 1247011 w 7299977"/>
              <a:gd name="connsiteY62" fmla="*/ 1657587 h 6858000"/>
              <a:gd name="connsiteX63" fmla="*/ 1354586 w 7299977"/>
              <a:gd name="connsiteY63" fmla="*/ 1636245 h 6858000"/>
              <a:gd name="connsiteX64" fmla="*/ 1395290 w 7299977"/>
              <a:gd name="connsiteY64" fmla="*/ 1597117 h 6858000"/>
              <a:gd name="connsiteX65" fmla="*/ 1366216 w 7299977"/>
              <a:gd name="connsiteY65" fmla="*/ 1540204 h 6858000"/>
              <a:gd name="connsiteX66" fmla="*/ 1031858 w 7299977"/>
              <a:gd name="connsiteY66" fmla="*/ 1365909 h 6858000"/>
              <a:gd name="connsiteX67" fmla="*/ 1005692 w 7299977"/>
              <a:gd name="connsiteY67" fmla="*/ 1230741 h 6858000"/>
              <a:gd name="connsiteX68" fmla="*/ 1069655 w 7299977"/>
              <a:gd name="connsiteY68" fmla="*/ 1209399 h 6858000"/>
              <a:gd name="connsiteX69" fmla="*/ 1142342 w 7299977"/>
              <a:gd name="connsiteY69" fmla="*/ 1220069 h 6858000"/>
              <a:gd name="connsiteX70" fmla="*/ 1084193 w 7299977"/>
              <a:gd name="connsiteY70" fmla="*/ 1113358 h 6858000"/>
              <a:gd name="connsiteX71" fmla="*/ 848689 w 7299977"/>
              <a:gd name="connsiteY71" fmla="*/ 1006647 h 6858000"/>
              <a:gd name="connsiteX72" fmla="*/ 805077 w 7299977"/>
              <a:gd name="connsiteY72" fmla="*/ 949734 h 6858000"/>
              <a:gd name="connsiteX73" fmla="*/ 863226 w 7299977"/>
              <a:gd name="connsiteY73" fmla="*/ 921277 h 6858000"/>
              <a:gd name="connsiteX74" fmla="*/ 906838 w 7299977"/>
              <a:gd name="connsiteY74" fmla="*/ 910606 h 6858000"/>
              <a:gd name="connsiteX75" fmla="*/ 5527 w 7299977"/>
              <a:gd name="connsiteY75" fmla="*/ 465975 h 6858000"/>
              <a:gd name="connsiteX76" fmla="*/ 209049 w 7299977"/>
              <a:gd name="connsiteY76" fmla="*/ 462417 h 6858000"/>
              <a:gd name="connsiteX77" fmla="*/ 409664 w 7299977"/>
              <a:gd name="connsiteY77" fmla="*/ 533558 h 6858000"/>
              <a:gd name="connsiteX78" fmla="*/ 621908 w 7299977"/>
              <a:gd name="connsiteY78" fmla="*/ 522887 h 6858000"/>
              <a:gd name="connsiteX79" fmla="*/ 822522 w 7299977"/>
              <a:gd name="connsiteY79" fmla="*/ 558458 h 6858000"/>
              <a:gd name="connsiteX80" fmla="*/ 996969 w 7299977"/>
              <a:gd name="connsiteY80" fmla="*/ 558458 h 6858000"/>
              <a:gd name="connsiteX81" fmla="*/ 834151 w 7299977"/>
              <a:gd name="connsiteY81" fmla="*/ 505101 h 6858000"/>
              <a:gd name="connsiteX82" fmla="*/ 773095 w 7299977"/>
              <a:gd name="connsiteY82" fmla="*/ 416176 h 6858000"/>
              <a:gd name="connsiteX83" fmla="*/ 793447 w 7299977"/>
              <a:gd name="connsiteY83" fmla="*/ 334364 h 6858000"/>
              <a:gd name="connsiteX84" fmla="*/ 860319 w 7299977"/>
              <a:gd name="connsiteY84" fmla="*/ 359262 h 6858000"/>
              <a:gd name="connsiteX85" fmla="*/ 938820 w 7299977"/>
              <a:gd name="connsiteY85" fmla="*/ 451747 h 6858000"/>
              <a:gd name="connsiteX86" fmla="*/ 956265 w 7299977"/>
              <a:gd name="connsiteY86" fmla="*/ 394834 h 6858000"/>
              <a:gd name="connsiteX87" fmla="*/ 1002784 w 7299977"/>
              <a:gd name="connsiteY87" fmla="*/ 352148 h 6858000"/>
              <a:gd name="connsiteX88" fmla="*/ 1270270 w 7299977"/>
              <a:gd name="connsiteY88" fmla="*/ 373491 h 6858000"/>
              <a:gd name="connsiteX89" fmla="*/ 1092915 w 7299977"/>
              <a:gd name="connsiteY89" fmla="*/ 192082 h 6858000"/>
              <a:gd name="connsiteX90" fmla="*/ 979525 w 7299977"/>
              <a:gd name="connsiteY90" fmla="*/ 163625 h 6858000"/>
              <a:gd name="connsiteX91" fmla="*/ 953358 w 7299977"/>
              <a:gd name="connsiteY91" fmla="*/ 88927 h 6858000"/>
              <a:gd name="connsiteX92" fmla="*/ 1005692 w 7299977"/>
              <a:gd name="connsiteY92" fmla="*/ 71141 h 6858000"/>
              <a:gd name="connsiteX93" fmla="*/ 1267362 w 7299977"/>
              <a:gd name="connsiteY93" fmla="*/ 135168 h 6858000"/>
              <a:gd name="connsiteX94" fmla="*/ 1310975 w 7299977"/>
              <a:gd name="connsiteY94" fmla="*/ 110269 h 6858000"/>
              <a:gd name="connsiteX95" fmla="*/ 1008599 w 7299977"/>
              <a:gd name="connsiteY9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7299977" h="6858000">
                <a:moveTo>
                  <a:pt x="1008599" y="0"/>
                </a:moveTo>
                <a:lnTo>
                  <a:pt x="4420653" y="0"/>
                </a:lnTo>
                <a:lnTo>
                  <a:pt x="5511704" y="0"/>
                </a:lnTo>
                <a:lnTo>
                  <a:pt x="7299977" y="0"/>
                </a:lnTo>
                <a:lnTo>
                  <a:pt x="7299977" y="6858000"/>
                </a:lnTo>
                <a:lnTo>
                  <a:pt x="5511704" y="6858000"/>
                </a:lnTo>
                <a:lnTo>
                  <a:pt x="4420653" y="6858000"/>
                </a:lnTo>
                <a:lnTo>
                  <a:pt x="1592997" y="6858000"/>
                </a:lnTo>
                <a:cubicBezTo>
                  <a:pt x="1473792" y="6786859"/>
                  <a:pt x="1360401" y="6701489"/>
                  <a:pt x="1232473" y="6658805"/>
                </a:cubicBezTo>
                <a:cubicBezTo>
                  <a:pt x="1145250" y="6630349"/>
                  <a:pt x="1060933" y="6580550"/>
                  <a:pt x="1075471" y="6431153"/>
                </a:cubicBezTo>
                <a:cubicBezTo>
                  <a:pt x="1078378" y="6388469"/>
                  <a:pt x="1055118" y="6356456"/>
                  <a:pt x="1020229" y="6367127"/>
                </a:cubicBezTo>
                <a:cubicBezTo>
                  <a:pt x="953358" y="6388469"/>
                  <a:pt x="921375" y="6327999"/>
                  <a:pt x="883579" y="6281757"/>
                </a:cubicBezTo>
                <a:cubicBezTo>
                  <a:pt x="816707" y="6199945"/>
                  <a:pt x="752743" y="6114575"/>
                  <a:pt x="645167" y="6100347"/>
                </a:cubicBezTo>
                <a:cubicBezTo>
                  <a:pt x="665519" y="6036320"/>
                  <a:pt x="700408" y="6043434"/>
                  <a:pt x="732391" y="6057663"/>
                </a:cubicBezTo>
                <a:cubicBezTo>
                  <a:pt x="816707" y="6093234"/>
                  <a:pt x="901023" y="6132361"/>
                  <a:pt x="985339" y="6167932"/>
                </a:cubicBezTo>
                <a:cubicBezTo>
                  <a:pt x="1040581" y="6189274"/>
                  <a:pt x="1095822" y="6221287"/>
                  <a:pt x="1168509" y="6196388"/>
                </a:cubicBezTo>
                <a:cubicBezTo>
                  <a:pt x="1104545" y="6068335"/>
                  <a:pt x="996969" y="6043434"/>
                  <a:pt x="909746" y="6004307"/>
                </a:cubicBezTo>
                <a:cubicBezTo>
                  <a:pt x="802169" y="5954508"/>
                  <a:pt x="738206" y="5862025"/>
                  <a:pt x="659704" y="5755314"/>
                </a:cubicBezTo>
                <a:cubicBezTo>
                  <a:pt x="738206" y="5726858"/>
                  <a:pt x="787632" y="5805112"/>
                  <a:pt x="851597" y="5801555"/>
                </a:cubicBezTo>
                <a:cubicBezTo>
                  <a:pt x="854504" y="5790884"/>
                  <a:pt x="860319" y="5769542"/>
                  <a:pt x="860319" y="5769542"/>
                </a:cubicBezTo>
                <a:cubicBezTo>
                  <a:pt x="755650" y="5712629"/>
                  <a:pt x="709132" y="5605917"/>
                  <a:pt x="691686" y="5474306"/>
                </a:cubicBezTo>
                <a:cubicBezTo>
                  <a:pt x="685872" y="5406721"/>
                  <a:pt x="648075" y="5385379"/>
                  <a:pt x="610278" y="5353367"/>
                </a:cubicBezTo>
                <a:cubicBezTo>
                  <a:pt x="482350" y="5243097"/>
                  <a:pt x="345700" y="5143500"/>
                  <a:pt x="238123" y="4994104"/>
                </a:cubicBezTo>
                <a:cubicBezTo>
                  <a:pt x="363144" y="5011889"/>
                  <a:pt x="461997" y="5111487"/>
                  <a:pt x="592833" y="5154171"/>
                </a:cubicBezTo>
                <a:cubicBezTo>
                  <a:pt x="488165" y="4990547"/>
                  <a:pt x="351514" y="4905177"/>
                  <a:pt x="226494" y="4805580"/>
                </a:cubicBezTo>
                <a:cubicBezTo>
                  <a:pt x="168344" y="4759339"/>
                  <a:pt x="116011" y="4702425"/>
                  <a:pt x="49139" y="4677526"/>
                </a:cubicBezTo>
                <a:cubicBezTo>
                  <a:pt x="25879" y="4670412"/>
                  <a:pt x="-14826" y="4652628"/>
                  <a:pt x="5527" y="4602828"/>
                </a:cubicBezTo>
                <a:cubicBezTo>
                  <a:pt x="22972" y="4560144"/>
                  <a:pt x="54954" y="4574373"/>
                  <a:pt x="84029" y="4585042"/>
                </a:cubicBezTo>
                <a:cubicBezTo>
                  <a:pt x="153807" y="4613499"/>
                  <a:pt x="229401" y="4613499"/>
                  <a:pt x="325347" y="4613499"/>
                </a:cubicBezTo>
                <a:cubicBezTo>
                  <a:pt x="243939" y="4478331"/>
                  <a:pt x="95658" y="4521016"/>
                  <a:pt x="25879" y="4378734"/>
                </a:cubicBezTo>
                <a:cubicBezTo>
                  <a:pt x="113103" y="4353835"/>
                  <a:pt x="179975" y="4403633"/>
                  <a:pt x="249753" y="4414305"/>
                </a:cubicBezTo>
                <a:cubicBezTo>
                  <a:pt x="313718" y="4424975"/>
                  <a:pt x="328254" y="4400076"/>
                  <a:pt x="313718" y="4321821"/>
                </a:cubicBezTo>
                <a:cubicBezTo>
                  <a:pt x="290458" y="4200882"/>
                  <a:pt x="325347" y="4140411"/>
                  <a:pt x="418386" y="4172424"/>
                </a:cubicBezTo>
                <a:cubicBezTo>
                  <a:pt x="505609" y="4204438"/>
                  <a:pt x="514332" y="4158196"/>
                  <a:pt x="491072" y="4090612"/>
                </a:cubicBezTo>
                <a:cubicBezTo>
                  <a:pt x="456183" y="3991015"/>
                  <a:pt x="493979" y="3912759"/>
                  <a:pt x="520147" y="3827390"/>
                </a:cubicBezTo>
                <a:cubicBezTo>
                  <a:pt x="560851" y="3699337"/>
                  <a:pt x="543407" y="3635309"/>
                  <a:pt x="459090" y="3539269"/>
                </a:cubicBezTo>
                <a:cubicBezTo>
                  <a:pt x="409664" y="3485914"/>
                  <a:pt x="360236" y="3439672"/>
                  <a:pt x="290458" y="3393429"/>
                </a:cubicBezTo>
                <a:cubicBezTo>
                  <a:pt x="450368" y="3368530"/>
                  <a:pt x="284643" y="3283162"/>
                  <a:pt x="339884" y="3229805"/>
                </a:cubicBezTo>
                <a:cubicBezTo>
                  <a:pt x="453275" y="3208463"/>
                  <a:pt x="543407" y="3379202"/>
                  <a:pt x="697501" y="3329402"/>
                </a:cubicBezTo>
                <a:cubicBezTo>
                  <a:pt x="511425" y="3183563"/>
                  <a:pt x="302087" y="3137322"/>
                  <a:pt x="165437" y="2941684"/>
                </a:cubicBezTo>
                <a:cubicBezTo>
                  <a:pt x="197419" y="2899000"/>
                  <a:pt x="229401" y="2941684"/>
                  <a:pt x="255568" y="2923898"/>
                </a:cubicBezTo>
                <a:cubicBezTo>
                  <a:pt x="255568" y="2913227"/>
                  <a:pt x="560851" y="2980812"/>
                  <a:pt x="578296" y="2703362"/>
                </a:cubicBezTo>
                <a:cubicBezTo>
                  <a:pt x="584111" y="2703362"/>
                  <a:pt x="589926" y="2703362"/>
                  <a:pt x="595740" y="2692689"/>
                </a:cubicBezTo>
                <a:cubicBezTo>
                  <a:pt x="627722" y="2653563"/>
                  <a:pt x="598648" y="2561080"/>
                  <a:pt x="650982" y="2553965"/>
                </a:cubicBezTo>
                <a:cubicBezTo>
                  <a:pt x="709132" y="2546851"/>
                  <a:pt x="764373" y="2514837"/>
                  <a:pt x="825429" y="2532623"/>
                </a:cubicBezTo>
                <a:cubicBezTo>
                  <a:pt x="871949" y="2546851"/>
                  <a:pt x="921375" y="2564636"/>
                  <a:pt x="970802" y="2564636"/>
                </a:cubicBezTo>
                <a:cubicBezTo>
                  <a:pt x="1023136" y="2564636"/>
                  <a:pt x="1095822" y="2685576"/>
                  <a:pt x="1127805" y="2525509"/>
                </a:cubicBezTo>
                <a:cubicBezTo>
                  <a:pt x="1127805" y="2518395"/>
                  <a:pt x="1217936" y="2536181"/>
                  <a:pt x="1267362" y="2543294"/>
                </a:cubicBezTo>
                <a:cubicBezTo>
                  <a:pt x="1308067" y="2550408"/>
                  <a:pt x="1357494" y="2582422"/>
                  <a:pt x="1386568" y="2518395"/>
                </a:cubicBezTo>
                <a:cubicBezTo>
                  <a:pt x="1401105" y="2479267"/>
                  <a:pt x="1331326" y="2408126"/>
                  <a:pt x="1270270" y="2401012"/>
                </a:cubicBezTo>
                <a:cubicBezTo>
                  <a:pt x="1215029" y="2393898"/>
                  <a:pt x="1159787" y="2386784"/>
                  <a:pt x="1107453" y="2401012"/>
                </a:cubicBezTo>
                <a:cubicBezTo>
                  <a:pt x="1043489" y="2418796"/>
                  <a:pt x="1008599" y="2390340"/>
                  <a:pt x="991154" y="2326314"/>
                </a:cubicBezTo>
                <a:cubicBezTo>
                  <a:pt x="970802" y="2258731"/>
                  <a:pt x="933005" y="2223159"/>
                  <a:pt x="880671" y="2191146"/>
                </a:cubicBezTo>
                <a:cubicBezTo>
                  <a:pt x="752743" y="2112891"/>
                  <a:pt x="630630" y="2020407"/>
                  <a:pt x="491072" y="1974165"/>
                </a:cubicBezTo>
                <a:cubicBezTo>
                  <a:pt x="464905" y="1967051"/>
                  <a:pt x="432923" y="1952823"/>
                  <a:pt x="421293" y="1892353"/>
                </a:cubicBezTo>
                <a:cubicBezTo>
                  <a:pt x="799262" y="1984836"/>
                  <a:pt x="1142342" y="2223159"/>
                  <a:pt x="1531941" y="2208931"/>
                </a:cubicBezTo>
                <a:cubicBezTo>
                  <a:pt x="1427272" y="2134233"/>
                  <a:pt x="1302252" y="2130676"/>
                  <a:pt x="1188861" y="2077320"/>
                </a:cubicBezTo>
                <a:cubicBezTo>
                  <a:pt x="1270270" y="2038192"/>
                  <a:pt x="1345864" y="2080877"/>
                  <a:pt x="1421458" y="2102219"/>
                </a:cubicBezTo>
                <a:cubicBezTo>
                  <a:pt x="1485422" y="2120004"/>
                  <a:pt x="1543571" y="2123562"/>
                  <a:pt x="1549386" y="2013292"/>
                </a:cubicBezTo>
                <a:cubicBezTo>
                  <a:pt x="1549386" y="2002622"/>
                  <a:pt x="1549386" y="1995507"/>
                  <a:pt x="1549386" y="1984836"/>
                </a:cubicBezTo>
                <a:cubicBezTo>
                  <a:pt x="1526126" y="1938595"/>
                  <a:pt x="1494144" y="1917252"/>
                  <a:pt x="1453440" y="1903025"/>
                </a:cubicBezTo>
                <a:cubicBezTo>
                  <a:pt x="1430180" y="1895910"/>
                  <a:pt x="1398198" y="1881683"/>
                  <a:pt x="1398198" y="1849668"/>
                </a:cubicBezTo>
                <a:cubicBezTo>
                  <a:pt x="1401105" y="1728729"/>
                  <a:pt x="1322604" y="1693158"/>
                  <a:pt x="1247011" y="1657587"/>
                </a:cubicBezTo>
                <a:cubicBezTo>
                  <a:pt x="1287715" y="1597117"/>
                  <a:pt x="1322604" y="1639802"/>
                  <a:pt x="1354586" y="1636245"/>
                </a:cubicBezTo>
                <a:cubicBezTo>
                  <a:pt x="1374939" y="1632688"/>
                  <a:pt x="1395290" y="1629132"/>
                  <a:pt x="1395290" y="1597117"/>
                </a:cubicBezTo>
                <a:cubicBezTo>
                  <a:pt x="1395290" y="1572219"/>
                  <a:pt x="1386568" y="1540204"/>
                  <a:pt x="1366216" y="1540204"/>
                </a:cubicBezTo>
                <a:cubicBezTo>
                  <a:pt x="1238288" y="1536647"/>
                  <a:pt x="1165601" y="1365909"/>
                  <a:pt x="1031858" y="1365909"/>
                </a:cubicBezTo>
                <a:cubicBezTo>
                  <a:pt x="950450" y="1365909"/>
                  <a:pt x="1072563" y="1269868"/>
                  <a:pt x="1005692" y="1230741"/>
                </a:cubicBezTo>
                <a:cubicBezTo>
                  <a:pt x="991154" y="1220069"/>
                  <a:pt x="1046396" y="1205842"/>
                  <a:pt x="1069655" y="1209399"/>
                </a:cubicBezTo>
                <a:cubicBezTo>
                  <a:pt x="1092915" y="1212955"/>
                  <a:pt x="1113268" y="1237855"/>
                  <a:pt x="1142342" y="1220069"/>
                </a:cubicBezTo>
                <a:cubicBezTo>
                  <a:pt x="1156879" y="1156043"/>
                  <a:pt x="1119082" y="1131144"/>
                  <a:pt x="1084193" y="1113358"/>
                </a:cubicBezTo>
                <a:cubicBezTo>
                  <a:pt x="1008599" y="1070674"/>
                  <a:pt x="933005" y="1020875"/>
                  <a:pt x="848689" y="1006647"/>
                </a:cubicBezTo>
                <a:cubicBezTo>
                  <a:pt x="819615" y="1003089"/>
                  <a:pt x="802169" y="985305"/>
                  <a:pt x="805077" y="949734"/>
                </a:cubicBezTo>
                <a:cubicBezTo>
                  <a:pt x="810892" y="903491"/>
                  <a:pt x="839967" y="917720"/>
                  <a:pt x="863226" y="921277"/>
                </a:cubicBezTo>
                <a:cubicBezTo>
                  <a:pt x="877764" y="924835"/>
                  <a:pt x="892301" y="935506"/>
                  <a:pt x="906838" y="910606"/>
                </a:cubicBezTo>
                <a:cubicBezTo>
                  <a:pt x="566666" y="658055"/>
                  <a:pt x="386404" y="672284"/>
                  <a:pt x="5527" y="465975"/>
                </a:cubicBezTo>
                <a:cubicBezTo>
                  <a:pt x="89843" y="426847"/>
                  <a:pt x="150900" y="455303"/>
                  <a:pt x="209049" y="462417"/>
                </a:cubicBezTo>
                <a:cubicBezTo>
                  <a:pt x="354422" y="480203"/>
                  <a:pt x="264290" y="512216"/>
                  <a:pt x="409664" y="533558"/>
                </a:cubicBezTo>
                <a:cubicBezTo>
                  <a:pt x="479443" y="544229"/>
                  <a:pt x="543407" y="579800"/>
                  <a:pt x="621908" y="522887"/>
                </a:cubicBezTo>
                <a:cubicBezTo>
                  <a:pt x="674242" y="483759"/>
                  <a:pt x="758558" y="526444"/>
                  <a:pt x="822522" y="558458"/>
                </a:cubicBezTo>
                <a:cubicBezTo>
                  <a:pt x="874856" y="586915"/>
                  <a:pt x="927190" y="594028"/>
                  <a:pt x="996969" y="558458"/>
                </a:cubicBezTo>
                <a:cubicBezTo>
                  <a:pt x="933005" y="537116"/>
                  <a:pt x="883579" y="519330"/>
                  <a:pt x="834151" y="505101"/>
                </a:cubicBezTo>
                <a:cubicBezTo>
                  <a:pt x="793447" y="494431"/>
                  <a:pt x="770187" y="469532"/>
                  <a:pt x="773095" y="416176"/>
                </a:cubicBezTo>
                <a:cubicBezTo>
                  <a:pt x="773095" y="387720"/>
                  <a:pt x="764373" y="348592"/>
                  <a:pt x="793447" y="334364"/>
                </a:cubicBezTo>
                <a:cubicBezTo>
                  <a:pt x="816707" y="320135"/>
                  <a:pt x="848689" y="334364"/>
                  <a:pt x="860319" y="359262"/>
                </a:cubicBezTo>
                <a:cubicBezTo>
                  <a:pt x="874856" y="405504"/>
                  <a:pt x="889393" y="448189"/>
                  <a:pt x="938820" y="451747"/>
                </a:cubicBezTo>
                <a:cubicBezTo>
                  <a:pt x="1005692" y="458860"/>
                  <a:pt x="967894" y="430405"/>
                  <a:pt x="956265" y="394834"/>
                </a:cubicBezTo>
                <a:cubicBezTo>
                  <a:pt x="944635" y="355706"/>
                  <a:pt x="979525" y="345034"/>
                  <a:pt x="1002784" y="352148"/>
                </a:cubicBezTo>
                <a:cubicBezTo>
                  <a:pt x="1090008" y="384162"/>
                  <a:pt x="1180139" y="327250"/>
                  <a:pt x="1270270" y="373491"/>
                </a:cubicBezTo>
                <a:cubicBezTo>
                  <a:pt x="1247011" y="259665"/>
                  <a:pt x="1197583" y="209867"/>
                  <a:pt x="1092915" y="192082"/>
                </a:cubicBezTo>
                <a:cubicBezTo>
                  <a:pt x="1055118" y="188525"/>
                  <a:pt x="1014414" y="195638"/>
                  <a:pt x="979525" y="163625"/>
                </a:cubicBezTo>
                <a:cubicBezTo>
                  <a:pt x="959172" y="145839"/>
                  <a:pt x="938820" y="124497"/>
                  <a:pt x="953358" y="88927"/>
                </a:cubicBezTo>
                <a:cubicBezTo>
                  <a:pt x="962080" y="64027"/>
                  <a:pt x="985339" y="64027"/>
                  <a:pt x="1005692" y="71141"/>
                </a:cubicBezTo>
                <a:cubicBezTo>
                  <a:pt x="1090008" y="110269"/>
                  <a:pt x="1180139" y="120941"/>
                  <a:pt x="1267362" y="135168"/>
                </a:cubicBezTo>
                <a:cubicBezTo>
                  <a:pt x="1281900" y="138725"/>
                  <a:pt x="1296437" y="145839"/>
                  <a:pt x="1310975" y="110269"/>
                </a:cubicBezTo>
                <a:cubicBezTo>
                  <a:pt x="1209214" y="78255"/>
                  <a:pt x="1110360" y="35571"/>
                  <a:pt x="1008599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A44FFC7C-F97D-7BE8-0611-AE1CB7132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9970" y="51955"/>
            <a:ext cx="7023339" cy="67684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sv-SE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Varför detta är viktigt:</a:t>
            </a:r>
            <a:r>
              <a:rPr lang="sv-SE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I professionella miljöer används dessa moduler dagligen för att automatisera allt från backup-validering till API-integration. </a:t>
            </a:r>
            <a:r>
              <a:rPr lang="sv-SE" sz="6600">
                <a:solidFill>
                  <a:srgbClr val="0F1115"/>
                </a:solidFill>
                <a:highlight>
                  <a:srgbClr val="EBEEF2"/>
                </a:highlight>
                <a:latin typeface="Consolas"/>
                <a:ea typeface="+mn-lt"/>
                <a:cs typeface="+mn-lt"/>
              </a:rPr>
              <a:t>os.path</a:t>
            </a:r>
            <a:r>
              <a:rPr lang="sv-SE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har historiskt varit standard för filsökvägar, men sedan Python 3.4 rekommenderas </a:t>
            </a:r>
            <a:r>
              <a:rPr lang="sv-SE" sz="6600">
                <a:solidFill>
                  <a:srgbClr val="0F1115"/>
                </a:solidFill>
                <a:highlight>
                  <a:srgbClr val="EBEEF2"/>
                </a:highlight>
                <a:latin typeface="Consolas"/>
                <a:ea typeface="+mn-lt"/>
                <a:cs typeface="+mn-lt"/>
              </a:rPr>
              <a:t>pathlib</a:t>
            </a:r>
            <a:r>
              <a:rPr lang="sv-SE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som ett renare alternativ . </a:t>
            </a:r>
            <a:r>
              <a:rPr lang="sv-SE" sz="6600">
                <a:solidFill>
                  <a:srgbClr val="0F1115"/>
                </a:solidFill>
                <a:highlight>
                  <a:srgbClr val="EBEEF2"/>
                </a:highlight>
                <a:latin typeface="Consolas"/>
                <a:ea typeface="+mn-lt"/>
                <a:cs typeface="+mn-lt"/>
              </a:rPr>
              <a:t>shutil</a:t>
            </a:r>
            <a:r>
              <a:rPr lang="sv-SE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används för hög-nivå filoperationer som att kopiera hela mappträd .</a:t>
            </a:r>
          </a:p>
        </p:txBody>
      </p:sp>
    </p:spTree>
    <p:extLst>
      <p:ext uri="{BB962C8B-B14F-4D97-AF65-F5344CB8AC3E}">
        <p14:creationId xmlns:p14="http://schemas.microsoft.com/office/powerpoint/2010/main" val="19227154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CCCFB130-9DFF-CFD3-05EA-723B9FC958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47" t="6544" r="2170" b="3534"/>
          <a:stretch>
            <a:fillRect/>
          </a:stretch>
        </p:blipFill>
        <p:spPr>
          <a:xfrm>
            <a:off x="160167" y="246414"/>
            <a:ext cx="11871584" cy="6369431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9571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5D70135F-ECFF-8A1B-2CEA-EC668FD7A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4" y="1715201"/>
            <a:ext cx="3333045" cy="2764376"/>
          </a:xfrm>
        </p:spPr>
        <p:txBody>
          <a:bodyPr>
            <a:normAutofit/>
          </a:bodyPr>
          <a:lstStyle/>
          <a:p>
            <a:r>
              <a:rPr lang="sv-SE">
                <a:ea typeface="+mj-lt"/>
                <a:cs typeface="+mj-lt"/>
              </a:rPr>
              <a:t>os-modulen – Grunden för Filhantering</a:t>
            </a:r>
            <a:endParaRPr lang="sv-SE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4F00D59-546B-CAEC-986B-0DFDD806F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5041164"/>
            <a:ext cx="3364251" cy="1089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sv-SE" sz="2000">
                <a:ea typeface="+mn-lt"/>
                <a:cs typeface="+mn-lt"/>
              </a:rPr>
              <a:t>os-modulen är grunden för all fil- och mapphantering i Python.</a:t>
            </a:r>
            <a:endParaRPr lang="sv-SE"/>
          </a:p>
        </p:txBody>
      </p:sp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12ED56FF-C843-D280-6231-9AF855B7AA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7160728"/>
              </p:ext>
            </p:extLst>
          </p:nvPr>
        </p:nvGraphicFramePr>
        <p:xfrm>
          <a:off x="4219222" y="0"/>
          <a:ext cx="7974582" cy="684407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63749">
                  <a:extLst>
                    <a:ext uri="{9D8B030D-6E8A-4147-A177-3AD203B41FA5}">
                      <a16:colId xmlns:a16="http://schemas.microsoft.com/office/drawing/2014/main" val="1781753418"/>
                    </a:ext>
                  </a:extLst>
                </a:gridCol>
                <a:gridCol w="2716388">
                  <a:extLst>
                    <a:ext uri="{9D8B030D-6E8A-4147-A177-3AD203B41FA5}">
                      <a16:colId xmlns:a16="http://schemas.microsoft.com/office/drawing/2014/main" val="2059952453"/>
                    </a:ext>
                  </a:extLst>
                </a:gridCol>
                <a:gridCol w="3194445">
                  <a:extLst>
                    <a:ext uri="{9D8B030D-6E8A-4147-A177-3AD203B41FA5}">
                      <a16:colId xmlns:a16="http://schemas.microsoft.com/office/drawing/2014/main" val="944504847"/>
                    </a:ext>
                  </a:extLst>
                </a:gridCol>
              </a:tblGrid>
              <a:tr h="905577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Funktion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Vad gör den?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Exempel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721750"/>
                  </a:ext>
                </a:extLst>
              </a:tr>
              <a:tr h="905577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os.listdir()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Lista filer i en mapp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os.listdir("C:/temp")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585386"/>
                  </a:ext>
                </a:extLst>
              </a:tr>
              <a:tr h="141061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os.path.join()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Slå ihop sökvägar (plattformsoberoende!)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os.path.join("C:/temp", "file.txt")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718314"/>
                  </a:ext>
                </a:extLst>
              </a:tr>
              <a:tr h="95782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os.path.exists()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Kontrollera om fil/mapp finns 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os.path.exists("C:/temp/file.txt")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446893"/>
                  </a:ext>
                </a:extLst>
              </a:tr>
              <a:tr h="125387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os.makedirs()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Skapa mappar (rekursivt!) 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os.makedirs("C:/temp/a/b/c", exist_ok=True)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882788"/>
                  </a:ext>
                </a:extLst>
              </a:tr>
              <a:tr h="141061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os.walk()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Gå igenom alla filer i en mappträd 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for root, dirs, files in os.walk("C:/temp"):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4658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86887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F120400A-6B35-B8EB-7B75-308B57AD1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798" y="2068777"/>
            <a:ext cx="4038600" cy="2242265"/>
          </a:xfrm>
        </p:spPr>
        <p:txBody>
          <a:bodyPr>
            <a:normAutofit/>
          </a:bodyPr>
          <a:lstStyle/>
          <a:p>
            <a:r>
              <a:rPr lang="sv-SE">
                <a:ea typeface="+mj-lt"/>
                <a:cs typeface="+mj-lt"/>
              </a:rPr>
              <a:t>Exempel – skapa en mappstruktur</a:t>
            </a:r>
            <a:endParaRPr lang="sv-SE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C0B68EF9-2185-BCC7-C276-2888E8BF2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1681" y="-5554"/>
            <a:ext cx="8005739" cy="68688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python</a:t>
            </a:r>
            <a:endParaRPr lang="sv-SE" sz="2000">
              <a:solidFill>
                <a:srgbClr val="0F1115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pPr marL="0" indent="0">
              <a:buNone/>
            </a:pPr>
            <a:r>
              <a:rPr lang="sv-SE" sz="2400">
                <a:solidFill>
                  <a:srgbClr val="A626A4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import</a:t>
            </a: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 os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
</a:t>
            </a: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mappar </a:t>
            </a:r>
            <a:r>
              <a:rPr lang="sv-SE" sz="2400">
                <a:solidFill>
                  <a:srgbClr val="4078F2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=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 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[</a:t>
            </a:r>
            <a:r>
              <a:rPr lang="sv-SE" sz="24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"C:/Projekt"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,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 </a:t>
            </a:r>
            <a:r>
              <a:rPr lang="sv-SE" sz="24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"C:/Projekt/Logs"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,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 </a:t>
            </a:r>
            <a:r>
              <a:rPr lang="sv-SE" sz="24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"C:/Projekt/</a:t>
            </a:r>
            <a:r>
              <a:rPr lang="sv-SE" sz="2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Config"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]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4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for</a:t>
            </a: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mapp </a:t>
            </a:r>
            <a:r>
              <a:rPr lang="sv-SE" sz="24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in</a:t>
            </a: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mappar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24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if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not</a:t>
            </a: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os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.</a:t>
            </a: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path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.</a:t>
            </a: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exists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(</a:t>
            </a: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mapp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):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     os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.</a:t>
            </a: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makedirs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(</a:t>
            </a: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mapp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,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exist_ok</a:t>
            </a:r>
            <a:r>
              <a:rPr lang="sv-SE" sz="2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240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True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)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    </a:t>
            </a:r>
            <a:r>
              <a:rPr lang="sv-SE" sz="24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print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(</a:t>
            </a:r>
            <a:r>
              <a:rPr lang="sv-SE" sz="2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f"Skapade: 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mapp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r>
              <a:rPr lang="sv-SE" sz="2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)</a:t>
            </a:r>
            <a:endParaRPr lang="sv-SE" sz="2400">
              <a:solidFill>
                <a:srgbClr val="383A42"/>
              </a:solidFill>
              <a:highlight>
                <a:srgbClr val="F9FAFB"/>
              </a:highlight>
            </a:endParaRPr>
          </a:p>
        </p:txBody>
      </p:sp>
      <p:sp>
        <p:nvSpPr>
          <p:cNvPr id="4" name="textruta 3">
            <a:extLst>
              <a:ext uri="{FF2B5EF4-FFF2-40B4-BE49-F238E27FC236}">
                <a16:creationId xmlns:a16="http://schemas.microsoft.com/office/drawing/2014/main" id="{38779330-EDA6-DA38-8600-62E6EF999216}"/>
              </a:ext>
            </a:extLst>
          </p:cNvPr>
          <p:cNvSpPr txBox="1"/>
          <p:nvPr/>
        </p:nvSpPr>
        <p:spPr>
          <a:xfrm>
            <a:off x="-5325" y="4435415"/>
            <a:ext cx="4064001" cy="1967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 algn="l" rtl="0"/>
            <a:r>
              <a:rPr lang="sv-SE" sz="2000" b="1" i="0" u="none" strike="noStrike" baseline="0">
                <a:solidFill>
                  <a:srgbClr val="000000"/>
                </a:solidFill>
                <a:highlight>
                  <a:srgbClr val="FFFFFF"/>
                </a:highlight>
                <a:latin typeface="Aptos"/>
                <a:ea typeface="Arial"/>
                <a:cs typeface="Arial"/>
              </a:rPr>
              <a:t>Varning:</a:t>
            </a:r>
            <a:r>
              <a:rPr lang="sv-SE" sz="2000" b="0" i="0" u="none" strike="noStrike" baseline="0">
                <a:solidFill>
                  <a:srgbClr val="000000"/>
                </a:solidFill>
                <a:highlight>
                  <a:srgbClr val="FFFFFF"/>
                </a:highlight>
                <a:latin typeface="Aptos"/>
                <a:ea typeface="Arial"/>
                <a:cs typeface="Arial"/>
              </a:rPr>
              <a:t> Att ändra arbetsmapp med </a:t>
            </a:r>
            <a:r>
              <a:rPr lang="sv-SE" sz="2000" b="0" i="0" u="none" strike="noStrike" baseline="0">
                <a:solidFill>
                  <a:srgbClr val="000000"/>
                </a:solidFill>
                <a:highlight>
                  <a:srgbClr val="EBEEF2"/>
                </a:highlight>
                <a:latin typeface="Consolas"/>
                <a:ea typeface="Arial"/>
                <a:cs typeface="Arial"/>
              </a:rPr>
              <a:t>os.chdir()</a:t>
            </a:r>
            <a:r>
              <a:rPr lang="sv-SE" sz="2000" b="0" i="0" u="none" strike="noStrike" baseline="0">
                <a:solidFill>
                  <a:srgbClr val="000000"/>
                </a:solidFill>
                <a:highlight>
                  <a:srgbClr val="FFFFFF"/>
                </a:highlight>
                <a:latin typeface="Aptos"/>
                <a:ea typeface="Arial"/>
                <a:cs typeface="Arial"/>
              </a:rPr>
              <a:t> kan leda till problem i skript. Undvik det om möjligt eller återställ till ursprunglig mapp.</a:t>
            </a:r>
            <a:r>
              <a:rPr lang="en-US" sz="20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  <a:endParaRPr lang="sv-SE"/>
          </a:p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834145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874CA464-F133-AA05-A64D-F39BA3BCC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4" y="1715201"/>
            <a:ext cx="3728156" cy="2171710"/>
          </a:xfrm>
        </p:spPr>
        <p:txBody>
          <a:bodyPr>
            <a:normAutofit/>
          </a:bodyPr>
          <a:lstStyle/>
          <a:p>
            <a:r>
              <a:rPr lang="sv-SE" sz="4000">
                <a:ea typeface="+mj-lt"/>
                <a:cs typeface="+mj-lt"/>
              </a:rPr>
              <a:t>shutil-modulen – Avancerad Filhantering</a:t>
            </a:r>
            <a:endParaRPr lang="sv-SE" sz="400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A8E0889-62C6-7C2D-BD43-7D1F63687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221" y="4410423"/>
            <a:ext cx="3395135" cy="12544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sv-SE" sz="2000">
                <a:ea typeface="+mn-lt"/>
                <a:cs typeface="+mn-lt"/>
              </a:rPr>
              <a:t>shutil = "shell utilities" – kopiera, flytta och ta bort filer enkelt.</a:t>
            </a:r>
            <a:endParaRPr lang="sv-SE"/>
          </a:p>
        </p:txBody>
      </p:sp>
      <p:graphicFrame>
        <p:nvGraphicFramePr>
          <p:cNvPr id="7" name="Tabell 6">
            <a:extLst>
              <a:ext uri="{FF2B5EF4-FFF2-40B4-BE49-F238E27FC236}">
                <a16:creationId xmlns:a16="http://schemas.microsoft.com/office/drawing/2014/main" id="{D10A34E6-6925-9F5E-1074-6E53C2AB77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2821178"/>
              </p:ext>
            </p:extLst>
          </p:nvPr>
        </p:nvGraphicFramePr>
        <p:xfrm>
          <a:off x="3824111" y="84666"/>
          <a:ext cx="8380410" cy="67560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90004">
                  <a:extLst>
                    <a:ext uri="{9D8B030D-6E8A-4147-A177-3AD203B41FA5}">
                      <a16:colId xmlns:a16="http://schemas.microsoft.com/office/drawing/2014/main" val="1854884363"/>
                    </a:ext>
                  </a:extLst>
                </a:gridCol>
                <a:gridCol w="2434166">
                  <a:extLst>
                    <a:ext uri="{9D8B030D-6E8A-4147-A177-3AD203B41FA5}">
                      <a16:colId xmlns:a16="http://schemas.microsoft.com/office/drawing/2014/main" val="329541395"/>
                    </a:ext>
                  </a:extLst>
                </a:gridCol>
                <a:gridCol w="3856240">
                  <a:extLst>
                    <a:ext uri="{9D8B030D-6E8A-4147-A177-3AD203B41FA5}">
                      <a16:colId xmlns:a16="http://schemas.microsoft.com/office/drawing/2014/main" val="4033486166"/>
                    </a:ext>
                  </a:extLst>
                </a:gridCol>
              </a:tblGrid>
              <a:tr h="112600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Funktion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Vad gör den?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Exempel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507593"/>
                  </a:ext>
                </a:extLst>
              </a:tr>
              <a:tr h="112600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shutil.copy()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Kopiera fil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shutil.copy("src.txt", "dst.txt")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8388371"/>
                  </a:ext>
                </a:extLst>
              </a:tr>
              <a:tr h="112600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shutil.move()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Flytta/byt namn på fil 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shutil.move("old.txt", "new.txt")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1842979"/>
                  </a:ext>
                </a:extLst>
              </a:tr>
              <a:tr h="112600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shutil.rmtree()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Ta bort mapp med ALLT innehåll 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shutil.rmtree("C:/temp/gammal_mapp")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731432"/>
                  </a:ext>
                </a:extLst>
              </a:tr>
              <a:tr h="112600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shutil.copytree()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Kopiera hela mappträd 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shutil.copytree("src", "dst")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68452"/>
                  </a:ext>
                </a:extLst>
              </a:tr>
              <a:tr h="112600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shutil.diskusage()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Visa diskutrymme 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total, used, free = shutil.diskusage("/")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821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69936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20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22">
            <a:extLst>
              <a:ext uri="{FF2B5EF4-FFF2-40B4-BE49-F238E27FC236}">
                <a16:creationId xmlns:a16="http://schemas.microsoft.com/office/drawing/2014/main" id="{5F892E19-92E7-4BB2-8C3F-DBDFE8D9D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1E493D3-31D9-4B80-9798-EEA082E12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2" y="-1"/>
              <a:ext cx="4572002" cy="6858002"/>
              <a:chOff x="-2" y="-1"/>
              <a:chExt cx="4572002" cy="6858002"/>
            </a:xfrm>
            <a:effectLst/>
          </p:grpSpPr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62E6AA4D-EC17-45B5-B621-DF0FD91FD4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1" name="Freeform: Shape 32">
                <a:extLst>
                  <a:ext uri="{FF2B5EF4-FFF2-40B4-BE49-F238E27FC236}">
                    <a16:creationId xmlns:a16="http://schemas.microsoft.com/office/drawing/2014/main" id="{D56F11D0-7966-41FE-AAB9-EC0C54F11F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bg1">
                  <a:alpha val="86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52" name="Group 24">
              <a:extLst>
                <a:ext uri="{FF2B5EF4-FFF2-40B4-BE49-F238E27FC236}">
                  <a16:creationId xmlns:a16="http://schemas.microsoft.com/office/drawing/2014/main" id="{CEDE579A-0A12-4A10-85D4-A8DA1663B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15CA79E3-BA58-419A-8541-7498AC2633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2348C622-BC44-4959-B64E-427015FD1F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" name="Freeform: Shape 30">
                  <a:extLst>
                    <a:ext uri="{FF2B5EF4-FFF2-40B4-BE49-F238E27FC236}">
                      <a16:creationId xmlns:a16="http://schemas.microsoft.com/office/drawing/2014/main" id="{F8841A98-AA1D-4F65-A368-EF31110B07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E6609F08-9B2C-4879-AC68-E3E537BED7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2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6910EFC9-D70D-42FD-BCCD-AB1F710BFD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83BEF371-1E22-4C4F-A62F-AC6B92CAE0B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FE05B873-7C20-5A91-18E9-E6BA2ACF5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67" y="1712307"/>
            <a:ext cx="3784775" cy="3142722"/>
          </a:xfrm>
        </p:spPr>
        <p:txBody>
          <a:bodyPr anchor="t">
            <a:normAutofit/>
          </a:bodyPr>
          <a:lstStyle/>
          <a:p>
            <a:r>
              <a:rPr lang="sv-SE" sz="4800">
                <a:ea typeface="+mj-lt"/>
                <a:cs typeface="+mj-lt"/>
              </a:rPr>
              <a:t>Exempel – backup av en mapp</a:t>
            </a:r>
            <a:endParaRPr lang="sv-SE" sz="480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C71D492A-5FCE-0A9F-60B5-6C3ED2C2E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4402" y="197580"/>
            <a:ext cx="7001225" cy="666198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sv-SE" sz="3200">
                <a:solidFill>
                  <a:schemeClr val="bg1"/>
                </a:solidFill>
                <a:highlight>
                  <a:srgbClr val="F9FAFB"/>
                </a:highlight>
                <a:ea typeface="+mn-lt"/>
                <a:cs typeface="+mn-lt"/>
              </a:rPr>
              <a:t>python</a:t>
            </a:r>
            <a:endParaRPr lang="sv-SE" sz="3200">
              <a:solidFill>
                <a:schemeClr val="bg1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sv-SE" sz="2400">
                <a:solidFill>
                  <a:srgbClr val="A626A4"/>
                </a:solidFill>
                <a:highlight>
                  <a:srgbClr val="FFFFFF"/>
                </a:highlight>
                <a:latin typeface="Consolas"/>
              </a:rPr>
              <a:t>import</a:t>
            </a:r>
            <a:r>
              <a:rPr lang="sv-SE" sz="24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shutil</a:t>
            </a:r>
            <a:r>
              <a:rPr lang="sv-SE" sz="24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</a:t>
            </a:r>
            <a:r>
              <a:rPr lang="sv-SE" sz="2400">
                <a:solidFill>
                  <a:srgbClr val="A626A4"/>
                </a:solidFill>
                <a:highlight>
                  <a:srgbClr val="FFFFFF"/>
                </a:highlight>
                <a:latin typeface="Consolas"/>
              </a:rPr>
              <a:t>import</a:t>
            </a:r>
            <a:r>
              <a:rPr lang="sv-SE" sz="24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os</a:t>
            </a:r>
            <a:r>
              <a:rPr lang="sv-SE" sz="24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</a:t>
            </a:r>
            <a:r>
              <a:rPr lang="sv-SE" sz="2400">
                <a:solidFill>
                  <a:srgbClr val="A626A4"/>
                </a:solidFill>
                <a:highlight>
                  <a:srgbClr val="FFFFFF"/>
                </a:highlight>
                <a:latin typeface="Consolas"/>
              </a:rPr>
              <a:t>from</a:t>
            </a:r>
            <a:r>
              <a:rPr lang="sv-SE" sz="24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datetime </a:t>
            </a:r>
            <a:r>
              <a:rPr lang="sv-SE" sz="2400">
                <a:solidFill>
                  <a:srgbClr val="A626A4"/>
                </a:solidFill>
                <a:highlight>
                  <a:srgbClr val="FFFFFF"/>
                </a:highlight>
                <a:latin typeface="Consolas"/>
              </a:rPr>
              <a:t>import</a:t>
            </a:r>
            <a:r>
              <a:rPr lang="sv-SE" sz="24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datetime</a:t>
            </a:r>
            <a:r>
              <a:rPr lang="sv-SE" sz="24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</a:t>
            </a:r>
            <a:r>
              <a:rPr lang="sv-SE" sz="24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källa </a:t>
            </a:r>
            <a:r>
              <a:rPr lang="sv-SE" sz="24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=</a:t>
            </a:r>
            <a:r>
              <a:rPr lang="sv-SE" sz="24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sv-SE" sz="2400">
                <a:solidFill>
                  <a:srgbClr val="50A14F"/>
                </a:solidFill>
                <a:highlight>
                  <a:srgbClr val="FFFFFF"/>
                </a:highlight>
                <a:latin typeface="Consolas"/>
              </a:rPr>
              <a:t>"C:/ViktigaFiler"</a:t>
            </a:r>
            <a:r>
              <a:rPr lang="sv-SE" sz="24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</a:t>
            </a:r>
            <a:r>
              <a:rPr lang="sv-SE" sz="24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datum </a:t>
            </a:r>
            <a:r>
              <a:rPr lang="sv-SE" sz="24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=</a:t>
            </a:r>
            <a:r>
              <a:rPr lang="sv-SE" sz="24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sv-SE" sz="24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datetime</a:t>
            </a:r>
            <a:r>
              <a:rPr lang="sv-SE" sz="24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.</a:t>
            </a:r>
            <a:r>
              <a:rPr lang="sv-SE" sz="24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now</a:t>
            </a:r>
            <a:r>
              <a:rPr lang="sv-SE" sz="24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().</a:t>
            </a:r>
            <a:r>
              <a:rPr lang="sv-SE" sz="24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strftime</a:t>
            </a:r>
            <a:r>
              <a:rPr lang="sv-SE" sz="24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sv-SE" sz="2400">
                <a:solidFill>
                  <a:srgbClr val="50A14F"/>
                </a:solidFill>
                <a:highlight>
                  <a:srgbClr val="FFFFFF"/>
                </a:highlight>
                <a:latin typeface="Consolas"/>
              </a:rPr>
              <a:t>"%Y%m%d"</a:t>
            </a:r>
            <a:r>
              <a:rPr lang="sv-SE" sz="24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)</a:t>
            </a:r>
            <a:r>
              <a:rPr lang="sv-SE" sz="24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</a:t>
            </a:r>
            <a:r>
              <a:rPr lang="sv-SE" sz="24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mål </a:t>
            </a:r>
            <a:r>
              <a:rPr lang="sv-SE" sz="24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=</a:t>
            </a:r>
            <a:r>
              <a:rPr lang="sv-SE" sz="24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sv-SE" sz="2400">
                <a:solidFill>
                  <a:srgbClr val="50A14F"/>
                </a:solidFill>
                <a:highlight>
                  <a:srgbClr val="FFFFFF"/>
                </a:highlight>
                <a:latin typeface="Consolas"/>
              </a:rPr>
              <a:t>f"C:/Backup/viktiga_filer_</a:t>
            </a:r>
            <a:r>
              <a:rPr lang="sv-SE" sz="24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{</a:t>
            </a:r>
            <a:r>
              <a:rPr lang="sv-SE" sz="24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datum</a:t>
            </a:r>
            <a:r>
              <a:rPr lang="sv-SE" sz="24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}</a:t>
            </a:r>
            <a:r>
              <a:rPr lang="sv-SE" sz="2400">
                <a:solidFill>
                  <a:srgbClr val="50A14F"/>
                </a:solidFill>
                <a:highlight>
                  <a:srgbClr val="FFFFFF"/>
                </a:highlight>
                <a:latin typeface="Consolas"/>
              </a:rPr>
              <a:t>"</a:t>
            </a:r>
            <a:r>
              <a:rPr lang="sv-SE" sz="24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</a:t>
            </a:r>
            <a:r>
              <a:rPr lang="sv-SE" sz="2400">
                <a:solidFill>
                  <a:srgbClr val="A626A4"/>
                </a:solidFill>
                <a:highlight>
                  <a:srgbClr val="FFFFFF"/>
                </a:highlight>
                <a:latin typeface="Consolas"/>
              </a:rPr>
              <a:t>if</a:t>
            </a:r>
            <a:r>
              <a:rPr lang="sv-SE" sz="24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sv-SE" sz="2400">
                <a:solidFill>
                  <a:srgbClr val="A626A4"/>
                </a:solidFill>
                <a:highlight>
                  <a:srgbClr val="FFFFFF"/>
                </a:highlight>
                <a:latin typeface="Consolas"/>
              </a:rPr>
              <a:t>not</a:t>
            </a:r>
            <a:r>
              <a:rPr lang="sv-SE" sz="24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os</a:t>
            </a:r>
            <a:r>
              <a:rPr lang="sv-SE" sz="24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.</a:t>
            </a:r>
            <a:r>
              <a:rPr lang="sv-SE" sz="24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path</a:t>
            </a:r>
            <a:r>
              <a:rPr lang="sv-SE" sz="24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.</a:t>
            </a:r>
            <a:r>
              <a:rPr lang="sv-SE" sz="24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exists</a:t>
            </a:r>
            <a:r>
              <a:rPr lang="sv-SE" sz="24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sv-SE" sz="24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mål</a:t>
            </a:r>
            <a:r>
              <a:rPr lang="sv-SE" sz="24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):</a:t>
            </a:r>
            <a:r>
              <a:rPr lang="sv-SE" sz="24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</a:t>
            </a:r>
            <a:r>
              <a:rPr lang="sv-SE" sz="24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   shutil</a:t>
            </a:r>
            <a:r>
              <a:rPr lang="sv-SE" sz="24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.</a:t>
            </a:r>
            <a:r>
              <a:rPr lang="sv-SE" sz="24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copytree</a:t>
            </a:r>
            <a:r>
              <a:rPr lang="sv-SE" sz="24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sv-SE" sz="24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källa</a:t>
            </a:r>
            <a:r>
              <a:rPr lang="sv-SE" sz="24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,</a:t>
            </a:r>
            <a:r>
              <a:rPr lang="sv-SE" sz="24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mål</a:t>
            </a:r>
            <a:r>
              <a:rPr lang="sv-SE" sz="24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)</a:t>
            </a:r>
            <a:r>
              <a:rPr lang="sv-SE" sz="24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    </a:t>
            </a:r>
            <a:r>
              <a:rPr lang="sv-SE" sz="2400">
                <a:solidFill>
                  <a:srgbClr val="A626A4"/>
                </a:solidFill>
                <a:highlight>
                  <a:srgbClr val="FFFFFF"/>
                </a:highlight>
                <a:latin typeface="Consolas"/>
              </a:rPr>
              <a:t>print</a:t>
            </a:r>
            <a:r>
              <a:rPr lang="sv-SE" sz="24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sv-SE" sz="2400">
                <a:solidFill>
                  <a:srgbClr val="50A14F"/>
                </a:solidFill>
                <a:highlight>
                  <a:srgbClr val="FFFFFF"/>
                </a:highlight>
                <a:latin typeface="Consolas"/>
              </a:rPr>
              <a:t>f"Backup skapad: </a:t>
            </a:r>
            <a:r>
              <a:rPr lang="sv-SE" sz="24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{</a:t>
            </a:r>
            <a:r>
              <a:rPr lang="sv-SE" sz="24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mål</a:t>
            </a:r>
            <a:r>
              <a:rPr lang="sv-SE" sz="24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}</a:t>
            </a:r>
            <a:r>
              <a:rPr lang="sv-SE" sz="2400">
                <a:solidFill>
                  <a:srgbClr val="50A14F"/>
                </a:solidFill>
                <a:highlight>
                  <a:srgbClr val="FFFFFF"/>
                </a:highlight>
                <a:latin typeface="Consolas"/>
              </a:rPr>
              <a:t>"</a:t>
            </a:r>
            <a:r>
              <a:rPr lang="sv-SE" sz="24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)</a:t>
            </a:r>
            <a:r>
              <a:rPr lang="sv-SE" sz="24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</a:t>
            </a:r>
            <a:r>
              <a:rPr lang="sv-SE" sz="2400">
                <a:solidFill>
                  <a:srgbClr val="A626A4"/>
                </a:solidFill>
                <a:highlight>
                  <a:srgbClr val="FFFFFF"/>
                </a:highlight>
                <a:latin typeface="Consolas"/>
              </a:rPr>
              <a:t>else</a:t>
            </a:r>
            <a:r>
              <a:rPr lang="sv-SE" sz="24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:</a:t>
            </a:r>
            <a:r>
              <a:rPr lang="sv-SE" sz="24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    </a:t>
            </a:r>
            <a:r>
              <a:rPr lang="sv-SE" sz="2400">
                <a:solidFill>
                  <a:srgbClr val="A626A4"/>
                </a:solidFill>
                <a:highlight>
                  <a:srgbClr val="FFFFFF"/>
                </a:highlight>
                <a:latin typeface="Consolas"/>
              </a:rPr>
              <a:t>print</a:t>
            </a:r>
            <a:r>
              <a:rPr lang="sv-SE" sz="24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sv-SE" sz="2400">
                <a:solidFill>
                  <a:srgbClr val="50A14F"/>
                </a:solidFill>
                <a:highlight>
                  <a:srgbClr val="FFFFFF"/>
                </a:highlight>
                <a:latin typeface="Consolas"/>
              </a:rPr>
              <a:t>f"Backup finns redan: </a:t>
            </a:r>
            <a:r>
              <a:rPr lang="sv-SE" sz="24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{</a:t>
            </a:r>
            <a:r>
              <a:rPr lang="sv-SE" sz="24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mål</a:t>
            </a:r>
            <a:r>
              <a:rPr lang="sv-SE" sz="24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}</a:t>
            </a:r>
            <a:r>
              <a:rPr lang="sv-SE" sz="2400">
                <a:solidFill>
                  <a:srgbClr val="50A14F"/>
                </a:solidFill>
                <a:highlight>
                  <a:srgbClr val="FFFFFF"/>
                </a:highlight>
                <a:latin typeface="Consolas"/>
              </a:rPr>
              <a:t>"</a:t>
            </a:r>
            <a:r>
              <a:rPr lang="sv-SE" sz="24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)</a:t>
            </a:r>
            <a:endParaRPr lang="sv-SE" sz="2400">
              <a:solidFill>
                <a:srgbClr val="383A42"/>
              </a:solidFill>
            </a:endParaRPr>
          </a:p>
        </p:txBody>
      </p:sp>
      <p:sp>
        <p:nvSpPr>
          <p:cNvPr id="4" name="textruta 3">
            <a:extLst>
              <a:ext uri="{FF2B5EF4-FFF2-40B4-BE49-F238E27FC236}">
                <a16:creationId xmlns:a16="http://schemas.microsoft.com/office/drawing/2014/main" id="{1ED7A440-6BE5-D501-84C3-CF32FC9AA609}"/>
              </a:ext>
            </a:extLst>
          </p:cNvPr>
          <p:cNvSpPr txBox="1"/>
          <p:nvPr/>
        </p:nvSpPr>
        <p:spPr>
          <a:xfrm>
            <a:off x="0" y="4854222"/>
            <a:ext cx="348544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 algn="l" rtl="0"/>
            <a:r>
              <a:rPr lang="sv-SE" b="1" i="0" u="none" strike="noStrike" baseline="0">
                <a:solidFill>
                  <a:srgbClr val="000000"/>
                </a:solidFill>
                <a:highlight>
                  <a:srgbClr val="FFFFFF"/>
                </a:highlight>
                <a:latin typeface="Aptos"/>
                <a:ea typeface="Arial"/>
                <a:cs typeface="Arial"/>
              </a:rPr>
              <a:t>Proffstips:</a:t>
            </a:r>
            <a:r>
              <a:rPr lang="sv-SE" b="0" i="0" u="none" strike="noStrike" baseline="0" dirty="0">
                <a:solidFill>
                  <a:srgbClr val="000000"/>
                </a:solidFill>
                <a:highlight>
                  <a:srgbClr val="FFFFFF"/>
                </a:highlight>
                <a:latin typeface="Aptos"/>
                <a:ea typeface="Arial"/>
                <a:cs typeface="Arial"/>
              </a:rPr>
              <a:t> </a:t>
            </a:r>
            <a:r>
              <a:rPr lang="sv-SE" b="0" i="0" u="none" strike="noStrike" baseline="0">
                <a:solidFill>
                  <a:srgbClr val="000000"/>
                </a:solidFill>
                <a:highlight>
                  <a:srgbClr val="EBEEF2"/>
                </a:highlight>
                <a:latin typeface="Consolas"/>
                <a:ea typeface="Arial"/>
                <a:cs typeface="Arial"/>
              </a:rPr>
              <a:t>shutil.copy()</a:t>
            </a:r>
            <a:r>
              <a:rPr lang="sv-SE" b="0" i="0" u="none" strike="noStrike" baseline="0">
                <a:solidFill>
                  <a:srgbClr val="000000"/>
                </a:solidFill>
                <a:highlight>
                  <a:srgbClr val="FFFFFF"/>
                </a:highlight>
                <a:latin typeface="Aptos"/>
                <a:ea typeface="Arial"/>
                <a:cs typeface="Arial"/>
              </a:rPr>
              <a:t> kopierar också filens behörigheter, medan </a:t>
            </a:r>
            <a:r>
              <a:rPr lang="sv-SE" b="0" i="0" u="none" strike="noStrike" baseline="0">
                <a:solidFill>
                  <a:srgbClr val="000000"/>
                </a:solidFill>
                <a:highlight>
                  <a:srgbClr val="EBEEF2"/>
                </a:highlight>
                <a:latin typeface="Consolas"/>
                <a:ea typeface="Arial"/>
                <a:cs typeface="Arial"/>
              </a:rPr>
              <a:t>shutil.copyfile()</a:t>
            </a:r>
            <a:r>
              <a:rPr lang="sv-SE" b="0" i="0" u="none" strike="noStrike" baseline="0">
                <a:solidFill>
                  <a:srgbClr val="000000"/>
                </a:solidFill>
                <a:highlight>
                  <a:srgbClr val="FFFFFF"/>
                </a:highlight>
                <a:latin typeface="Aptos"/>
                <a:ea typeface="Arial"/>
                <a:cs typeface="Arial"/>
              </a:rPr>
              <a:t> bara kopierar innehållet.</a:t>
            </a:r>
            <a:r>
              <a:rPr lang="sv-SE" b="0" i="0">
                <a:solidFill>
                  <a:srgbClr val="FFFFFF"/>
                </a:solidFill>
                <a:latin typeface="Aptos"/>
                <a:ea typeface="Arial"/>
                <a:cs typeface="Arial"/>
              </a:rPr>
              <a:t>​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84268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892E19-92E7-4BB2-8C3F-DBDFE8D9D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1E493D3-31D9-4B80-9798-EEA082E12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2" y="-1"/>
              <a:ext cx="4572002" cy="6858002"/>
              <a:chOff x="-2" y="-1"/>
              <a:chExt cx="4572002" cy="6858002"/>
            </a:xfrm>
            <a:effectLst/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62E6AA4D-EC17-45B5-B621-DF0FD91FD4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56F11D0-7966-41FE-AAB9-EC0C54F11F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bg1">
                  <a:alpha val="86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EDE579A-0A12-4A10-85D4-A8DA1663B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5CA79E3-BA58-419A-8541-7498AC2633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2348C622-BC44-4959-B64E-427015FD1F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F8841A98-AA1D-4F65-A368-EF31110B07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E6609F08-9B2C-4879-AC68-E3E537BED7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2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6910EFC9-D70D-42FD-BCCD-AB1F710BFD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83BEF371-1E22-4C4F-A62F-AC6B92CAE0B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5A7ECDD4-4FF0-6245-A4A5-255F08D26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67" y="2333196"/>
            <a:ext cx="3474331" cy="2197278"/>
          </a:xfrm>
        </p:spPr>
        <p:txBody>
          <a:bodyPr anchor="t">
            <a:noAutofit/>
          </a:bodyPr>
          <a:lstStyle/>
          <a:p>
            <a:r>
              <a:rPr lang="sv-SE" sz="4800">
                <a:ea typeface="+mj-lt"/>
                <a:cs typeface="+mj-lt"/>
              </a:rPr>
              <a:t>subprocess – Kör Externa Kommandon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B9B49EF-E90A-1CF4-D12F-057F23E4C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0290" y="352802"/>
            <a:ext cx="7297560" cy="65067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sv-SE" sz="36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subprocess låter dig köra PowerShell, Bash eller andra program från Python.</a:t>
            </a:r>
            <a:endParaRPr lang="sv-SE" sz="36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sv-SE" sz="18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python</a:t>
            </a:r>
            <a:endParaRPr lang="sv-SE" sz="1800">
              <a:solidFill>
                <a:srgbClr val="0F1115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sv-SE" sz="20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import</a:t>
            </a:r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subprocess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resultat </a:t>
            </a:r>
            <a:r>
              <a:rPr lang="sv-SE" sz="20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subprocess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.</a:t>
            </a:r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run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(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[</a:t>
            </a:r>
            <a:r>
              <a:rPr lang="sv-SE" sz="20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"powershell"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,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0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"-Command"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,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0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"Get-Service"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],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 capture_output</a:t>
            </a:r>
            <a:r>
              <a:rPr lang="sv-SE" sz="20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200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True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,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 text</a:t>
            </a:r>
            <a:r>
              <a:rPr lang="sv-SE" sz="20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200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True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)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0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print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(</a:t>
            </a:r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resultat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.</a:t>
            </a:r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stdout</a:t>
            </a:r>
            <a:r>
              <a:rPr lang="sv-SE" sz="20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)</a:t>
            </a:r>
            <a:r>
              <a:rPr lang="sv-SE" sz="20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</a:t>
            </a:r>
            <a:r>
              <a:rPr lang="sv-SE" sz="20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Visa utdata</a:t>
            </a:r>
            <a:endParaRPr lang="sv-SE" sz="2000">
              <a:solidFill>
                <a:srgbClr val="A0A1A7"/>
              </a:solidFill>
              <a:highlight>
                <a:srgbClr val="F9FAFB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066245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892E19-92E7-4BB2-8C3F-DBDFE8D9D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1E493D3-31D9-4B80-9798-EEA082E12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2" y="-1"/>
              <a:ext cx="4572002" cy="6858002"/>
              <a:chOff x="-2" y="-1"/>
              <a:chExt cx="4572002" cy="6858002"/>
            </a:xfrm>
            <a:effectLst/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62E6AA4D-EC17-45B5-B621-DF0FD91FD4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56F11D0-7966-41FE-AAB9-EC0C54F11F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bg1">
                  <a:alpha val="86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EDE579A-0A12-4A10-85D4-A8DA1663B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5CA79E3-BA58-419A-8541-7498AC2633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2348C622-BC44-4959-B64E-427015FD1F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F8841A98-AA1D-4F65-A368-EF31110B07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E6609F08-9B2C-4879-AC68-E3E537BED7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2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6910EFC9-D70D-42FD-BCCD-AB1F710BFD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83BEF371-1E22-4C4F-A62F-AC6B92CAE0B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4E929DC4-7F05-A7A5-B191-106252174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02" y="1352717"/>
            <a:ext cx="3628092" cy="1840365"/>
          </a:xfrm>
        </p:spPr>
        <p:txBody>
          <a:bodyPr anchor="t">
            <a:normAutofit/>
          </a:bodyPr>
          <a:lstStyle/>
          <a:p>
            <a:r>
              <a:rPr lang="sv-SE" sz="5400">
                <a:ea typeface="+mj-lt"/>
                <a:cs typeface="+mj-lt"/>
              </a:rPr>
              <a:t>Viktiga parametrar</a:t>
            </a:r>
            <a:endParaRPr lang="sv-SE" sz="540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ABF4EDB-8BC3-311C-EE83-1B7A21524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064" y="4257199"/>
            <a:ext cx="3966122" cy="258630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sv-SE" sz="1800" b="1">
                <a:solidFill>
                  <a:schemeClr val="bg1"/>
                </a:solidFill>
                <a:highlight>
                  <a:srgbClr val="FFFFFF"/>
                </a:highlight>
                <a:ea typeface="+mn-lt"/>
                <a:cs typeface="+mn-lt"/>
              </a:rPr>
              <a:t>Säkerhetsvarning:</a:t>
            </a:r>
            <a:r>
              <a:rPr lang="sv-SE" sz="1800">
                <a:solidFill>
                  <a:schemeClr val="bg1"/>
                </a:solidFill>
                <a:highlight>
                  <a:srgbClr val="FFFFFF"/>
                </a:highlight>
                <a:ea typeface="+mn-lt"/>
                <a:cs typeface="+mn-lt"/>
              </a:rPr>
              <a:t> Använd ALDRIG </a:t>
            </a:r>
            <a:r>
              <a:rPr lang="sv-SE" sz="1800">
                <a:solidFill>
                  <a:schemeClr val="bg1"/>
                </a:solidFill>
                <a:highlight>
                  <a:srgbClr val="EBEEF2"/>
                </a:highlight>
                <a:latin typeface="Consolas"/>
              </a:rPr>
              <a:t>shell=True</a:t>
            </a:r>
            <a:r>
              <a:rPr lang="sv-SE" sz="1800">
                <a:solidFill>
                  <a:schemeClr val="bg1"/>
                </a:solidFill>
                <a:highlight>
                  <a:srgbClr val="FFFFFF"/>
                </a:highlight>
                <a:ea typeface="+mn-lt"/>
                <a:cs typeface="+mn-lt"/>
              </a:rPr>
              <a:t> med användarinput – det leder till shell injection . Använd alltid list-format istället: </a:t>
            </a:r>
            <a:r>
              <a:rPr lang="sv-SE" sz="1800">
                <a:solidFill>
                  <a:schemeClr val="bg1"/>
                </a:solidFill>
                <a:highlight>
                  <a:srgbClr val="EBEEF2"/>
                </a:highlight>
                <a:latin typeface="Consolas"/>
              </a:rPr>
              <a:t>["ls", "-la"]</a:t>
            </a:r>
            <a:r>
              <a:rPr lang="sv-SE" sz="1800">
                <a:solidFill>
                  <a:schemeClr val="bg1"/>
                </a:solidFill>
                <a:highlight>
                  <a:srgbClr val="FFFFFF"/>
                </a:highlight>
                <a:ea typeface="+mn-lt"/>
                <a:cs typeface="+mn-lt"/>
              </a:rPr>
              <a:t> är säkrare än </a:t>
            </a:r>
            <a:r>
              <a:rPr lang="sv-SE" sz="1800">
                <a:solidFill>
                  <a:schemeClr val="bg1"/>
                </a:solidFill>
                <a:highlight>
                  <a:srgbClr val="EBEEF2"/>
                </a:highlight>
                <a:latin typeface="Consolas"/>
              </a:rPr>
              <a:t>"ls -la"</a:t>
            </a:r>
            <a:r>
              <a:rPr lang="sv-SE" sz="1800">
                <a:solidFill>
                  <a:schemeClr val="bg1"/>
                </a:solidFill>
                <a:highlight>
                  <a:srgbClr val="FFFFFF"/>
                </a:highlight>
                <a:ea typeface="+mn-lt"/>
                <a:cs typeface="+mn-lt"/>
              </a:rPr>
              <a:t> med </a:t>
            </a:r>
            <a:r>
              <a:rPr lang="sv-SE" sz="1800">
                <a:solidFill>
                  <a:schemeClr val="bg1"/>
                </a:solidFill>
                <a:highlight>
                  <a:srgbClr val="EBEEF2"/>
                </a:highlight>
                <a:latin typeface="Consolas"/>
              </a:rPr>
              <a:t>shell=True</a:t>
            </a:r>
            <a:r>
              <a:rPr lang="sv-SE" sz="1800">
                <a:solidFill>
                  <a:schemeClr val="bg1"/>
                </a:solidFill>
                <a:highlight>
                  <a:srgbClr val="FFFFFF"/>
                </a:highlight>
                <a:ea typeface="+mn-lt"/>
                <a:cs typeface="+mn-lt"/>
              </a:rPr>
              <a:t>. Enligt Python-experter är </a:t>
            </a:r>
            <a:r>
              <a:rPr lang="sv-SE" sz="1800">
                <a:solidFill>
                  <a:schemeClr val="bg1"/>
                </a:solidFill>
                <a:highlight>
                  <a:srgbClr val="EBEEF2"/>
                </a:highlight>
                <a:latin typeface="Consolas"/>
              </a:rPr>
              <a:t>subprocess</a:t>
            </a:r>
            <a:r>
              <a:rPr lang="sv-SE" sz="1800">
                <a:solidFill>
                  <a:schemeClr val="bg1"/>
                </a:solidFill>
                <a:highlight>
                  <a:srgbClr val="FFFFFF"/>
                </a:highlight>
                <a:ea typeface="+mn-lt"/>
                <a:cs typeface="+mn-lt"/>
              </a:rPr>
              <a:t> det enda språket som verkligen kan litas på för systemadministration tack vare säkra standardinställningar med </a:t>
            </a:r>
            <a:r>
              <a:rPr lang="sv-SE" sz="1800">
                <a:solidFill>
                  <a:schemeClr val="bg1"/>
                </a:solidFill>
                <a:highlight>
                  <a:srgbClr val="EBEEF2"/>
                </a:highlight>
                <a:latin typeface="Consolas"/>
              </a:rPr>
              <a:t>shell=False</a:t>
            </a:r>
            <a:r>
              <a:rPr lang="sv-SE" sz="1800">
                <a:solidFill>
                  <a:schemeClr val="bg1"/>
                </a:solidFill>
                <a:highlight>
                  <a:srgbClr val="FFFFFF"/>
                </a:highlight>
                <a:ea typeface="+mn-lt"/>
                <a:cs typeface="+mn-lt"/>
              </a:rPr>
              <a:t> .</a:t>
            </a:r>
            <a:endParaRPr lang="sv-SE" sz="1800">
              <a:solidFill>
                <a:schemeClr val="bg1"/>
              </a:solidFill>
            </a:endParaRPr>
          </a:p>
        </p:txBody>
      </p:sp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2798555C-C121-639F-D08F-A9222944CB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839359"/>
              </p:ext>
            </p:extLst>
          </p:nvPr>
        </p:nvGraphicFramePr>
        <p:xfrm>
          <a:off x="4696810" y="-13137"/>
          <a:ext cx="7498179" cy="687940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34166">
                  <a:extLst>
                    <a:ext uri="{9D8B030D-6E8A-4147-A177-3AD203B41FA5}">
                      <a16:colId xmlns:a16="http://schemas.microsoft.com/office/drawing/2014/main" val="3406427465"/>
                    </a:ext>
                  </a:extLst>
                </a:gridCol>
                <a:gridCol w="2010831">
                  <a:extLst>
                    <a:ext uri="{9D8B030D-6E8A-4147-A177-3AD203B41FA5}">
                      <a16:colId xmlns:a16="http://schemas.microsoft.com/office/drawing/2014/main" val="211108315"/>
                    </a:ext>
                  </a:extLst>
                </a:gridCol>
                <a:gridCol w="3053182">
                  <a:extLst>
                    <a:ext uri="{9D8B030D-6E8A-4147-A177-3AD203B41FA5}">
                      <a16:colId xmlns:a16="http://schemas.microsoft.com/office/drawing/2014/main" val="935597655"/>
                    </a:ext>
                  </a:extLst>
                </a:gridCol>
              </a:tblGrid>
              <a:tr h="117135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Parameter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Vad gör den?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Exempel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8877995"/>
                  </a:ext>
                </a:extLst>
              </a:tr>
              <a:tr h="1580403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capture_output=True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Fångar stdout och stderr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subprocess.run(["ls"], capture_output=True)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1841263"/>
                  </a:ext>
                </a:extLst>
              </a:tr>
              <a:tr h="117135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text=True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Returnerar text istället för bytes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subprocess.run(["ls"], text=True)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2611577"/>
                  </a:ext>
                </a:extLst>
              </a:tr>
              <a:tr h="178493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check=True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Kastar fel om kommandot misslyckas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subprocess.run(["ls"], check=True)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540994"/>
                  </a:ext>
                </a:extLst>
              </a:tr>
              <a:tr h="117135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cwd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Ange arbetsmapp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subprocess.run(["ls"], cwd="/tmp")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3851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03609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892E19-92E7-4BB2-8C3F-DBDFE8D9D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1E493D3-31D9-4B80-9798-EEA082E12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2" y="-1"/>
              <a:ext cx="4572002" cy="6858002"/>
              <a:chOff x="-2" y="-1"/>
              <a:chExt cx="4572002" cy="6858002"/>
            </a:xfrm>
            <a:effectLst/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62E6AA4D-EC17-45B5-B621-DF0FD91FD4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56F11D0-7966-41FE-AAB9-EC0C54F11F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bg1">
                  <a:alpha val="86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EDE579A-0A12-4A10-85D4-A8DA1663B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5CA79E3-BA58-419A-8541-7498AC2633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2348C622-BC44-4959-B64E-427015FD1F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F8841A98-AA1D-4F65-A368-EF31110B07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E6609F08-9B2C-4879-AC68-E3E537BED7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2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6910EFC9-D70D-42FD-BCCD-AB1F710BFD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83BEF371-1E22-4C4F-A62F-AC6B92CAE0B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FFFD16E4-933E-BED5-5F3C-5F265288E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67" y="4863"/>
            <a:ext cx="3798887" cy="3551943"/>
          </a:xfrm>
        </p:spPr>
        <p:txBody>
          <a:bodyPr anchor="t">
            <a:normAutofit/>
          </a:bodyPr>
          <a:lstStyle/>
          <a:p>
            <a:r>
              <a:rPr lang="sv-SE" sz="4800">
                <a:ea typeface="+mj-lt"/>
                <a:cs typeface="+mj-lt"/>
              </a:rPr>
              <a:t>Persisterande PowerShell-sessioner – Varför Det Är Viktigt</a:t>
            </a:r>
            <a:endParaRPr lang="sv-SE" sz="480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F7B3D65-36A6-BDC0-33EE-3D16F3E10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821" y="3838245"/>
            <a:ext cx="4136672" cy="2866093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sv-SE" sz="2200" b="1">
                <a:solidFill>
                  <a:schemeClr val="bg1"/>
                </a:solidFill>
                <a:highlight>
                  <a:srgbClr val="FFFFFF"/>
                </a:highlight>
                <a:ea typeface="+mn-lt"/>
                <a:cs typeface="+mn-lt"/>
              </a:rPr>
              <a:t>Vanliga </a:t>
            </a:r>
            <a:r>
              <a:rPr lang="sv-SE" sz="2200">
                <a:solidFill>
                  <a:schemeClr val="bg1"/>
                </a:solidFill>
                <a:highlight>
                  <a:srgbClr val="EBEEF2"/>
                </a:highlight>
                <a:latin typeface="Consolas"/>
              </a:rPr>
              <a:t>subprocess.run()</a:t>
            </a:r>
            <a:r>
              <a:rPr lang="sv-SE" sz="2200" b="1">
                <a:solidFill>
                  <a:schemeClr val="bg1"/>
                </a:solidFill>
                <a:highlight>
                  <a:srgbClr val="FFFFFF"/>
                </a:highlight>
                <a:ea typeface="+mn-lt"/>
                <a:cs typeface="+mn-lt"/>
              </a:rPr>
              <a:t> anrop startar en NY PowerShell-process varje gång – detta är ineffektivt!</a:t>
            </a:r>
          </a:p>
          <a:p>
            <a:pPr>
              <a:buNone/>
            </a:pPr>
            <a:r>
              <a:rPr lang="sv-SE" sz="2200" b="1">
                <a:solidFill>
                  <a:schemeClr val="bg1"/>
                </a:solidFill>
                <a:highlight>
                  <a:srgbClr val="FFFFFF"/>
                </a:highlight>
                <a:ea typeface="+mn-lt"/>
                <a:cs typeface="+mn-lt"/>
              </a:rPr>
              <a:t>Problem med </a:t>
            </a:r>
            <a:r>
              <a:rPr lang="sv-SE" sz="2200">
                <a:solidFill>
                  <a:schemeClr val="bg1"/>
                </a:solidFill>
                <a:highlight>
                  <a:srgbClr val="EBEEF2"/>
                </a:highlight>
                <a:latin typeface="Consolas"/>
              </a:rPr>
              <a:t>subprocess.run()</a:t>
            </a:r>
            <a:r>
              <a:rPr lang="sv-SE" sz="2200" b="1">
                <a:solidFill>
                  <a:schemeClr val="bg1"/>
                </a:solidFill>
                <a:highlight>
                  <a:srgbClr val="FFFFFF"/>
                </a:highlight>
                <a:ea typeface="+mn-lt"/>
                <a:cs typeface="+mn-lt"/>
              </a:rPr>
              <a:t>:</a:t>
            </a:r>
            <a:endParaRPr lang="sv-SE" sz="2200">
              <a:solidFill>
                <a:schemeClr val="bg1"/>
              </a:solidFill>
            </a:endParaRPr>
          </a:p>
          <a:p>
            <a:pPr>
              <a:buFont typeface="Arial"/>
              <a:buChar char="•"/>
            </a:pPr>
            <a:r>
              <a:rPr lang="sv-SE" sz="2200">
                <a:solidFill>
                  <a:schemeClr val="bg1"/>
                </a:solidFill>
                <a:highlight>
                  <a:srgbClr val="FFFFFF"/>
                </a:highlight>
                <a:ea typeface="+mn-lt"/>
                <a:cs typeface="+mn-lt"/>
              </a:rPr>
              <a:t>Varje kommando startar en ny </a:t>
            </a:r>
            <a:r>
              <a:rPr lang="sv-SE" sz="2200">
                <a:solidFill>
                  <a:schemeClr val="bg1"/>
                </a:solidFill>
                <a:highlight>
                  <a:srgbClr val="EBEEF2"/>
                </a:highlight>
                <a:latin typeface="Consolas"/>
              </a:rPr>
              <a:t>pwsh</a:t>
            </a:r>
            <a:r>
              <a:rPr lang="sv-SE" sz="2200">
                <a:solidFill>
                  <a:schemeClr val="bg1"/>
                </a:solidFill>
                <a:highlight>
                  <a:srgbClr val="FFFFFF"/>
                </a:highlight>
                <a:ea typeface="+mn-lt"/>
                <a:cs typeface="+mn-lt"/>
              </a:rPr>
              <a:t>-process</a:t>
            </a:r>
            <a:endParaRPr lang="sv-SE" sz="2200">
              <a:solidFill>
                <a:schemeClr val="bg1"/>
              </a:solidFill>
            </a:endParaRPr>
          </a:p>
          <a:p>
            <a:pPr>
              <a:buFont typeface="Arial"/>
              <a:buChar char="•"/>
            </a:pPr>
            <a:r>
              <a:rPr lang="sv-SE" sz="2200">
                <a:solidFill>
                  <a:schemeClr val="bg1"/>
                </a:solidFill>
                <a:highlight>
                  <a:srgbClr val="FFFFFF"/>
                </a:highlight>
                <a:ea typeface="+mn-lt"/>
                <a:cs typeface="+mn-lt"/>
              </a:rPr>
              <a:t>Autentisering (t.ex. Azure, Exchange Online) förloras mellan kommandon</a:t>
            </a:r>
            <a:endParaRPr lang="sv-SE" sz="2200">
              <a:solidFill>
                <a:schemeClr val="bg1"/>
              </a:solidFill>
            </a:endParaRPr>
          </a:p>
          <a:p>
            <a:pPr>
              <a:buFont typeface="Arial"/>
              <a:buChar char="•"/>
            </a:pPr>
            <a:r>
              <a:rPr lang="sv-SE" sz="2200">
                <a:solidFill>
                  <a:schemeClr val="bg1"/>
                </a:solidFill>
                <a:highlight>
                  <a:srgbClr val="FFFFFF"/>
                </a:highlight>
                <a:ea typeface="+mn-lt"/>
                <a:cs typeface="+mn-lt"/>
              </a:rPr>
              <a:t>Variabler och tillstånd förloras mellan anrop</a:t>
            </a:r>
            <a:endParaRPr lang="sv-SE" sz="2200">
              <a:solidFill>
                <a:schemeClr val="bg1"/>
              </a:solidFill>
            </a:endParaRPr>
          </a:p>
          <a:p>
            <a:pPr>
              <a:buFont typeface="Arial"/>
              <a:buChar char="•"/>
            </a:pPr>
            <a:r>
              <a:rPr lang="sv-SE" sz="2200">
                <a:solidFill>
                  <a:schemeClr val="bg1"/>
                </a:solidFill>
                <a:highlight>
                  <a:srgbClr val="FFFFFF"/>
                </a:highlight>
                <a:ea typeface="+mn-lt"/>
                <a:cs typeface="+mn-lt"/>
              </a:rPr>
              <a:t>Långsamt – processstart är dyrt</a:t>
            </a:r>
            <a:endParaRPr lang="sv-SE" sz="2200">
              <a:solidFill>
                <a:schemeClr val="bg1"/>
              </a:solidFill>
            </a:endParaRPr>
          </a:p>
        </p:txBody>
      </p:sp>
      <p:sp>
        <p:nvSpPr>
          <p:cNvPr id="4" name="textruta 3">
            <a:extLst>
              <a:ext uri="{FF2B5EF4-FFF2-40B4-BE49-F238E27FC236}">
                <a16:creationId xmlns:a16="http://schemas.microsoft.com/office/drawing/2014/main" id="{90ED7B01-45B7-9FCA-3EB1-F4B5C8E5BAB2}"/>
              </a:ext>
            </a:extLst>
          </p:cNvPr>
          <p:cNvSpPr txBox="1"/>
          <p:nvPr/>
        </p:nvSpPr>
        <p:spPr>
          <a:xfrm>
            <a:off x="4586111" y="268111"/>
            <a:ext cx="7013222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i="0" dirty="0" err="1">
                <a:solidFill>
                  <a:srgbClr val="0F1115"/>
                </a:solidFill>
                <a:highlight>
                  <a:srgbClr val="C0C0C0"/>
                </a:highlight>
                <a:latin typeface="quote-cjk-patch"/>
                <a:ea typeface="quote-cjk-patch"/>
                <a:cs typeface="quote-cjk-patch"/>
              </a:rPr>
              <a:t>Lösning</a:t>
            </a:r>
            <a:r>
              <a:rPr lang="en-US" sz="2800" b="1" i="0" dirty="0">
                <a:solidFill>
                  <a:srgbClr val="0F1115"/>
                </a:solidFill>
                <a:highlight>
                  <a:srgbClr val="C0C0C0"/>
                </a:highlight>
                <a:latin typeface="quote-cjk-patch"/>
                <a:ea typeface="quote-cjk-patch"/>
                <a:cs typeface="quote-cjk-patch"/>
              </a:rPr>
              <a:t> – </a:t>
            </a:r>
            <a:r>
              <a:rPr lang="en-US" sz="2800" b="1" i="0" dirty="0" err="1">
                <a:solidFill>
                  <a:srgbClr val="0F1115"/>
                </a:solidFill>
                <a:highlight>
                  <a:srgbClr val="C0C0C0"/>
                </a:highlight>
                <a:latin typeface="quote-cjk-patch"/>
                <a:ea typeface="quote-cjk-patch"/>
                <a:cs typeface="quote-cjk-patch"/>
              </a:rPr>
              <a:t>Persisterande</a:t>
            </a:r>
            <a:r>
              <a:rPr lang="en-US" sz="2800" b="1" i="0" dirty="0">
                <a:solidFill>
                  <a:srgbClr val="0F1115"/>
                </a:solidFill>
                <a:highlight>
                  <a:srgbClr val="C0C0C0"/>
                </a:highlight>
                <a:latin typeface="quote-cjk-patch"/>
                <a:ea typeface="quote-cjk-patch"/>
                <a:cs typeface="quote-cjk-patch"/>
              </a:rPr>
              <a:t> session med </a:t>
            </a:r>
            <a:r>
              <a:rPr lang="en-US" sz="2800" b="1" i="0" dirty="0" err="1">
                <a:solidFill>
                  <a:srgbClr val="0F1115"/>
                </a:solidFill>
                <a:highlight>
                  <a:srgbClr val="C0C0C0"/>
                </a:highlight>
                <a:latin typeface="quote-cjk-patch"/>
                <a:ea typeface="quote-cjk-patch"/>
                <a:cs typeface="quote-cjk-patch"/>
              </a:rPr>
              <a:t>py</a:t>
            </a:r>
            <a:r>
              <a:rPr lang="en-US" sz="2800" b="1" i="0" dirty="0">
                <a:solidFill>
                  <a:srgbClr val="0F1115"/>
                </a:solidFill>
                <a:highlight>
                  <a:srgbClr val="C0C0C0"/>
                </a:highlight>
                <a:latin typeface="quote-cjk-patch"/>
                <a:ea typeface="quote-cjk-patch"/>
                <a:cs typeface="quote-cjk-patch"/>
              </a:rPr>
              <a:t>-</a:t>
            </a:r>
            <a:r>
              <a:rPr lang="en-US" sz="2800" b="1" i="0" dirty="0" err="1">
                <a:solidFill>
                  <a:srgbClr val="0F1115"/>
                </a:solidFill>
                <a:highlight>
                  <a:srgbClr val="C0C0C0"/>
                </a:highlight>
                <a:latin typeface="quote-cjk-patch"/>
                <a:ea typeface="quote-cjk-patch"/>
                <a:cs typeface="quote-cjk-patch"/>
              </a:rPr>
              <a:t>pwsh</a:t>
            </a:r>
            <a:r>
              <a:rPr lang="en-US" sz="2800" b="1" i="0" dirty="0">
                <a:solidFill>
                  <a:srgbClr val="0F1115"/>
                </a:solidFill>
                <a:highlight>
                  <a:srgbClr val="C0C0C0"/>
                </a:highlight>
                <a:latin typeface="quote-cjk-patch"/>
                <a:ea typeface="quote-cjk-patch"/>
                <a:cs typeface="quote-cjk-patch"/>
              </a:rPr>
              <a:t>-session:</a:t>
            </a:r>
            <a:endParaRPr lang="en-US" sz="2800" dirty="0">
              <a:highlight>
                <a:srgbClr val="C0C0C0"/>
              </a:highlight>
            </a:endParaRPr>
          </a:p>
        </p:txBody>
      </p:sp>
      <p:sp>
        <p:nvSpPr>
          <p:cNvPr id="9" name="Platshållare för innehåll 2">
            <a:extLst>
              <a:ext uri="{FF2B5EF4-FFF2-40B4-BE49-F238E27FC236}">
                <a16:creationId xmlns:a16="http://schemas.microsoft.com/office/drawing/2014/main" id="{6C355BFF-236F-4FB4-04C1-9D655FEEE560}"/>
              </a:ext>
            </a:extLst>
          </p:cNvPr>
          <p:cNvSpPr txBox="1">
            <a:spLocks/>
          </p:cNvSpPr>
          <p:nvPr/>
        </p:nvSpPr>
        <p:spPr>
          <a:xfrm>
            <a:off x="4792135" y="1380090"/>
            <a:ext cx="7396337" cy="532142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python</a:t>
            </a:r>
            <a:endParaRPr lang="sv-SE" sz="2000"/>
          </a:p>
          <a:p>
            <a:pPr marL="0" indent="0">
              <a:buNone/>
            </a:pPr>
            <a:r>
              <a:rPr lang="sv-SE" sz="2000">
                <a:solidFill>
                  <a:srgbClr val="A626A4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from</a:t>
            </a:r>
            <a:r>
              <a:rPr lang="sv-SE" sz="200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 py_</a:t>
            </a:r>
            <a:r>
              <a:rPr lang="sv-SE" sz="20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powershell </a:t>
            </a:r>
            <a:r>
              <a:rPr lang="sv-SE" sz="2000">
                <a:solidFill>
                  <a:srgbClr val="A626A4"/>
                </a:solidFill>
                <a:highlight>
                  <a:srgbClr val="FFFFFF"/>
                </a:highlight>
                <a:latin typeface="Consolas"/>
              </a:rPr>
              <a:t>import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sv-SE" sz="200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PowerShellSession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
</a:t>
            </a:r>
            <a:r>
              <a:rPr lang="sv-SE" sz="2000">
                <a:solidFill>
                  <a:srgbClr val="A626A4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with</a:t>
            </a:r>
            <a:r>
              <a:rPr lang="sv-SE" sz="200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 PowerShellSession</a:t>
            </a:r>
            <a:r>
              <a:rPr lang="sv-SE" sz="20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()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 </a:t>
            </a:r>
            <a:r>
              <a:rPr lang="sv-SE" sz="2000">
                <a:solidFill>
                  <a:srgbClr val="A626A4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as</a:t>
            </a:r>
            <a:r>
              <a:rPr lang="sv-SE" sz="200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 pwsh</a:t>
            </a:r>
            <a:r>
              <a:rPr lang="sv-SE" sz="2000">
                <a:solidFill>
                  <a:srgbClr val="383A42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: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
    </a:t>
            </a:r>
            <a:r>
              <a:rPr lang="sv-SE" sz="2000" i="1">
                <a:solidFill>
                  <a:srgbClr val="A0A1A7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# Autentisera en gång – sessionen </a:t>
            </a:r>
            <a:r>
              <a:rPr lang="sv-SE" sz="2000" i="1">
                <a:solidFill>
                  <a:srgbClr val="A0A1A7"/>
                </a:solidFill>
                <a:highlight>
                  <a:srgbClr val="FFFFFF"/>
                </a:highlight>
                <a:latin typeface="Consolas"/>
              </a:rPr>
              <a:t>förblir inloggad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  </a:t>
            </a:r>
            <a:r>
              <a:rPr lang="sv-SE" sz="200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  pwsh</a:t>
            </a:r>
            <a:r>
              <a:rPr lang="sv-SE" sz="2000">
                <a:solidFill>
                  <a:srgbClr val="383A42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.</a:t>
            </a:r>
            <a:r>
              <a:rPr lang="sv-SE" sz="200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execute</a:t>
            </a:r>
            <a:r>
              <a:rPr lang="sv-SE" sz="2000">
                <a:solidFill>
                  <a:srgbClr val="383A42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(</a:t>
            </a:r>
            <a:r>
              <a:rPr lang="sv-SE" sz="2000">
                <a:solidFill>
                  <a:srgbClr val="50A14F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"Connect-AzAccount"</a:t>
            </a:r>
            <a:r>
              <a:rPr lang="sv-SE" sz="2000">
                <a:solidFill>
                  <a:srgbClr val="383A42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)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
    </a:t>
            </a:r>
            <a:r>
              <a:rPr lang="sv-SE" sz="2000" i="1">
                <a:solidFill>
                  <a:srgbClr val="A0A1A7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# Alla efterföljande kommandon använder samma autentisering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
</a:t>
            </a:r>
            <a:r>
              <a:rPr lang="sv-SE" sz="200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    vms </a:t>
            </a:r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=</a:t>
            </a:r>
            <a:r>
              <a:rPr lang="sv-SE" sz="200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 pwsh</a:t>
            </a:r>
            <a:r>
              <a:rPr lang="sv-SE" sz="2000">
                <a:solidFill>
                  <a:srgbClr val="383A42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.</a:t>
            </a:r>
            <a:r>
              <a:rPr lang="sv-SE" sz="200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execute</a:t>
            </a:r>
            <a:r>
              <a:rPr lang="sv-SE" sz="2000">
                <a:solidFill>
                  <a:srgbClr val="383A42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(</a:t>
            </a:r>
            <a:r>
              <a:rPr lang="sv-SE" sz="2000">
                <a:solidFill>
                  <a:srgbClr val="50A14F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"Get-AzVM | Select-Object Name"</a:t>
            </a:r>
            <a:r>
              <a:rPr lang="sv-SE" sz="2000">
                <a:solidFill>
                  <a:srgbClr val="383A42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,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 </a:t>
            </a:r>
            <a:r>
              <a:rPr lang="sv-SE" sz="200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json_parse</a:t>
            </a:r>
            <a:r>
              <a:rPr lang="sv-SE" sz="2000">
                <a:solidFill>
                  <a:srgbClr val="4078F2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=</a:t>
            </a:r>
            <a:r>
              <a:rPr lang="sv-SE" sz="2000">
                <a:solidFill>
                  <a:srgbClr val="B76B01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True</a:t>
            </a:r>
            <a:r>
              <a:rPr lang="sv-SE" sz="2000">
                <a:solidFill>
                  <a:srgbClr val="383A42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)</a:t>
            </a:r>
            <a:r>
              <a:rPr lang="sv-SE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
    </a:t>
            </a:r>
            <a:r>
              <a:rPr lang="sv-SE" sz="2000">
                <a:solidFill>
                  <a:srgbClr val="A626A4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print</a:t>
            </a:r>
            <a:r>
              <a:rPr lang="sv-SE" sz="2000">
                <a:solidFill>
                  <a:srgbClr val="383A42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(</a:t>
            </a:r>
            <a:r>
              <a:rPr lang="sv-SE" sz="2000">
                <a:solidFill>
                  <a:srgbClr val="0F111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vms</a:t>
            </a:r>
            <a:r>
              <a:rPr lang="sv-SE" sz="2000">
                <a:solidFill>
                  <a:srgbClr val="383A42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)</a:t>
            </a:r>
            <a:endParaRPr lang="sv-SE" sz="2000">
              <a:solidFill>
                <a:srgbClr val="383A42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40350236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15307A8B-F38E-D4F5-5202-C917372C6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5" y="1715200"/>
            <a:ext cx="4080933" cy="1381489"/>
          </a:xfrm>
        </p:spPr>
        <p:txBody>
          <a:bodyPr>
            <a:normAutofit/>
          </a:bodyPr>
          <a:lstStyle/>
          <a:p>
            <a:r>
              <a:rPr lang="sv-SE" sz="6600">
                <a:ea typeface="+mj-lt"/>
                <a:cs typeface="+mj-lt"/>
              </a:rPr>
              <a:t>Jämförelse </a:t>
            </a:r>
            <a:endParaRPr lang="sv-SE" sz="660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DCE3C833-A387-9280-67FE-9F069EA5D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3958869"/>
            <a:ext cx="4721579" cy="2891376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sv-SE" sz="2400" b="1">
                <a:highlight>
                  <a:srgbClr val="FFFFFF"/>
                </a:highlight>
                <a:ea typeface="+mn-lt"/>
                <a:cs typeface="+mn-lt"/>
              </a:rPr>
              <a:t>När ska man använda vilken metod?</a:t>
            </a:r>
            <a:r>
              <a:rPr lang="sv-SE" sz="2400">
                <a:highlight>
                  <a:srgbClr val="FFFFFF"/>
                </a:highlight>
                <a:ea typeface="+mn-lt"/>
                <a:cs typeface="+mn-lt"/>
              </a:rPr>
              <a:t> Använd </a:t>
            </a:r>
            <a:r>
              <a:rPr lang="sv-SE" sz="2400">
                <a:highlight>
                  <a:srgbClr val="EBEEF2"/>
                </a:highlight>
                <a:latin typeface="Consolas"/>
              </a:rPr>
              <a:t>subprocess.run()</a:t>
            </a:r>
            <a:r>
              <a:rPr lang="sv-SE" sz="2400" dirty="0">
                <a:highlight>
                  <a:srgbClr val="FFFFFF"/>
                </a:highlight>
                <a:ea typeface="+mn-lt"/>
                <a:cs typeface="+mn-lt"/>
              </a:rPr>
              <a:t> </a:t>
            </a:r>
            <a:r>
              <a:rPr lang="sv-SE" sz="2400">
                <a:highlight>
                  <a:srgbClr val="FFFFFF"/>
                </a:highlight>
                <a:ea typeface="+mn-lt"/>
                <a:cs typeface="+mn-lt"/>
              </a:rPr>
              <a:t>för enkla engångskommandon. Använd persisterande session när du arbetar med flera kommandon som behöver samma autentisering (Azure, Exchange Online, Microsoft Graph) .</a:t>
            </a:r>
            <a:endParaRPr lang="sv-SE" sz="2400"/>
          </a:p>
        </p:txBody>
      </p:sp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CD006967-DD09-22D7-9A1F-2A3C963F03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589956"/>
              </p:ext>
            </p:extLst>
          </p:nvPr>
        </p:nvGraphicFramePr>
        <p:xfrm>
          <a:off x="4896555" y="-56444"/>
          <a:ext cx="7304110" cy="689560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69583">
                  <a:extLst>
                    <a:ext uri="{9D8B030D-6E8A-4147-A177-3AD203B41FA5}">
                      <a16:colId xmlns:a16="http://schemas.microsoft.com/office/drawing/2014/main" val="2931865641"/>
                    </a:ext>
                  </a:extLst>
                </a:gridCol>
                <a:gridCol w="2699824">
                  <a:extLst>
                    <a:ext uri="{9D8B030D-6E8A-4147-A177-3AD203B41FA5}">
                      <a16:colId xmlns:a16="http://schemas.microsoft.com/office/drawing/2014/main" val="746332395"/>
                    </a:ext>
                  </a:extLst>
                </a:gridCol>
                <a:gridCol w="2434703">
                  <a:extLst>
                    <a:ext uri="{9D8B030D-6E8A-4147-A177-3AD203B41FA5}">
                      <a16:colId xmlns:a16="http://schemas.microsoft.com/office/drawing/2014/main" val="2590280524"/>
                    </a:ext>
                  </a:extLst>
                </a:gridCol>
              </a:tblGrid>
              <a:tr h="1149267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Aspekt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subprocess.run()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Persisterande session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118357"/>
                  </a:ext>
                </a:extLst>
              </a:tr>
              <a:tr h="1149267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Processstart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Varje kommando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En gång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722689"/>
                  </a:ext>
                </a:extLst>
              </a:tr>
              <a:tr h="1149267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Autentisering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Förloras efter varje kommando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Består över flera kommandon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35794"/>
                  </a:ext>
                </a:extLst>
              </a:tr>
              <a:tr h="1149267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Variabler/tillstånd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Förloras mellan anrop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Bevaras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5203710"/>
                  </a:ext>
                </a:extLst>
              </a:tr>
              <a:tr h="1149267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Modulfrågor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Misslyckas (ingen auth-kontext)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Fungerar (samma session)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8039539"/>
                  </a:ext>
                </a:extLst>
              </a:tr>
              <a:tr h="1149267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Prestanda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Långsam (process-overhead)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Snabb (återanvänd process)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6860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72288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30C518D8-0EC2-6109-3AEB-77DCE7799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4" y="-6355"/>
            <a:ext cx="4984044" cy="4020265"/>
          </a:xfrm>
        </p:spPr>
        <p:txBody>
          <a:bodyPr>
            <a:normAutofit/>
          </a:bodyPr>
          <a:lstStyle/>
          <a:p>
            <a:r>
              <a:rPr lang="sv-SE" sz="4800">
                <a:ea typeface="+mj-lt"/>
                <a:cs typeface="+mj-lt"/>
              </a:rPr>
              <a:t>JSON – Hantera Konfigurationsfiler</a:t>
            </a:r>
            <a:endParaRPr lang="sv-SE" sz="480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08E48700-FA93-A166-9E6A-22AD4FFD8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5333" y="7758"/>
            <a:ext cx="7191022" cy="6870708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sv-SE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Läsa JSON från fil:</a:t>
            </a:r>
            <a:endParaRPr lang="sv-SE"/>
          </a:p>
          <a:p>
            <a:pPr marL="0" indent="0">
              <a:buNone/>
            </a:pPr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python</a:t>
            </a:r>
            <a:endParaRPr lang="sv-SE" sz="1600">
              <a:solidFill>
                <a:srgbClr val="0F1115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sv-SE" sz="18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import</a:t>
            </a:r>
            <a:r>
              <a:rPr lang="sv-SE" sz="18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json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8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with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8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open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(</a:t>
            </a:r>
            <a:r>
              <a:rPr lang="sv-SE" sz="18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"config.json"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,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8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"r"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)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8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as</a:t>
            </a:r>
            <a:r>
              <a:rPr lang="sv-SE" sz="18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f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8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 config </a:t>
            </a:r>
            <a:r>
              <a:rPr lang="sv-SE" sz="18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18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json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.</a:t>
            </a:r>
            <a:r>
              <a:rPr lang="sv-SE" sz="18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load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(</a:t>
            </a:r>
            <a:r>
              <a:rPr lang="sv-SE" sz="18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f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)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8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print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(</a:t>
            </a:r>
            <a:r>
              <a:rPr lang="sv-SE" sz="18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f"Server: 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18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config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[</a:t>
            </a:r>
            <a:r>
              <a:rPr lang="sv-SE" sz="18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'server_name'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]}</a:t>
            </a:r>
            <a:r>
              <a:rPr lang="sv-SE" sz="18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)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8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print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(</a:t>
            </a:r>
            <a:r>
              <a:rPr lang="sv-SE" sz="18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f"Port: 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18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config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[</a:t>
            </a:r>
            <a:r>
              <a:rPr lang="sv-SE" sz="18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'port'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]}</a:t>
            </a:r>
            <a:r>
              <a:rPr lang="sv-SE" sz="18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)</a:t>
            </a:r>
            <a:endParaRPr lang="sv-SE" sz="1800">
              <a:solidFill>
                <a:srgbClr val="383A42"/>
              </a:solidFill>
            </a:endParaRPr>
          </a:p>
          <a:p>
            <a:pPr marL="0" indent="0">
              <a:buNone/>
            </a:pPr>
            <a:r>
              <a:rPr lang="sv-SE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Skriva JSON till fil:</a:t>
            </a:r>
            <a:endParaRPr lang="sv-SE">
              <a:solidFill>
                <a:srgbClr val="0F1115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python</a:t>
            </a:r>
            <a:endParaRPr lang="sv-SE" sz="1600">
              <a:solidFill>
                <a:srgbClr val="0F1115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sv-SE" sz="18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import</a:t>
            </a:r>
            <a:r>
              <a:rPr lang="sv-SE" sz="18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json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8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data </a:t>
            </a:r>
            <a:r>
              <a:rPr lang="sv-SE" sz="18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18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"server"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8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"WEB01"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,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8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"port"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80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80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8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with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8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open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(</a:t>
            </a:r>
            <a:r>
              <a:rPr lang="sv-SE" sz="18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"config.json"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,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8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"w"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)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8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as</a:t>
            </a:r>
            <a:r>
              <a:rPr lang="sv-SE" sz="18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f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8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 json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.</a:t>
            </a:r>
            <a:r>
              <a:rPr lang="sv-SE" sz="18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dump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(</a:t>
            </a:r>
            <a:r>
              <a:rPr lang="sv-SE" sz="18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data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,</a:t>
            </a:r>
            <a:r>
              <a:rPr lang="sv-SE" sz="18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f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,</a:t>
            </a:r>
            <a:r>
              <a:rPr lang="sv-SE" sz="18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indent</a:t>
            </a:r>
            <a:r>
              <a:rPr lang="sv-SE" sz="18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180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4</a:t>
            </a:r>
            <a:r>
              <a:rPr lang="sv-SE" sz="18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)</a:t>
            </a:r>
            <a:r>
              <a:rPr lang="sv-SE" sz="18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</a:t>
            </a:r>
            <a:r>
              <a:rPr lang="sv-SE" sz="18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indent=4 gör filen läsbar</a:t>
            </a:r>
            <a:endParaRPr lang="sv-SE" sz="1800" i="1">
              <a:solidFill>
                <a:srgbClr val="A0A1A7"/>
              </a:solidFill>
              <a:highlight>
                <a:srgbClr val="F9FAFB"/>
              </a:highlight>
            </a:endParaRPr>
          </a:p>
        </p:txBody>
      </p:sp>
      <p:sp>
        <p:nvSpPr>
          <p:cNvPr id="4" name="textruta 3">
            <a:extLst>
              <a:ext uri="{FF2B5EF4-FFF2-40B4-BE49-F238E27FC236}">
                <a16:creationId xmlns:a16="http://schemas.microsoft.com/office/drawing/2014/main" id="{D718A248-8355-6029-4A92-BD5BD5408038}"/>
              </a:ext>
            </a:extLst>
          </p:cNvPr>
          <p:cNvSpPr txBox="1"/>
          <p:nvPr/>
        </p:nvSpPr>
        <p:spPr>
          <a:xfrm>
            <a:off x="0" y="4910667"/>
            <a:ext cx="4205111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 algn="l" rtl="0"/>
            <a:r>
              <a:rPr lang="sv-SE" sz="2400" b="1" i="0" u="none" strike="noStrike" baseline="0">
                <a:solidFill>
                  <a:srgbClr val="000000"/>
                </a:solidFill>
                <a:highlight>
                  <a:srgbClr val="FFFFFF"/>
                </a:highlight>
                <a:latin typeface="Aptos"/>
                <a:ea typeface="Arial"/>
                <a:cs typeface="Arial"/>
              </a:rPr>
              <a:t>JSON är standardformatet för konfiguration i moderna IT-system (API:er, molntjänster, Terraform).</a:t>
            </a:r>
            <a:r>
              <a:rPr lang="en-US" sz="24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  <a:endParaRPr lang="sv-SE" sz="2400"/>
          </a:p>
        </p:txBody>
      </p:sp>
    </p:spTree>
    <p:extLst>
      <p:ext uri="{BB962C8B-B14F-4D97-AF65-F5344CB8AC3E}">
        <p14:creationId xmlns:p14="http://schemas.microsoft.com/office/powerpoint/2010/main" val="14482252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D687D8FB-C0BB-E535-6700-5FE13C8CD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4" y="-6355"/>
            <a:ext cx="4038600" cy="3738043"/>
          </a:xfrm>
        </p:spPr>
        <p:txBody>
          <a:bodyPr>
            <a:normAutofit/>
          </a:bodyPr>
          <a:lstStyle/>
          <a:p>
            <a:r>
              <a:rPr lang="sv-SE" sz="7200">
                <a:ea typeface="+mj-lt"/>
                <a:cs typeface="+mj-lt"/>
              </a:rPr>
              <a:t>Viktiga funktioner</a:t>
            </a:r>
            <a:endParaRPr lang="sv-SE" sz="720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ABB35FE1-CCA9-C1A5-6A19-D20C0AC9C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4085869"/>
            <a:ext cx="4608690" cy="27784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sv-SE" sz="2000" b="1">
                <a:highlight>
                  <a:srgbClr val="FFFFFF"/>
                </a:highlight>
                <a:ea typeface="+mn-lt"/>
                <a:cs typeface="+mn-lt"/>
              </a:rPr>
              <a:t>Proffstips:</a:t>
            </a:r>
            <a:r>
              <a:rPr lang="sv-SE" sz="2000">
                <a:highlight>
                  <a:srgbClr val="FFFFFF"/>
                </a:highlight>
                <a:ea typeface="+mn-lt"/>
                <a:cs typeface="+mn-lt"/>
              </a:rPr>
              <a:t> Använd </a:t>
            </a:r>
            <a:r>
              <a:rPr lang="sv-SE" sz="2000">
                <a:highlight>
                  <a:srgbClr val="EBEEF2"/>
                </a:highlight>
                <a:latin typeface="Consolas"/>
              </a:rPr>
              <a:t>indent=4</a:t>
            </a:r>
            <a:r>
              <a:rPr lang="sv-SE" sz="2000">
                <a:highlight>
                  <a:srgbClr val="FFFFFF"/>
                </a:highlight>
                <a:ea typeface="+mn-lt"/>
                <a:cs typeface="+mn-lt"/>
              </a:rPr>
              <a:t> för att göra JSON-filer läsbara för människor – viktigt för felsökning i produktion. Python-biblioteket </a:t>
            </a:r>
            <a:r>
              <a:rPr lang="sv-SE" sz="2000">
                <a:highlight>
                  <a:srgbClr val="EBEEF2"/>
                </a:highlight>
                <a:latin typeface="Consolas"/>
              </a:rPr>
              <a:t>anyconfig</a:t>
            </a:r>
            <a:r>
              <a:rPr lang="sv-SE" sz="2000">
                <a:highlight>
                  <a:srgbClr val="FFFFFF"/>
                </a:highlight>
                <a:ea typeface="+mn-lt"/>
                <a:cs typeface="+mn-lt"/>
              </a:rPr>
              <a:t> kan ladda konfiguration från flera format (JSON, YAML, XML) och stöder avancerade funktioner som schemavalidering .</a:t>
            </a:r>
            <a:endParaRPr lang="sv-SE" sz="2000"/>
          </a:p>
        </p:txBody>
      </p:sp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A8F4CF3C-0759-4D89-5A78-CCCCC364E6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343164"/>
              </p:ext>
            </p:extLst>
          </p:nvPr>
        </p:nvGraphicFramePr>
        <p:xfrm>
          <a:off x="4543777" y="-56444"/>
          <a:ext cx="7656993" cy="691671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5554">
                  <a:extLst>
                    <a:ext uri="{9D8B030D-6E8A-4147-A177-3AD203B41FA5}">
                      <a16:colId xmlns:a16="http://schemas.microsoft.com/office/drawing/2014/main" val="873412876"/>
                    </a:ext>
                  </a:extLst>
                </a:gridCol>
                <a:gridCol w="2363611">
                  <a:extLst>
                    <a:ext uri="{9D8B030D-6E8A-4147-A177-3AD203B41FA5}">
                      <a16:colId xmlns:a16="http://schemas.microsoft.com/office/drawing/2014/main" val="1652881065"/>
                    </a:ext>
                  </a:extLst>
                </a:gridCol>
                <a:gridCol w="3317828">
                  <a:extLst>
                    <a:ext uri="{9D8B030D-6E8A-4147-A177-3AD203B41FA5}">
                      <a16:colId xmlns:a16="http://schemas.microsoft.com/office/drawing/2014/main" val="2772401084"/>
                    </a:ext>
                  </a:extLst>
                </a:gridCol>
              </a:tblGrid>
              <a:tr h="1383343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Funktion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Vad gör den?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Exempel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0982761"/>
                  </a:ext>
                </a:extLst>
              </a:tr>
              <a:tr h="1383343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json.load()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Läs JSON från fil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data = json.load(f)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0318631"/>
                  </a:ext>
                </a:extLst>
              </a:tr>
              <a:tr h="1383343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json.dump()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Skriv JSON till fil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json.dump(data, f, indent=4)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959775"/>
                  </a:ext>
                </a:extLst>
              </a:tr>
              <a:tr h="1383343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json.loads()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Tolka JSON-sträng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data = json.loads('{"key":"value"}')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854153"/>
                  </a:ext>
                </a:extLst>
              </a:tr>
              <a:tr h="1383343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json.dumps()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Konvertera till JSON-sträng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json.dumps(data, indent=4)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109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42744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D13CC36-B950-4F02-9BAF-9A7EB267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F2E2428-58BA-458D-AA54-05502E63F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748215" cy="6857999"/>
          </a:xfrm>
          <a:custGeom>
            <a:avLst/>
            <a:gdLst>
              <a:gd name="connsiteX0" fmla="*/ 0 w 9024730"/>
              <a:gd name="connsiteY0" fmla="*/ 0 h 6857999"/>
              <a:gd name="connsiteX1" fmla="*/ 9024730 w 9024730"/>
              <a:gd name="connsiteY1" fmla="*/ 0 h 6857999"/>
              <a:gd name="connsiteX2" fmla="*/ 9024730 w 9024730"/>
              <a:gd name="connsiteY2" fmla="*/ 2 h 6857999"/>
              <a:gd name="connsiteX3" fmla="*/ 8447016 w 9024730"/>
              <a:gd name="connsiteY3" fmla="*/ 2 h 6857999"/>
              <a:gd name="connsiteX4" fmla="*/ 8441214 w 9024730"/>
              <a:gd name="connsiteY4" fmla="*/ 14562 h 6857999"/>
              <a:gd name="connsiteX5" fmla="*/ 8445389 w 9024730"/>
              <a:gd name="connsiteY5" fmla="*/ 59077 h 6857999"/>
              <a:gd name="connsiteX6" fmla="*/ 8437086 w 9024730"/>
              <a:gd name="connsiteY6" fmla="*/ 107668 h 6857999"/>
              <a:gd name="connsiteX7" fmla="*/ 8458599 w 9024730"/>
              <a:gd name="connsiteY7" fmla="*/ 246136 h 6857999"/>
              <a:gd name="connsiteX8" fmla="*/ 8433237 w 9024730"/>
              <a:gd name="connsiteY8" fmla="*/ 372908 h 6857999"/>
              <a:gd name="connsiteX9" fmla="*/ 8430194 w 9024730"/>
              <a:gd name="connsiteY9" fmla="*/ 450607 h 6857999"/>
              <a:gd name="connsiteX10" fmla="*/ 8443315 w 9024730"/>
              <a:gd name="connsiteY10" fmla="*/ 812800 h 6857999"/>
              <a:gd name="connsiteX11" fmla="*/ 8453042 w 9024730"/>
              <a:gd name="connsiteY11" fmla="*/ 912727 h 6857999"/>
              <a:gd name="connsiteX12" fmla="*/ 8451649 w 9024730"/>
              <a:gd name="connsiteY12" fmla="*/ 989950 h 6857999"/>
              <a:gd name="connsiteX13" fmla="*/ 8455592 w 9024730"/>
              <a:gd name="connsiteY13" fmla="*/ 1141745 h 6857999"/>
              <a:gd name="connsiteX14" fmla="*/ 8470203 w 9024730"/>
              <a:gd name="connsiteY14" fmla="*/ 1265454 h 6857999"/>
              <a:gd name="connsiteX15" fmla="*/ 8499638 w 9024730"/>
              <a:gd name="connsiteY15" fmla="*/ 1385480 h 6857999"/>
              <a:gd name="connsiteX16" fmla="*/ 8518660 w 9024730"/>
              <a:gd name="connsiteY16" fmla="*/ 1458060 h 6857999"/>
              <a:gd name="connsiteX17" fmla="*/ 8539125 w 9024730"/>
              <a:gd name="connsiteY17" fmla="*/ 1513175 h 6857999"/>
              <a:gd name="connsiteX18" fmla="*/ 8570281 w 9024730"/>
              <a:gd name="connsiteY18" fmla="*/ 1570809 h 6857999"/>
              <a:gd name="connsiteX19" fmla="*/ 8605212 w 9024730"/>
              <a:gd name="connsiteY19" fmla="*/ 1638391 h 6857999"/>
              <a:gd name="connsiteX20" fmla="*/ 8626457 w 9024730"/>
              <a:gd name="connsiteY20" fmla="*/ 1742490 h 6857999"/>
              <a:gd name="connsiteX21" fmla="*/ 8654861 w 9024730"/>
              <a:gd name="connsiteY21" fmla="*/ 1818229 h 6857999"/>
              <a:gd name="connsiteX22" fmla="*/ 8648005 w 9024730"/>
              <a:gd name="connsiteY22" fmla="*/ 1862723 h 6857999"/>
              <a:gd name="connsiteX23" fmla="*/ 8654469 w 9024730"/>
              <a:gd name="connsiteY23" fmla="*/ 1917476 h 6857999"/>
              <a:gd name="connsiteX24" fmla="*/ 8649702 w 9024730"/>
              <a:gd name="connsiteY24" fmla="*/ 1972204 h 6857999"/>
              <a:gd name="connsiteX25" fmla="*/ 8656357 w 9024730"/>
              <a:gd name="connsiteY25" fmla="*/ 2054291 h 6857999"/>
              <a:gd name="connsiteX26" fmla="*/ 8648660 w 9024730"/>
              <a:gd name="connsiteY26" fmla="*/ 2227417 h 6857999"/>
              <a:gd name="connsiteX27" fmla="*/ 8607609 w 9024730"/>
              <a:gd name="connsiteY27" fmla="*/ 2510933 h 6857999"/>
              <a:gd name="connsiteX28" fmla="*/ 8608432 w 9024730"/>
              <a:gd name="connsiteY28" fmla="*/ 2741866 h 6857999"/>
              <a:gd name="connsiteX29" fmla="*/ 8619112 w 9024730"/>
              <a:gd name="connsiteY29" fmla="*/ 2864935 h 6857999"/>
              <a:gd name="connsiteX30" fmla="*/ 8627742 w 9024730"/>
              <a:gd name="connsiteY30" fmla="*/ 2950807 h 6857999"/>
              <a:gd name="connsiteX31" fmla="*/ 8611822 w 9024730"/>
              <a:gd name="connsiteY31" fmla="*/ 2978246 h 6857999"/>
              <a:gd name="connsiteX32" fmla="*/ 8608239 w 9024730"/>
              <a:gd name="connsiteY32" fmla="*/ 2995916 h 6857999"/>
              <a:gd name="connsiteX33" fmla="*/ 8598647 w 9024730"/>
              <a:gd name="connsiteY33" fmla="*/ 2998648 h 6857999"/>
              <a:gd name="connsiteX34" fmla="*/ 8587108 w 9024730"/>
              <a:gd name="connsiteY34" fmla="*/ 3023630 h 6857999"/>
              <a:gd name="connsiteX35" fmla="*/ 8577885 w 9024730"/>
              <a:gd name="connsiteY35" fmla="*/ 3096975 h 6857999"/>
              <a:gd name="connsiteX36" fmla="*/ 8557492 w 9024730"/>
              <a:gd name="connsiteY36" fmla="*/ 3216657 h 6857999"/>
              <a:gd name="connsiteX37" fmla="*/ 8560894 w 9024730"/>
              <a:gd name="connsiteY37" fmla="*/ 3310980 h 6857999"/>
              <a:gd name="connsiteX38" fmla="*/ 8547852 w 9024730"/>
              <a:gd name="connsiteY38" fmla="*/ 3344725 h 6857999"/>
              <a:gd name="connsiteX39" fmla="*/ 8535427 w 9024730"/>
              <a:gd name="connsiteY39" fmla="*/ 3393250 h 6857999"/>
              <a:gd name="connsiteX40" fmla="*/ 8520092 w 9024730"/>
              <a:gd name="connsiteY40" fmla="*/ 3514536 h 6857999"/>
              <a:gd name="connsiteX41" fmla="*/ 8497231 w 9024730"/>
              <a:gd name="connsiteY41" fmla="*/ 3686149 h 6857999"/>
              <a:gd name="connsiteX42" fmla="*/ 8489799 w 9024730"/>
              <a:gd name="connsiteY42" fmla="*/ 3692208 h 6857999"/>
              <a:gd name="connsiteX43" fmla="*/ 8475804 w 9024730"/>
              <a:gd name="connsiteY43" fmla="*/ 3776022 h 6857999"/>
              <a:gd name="connsiteX44" fmla="*/ 8471279 w 9024730"/>
              <a:gd name="connsiteY44" fmla="*/ 3977138 h 6857999"/>
              <a:gd name="connsiteX45" fmla="*/ 8408913 w 9024730"/>
              <a:gd name="connsiteY45" fmla="*/ 4222149 h 6857999"/>
              <a:gd name="connsiteX46" fmla="*/ 8402112 w 9024730"/>
              <a:gd name="connsiteY46" fmla="*/ 4364683 h 6857999"/>
              <a:gd name="connsiteX47" fmla="*/ 8393355 w 9024730"/>
              <a:gd name="connsiteY47" fmla="*/ 4462471 h 6857999"/>
              <a:gd name="connsiteX48" fmla="*/ 8376166 w 9024730"/>
              <a:gd name="connsiteY48" fmla="*/ 4574052 h 6857999"/>
              <a:gd name="connsiteX49" fmla="*/ 8341678 w 9024730"/>
              <a:gd name="connsiteY49" fmla="*/ 4667756 h 6857999"/>
              <a:gd name="connsiteX50" fmla="*/ 8273661 w 9024730"/>
              <a:gd name="connsiteY50" fmla="*/ 4799019 h 6857999"/>
              <a:gd name="connsiteX51" fmla="*/ 8256132 w 9024730"/>
              <a:gd name="connsiteY51" fmla="*/ 4849614 h 6857999"/>
              <a:gd name="connsiteX52" fmla="*/ 8226804 w 9024730"/>
              <a:gd name="connsiteY52" fmla="*/ 4919971 h 6857999"/>
              <a:gd name="connsiteX53" fmla="*/ 8171825 w 9024730"/>
              <a:gd name="connsiteY53" fmla="*/ 5010766 h 6857999"/>
              <a:gd name="connsiteX54" fmla="*/ 8143172 w 9024730"/>
              <a:gd name="connsiteY54" fmla="*/ 5088190 h 6857999"/>
              <a:gd name="connsiteX55" fmla="*/ 8126363 w 9024730"/>
              <a:gd name="connsiteY55" fmla="*/ 5143922 h 6857999"/>
              <a:gd name="connsiteX56" fmla="*/ 8103782 w 9024730"/>
              <a:gd name="connsiteY56" fmla="*/ 5284346 h 6857999"/>
              <a:gd name="connsiteX57" fmla="*/ 8084361 w 9024730"/>
              <a:gd name="connsiteY57" fmla="*/ 5390948 h 6857999"/>
              <a:gd name="connsiteX58" fmla="*/ 8062552 w 9024730"/>
              <a:gd name="connsiteY58" fmla="*/ 5470854 h 6857999"/>
              <a:gd name="connsiteX59" fmla="*/ 8057342 w 9024730"/>
              <a:gd name="connsiteY59" fmla="*/ 5529643 h 6857999"/>
              <a:gd name="connsiteX60" fmla="*/ 8044923 w 9024730"/>
              <a:gd name="connsiteY60" fmla="*/ 5597292 h 6857999"/>
              <a:gd name="connsiteX61" fmla="*/ 8035233 w 9024730"/>
              <a:gd name="connsiteY61" fmla="*/ 5608899 h 6857999"/>
              <a:gd name="connsiteX62" fmla="*/ 8018178 w 9024730"/>
              <a:gd name="connsiteY62" fmla="*/ 5684911 h 6857999"/>
              <a:gd name="connsiteX63" fmla="*/ 8018018 w 9024730"/>
              <a:gd name="connsiteY63" fmla="*/ 5755776 h 6857999"/>
              <a:gd name="connsiteX64" fmla="*/ 8008640 w 9024730"/>
              <a:gd name="connsiteY64" fmla="*/ 5889599 h 6857999"/>
              <a:gd name="connsiteX65" fmla="*/ 8013542 w 9024730"/>
              <a:gd name="connsiteY65" fmla="*/ 5989744 h 6857999"/>
              <a:gd name="connsiteX66" fmla="*/ 7980757 w 9024730"/>
              <a:gd name="connsiteY66" fmla="*/ 6084926 h 6857999"/>
              <a:gd name="connsiteX67" fmla="*/ 7975907 w 9024730"/>
              <a:gd name="connsiteY67" fmla="*/ 6346549 h 6857999"/>
              <a:gd name="connsiteX68" fmla="*/ 7974221 w 9024730"/>
              <a:gd name="connsiteY68" fmla="*/ 6527527 h 6857999"/>
              <a:gd name="connsiteX69" fmla="*/ 7979135 w 9024730"/>
              <a:gd name="connsiteY69" fmla="*/ 6627129 h 6857999"/>
              <a:gd name="connsiteX70" fmla="*/ 7979404 w 9024730"/>
              <a:gd name="connsiteY70" fmla="*/ 6694819 h 6857999"/>
              <a:gd name="connsiteX71" fmla="*/ 8009526 w 9024730"/>
              <a:gd name="connsiteY71" fmla="*/ 6765445 h 6857999"/>
              <a:gd name="connsiteX72" fmla="*/ 8018211 w 9024730"/>
              <a:gd name="connsiteY72" fmla="*/ 6844697 h 6857999"/>
              <a:gd name="connsiteX73" fmla="*/ 8019608 w 9024730"/>
              <a:gd name="connsiteY73" fmla="*/ 6857999 h 6857999"/>
              <a:gd name="connsiteX74" fmla="*/ 0 w 9024730"/>
              <a:gd name="connsiteY7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9024730" h="6857999">
                <a:moveTo>
                  <a:pt x="0" y="0"/>
                </a:moveTo>
                <a:lnTo>
                  <a:pt x="9024730" y="0"/>
                </a:lnTo>
                <a:lnTo>
                  <a:pt x="9024730" y="2"/>
                </a:lnTo>
                <a:lnTo>
                  <a:pt x="8447016" y="2"/>
                </a:lnTo>
                <a:lnTo>
                  <a:pt x="8441214" y="14562"/>
                </a:lnTo>
                <a:lnTo>
                  <a:pt x="8445389" y="59077"/>
                </a:lnTo>
                <a:cubicBezTo>
                  <a:pt x="8445971" y="76949"/>
                  <a:pt x="8436504" y="89796"/>
                  <a:pt x="8437086" y="107668"/>
                </a:cubicBezTo>
                <a:cubicBezTo>
                  <a:pt x="8417947" y="138162"/>
                  <a:pt x="8459241" y="201929"/>
                  <a:pt x="8458599" y="246136"/>
                </a:cubicBezTo>
                <a:cubicBezTo>
                  <a:pt x="8457958" y="290343"/>
                  <a:pt x="8471649" y="364179"/>
                  <a:pt x="8433237" y="372908"/>
                </a:cubicBezTo>
                <a:cubicBezTo>
                  <a:pt x="8426916" y="431308"/>
                  <a:pt x="8438389" y="357606"/>
                  <a:pt x="8430194" y="450607"/>
                </a:cubicBezTo>
                <a:cubicBezTo>
                  <a:pt x="8466727" y="551950"/>
                  <a:pt x="8430182" y="787036"/>
                  <a:pt x="8443315" y="812800"/>
                </a:cubicBezTo>
                <a:cubicBezTo>
                  <a:pt x="8478999" y="860799"/>
                  <a:pt x="8435788" y="854953"/>
                  <a:pt x="8453042" y="912727"/>
                </a:cubicBezTo>
                <a:cubicBezTo>
                  <a:pt x="8462900" y="945986"/>
                  <a:pt x="8451223" y="951781"/>
                  <a:pt x="8451649" y="989950"/>
                </a:cubicBezTo>
                <a:cubicBezTo>
                  <a:pt x="8452074" y="1028120"/>
                  <a:pt x="8452500" y="1095828"/>
                  <a:pt x="8455592" y="1141745"/>
                </a:cubicBezTo>
                <a:cubicBezTo>
                  <a:pt x="8458684" y="1187662"/>
                  <a:pt x="8470047" y="1234783"/>
                  <a:pt x="8470203" y="1265454"/>
                </a:cubicBezTo>
                <a:cubicBezTo>
                  <a:pt x="8458947" y="1304052"/>
                  <a:pt x="8496012" y="1370755"/>
                  <a:pt x="8499638" y="1385480"/>
                </a:cubicBezTo>
                <a:cubicBezTo>
                  <a:pt x="8514485" y="1422714"/>
                  <a:pt x="8525070" y="1428103"/>
                  <a:pt x="8518660" y="1458060"/>
                </a:cubicBezTo>
                <a:cubicBezTo>
                  <a:pt x="8518783" y="1468057"/>
                  <a:pt x="8539003" y="1503177"/>
                  <a:pt x="8539125" y="1513175"/>
                </a:cubicBezTo>
                <a:lnTo>
                  <a:pt x="8570281" y="1570809"/>
                </a:lnTo>
                <a:cubicBezTo>
                  <a:pt x="8597636" y="1617136"/>
                  <a:pt x="8594573" y="1601443"/>
                  <a:pt x="8605212" y="1638391"/>
                </a:cubicBezTo>
                <a:cubicBezTo>
                  <a:pt x="8629645" y="1719640"/>
                  <a:pt x="8613884" y="1715203"/>
                  <a:pt x="8626457" y="1742490"/>
                </a:cubicBezTo>
                <a:lnTo>
                  <a:pt x="8654861" y="1818229"/>
                </a:lnTo>
                <a:cubicBezTo>
                  <a:pt x="8657202" y="1824059"/>
                  <a:pt x="8651899" y="1851211"/>
                  <a:pt x="8648005" y="1862723"/>
                </a:cubicBezTo>
                <a:lnTo>
                  <a:pt x="8654469" y="1917476"/>
                </a:lnTo>
                <a:lnTo>
                  <a:pt x="8649702" y="1972204"/>
                </a:lnTo>
                <a:cubicBezTo>
                  <a:pt x="8652251" y="1979569"/>
                  <a:pt x="8651461" y="2048203"/>
                  <a:pt x="8656357" y="2054291"/>
                </a:cubicBezTo>
                <a:cubicBezTo>
                  <a:pt x="8672645" y="2141657"/>
                  <a:pt x="8632397" y="2189849"/>
                  <a:pt x="8648660" y="2227417"/>
                </a:cubicBezTo>
                <a:cubicBezTo>
                  <a:pt x="8639941" y="2317591"/>
                  <a:pt x="8613796" y="2407644"/>
                  <a:pt x="8607609" y="2510933"/>
                </a:cubicBezTo>
                <a:cubicBezTo>
                  <a:pt x="8633490" y="2597916"/>
                  <a:pt x="8602674" y="2649734"/>
                  <a:pt x="8608432" y="2741866"/>
                </a:cubicBezTo>
                <a:cubicBezTo>
                  <a:pt x="8630300" y="2779815"/>
                  <a:pt x="8631929" y="2817058"/>
                  <a:pt x="8619112" y="2864935"/>
                </a:cubicBezTo>
                <a:cubicBezTo>
                  <a:pt x="8655820" y="2860552"/>
                  <a:pt x="8588374" y="2937673"/>
                  <a:pt x="8627742" y="2950807"/>
                </a:cubicBezTo>
                <a:lnTo>
                  <a:pt x="8611822" y="2978246"/>
                </a:lnTo>
                <a:lnTo>
                  <a:pt x="8608239" y="2995916"/>
                </a:lnTo>
                <a:lnTo>
                  <a:pt x="8598647" y="2998648"/>
                </a:lnTo>
                <a:lnTo>
                  <a:pt x="8587108" y="3023630"/>
                </a:lnTo>
                <a:cubicBezTo>
                  <a:pt x="8584111" y="3033333"/>
                  <a:pt x="8577413" y="3084375"/>
                  <a:pt x="8577885" y="3096975"/>
                </a:cubicBezTo>
                <a:cubicBezTo>
                  <a:pt x="8594321" y="3142205"/>
                  <a:pt x="8535131" y="3160433"/>
                  <a:pt x="8557492" y="3216657"/>
                </a:cubicBezTo>
                <a:cubicBezTo>
                  <a:pt x="8562518" y="3237178"/>
                  <a:pt x="8573573" y="3299737"/>
                  <a:pt x="8560894" y="3310980"/>
                </a:cubicBezTo>
                <a:cubicBezTo>
                  <a:pt x="8557601" y="3323902"/>
                  <a:pt x="8561083" y="3339340"/>
                  <a:pt x="8547852" y="3344725"/>
                </a:cubicBezTo>
                <a:cubicBezTo>
                  <a:pt x="8531788" y="3353908"/>
                  <a:pt x="8553430" y="3400659"/>
                  <a:pt x="8535427" y="3393250"/>
                </a:cubicBezTo>
                <a:cubicBezTo>
                  <a:pt x="8550195" y="3426421"/>
                  <a:pt x="8529553" y="3487753"/>
                  <a:pt x="8520092" y="3514536"/>
                </a:cubicBezTo>
                <a:cubicBezTo>
                  <a:pt x="8513726" y="3563353"/>
                  <a:pt x="8500070" y="3650327"/>
                  <a:pt x="8497231" y="3686149"/>
                </a:cubicBezTo>
                <a:cubicBezTo>
                  <a:pt x="8494574" y="3687657"/>
                  <a:pt x="8493370" y="3677229"/>
                  <a:pt x="8489799" y="3692208"/>
                </a:cubicBezTo>
                <a:cubicBezTo>
                  <a:pt x="8486228" y="3707187"/>
                  <a:pt x="8465938" y="3757479"/>
                  <a:pt x="8475804" y="3776022"/>
                </a:cubicBezTo>
                <a:cubicBezTo>
                  <a:pt x="8441061" y="3875691"/>
                  <a:pt x="8487451" y="3939839"/>
                  <a:pt x="8471279" y="3977138"/>
                </a:cubicBezTo>
                <a:cubicBezTo>
                  <a:pt x="8465599" y="4067300"/>
                  <a:pt x="8419685" y="4164564"/>
                  <a:pt x="8408913" y="4222149"/>
                </a:cubicBezTo>
                <a:cubicBezTo>
                  <a:pt x="8403583" y="4287917"/>
                  <a:pt x="8398240" y="4339232"/>
                  <a:pt x="8402112" y="4364683"/>
                </a:cubicBezTo>
                <a:lnTo>
                  <a:pt x="8393355" y="4462471"/>
                </a:lnTo>
                <a:cubicBezTo>
                  <a:pt x="8396004" y="4503329"/>
                  <a:pt x="8376320" y="4548111"/>
                  <a:pt x="8376166" y="4574052"/>
                </a:cubicBezTo>
                <a:cubicBezTo>
                  <a:pt x="8369380" y="4670665"/>
                  <a:pt x="8352302" y="4649921"/>
                  <a:pt x="8341678" y="4667756"/>
                </a:cubicBezTo>
                <a:cubicBezTo>
                  <a:pt x="8320864" y="4705850"/>
                  <a:pt x="8290794" y="4758928"/>
                  <a:pt x="8273661" y="4799019"/>
                </a:cubicBezTo>
                <a:cubicBezTo>
                  <a:pt x="8254323" y="4834076"/>
                  <a:pt x="8262378" y="4811645"/>
                  <a:pt x="8256132" y="4849614"/>
                </a:cubicBezTo>
                <a:cubicBezTo>
                  <a:pt x="8239320" y="4853334"/>
                  <a:pt x="8207060" y="4883089"/>
                  <a:pt x="8226804" y="4919971"/>
                </a:cubicBezTo>
                <a:lnTo>
                  <a:pt x="8171825" y="5010766"/>
                </a:lnTo>
                <a:cubicBezTo>
                  <a:pt x="8150097" y="4983259"/>
                  <a:pt x="8165842" y="5107656"/>
                  <a:pt x="8143172" y="5088190"/>
                </a:cubicBezTo>
                <a:cubicBezTo>
                  <a:pt x="8128060" y="5102008"/>
                  <a:pt x="8138350" y="5118851"/>
                  <a:pt x="8126363" y="5143922"/>
                </a:cubicBezTo>
                <a:cubicBezTo>
                  <a:pt x="8116335" y="5192745"/>
                  <a:pt x="8111851" y="5226225"/>
                  <a:pt x="8103782" y="5284346"/>
                </a:cubicBezTo>
                <a:cubicBezTo>
                  <a:pt x="8101016" y="5338386"/>
                  <a:pt x="8095811" y="5337325"/>
                  <a:pt x="8084361" y="5390948"/>
                </a:cubicBezTo>
                <a:cubicBezTo>
                  <a:pt x="8082912" y="5429655"/>
                  <a:pt x="8063705" y="5449508"/>
                  <a:pt x="8062552" y="5470854"/>
                </a:cubicBezTo>
                <a:cubicBezTo>
                  <a:pt x="8086776" y="5526328"/>
                  <a:pt x="8037513" y="5496377"/>
                  <a:pt x="8057342" y="5529643"/>
                </a:cubicBezTo>
                <a:cubicBezTo>
                  <a:pt x="8050653" y="5550879"/>
                  <a:pt x="8055939" y="5587444"/>
                  <a:pt x="8044923" y="5597292"/>
                </a:cubicBezTo>
                <a:lnTo>
                  <a:pt x="8035233" y="5608899"/>
                </a:lnTo>
                <a:cubicBezTo>
                  <a:pt x="8030775" y="5623501"/>
                  <a:pt x="8021047" y="5660431"/>
                  <a:pt x="8018178" y="5684911"/>
                </a:cubicBezTo>
                <a:cubicBezTo>
                  <a:pt x="8005590" y="5692608"/>
                  <a:pt x="8011744" y="5734344"/>
                  <a:pt x="8018018" y="5755776"/>
                </a:cubicBezTo>
                <a:cubicBezTo>
                  <a:pt x="8019409" y="5792777"/>
                  <a:pt x="7989082" y="5848613"/>
                  <a:pt x="8008640" y="5889599"/>
                </a:cubicBezTo>
                <a:cubicBezTo>
                  <a:pt x="8011480" y="5932097"/>
                  <a:pt x="8009486" y="5940901"/>
                  <a:pt x="8013542" y="5989744"/>
                </a:cubicBezTo>
                <a:cubicBezTo>
                  <a:pt x="8022089" y="6020787"/>
                  <a:pt x="7982918" y="6024963"/>
                  <a:pt x="7980757" y="6084926"/>
                </a:cubicBezTo>
                <a:cubicBezTo>
                  <a:pt x="7974117" y="6134231"/>
                  <a:pt x="7999371" y="6240432"/>
                  <a:pt x="7975907" y="6346549"/>
                </a:cubicBezTo>
                <a:cubicBezTo>
                  <a:pt x="7987225" y="6409741"/>
                  <a:pt x="7980509" y="6468689"/>
                  <a:pt x="7974221" y="6527527"/>
                </a:cubicBezTo>
                <a:cubicBezTo>
                  <a:pt x="7955361" y="6585667"/>
                  <a:pt x="7987786" y="6579284"/>
                  <a:pt x="7979135" y="6627129"/>
                </a:cubicBezTo>
                <a:cubicBezTo>
                  <a:pt x="7983057" y="6635153"/>
                  <a:pt x="7984986" y="6697665"/>
                  <a:pt x="7979404" y="6694819"/>
                </a:cubicBezTo>
                <a:cubicBezTo>
                  <a:pt x="7981755" y="6716947"/>
                  <a:pt x="8003903" y="6732844"/>
                  <a:pt x="8009526" y="6765445"/>
                </a:cubicBezTo>
                <a:cubicBezTo>
                  <a:pt x="8011113" y="6776325"/>
                  <a:pt x="8014662" y="6810511"/>
                  <a:pt x="8018211" y="6844697"/>
                </a:cubicBezTo>
                <a:lnTo>
                  <a:pt x="8019608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5CF8BE84-98DA-B7DC-5C2D-FE6069C36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6699" y="299156"/>
            <a:ext cx="3790694" cy="1562775"/>
          </a:xfrm>
        </p:spPr>
        <p:txBody>
          <a:bodyPr>
            <a:normAutofit fontScale="90000"/>
          </a:bodyPr>
          <a:lstStyle/>
          <a:p>
            <a:r>
              <a:rPr lang="sv-SE">
                <a:ea typeface="+mj-lt"/>
                <a:cs typeface="+mj-lt"/>
              </a:rPr>
              <a:t>YAML – Hantera Ansible och Kubernetes-konfiguration</a:t>
            </a:r>
            <a:endParaRPr lang="sv-SE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E4FD3171-636D-1525-1CA5-64CEDF11E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23" y="91547"/>
            <a:ext cx="8902284" cy="675902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sv-SE" sz="600">
                <a:ea typeface="+mn-lt"/>
                <a:cs typeface="+mn-lt"/>
              </a:rPr>
              <a:t>Y</a:t>
            </a:r>
            <a:r>
              <a:rPr lang="sv-SE" sz="1100">
                <a:ea typeface="+mn-lt"/>
                <a:cs typeface="+mn-lt"/>
              </a:rPr>
              <a:t>AML är standardformatet för Ansible-playbooks, Kubernetes manifest och Docker Compose.</a:t>
            </a:r>
            <a:endParaRPr lang="sv-SE" sz="1100"/>
          </a:p>
          <a:p>
            <a:pPr>
              <a:lnSpc>
                <a:spcPct val="120000"/>
              </a:lnSpc>
              <a:buNone/>
            </a:pPr>
            <a:r>
              <a:rPr lang="sv-SE" sz="11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Installation:</a:t>
            </a:r>
            <a:endParaRPr lang="sv-SE" sz="1100"/>
          </a:p>
          <a:p>
            <a:pPr>
              <a:lnSpc>
                <a:spcPct val="120000"/>
              </a:lnSpc>
              <a:buNone/>
            </a:pPr>
            <a:r>
              <a:rPr lang="sv-SE" sz="11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bash</a:t>
            </a:r>
            <a:endParaRPr lang="sv-SE" sz="1100"/>
          </a:p>
          <a:p>
            <a:pPr>
              <a:lnSpc>
                <a:spcPct val="120000"/>
              </a:lnSpc>
              <a:buNone/>
            </a:pPr>
            <a:r>
              <a:rPr lang="sv-SE" sz="11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pip </a:t>
            </a:r>
            <a:r>
              <a:rPr lang="sv-SE" sz="11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install</a:t>
            </a:r>
            <a:r>
              <a:rPr lang="sv-SE" sz="11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1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pyyaml</a:t>
            </a:r>
            <a:endParaRPr lang="sv-SE" sz="1100"/>
          </a:p>
          <a:p>
            <a:pPr>
              <a:lnSpc>
                <a:spcPct val="120000"/>
              </a:lnSpc>
              <a:buNone/>
            </a:pPr>
            <a:r>
              <a:rPr lang="sv-SE" sz="11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Läsa YAML från fil:</a:t>
            </a:r>
            <a:endParaRPr lang="sv-SE" sz="1100"/>
          </a:p>
          <a:p>
            <a:pPr>
              <a:lnSpc>
                <a:spcPct val="120000"/>
              </a:lnSpc>
              <a:buNone/>
            </a:pPr>
            <a:r>
              <a:rPr lang="sv-SE" sz="11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python</a:t>
            </a:r>
            <a:endParaRPr lang="sv-SE" sz="1100"/>
          </a:p>
          <a:p>
            <a:pPr>
              <a:lnSpc>
                <a:spcPct val="120000"/>
              </a:lnSpc>
              <a:buNone/>
            </a:pPr>
            <a:r>
              <a:rPr lang="sv-SE" sz="11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import</a:t>
            </a:r>
            <a:r>
              <a:rPr lang="sv-SE" sz="11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yaml</a:t>
            </a:r>
            <a:r>
              <a:rPr lang="sv-SE" sz="11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1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with</a:t>
            </a:r>
            <a:r>
              <a:rPr lang="sv-SE" sz="11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1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open</a:t>
            </a:r>
            <a:r>
              <a:rPr lang="sv-SE" sz="11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(</a:t>
            </a:r>
            <a:r>
              <a:rPr lang="sv-SE" sz="11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"config.yaml"</a:t>
            </a:r>
            <a:r>
              <a:rPr lang="sv-SE" sz="11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,</a:t>
            </a:r>
            <a:r>
              <a:rPr lang="sv-SE" sz="11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1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"r"</a:t>
            </a:r>
            <a:r>
              <a:rPr lang="sv-SE" sz="11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)</a:t>
            </a:r>
            <a:r>
              <a:rPr lang="sv-SE" sz="11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1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as</a:t>
            </a:r>
            <a:r>
              <a:rPr lang="sv-SE" sz="11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f</a:t>
            </a:r>
            <a:r>
              <a:rPr lang="sv-SE" sz="11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sv-SE" sz="11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1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 config </a:t>
            </a:r>
            <a:r>
              <a:rPr lang="sv-SE" sz="11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11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1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yaml</a:t>
            </a:r>
            <a:r>
              <a:rPr lang="sv-SE" sz="11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.</a:t>
            </a:r>
            <a:r>
              <a:rPr lang="sv-SE" sz="11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safe_load</a:t>
            </a:r>
            <a:r>
              <a:rPr lang="sv-SE" sz="11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(</a:t>
            </a:r>
            <a:r>
              <a:rPr lang="sv-SE" sz="11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f</a:t>
            </a:r>
            <a:r>
              <a:rPr lang="sv-SE" sz="11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)</a:t>
            </a:r>
            <a:r>
              <a:rPr lang="sv-SE" sz="11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</a:t>
            </a:r>
            <a:r>
              <a:rPr lang="sv-SE" sz="11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safe_load är säkrare än load</a:t>
            </a:r>
            <a:r>
              <a:rPr lang="sv-SE" sz="11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1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print</a:t>
            </a:r>
            <a:r>
              <a:rPr lang="sv-SE" sz="11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(</a:t>
            </a:r>
            <a:r>
              <a:rPr lang="sv-SE" sz="11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f"Server: </a:t>
            </a:r>
            <a:r>
              <a:rPr lang="sv-SE" sz="11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11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config</a:t>
            </a:r>
            <a:r>
              <a:rPr lang="sv-SE" sz="11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[</a:t>
            </a:r>
            <a:r>
              <a:rPr lang="sv-SE" sz="11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'server_name'</a:t>
            </a:r>
            <a:r>
              <a:rPr lang="sv-SE" sz="11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]}</a:t>
            </a:r>
            <a:r>
              <a:rPr lang="sv-SE" sz="11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</a:t>
            </a:r>
            <a:r>
              <a:rPr lang="sv-SE" sz="11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)</a:t>
            </a:r>
            <a:endParaRPr lang="sv-SE" sz="1100"/>
          </a:p>
          <a:p>
            <a:pPr>
              <a:lnSpc>
                <a:spcPct val="120000"/>
              </a:lnSpc>
              <a:buNone/>
            </a:pPr>
            <a:r>
              <a:rPr lang="sv-SE" sz="11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Skriva YAML till fil:</a:t>
            </a:r>
            <a:endParaRPr lang="sv-SE" sz="1100"/>
          </a:p>
          <a:p>
            <a:pPr>
              <a:lnSpc>
                <a:spcPct val="120000"/>
              </a:lnSpc>
              <a:buNone/>
            </a:pPr>
            <a:r>
              <a:rPr lang="sv-SE" sz="11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python</a:t>
            </a:r>
            <a:endParaRPr lang="sv-SE" sz="1100"/>
          </a:p>
          <a:p>
            <a:pPr>
              <a:lnSpc>
                <a:spcPct val="120000"/>
              </a:lnSpc>
              <a:buNone/>
            </a:pPr>
            <a:r>
              <a:rPr lang="sv-SE" sz="11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import</a:t>
            </a:r>
            <a:r>
              <a:rPr lang="sv-SE" sz="11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yaml</a:t>
            </a:r>
            <a:r>
              <a:rPr lang="sv-SE" sz="11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1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data </a:t>
            </a:r>
            <a:r>
              <a:rPr lang="sv-SE" sz="11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11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1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11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1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"server_name"</a:t>
            </a:r>
            <a:r>
              <a:rPr lang="sv-SE" sz="11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sv-SE" sz="11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1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"WEB01"</a:t>
            </a:r>
            <a:r>
              <a:rPr lang="sv-SE" sz="11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,</a:t>
            </a:r>
            <a:r>
              <a:rPr lang="sv-SE" sz="11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1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"port"</a:t>
            </a:r>
            <a:r>
              <a:rPr lang="sv-SE" sz="11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sv-SE" sz="11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10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80</a:t>
            </a:r>
            <a:r>
              <a:rPr lang="sv-SE" sz="11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,</a:t>
            </a:r>
            <a:r>
              <a:rPr lang="sv-SE" sz="11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1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"features"</a:t>
            </a:r>
            <a:r>
              <a:rPr lang="sv-SE" sz="11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sv-SE" sz="11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1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[</a:t>
            </a:r>
            <a:r>
              <a:rPr lang="sv-SE" sz="11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"Web-Server"</a:t>
            </a:r>
            <a:r>
              <a:rPr lang="sv-SE" sz="11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,</a:t>
            </a:r>
            <a:r>
              <a:rPr lang="sv-SE" sz="11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1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"Web-WebSockets"</a:t>
            </a:r>
            <a:r>
              <a:rPr lang="sv-SE" sz="11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]</a:t>
            </a:r>
            <a:r>
              <a:rPr lang="sv-SE" sz="11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1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r>
              <a:rPr lang="sv-SE" sz="11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1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with</a:t>
            </a:r>
            <a:r>
              <a:rPr lang="sv-SE" sz="11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1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open</a:t>
            </a:r>
            <a:r>
              <a:rPr lang="sv-SE" sz="11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(</a:t>
            </a:r>
            <a:r>
              <a:rPr lang="sv-SE" sz="11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"config.yaml"</a:t>
            </a:r>
            <a:r>
              <a:rPr lang="sv-SE" sz="11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,</a:t>
            </a:r>
            <a:r>
              <a:rPr lang="sv-SE" sz="11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1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"w"</a:t>
            </a:r>
            <a:r>
              <a:rPr lang="sv-SE" sz="11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)</a:t>
            </a:r>
            <a:r>
              <a:rPr lang="sv-SE" sz="11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1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as</a:t>
            </a:r>
            <a:r>
              <a:rPr lang="sv-SE" sz="11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f</a:t>
            </a:r>
            <a:r>
              <a:rPr lang="sv-SE" sz="11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sv-SE" sz="11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1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yaml</a:t>
            </a:r>
            <a:r>
              <a:rPr lang="sv-SE" sz="11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.</a:t>
            </a:r>
            <a:r>
              <a:rPr lang="sv-SE" sz="11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dump</a:t>
            </a:r>
            <a:r>
              <a:rPr lang="sv-SE" sz="11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(</a:t>
            </a:r>
            <a:r>
              <a:rPr lang="sv-SE" sz="11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data</a:t>
            </a:r>
            <a:r>
              <a:rPr lang="sv-SE" sz="11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,</a:t>
            </a:r>
            <a:r>
              <a:rPr lang="sv-SE" sz="11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1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f</a:t>
            </a:r>
            <a:r>
              <a:rPr lang="sv-SE" sz="11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,</a:t>
            </a:r>
            <a:r>
              <a:rPr lang="sv-SE" sz="11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1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default_flow_style</a:t>
            </a:r>
            <a:r>
              <a:rPr lang="sv-SE" sz="11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110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False</a:t>
            </a:r>
            <a:r>
              <a:rPr lang="sv-SE" sz="11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)</a:t>
            </a:r>
          </a:p>
          <a:p>
            <a:pPr>
              <a:lnSpc>
                <a:spcPct val="120000"/>
              </a:lnSpc>
              <a:buNone/>
            </a:pPr>
            <a:r>
              <a:rPr lang="sv-SE" sz="11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Varning:</a:t>
            </a:r>
            <a:r>
              <a:rPr lang="sv-SE" sz="110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Använd alltid </a:t>
            </a:r>
            <a:r>
              <a:rPr lang="sv-SE" sz="1100">
                <a:solidFill>
                  <a:srgbClr val="0F1115"/>
                </a:solidFill>
                <a:highlight>
                  <a:srgbClr val="EBEEF2"/>
                </a:highlight>
                <a:latin typeface="Consolas"/>
              </a:rPr>
              <a:t>yaml.safe_load()</a:t>
            </a:r>
            <a:r>
              <a:rPr lang="sv-SE" sz="110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istället för </a:t>
            </a:r>
            <a:r>
              <a:rPr lang="sv-SE" sz="1100">
                <a:solidFill>
                  <a:srgbClr val="0F1115"/>
                </a:solidFill>
                <a:highlight>
                  <a:srgbClr val="EBEEF2"/>
                </a:highlight>
                <a:latin typeface="Consolas"/>
              </a:rPr>
              <a:t>yaml.load()</a:t>
            </a:r>
            <a:r>
              <a:rPr lang="sv-SE" sz="110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–</a:t>
            </a:r>
            <a:r>
              <a:rPr lang="sv-SE" sz="110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</a:t>
            </a:r>
            <a:r>
              <a:rPr lang="sv-SE" sz="1100">
                <a:solidFill>
                  <a:srgbClr val="0F1115"/>
                </a:solidFill>
                <a:highlight>
                  <a:srgbClr val="EBEEF2"/>
                </a:highlight>
                <a:latin typeface="Consolas"/>
              </a:rPr>
              <a:t>safe_load</a:t>
            </a:r>
            <a:r>
              <a:rPr lang="sv-SE" sz="110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förhindrar körning av godtycklig kod från YAML-filer.</a:t>
            </a:r>
            <a:endParaRPr lang="sv-SE" sz="1100"/>
          </a:p>
          <a:p>
            <a:pPr>
              <a:lnSpc>
                <a:spcPct val="120000"/>
              </a:lnSpc>
              <a:buNone/>
            </a:pPr>
            <a:endParaRPr lang="sv-SE" sz="600" b="1" dirty="0">
              <a:highlight>
                <a:srgbClr val="FFFFFF"/>
              </a:highlight>
            </a:endParaRPr>
          </a:p>
        </p:txBody>
      </p:sp>
      <p:pic>
        <p:nvPicPr>
          <p:cNvPr id="7" name="Graphic 6" descr="Hjärtslag">
            <a:extLst>
              <a:ext uri="{FF2B5EF4-FFF2-40B4-BE49-F238E27FC236}">
                <a16:creationId xmlns:a16="http://schemas.microsoft.com/office/drawing/2014/main" id="{86993719-2FA0-AE2D-FCE0-EB437816F6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95981" y="1990229"/>
            <a:ext cx="2906973" cy="2906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8400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B20EED73-1494-4E89-869B-E501A02B2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9">
            <a:extLst>
              <a:ext uri="{FF2B5EF4-FFF2-40B4-BE49-F238E27FC236}">
                <a16:creationId xmlns:a16="http://schemas.microsoft.com/office/drawing/2014/main" id="{E9D7A3A2-205A-4FD7-89D2-24FA8A54E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4934" y="0"/>
            <a:ext cx="11377066" cy="4001047"/>
          </a:xfrm>
          <a:custGeom>
            <a:avLst/>
            <a:gdLst>
              <a:gd name="connsiteX0" fmla="*/ 914840 w 11377066"/>
              <a:gd name="connsiteY0" fmla="*/ 0 h 3343806"/>
              <a:gd name="connsiteX1" fmla="*/ 11365513 w 11377066"/>
              <a:gd name="connsiteY1" fmla="*/ 0 h 3343806"/>
              <a:gd name="connsiteX2" fmla="*/ 11365513 w 11377066"/>
              <a:gd name="connsiteY2" fmla="*/ 846735 h 3343806"/>
              <a:gd name="connsiteX3" fmla="*/ 11050704 w 11377066"/>
              <a:gd name="connsiteY3" fmla="*/ 1046017 h 3343806"/>
              <a:gd name="connsiteX4" fmla="*/ 11195112 w 11377066"/>
              <a:gd name="connsiteY4" fmla="*/ 1103780 h 3343806"/>
              <a:gd name="connsiteX5" fmla="*/ 10553944 w 11377066"/>
              <a:gd name="connsiteY5" fmla="*/ 1441695 h 3343806"/>
              <a:gd name="connsiteX6" fmla="*/ 11148902 w 11377066"/>
              <a:gd name="connsiteY6" fmla="*/ 1383932 h 3343806"/>
              <a:gd name="connsiteX7" fmla="*/ 11117132 w 11377066"/>
              <a:gd name="connsiteY7" fmla="*/ 1430142 h 3343806"/>
              <a:gd name="connsiteX8" fmla="*/ 11085363 w 11377066"/>
              <a:gd name="connsiteY8" fmla="*/ 1476352 h 3343806"/>
              <a:gd name="connsiteX9" fmla="*/ 11365513 w 11377066"/>
              <a:gd name="connsiteY9" fmla="*/ 1447471 h 3343806"/>
              <a:gd name="connsiteX10" fmla="*/ 11365513 w 11377066"/>
              <a:gd name="connsiteY10" fmla="*/ 1496569 h 3343806"/>
              <a:gd name="connsiteX11" fmla="*/ 11278869 w 11377066"/>
              <a:gd name="connsiteY11" fmla="*/ 1554332 h 3343806"/>
              <a:gd name="connsiteX12" fmla="*/ 11365513 w 11377066"/>
              <a:gd name="connsiteY12" fmla="*/ 1539891 h 3343806"/>
              <a:gd name="connsiteX13" fmla="*/ 11377066 w 11377066"/>
              <a:gd name="connsiteY13" fmla="*/ 1539891 h 3343806"/>
              <a:gd name="connsiteX14" fmla="*/ 11377066 w 11377066"/>
              <a:gd name="connsiteY14" fmla="*/ 1765167 h 3343806"/>
              <a:gd name="connsiteX15" fmla="*/ 4624577 w 11377066"/>
              <a:gd name="connsiteY15" fmla="*/ 3342096 h 3343806"/>
              <a:gd name="connsiteX16" fmla="*/ 4000738 w 11377066"/>
              <a:gd name="connsiteY16" fmla="*/ 3313214 h 3343806"/>
              <a:gd name="connsiteX17" fmla="*/ 3853443 w 11377066"/>
              <a:gd name="connsiteY17" fmla="*/ 3217905 h 3343806"/>
              <a:gd name="connsiteX18" fmla="*/ 4003625 w 11377066"/>
              <a:gd name="connsiteY18" fmla="*/ 3171695 h 3343806"/>
              <a:gd name="connsiteX19" fmla="*/ 4465729 w 11377066"/>
              <a:gd name="connsiteY19" fmla="*/ 3024399 h 3343806"/>
              <a:gd name="connsiteX20" fmla="*/ 4015179 w 11377066"/>
              <a:gd name="connsiteY20" fmla="*/ 3047505 h 3343806"/>
              <a:gd name="connsiteX21" fmla="*/ 4656346 w 11377066"/>
              <a:gd name="connsiteY21" fmla="*/ 2926202 h 3343806"/>
              <a:gd name="connsiteX22" fmla="*/ 4841188 w 11377066"/>
              <a:gd name="connsiteY22" fmla="*/ 2862663 h 3343806"/>
              <a:gd name="connsiteX23" fmla="*/ 4659236 w 11377066"/>
              <a:gd name="connsiteY23" fmla="*/ 2836670 h 3343806"/>
              <a:gd name="connsiteX24" fmla="*/ 3778351 w 11377066"/>
              <a:gd name="connsiteY24" fmla="*/ 2914650 h 3343806"/>
              <a:gd name="connsiteX25" fmla="*/ 3694595 w 11377066"/>
              <a:gd name="connsiteY25" fmla="*/ 2923314 h 3343806"/>
              <a:gd name="connsiteX26" fmla="*/ 3119852 w 11377066"/>
              <a:gd name="connsiteY26" fmla="*/ 2862663 h 3343806"/>
              <a:gd name="connsiteX27" fmla="*/ 3440437 w 11377066"/>
              <a:gd name="connsiteY27" fmla="*/ 2799124 h 3343806"/>
              <a:gd name="connsiteX28" fmla="*/ 3070753 w 11377066"/>
              <a:gd name="connsiteY28" fmla="*/ 2761578 h 3343806"/>
              <a:gd name="connsiteX29" fmla="*/ 2623091 w 11377066"/>
              <a:gd name="connsiteY29" fmla="*/ 2726920 h 3343806"/>
              <a:gd name="connsiteX30" fmla="*/ 2160987 w 11377066"/>
              <a:gd name="connsiteY30" fmla="*/ 2611394 h 3343806"/>
              <a:gd name="connsiteX31" fmla="*/ 1837515 w 11377066"/>
              <a:gd name="connsiteY31" fmla="*/ 2573848 h 3343806"/>
              <a:gd name="connsiteX32" fmla="*/ 1869284 w 11377066"/>
              <a:gd name="connsiteY32" fmla="*/ 2472763 h 3343806"/>
              <a:gd name="connsiteX33" fmla="*/ 1808633 w 11377066"/>
              <a:gd name="connsiteY33" fmla="*/ 2386119 h 3343806"/>
              <a:gd name="connsiteX34" fmla="*/ 2354493 w 11377066"/>
              <a:gd name="connsiteY34" fmla="*/ 2342797 h 3343806"/>
              <a:gd name="connsiteX35" fmla="*/ 2146546 w 11377066"/>
              <a:gd name="connsiteY35" fmla="*/ 2328356 h 3343806"/>
              <a:gd name="connsiteX36" fmla="*/ 2054126 w 11377066"/>
              <a:gd name="connsiteY36" fmla="*/ 2285034 h 3343806"/>
              <a:gd name="connsiteX37" fmla="*/ 2132106 w 11377066"/>
              <a:gd name="connsiteY37" fmla="*/ 2238823 h 3343806"/>
              <a:gd name="connsiteX38" fmla="*/ 2478684 w 11377066"/>
              <a:gd name="connsiteY38" fmla="*/ 2085751 h 3343806"/>
              <a:gd name="connsiteX39" fmla="*/ 1511154 w 11377066"/>
              <a:gd name="connsiteY39" fmla="*/ 2094416 h 3343806"/>
              <a:gd name="connsiteX40" fmla="*/ 1638232 w 11377066"/>
              <a:gd name="connsiteY40" fmla="*/ 2042429 h 3343806"/>
              <a:gd name="connsiteX41" fmla="*/ 2972556 w 11377066"/>
              <a:gd name="connsiteY41" fmla="*/ 1718957 h 3343806"/>
              <a:gd name="connsiteX42" fmla="*/ 3238266 w 11377066"/>
              <a:gd name="connsiteY42" fmla="*/ 1678523 h 3343806"/>
              <a:gd name="connsiteX43" fmla="*/ 2522005 w 11377066"/>
              <a:gd name="connsiteY43" fmla="*/ 1664082 h 3343806"/>
              <a:gd name="connsiteX44" fmla="*/ 1421621 w 11377066"/>
              <a:gd name="connsiteY44" fmla="*/ 1522563 h 3343806"/>
              <a:gd name="connsiteX45" fmla="*/ 1525595 w 11377066"/>
              <a:gd name="connsiteY45" fmla="*/ 1392596 h 3343806"/>
              <a:gd name="connsiteX46" fmla="*/ 982623 w 11377066"/>
              <a:gd name="connsiteY46" fmla="*/ 1415701 h 3343806"/>
              <a:gd name="connsiteX47" fmla="*/ 1231003 w 11377066"/>
              <a:gd name="connsiteY47" fmla="*/ 1314616 h 3343806"/>
              <a:gd name="connsiteX48" fmla="*/ 1025945 w 11377066"/>
              <a:gd name="connsiteY48" fmla="*/ 1297287 h 3343806"/>
              <a:gd name="connsiteX49" fmla="*/ 841104 w 11377066"/>
              <a:gd name="connsiteY49" fmla="*/ 1225083 h 3343806"/>
              <a:gd name="connsiteX50" fmla="*/ 1612239 w 11377066"/>
              <a:gd name="connsiteY50" fmla="*/ 1112445 h 3343806"/>
              <a:gd name="connsiteX51" fmla="*/ 1814409 w 11377066"/>
              <a:gd name="connsiteY51" fmla="*/ 1008471 h 3343806"/>
              <a:gd name="connsiteX52" fmla="*/ 1932824 w 11377066"/>
              <a:gd name="connsiteY52" fmla="*/ 979590 h 3343806"/>
              <a:gd name="connsiteX53" fmla="*/ 2083007 w 11377066"/>
              <a:gd name="connsiteY53" fmla="*/ 936268 h 3343806"/>
              <a:gd name="connsiteX54" fmla="*/ 1947265 w 11377066"/>
              <a:gd name="connsiteY54" fmla="*/ 924715 h 3343806"/>
              <a:gd name="connsiteX55" fmla="*/ 1271438 w 11377066"/>
              <a:gd name="connsiteY55" fmla="*/ 895834 h 3343806"/>
              <a:gd name="connsiteX56" fmla="*/ 659150 w 11377066"/>
              <a:gd name="connsiteY56" fmla="*/ 907386 h 3343806"/>
              <a:gd name="connsiteX57" fmla="*/ 780453 w 11377066"/>
              <a:gd name="connsiteY57" fmla="*/ 846735 h 3343806"/>
              <a:gd name="connsiteX58" fmla="*/ 841104 w 11377066"/>
              <a:gd name="connsiteY58" fmla="*/ 788972 h 3343806"/>
              <a:gd name="connsiteX59" fmla="*/ 448316 w 11377066"/>
              <a:gd name="connsiteY59" fmla="*/ 659006 h 3343806"/>
              <a:gd name="connsiteX60" fmla="*/ 910419 w 11377066"/>
              <a:gd name="connsiteY60" fmla="*/ 569473 h 3343806"/>
              <a:gd name="connsiteX61" fmla="*/ 604275 w 11377066"/>
              <a:gd name="connsiteY61" fmla="*/ 514598 h 3343806"/>
              <a:gd name="connsiteX62" fmla="*/ 15093 w 11377066"/>
              <a:gd name="connsiteY62" fmla="*/ 352862 h 3343806"/>
              <a:gd name="connsiteX63" fmla="*/ 430987 w 11377066"/>
              <a:gd name="connsiteY63" fmla="*/ 136251 h 3343806"/>
              <a:gd name="connsiteX64" fmla="*/ 874092 w 11377066"/>
              <a:gd name="connsiteY64" fmla="*/ 17656 h 3343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1377066" h="3343806">
                <a:moveTo>
                  <a:pt x="914840" y="0"/>
                </a:moveTo>
                <a:lnTo>
                  <a:pt x="11365513" y="0"/>
                </a:lnTo>
                <a:lnTo>
                  <a:pt x="11365513" y="846735"/>
                </a:lnTo>
                <a:cubicBezTo>
                  <a:pt x="11273092" y="924715"/>
                  <a:pt x="11163343" y="985366"/>
                  <a:pt x="11050704" y="1046017"/>
                </a:cubicBezTo>
                <a:cubicBezTo>
                  <a:pt x="11088251" y="1089339"/>
                  <a:pt x="11169119" y="1037353"/>
                  <a:pt x="11195112" y="1103780"/>
                </a:cubicBezTo>
                <a:cubicBezTo>
                  <a:pt x="10987166" y="1216419"/>
                  <a:pt x="10796548" y="1357938"/>
                  <a:pt x="10553944" y="1441695"/>
                </a:cubicBezTo>
                <a:cubicBezTo>
                  <a:pt x="10753226" y="1381043"/>
                  <a:pt x="10952508" y="1409925"/>
                  <a:pt x="11148902" y="1383932"/>
                </a:cubicBezTo>
                <a:cubicBezTo>
                  <a:pt x="11174895" y="1418589"/>
                  <a:pt x="11131573" y="1418589"/>
                  <a:pt x="11117132" y="1430142"/>
                </a:cubicBezTo>
                <a:cubicBezTo>
                  <a:pt x="11102692" y="1441695"/>
                  <a:pt x="11082474" y="1450359"/>
                  <a:pt x="11085363" y="1476352"/>
                </a:cubicBezTo>
                <a:cubicBezTo>
                  <a:pt x="11174895" y="1487905"/>
                  <a:pt x="11273092" y="1447471"/>
                  <a:pt x="11365513" y="1447471"/>
                </a:cubicBezTo>
                <a:lnTo>
                  <a:pt x="11365513" y="1496569"/>
                </a:lnTo>
                <a:cubicBezTo>
                  <a:pt x="11333743" y="1513898"/>
                  <a:pt x="11293310" y="1519674"/>
                  <a:pt x="11278869" y="1554332"/>
                </a:cubicBezTo>
                <a:cubicBezTo>
                  <a:pt x="11307750" y="1548556"/>
                  <a:pt x="11336632" y="1545668"/>
                  <a:pt x="11365513" y="1539891"/>
                </a:cubicBezTo>
                <a:lnTo>
                  <a:pt x="11377066" y="1539891"/>
                </a:lnTo>
                <a:lnTo>
                  <a:pt x="11377066" y="1765167"/>
                </a:lnTo>
                <a:cubicBezTo>
                  <a:pt x="9482441" y="3362313"/>
                  <a:pt x="4945162" y="3324767"/>
                  <a:pt x="4624577" y="3342096"/>
                </a:cubicBezTo>
                <a:cubicBezTo>
                  <a:pt x="4523492" y="3347872"/>
                  <a:pt x="4098935" y="3339207"/>
                  <a:pt x="4000738" y="3313214"/>
                </a:cubicBezTo>
                <a:cubicBezTo>
                  <a:pt x="3867883" y="3281444"/>
                  <a:pt x="3853443" y="3217905"/>
                  <a:pt x="3853443" y="3217905"/>
                </a:cubicBezTo>
                <a:cubicBezTo>
                  <a:pt x="3853443" y="3217905"/>
                  <a:pt x="3919869" y="3191912"/>
                  <a:pt x="4003625" y="3171695"/>
                </a:cubicBezTo>
                <a:cubicBezTo>
                  <a:pt x="4165361" y="3131261"/>
                  <a:pt x="4298217" y="3056169"/>
                  <a:pt x="4465729" y="3024399"/>
                </a:cubicBezTo>
                <a:cubicBezTo>
                  <a:pt x="4315546" y="3033064"/>
                  <a:pt x="4165361" y="3038840"/>
                  <a:pt x="4015179" y="3047505"/>
                </a:cubicBezTo>
                <a:cubicBezTo>
                  <a:pt x="4223124" y="2969524"/>
                  <a:pt x="4442625" y="2957972"/>
                  <a:pt x="4656346" y="2926202"/>
                </a:cubicBezTo>
                <a:cubicBezTo>
                  <a:pt x="4725662" y="2917538"/>
                  <a:pt x="4841188" y="2943531"/>
                  <a:pt x="4841188" y="2862663"/>
                </a:cubicBezTo>
                <a:cubicBezTo>
                  <a:pt x="4838300" y="2810676"/>
                  <a:pt x="4725662" y="2833782"/>
                  <a:pt x="4659236" y="2836670"/>
                </a:cubicBezTo>
                <a:cubicBezTo>
                  <a:pt x="4364644" y="2845334"/>
                  <a:pt x="4072941" y="2882880"/>
                  <a:pt x="3778351" y="2914650"/>
                </a:cubicBezTo>
                <a:cubicBezTo>
                  <a:pt x="3749468" y="2917538"/>
                  <a:pt x="3714811" y="2931979"/>
                  <a:pt x="3694595" y="2923314"/>
                </a:cubicBezTo>
                <a:cubicBezTo>
                  <a:pt x="3527082" y="2865551"/>
                  <a:pt x="3336463" y="2879992"/>
                  <a:pt x="3119852" y="2862663"/>
                </a:cubicBezTo>
                <a:cubicBezTo>
                  <a:pt x="3238266" y="2796236"/>
                  <a:pt x="3339351" y="2842446"/>
                  <a:pt x="3440437" y="2799124"/>
                </a:cubicBezTo>
                <a:cubicBezTo>
                  <a:pt x="3316246" y="2752913"/>
                  <a:pt x="3189168" y="2773131"/>
                  <a:pt x="3070753" y="2761578"/>
                </a:cubicBezTo>
                <a:cubicBezTo>
                  <a:pt x="2984109" y="2752913"/>
                  <a:pt x="2672189" y="2741361"/>
                  <a:pt x="2623091" y="2726920"/>
                </a:cubicBezTo>
                <a:cubicBezTo>
                  <a:pt x="2472907" y="2683598"/>
                  <a:pt x="2293842" y="2689374"/>
                  <a:pt x="2160987" y="2611394"/>
                </a:cubicBezTo>
                <a:cubicBezTo>
                  <a:pt x="2065678" y="2556519"/>
                  <a:pt x="1938600" y="2602730"/>
                  <a:pt x="1837515" y="2573848"/>
                </a:cubicBezTo>
                <a:cubicBezTo>
                  <a:pt x="1794192" y="2533414"/>
                  <a:pt x="1854843" y="2504533"/>
                  <a:pt x="1869284" y="2472763"/>
                </a:cubicBezTo>
                <a:cubicBezTo>
                  <a:pt x="1889502" y="2432329"/>
                  <a:pt x="1834626" y="2423665"/>
                  <a:pt x="1808633" y="2386119"/>
                </a:cubicBezTo>
                <a:cubicBezTo>
                  <a:pt x="1987698" y="2389007"/>
                  <a:pt x="2158099" y="2377454"/>
                  <a:pt x="2354493" y="2342797"/>
                </a:cubicBezTo>
                <a:cubicBezTo>
                  <a:pt x="2273625" y="2290810"/>
                  <a:pt x="2204309" y="2339908"/>
                  <a:pt x="2146546" y="2328356"/>
                </a:cubicBezTo>
                <a:cubicBezTo>
                  <a:pt x="2106113" y="2319691"/>
                  <a:pt x="2054126" y="2328356"/>
                  <a:pt x="2054126" y="2285034"/>
                </a:cubicBezTo>
                <a:cubicBezTo>
                  <a:pt x="2054126" y="2250376"/>
                  <a:pt x="2100336" y="2244599"/>
                  <a:pt x="2132106" y="2238823"/>
                </a:cubicBezTo>
                <a:cubicBezTo>
                  <a:pt x="2256296" y="2218606"/>
                  <a:pt x="2377599" y="2192613"/>
                  <a:pt x="2478684" y="2085751"/>
                </a:cubicBezTo>
                <a:cubicBezTo>
                  <a:pt x="2152323" y="2051094"/>
                  <a:pt x="1817297" y="2186837"/>
                  <a:pt x="1511154" y="2094416"/>
                </a:cubicBezTo>
                <a:cubicBezTo>
                  <a:pt x="1537147" y="2033765"/>
                  <a:pt x="1597798" y="2045317"/>
                  <a:pt x="1638232" y="2042429"/>
                </a:cubicBezTo>
                <a:cubicBezTo>
                  <a:pt x="1909718" y="2016436"/>
                  <a:pt x="2825261" y="1701628"/>
                  <a:pt x="2972556" y="1718957"/>
                </a:cubicBezTo>
                <a:cubicBezTo>
                  <a:pt x="3062089" y="1727621"/>
                  <a:pt x="3154510" y="1721845"/>
                  <a:pt x="3238266" y="1678523"/>
                </a:cubicBezTo>
                <a:cubicBezTo>
                  <a:pt x="3339351" y="1626536"/>
                  <a:pt x="2695295" y="1736286"/>
                  <a:pt x="2522005" y="1664082"/>
                </a:cubicBezTo>
                <a:cubicBezTo>
                  <a:pt x="2438249" y="1629424"/>
                  <a:pt x="1730654" y="1528339"/>
                  <a:pt x="1421621" y="1522563"/>
                </a:cubicBezTo>
                <a:cubicBezTo>
                  <a:pt x="1450503" y="1467688"/>
                  <a:pt x="1557364" y="1470576"/>
                  <a:pt x="1525595" y="1392596"/>
                </a:cubicBezTo>
                <a:cubicBezTo>
                  <a:pt x="1358082" y="1386820"/>
                  <a:pt x="1179017" y="1435918"/>
                  <a:pt x="982623" y="1415701"/>
                </a:cubicBezTo>
                <a:cubicBezTo>
                  <a:pt x="1051938" y="1346386"/>
                  <a:pt x="1153023" y="1352162"/>
                  <a:pt x="1231003" y="1314616"/>
                </a:cubicBezTo>
                <a:cubicBezTo>
                  <a:pt x="1170352" y="1262629"/>
                  <a:pt x="1095261" y="1294399"/>
                  <a:pt x="1025945" y="1297287"/>
                </a:cubicBezTo>
                <a:cubicBezTo>
                  <a:pt x="965294" y="1300175"/>
                  <a:pt x="812222" y="1227972"/>
                  <a:pt x="841104" y="1225083"/>
                </a:cubicBezTo>
                <a:cubicBezTo>
                  <a:pt x="1101037" y="1207755"/>
                  <a:pt x="1352306" y="1129775"/>
                  <a:pt x="1612239" y="1112445"/>
                </a:cubicBezTo>
                <a:cubicBezTo>
                  <a:pt x="1698883" y="1106668"/>
                  <a:pt x="1797081" y="1112445"/>
                  <a:pt x="1814409" y="1008471"/>
                </a:cubicBezTo>
                <a:cubicBezTo>
                  <a:pt x="1817297" y="979590"/>
                  <a:pt x="1808633" y="973814"/>
                  <a:pt x="1932824" y="979590"/>
                </a:cubicBezTo>
                <a:cubicBezTo>
                  <a:pt x="1981922" y="982478"/>
                  <a:pt x="2045461" y="982478"/>
                  <a:pt x="2083007" y="936268"/>
                </a:cubicBezTo>
                <a:cubicBezTo>
                  <a:pt x="2045461" y="898722"/>
                  <a:pt x="1990587" y="927603"/>
                  <a:pt x="1947265" y="924715"/>
                </a:cubicBezTo>
                <a:cubicBezTo>
                  <a:pt x="1828850" y="921827"/>
                  <a:pt x="1386963" y="904498"/>
                  <a:pt x="1271438" y="895834"/>
                </a:cubicBezTo>
                <a:cubicBezTo>
                  <a:pt x="1031721" y="875617"/>
                  <a:pt x="901755" y="933380"/>
                  <a:pt x="659150" y="907386"/>
                </a:cubicBezTo>
                <a:cubicBezTo>
                  <a:pt x="734242" y="890057"/>
                  <a:pt x="705361" y="866952"/>
                  <a:pt x="780453" y="846735"/>
                </a:cubicBezTo>
                <a:cubicBezTo>
                  <a:pt x="815110" y="838071"/>
                  <a:pt x="849768" y="820742"/>
                  <a:pt x="841104" y="788972"/>
                </a:cubicBezTo>
                <a:cubicBezTo>
                  <a:pt x="835327" y="757202"/>
                  <a:pt x="396329" y="690775"/>
                  <a:pt x="448316" y="659006"/>
                </a:cubicBezTo>
                <a:cubicBezTo>
                  <a:pt x="592723" y="575249"/>
                  <a:pt x="1020169" y="607019"/>
                  <a:pt x="910419" y="569473"/>
                </a:cubicBezTo>
                <a:cubicBezTo>
                  <a:pt x="742907" y="511710"/>
                  <a:pt x="716913" y="500157"/>
                  <a:pt x="604275" y="514598"/>
                </a:cubicBezTo>
                <a:cubicBezTo>
                  <a:pt x="506079" y="529039"/>
                  <a:pt x="113290" y="349974"/>
                  <a:pt x="15093" y="352862"/>
                </a:cubicBezTo>
                <a:cubicBezTo>
                  <a:pt x="-71551" y="352862"/>
                  <a:pt x="234593" y="211343"/>
                  <a:pt x="430987" y="136251"/>
                </a:cubicBezTo>
                <a:cubicBezTo>
                  <a:pt x="571784" y="82098"/>
                  <a:pt x="732076" y="70184"/>
                  <a:pt x="874092" y="17656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4DAAD6D9-A8FF-347E-C418-DCB70A478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33" y="737486"/>
            <a:ext cx="3923748" cy="2535300"/>
          </a:xfrm>
        </p:spPr>
        <p:txBody>
          <a:bodyPr anchor="t">
            <a:noAutofit/>
          </a:bodyPr>
          <a:lstStyle/>
          <a:p>
            <a:r>
              <a:rPr lang="sv-SE" sz="6000">
                <a:ea typeface="+mj-lt"/>
                <a:cs typeface="+mj-lt"/>
              </a:rPr>
              <a:t>Jämförelse JSON vs YAML</a:t>
            </a:r>
            <a:endParaRPr lang="sv-SE" sz="60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6BFDF0B-6325-416D-926F-7141006DD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93668" y="5127460"/>
            <a:ext cx="6498333" cy="1730540"/>
          </a:xfrm>
          <a:custGeom>
            <a:avLst/>
            <a:gdLst>
              <a:gd name="connsiteX0" fmla="*/ 2987112 w 6498333"/>
              <a:gd name="connsiteY0" fmla="*/ 1730384 h 1730540"/>
              <a:gd name="connsiteX1" fmla="*/ 3113423 w 6498333"/>
              <a:gd name="connsiteY1" fmla="*/ 1728494 h 1730540"/>
              <a:gd name="connsiteX2" fmla="*/ 6436159 w 6498333"/>
              <a:gd name="connsiteY2" fmla="*/ 1396018 h 1730540"/>
              <a:gd name="connsiteX3" fmla="*/ 6498333 w 6498333"/>
              <a:gd name="connsiteY3" fmla="*/ 1381988 h 1730540"/>
              <a:gd name="connsiteX4" fmla="*/ 6498333 w 6498333"/>
              <a:gd name="connsiteY4" fmla="*/ 0 h 1730540"/>
              <a:gd name="connsiteX5" fmla="*/ 723703 w 6498333"/>
              <a:gd name="connsiteY5" fmla="*/ 0 h 1730540"/>
              <a:gd name="connsiteX6" fmla="*/ 629735 w 6498333"/>
              <a:gd name="connsiteY6" fmla="*/ 31770 h 1730540"/>
              <a:gd name="connsiteX7" fmla="*/ 127078 w 6498333"/>
              <a:gd name="connsiteY7" fmla="*/ 173371 h 1730540"/>
              <a:gd name="connsiteX8" fmla="*/ 0 w 6498333"/>
              <a:gd name="connsiteY8" fmla="*/ 235577 h 1730540"/>
              <a:gd name="connsiteX9" fmla="*/ 967530 w 6498333"/>
              <a:gd name="connsiteY9" fmla="*/ 225208 h 1730540"/>
              <a:gd name="connsiteX10" fmla="*/ 620954 w 6498333"/>
              <a:gd name="connsiteY10" fmla="*/ 408367 h 1730540"/>
              <a:gd name="connsiteX11" fmla="*/ 542972 w 6498333"/>
              <a:gd name="connsiteY11" fmla="*/ 463661 h 1730540"/>
              <a:gd name="connsiteX12" fmla="*/ 635392 w 6498333"/>
              <a:gd name="connsiteY12" fmla="*/ 515499 h 1730540"/>
              <a:gd name="connsiteX13" fmla="*/ 843339 w 6498333"/>
              <a:gd name="connsiteY13" fmla="*/ 532778 h 1730540"/>
              <a:gd name="connsiteX14" fmla="*/ 297479 w 6498333"/>
              <a:gd name="connsiteY14" fmla="*/ 584615 h 1730540"/>
              <a:gd name="connsiteX15" fmla="*/ 358130 w 6498333"/>
              <a:gd name="connsiteY15" fmla="*/ 688289 h 1730540"/>
              <a:gd name="connsiteX16" fmla="*/ 326361 w 6498333"/>
              <a:gd name="connsiteY16" fmla="*/ 809243 h 1730540"/>
              <a:gd name="connsiteX17" fmla="*/ 649833 w 6498333"/>
              <a:gd name="connsiteY17" fmla="*/ 854169 h 1730540"/>
              <a:gd name="connsiteX18" fmla="*/ 1111937 w 6498333"/>
              <a:gd name="connsiteY18" fmla="*/ 992402 h 1730540"/>
              <a:gd name="connsiteX19" fmla="*/ 1559599 w 6498333"/>
              <a:gd name="connsiteY19" fmla="*/ 1033872 h 1730540"/>
              <a:gd name="connsiteX20" fmla="*/ 1929284 w 6498333"/>
              <a:gd name="connsiteY20" fmla="*/ 1078798 h 1730540"/>
              <a:gd name="connsiteX21" fmla="*/ 1608698 w 6498333"/>
              <a:gd name="connsiteY21" fmla="*/ 1154826 h 1730540"/>
              <a:gd name="connsiteX22" fmla="*/ 2183442 w 6498333"/>
              <a:gd name="connsiteY22" fmla="*/ 1227398 h 1730540"/>
              <a:gd name="connsiteX23" fmla="*/ 2267197 w 6498333"/>
              <a:gd name="connsiteY23" fmla="*/ 1217031 h 1730540"/>
              <a:gd name="connsiteX24" fmla="*/ 3148082 w 6498333"/>
              <a:gd name="connsiteY24" fmla="*/ 1123724 h 1730540"/>
              <a:gd name="connsiteX25" fmla="*/ 3330034 w 6498333"/>
              <a:gd name="connsiteY25" fmla="*/ 1154826 h 1730540"/>
              <a:gd name="connsiteX26" fmla="*/ 3145192 w 6498333"/>
              <a:gd name="connsiteY26" fmla="*/ 1230854 h 1730540"/>
              <a:gd name="connsiteX27" fmla="*/ 2504025 w 6498333"/>
              <a:gd name="connsiteY27" fmla="*/ 1376000 h 1730540"/>
              <a:gd name="connsiteX28" fmla="*/ 2954575 w 6498333"/>
              <a:gd name="connsiteY28" fmla="*/ 1348352 h 1730540"/>
              <a:gd name="connsiteX29" fmla="*/ 2492471 w 6498333"/>
              <a:gd name="connsiteY29" fmla="*/ 1524600 h 1730540"/>
              <a:gd name="connsiteX30" fmla="*/ 2342289 w 6498333"/>
              <a:gd name="connsiteY30" fmla="*/ 1579893 h 1730540"/>
              <a:gd name="connsiteX31" fmla="*/ 2489584 w 6498333"/>
              <a:gd name="connsiteY31" fmla="*/ 1693935 h 1730540"/>
              <a:gd name="connsiteX32" fmla="*/ 2987112 w 6498333"/>
              <a:gd name="connsiteY32" fmla="*/ 1730384 h 173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6498333" h="1730540">
                <a:moveTo>
                  <a:pt x="2987112" y="1730384"/>
                </a:moveTo>
                <a:cubicBezTo>
                  <a:pt x="3042664" y="1730870"/>
                  <a:pt x="3088152" y="1730222"/>
                  <a:pt x="3113423" y="1728494"/>
                </a:cubicBezTo>
                <a:cubicBezTo>
                  <a:pt x="3293752" y="1716831"/>
                  <a:pt x="4808270" y="1725943"/>
                  <a:pt x="6436159" y="1396018"/>
                </a:cubicBezTo>
                <a:lnTo>
                  <a:pt x="6498333" y="1381988"/>
                </a:lnTo>
                <a:lnTo>
                  <a:pt x="6498333" y="0"/>
                </a:lnTo>
                <a:lnTo>
                  <a:pt x="723703" y="0"/>
                </a:lnTo>
                <a:lnTo>
                  <a:pt x="629735" y="31770"/>
                </a:lnTo>
                <a:cubicBezTo>
                  <a:pt x="421263" y="101447"/>
                  <a:pt x="228886" y="161708"/>
                  <a:pt x="127078" y="173371"/>
                </a:cubicBezTo>
                <a:cubicBezTo>
                  <a:pt x="86644" y="176827"/>
                  <a:pt x="25993" y="163004"/>
                  <a:pt x="0" y="235577"/>
                </a:cubicBezTo>
                <a:cubicBezTo>
                  <a:pt x="306144" y="346163"/>
                  <a:pt x="641170" y="183739"/>
                  <a:pt x="967530" y="225208"/>
                </a:cubicBezTo>
                <a:cubicBezTo>
                  <a:pt x="866445" y="353075"/>
                  <a:pt x="745142" y="384177"/>
                  <a:pt x="620954" y="408367"/>
                </a:cubicBezTo>
                <a:cubicBezTo>
                  <a:pt x="589182" y="415279"/>
                  <a:pt x="542972" y="422191"/>
                  <a:pt x="542972" y="463661"/>
                </a:cubicBezTo>
                <a:cubicBezTo>
                  <a:pt x="542972" y="515499"/>
                  <a:pt x="594959" y="505130"/>
                  <a:pt x="635392" y="515499"/>
                </a:cubicBezTo>
                <a:cubicBezTo>
                  <a:pt x="693155" y="529321"/>
                  <a:pt x="762471" y="470573"/>
                  <a:pt x="843339" y="532778"/>
                </a:cubicBezTo>
                <a:cubicBezTo>
                  <a:pt x="646945" y="574247"/>
                  <a:pt x="476544" y="588071"/>
                  <a:pt x="297479" y="584615"/>
                </a:cubicBezTo>
                <a:cubicBezTo>
                  <a:pt x="323472" y="629541"/>
                  <a:pt x="378348" y="639908"/>
                  <a:pt x="358130" y="688289"/>
                </a:cubicBezTo>
                <a:cubicBezTo>
                  <a:pt x="343689" y="726304"/>
                  <a:pt x="283038" y="760862"/>
                  <a:pt x="326361" y="809243"/>
                </a:cubicBezTo>
                <a:cubicBezTo>
                  <a:pt x="427447" y="843802"/>
                  <a:pt x="554524" y="788508"/>
                  <a:pt x="649833" y="854169"/>
                </a:cubicBezTo>
                <a:cubicBezTo>
                  <a:pt x="782688" y="947476"/>
                  <a:pt x="961753" y="940565"/>
                  <a:pt x="1111937" y="992402"/>
                </a:cubicBezTo>
                <a:cubicBezTo>
                  <a:pt x="1161035" y="1009682"/>
                  <a:pt x="1472955" y="1023504"/>
                  <a:pt x="1559599" y="1033872"/>
                </a:cubicBezTo>
                <a:cubicBezTo>
                  <a:pt x="1678015" y="1047696"/>
                  <a:pt x="1805093" y="1023504"/>
                  <a:pt x="1929284" y="1078798"/>
                </a:cubicBezTo>
                <a:cubicBezTo>
                  <a:pt x="1828198" y="1130635"/>
                  <a:pt x="1727113" y="1075343"/>
                  <a:pt x="1608698" y="1154826"/>
                </a:cubicBezTo>
                <a:cubicBezTo>
                  <a:pt x="1825309" y="1175561"/>
                  <a:pt x="2015928" y="1158282"/>
                  <a:pt x="2183442" y="1227398"/>
                </a:cubicBezTo>
                <a:cubicBezTo>
                  <a:pt x="2203658" y="1237767"/>
                  <a:pt x="2238314" y="1220487"/>
                  <a:pt x="2267197" y="1217031"/>
                </a:cubicBezTo>
                <a:cubicBezTo>
                  <a:pt x="2561787" y="1179017"/>
                  <a:pt x="2853490" y="1134091"/>
                  <a:pt x="3148082" y="1123724"/>
                </a:cubicBezTo>
                <a:cubicBezTo>
                  <a:pt x="3214508" y="1120268"/>
                  <a:pt x="3327146" y="1092621"/>
                  <a:pt x="3330034" y="1154826"/>
                </a:cubicBezTo>
                <a:cubicBezTo>
                  <a:pt x="3330034" y="1251589"/>
                  <a:pt x="3214508" y="1220487"/>
                  <a:pt x="3145192" y="1230854"/>
                </a:cubicBezTo>
                <a:cubicBezTo>
                  <a:pt x="2931471" y="1268869"/>
                  <a:pt x="2711970" y="1282691"/>
                  <a:pt x="2504025" y="1376000"/>
                </a:cubicBezTo>
                <a:cubicBezTo>
                  <a:pt x="2654207" y="1365632"/>
                  <a:pt x="2804392" y="1358720"/>
                  <a:pt x="2954575" y="1348352"/>
                </a:cubicBezTo>
                <a:cubicBezTo>
                  <a:pt x="2787063" y="1386367"/>
                  <a:pt x="2654207" y="1476218"/>
                  <a:pt x="2492471" y="1524600"/>
                </a:cubicBezTo>
                <a:cubicBezTo>
                  <a:pt x="2408715" y="1548791"/>
                  <a:pt x="2342289" y="1579893"/>
                  <a:pt x="2342289" y="1579893"/>
                </a:cubicBezTo>
                <a:cubicBezTo>
                  <a:pt x="2342289" y="1579893"/>
                  <a:pt x="2356730" y="1655921"/>
                  <a:pt x="2489584" y="1693935"/>
                </a:cubicBezTo>
                <a:cubicBezTo>
                  <a:pt x="2563232" y="1717262"/>
                  <a:pt x="2820457" y="1728925"/>
                  <a:pt x="2987112" y="1730384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13E5228F-F157-D434-9F3B-CA6DF58AB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" y="4002261"/>
            <a:ext cx="3911167" cy="151180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sv-SE" sz="20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Varför YAML i Kubernetes och Ansible?</a:t>
            </a:r>
            <a:r>
              <a:rPr lang="sv-SE" sz="200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YAML är mer läsbart för människor, stöder kommentarer (</a:t>
            </a:r>
            <a:r>
              <a:rPr lang="sv-SE" sz="3600">
                <a:solidFill>
                  <a:srgbClr val="0F1115"/>
                </a:solidFill>
                <a:highlight>
                  <a:srgbClr val="EBEEF2"/>
                </a:highlight>
                <a:latin typeface="Consolas"/>
              </a:rPr>
              <a:t>#</a:t>
            </a:r>
            <a:r>
              <a:rPr lang="sv-SE" sz="200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), och har mindre syntaktiskt brus än JSON – vilket är viktigt när du hanterar komplexa konfigurationer .</a:t>
            </a:r>
            <a:endParaRPr lang="sv-SE" sz="2000"/>
          </a:p>
        </p:txBody>
      </p:sp>
      <p:sp>
        <p:nvSpPr>
          <p:cNvPr id="4" name="textruta 3">
            <a:extLst>
              <a:ext uri="{FF2B5EF4-FFF2-40B4-BE49-F238E27FC236}">
                <a16:creationId xmlns:a16="http://schemas.microsoft.com/office/drawing/2014/main" id="{8E3A8738-D4D4-07AF-F060-70209EF9B757}"/>
              </a:ext>
            </a:extLst>
          </p:cNvPr>
          <p:cNvSpPr txBox="1"/>
          <p:nvPr/>
        </p:nvSpPr>
        <p:spPr>
          <a:xfrm>
            <a:off x="3921675" y="1287521"/>
            <a:ext cx="8276890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b="0" i="0" dirty="0" err="1">
                <a:solidFill>
                  <a:srgbClr val="0F1115"/>
                </a:solidFill>
                <a:latin typeface="Menlo"/>
                <a:ea typeface="Menlo"/>
                <a:cs typeface="Menlo"/>
              </a:rPr>
              <a:t>json</a:t>
            </a:r>
            <a:endParaRPr lang="en-US" sz="3200" b="0" i="0">
              <a:solidFill>
                <a:srgbClr val="0F1115"/>
              </a:solidFill>
              <a:latin typeface="Menlo"/>
              <a:ea typeface="Menlo"/>
              <a:cs typeface="Menlo"/>
            </a:endParaRPr>
          </a:p>
          <a:p>
            <a:pPr algn="l"/>
            <a:r>
              <a:rPr lang="en-US" sz="3200" b="0" i="1" dirty="0">
                <a:solidFill>
                  <a:srgbClr val="A0A1A7"/>
                </a:solidFill>
                <a:latin typeface="quote-cjk-patch"/>
                <a:ea typeface="quote-cjk-patch"/>
                <a:cs typeface="quote-cjk-patch"/>
              </a:rPr>
              <a:t>// JSON – </a:t>
            </a:r>
            <a:r>
              <a:rPr lang="en-US" sz="3200" b="0" i="1" dirty="0" err="1">
                <a:solidFill>
                  <a:srgbClr val="A0A1A7"/>
                </a:solidFill>
                <a:latin typeface="quote-cjk-patch"/>
                <a:ea typeface="quote-cjk-patch"/>
                <a:cs typeface="quote-cjk-patch"/>
              </a:rPr>
              <a:t>mer</a:t>
            </a:r>
            <a:r>
              <a:rPr lang="en-US" sz="3200" b="0" i="1" dirty="0">
                <a:solidFill>
                  <a:srgbClr val="A0A1A7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sz="3200" b="0" i="1" dirty="0" err="1">
                <a:solidFill>
                  <a:srgbClr val="A0A1A7"/>
                </a:solidFill>
                <a:latin typeface="quote-cjk-patch"/>
                <a:ea typeface="quote-cjk-patch"/>
                <a:cs typeface="quote-cjk-patch"/>
              </a:rPr>
              <a:t>parenteser</a:t>
            </a:r>
            <a:r>
              <a:rPr lang="en-US" sz="3200" b="0" i="1" dirty="0">
                <a:solidFill>
                  <a:srgbClr val="A0A1A7"/>
                </a:solidFill>
                <a:latin typeface="quote-cjk-patch"/>
                <a:ea typeface="quote-cjk-patch"/>
                <a:cs typeface="quote-cjk-patch"/>
              </a:rPr>
              <a:t>, </a:t>
            </a:r>
            <a:r>
              <a:rPr lang="en-US" sz="3200" b="0" i="1" dirty="0" err="1">
                <a:solidFill>
                  <a:srgbClr val="A0A1A7"/>
                </a:solidFill>
                <a:latin typeface="quote-cjk-patch"/>
                <a:ea typeface="quote-cjk-patch"/>
                <a:cs typeface="quote-cjk-patch"/>
              </a:rPr>
              <a:t>svårare</a:t>
            </a:r>
            <a:r>
              <a:rPr lang="en-US" sz="3200" b="0" i="1" dirty="0">
                <a:solidFill>
                  <a:srgbClr val="A0A1A7"/>
                </a:solidFill>
                <a:latin typeface="quote-cjk-patch"/>
                <a:ea typeface="quote-cjk-patch"/>
                <a:cs typeface="quote-cjk-patch"/>
              </a:rPr>
              <a:t> för </a:t>
            </a:r>
            <a:r>
              <a:rPr lang="en-US" sz="3200" b="0" i="1" dirty="0" err="1">
                <a:solidFill>
                  <a:srgbClr val="A0A1A7"/>
                </a:solidFill>
                <a:latin typeface="quote-cjk-patch"/>
                <a:ea typeface="quote-cjk-patch"/>
                <a:cs typeface="quote-cjk-patch"/>
              </a:rPr>
              <a:t>människor</a:t>
            </a:r>
            <a:r>
              <a:rPr lang="en-US" sz="3200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sz="3200" b="0" i="0" dirty="0">
                <a:solidFill>
                  <a:srgbClr val="383A42"/>
                </a:solidFill>
                <a:latin typeface="quote-cjk-patch"/>
                <a:ea typeface="quote-cjk-patch"/>
                <a:cs typeface="quote-cjk-patch"/>
              </a:rPr>
              <a:t>{</a:t>
            </a:r>
            <a:r>
              <a:rPr lang="en-US" sz="3200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sz="3200" b="0" i="0" dirty="0">
                <a:solidFill>
                  <a:srgbClr val="E45649"/>
                </a:solidFill>
                <a:latin typeface="quote-cjk-patch"/>
                <a:ea typeface="quote-cjk-patch"/>
                <a:cs typeface="quote-cjk-patch"/>
              </a:rPr>
              <a:t>"server"</a:t>
            </a:r>
            <a:r>
              <a:rPr lang="en-US" sz="3200" b="0" i="0" dirty="0">
                <a:solidFill>
                  <a:srgbClr val="4078F2"/>
                </a:solidFill>
                <a:latin typeface="quote-cjk-patch"/>
                <a:ea typeface="quote-cjk-patch"/>
                <a:cs typeface="quote-cjk-patch"/>
              </a:rPr>
              <a:t>:</a:t>
            </a:r>
            <a:r>
              <a:rPr lang="en-US" sz="3200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sz="3200" b="0" i="0" dirty="0">
                <a:solidFill>
                  <a:srgbClr val="50A14F"/>
                </a:solidFill>
                <a:latin typeface="quote-cjk-patch"/>
                <a:ea typeface="quote-cjk-patch"/>
                <a:cs typeface="quote-cjk-patch"/>
              </a:rPr>
              <a:t>"WEB01"</a:t>
            </a:r>
            <a:r>
              <a:rPr lang="en-US" sz="3200" b="0" i="0" dirty="0">
                <a:solidFill>
                  <a:srgbClr val="383A42"/>
                </a:solidFill>
                <a:latin typeface="quote-cjk-patch"/>
                <a:ea typeface="quote-cjk-patch"/>
                <a:cs typeface="quote-cjk-patch"/>
              </a:rPr>
              <a:t>,</a:t>
            </a:r>
            <a:r>
              <a:rPr lang="en-US" sz="3200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sz="3200" b="0" i="0" dirty="0">
                <a:solidFill>
                  <a:srgbClr val="E45649"/>
                </a:solidFill>
                <a:latin typeface="quote-cjk-patch"/>
                <a:ea typeface="quote-cjk-patch"/>
                <a:cs typeface="quote-cjk-patch"/>
              </a:rPr>
              <a:t>"environment"</a:t>
            </a:r>
            <a:r>
              <a:rPr lang="en-US" sz="3200" b="0" i="0" dirty="0">
                <a:solidFill>
                  <a:srgbClr val="4078F2"/>
                </a:solidFill>
                <a:latin typeface="quote-cjk-patch"/>
                <a:ea typeface="quote-cjk-patch"/>
                <a:cs typeface="quote-cjk-patch"/>
              </a:rPr>
              <a:t>:</a:t>
            </a:r>
            <a:r>
              <a:rPr lang="en-US" sz="3200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sz="3200" b="0" i="0" dirty="0">
                <a:solidFill>
                  <a:srgbClr val="50A14F"/>
                </a:solidFill>
                <a:latin typeface="quote-cjk-patch"/>
                <a:ea typeface="quote-cjk-patch"/>
                <a:cs typeface="quote-cjk-patch"/>
              </a:rPr>
              <a:t>"production"</a:t>
            </a:r>
            <a:r>
              <a:rPr lang="en-US" sz="3200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sz="3200" b="0" i="0" dirty="0">
                <a:solidFill>
                  <a:srgbClr val="383A42"/>
                </a:solidFill>
                <a:latin typeface="quote-cjk-patch"/>
                <a:ea typeface="quote-cjk-patch"/>
                <a:cs typeface="quote-cjk-patch"/>
              </a:rPr>
              <a:t>}</a:t>
            </a:r>
          </a:p>
          <a:p>
            <a:pPr algn="l"/>
            <a:r>
              <a:rPr lang="en-US" sz="3200" b="0" i="0" dirty="0" err="1">
                <a:solidFill>
                  <a:srgbClr val="0F1115"/>
                </a:solidFill>
                <a:latin typeface="Menlo"/>
                <a:ea typeface="Menlo"/>
                <a:cs typeface="Menlo"/>
              </a:rPr>
              <a:t>yaml</a:t>
            </a:r>
            <a:endParaRPr lang="en-US" sz="3200" b="0" i="0">
              <a:solidFill>
                <a:srgbClr val="0F1115"/>
              </a:solidFill>
              <a:latin typeface="Menlo"/>
              <a:ea typeface="Menlo"/>
              <a:cs typeface="Menlo"/>
            </a:endParaRPr>
          </a:p>
          <a:p>
            <a:pPr algn="l"/>
            <a:r>
              <a:rPr lang="en-US" sz="3200" b="0" i="1" dirty="0">
                <a:solidFill>
                  <a:srgbClr val="A0A1A7"/>
                </a:solidFill>
                <a:latin typeface="quote-cjk-patch"/>
                <a:ea typeface="quote-cjk-patch"/>
                <a:cs typeface="quote-cjk-patch"/>
              </a:rPr>
              <a:t># YAML – </a:t>
            </a:r>
            <a:r>
              <a:rPr lang="en-US" sz="3200" b="0" i="1" dirty="0" err="1">
                <a:solidFill>
                  <a:srgbClr val="A0A1A7"/>
                </a:solidFill>
                <a:latin typeface="quote-cjk-patch"/>
                <a:ea typeface="quote-cjk-patch"/>
                <a:cs typeface="quote-cjk-patch"/>
              </a:rPr>
              <a:t>renare</a:t>
            </a:r>
            <a:r>
              <a:rPr lang="en-US" sz="3200" b="0" i="1" dirty="0">
                <a:solidFill>
                  <a:srgbClr val="A0A1A7"/>
                </a:solidFill>
                <a:latin typeface="quote-cjk-patch"/>
                <a:ea typeface="quote-cjk-patch"/>
                <a:cs typeface="quote-cjk-patch"/>
              </a:rPr>
              <a:t>, </a:t>
            </a:r>
            <a:r>
              <a:rPr lang="en-US" sz="3200" b="0" i="1" dirty="0" err="1">
                <a:solidFill>
                  <a:srgbClr val="A0A1A7"/>
                </a:solidFill>
                <a:latin typeface="quote-cjk-patch"/>
                <a:ea typeface="quote-cjk-patch"/>
                <a:cs typeface="quote-cjk-patch"/>
              </a:rPr>
              <a:t>lättare</a:t>
            </a:r>
            <a:r>
              <a:rPr lang="en-US" sz="3200" b="0" i="1" dirty="0">
                <a:solidFill>
                  <a:srgbClr val="A0A1A7"/>
                </a:solidFill>
                <a:latin typeface="quote-cjk-patch"/>
                <a:ea typeface="quote-cjk-patch"/>
                <a:cs typeface="quote-cjk-patch"/>
              </a:rPr>
              <a:t> för </a:t>
            </a:r>
            <a:r>
              <a:rPr lang="en-US" sz="3200" b="0" i="1" dirty="0" err="1">
                <a:solidFill>
                  <a:srgbClr val="A0A1A7"/>
                </a:solidFill>
                <a:latin typeface="quote-cjk-patch"/>
                <a:ea typeface="quote-cjk-patch"/>
                <a:cs typeface="quote-cjk-patch"/>
              </a:rPr>
              <a:t>människor</a:t>
            </a:r>
            <a:r>
              <a:rPr lang="en-US" sz="3200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sz="3200" b="0" i="0" dirty="0">
                <a:solidFill>
                  <a:srgbClr val="B76B01"/>
                </a:solidFill>
                <a:latin typeface="quote-cjk-patch"/>
                <a:ea typeface="quote-cjk-patch"/>
                <a:cs typeface="quote-cjk-patch"/>
              </a:rPr>
              <a:t>server</a:t>
            </a:r>
            <a:r>
              <a:rPr lang="en-US" sz="3200" b="0" i="0" dirty="0">
                <a:solidFill>
                  <a:srgbClr val="383A42"/>
                </a:solidFill>
                <a:latin typeface="quote-cjk-patch"/>
                <a:ea typeface="quote-cjk-patch"/>
                <a:cs typeface="quote-cjk-patch"/>
              </a:rPr>
              <a:t>:</a:t>
            </a:r>
            <a:r>
              <a:rPr lang="en-US" sz="3200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WEB01 </a:t>
            </a:r>
            <a:r>
              <a:rPr lang="en-US" sz="3200" b="0" i="0" dirty="0">
                <a:solidFill>
                  <a:srgbClr val="B76B01"/>
                </a:solidFill>
                <a:latin typeface="quote-cjk-patch"/>
                <a:ea typeface="quote-cjk-patch"/>
                <a:cs typeface="quote-cjk-patch"/>
              </a:rPr>
              <a:t>environment</a:t>
            </a:r>
            <a:r>
              <a:rPr lang="en-US" sz="3200" b="0" i="0" dirty="0">
                <a:solidFill>
                  <a:srgbClr val="383A42"/>
                </a:solidFill>
                <a:latin typeface="quote-cjk-patch"/>
                <a:ea typeface="quote-cjk-patch"/>
                <a:cs typeface="quote-cjk-patch"/>
              </a:rPr>
              <a:t>:</a:t>
            </a:r>
            <a:r>
              <a:rPr lang="en-US" sz="3200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production</a:t>
            </a:r>
          </a:p>
        </p:txBody>
      </p:sp>
    </p:spTree>
    <p:extLst>
      <p:ext uri="{BB962C8B-B14F-4D97-AF65-F5344CB8AC3E}">
        <p14:creationId xmlns:p14="http://schemas.microsoft.com/office/powerpoint/2010/main" val="38921835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E9749157-E8BC-3DE0-C29C-F76941613E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47" t="4594" r="2695" b="7892"/>
          <a:stretch>
            <a:fillRect/>
          </a:stretch>
        </p:blipFill>
        <p:spPr>
          <a:xfrm>
            <a:off x="-7546" y="255899"/>
            <a:ext cx="12200522" cy="6352771"/>
          </a:xfrm>
          <a:prstGeom prst="rect">
            <a:avLst/>
          </a:prstGeom>
          <a:ln>
            <a:noFill/>
          </a:ln>
        </p:spPr>
      </p:pic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4986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20EED73-1494-4E89-869B-E501A02B2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9D7A3A2-205A-4FD7-89D2-24FA8A54E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4934" y="0"/>
            <a:ext cx="11377066" cy="4001047"/>
          </a:xfrm>
          <a:custGeom>
            <a:avLst/>
            <a:gdLst>
              <a:gd name="connsiteX0" fmla="*/ 914840 w 11377066"/>
              <a:gd name="connsiteY0" fmla="*/ 0 h 3343806"/>
              <a:gd name="connsiteX1" fmla="*/ 11365513 w 11377066"/>
              <a:gd name="connsiteY1" fmla="*/ 0 h 3343806"/>
              <a:gd name="connsiteX2" fmla="*/ 11365513 w 11377066"/>
              <a:gd name="connsiteY2" fmla="*/ 846735 h 3343806"/>
              <a:gd name="connsiteX3" fmla="*/ 11050704 w 11377066"/>
              <a:gd name="connsiteY3" fmla="*/ 1046017 h 3343806"/>
              <a:gd name="connsiteX4" fmla="*/ 11195112 w 11377066"/>
              <a:gd name="connsiteY4" fmla="*/ 1103780 h 3343806"/>
              <a:gd name="connsiteX5" fmla="*/ 10553944 w 11377066"/>
              <a:gd name="connsiteY5" fmla="*/ 1441695 h 3343806"/>
              <a:gd name="connsiteX6" fmla="*/ 11148902 w 11377066"/>
              <a:gd name="connsiteY6" fmla="*/ 1383932 h 3343806"/>
              <a:gd name="connsiteX7" fmla="*/ 11117132 w 11377066"/>
              <a:gd name="connsiteY7" fmla="*/ 1430142 h 3343806"/>
              <a:gd name="connsiteX8" fmla="*/ 11085363 w 11377066"/>
              <a:gd name="connsiteY8" fmla="*/ 1476352 h 3343806"/>
              <a:gd name="connsiteX9" fmla="*/ 11365513 w 11377066"/>
              <a:gd name="connsiteY9" fmla="*/ 1447471 h 3343806"/>
              <a:gd name="connsiteX10" fmla="*/ 11365513 w 11377066"/>
              <a:gd name="connsiteY10" fmla="*/ 1496569 h 3343806"/>
              <a:gd name="connsiteX11" fmla="*/ 11278869 w 11377066"/>
              <a:gd name="connsiteY11" fmla="*/ 1554332 h 3343806"/>
              <a:gd name="connsiteX12" fmla="*/ 11365513 w 11377066"/>
              <a:gd name="connsiteY12" fmla="*/ 1539891 h 3343806"/>
              <a:gd name="connsiteX13" fmla="*/ 11377066 w 11377066"/>
              <a:gd name="connsiteY13" fmla="*/ 1539891 h 3343806"/>
              <a:gd name="connsiteX14" fmla="*/ 11377066 w 11377066"/>
              <a:gd name="connsiteY14" fmla="*/ 1765167 h 3343806"/>
              <a:gd name="connsiteX15" fmla="*/ 4624577 w 11377066"/>
              <a:gd name="connsiteY15" fmla="*/ 3342096 h 3343806"/>
              <a:gd name="connsiteX16" fmla="*/ 4000738 w 11377066"/>
              <a:gd name="connsiteY16" fmla="*/ 3313214 h 3343806"/>
              <a:gd name="connsiteX17" fmla="*/ 3853443 w 11377066"/>
              <a:gd name="connsiteY17" fmla="*/ 3217905 h 3343806"/>
              <a:gd name="connsiteX18" fmla="*/ 4003625 w 11377066"/>
              <a:gd name="connsiteY18" fmla="*/ 3171695 h 3343806"/>
              <a:gd name="connsiteX19" fmla="*/ 4465729 w 11377066"/>
              <a:gd name="connsiteY19" fmla="*/ 3024399 h 3343806"/>
              <a:gd name="connsiteX20" fmla="*/ 4015179 w 11377066"/>
              <a:gd name="connsiteY20" fmla="*/ 3047505 h 3343806"/>
              <a:gd name="connsiteX21" fmla="*/ 4656346 w 11377066"/>
              <a:gd name="connsiteY21" fmla="*/ 2926202 h 3343806"/>
              <a:gd name="connsiteX22" fmla="*/ 4841188 w 11377066"/>
              <a:gd name="connsiteY22" fmla="*/ 2862663 h 3343806"/>
              <a:gd name="connsiteX23" fmla="*/ 4659236 w 11377066"/>
              <a:gd name="connsiteY23" fmla="*/ 2836670 h 3343806"/>
              <a:gd name="connsiteX24" fmla="*/ 3778351 w 11377066"/>
              <a:gd name="connsiteY24" fmla="*/ 2914650 h 3343806"/>
              <a:gd name="connsiteX25" fmla="*/ 3694595 w 11377066"/>
              <a:gd name="connsiteY25" fmla="*/ 2923314 h 3343806"/>
              <a:gd name="connsiteX26" fmla="*/ 3119852 w 11377066"/>
              <a:gd name="connsiteY26" fmla="*/ 2862663 h 3343806"/>
              <a:gd name="connsiteX27" fmla="*/ 3440437 w 11377066"/>
              <a:gd name="connsiteY27" fmla="*/ 2799124 h 3343806"/>
              <a:gd name="connsiteX28" fmla="*/ 3070753 w 11377066"/>
              <a:gd name="connsiteY28" fmla="*/ 2761578 h 3343806"/>
              <a:gd name="connsiteX29" fmla="*/ 2623091 w 11377066"/>
              <a:gd name="connsiteY29" fmla="*/ 2726920 h 3343806"/>
              <a:gd name="connsiteX30" fmla="*/ 2160987 w 11377066"/>
              <a:gd name="connsiteY30" fmla="*/ 2611394 h 3343806"/>
              <a:gd name="connsiteX31" fmla="*/ 1837515 w 11377066"/>
              <a:gd name="connsiteY31" fmla="*/ 2573848 h 3343806"/>
              <a:gd name="connsiteX32" fmla="*/ 1869284 w 11377066"/>
              <a:gd name="connsiteY32" fmla="*/ 2472763 h 3343806"/>
              <a:gd name="connsiteX33" fmla="*/ 1808633 w 11377066"/>
              <a:gd name="connsiteY33" fmla="*/ 2386119 h 3343806"/>
              <a:gd name="connsiteX34" fmla="*/ 2354493 w 11377066"/>
              <a:gd name="connsiteY34" fmla="*/ 2342797 h 3343806"/>
              <a:gd name="connsiteX35" fmla="*/ 2146546 w 11377066"/>
              <a:gd name="connsiteY35" fmla="*/ 2328356 h 3343806"/>
              <a:gd name="connsiteX36" fmla="*/ 2054126 w 11377066"/>
              <a:gd name="connsiteY36" fmla="*/ 2285034 h 3343806"/>
              <a:gd name="connsiteX37" fmla="*/ 2132106 w 11377066"/>
              <a:gd name="connsiteY37" fmla="*/ 2238823 h 3343806"/>
              <a:gd name="connsiteX38" fmla="*/ 2478684 w 11377066"/>
              <a:gd name="connsiteY38" fmla="*/ 2085751 h 3343806"/>
              <a:gd name="connsiteX39" fmla="*/ 1511154 w 11377066"/>
              <a:gd name="connsiteY39" fmla="*/ 2094416 h 3343806"/>
              <a:gd name="connsiteX40" fmla="*/ 1638232 w 11377066"/>
              <a:gd name="connsiteY40" fmla="*/ 2042429 h 3343806"/>
              <a:gd name="connsiteX41" fmla="*/ 2972556 w 11377066"/>
              <a:gd name="connsiteY41" fmla="*/ 1718957 h 3343806"/>
              <a:gd name="connsiteX42" fmla="*/ 3238266 w 11377066"/>
              <a:gd name="connsiteY42" fmla="*/ 1678523 h 3343806"/>
              <a:gd name="connsiteX43" fmla="*/ 2522005 w 11377066"/>
              <a:gd name="connsiteY43" fmla="*/ 1664082 h 3343806"/>
              <a:gd name="connsiteX44" fmla="*/ 1421621 w 11377066"/>
              <a:gd name="connsiteY44" fmla="*/ 1522563 h 3343806"/>
              <a:gd name="connsiteX45" fmla="*/ 1525595 w 11377066"/>
              <a:gd name="connsiteY45" fmla="*/ 1392596 h 3343806"/>
              <a:gd name="connsiteX46" fmla="*/ 982623 w 11377066"/>
              <a:gd name="connsiteY46" fmla="*/ 1415701 h 3343806"/>
              <a:gd name="connsiteX47" fmla="*/ 1231003 w 11377066"/>
              <a:gd name="connsiteY47" fmla="*/ 1314616 h 3343806"/>
              <a:gd name="connsiteX48" fmla="*/ 1025945 w 11377066"/>
              <a:gd name="connsiteY48" fmla="*/ 1297287 h 3343806"/>
              <a:gd name="connsiteX49" fmla="*/ 841104 w 11377066"/>
              <a:gd name="connsiteY49" fmla="*/ 1225083 h 3343806"/>
              <a:gd name="connsiteX50" fmla="*/ 1612239 w 11377066"/>
              <a:gd name="connsiteY50" fmla="*/ 1112445 h 3343806"/>
              <a:gd name="connsiteX51" fmla="*/ 1814409 w 11377066"/>
              <a:gd name="connsiteY51" fmla="*/ 1008471 h 3343806"/>
              <a:gd name="connsiteX52" fmla="*/ 1932824 w 11377066"/>
              <a:gd name="connsiteY52" fmla="*/ 979590 h 3343806"/>
              <a:gd name="connsiteX53" fmla="*/ 2083007 w 11377066"/>
              <a:gd name="connsiteY53" fmla="*/ 936268 h 3343806"/>
              <a:gd name="connsiteX54" fmla="*/ 1947265 w 11377066"/>
              <a:gd name="connsiteY54" fmla="*/ 924715 h 3343806"/>
              <a:gd name="connsiteX55" fmla="*/ 1271438 w 11377066"/>
              <a:gd name="connsiteY55" fmla="*/ 895834 h 3343806"/>
              <a:gd name="connsiteX56" fmla="*/ 659150 w 11377066"/>
              <a:gd name="connsiteY56" fmla="*/ 907386 h 3343806"/>
              <a:gd name="connsiteX57" fmla="*/ 780453 w 11377066"/>
              <a:gd name="connsiteY57" fmla="*/ 846735 h 3343806"/>
              <a:gd name="connsiteX58" fmla="*/ 841104 w 11377066"/>
              <a:gd name="connsiteY58" fmla="*/ 788972 h 3343806"/>
              <a:gd name="connsiteX59" fmla="*/ 448316 w 11377066"/>
              <a:gd name="connsiteY59" fmla="*/ 659006 h 3343806"/>
              <a:gd name="connsiteX60" fmla="*/ 910419 w 11377066"/>
              <a:gd name="connsiteY60" fmla="*/ 569473 h 3343806"/>
              <a:gd name="connsiteX61" fmla="*/ 604275 w 11377066"/>
              <a:gd name="connsiteY61" fmla="*/ 514598 h 3343806"/>
              <a:gd name="connsiteX62" fmla="*/ 15093 w 11377066"/>
              <a:gd name="connsiteY62" fmla="*/ 352862 h 3343806"/>
              <a:gd name="connsiteX63" fmla="*/ 430987 w 11377066"/>
              <a:gd name="connsiteY63" fmla="*/ 136251 h 3343806"/>
              <a:gd name="connsiteX64" fmla="*/ 874092 w 11377066"/>
              <a:gd name="connsiteY64" fmla="*/ 17656 h 3343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1377066" h="3343806">
                <a:moveTo>
                  <a:pt x="914840" y="0"/>
                </a:moveTo>
                <a:lnTo>
                  <a:pt x="11365513" y="0"/>
                </a:lnTo>
                <a:lnTo>
                  <a:pt x="11365513" y="846735"/>
                </a:lnTo>
                <a:cubicBezTo>
                  <a:pt x="11273092" y="924715"/>
                  <a:pt x="11163343" y="985366"/>
                  <a:pt x="11050704" y="1046017"/>
                </a:cubicBezTo>
                <a:cubicBezTo>
                  <a:pt x="11088251" y="1089339"/>
                  <a:pt x="11169119" y="1037353"/>
                  <a:pt x="11195112" y="1103780"/>
                </a:cubicBezTo>
                <a:cubicBezTo>
                  <a:pt x="10987166" y="1216419"/>
                  <a:pt x="10796548" y="1357938"/>
                  <a:pt x="10553944" y="1441695"/>
                </a:cubicBezTo>
                <a:cubicBezTo>
                  <a:pt x="10753226" y="1381043"/>
                  <a:pt x="10952508" y="1409925"/>
                  <a:pt x="11148902" y="1383932"/>
                </a:cubicBezTo>
                <a:cubicBezTo>
                  <a:pt x="11174895" y="1418589"/>
                  <a:pt x="11131573" y="1418589"/>
                  <a:pt x="11117132" y="1430142"/>
                </a:cubicBezTo>
                <a:cubicBezTo>
                  <a:pt x="11102692" y="1441695"/>
                  <a:pt x="11082474" y="1450359"/>
                  <a:pt x="11085363" y="1476352"/>
                </a:cubicBezTo>
                <a:cubicBezTo>
                  <a:pt x="11174895" y="1487905"/>
                  <a:pt x="11273092" y="1447471"/>
                  <a:pt x="11365513" y="1447471"/>
                </a:cubicBezTo>
                <a:lnTo>
                  <a:pt x="11365513" y="1496569"/>
                </a:lnTo>
                <a:cubicBezTo>
                  <a:pt x="11333743" y="1513898"/>
                  <a:pt x="11293310" y="1519674"/>
                  <a:pt x="11278869" y="1554332"/>
                </a:cubicBezTo>
                <a:cubicBezTo>
                  <a:pt x="11307750" y="1548556"/>
                  <a:pt x="11336632" y="1545668"/>
                  <a:pt x="11365513" y="1539891"/>
                </a:cubicBezTo>
                <a:lnTo>
                  <a:pt x="11377066" y="1539891"/>
                </a:lnTo>
                <a:lnTo>
                  <a:pt x="11377066" y="1765167"/>
                </a:lnTo>
                <a:cubicBezTo>
                  <a:pt x="9482441" y="3362313"/>
                  <a:pt x="4945162" y="3324767"/>
                  <a:pt x="4624577" y="3342096"/>
                </a:cubicBezTo>
                <a:cubicBezTo>
                  <a:pt x="4523492" y="3347872"/>
                  <a:pt x="4098935" y="3339207"/>
                  <a:pt x="4000738" y="3313214"/>
                </a:cubicBezTo>
                <a:cubicBezTo>
                  <a:pt x="3867883" y="3281444"/>
                  <a:pt x="3853443" y="3217905"/>
                  <a:pt x="3853443" y="3217905"/>
                </a:cubicBezTo>
                <a:cubicBezTo>
                  <a:pt x="3853443" y="3217905"/>
                  <a:pt x="3919869" y="3191912"/>
                  <a:pt x="4003625" y="3171695"/>
                </a:cubicBezTo>
                <a:cubicBezTo>
                  <a:pt x="4165361" y="3131261"/>
                  <a:pt x="4298217" y="3056169"/>
                  <a:pt x="4465729" y="3024399"/>
                </a:cubicBezTo>
                <a:cubicBezTo>
                  <a:pt x="4315546" y="3033064"/>
                  <a:pt x="4165361" y="3038840"/>
                  <a:pt x="4015179" y="3047505"/>
                </a:cubicBezTo>
                <a:cubicBezTo>
                  <a:pt x="4223124" y="2969524"/>
                  <a:pt x="4442625" y="2957972"/>
                  <a:pt x="4656346" y="2926202"/>
                </a:cubicBezTo>
                <a:cubicBezTo>
                  <a:pt x="4725662" y="2917538"/>
                  <a:pt x="4841188" y="2943531"/>
                  <a:pt x="4841188" y="2862663"/>
                </a:cubicBezTo>
                <a:cubicBezTo>
                  <a:pt x="4838300" y="2810676"/>
                  <a:pt x="4725662" y="2833782"/>
                  <a:pt x="4659236" y="2836670"/>
                </a:cubicBezTo>
                <a:cubicBezTo>
                  <a:pt x="4364644" y="2845334"/>
                  <a:pt x="4072941" y="2882880"/>
                  <a:pt x="3778351" y="2914650"/>
                </a:cubicBezTo>
                <a:cubicBezTo>
                  <a:pt x="3749468" y="2917538"/>
                  <a:pt x="3714811" y="2931979"/>
                  <a:pt x="3694595" y="2923314"/>
                </a:cubicBezTo>
                <a:cubicBezTo>
                  <a:pt x="3527082" y="2865551"/>
                  <a:pt x="3336463" y="2879992"/>
                  <a:pt x="3119852" y="2862663"/>
                </a:cubicBezTo>
                <a:cubicBezTo>
                  <a:pt x="3238266" y="2796236"/>
                  <a:pt x="3339351" y="2842446"/>
                  <a:pt x="3440437" y="2799124"/>
                </a:cubicBezTo>
                <a:cubicBezTo>
                  <a:pt x="3316246" y="2752913"/>
                  <a:pt x="3189168" y="2773131"/>
                  <a:pt x="3070753" y="2761578"/>
                </a:cubicBezTo>
                <a:cubicBezTo>
                  <a:pt x="2984109" y="2752913"/>
                  <a:pt x="2672189" y="2741361"/>
                  <a:pt x="2623091" y="2726920"/>
                </a:cubicBezTo>
                <a:cubicBezTo>
                  <a:pt x="2472907" y="2683598"/>
                  <a:pt x="2293842" y="2689374"/>
                  <a:pt x="2160987" y="2611394"/>
                </a:cubicBezTo>
                <a:cubicBezTo>
                  <a:pt x="2065678" y="2556519"/>
                  <a:pt x="1938600" y="2602730"/>
                  <a:pt x="1837515" y="2573848"/>
                </a:cubicBezTo>
                <a:cubicBezTo>
                  <a:pt x="1794192" y="2533414"/>
                  <a:pt x="1854843" y="2504533"/>
                  <a:pt x="1869284" y="2472763"/>
                </a:cubicBezTo>
                <a:cubicBezTo>
                  <a:pt x="1889502" y="2432329"/>
                  <a:pt x="1834626" y="2423665"/>
                  <a:pt x="1808633" y="2386119"/>
                </a:cubicBezTo>
                <a:cubicBezTo>
                  <a:pt x="1987698" y="2389007"/>
                  <a:pt x="2158099" y="2377454"/>
                  <a:pt x="2354493" y="2342797"/>
                </a:cubicBezTo>
                <a:cubicBezTo>
                  <a:pt x="2273625" y="2290810"/>
                  <a:pt x="2204309" y="2339908"/>
                  <a:pt x="2146546" y="2328356"/>
                </a:cubicBezTo>
                <a:cubicBezTo>
                  <a:pt x="2106113" y="2319691"/>
                  <a:pt x="2054126" y="2328356"/>
                  <a:pt x="2054126" y="2285034"/>
                </a:cubicBezTo>
                <a:cubicBezTo>
                  <a:pt x="2054126" y="2250376"/>
                  <a:pt x="2100336" y="2244599"/>
                  <a:pt x="2132106" y="2238823"/>
                </a:cubicBezTo>
                <a:cubicBezTo>
                  <a:pt x="2256296" y="2218606"/>
                  <a:pt x="2377599" y="2192613"/>
                  <a:pt x="2478684" y="2085751"/>
                </a:cubicBezTo>
                <a:cubicBezTo>
                  <a:pt x="2152323" y="2051094"/>
                  <a:pt x="1817297" y="2186837"/>
                  <a:pt x="1511154" y="2094416"/>
                </a:cubicBezTo>
                <a:cubicBezTo>
                  <a:pt x="1537147" y="2033765"/>
                  <a:pt x="1597798" y="2045317"/>
                  <a:pt x="1638232" y="2042429"/>
                </a:cubicBezTo>
                <a:cubicBezTo>
                  <a:pt x="1909718" y="2016436"/>
                  <a:pt x="2825261" y="1701628"/>
                  <a:pt x="2972556" y="1718957"/>
                </a:cubicBezTo>
                <a:cubicBezTo>
                  <a:pt x="3062089" y="1727621"/>
                  <a:pt x="3154510" y="1721845"/>
                  <a:pt x="3238266" y="1678523"/>
                </a:cubicBezTo>
                <a:cubicBezTo>
                  <a:pt x="3339351" y="1626536"/>
                  <a:pt x="2695295" y="1736286"/>
                  <a:pt x="2522005" y="1664082"/>
                </a:cubicBezTo>
                <a:cubicBezTo>
                  <a:pt x="2438249" y="1629424"/>
                  <a:pt x="1730654" y="1528339"/>
                  <a:pt x="1421621" y="1522563"/>
                </a:cubicBezTo>
                <a:cubicBezTo>
                  <a:pt x="1450503" y="1467688"/>
                  <a:pt x="1557364" y="1470576"/>
                  <a:pt x="1525595" y="1392596"/>
                </a:cubicBezTo>
                <a:cubicBezTo>
                  <a:pt x="1358082" y="1386820"/>
                  <a:pt x="1179017" y="1435918"/>
                  <a:pt x="982623" y="1415701"/>
                </a:cubicBezTo>
                <a:cubicBezTo>
                  <a:pt x="1051938" y="1346386"/>
                  <a:pt x="1153023" y="1352162"/>
                  <a:pt x="1231003" y="1314616"/>
                </a:cubicBezTo>
                <a:cubicBezTo>
                  <a:pt x="1170352" y="1262629"/>
                  <a:pt x="1095261" y="1294399"/>
                  <a:pt x="1025945" y="1297287"/>
                </a:cubicBezTo>
                <a:cubicBezTo>
                  <a:pt x="965294" y="1300175"/>
                  <a:pt x="812222" y="1227972"/>
                  <a:pt x="841104" y="1225083"/>
                </a:cubicBezTo>
                <a:cubicBezTo>
                  <a:pt x="1101037" y="1207755"/>
                  <a:pt x="1352306" y="1129775"/>
                  <a:pt x="1612239" y="1112445"/>
                </a:cubicBezTo>
                <a:cubicBezTo>
                  <a:pt x="1698883" y="1106668"/>
                  <a:pt x="1797081" y="1112445"/>
                  <a:pt x="1814409" y="1008471"/>
                </a:cubicBezTo>
                <a:cubicBezTo>
                  <a:pt x="1817297" y="979590"/>
                  <a:pt x="1808633" y="973814"/>
                  <a:pt x="1932824" y="979590"/>
                </a:cubicBezTo>
                <a:cubicBezTo>
                  <a:pt x="1981922" y="982478"/>
                  <a:pt x="2045461" y="982478"/>
                  <a:pt x="2083007" y="936268"/>
                </a:cubicBezTo>
                <a:cubicBezTo>
                  <a:pt x="2045461" y="898722"/>
                  <a:pt x="1990587" y="927603"/>
                  <a:pt x="1947265" y="924715"/>
                </a:cubicBezTo>
                <a:cubicBezTo>
                  <a:pt x="1828850" y="921827"/>
                  <a:pt x="1386963" y="904498"/>
                  <a:pt x="1271438" y="895834"/>
                </a:cubicBezTo>
                <a:cubicBezTo>
                  <a:pt x="1031721" y="875617"/>
                  <a:pt x="901755" y="933380"/>
                  <a:pt x="659150" y="907386"/>
                </a:cubicBezTo>
                <a:cubicBezTo>
                  <a:pt x="734242" y="890057"/>
                  <a:pt x="705361" y="866952"/>
                  <a:pt x="780453" y="846735"/>
                </a:cubicBezTo>
                <a:cubicBezTo>
                  <a:pt x="815110" y="838071"/>
                  <a:pt x="849768" y="820742"/>
                  <a:pt x="841104" y="788972"/>
                </a:cubicBezTo>
                <a:cubicBezTo>
                  <a:pt x="835327" y="757202"/>
                  <a:pt x="396329" y="690775"/>
                  <a:pt x="448316" y="659006"/>
                </a:cubicBezTo>
                <a:cubicBezTo>
                  <a:pt x="592723" y="575249"/>
                  <a:pt x="1020169" y="607019"/>
                  <a:pt x="910419" y="569473"/>
                </a:cubicBezTo>
                <a:cubicBezTo>
                  <a:pt x="742907" y="511710"/>
                  <a:pt x="716913" y="500157"/>
                  <a:pt x="604275" y="514598"/>
                </a:cubicBezTo>
                <a:cubicBezTo>
                  <a:pt x="506079" y="529039"/>
                  <a:pt x="113290" y="349974"/>
                  <a:pt x="15093" y="352862"/>
                </a:cubicBezTo>
                <a:cubicBezTo>
                  <a:pt x="-71551" y="352862"/>
                  <a:pt x="234593" y="211343"/>
                  <a:pt x="430987" y="136251"/>
                </a:cubicBezTo>
                <a:cubicBezTo>
                  <a:pt x="571784" y="82098"/>
                  <a:pt x="732076" y="70184"/>
                  <a:pt x="874092" y="17656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7516F8EA-B1C2-FAB6-D4E3-52925E7EC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00" y="1000244"/>
            <a:ext cx="4482111" cy="3527214"/>
          </a:xfrm>
        </p:spPr>
        <p:txBody>
          <a:bodyPr anchor="t">
            <a:normAutofit/>
          </a:bodyPr>
          <a:lstStyle/>
          <a:p>
            <a:r>
              <a:rPr lang="sv-SE" sz="5400">
                <a:ea typeface="+mj-lt"/>
                <a:cs typeface="+mj-lt"/>
              </a:rPr>
              <a:t>Orkestrering – Anropa PowerShell från Python</a:t>
            </a:r>
            <a:endParaRPr lang="sv-SE" sz="54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6BFDF0B-6325-416D-926F-7141006DD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93668" y="5127460"/>
            <a:ext cx="6498333" cy="1730540"/>
          </a:xfrm>
          <a:custGeom>
            <a:avLst/>
            <a:gdLst>
              <a:gd name="connsiteX0" fmla="*/ 2987112 w 6498333"/>
              <a:gd name="connsiteY0" fmla="*/ 1730384 h 1730540"/>
              <a:gd name="connsiteX1" fmla="*/ 3113423 w 6498333"/>
              <a:gd name="connsiteY1" fmla="*/ 1728494 h 1730540"/>
              <a:gd name="connsiteX2" fmla="*/ 6436159 w 6498333"/>
              <a:gd name="connsiteY2" fmla="*/ 1396018 h 1730540"/>
              <a:gd name="connsiteX3" fmla="*/ 6498333 w 6498333"/>
              <a:gd name="connsiteY3" fmla="*/ 1381988 h 1730540"/>
              <a:gd name="connsiteX4" fmla="*/ 6498333 w 6498333"/>
              <a:gd name="connsiteY4" fmla="*/ 0 h 1730540"/>
              <a:gd name="connsiteX5" fmla="*/ 723703 w 6498333"/>
              <a:gd name="connsiteY5" fmla="*/ 0 h 1730540"/>
              <a:gd name="connsiteX6" fmla="*/ 629735 w 6498333"/>
              <a:gd name="connsiteY6" fmla="*/ 31770 h 1730540"/>
              <a:gd name="connsiteX7" fmla="*/ 127078 w 6498333"/>
              <a:gd name="connsiteY7" fmla="*/ 173371 h 1730540"/>
              <a:gd name="connsiteX8" fmla="*/ 0 w 6498333"/>
              <a:gd name="connsiteY8" fmla="*/ 235577 h 1730540"/>
              <a:gd name="connsiteX9" fmla="*/ 967530 w 6498333"/>
              <a:gd name="connsiteY9" fmla="*/ 225208 h 1730540"/>
              <a:gd name="connsiteX10" fmla="*/ 620954 w 6498333"/>
              <a:gd name="connsiteY10" fmla="*/ 408367 h 1730540"/>
              <a:gd name="connsiteX11" fmla="*/ 542972 w 6498333"/>
              <a:gd name="connsiteY11" fmla="*/ 463661 h 1730540"/>
              <a:gd name="connsiteX12" fmla="*/ 635392 w 6498333"/>
              <a:gd name="connsiteY12" fmla="*/ 515499 h 1730540"/>
              <a:gd name="connsiteX13" fmla="*/ 843339 w 6498333"/>
              <a:gd name="connsiteY13" fmla="*/ 532778 h 1730540"/>
              <a:gd name="connsiteX14" fmla="*/ 297479 w 6498333"/>
              <a:gd name="connsiteY14" fmla="*/ 584615 h 1730540"/>
              <a:gd name="connsiteX15" fmla="*/ 358130 w 6498333"/>
              <a:gd name="connsiteY15" fmla="*/ 688289 h 1730540"/>
              <a:gd name="connsiteX16" fmla="*/ 326361 w 6498333"/>
              <a:gd name="connsiteY16" fmla="*/ 809243 h 1730540"/>
              <a:gd name="connsiteX17" fmla="*/ 649833 w 6498333"/>
              <a:gd name="connsiteY17" fmla="*/ 854169 h 1730540"/>
              <a:gd name="connsiteX18" fmla="*/ 1111937 w 6498333"/>
              <a:gd name="connsiteY18" fmla="*/ 992402 h 1730540"/>
              <a:gd name="connsiteX19" fmla="*/ 1559599 w 6498333"/>
              <a:gd name="connsiteY19" fmla="*/ 1033872 h 1730540"/>
              <a:gd name="connsiteX20" fmla="*/ 1929284 w 6498333"/>
              <a:gd name="connsiteY20" fmla="*/ 1078798 h 1730540"/>
              <a:gd name="connsiteX21" fmla="*/ 1608698 w 6498333"/>
              <a:gd name="connsiteY21" fmla="*/ 1154826 h 1730540"/>
              <a:gd name="connsiteX22" fmla="*/ 2183442 w 6498333"/>
              <a:gd name="connsiteY22" fmla="*/ 1227398 h 1730540"/>
              <a:gd name="connsiteX23" fmla="*/ 2267197 w 6498333"/>
              <a:gd name="connsiteY23" fmla="*/ 1217031 h 1730540"/>
              <a:gd name="connsiteX24" fmla="*/ 3148082 w 6498333"/>
              <a:gd name="connsiteY24" fmla="*/ 1123724 h 1730540"/>
              <a:gd name="connsiteX25" fmla="*/ 3330034 w 6498333"/>
              <a:gd name="connsiteY25" fmla="*/ 1154826 h 1730540"/>
              <a:gd name="connsiteX26" fmla="*/ 3145192 w 6498333"/>
              <a:gd name="connsiteY26" fmla="*/ 1230854 h 1730540"/>
              <a:gd name="connsiteX27" fmla="*/ 2504025 w 6498333"/>
              <a:gd name="connsiteY27" fmla="*/ 1376000 h 1730540"/>
              <a:gd name="connsiteX28" fmla="*/ 2954575 w 6498333"/>
              <a:gd name="connsiteY28" fmla="*/ 1348352 h 1730540"/>
              <a:gd name="connsiteX29" fmla="*/ 2492471 w 6498333"/>
              <a:gd name="connsiteY29" fmla="*/ 1524600 h 1730540"/>
              <a:gd name="connsiteX30" fmla="*/ 2342289 w 6498333"/>
              <a:gd name="connsiteY30" fmla="*/ 1579893 h 1730540"/>
              <a:gd name="connsiteX31" fmla="*/ 2489584 w 6498333"/>
              <a:gd name="connsiteY31" fmla="*/ 1693935 h 1730540"/>
              <a:gd name="connsiteX32" fmla="*/ 2987112 w 6498333"/>
              <a:gd name="connsiteY32" fmla="*/ 1730384 h 173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6498333" h="1730540">
                <a:moveTo>
                  <a:pt x="2987112" y="1730384"/>
                </a:moveTo>
                <a:cubicBezTo>
                  <a:pt x="3042664" y="1730870"/>
                  <a:pt x="3088152" y="1730222"/>
                  <a:pt x="3113423" y="1728494"/>
                </a:cubicBezTo>
                <a:cubicBezTo>
                  <a:pt x="3293752" y="1716831"/>
                  <a:pt x="4808270" y="1725943"/>
                  <a:pt x="6436159" y="1396018"/>
                </a:cubicBezTo>
                <a:lnTo>
                  <a:pt x="6498333" y="1381988"/>
                </a:lnTo>
                <a:lnTo>
                  <a:pt x="6498333" y="0"/>
                </a:lnTo>
                <a:lnTo>
                  <a:pt x="723703" y="0"/>
                </a:lnTo>
                <a:lnTo>
                  <a:pt x="629735" y="31770"/>
                </a:lnTo>
                <a:cubicBezTo>
                  <a:pt x="421263" y="101447"/>
                  <a:pt x="228886" y="161708"/>
                  <a:pt x="127078" y="173371"/>
                </a:cubicBezTo>
                <a:cubicBezTo>
                  <a:pt x="86644" y="176827"/>
                  <a:pt x="25993" y="163004"/>
                  <a:pt x="0" y="235577"/>
                </a:cubicBezTo>
                <a:cubicBezTo>
                  <a:pt x="306144" y="346163"/>
                  <a:pt x="641170" y="183739"/>
                  <a:pt x="967530" y="225208"/>
                </a:cubicBezTo>
                <a:cubicBezTo>
                  <a:pt x="866445" y="353075"/>
                  <a:pt x="745142" y="384177"/>
                  <a:pt x="620954" y="408367"/>
                </a:cubicBezTo>
                <a:cubicBezTo>
                  <a:pt x="589182" y="415279"/>
                  <a:pt x="542972" y="422191"/>
                  <a:pt x="542972" y="463661"/>
                </a:cubicBezTo>
                <a:cubicBezTo>
                  <a:pt x="542972" y="515499"/>
                  <a:pt x="594959" y="505130"/>
                  <a:pt x="635392" y="515499"/>
                </a:cubicBezTo>
                <a:cubicBezTo>
                  <a:pt x="693155" y="529321"/>
                  <a:pt x="762471" y="470573"/>
                  <a:pt x="843339" y="532778"/>
                </a:cubicBezTo>
                <a:cubicBezTo>
                  <a:pt x="646945" y="574247"/>
                  <a:pt x="476544" y="588071"/>
                  <a:pt x="297479" y="584615"/>
                </a:cubicBezTo>
                <a:cubicBezTo>
                  <a:pt x="323472" y="629541"/>
                  <a:pt x="378348" y="639908"/>
                  <a:pt x="358130" y="688289"/>
                </a:cubicBezTo>
                <a:cubicBezTo>
                  <a:pt x="343689" y="726304"/>
                  <a:pt x="283038" y="760862"/>
                  <a:pt x="326361" y="809243"/>
                </a:cubicBezTo>
                <a:cubicBezTo>
                  <a:pt x="427447" y="843802"/>
                  <a:pt x="554524" y="788508"/>
                  <a:pt x="649833" y="854169"/>
                </a:cubicBezTo>
                <a:cubicBezTo>
                  <a:pt x="782688" y="947476"/>
                  <a:pt x="961753" y="940565"/>
                  <a:pt x="1111937" y="992402"/>
                </a:cubicBezTo>
                <a:cubicBezTo>
                  <a:pt x="1161035" y="1009682"/>
                  <a:pt x="1472955" y="1023504"/>
                  <a:pt x="1559599" y="1033872"/>
                </a:cubicBezTo>
                <a:cubicBezTo>
                  <a:pt x="1678015" y="1047696"/>
                  <a:pt x="1805093" y="1023504"/>
                  <a:pt x="1929284" y="1078798"/>
                </a:cubicBezTo>
                <a:cubicBezTo>
                  <a:pt x="1828198" y="1130635"/>
                  <a:pt x="1727113" y="1075343"/>
                  <a:pt x="1608698" y="1154826"/>
                </a:cubicBezTo>
                <a:cubicBezTo>
                  <a:pt x="1825309" y="1175561"/>
                  <a:pt x="2015928" y="1158282"/>
                  <a:pt x="2183442" y="1227398"/>
                </a:cubicBezTo>
                <a:cubicBezTo>
                  <a:pt x="2203658" y="1237767"/>
                  <a:pt x="2238314" y="1220487"/>
                  <a:pt x="2267197" y="1217031"/>
                </a:cubicBezTo>
                <a:cubicBezTo>
                  <a:pt x="2561787" y="1179017"/>
                  <a:pt x="2853490" y="1134091"/>
                  <a:pt x="3148082" y="1123724"/>
                </a:cubicBezTo>
                <a:cubicBezTo>
                  <a:pt x="3214508" y="1120268"/>
                  <a:pt x="3327146" y="1092621"/>
                  <a:pt x="3330034" y="1154826"/>
                </a:cubicBezTo>
                <a:cubicBezTo>
                  <a:pt x="3330034" y="1251589"/>
                  <a:pt x="3214508" y="1220487"/>
                  <a:pt x="3145192" y="1230854"/>
                </a:cubicBezTo>
                <a:cubicBezTo>
                  <a:pt x="2931471" y="1268869"/>
                  <a:pt x="2711970" y="1282691"/>
                  <a:pt x="2504025" y="1376000"/>
                </a:cubicBezTo>
                <a:cubicBezTo>
                  <a:pt x="2654207" y="1365632"/>
                  <a:pt x="2804392" y="1358720"/>
                  <a:pt x="2954575" y="1348352"/>
                </a:cubicBezTo>
                <a:cubicBezTo>
                  <a:pt x="2787063" y="1386367"/>
                  <a:pt x="2654207" y="1476218"/>
                  <a:pt x="2492471" y="1524600"/>
                </a:cubicBezTo>
                <a:cubicBezTo>
                  <a:pt x="2408715" y="1548791"/>
                  <a:pt x="2342289" y="1579893"/>
                  <a:pt x="2342289" y="1579893"/>
                </a:cubicBezTo>
                <a:cubicBezTo>
                  <a:pt x="2342289" y="1579893"/>
                  <a:pt x="2356730" y="1655921"/>
                  <a:pt x="2489584" y="1693935"/>
                </a:cubicBezTo>
                <a:cubicBezTo>
                  <a:pt x="2563232" y="1717262"/>
                  <a:pt x="2820457" y="1728925"/>
                  <a:pt x="2987112" y="1730384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E56ADE66-039F-183E-9424-75E812FF9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791" y="8332"/>
            <a:ext cx="7425560" cy="6839235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sv-SE" sz="18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Enkelt exempel – kör PowerShell-kommando:</a:t>
            </a:r>
            <a:endParaRPr lang="sv-SE" sz="1800">
              <a:solidFill>
                <a:srgbClr val="0F1115"/>
              </a:solidFill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r>
              <a:rPr lang="sv-SE" sz="14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python</a:t>
            </a:r>
            <a:endParaRPr lang="sv-SE" sz="1400">
              <a:solidFill>
                <a:srgbClr val="0F1115"/>
              </a:solidFill>
              <a:ea typeface="+mn-lt"/>
              <a:cs typeface="+mn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sv-SE" sz="16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import</a:t>
            </a:r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subprocess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resultat </a:t>
            </a:r>
            <a:r>
              <a:rPr lang="sv-SE" sz="16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subprocess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.</a:t>
            </a:r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run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(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[</a:t>
            </a:r>
            <a:r>
              <a:rPr lang="sv-SE" sz="16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"powershell"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,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6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"-Command"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,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6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"Get-Service | Select-Object -First 3"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],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 capture_output</a:t>
            </a:r>
            <a:r>
              <a:rPr lang="sv-SE" sz="16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160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True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,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 text</a:t>
            </a:r>
            <a:r>
              <a:rPr lang="sv-SE" sz="16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160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True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)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6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print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(</a:t>
            </a:r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resultat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.</a:t>
            </a:r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stdout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)</a:t>
            </a:r>
            <a:endParaRPr lang="sv-SE" sz="1600">
              <a:solidFill>
                <a:srgbClr val="383A42"/>
              </a:solidFill>
            </a:endParaRPr>
          </a:p>
          <a:p>
            <a:pPr>
              <a:lnSpc>
                <a:spcPct val="100000"/>
              </a:lnSpc>
            </a:pPr>
            <a:r>
              <a:rPr lang="sv-SE" sz="18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Exempel – köra PowerShell-skriptfil:</a:t>
            </a:r>
            <a:endParaRPr lang="sv-SE" sz="1800">
              <a:solidFill>
                <a:srgbClr val="0F1115"/>
              </a:solidFill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r>
              <a:rPr lang="sv-SE" sz="14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python</a:t>
            </a:r>
            <a:endParaRPr lang="sv-SE" sz="1400">
              <a:solidFill>
                <a:srgbClr val="0F1115"/>
              </a:solidFill>
              <a:ea typeface="+mn-lt"/>
              <a:cs typeface="+mn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sv-SE" sz="16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import</a:t>
            </a:r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subprocess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resultat </a:t>
            </a:r>
            <a:r>
              <a:rPr lang="sv-SE" sz="16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subprocess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.</a:t>
            </a:r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run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(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[</a:t>
            </a:r>
            <a:r>
              <a:rPr lang="sv-SE" sz="16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"powershell"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,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6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"-File"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,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6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"C:/Scripts/install_iis.ps1"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],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 capture_output</a:t>
            </a:r>
            <a:r>
              <a:rPr lang="sv-SE" sz="16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160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True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,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 text</a:t>
            </a:r>
            <a:r>
              <a:rPr lang="sv-SE" sz="16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160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True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)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6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if</a:t>
            </a:r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resultat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.</a:t>
            </a:r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returncode </a:t>
            </a:r>
            <a:r>
              <a:rPr lang="sv-SE" sz="16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==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60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0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6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print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(</a:t>
            </a:r>
            <a:r>
              <a:rPr lang="sv-SE" sz="16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"Skriptet lyckades!"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)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6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else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6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print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(</a:t>
            </a:r>
            <a:r>
              <a:rPr lang="sv-SE" sz="16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f"Fel: 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resultat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.</a:t>
            </a:r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stderr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r>
              <a:rPr lang="sv-SE" sz="16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)</a:t>
            </a:r>
            <a:endParaRPr lang="sv-SE" sz="1600">
              <a:solidFill>
                <a:srgbClr val="383A42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sv-SE" sz="600" dirty="0"/>
          </a:p>
        </p:txBody>
      </p:sp>
      <p:sp>
        <p:nvSpPr>
          <p:cNvPr id="4" name="textruta 3">
            <a:extLst>
              <a:ext uri="{FF2B5EF4-FFF2-40B4-BE49-F238E27FC236}">
                <a16:creationId xmlns:a16="http://schemas.microsoft.com/office/drawing/2014/main" id="{F29C37C4-EF6F-5A9E-1D5D-20C38F7A30FB}"/>
              </a:ext>
            </a:extLst>
          </p:cNvPr>
          <p:cNvSpPr txBox="1"/>
          <p:nvPr/>
        </p:nvSpPr>
        <p:spPr>
          <a:xfrm>
            <a:off x="262758" y="4526017"/>
            <a:ext cx="3888830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Python </a:t>
            </a:r>
            <a:r>
              <a:rPr lang="en-US" sz="2800" b="1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kan</a:t>
            </a:r>
            <a:r>
              <a:rPr lang="en-US" sz="2800" b="1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sz="2800" b="1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styra</a:t>
            </a:r>
            <a:r>
              <a:rPr lang="en-US" sz="2800" b="1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PowerShell för </a:t>
            </a:r>
            <a:r>
              <a:rPr lang="en-US" sz="2800" b="1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att</a:t>
            </a:r>
            <a:r>
              <a:rPr lang="en-US" sz="2800" b="1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sz="2800" b="1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utföra</a:t>
            </a:r>
            <a:r>
              <a:rPr lang="en-US" sz="2800" b="1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Windows-</a:t>
            </a:r>
            <a:r>
              <a:rPr lang="en-US" sz="2800" b="1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specifika</a:t>
            </a:r>
            <a:r>
              <a:rPr lang="en-US" sz="2800" b="1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sz="2800" b="1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uppgifter</a:t>
            </a:r>
            <a:r>
              <a:rPr lang="en-US" sz="2800" b="1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5752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BD64FC18-F3F3-4F6D-0CD5-7C6A6F218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sv-SE" sz="4000">
                <a:solidFill>
                  <a:schemeClr val="bg1"/>
                </a:solidFill>
                <a:ea typeface="+mj-lt"/>
                <a:cs typeface="+mj-lt"/>
              </a:rPr>
              <a:t>Persisterande session – för flera kommandon</a:t>
            </a:r>
            <a:endParaRPr lang="sv-SE" sz="40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3F4491BC-CC30-2960-167A-9DCAB69AA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221" y="1704966"/>
            <a:ext cx="11943547" cy="514859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sv-SE" sz="1800" b="1">
                <a:highlight>
                  <a:srgbClr val="FFFFFF"/>
                </a:highlight>
                <a:ea typeface="+mn-lt"/>
                <a:cs typeface="+mn-lt"/>
              </a:rPr>
              <a:t>När använder man vilken metod?</a:t>
            </a:r>
            <a:r>
              <a:rPr lang="sv-SE" sz="1800">
                <a:highlight>
                  <a:srgbClr val="FFFFFF"/>
                </a:highlight>
                <a:ea typeface="+mn-lt"/>
                <a:cs typeface="+mn-lt"/>
              </a:rPr>
              <a:t> Använd </a:t>
            </a:r>
            <a:r>
              <a:rPr lang="sv-SE" sz="1800">
                <a:highlight>
                  <a:srgbClr val="EBEEF2"/>
                </a:highlight>
                <a:latin typeface="Consolas"/>
              </a:rPr>
              <a:t>subprocess.run()</a:t>
            </a:r>
            <a:r>
              <a:rPr lang="sv-SE" sz="1800">
                <a:highlight>
                  <a:srgbClr val="FFFFFF"/>
                </a:highlight>
                <a:ea typeface="+mn-lt"/>
                <a:cs typeface="+mn-lt"/>
              </a:rPr>
              <a:t> för enkla engångskommandon. Använd </a:t>
            </a:r>
            <a:r>
              <a:rPr lang="sv-SE" sz="1800">
                <a:highlight>
                  <a:srgbClr val="EBEEF2"/>
                </a:highlight>
                <a:latin typeface="Consolas"/>
              </a:rPr>
              <a:t>py-pwsh-session</a:t>
            </a:r>
            <a:r>
              <a:rPr lang="sv-SE" sz="1800">
                <a:highlight>
                  <a:srgbClr val="FFFFFF"/>
                </a:highlight>
                <a:ea typeface="+mn-lt"/>
                <a:cs typeface="+mn-lt"/>
              </a:rPr>
              <a:t> eller liknande bibliotek när du behöver autentisering eller tillstånd över flera kommandon .</a:t>
            </a:r>
            <a:endParaRPr lang="sv-SE"/>
          </a:p>
          <a:p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python</a:t>
            </a:r>
            <a:endParaRPr lang="sv-SE" sz="1600">
              <a:solidFill>
                <a:srgbClr val="0F1115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pPr marL="0" indent="0">
              <a:buNone/>
            </a:pPr>
            <a:r>
              <a:rPr lang="sv-SE" sz="1800">
                <a:solidFill>
                  <a:srgbClr val="A626A4"/>
                </a:solidFill>
                <a:highlight>
                  <a:srgbClr val="FFFFFF"/>
                </a:highlight>
                <a:latin typeface="Consolas"/>
              </a:rPr>
              <a:t>from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py_powershell </a:t>
            </a:r>
            <a:r>
              <a:rPr lang="sv-SE" sz="1800">
                <a:solidFill>
                  <a:srgbClr val="A626A4"/>
                </a:solidFill>
                <a:highlight>
                  <a:srgbClr val="FFFFFF"/>
                </a:highlight>
                <a:latin typeface="Consolas"/>
              </a:rPr>
              <a:t>import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PowerShellSession</a:t>
            </a:r>
            <a:r>
              <a:rPr lang="sv-SE" sz="18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</a:t>
            </a:r>
            <a:r>
              <a:rPr lang="sv-SE" sz="1800">
                <a:solidFill>
                  <a:srgbClr val="A626A4"/>
                </a:solidFill>
                <a:highlight>
                  <a:srgbClr val="FFFFFF"/>
                </a:highlight>
                <a:latin typeface="Consolas"/>
              </a:rPr>
              <a:t>with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PowerShellSession</a:t>
            </a:r>
            <a:r>
              <a:rPr lang="sv-SE" sz="18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()</a:t>
            </a:r>
            <a:r>
              <a:rPr lang="sv-SE" sz="18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sv-SE" sz="1800">
                <a:solidFill>
                  <a:srgbClr val="A626A4"/>
                </a:solidFill>
                <a:highlight>
                  <a:srgbClr val="FFFFFF"/>
                </a:highlight>
                <a:latin typeface="Consolas"/>
              </a:rPr>
              <a:t>as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pwsh</a:t>
            </a:r>
            <a:r>
              <a:rPr lang="sv-SE" sz="18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:</a:t>
            </a:r>
            <a:r>
              <a:rPr lang="sv-SE" sz="18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    </a:t>
            </a:r>
            <a:r>
              <a:rPr lang="sv-SE" sz="1800" i="1">
                <a:solidFill>
                  <a:srgbClr val="A0A1A7"/>
                </a:solidFill>
                <a:highlight>
                  <a:srgbClr val="FFFFFF"/>
                </a:highlight>
                <a:latin typeface="Consolas"/>
              </a:rPr>
              <a:t># Sätt en variabel i sessionen</a:t>
            </a:r>
            <a:r>
              <a:rPr lang="sv-SE" sz="18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   pwsh</a:t>
            </a:r>
            <a:r>
              <a:rPr lang="sv-SE" sz="18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.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execute</a:t>
            </a:r>
            <a:r>
              <a:rPr lang="sv-SE" sz="18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sv-SE" sz="1800">
                <a:solidFill>
                  <a:srgbClr val="50A14F"/>
                </a:solidFill>
                <a:highlight>
                  <a:srgbClr val="FFFFFF"/>
                </a:highlight>
                <a:latin typeface="Consolas"/>
              </a:rPr>
              <a:t>"$myList = @()"</a:t>
            </a:r>
            <a:r>
              <a:rPr lang="sv-SE" sz="18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)</a:t>
            </a:r>
            <a:r>
              <a:rPr lang="sv-SE" sz="18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    </a:t>
            </a:r>
            <a:r>
              <a:rPr lang="sv-SE" sz="1800" i="1">
                <a:solidFill>
                  <a:srgbClr val="A0A1A7"/>
                </a:solidFill>
                <a:highlight>
                  <a:srgbClr val="FFFFFF"/>
                </a:highlight>
                <a:latin typeface="Consolas"/>
              </a:rPr>
              <a:t># Ackumulera data över flera kommandon</a:t>
            </a:r>
            <a:r>
              <a:rPr lang="sv-SE" sz="18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   pwsh</a:t>
            </a:r>
            <a:r>
              <a:rPr lang="sv-SE" sz="18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.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execute</a:t>
            </a:r>
            <a:r>
              <a:rPr lang="sv-SE" sz="18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sv-SE" sz="1800">
                <a:solidFill>
                  <a:srgbClr val="50A14F"/>
                </a:solidFill>
                <a:highlight>
                  <a:srgbClr val="FFFFFF"/>
                </a:highlight>
                <a:latin typeface="Consolas"/>
              </a:rPr>
              <a:t>"$myList += 'item1'"</a:t>
            </a:r>
            <a:r>
              <a:rPr lang="sv-SE" sz="18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)</a:t>
            </a:r>
            <a:r>
              <a:rPr lang="sv-SE" sz="18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   pwsh</a:t>
            </a:r>
            <a:r>
              <a:rPr lang="sv-SE" sz="18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.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execute</a:t>
            </a:r>
            <a:r>
              <a:rPr lang="sv-SE" sz="18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sv-SE" sz="1800">
                <a:solidFill>
                  <a:srgbClr val="50A14F"/>
                </a:solidFill>
                <a:highlight>
                  <a:srgbClr val="FFFFFF"/>
                </a:highlight>
                <a:latin typeface="Consolas"/>
              </a:rPr>
              <a:t>"$myList += 'item2'"</a:t>
            </a:r>
            <a:r>
              <a:rPr lang="sv-SE" sz="18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)</a:t>
            </a:r>
            <a:r>
              <a:rPr lang="sv-SE" sz="18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   pwsh</a:t>
            </a:r>
            <a:r>
              <a:rPr lang="sv-SE" sz="18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.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execute</a:t>
            </a:r>
            <a:r>
              <a:rPr lang="sv-SE" sz="18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sv-SE" sz="1800">
                <a:solidFill>
                  <a:srgbClr val="50A14F"/>
                </a:solidFill>
                <a:highlight>
                  <a:srgbClr val="FFFFFF"/>
                </a:highlight>
                <a:latin typeface="Consolas"/>
              </a:rPr>
              <a:t>"$myList += 'item3'"</a:t>
            </a:r>
            <a:r>
              <a:rPr lang="sv-SE" sz="18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)</a:t>
            </a:r>
            <a:r>
              <a:rPr lang="sv-SE" sz="18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    </a:t>
            </a:r>
            <a:r>
              <a:rPr lang="sv-SE" sz="1800" i="1">
                <a:solidFill>
                  <a:srgbClr val="A0A1A7"/>
                </a:solidFill>
                <a:highlight>
                  <a:srgbClr val="FFFFFF"/>
                </a:highlight>
                <a:latin typeface="Consolas"/>
              </a:rPr>
              <a:t># Hämta resultatet</a:t>
            </a:r>
            <a:r>
              <a:rPr lang="sv-SE" sz="18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   result </a:t>
            </a:r>
            <a:r>
              <a:rPr lang="sv-SE" sz="18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=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pwsh</a:t>
            </a:r>
            <a:r>
              <a:rPr lang="sv-SE" sz="18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.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execute</a:t>
            </a:r>
            <a:r>
              <a:rPr lang="sv-SE" sz="18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sv-SE" sz="1800">
                <a:solidFill>
                  <a:srgbClr val="50A14F"/>
                </a:solidFill>
                <a:highlight>
                  <a:srgbClr val="FFFFFF"/>
                </a:highlight>
                <a:latin typeface="Consolas"/>
              </a:rPr>
              <a:t>"$myList | ConvertTo-Json"</a:t>
            </a:r>
            <a:r>
              <a:rPr lang="sv-SE" sz="18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,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json_parse</a:t>
            </a:r>
            <a:r>
              <a:rPr lang="sv-SE" sz="180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=</a:t>
            </a:r>
            <a:r>
              <a:rPr lang="sv-SE" sz="1800">
                <a:solidFill>
                  <a:srgbClr val="B76B01"/>
                </a:solidFill>
                <a:highlight>
                  <a:srgbClr val="FFFFFF"/>
                </a:highlight>
                <a:latin typeface="Consolas"/>
              </a:rPr>
              <a:t>True</a:t>
            </a:r>
            <a:r>
              <a:rPr lang="sv-SE" sz="18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)</a:t>
            </a:r>
            <a:r>
              <a:rPr lang="sv-SE" sz="18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    </a:t>
            </a:r>
            <a:r>
              <a:rPr lang="sv-SE" sz="1800">
                <a:solidFill>
                  <a:srgbClr val="A626A4"/>
                </a:solidFill>
                <a:highlight>
                  <a:srgbClr val="FFFFFF"/>
                </a:highlight>
                <a:latin typeface="Consolas"/>
              </a:rPr>
              <a:t>print</a:t>
            </a:r>
            <a:r>
              <a:rPr lang="sv-SE" sz="18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sv-SE" sz="180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result</a:t>
            </a:r>
            <a:r>
              <a:rPr lang="sv-SE" sz="180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)</a:t>
            </a:r>
            <a:r>
              <a:rPr lang="sv-SE" sz="18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 </a:t>
            </a:r>
            <a:r>
              <a:rPr lang="sv-SE" sz="1800" i="1">
                <a:solidFill>
                  <a:srgbClr val="A0A1A7"/>
                </a:solidFill>
                <a:highlight>
                  <a:srgbClr val="FFFFFF"/>
                </a:highlight>
                <a:latin typeface="Consolas"/>
              </a:rPr>
              <a:t># ['item1', 'item2', 'item3']</a:t>
            </a:r>
            <a:endParaRPr lang="sv-SE" sz="1800" i="1">
              <a:highlight>
                <a:srgbClr val="FFFFFF"/>
              </a:highlight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5290985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9CB0874-88B8-43D3-B0B6-C32F790F7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BFD067A-52BE-40EE-B7CA-391830B9A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2561771"/>
            <a:chOff x="0" y="0"/>
            <a:chExt cx="12192000" cy="256177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CDA7855-806B-4A02-9C19-24872E4D8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AFE70DE-5BEC-4E54-98D2-48C13E1491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A4E6701E-AFC4-D42E-1A11-585BF3F85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864" y="199572"/>
            <a:ext cx="11511834" cy="1515869"/>
          </a:xfrm>
        </p:spPr>
        <p:txBody>
          <a:bodyPr anchor="b">
            <a:normAutofit/>
          </a:bodyPr>
          <a:lstStyle/>
          <a:p>
            <a:r>
              <a:rPr lang="sv-SE">
                <a:ea typeface="+mj-lt"/>
                <a:cs typeface="+mj-lt"/>
              </a:rPr>
              <a:t>Workshop – Verifiera Webbserver och Läsa JSON</a:t>
            </a:r>
            <a:endParaRPr lang="sv-SE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15B8CC4-8CCE-428F-AE7E-28D178984C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0" y="2027156"/>
            <a:ext cx="12192000" cy="757168"/>
            <a:chOff x="0" y="2959818"/>
            <a:chExt cx="12192000" cy="75716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6359FA2-E374-4073-8269-E10D2AE74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A1F0E66-9B5E-4980-8AEC-B4D144B48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F90291E-7E5D-58A0-BAC7-E9265814A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414" y="3070719"/>
            <a:ext cx="10335992" cy="356858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v-SE" sz="36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Mål: Skapa ett Python-skript som läser konfiguration från JSON och verifierar webbserver.</a:t>
            </a:r>
          </a:p>
          <a:p>
            <a:r>
              <a:rPr lang="sv-SE" sz="36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Diskussionsfråga: Varför är det viktigt att läsa konfiguration från en JSON-fil istället för att hårdkoda URL:en? Hur påverkar detta skriptets återanvändbarhet?</a:t>
            </a:r>
            <a:endParaRPr lang="sv-SE" sz="360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56207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D8E96055-3403-19ED-DD78-4B258C7E64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37" t="9794" r="5588" b="3534"/>
          <a:stretch>
            <a:fillRect/>
          </a:stretch>
        </p:blipFill>
        <p:spPr>
          <a:xfrm>
            <a:off x="-2362" y="112371"/>
            <a:ext cx="12185120" cy="6635052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6161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3333ED75-FE9A-81C7-D59F-6F3A5D649D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90" t="6320" r="3194" b="7892"/>
          <a:stretch>
            <a:fillRect/>
          </a:stretch>
        </p:blipFill>
        <p:spPr>
          <a:xfrm>
            <a:off x="2510" y="319324"/>
            <a:ext cx="12189634" cy="6224512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1006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6AB285A-81F9-42F0-A9FD-0058EB46E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08FF3E0-ABFD-4639-B6D5-59DC3C504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2" y="-1"/>
              <a:ext cx="4572002" cy="6858002"/>
              <a:chOff x="-2" y="-1"/>
              <a:chExt cx="4572002" cy="6858002"/>
            </a:xfrm>
            <a:effectLst/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05F28668-2B20-456B-B40F-9496D0A015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345261A6-F525-4DE2-99D5-BD04602D34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726B9BC-5A36-4E2B-ACA8-E750DAF63C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D3D8668E-61B9-48EF-9EBA-555647BA6D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3B5CB98A-8493-4791-B351-0BC590BB9AC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4CA2FB47-60A5-434E-9BA4-1FF65518A12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406D9D90-1212-40FF-BAB0-8A661FC855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2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903898C6-CE98-4636-8CE5-5172BD2B9BB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F5326F39-37DB-4935-9AD9-746655D5DD0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pic>
        <p:nvPicPr>
          <p:cNvPr id="8" name="Graphic 7" descr="Dator">
            <a:extLst>
              <a:ext uri="{FF2B5EF4-FFF2-40B4-BE49-F238E27FC236}">
                <a16:creationId xmlns:a16="http://schemas.microsoft.com/office/drawing/2014/main" id="{02C64E8C-B2EE-D480-A21C-803DA6CC15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5024" y="2387175"/>
            <a:ext cx="2663825" cy="2663825"/>
          </a:xfrm>
          <a:prstGeom prst="rect">
            <a:avLst/>
          </a:prstGeom>
        </p:spPr>
      </p:pic>
      <p:sp>
        <p:nvSpPr>
          <p:cNvPr id="4" name="textruta 3">
            <a:extLst>
              <a:ext uri="{FF2B5EF4-FFF2-40B4-BE49-F238E27FC236}">
                <a16:creationId xmlns:a16="http://schemas.microsoft.com/office/drawing/2014/main" id="{77754DC1-84AD-2CC4-81B5-B047EC14630C}"/>
              </a:ext>
            </a:extLst>
          </p:cNvPr>
          <p:cNvSpPr txBox="1"/>
          <p:nvPr/>
        </p:nvSpPr>
        <p:spPr>
          <a:xfrm>
            <a:off x="4974096" y="7994"/>
            <a:ext cx="7199499" cy="684548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Steg 1:</a:t>
            </a:r>
            <a:r>
              <a:rPr lang="en-US" sz="1600" b="0" i="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Skapa </a:t>
            </a:r>
            <a:r>
              <a:rPr lang="en-US" sz="1600" b="0" i="0" dirty="0" err="1">
                <a:solidFill>
                  <a:srgbClr val="0F1115"/>
                </a:solidFill>
                <a:highlight>
                  <a:srgbClr val="EBEEF2"/>
                </a:highlight>
                <a:latin typeface="Consolas"/>
              </a:rPr>
              <a:t>config.json</a:t>
            </a:r>
            <a:r>
              <a:rPr lang="en-US" sz="1600" b="0" i="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:</a:t>
            </a:r>
            <a:endParaRPr lang="sv-SE" sz="1600" dirty="0">
              <a:solidFill>
                <a:srgbClr val="0F1115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050" b="0" i="0" dirty="0" err="1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json</a:t>
            </a:r>
            <a:endParaRPr lang="en-US" sz="1050" dirty="0" err="1"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0" i="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en-US" sz="11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</a:t>
            </a:r>
            <a:r>
              <a:rPr lang="en-US" sz="1100" b="0" i="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en-US" sz="1100" b="0" i="0" dirty="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"</a:t>
            </a:r>
            <a:r>
              <a:rPr lang="en-US" sz="1100" b="0" i="0" dirty="0" err="1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web_server_url</a:t>
            </a:r>
            <a:r>
              <a:rPr lang="en-US" sz="1100" b="0" i="0" dirty="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"</a:t>
            </a:r>
            <a:r>
              <a:rPr lang="en-US" sz="1100" b="0" i="0" dirty="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en-US" sz="1100" b="0" i="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en-US" sz="1100" b="0" i="0" dirty="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</a:t>
            </a:r>
            <a:r>
              <a:rPr lang="en-US" sz="1100" b="0" i="0" dirty="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hlinkClick r:id="rId4"/>
              </a:rPr>
              <a:t>http://localhost</a:t>
            </a:r>
            <a:r>
              <a:rPr lang="en-US" sz="1100" b="0" i="0" dirty="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</a:t>
            </a:r>
            <a:r>
              <a:rPr lang="en-US" sz="1100" b="0" i="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,</a:t>
            </a:r>
            <a:r>
              <a:rPr lang="en-US" sz="11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</a:t>
            </a:r>
            <a:r>
              <a:rPr lang="en-US" sz="1100" b="0" i="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en-US" sz="1100" b="0" i="0" dirty="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"timeout"</a:t>
            </a:r>
            <a:r>
              <a:rPr lang="en-US" sz="1100" b="0" i="0" dirty="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en-US" sz="1100" b="0" i="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en-US" sz="1100" b="0" i="0" dirty="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5</a:t>
            </a:r>
            <a:r>
              <a:rPr lang="en-US" sz="11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en-US" sz="1100" b="0" i="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Steg 2:</a:t>
            </a:r>
            <a:r>
              <a:rPr lang="en-US" sz="1600" b="0" i="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</a:t>
            </a:r>
            <a:r>
              <a:rPr lang="en-US" sz="1600" b="0" i="0" dirty="0" err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Installera</a:t>
            </a:r>
            <a:r>
              <a:rPr lang="en-US" sz="1600" b="0" i="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requests:</a:t>
            </a:r>
            <a:endParaRPr lang="en-US" sz="1600" dirty="0"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050" b="0" i="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bash</a:t>
            </a:r>
            <a:endParaRPr lang="en-US" sz="1050"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0" i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pip </a:t>
            </a:r>
            <a:r>
              <a:rPr lang="en-US" sz="1100" b="0" i="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install</a:t>
            </a:r>
            <a:r>
              <a:rPr lang="en-US" sz="1100" b="0" i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requests</a:t>
            </a:r>
            <a:endParaRPr lang="en-US" sz="110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i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Steg 3:</a:t>
            </a:r>
            <a:r>
              <a:rPr lang="en-US" sz="1600" b="0" i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Skapa </a:t>
            </a:r>
            <a:r>
              <a:rPr lang="en-US" sz="1600" b="0" i="0">
                <a:solidFill>
                  <a:srgbClr val="0F1115"/>
                </a:solidFill>
                <a:highlight>
                  <a:srgbClr val="EBEEF2"/>
                </a:highlight>
                <a:latin typeface="Consolas"/>
              </a:rPr>
              <a:t>verify.py</a:t>
            </a:r>
            <a:r>
              <a:rPr lang="en-US" sz="1600" b="0" i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:</a:t>
            </a:r>
            <a:endParaRPr lang="en-US" sz="1600"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050" b="0" i="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python</a:t>
            </a:r>
            <a:endParaRPr lang="en-US" sz="1050">
              <a:ea typeface="+mn-lt"/>
              <a:cs typeface="+mn-lt"/>
            </a:endParaRPr>
          </a:p>
          <a:p>
            <a:r>
              <a:rPr lang="en-US" sz="1100" b="0" i="0" dirty="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import</a:t>
            </a:r>
            <a:r>
              <a:rPr lang="en-US" sz="1100" b="0" i="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en-US" sz="1100" b="0" i="0" dirty="0" err="1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json</a:t>
            </a:r>
            <a:r>
              <a:rPr lang="en-US" sz="11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en-US" sz="1100" b="0" i="0" dirty="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import</a:t>
            </a:r>
            <a:r>
              <a:rPr lang="en-US" sz="1100" b="0" i="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requests</a:t>
            </a:r>
            <a:r>
              <a:rPr lang="en-US" sz="11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en-US" sz="1100" b="0" i="0" dirty="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def</a:t>
            </a:r>
            <a:r>
              <a:rPr lang="en-US" sz="1100" b="0" i="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en-US" sz="1100" b="0" i="0" dirty="0" err="1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load_config</a:t>
            </a:r>
            <a:r>
              <a:rPr lang="en-US" sz="1100" b="0" i="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(</a:t>
            </a:r>
            <a:r>
              <a:rPr lang="en-US" sz="1100" b="0" i="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path</a:t>
            </a:r>
            <a:r>
              <a:rPr lang="en-US" sz="1100" b="0" i="0" dirty="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en-US" sz="1100" b="0" i="0" dirty="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</a:t>
            </a:r>
            <a:r>
              <a:rPr lang="en-US" sz="1100" b="0" i="0" dirty="0" err="1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config.json</a:t>
            </a:r>
            <a:r>
              <a:rPr lang="en-US" sz="1100" b="0" i="0" dirty="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</a:t>
            </a:r>
            <a:r>
              <a:rPr lang="en-US" sz="1100" b="0" i="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):</a:t>
            </a:r>
            <a:r>
              <a:rPr lang="en-US" sz="11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</a:t>
            </a:r>
            <a:r>
              <a:rPr lang="en-US" sz="1100" b="0" i="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en-US" sz="1100" b="0" i="0" dirty="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with</a:t>
            </a:r>
            <a:r>
              <a:rPr lang="en-US" sz="1100" b="0" i="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en-US" sz="1100" b="0" i="0" dirty="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open</a:t>
            </a:r>
            <a:r>
              <a:rPr lang="en-US" sz="1100" b="0" i="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(</a:t>
            </a:r>
            <a:r>
              <a:rPr lang="en-US" sz="1100" b="0" i="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path</a:t>
            </a:r>
            <a:r>
              <a:rPr lang="en-US" sz="1100" b="0" i="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,</a:t>
            </a:r>
            <a:r>
              <a:rPr lang="en-US" sz="1100" b="0" i="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en-US" sz="1100" b="0" i="0" dirty="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"r"</a:t>
            </a:r>
            <a:r>
              <a:rPr lang="en-US" sz="1100" b="0" i="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)</a:t>
            </a:r>
            <a:r>
              <a:rPr lang="en-US" sz="1100" b="0" i="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en-US" sz="1100" b="0" i="0" dirty="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as</a:t>
            </a:r>
            <a:r>
              <a:rPr lang="en-US" sz="1100" b="0" i="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f</a:t>
            </a:r>
            <a:r>
              <a:rPr lang="en-US" sz="1100" b="0" i="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en-US" sz="11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   </a:t>
            </a:r>
            <a:r>
              <a:rPr lang="en-US" sz="1100" b="0" i="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en-US" sz="1100" b="0" i="0" dirty="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return</a:t>
            </a:r>
            <a:r>
              <a:rPr lang="en-US" sz="1100" b="0" i="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en-US" sz="1100" b="0" i="0" dirty="0" err="1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json</a:t>
            </a:r>
            <a:r>
              <a:rPr lang="en-US" sz="1100" b="0" i="0" dirty="0" err="1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.</a:t>
            </a:r>
            <a:r>
              <a:rPr lang="en-US" sz="1100" b="0" i="0" dirty="0" err="1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load</a:t>
            </a:r>
            <a:r>
              <a:rPr lang="en-US" sz="1100" b="0" i="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(</a:t>
            </a:r>
            <a:r>
              <a:rPr lang="en-US" sz="1100" b="0" i="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f</a:t>
            </a:r>
            <a:r>
              <a:rPr lang="en-US" sz="1100" b="0" i="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)</a:t>
            </a:r>
            <a:r>
              <a:rPr lang="en-US" sz="11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en-US" sz="1100" b="0" i="0" dirty="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def</a:t>
            </a:r>
            <a:r>
              <a:rPr lang="en-US" sz="1100" b="0" i="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en-US" sz="1100" b="0" i="0" dirty="0" err="1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check_server</a:t>
            </a:r>
            <a:r>
              <a:rPr lang="en-US" sz="1100" b="0" i="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(</a:t>
            </a:r>
            <a:r>
              <a:rPr lang="en-US" sz="1100" b="0" i="0" dirty="0" err="1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url</a:t>
            </a:r>
            <a:r>
              <a:rPr lang="en-US" sz="1100" b="0" i="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,</a:t>
            </a:r>
            <a:r>
              <a:rPr lang="en-US" sz="1100" b="0" i="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timeout</a:t>
            </a:r>
            <a:r>
              <a:rPr lang="en-US" sz="1100" b="0" i="0" dirty="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en-US" sz="1100" b="0" i="0" dirty="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5</a:t>
            </a:r>
            <a:r>
              <a:rPr lang="en-US" sz="1100" b="0" i="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):</a:t>
            </a:r>
            <a:r>
              <a:rPr lang="en-US" sz="11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</a:t>
            </a:r>
            <a:r>
              <a:rPr lang="en-US" sz="1100" b="0" i="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en-US" sz="1100" b="0" i="0" dirty="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try</a:t>
            </a:r>
            <a:r>
              <a:rPr lang="en-US" sz="1100" b="0" i="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en-US" sz="11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   </a:t>
            </a:r>
            <a:r>
              <a:rPr lang="en-US" sz="1100" b="0" i="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response </a:t>
            </a:r>
            <a:r>
              <a:rPr lang="en-US" sz="1100" b="0" i="0" dirty="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en-US" sz="1100" b="0" i="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en-US" sz="1100" b="0" i="0" dirty="0" err="1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requests</a:t>
            </a:r>
            <a:r>
              <a:rPr lang="en-US" sz="1100" b="0" i="0" dirty="0" err="1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.</a:t>
            </a:r>
            <a:r>
              <a:rPr lang="en-US" sz="1100" b="0" i="0" dirty="0" err="1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get</a:t>
            </a:r>
            <a:r>
              <a:rPr lang="en-US" sz="1100" b="0" i="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(</a:t>
            </a:r>
            <a:r>
              <a:rPr lang="en-US" sz="1100" b="0" i="0" dirty="0" err="1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url</a:t>
            </a:r>
            <a:r>
              <a:rPr lang="en-US" sz="1100" b="0" i="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,</a:t>
            </a:r>
            <a:r>
              <a:rPr lang="en-US" sz="1100" b="0" i="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timeout</a:t>
            </a:r>
            <a:r>
              <a:rPr lang="en-US" sz="1100" b="0" i="0" dirty="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en-US" sz="1100" b="0" i="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timeout</a:t>
            </a:r>
            <a:r>
              <a:rPr lang="en-US" sz="1100" b="0" i="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)</a:t>
            </a:r>
            <a:r>
              <a:rPr lang="en-US" sz="11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   </a:t>
            </a:r>
            <a:r>
              <a:rPr lang="en-US" sz="1100" b="0" i="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en-US" sz="1100" b="0" i="0" dirty="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return</a:t>
            </a:r>
            <a:r>
              <a:rPr lang="en-US" sz="1100" b="0" i="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en-US" sz="1100" b="0" i="0" dirty="0" err="1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response</a:t>
            </a:r>
            <a:r>
              <a:rPr lang="en-US" sz="1100" b="0" i="0" dirty="0" err="1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.</a:t>
            </a:r>
            <a:r>
              <a:rPr lang="en-US" sz="1100" b="0" i="0" dirty="0" err="1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status_code</a:t>
            </a:r>
            <a:r>
              <a:rPr lang="en-US" sz="1100" b="0" i="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en-US" sz="1100" b="0" i="0" dirty="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==</a:t>
            </a:r>
            <a:r>
              <a:rPr lang="en-US" sz="1100" b="0" i="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en-US" sz="1100" b="0" i="0" dirty="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200</a:t>
            </a:r>
            <a:r>
              <a:rPr lang="en-US" sz="11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</a:t>
            </a:r>
            <a:r>
              <a:rPr lang="en-US" sz="1100" b="0" i="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en-US" sz="1100" b="0" i="0" dirty="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except</a:t>
            </a:r>
            <a:r>
              <a:rPr lang="en-US" sz="1100" b="0" i="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en-US" sz="11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   </a:t>
            </a:r>
            <a:r>
              <a:rPr lang="en-US" sz="1100" b="0" i="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en-US" sz="1100" b="0" i="0" dirty="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return</a:t>
            </a:r>
            <a:r>
              <a:rPr lang="en-US" sz="1100" b="0" i="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en-US" sz="1100" b="0" i="0" dirty="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False</a:t>
            </a:r>
            <a:r>
              <a:rPr lang="en-US" sz="11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en-US" sz="1100" b="0" i="0" dirty="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if</a:t>
            </a:r>
            <a:r>
              <a:rPr lang="en-US" sz="1100" b="0" i="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__name__ </a:t>
            </a:r>
            <a:r>
              <a:rPr lang="en-US" sz="1100" b="0" i="0" dirty="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==</a:t>
            </a:r>
            <a:r>
              <a:rPr lang="en-US" sz="1100" b="0" i="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en-US" sz="1100" b="0" i="0" dirty="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"__main__"</a:t>
            </a:r>
            <a:r>
              <a:rPr lang="en-US" sz="1100" b="0" i="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en-US" sz="11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</a:t>
            </a:r>
            <a:r>
              <a:rPr lang="en-US" sz="1100" b="0" i="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config </a:t>
            </a:r>
            <a:r>
              <a:rPr lang="en-US" sz="1100" b="0" i="0" dirty="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en-US" sz="1100" b="0" i="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en-US" sz="1100" b="0" i="0" dirty="0" err="1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load_config</a:t>
            </a:r>
            <a:r>
              <a:rPr lang="en-US" sz="1100" b="0" i="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()</a:t>
            </a:r>
            <a:r>
              <a:rPr lang="en-US" sz="11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</a:t>
            </a:r>
            <a:r>
              <a:rPr lang="en-US" sz="1100" b="0" i="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en-US" sz="1100" b="0" i="0" dirty="0" err="1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url</a:t>
            </a:r>
            <a:r>
              <a:rPr lang="en-US" sz="1100" b="0" i="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en-US" sz="1100" b="0" i="0" dirty="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en-US" sz="1100" b="0" i="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config</a:t>
            </a:r>
            <a:r>
              <a:rPr lang="en-US" sz="1100" b="0" i="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[</a:t>
            </a:r>
            <a:r>
              <a:rPr lang="en-US" sz="1100" b="0" i="0" dirty="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</a:t>
            </a:r>
            <a:r>
              <a:rPr lang="en-US" sz="1100" b="0" i="0" dirty="0" err="1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web_server_url</a:t>
            </a:r>
            <a:r>
              <a:rPr lang="en-US" sz="1100" b="0" i="0" dirty="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</a:t>
            </a:r>
            <a:r>
              <a:rPr lang="en-US" sz="1100" b="0" i="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]</a:t>
            </a:r>
            <a:r>
              <a:rPr lang="en-US" sz="11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</a:t>
            </a:r>
            <a:r>
              <a:rPr lang="en-US" sz="1100" b="0" i="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timeout </a:t>
            </a:r>
            <a:r>
              <a:rPr lang="en-US" sz="1100" b="0" i="0" dirty="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en-US" sz="1100" b="0" i="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en-US" sz="1100" b="0" i="0" dirty="0" err="1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config</a:t>
            </a:r>
            <a:r>
              <a:rPr lang="en-US" sz="1100" b="0" i="0" dirty="0" err="1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.</a:t>
            </a:r>
            <a:r>
              <a:rPr lang="en-US" sz="1100" b="0" i="0" dirty="0" err="1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get</a:t>
            </a:r>
            <a:r>
              <a:rPr lang="en-US" sz="1100" b="0" i="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(</a:t>
            </a:r>
            <a:r>
              <a:rPr lang="en-US" sz="1100" b="0" i="0" dirty="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"timeout"</a:t>
            </a:r>
            <a:r>
              <a:rPr lang="en-US" sz="1100" b="0" i="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,</a:t>
            </a:r>
            <a:r>
              <a:rPr lang="en-US" sz="1100" b="0" i="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en-US" sz="1100" b="0" i="0" dirty="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5</a:t>
            </a:r>
            <a:r>
              <a:rPr lang="en-US" sz="1100" b="0" i="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)</a:t>
            </a:r>
            <a:r>
              <a:rPr lang="en-US" sz="11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</a:t>
            </a:r>
            <a:r>
              <a:rPr lang="en-US" sz="1100" b="0" i="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en-US" sz="1100" b="0" i="0" dirty="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if</a:t>
            </a:r>
            <a:r>
              <a:rPr lang="en-US" sz="1100" b="0" i="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en-US" sz="1100" b="0" i="0" dirty="0" err="1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check_server</a:t>
            </a:r>
            <a:r>
              <a:rPr lang="en-US" sz="1100" b="0" i="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(</a:t>
            </a:r>
            <a:r>
              <a:rPr lang="en-US" sz="1100" b="0" i="0" dirty="0" err="1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url</a:t>
            </a:r>
            <a:r>
              <a:rPr lang="en-US" sz="1100" b="0" i="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,</a:t>
            </a:r>
            <a:r>
              <a:rPr lang="en-US" sz="1100" b="0" i="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timeout</a:t>
            </a:r>
            <a:r>
              <a:rPr lang="en-US" sz="1100" b="0" i="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):</a:t>
            </a:r>
            <a:r>
              <a:rPr lang="en-US" sz="11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   </a:t>
            </a:r>
            <a:r>
              <a:rPr lang="en-US" sz="1100" b="0" i="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en-US" sz="1100" b="0" i="0" dirty="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print</a:t>
            </a:r>
            <a:r>
              <a:rPr lang="en-US" sz="1100" b="0" i="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(</a:t>
            </a:r>
            <a:r>
              <a:rPr lang="en-US" sz="1100" b="0" i="0" dirty="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f"✅ Server OK: </a:t>
            </a:r>
            <a:r>
              <a:rPr lang="en-US" sz="1100" b="0" i="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en-US" sz="1100" b="0" i="0" dirty="0" err="1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url</a:t>
            </a:r>
            <a:r>
              <a:rPr lang="en-US" sz="1100" b="0" i="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r>
              <a:rPr lang="en-US" sz="1100" b="0" i="0" dirty="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</a:t>
            </a:r>
            <a:r>
              <a:rPr lang="en-US" sz="1100" b="0" i="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)</a:t>
            </a:r>
            <a:r>
              <a:rPr lang="en-US" sz="11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</a:t>
            </a:r>
            <a:r>
              <a:rPr lang="en-US" sz="1100" b="0" i="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en-US" sz="1100" b="0" i="0" dirty="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else</a:t>
            </a:r>
            <a:r>
              <a:rPr lang="en-US" sz="1100" b="0" i="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en-US" sz="11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   </a:t>
            </a:r>
            <a:r>
              <a:rPr lang="en-US" sz="1100" b="0" i="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en-US" sz="1100" b="0" i="0" dirty="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print</a:t>
            </a:r>
            <a:r>
              <a:rPr lang="en-US" sz="1100" b="0" i="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(</a:t>
            </a:r>
            <a:r>
              <a:rPr lang="en-US" sz="1100" b="0" i="0" dirty="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f"❌ Server EJ OK: </a:t>
            </a:r>
            <a:r>
              <a:rPr lang="en-US" sz="1100" b="0" i="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en-US" sz="1100" b="0" i="0" dirty="0" err="1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url</a:t>
            </a:r>
            <a:r>
              <a:rPr lang="en-US" sz="1100" b="0" i="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r>
              <a:rPr lang="en-US" sz="1100" b="0" i="0" dirty="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</a:t>
            </a:r>
            <a:r>
              <a:rPr lang="en-US" sz="1100" b="0" i="0" dirty="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)</a:t>
            </a: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Steg 4:</a:t>
            </a:r>
            <a:r>
              <a:rPr lang="en-US" sz="1600" b="0" i="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Kör </a:t>
            </a:r>
            <a:r>
              <a:rPr lang="en-US" sz="1600" b="0" i="0" dirty="0" err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skriptet</a:t>
            </a:r>
            <a:r>
              <a:rPr lang="en-US" sz="1600" b="0" i="0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:</a:t>
            </a:r>
            <a:endParaRPr lang="en-US" sz="1600" dirty="0"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050" b="0" i="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bash</a:t>
            </a:r>
            <a:endParaRPr lang="en-US" sz="1050"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0" i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python verify.py</a:t>
            </a:r>
            <a:endParaRPr lang="en-US" sz="1100"/>
          </a:p>
          <a:p>
            <a:endParaRPr lang="en-US" sz="1400" b="0" i="0" dirty="0">
              <a:solidFill>
                <a:srgbClr val="0F1115"/>
              </a:solidFill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417894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8F35C1E8-9DC6-AF82-AB1F-66317C47C6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88" t="4740" r="3606" b="14204"/>
          <a:stretch>
            <a:fillRect/>
          </a:stretch>
        </p:blipFill>
        <p:spPr>
          <a:xfrm>
            <a:off x="482045" y="619714"/>
            <a:ext cx="11221197" cy="561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6275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6AB285A-81F9-42F0-A9FD-0058EB46E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08FF3E0-ABFD-4639-B6D5-59DC3C504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2" y="-1"/>
              <a:ext cx="4572002" cy="6858002"/>
              <a:chOff x="-2" y="-1"/>
              <a:chExt cx="4572002" cy="6858002"/>
            </a:xfrm>
            <a:effectLst/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05F28668-2B20-456B-B40F-9496D0A015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45261A6-F525-4DE2-99D5-BD04602D34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726B9BC-5A36-4E2B-ACA8-E750DAF63C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D3D8668E-61B9-48EF-9EBA-555647BA6D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3B5CB98A-8493-4791-B351-0BC590BB9AC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4CA2FB47-60A5-434E-9BA4-1FF65518A12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406D9D90-1212-40FF-BAB0-8A661FC855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2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903898C6-CE98-4636-8CE5-5172BD2B9BB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F5326F39-37DB-4935-9AD9-746655D5DD0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pic>
        <p:nvPicPr>
          <p:cNvPr id="7" name="Graphic 6" descr="Bock">
            <a:extLst>
              <a:ext uri="{FF2B5EF4-FFF2-40B4-BE49-F238E27FC236}">
                <a16:creationId xmlns:a16="http://schemas.microsoft.com/office/drawing/2014/main" id="{5ECF6478-2047-E813-D0FF-40A1AA5B27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5024" y="2387175"/>
            <a:ext cx="2663825" cy="2663825"/>
          </a:xfrm>
          <a:prstGeom prst="rect">
            <a:avLst/>
          </a:prstGeom>
        </p:spPr>
      </p:pic>
      <p:graphicFrame>
        <p:nvGraphicFramePr>
          <p:cNvPr id="24" name="Platshållare för innehåll 23">
            <a:extLst>
              <a:ext uri="{FF2B5EF4-FFF2-40B4-BE49-F238E27FC236}">
                <a16:creationId xmlns:a16="http://schemas.microsoft.com/office/drawing/2014/main" id="{3CC516AB-C421-F733-6F01-2D11741DD3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7571152"/>
              </p:ext>
            </p:extLst>
          </p:nvPr>
        </p:nvGraphicFramePr>
        <p:xfrm>
          <a:off x="4709948" y="78827"/>
          <a:ext cx="7317532" cy="663553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317532">
                  <a:extLst>
                    <a:ext uri="{9D8B030D-6E8A-4147-A177-3AD203B41FA5}">
                      <a16:colId xmlns:a16="http://schemas.microsoft.com/office/drawing/2014/main" val="1931434465"/>
                    </a:ext>
                  </a:extLst>
                </a:gridCol>
              </a:tblGrid>
              <a:tr h="44236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os</a:t>
                      </a: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 – fil- och mapphantering, miljövariabler </a:t>
                      </a:r>
                      <a:endParaRPr lang="sv-SE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38978"/>
                  </a:ext>
                </a:extLst>
              </a:tr>
              <a:tr h="44236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shutil</a:t>
                      </a: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 – avancerad filhantering (kopiera, flytta, ta bort) </a:t>
                      </a:r>
                      <a:endParaRPr lang="sv-SE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662192"/>
                  </a:ext>
                </a:extLst>
              </a:tr>
              <a:tr h="44236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subprocess</a:t>
                      </a: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 – kör PowerShell, Bash och andra program </a:t>
                      </a:r>
                      <a:endParaRPr lang="sv-SE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26353"/>
                  </a:ext>
                </a:extLst>
              </a:tr>
              <a:tr h="44236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json</a:t>
                      </a: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 – läsa/skriva konfigurationsfiler (API:er, molntjänster)</a:t>
                      </a:r>
                      <a:endParaRPr lang="sv-SE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463374"/>
                  </a:ext>
                </a:extLst>
              </a:tr>
              <a:tr h="44236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yaml</a:t>
                      </a: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 – hantera Ansible, Kubernetes, Docker Compose-konfiguration </a:t>
                      </a:r>
                      <a:endParaRPr lang="sv-SE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108844"/>
                  </a:ext>
                </a:extLst>
              </a:tr>
              <a:tr h="44236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requests</a:t>
                      </a: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 – testa webbservrar och API:er</a:t>
                      </a:r>
                      <a:endParaRPr lang="sv-SE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5532531"/>
                  </a:ext>
                </a:extLst>
              </a:tr>
              <a:tr h="44236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Skillnaderna mellan JSON och YAML:</a:t>
                      </a:r>
                      <a:endParaRPr lang="sv-SE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858462"/>
                  </a:ext>
                </a:extLst>
              </a:tr>
              <a:tr h="44236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JSON – strikt, används i API:er och Terraform</a:t>
                      </a:r>
                      <a:endParaRPr lang="sv-SE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1086248"/>
                  </a:ext>
                </a:extLst>
              </a:tr>
              <a:tr h="44236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YAML – mer läsbart, stöder kommentarer, används i Ansible och Kubernetes</a:t>
                      </a:r>
                      <a:endParaRPr lang="sv-SE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006350"/>
                  </a:ext>
                </a:extLst>
              </a:tr>
              <a:tr h="44236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Persisterande PowerShell-sessioner:</a:t>
                      </a:r>
                      <a:endParaRPr lang="sv-SE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6427502"/>
                  </a:ext>
                </a:extLst>
              </a:tr>
              <a:tr h="44236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Viktigt för autentisering över flera kommandon </a:t>
                      </a:r>
                      <a:endParaRPr lang="sv-SE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825203"/>
                  </a:ext>
                </a:extLst>
              </a:tr>
              <a:tr h="44236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py-pwsh-session</a:t>
                      </a: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 möjliggör Azure-autentisering och tillståndshantering </a:t>
                      </a:r>
                      <a:endParaRPr lang="sv-SE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691933"/>
                  </a:ext>
                </a:extLst>
              </a:tr>
              <a:tr h="44236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Viktiga koncept:</a:t>
                      </a:r>
                      <a:endParaRPr lang="sv-SE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638940"/>
                  </a:ext>
                </a:extLst>
              </a:tr>
              <a:tr h="44236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Idempotens – skriptet ska tåla att köras flera gånger</a:t>
                      </a:r>
                      <a:endParaRPr lang="sv-SE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283256"/>
                  </a:ext>
                </a:extLst>
              </a:tr>
              <a:tr h="44236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Säkerhet – undvik shell injection, använd </a:t>
                      </a: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shell=False</a:t>
                      </a:r>
                      <a:r>
                        <a:rPr lang="sv-SE" sz="16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 </a:t>
                      </a:r>
                    </a:p>
                  </a:txBody>
                  <a:tcPr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4454326"/>
                  </a:ext>
                </a:extLst>
              </a:tr>
            </a:tbl>
          </a:graphicData>
        </a:graphic>
      </p:graphicFrame>
      <p:sp>
        <p:nvSpPr>
          <p:cNvPr id="26" name="Rubrik 25">
            <a:extLst>
              <a:ext uri="{FF2B5EF4-FFF2-40B4-BE49-F238E27FC236}">
                <a16:creationId xmlns:a16="http://schemas.microsoft.com/office/drawing/2014/main" id="{3A3C9C99-6C30-0172-303F-6CE98EF46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628" y="5403522"/>
            <a:ext cx="4215962" cy="892012"/>
          </a:xfrm>
        </p:spPr>
        <p:txBody>
          <a:bodyPr>
            <a:normAutofit/>
          </a:bodyPr>
          <a:lstStyle/>
          <a:p>
            <a:r>
              <a:rPr lang="sv-SE">
                <a:solidFill>
                  <a:schemeClr val="bg1"/>
                </a:solidFill>
              </a:rPr>
              <a:t>Sammanfattning</a:t>
            </a:r>
          </a:p>
        </p:txBody>
      </p:sp>
    </p:spTree>
    <p:extLst>
      <p:ext uri="{BB962C8B-B14F-4D97-AF65-F5344CB8AC3E}">
        <p14:creationId xmlns:p14="http://schemas.microsoft.com/office/powerpoint/2010/main" val="29191237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1AB6E792-0FE9-2B33-6E5A-2AB605A89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3312"/>
            <a:ext cx="4038600" cy="5431376"/>
          </a:xfrm>
        </p:spPr>
        <p:txBody>
          <a:bodyPr>
            <a:normAutofit/>
          </a:bodyPr>
          <a:lstStyle/>
          <a:p>
            <a:r>
              <a:rPr lang="sv-SE" sz="7200" dirty="0">
                <a:hlinkClick r:id="rId2"/>
              </a:rPr>
              <a:t>Quiz</a:t>
            </a:r>
            <a:r>
              <a:rPr lang="sv-SE" sz="7200"/>
              <a:t>: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A2B9D5AA-83E7-35AA-149D-9B82A38CC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4205" y="713313"/>
            <a:ext cx="6374526" cy="54313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sv-SE" dirty="0">
                <a:hlinkClick r:id="rId2"/>
              </a:rPr>
              <a:t>https://forms.gle/9EsJRfZGR4Cy6rnM9</a:t>
            </a:r>
            <a:endParaRPr lang="sv-SE"/>
          </a:p>
          <a:p>
            <a:endParaRPr lang="sv-SE" sz="2000"/>
          </a:p>
        </p:txBody>
      </p:sp>
    </p:spTree>
    <p:extLst>
      <p:ext uri="{BB962C8B-B14F-4D97-AF65-F5344CB8AC3E}">
        <p14:creationId xmlns:p14="http://schemas.microsoft.com/office/powerpoint/2010/main" val="2486734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Bredbild</PresentationFormat>
  <Paragraphs>0</Paragraphs>
  <Slides>39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Bildrubriker</vt:lpstr>
      </vt:variant>
      <vt:variant>
        <vt:i4>39</vt:i4>
      </vt:variant>
    </vt:vector>
  </HeadingPairs>
  <TitlesOfParts>
    <vt:vector size="40" baseType="lpstr">
      <vt:lpstr>Office-tema</vt:lpstr>
      <vt:lpstr>5. Python för Systemadministration</vt:lpstr>
      <vt:lpstr>PowerPoint-presentation</vt:lpstr>
      <vt:lpstr>Varför Python för Systemadministration?</vt:lpstr>
      <vt:lpstr>Från Verkligheten – Python i Svenska IT-miljöer</vt:lpstr>
      <vt:lpstr>PowerPoint-presentation</vt:lpstr>
      <vt:lpstr>Python vs PowerShell – När Använder Man Vad?</vt:lpstr>
      <vt:lpstr>Exempel – bearbeta API-svar</vt:lpstr>
      <vt:lpstr>Vad är JSON och YAML? – Konfigurationsformat i IT</vt:lpstr>
      <vt:lpstr>PowerPoint-presentation</vt:lpstr>
      <vt:lpstr>PowerPoint-presentation</vt:lpstr>
      <vt:lpstr>Jämförelse</vt:lpstr>
      <vt:lpstr>Python Grundkoncept – För Systemadministratörer</vt:lpstr>
      <vt:lpstr>PowerPoint-presentation</vt:lpstr>
      <vt:lpstr>Exempel – komplett skriptstruktur</vt:lpstr>
      <vt:lpstr>Varje modul har ett specifikt syfte – använd rätt verktyg för rätt uppgift!</vt:lpstr>
      <vt:lpstr>PowerPoint-presentation</vt:lpstr>
      <vt:lpstr>PowerPoint-presentation</vt:lpstr>
      <vt:lpstr>os-modulen – Grunden för Filhantering</vt:lpstr>
      <vt:lpstr>Exempel – skapa en mappstruktur</vt:lpstr>
      <vt:lpstr>shutil-modulen – Avancerad Filhantering</vt:lpstr>
      <vt:lpstr>Exempel – backup av en mapp</vt:lpstr>
      <vt:lpstr>subprocess – Kör Externa Kommandon</vt:lpstr>
      <vt:lpstr>Viktiga parametrar</vt:lpstr>
      <vt:lpstr>Persisterande PowerShell-sessioner – Varför Det Är Viktigt</vt:lpstr>
      <vt:lpstr>Jämförelse </vt:lpstr>
      <vt:lpstr>JSON – Hantera Konfigurationsfiler</vt:lpstr>
      <vt:lpstr>Viktiga funktioner</vt:lpstr>
      <vt:lpstr>YAML – Hantera Ansible och Kubernetes-konfiguration</vt:lpstr>
      <vt:lpstr>Jämförelse JSON vs YAML</vt:lpstr>
      <vt:lpstr>PowerPoint-presentation</vt:lpstr>
      <vt:lpstr>Orkestrering – Anropa PowerShell från Python</vt:lpstr>
      <vt:lpstr>Persisterande session – för flera kommandon</vt:lpstr>
      <vt:lpstr>Workshop – Verifiera Webbserver och Läsa JSON</vt:lpstr>
      <vt:lpstr>PowerPoint-presentation</vt:lpstr>
      <vt:lpstr>PowerPoint-presentation</vt:lpstr>
      <vt:lpstr>PowerPoint-presentation</vt:lpstr>
      <vt:lpstr>PowerPoint-presentation</vt:lpstr>
      <vt:lpstr>Sammanfattning</vt:lpstr>
      <vt:lpstr>Quiz: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559</cp:revision>
  <dcterms:created xsi:type="dcterms:W3CDTF">2026-08-08T06:10:45Z</dcterms:created>
  <dcterms:modified xsi:type="dcterms:W3CDTF">2026-08-08T10:03:14Z</dcterms:modified>
</cp:coreProperties>
</file>