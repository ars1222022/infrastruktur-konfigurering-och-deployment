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92" r:id="rId4"/>
    <p:sldId id="258" r:id="rId5"/>
    <p:sldId id="259" r:id="rId6"/>
    <p:sldId id="261" r:id="rId7"/>
    <p:sldId id="293" r:id="rId8"/>
    <p:sldId id="262" r:id="rId9"/>
    <p:sldId id="263" r:id="rId10"/>
    <p:sldId id="264" r:id="rId11"/>
    <p:sldId id="265" r:id="rId12"/>
    <p:sldId id="266" r:id="rId13"/>
    <p:sldId id="267" r:id="rId14"/>
    <p:sldId id="268" r:id="rId15"/>
    <p:sldId id="269" r:id="rId16"/>
    <p:sldId id="270" r:id="rId17"/>
    <p:sldId id="294" r:id="rId18"/>
    <p:sldId id="271" r:id="rId19"/>
    <p:sldId id="272" r:id="rId20"/>
    <p:sldId id="273" r:id="rId21"/>
    <p:sldId id="295" r:id="rId22"/>
    <p:sldId id="274" r:id="rId23"/>
    <p:sldId id="296" r:id="rId24"/>
    <p:sldId id="275" r:id="rId25"/>
    <p:sldId id="276" r:id="rId26"/>
    <p:sldId id="277" r:id="rId27"/>
    <p:sldId id="278" r:id="rId28"/>
    <p:sldId id="279" r:id="rId29"/>
    <p:sldId id="297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98" r:id="rId38"/>
    <p:sldId id="287" r:id="rId39"/>
    <p:sldId id="299" r:id="rId40"/>
    <p:sldId id="288" r:id="rId41"/>
    <p:sldId id="300" r:id="rId42"/>
    <p:sldId id="289" r:id="rId43"/>
    <p:sldId id="301" r:id="rId44"/>
    <p:sldId id="290" r:id="rId45"/>
    <p:sldId id="291" r:id="rId46"/>
  </p:sldIdLst>
  <p:sldSz cx="12192000" cy="6858000"/>
  <p:notesSz cx="6858000" cy="9144000"/>
  <p:defaultTextStyle>
    <a:defPPr>
      <a:defRPr lang="sv-S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8B0CD695-C190-36EB-1C41-8827F82362C8}" v="2055" dt="2026-08-15T14:41:02.519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llanmörkt format 2 - Dekorfärg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20016" autoAdjust="0"/>
    <p:restoredTop sz="94660"/>
  </p:normalViewPr>
  <p:slideViewPr>
    <p:cSldViewPr snapToGrid="0">
      <p:cViewPr varScale="1">
        <p:scale>
          <a:sx n="76" d="100"/>
          <a:sy n="76" d="100"/>
        </p:scale>
        <p:origin x="90" y="79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presProps" Target="presProps.xml"/><Relationship Id="rId50" Type="http://schemas.openxmlformats.org/officeDocument/2006/relationships/tableStyles" Target="tableStyle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microsoft.com/office/2015/10/relationships/revisionInfo" Target="revisionInfo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viewProps" Target="viewProps.xml"/><Relationship Id="rId8" Type="http://schemas.openxmlformats.org/officeDocument/2006/relationships/slide" Target="slides/slide7.xml"/><Relationship Id="rId51" Type="http://schemas.microsoft.com/office/2016/11/relationships/changesInfo" Target="changesInfos/changesInfo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Arseniy Buzyan (extern)" userId="S::arseniy.buzyan@edu.stockholm.se::f92a01cd-049f-4602-b292-09b82d2ea4e3" providerId="AD" clId="Web-{8B0CD695-C190-36EB-1C41-8827F82362C8}"/>
    <pc:docChg chg="addSld delSld modSld">
      <pc:chgData name="Arseniy Buzyan (extern)" userId="S::arseniy.buzyan@edu.stockholm.se::f92a01cd-049f-4602-b292-09b82d2ea4e3" providerId="AD" clId="Web-{8B0CD695-C190-36EB-1C41-8827F82362C8}" dt="2026-08-15T14:41:05.957" v="2127"/>
      <pc:docMkLst>
        <pc:docMk/>
      </pc:docMkLst>
      <pc:sldChg chg="addSp modSp mod setBg">
        <pc:chgData name="Arseniy Buzyan (extern)" userId="S::arseniy.buzyan@edu.stockholm.se::f92a01cd-049f-4602-b292-09b82d2ea4e3" providerId="AD" clId="Web-{8B0CD695-C190-36EB-1C41-8827F82362C8}" dt="2026-08-15T12:55:36.258" v="6"/>
        <pc:sldMkLst>
          <pc:docMk/>
          <pc:sldMk cId="3194377694" sldId="256"/>
        </pc:sldMkLst>
        <pc:spChg chg="mod">
          <ac:chgData name="Arseniy Buzyan (extern)" userId="S::arseniy.buzyan@edu.stockholm.se::f92a01cd-049f-4602-b292-09b82d2ea4e3" providerId="AD" clId="Web-{8B0CD695-C190-36EB-1C41-8827F82362C8}" dt="2026-08-15T12:55:36.258" v="6"/>
          <ac:spMkLst>
            <pc:docMk/>
            <pc:sldMk cId="3194377694" sldId="256"/>
            <ac:spMk id="2" creationId="{00000000-0000-0000-0000-000000000000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2:55:36.258" v="6"/>
          <ac:spMkLst>
            <pc:docMk/>
            <pc:sldMk cId="3194377694" sldId="256"/>
            <ac:spMk id="3" creationId="{00000000-0000-0000-0000-000000000000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2:55:36.258" v="6"/>
          <ac:spMkLst>
            <pc:docMk/>
            <pc:sldMk cId="3194377694" sldId="256"/>
            <ac:spMk id="8" creationId="{C7D023E4-8DE1-436E-9847-ED6A4B4B04FD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2:55:36.258" v="6"/>
          <ac:grpSpMkLst>
            <pc:docMk/>
            <pc:sldMk cId="3194377694" sldId="256"/>
            <ac:grpSpMk id="10" creationId="{1FEC590B-3306-47E9-BD67-97F3F76169A4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2:55:36.258" v="6"/>
          <ac:grpSpMkLst>
            <pc:docMk/>
            <pc:sldMk cId="3194377694" sldId="256"/>
            <ac:grpSpMk id="14" creationId="{A47AAF5E-1692-48C9-98FB-6432BF0BC4F7}"/>
          </ac:grpSpMkLst>
        </pc:grpChg>
      </pc:sldChg>
      <pc:sldChg chg="addSp modSp new mod setBg">
        <pc:chgData name="Arseniy Buzyan (extern)" userId="S::arseniy.buzyan@edu.stockholm.se::f92a01cd-049f-4602-b292-09b82d2ea4e3" providerId="AD" clId="Web-{8B0CD695-C190-36EB-1C41-8827F82362C8}" dt="2026-08-15T12:56:28.665" v="21" actId="20577"/>
        <pc:sldMkLst>
          <pc:docMk/>
          <pc:sldMk cId="196510817" sldId="257"/>
        </pc:sldMkLst>
        <pc:spChg chg="mod">
          <ac:chgData name="Arseniy Buzyan (extern)" userId="S::arseniy.buzyan@edu.stockholm.se::f92a01cd-049f-4602-b292-09b82d2ea4e3" providerId="AD" clId="Web-{8B0CD695-C190-36EB-1C41-8827F82362C8}" dt="2026-08-15T12:56:13.665" v="13"/>
          <ac:spMkLst>
            <pc:docMk/>
            <pc:sldMk cId="196510817" sldId="257"/>
            <ac:spMk id="2" creationId="{5DC2C6DB-2C03-ABDD-D4FC-3E073143028D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2:56:28.665" v="21" actId="20577"/>
          <ac:spMkLst>
            <pc:docMk/>
            <pc:sldMk cId="196510817" sldId="257"/>
            <ac:spMk id="3" creationId="{7E5EA3CB-C1C3-1FEC-2BF2-0904956252EC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2:56:13.665" v="13"/>
          <ac:spMkLst>
            <pc:docMk/>
            <pc:sldMk cId="196510817" sldId="257"/>
            <ac:spMk id="8" creationId="{815925C2-A704-4D47-B1C1-3FCA52512EC1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2:56:13.665" v="13"/>
          <ac:spMkLst>
            <pc:docMk/>
            <pc:sldMk cId="196510817" sldId="257"/>
            <ac:spMk id="10" creationId="{01D4315C-C23C-4FD3-98DF-08C29E2292A8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2:56:13.665" v="13"/>
          <ac:grpSpMkLst>
            <pc:docMk/>
            <pc:sldMk cId="196510817" sldId="257"/>
            <ac:grpSpMk id="12" creationId="{5E6B47BC-43FD-4C91-8BFF-B41B99A8A39E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2:56:13.665" v="13"/>
          <ac:grpSpMkLst>
            <pc:docMk/>
            <pc:sldMk cId="196510817" sldId="257"/>
            <ac:grpSpMk id="16" creationId="{43F5E015-E085-4624-B431-B42414448684}"/>
          </ac:grpSpMkLst>
        </pc:grpChg>
      </pc:sldChg>
      <pc:sldChg chg="addSp modSp new mod setBg">
        <pc:chgData name="Arseniy Buzyan (extern)" userId="S::arseniy.buzyan@edu.stockholm.se::f92a01cd-049f-4602-b292-09b82d2ea4e3" providerId="AD" clId="Web-{8B0CD695-C190-36EB-1C41-8827F82362C8}" dt="2026-08-15T12:58:21.309" v="94"/>
        <pc:sldMkLst>
          <pc:docMk/>
          <pc:sldMk cId="674800970" sldId="258"/>
        </pc:sldMkLst>
        <pc:spChg chg="mod">
          <ac:chgData name="Arseniy Buzyan (extern)" userId="S::arseniy.buzyan@edu.stockholm.se::f92a01cd-049f-4602-b292-09b82d2ea4e3" providerId="AD" clId="Web-{8B0CD695-C190-36EB-1C41-8827F82362C8}" dt="2026-08-15T12:58:15.027" v="88" actId="14100"/>
          <ac:spMkLst>
            <pc:docMk/>
            <pc:sldMk cId="674800970" sldId="258"/>
            <ac:spMk id="2" creationId="{5DA0205F-FDE6-04B2-8738-5A4323C64A41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2:58:10.496" v="87" actId="14100"/>
          <ac:spMkLst>
            <pc:docMk/>
            <pc:sldMk cId="674800970" sldId="258"/>
            <ac:spMk id="3" creationId="{AC6F814A-DBA2-BDEC-EFD0-3375EF1A706F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2:56:53.447" v="27"/>
          <ac:spMkLst>
            <pc:docMk/>
            <pc:sldMk cId="674800970" sldId="258"/>
            <ac:spMk id="8" creationId="{907E470A-25F4-47D0-8FEC-EE9FD606BB34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2:57:47.683" v="81" actId="14100"/>
          <ac:spMkLst>
            <pc:docMk/>
            <pc:sldMk cId="674800970" sldId="258"/>
            <ac:spMk id="16" creationId="{209C186B-2883-498E-A176-6B60F8B51BF6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2:56:53.447" v="27"/>
          <ac:grpSpMkLst>
            <pc:docMk/>
            <pc:sldMk cId="674800970" sldId="258"/>
            <ac:grpSpMk id="10" creationId="{66220E63-99E1-482A-A0A6-B47EB4BF8797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2:56:53.447" v="27"/>
          <ac:grpSpMkLst>
            <pc:docMk/>
            <pc:sldMk cId="674800970" sldId="258"/>
            <ac:grpSpMk id="14" creationId="{8618EE54-271A-4FE8-B6B3-D0FCF55A7A01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2:56:53.447" v="27"/>
          <ac:grpSpMkLst>
            <pc:docMk/>
            <pc:sldMk cId="674800970" sldId="258"/>
            <ac:grpSpMk id="18" creationId="{43F5E015-E085-4624-B431-B42414448684}"/>
          </ac:grpSpMkLst>
        </pc:grpChg>
        <pc:graphicFrameChg chg="add mod modGraphic">
          <ac:chgData name="Arseniy Buzyan (extern)" userId="S::arseniy.buzyan@edu.stockholm.se::f92a01cd-049f-4602-b292-09b82d2ea4e3" providerId="AD" clId="Web-{8B0CD695-C190-36EB-1C41-8827F82362C8}" dt="2026-08-15T12:58:21.309" v="94"/>
          <ac:graphicFrameMkLst>
            <pc:docMk/>
            <pc:sldMk cId="674800970" sldId="258"/>
            <ac:graphicFrameMk id="5" creationId="{019C1F31-7831-9375-F6CE-DF77AD073BE3}"/>
          </ac:graphicFrameMkLst>
        </pc:graphicFrameChg>
      </pc:sldChg>
      <pc:sldChg chg="addSp delSp modSp new mod setBg">
        <pc:chgData name="Arseniy Buzyan (extern)" userId="S::arseniy.buzyan@edu.stockholm.se::f92a01cd-049f-4602-b292-09b82d2ea4e3" providerId="AD" clId="Web-{8B0CD695-C190-36EB-1C41-8827F82362C8}" dt="2026-08-15T14:22:19.327" v="2027" actId="1076"/>
        <pc:sldMkLst>
          <pc:docMk/>
          <pc:sldMk cId="3779931037" sldId="259"/>
        </pc:sldMkLst>
        <pc:spChg chg="mod">
          <ac:chgData name="Arseniy Buzyan (extern)" userId="S::arseniy.buzyan@edu.stockholm.se::f92a01cd-049f-4602-b292-09b82d2ea4e3" providerId="AD" clId="Web-{8B0CD695-C190-36EB-1C41-8827F82362C8}" dt="2026-08-15T12:59:15.685" v="108" actId="20577"/>
          <ac:spMkLst>
            <pc:docMk/>
            <pc:sldMk cId="3779931037" sldId="259"/>
            <ac:spMk id="2" creationId="{EF8E26A7-C885-4DC8-56C7-7AAB4F9247BE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2:59:07.122" v="105" actId="1076"/>
          <ac:spMkLst>
            <pc:docMk/>
            <pc:sldMk cId="3779931037" sldId="259"/>
            <ac:spMk id="3" creationId="{85FBFBEE-7D0A-DBB6-AC3E-BAE5FFAE5BFC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2:58:55.247" v="101"/>
          <ac:spMkLst>
            <pc:docMk/>
            <pc:sldMk cId="3779931037" sldId="259"/>
            <ac:spMk id="8" creationId="{907E470A-25F4-47D0-8FEC-EE9FD606BB34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2:58:55.247" v="101"/>
          <ac:spMkLst>
            <pc:docMk/>
            <pc:sldMk cId="3779931037" sldId="259"/>
            <ac:spMk id="30" creationId="{C7D023E4-8DE1-436E-9847-ED6A4B4B04FD}"/>
          </ac:spMkLst>
        </pc:spChg>
        <pc:grpChg chg="add del">
          <ac:chgData name="Arseniy Buzyan (extern)" userId="S::arseniy.buzyan@edu.stockholm.se::f92a01cd-049f-4602-b292-09b82d2ea4e3" providerId="AD" clId="Web-{8B0CD695-C190-36EB-1C41-8827F82362C8}" dt="2026-08-15T12:58:55.247" v="101"/>
          <ac:grpSpMkLst>
            <pc:docMk/>
            <pc:sldMk cId="3779931037" sldId="259"/>
            <ac:grpSpMk id="10" creationId="{66220E63-99E1-482A-A0A6-B47EB4BF8797}"/>
          </ac:grpSpMkLst>
        </pc:grpChg>
        <pc:grpChg chg="add del">
          <ac:chgData name="Arseniy Buzyan (extern)" userId="S::arseniy.buzyan@edu.stockholm.se::f92a01cd-049f-4602-b292-09b82d2ea4e3" providerId="AD" clId="Web-{8B0CD695-C190-36EB-1C41-8827F82362C8}" dt="2026-08-15T12:58:55.247" v="101"/>
          <ac:grpSpMkLst>
            <pc:docMk/>
            <pc:sldMk cId="3779931037" sldId="259"/>
            <ac:grpSpMk id="14" creationId="{8618EE54-271A-4FE8-B6B3-D0FCF55A7A01}"/>
          </ac:grpSpMkLst>
        </pc:grpChg>
        <pc:grpChg chg="add del">
          <ac:chgData name="Arseniy Buzyan (extern)" userId="S::arseniy.buzyan@edu.stockholm.se::f92a01cd-049f-4602-b292-09b82d2ea4e3" providerId="AD" clId="Web-{8B0CD695-C190-36EB-1C41-8827F82362C8}" dt="2026-08-15T12:58:55.247" v="101"/>
          <ac:grpSpMkLst>
            <pc:docMk/>
            <pc:sldMk cId="3779931037" sldId="259"/>
            <ac:grpSpMk id="18" creationId="{43F5E015-E085-4624-B431-B42414448684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2:58:55.247" v="101"/>
          <ac:grpSpMkLst>
            <pc:docMk/>
            <pc:sldMk cId="3779931037" sldId="259"/>
            <ac:grpSpMk id="32" creationId="{C4C42016-34C0-4D37-91CF-48308269607E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2:58:55.247" v="101"/>
          <ac:grpSpMkLst>
            <pc:docMk/>
            <pc:sldMk cId="3779931037" sldId="259"/>
            <ac:grpSpMk id="36" creationId="{5A7DBA8A-AFD3-4A43-8CFF-101BE55E4E68}"/>
          </ac:grpSpMkLst>
        </pc:grpChg>
        <pc:graphicFrameChg chg="add mod modGraphic">
          <ac:chgData name="Arseniy Buzyan (extern)" userId="S::arseniy.buzyan@edu.stockholm.se::f92a01cd-049f-4602-b292-09b82d2ea4e3" providerId="AD" clId="Web-{8B0CD695-C190-36EB-1C41-8827F82362C8}" dt="2026-08-15T12:59:42.550" v="149" actId="1076"/>
          <ac:graphicFrameMkLst>
            <pc:docMk/>
            <pc:sldMk cId="3779931037" sldId="259"/>
            <ac:graphicFrameMk id="5" creationId="{01B6D06A-F363-1F8A-F2F8-2B5F7BC49408}"/>
          </ac:graphicFrameMkLst>
        </pc:graphicFrameChg>
        <pc:picChg chg="add mod modCrop">
          <ac:chgData name="Arseniy Buzyan (extern)" userId="S::arseniy.buzyan@edu.stockholm.se::f92a01cd-049f-4602-b292-09b82d2ea4e3" providerId="AD" clId="Web-{8B0CD695-C190-36EB-1C41-8827F82362C8}" dt="2026-08-15T14:22:19.327" v="2027" actId="1076"/>
          <ac:picMkLst>
            <pc:docMk/>
            <pc:sldMk cId="3779931037" sldId="259"/>
            <ac:picMk id="4" creationId="{3B4D7F11-2CAE-3C51-1C16-9B2CCFA08F3F}"/>
          </ac:picMkLst>
        </pc:picChg>
      </pc:sldChg>
      <pc:sldChg chg="addSp delSp modSp new del mod setBg">
        <pc:chgData name="Arseniy Buzyan (extern)" userId="S::arseniy.buzyan@edu.stockholm.se::f92a01cd-049f-4602-b292-09b82d2ea4e3" providerId="AD" clId="Web-{8B0CD695-C190-36EB-1C41-8827F82362C8}" dt="2026-08-15T14:22:59.172" v="2028"/>
        <pc:sldMkLst>
          <pc:docMk/>
          <pc:sldMk cId="3918809852" sldId="260"/>
        </pc:sldMkLst>
        <pc:spChg chg="mod">
          <ac:chgData name="Arseniy Buzyan (extern)" userId="S::arseniy.buzyan@edu.stockholm.se::f92a01cd-049f-4602-b292-09b82d2ea4e3" providerId="AD" clId="Web-{8B0CD695-C190-36EB-1C41-8827F82362C8}" dt="2026-08-15T13:00:13.520" v="155"/>
          <ac:spMkLst>
            <pc:docMk/>
            <pc:sldMk cId="3918809852" sldId="260"/>
            <ac:spMk id="2" creationId="{35460441-F8CE-FCBD-4365-A92857AA9FD5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01:09.209" v="237" actId="1076"/>
          <ac:spMkLst>
            <pc:docMk/>
            <pc:sldMk cId="3918809852" sldId="260"/>
            <ac:spMk id="3" creationId="{50017D4D-56F1-CEAC-C345-6A533BE79F7B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00:13.520" v="155"/>
          <ac:spMkLst>
            <pc:docMk/>
            <pc:sldMk cId="3918809852" sldId="260"/>
            <ac:spMk id="8" creationId="{815925C2-A704-4D47-B1C1-3FCA52512EC1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00:13.520" v="155"/>
          <ac:spMkLst>
            <pc:docMk/>
            <pc:sldMk cId="3918809852" sldId="260"/>
            <ac:spMk id="10" creationId="{01D4315C-C23C-4FD3-98DF-08C29E2292A8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00:13.520" v="155"/>
          <ac:spMkLst>
            <pc:docMk/>
            <pc:sldMk cId="3918809852" sldId="260"/>
            <ac:spMk id="28" creationId="{44D65982-4F00-4330-8DAA-DE6A9E4D6D23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00:13.520" v="155"/>
          <ac:spMkLst>
            <pc:docMk/>
            <pc:sldMk cId="3918809852" sldId="260"/>
            <ac:spMk id="30" creationId="{009115B9-5BFD-478D-9C87-29ADB3AF1721}"/>
          </ac:spMkLst>
        </pc:spChg>
        <pc:grpChg chg="add del">
          <ac:chgData name="Arseniy Buzyan (extern)" userId="S::arseniy.buzyan@edu.stockholm.se::f92a01cd-049f-4602-b292-09b82d2ea4e3" providerId="AD" clId="Web-{8B0CD695-C190-36EB-1C41-8827F82362C8}" dt="2026-08-15T13:00:13.520" v="155"/>
          <ac:grpSpMkLst>
            <pc:docMk/>
            <pc:sldMk cId="3918809852" sldId="260"/>
            <ac:grpSpMk id="12" creationId="{5E6B47BC-43FD-4C91-8BFF-B41B99A8A39E}"/>
          </ac:grpSpMkLst>
        </pc:grpChg>
        <pc:grpChg chg="add del">
          <ac:chgData name="Arseniy Buzyan (extern)" userId="S::arseniy.buzyan@edu.stockholm.se::f92a01cd-049f-4602-b292-09b82d2ea4e3" providerId="AD" clId="Web-{8B0CD695-C190-36EB-1C41-8827F82362C8}" dt="2026-08-15T13:00:13.520" v="155"/>
          <ac:grpSpMkLst>
            <pc:docMk/>
            <pc:sldMk cId="3918809852" sldId="260"/>
            <ac:grpSpMk id="16" creationId="{43F5E015-E085-4624-B431-B42414448684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00:13.520" v="155"/>
          <ac:grpSpMkLst>
            <pc:docMk/>
            <pc:sldMk cId="3918809852" sldId="260"/>
            <ac:grpSpMk id="32" creationId="{8D57F946-2E03-4DE1-91F8-25BEDC663563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00:13.520" v="155"/>
          <ac:grpSpMkLst>
            <pc:docMk/>
            <pc:sldMk cId="3918809852" sldId="260"/>
            <ac:grpSpMk id="36" creationId="{43F5E015-E085-4624-B431-B42414448684}"/>
          </ac:grpSpMkLst>
        </pc:grpChg>
        <pc:graphicFrameChg chg="add mod modGraphic">
          <ac:chgData name="Arseniy Buzyan (extern)" userId="S::arseniy.buzyan@edu.stockholm.se::f92a01cd-049f-4602-b292-09b82d2ea4e3" providerId="AD" clId="Web-{8B0CD695-C190-36EB-1C41-8827F82362C8}" dt="2026-08-15T13:01:06.693" v="236" actId="1076"/>
          <ac:graphicFrameMkLst>
            <pc:docMk/>
            <pc:sldMk cId="3918809852" sldId="260"/>
            <ac:graphicFrameMk id="5" creationId="{24B887DA-E7C5-F3A5-BB72-20C36EEEF1B8}"/>
          </ac:graphicFrameMkLst>
        </pc:graphicFrameChg>
      </pc:sldChg>
      <pc:sldChg chg="addSp delSp modSp new mod setBg">
        <pc:chgData name="Arseniy Buzyan (extern)" userId="S::arseniy.buzyan@edu.stockholm.se::f92a01cd-049f-4602-b292-09b82d2ea4e3" providerId="AD" clId="Web-{8B0CD695-C190-36EB-1C41-8827F82362C8}" dt="2026-08-15T13:03:39.369" v="476"/>
        <pc:sldMkLst>
          <pc:docMk/>
          <pc:sldMk cId="2859820485" sldId="261"/>
        </pc:sldMkLst>
        <pc:spChg chg="mod ord">
          <ac:chgData name="Arseniy Buzyan (extern)" userId="S::arseniy.buzyan@edu.stockholm.se::f92a01cd-049f-4602-b292-09b82d2ea4e3" providerId="AD" clId="Web-{8B0CD695-C190-36EB-1C41-8827F82362C8}" dt="2026-08-15T13:02:22.195" v="250"/>
          <ac:spMkLst>
            <pc:docMk/>
            <pc:sldMk cId="2859820485" sldId="261"/>
            <ac:spMk id="2" creationId="{6464D2E1-976E-65DF-BF3E-E6B65A973954}"/>
          </ac:spMkLst>
        </pc:spChg>
        <pc:spChg chg="del mod">
          <ac:chgData name="Arseniy Buzyan (extern)" userId="S::arseniy.buzyan@edu.stockholm.se::f92a01cd-049f-4602-b292-09b82d2ea4e3" providerId="AD" clId="Web-{8B0CD695-C190-36EB-1C41-8827F82362C8}" dt="2026-08-15T13:02:02.429" v="247"/>
          <ac:spMkLst>
            <pc:docMk/>
            <pc:sldMk cId="2859820485" sldId="261"/>
            <ac:spMk id="3" creationId="{1E61F05F-A297-81B5-3F7E-5A916E80DDF6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02:02.429" v="247"/>
          <ac:spMkLst>
            <pc:docMk/>
            <pc:sldMk cId="2859820485" sldId="261"/>
            <ac:spMk id="8" creationId="{815925C2-A704-4D47-B1C1-3FCA52512EC1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02:02.429" v="247"/>
          <ac:spMkLst>
            <pc:docMk/>
            <pc:sldMk cId="2859820485" sldId="261"/>
            <ac:spMk id="10" creationId="{01D4315C-C23C-4FD3-98DF-08C29E2292A8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02:22.101" v="249"/>
          <ac:spMkLst>
            <pc:docMk/>
            <pc:sldMk cId="2859820485" sldId="261"/>
            <ac:spMk id="31" creationId="{79BB35BC-D5C2-4C8B-A22A-A71E6191913B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02:22.195" v="250"/>
          <ac:spMkLst>
            <pc:docMk/>
            <pc:sldMk cId="2859820485" sldId="261"/>
            <ac:spMk id="33" creationId="{D1EA859B-E555-4109-94F3-6700E046E008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02:22.195" v="250"/>
          <ac:spMkLst>
            <pc:docMk/>
            <pc:sldMk cId="2859820485" sldId="261"/>
            <ac:spMk id="34" creationId="{04812C46-200A-4DEB-A05E-3ED6C68C2387}"/>
          </ac:spMkLst>
        </pc:spChg>
        <pc:grpChg chg="add del">
          <ac:chgData name="Arseniy Buzyan (extern)" userId="S::arseniy.buzyan@edu.stockholm.se::f92a01cd-049f-4602-b292-09b82d2ea4e3" providerId="AD" clId="Web-{8B0CD695-C190-36EB-1C41-8827F82362C8}" dt="2026-08-15T13:02:02.429" v="247"/>
          <ac:grpSpMkLst>
            <pc:docMk/>
            <pc:sldMk cId="2859820485" sldId="261"/>
            <ac:grpSpMk id="12" creationId="{5E6B47BC-43FD-4C91-8BFF-B41B99A8A39E}"/>
          </ac:grpSpMkLst>
        </pc:grpChg>
        <pc:grpChg chg="add del">
          <ac:chgData name="Arseniy Buzyan (extern)" userId="S::arseniy.buzyan@edu.stockholm.se::f92a01cd-049f-4602-b292-09b82d2ea4e3" providerId="AD" clId="Web-{8B0CD695-C190-36EB-1C41-8827F82362C8}" dt="2026-08-15T13:02:02.429" v="247"/>
          <ac:grpSpMkLst>
            <pc:docMk/>
            <pc:sldMk cId="2859820485" sldId="261"/>
            <ac:grpSpMk id="16" creationId="{43F5E015-E085-4624-B431-B42414448684}"/>
          </ac:grpSpMkLst>
        </pc:grpChg>
        <pc:graphicFrameChg chg="add mod modGraphic">
          <ac:chgData name="Arseniy Buzyan (extern)" userId="S::arseniy.buzyan@edu.stockholm.se::f92a01cd-049f-4602-b292-09b82d2ea4e3" providerId="AD" clId="Web-{8B0CD695-C190-36EB-1C41-8827F82362C8}" dt="2026-08-15T13:02:22.195" v="250"/>
          <ac:graphicFrameMkLst>
            <pc:docMk/>
            <pc:sldMk cId="2859820485" sldId="261"/>
            <ac:graphicFrameMk id="25" creationId="{F439B88F-8BB3-69F5-D7F1-8C6CBBA47B08}"/>
          </ac:graphicFrameMkLst>
        </pc:graphicFrameChg>
        <pc:graphicFrameChg chg="add mod modGraphic">
          <ac:chgData name="Arseniy Buzyan (extern)" userId="S::arseniy.buzyan@edu.stockholm.se::f92a01cd-049f-4602-b292-09b82d2ea4e3" providerId="AD" clId="Web-{8B0CD695-C190-36EB-1C41-8827F82362C8}" dt="2026-08-15T13:03:39.369" v="476"/>
          <ac:graphicFrameMkLst>
            <pc:docMk/>
            <pc:sldMk cId="2859820485" sldId="261"/>
            <ac:graphicFrameMk id="38" creationId="{280BBA3E-56B9-CF50-FA34-222228246824}"/>
          </ac:graphicFrameMkLst>
        </pc:graphicFrameChg>
        <pc:picChg chg="add mod">
          <ac:chgData name="Arseniy Buzyan (extern)" userId="S::arseniy.buzyan@edu.stockholm.se::f92a01cd-049f-4602-b292-09b82d2ea4e3" providerId="AD" clId="Web-{8B0CD695-C190-36EB-1C41-8827F82362C8}" dt="2026-08-15T13:02:37.898" v="252" actId="14100"/>
          <ac:picMkLst>
            <pc:docMk/>
            <pc:sldMk cId="2859820485" sldId="261"/>
            <ac:picMk id="26" creationId="{48FEE0FC-F9F2-7D8A-B2E8-4ABDB105079F}"/>
          </ac:picMkLst>
        </pc:picChg>
      </pc:sldChg>
      <pc:sldChg chg="addSp delSp modSp new mod setBg">
        <pc:chgData name="Arseniy Buzyan (extern)" userId="S::arseniy.buzyan@edu.stockholm.se::f92a01cd-049f-4602-b292-09b82d2ea4e3" providerId="AD" clId="Web-{8B0CD695-C190-36EB-1C41-8827F82362C8}" dt="2026-08-15T13:05:23.699" v="514" actId="14100"/>
        <pc:sldMkLst>
          <pc:docMk/>
          <pc:sldMk cId="1372789944" sldId="262"/>
        </pc:sldMkLst>
        <pc:spChg chg="mod">
          <ac:chgData name="Arseniy Buzyan (extern)" userId="S::arseniy.buzyan@edu.stockholm.se::f92a01cd-049f-4602-b292-09b82d2ea4e3" providerId="AD" clId="Web-{8B0CD695-C190-36EB-1C41-8827F82362C8}" dt="2026-08-15T13:04:36.386" v="489"/>
          <ac:spMkLst>
            <pc:docMk/>
            <pc:sldMk cId="1372789944" sldId="262"/>
            <ac:spMk id="2" creationId="{269DCB01-42B4-1614-1D96-06180BC027C7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05:23.699" v="514" actId="14100"/>
          <ac:spMkLst>
            <pc:docMk/>
            <pc:sldMk cId="1372789944" sldId="262"/>
            <ac:spMk id="3" creationId="{59DA496D-6966-8335-9D69-BF148BE89126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04:36.386" v="489"/>
          <ac:spMkLst>
            <pc:docMk/>
            <pc:sldMk cId="1372789944" sldId="262"/>
            <ac:spMk id="8" creationId="{815925C2-A704-4D47-B1C1-3FCA52512EC1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04:36.386" v="489"/>
          <ac:spMkLst>
            <pc:docMk/>
            <pc:sldMk cId="1372789944" sldId="262"/>
            <ac:spMk id="10" creationId="{01D4315C-C23C-4FD3-98DF-08C29E2292A8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04:36.386" v="489"/>
          <ac:spMkLst>
            <pc:docMk/>
            <pc:sldMk cId="1372789944" sldId="262"/>
            <ac:spMk id="28" creationId="{44D65982-4F00-4330-8DAA-DE6A9E4D6D23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04:36.386" v="489"/>
          <ac:spMkLst>
            <pc:docMk/>
            <pc:sldMk cId="1372789944" sldId="262"/>
            <ac:spMk id="30" creationId="{009115B9-5BFD-478D-9C87-29ADB3AF1721}"/>
          </ac:spMkLst>
        </pc:spChg>
        <pc:grpChg chg="add del">
          <ac:chgData name="Arseniy Buzyan (extern)" userId="S::arseniy.buzyan@edu.stockholm.se::f92a01cd-049f-4602-b292-09b82d2ea4e3" providerId="AD" clId="Web-{8B0CD695-C190-36EB-1C41-8827F82362C8}" dt="2026-08-15T13:04:36.386" v="489"/>
          <ac:grpSpMkLst>
            <pc:docMk/>
            <pc:sldMk cId="1372789944" sldId="262"/>
            <ac:grpSpMk id="12" creationId="{5E6B47BC-43FD-4C91-8BFF-B41B99A8A39E}"/>
          </ac:grpSpMkLst>
        </pc:grpChg>
        <pc:grpChg chg="add del">
          <ac:chgData name="Arseniy Buzyan (extern)" userId="S::arseniy.buzyan@edu.stockholm.se::f92a01cd-049f-4602-b292-09b82d2ea4e3" providerId="AD" clId="Web-{8B0CD695-C190-36EB-1C41-8827F82362C8}" dt="2026-08-15T13:04:36.386" v="489"/>
          <ac:grpSpMkLst>
            <pc:docMk/>
            <pc:sldMk cId="1372789944" sldId="262"/>
            <ac:grpSpMk id="16" creationId="{43F5E015-E085-4624-B431-B42414448684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04:36.386" v="489"/>
          <ac:grpSpMkLst>
            <pc:docMk/>
            <pc:sldMk cId="1372789944" sldId="262"/>
            <ac:grpSpMk id="32" creationId="{8D57F946-2E03-4DE1-91F8-25BEDC663563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04:36.386" v="489"/>
          <ac:grpSpMkLst>
            <pc:docMk/>
            <pc:sldMk cId="1372789944" sldId="262"/>
            <ac:grpSpMk id="36" creationId="{43F5E015-E085-4624-B431-B42414448684}"/>
          </ac:grpSpMkLst>
        </pc:grpChg>
      </pc:sldChg>
      <pc:sldChg chg="addSp modSp new mod setBg">
        <pc:chgData name="Arseniy Buzyan (extern)" userId="S::arseniy.buzyan@edu.stockholm.se::f92a01cd-049f-4602-b292-09b82d2ea4e3" providerId="AD" clId="Web-{8B0CD695-C190-36EB-1C41-8827F82362C8}" dt="2026-08-15T13:06:08.372" v="533" actId="14100"/>
        <pc:sldMkLst>
          <pc:docMk/>
          <pc:sldMk cId="808316034" sldId="263"/>
        </pc:sldMkLst>
        <pc:spChg chg="mod">
          <ac:chgData name="Arseniy Buzyan (extern)" userId="S::arseniy.buzyan@edu.stockholm.se::f92a01cd-049f-4602-b292-09b82d2ea4e3" providerId="AD" clId="Web-{8B0CD695-C190-36EB-1C41-8827F82362C8}" dt="2026-08-15T13:05:53.903" v="522"/>
          <ac:spMkLst>
            <pc:docMk/>
            <pc:sldMk cId="808316034" sldId="263"/>
            <ac:spMk id="2" creationId="{645D9211-4016-9341-FC11-4CED30D7B005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06:08.372" v="533" actId="14100"/>
          <ac:spMkLst>
            <pc:docMk/>
            <pc:sldMk cId="808316034" sldId="263"/>
            <ac:spMk id="3" creationId="{30F15297-F66B-D8CD-AFBB-03602B9EC4F3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05:53.903" v="522"/>
          <ac:spMkLst>
            <pc:docMk/>
            <pc:sldMk cId="808316034" sldId="263"/>
            <ac:spMk id="8" creationId="{44D65982-4F00-4330-8DAA-DE6A9E4D6D23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05:53.903" v="522"/>
          <ac:spMkLst>
            <pc:docMk/>
            <pc:sldMk cId="808316034" sldId="263"/>
            <ac:spMk id="10" creationId="{009115B9-5BFD-478D-9C87-29ADB3AF1721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05:53.903" v="522"/>
          <ac:grpSpMkLst>
            <pc:docMk/>
            <pc:sldMk cId="808316034" sldId="263"/>
            <ac:grpSpMk id="12" creationId="{8D57F946-2E03-4DE1-91F8-25BEDC663563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05:53.903" v="522"/>
          <ac:grpSpMkLst>
            <pc:docMk/>
            <pc:sldMk cId="808316034" sldId="263"/>
            <ac:grpSpMk id="16" creationId="{43F5E015-E085-4624-B431-B42414448684}"/>
          </ac:grpSpMkLst>
        </pc:grpChg>
      </pc:sldChg>
      <pc:sldChg chg="add del">
        <pc:chgData name="Arseniy Buzyan (extern)" userId="S::arseniy.buzyan@edu.stockholm.se::f92a01cd-049f-4602-b292-09b82d2ea4e3" providerId="AD" clId="Web-{8B0CD695-C190-36EB-1C41-8827F82362C8}" dt="2026-08-15T13:05:00.605" v="498"/>
        <pc:sldMkLst>
          <pc:docMk/>
          <pc:sldMk cId="2244395547" sldId="263"/>
        </pc:sldMkLst>
      </pc:sldChg>
      <pc:sldChg chg="add del">
        <pc:chgData name="Arseniy Buzyan (extern)" userId="S::arseniy.buzyan@edu.stockholm.se::f92a01cd-049f-4602-b292-09b82d2ea4e3" providerId="AD" clId="Web-{8B0CD695-C190-36EB-1C41-8827F82362C8}" dt="2026-08-15T13:04:48.370" v="492"/>
        <pc:sldMkLst>
          <pc:docMk/>
          <pc:sldMk cId="4235753926" sldId="263"/>
        </pc:sldMkLst>
      </pc:sldChg>
      <pc:sldChg chg="addSp modSp new mod setBg">
        <pc:chgData name="Arseniy Buzyan (extern)" userId="S::arseniy.buzyan@edu.stockholm.se::f92a01cd-049f-4602-b292-09b82d2ea4e3" providerId="AD" clId="Web-{8B0CD695-C190-36EB-1C41-8827F82362C8}" dt="2026-08-15T13:06:45.455" v="548" actId="20577"/>
        <pc:sldMkLst>
          <pc:docMk/>
          <pc:sldMk cId="391737578" sldId="264"/>
        </pc:sldMkLst>
        <pc:spChg chg="mod">
          <ac:chgData name="Arseniy Buzyan (extern)" userId="S::arseniy.buzyan@edu.stockholm.se::f92a01cd-049f-4602-b292-09b82d2ea4e3" providerId="AD" clId="Web-{8B0CD695-C190-36EB-1C41-8827F82362C8}" dt="2026-08-15T13:06:29.217" v="539"/>
          <ac:spMkLst>
            <pc:docMk/>
            <pc:sldMk cId="391737578" sldId="264"/>
            <ac:spMk id="2" creationId="{9BBE1187-B30D-1C57-552F-F45975F81941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06:45.455" v="548" actId="20577"/>
          <ac:spMkLst>
            <pc:docMk/>
            <pc:sldMk cId="391737578" sldId="264"/>
            <ac:spMk id="3" creationId="{73828D95-E2C4-34B1-147B-3991A3C6A2B2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06:29.217" v="539"/>
          <ac:spMkLst>
            <pc:docMk/>
            <pc:sldMk cId="391737578" sldId="264"/>
            <ac:spMk id="8" creationId="{44D65982-4F00-4330-8DAA-DE6A9E4D6D23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06:29.217" v="539"/>
          <ac:spMkLst>
            <pc:docMk/>
            <pc:sldMk cId="391737578" sldId="264"/>
            <ac:spMk id="10" creationId="{009115B9-5BFD-478D-9C87-29ADB3AF1721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06:29.217" v="539"/>
          <ac:grpSpMkLst>
            <pc:docMk/>
            <pc:sldMk cId="391737578" sldId="264"/>
            <ac:grpSpMk id="12" creationId="{8D57F946-2E03-4DE1-91F8-25BEDC663563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06:29.217" v="539"/>
          <ac:grpSpMkLst>
            <pc:docMk/>
            <pc:sldMk cId="391737578" sldId="264"/>
            <ac:grpSpMk id="16" creationId="{43F5E015-E085-4624-B431-B42414448684}"/>
          </ac:grpSpMkLst>
        </pc:grpChg>
      </pc:sldChg>
      <pc:sldChg chg="addSp modSp new mod setBg">
        <pc:chgData name="Arseniy Buzyan (extern)" userId="S::arseniy.buzyan@edu.stockholm.se::f92a01cd-049f-4602-b292-09b82d2ea4e3" providerId="AD" clId="Web-{8B0CD695-C190-36EB-1C41-8827F82362C8}" dt="2026-08-15T13:07:51.800" v="569" actId="20577"/>
        <pc:sldMkLst>
          <pc:docMk/>
          <pc:sldMk cId="2940498997" sldId="265"/>
        </pc:sldMkLst>
        <pc:spChg chg="mod">
          <ac:chgData name="Arseniy Buzyan (extern)" userId="S::arseniy.buzyan@edu.stockholm.se::f92a01cd-049f-4602-b292-09b82d2ea4e3" providerId="AD" clId="Web-{8B0CD695-C190-36EB-1C41-8827F82362C8}" dt="2026-08-15T13:07:30.659" v="560"/>
          <ac:spMkLst>
            <pc:docMk/>
            <pc:sldMk cId="2940498997" sldId="265"/>
            <ac:spMk id="2" creationId="{74424D9D-4859-5A17-52E7-0B043268AF3A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07:51.800" v="569" actId="20577"/>
          <ac:spMkLst>
            <pc:docMk/>
            <pc:sldMk cId="2940498997" sldId="265"/>
            <ac:spMk id="3" creationId="{AA303FB0-EA81-2404-C6AF-639ED8372203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07:30.659" v="560"/>
          <ac:spMkLst>
            <pc:docMk/>
            <pc:sldMk cId="2940498997" sldId="265"/>
            <ac:spMk id="8" creationId="{44D65982-4F00-4330-8DAA-DE6A9E4D6D23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07:30.659" v="560"/>
          <ac:spMkLst>
            <pc:docMk/>
            <pc:sldMk cId="2940498997" sldId="265"/>
            <ac:spMk id="10" creationId="{009115B9-5BFD-478D-9C87-29ADB3AF1721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07:30.659" v="560"/>
          <ac:grpSpMkLst>
            <pc:docMk/>
            <pc:sldMk cId="2940498997" sldId="265"/>
            <ac:grpSpMk id="12" creationId="{8D57F946-2E03-4DE1-91F8-25BEDC663563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07:30.659" v="560"/>
          <ac:grpSpMkLst>
            <pc:docMk/>
            <pc:sldMk cId="2940498997" sldId="265"/>
            <ac:grpSpMk id="16" creationId="{43F5E015-E085-4624-B431-B42414448684}"/>
          </ac:grpSpMkLst>
        </pc:grpChg>
      </pc:sldChg>
      <pc:sldChg chg="addSp modSp new mod setBg">
        <pc:chgData name="Arseniy Buzyan (extern)" userId="S::arseniy.buzyan@edu.stockholm.se::f92a01cd-049f-4602-b292-09b82d2ea4e3" providerId="AD" clId="Web-{8B0CD695-C190-36EB-1C41-8827F82362C8}" dt="2026-08-15T13:09:02.462" v="603" actId="20577"/>
        <pc:sldMkLst>
          <pc:docMk/>
          <pc:sldMk cId="3942304670" sldId="266"/>
        </pc:sldMkLst>
        <pc:spChg chg="mod">
          <ac:chgData name="Arseniy Buzyan (extern)" userId="S::arseniy.buzyan@edu.stockholm.se::f92a01cd-049f-4602-b292-09b82d2ea4e3" providerId="AD" clId="Web-{8B0CD695-C190-36EB-1C41-8827F82362C8}" dt="2026-08-15T13:08:34.977" v="587"/>
          <ac:spMkLst>
            <pc:docMk/>
            <pc:sldMk cId="3942304670" sldId="266"/>
            <ac:spMk id="2" creationId="{13DDD16A-8D72-15DA-8A15-ACF80ACF04FE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09:02.462" v="603" actId="20577"/>
          <ac:spMkLst>
            <pc:docMk/>
            <pc:sldMk cId="3942304670" sldId="266"/>
            <ac:spMk id="3" creationId="{5A052A5D-E3B0-AD66-B205-CBA206866DE7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08:34.977" v="587"/>
          <ac:spMkLst>
            <pc:docMk/>
            <pc:sldMk cId="3942304670" sldId="266"/>
            <ac:spMk id="8" creationId="{44D65982-4F00-4330-8DAA-DE6A9E4D6D23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08:34.977" v="587"/>
          <ac:spMkLst>
            <pc:docMk/>
            <pc:sldMk cId="3942304670" sldId="266"/>
            <ac:spMk id="10" creationId="{009115B9-5BFD-478D-9C87-29ADB3AF1721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08:34.977" v="587"/>
          <ac:grpSpMkLst>
            <pc:docMk/>
            <pc:sldMk cId="3942304670" sldId="266"/>
            <ac:grpSpMk id="12" creationId="{8D57F946-2E03-4DE1-91F8-25BEDC663563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08:34.977" v="587"/>
          <ac:grpSpMkLst>
            <pc:docMk/>
            <pc:sldMk cId="3942304670" sldId="266"/>
            <ac:grpSpMk id="16" creationId="{43F5E015-E085-4624-B431-B42414448684}"/>
          </ac:grpSpMkLst>
        </pc:grpChg>
      </pc:sldChg>
      <pc:sldChg chg="addSp modSp new mod setBg">
        <pc:chgData name="Arseniy Buzyan (extern)" userId="S::arseniy.buzyan@edu.stockholm.se::f92a01cd-049f-4602-b292-09b82d2ea4e3" providerId="AD" clId="Web-{8B0CD695-C190-36EB-1C41-8827F82362C8}" dt="2026-08-15T13:10:45.302" v="770" actId="20577"/>
        <pc:sldMkLst>
          <pc:docMk/>
          <pc:sldMk cId="1065426397" sldId="267"/>
        </pc:sldMkLst>
        <pc:spChg chg="mod">
          <ac:chgData name="Arseniy Buzyan (extern)" userId="S::arseniy.buzyan@edu.stockholm.se::f92a01cd-049f-4602-b292-09b82d2ea4e3" providerId="AD" clId="Web-{8B0CD695-C190-36EB-1C41-8827F82362C8}" dt="2026-08-15T13:10:45.302" v="770" actId="20577"/>
          <ac:spMkLst>
            <pc:docMk/>
            <pc:sldMk cId="1065426397" sldId="267"/>
            <ac:spMk id="2" creationId="{DB96AF05-3933-08D1-581B-27DE04B066EC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10:07.982" v="614" actId="1076"/>
          <ac:spMkLst>
            <pc:docMk/>
            <pc:sldMk cId="1065426397" sldId="267"/>
            <ac:spMk id="3" creationId="{70CDE286-6FE8-3573-9398-214C4DD051DE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09:47.713" v="612"/>
          <ac:spMkLst>
            <pc:docMk/>
            <pc:sldMk cId="1065426397" sldId="267"/>
            <ac:spMk id="8" creationId="{C7D023E4-8DE1-436E-9847-ED6A4B4B04FD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09:47.713" v="612"/>
          <ac:spMkLst>
            <pc:docMk/>
            <pc:sldMk cId="1065426397" sldId="267"/>
            <ac:spMk id="10" creationId="{6BE11944-ED05-4FE9-9927-06C110BB3A36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09:47.713" v="612"/>
          <ac:grpSpMkLst>
            <pc:docMk/>
            <pc:sldMk cId="1065426397" sldId="267"/>
            <ac:grpSpMk id="12" creationId="{A2812508-238C-4BCD-BDD3-25C99C5CA233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09:47.713" v="612"/>
          <ac:grpSpMkLst>
            <pc:docMk/>
            <pc:sldMk cId="1065426397" sldId="267"/>
            <ac:grpSpMk id="16" creationId="{43F5E015-E085-4624-B431-B42414448684}"/>
          </ac:grpSpMkLst>
        </pc:grpChg>
        <pc:graphicFrameChg chg="add mod modGraphic">
          <ac:chgData name="Arseniy Buzyan (extern)" userId="S::arseniy.buzyan@edu.stockholm.se::f92a01cd-049f-4602-b292-09b82d2ea4e3" providerId="AD" clId="Web-{8B0CD695-C190-36EB-1C41-8827F82362C8}" dt="2026-08-15T13:10:39.302" v="764" actId="1076"/>
          <ac:graphicFrameMkLst>
            <pc:docMk/>
            <pc:sldMk cId="1065426397" sldId="267"/>
            <ac:graphicFrameMk id="5" creationId="{F1EA2865-66F9-3935-345F-DE641BB52D63}"/>
          </ac:graphicFrameMkLst>
        </pc:graphicFrameChg>
      </pc:sldChg>
      <pc:sldChg chg="addSp delSp modSp new mod setBg">
        <pc:chgData name="Arseniy Buzyan (extern)" userId="S::arseniy.buzyan@edu.stockholm.se::f92a01cd-049f-4602-b292-09b82d2ea4e3" providerId="AD" clId="Web-{8B0CD695-C190-36EB-1C41-8827F82362C8}" dt="2026-08-15T14:27:02.771" v="2047" actId="1076"/>
        <pc:sldMkLst>
          <pc:docMk/>
          <pc:sldMk cId="1312846499" sldId="268"/>
        </pc:sldMkLst>
        <pc:spChg chg="mod">
          <ac:chgData name="Arseniy Buzyan (extern)" userId="S::arseniy.buzyan@edu.stockholm.se::f92a01cd-049f-4602-b292-09b82d2ea4e3" providerId="AD" clId="Web-{8B0CD695-C190-36EB-1C41-8827F82362C8}" dt="2026-08-15T13:11:40.350" v="779"/>
          <ac:spMkLst>
            <pc:docMk/>
            <pc:sldMk cId="1312846499" sldId="268"/>
            <ac:spMk id="2" creationId="{77753763-9792-F0C7-2077-75CD814ABFF4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12:30.289" v="790" actId="20577"/>
          <ac:spMkLst>
            <pc:docMk/>
            <pc:sldMk cId="1312846499" sldId="268"/>
            <ac:spMk id="3" creationId="{75CD259D-DE28-BD6A-50D0-4FA9387685B4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11:40.350" v="779"/>
          <ac:spMkLst>
            <pc:docMk/>
            <pc:sldMk cId="1312846499" sldId="268"/>
            <ac:spMk id="8" creationId="{C7D023E4-8DE1-436E-9847-ED6A4B4B04FD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11:40.350" v="779"/>
          <ac:spMkLst>
            <pc:docMk/>
            <pc:sldMk cId="1312846499" sldId="268"/>
            <ac:spMk id="10" creationId="{6BE11944-ED05-4FE9-9927-06C110BB3A36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11:40.350" v="779"/>
          <ac:spMkLst>
            <pc:docMk/>
            <pc:sldMk cId="1312846499" sldId="268"/>
            <ac:spMk id="28" creationId="{C7D023E4-8DE1-436E-9847-ED6A4B4B04FD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11:40.350" v="779"/>
          <ac:spMkLst>
            <pc:docMk/>
            <pc:sldMk cId="1312846499" sldId="268"/>
            <ac:spMk id="30" creationId="{6BE11944-ED05-4FE9-9927-06C110BB3A36}"/>
          </ac:spMkLst>
        </pc:spChg>
        <pc:grpChg chg="add del">
          <ac:chgData name="Arseniy Buzyan (extern)" userId="S::arseniy.buzyan@edu.stockholm.se::f92a01cd-049f-4602-b292-09b82d2ea4e3" providerId="AD" clId="Web-{8B0CD695-C190-36EB-1C41-8827F82362C8}" dt="2026-08-15T13:11:40.350" v="779"/>
          <ac:grpSpMkLst>
            <pc:docMk/>
            <pc:sldMk cId="1312846499" sldId="268"/>
            <ac:grpSpMk id="12" creationId="{A2812508-238C-4BCD-BDD3-25C99C5CA233}"/>
          </ac:grpSpMkLst>
        </pc:grpChg>
        <pc:grpChg chg="add del">
          <ac:chgData name="Arseniy Buzyan (extern)" userId="S::arseniy.buzyan@edu.stockholm.se::f92a01cd-049f-4602-b292-09b82d2ea4e3" providerId="AD" clId="Web-{8B0CD695-C190-36EB-1C41-8827F82362C8}" dt="2026-08-15T13:11:40.350" v="779"/>
          <ac:grpSpMkLst>
            <pc:docMk/>
            <pc:sldMk cId="1312846499" sldId="268"/>
            <ac:grpSpMk id="16" creationId="{43F5E015-E085-4624-B431-B42414448684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11:40.350" v="779"/>
          <ac:grpSpMkLst>
            <pc:docMk/>
            <pc:sldMk cId="1312846499" sldId="268"/>
            <ac:grpSpMk id="32" creationId="{A2812508-238C-4BCD-BDD3-25C99C5CA233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11:40.350" v="779"/>
          <ac:grpSpMkLst>
            <pc:docMk/>
            <pc:sldMk cId="1312846499" sldId="268"/>
            <ac:grpSpMk id="36" creationId="{43F5E015-E085-4624-B431-B42414448684}"/>
          </ac:grpSpMkLst>
        </pc:grpChg>
        <pc:graphicFrameChg chg="add del mod">
          <ac:chgData name="Arseniy Buzyan (extern)" userId="S::arseniy.buzyan@edu.stockholm.se::f92a01cd-049f-4602-b292-09b82d2ea4e3" providerId="AD" clId="Web-{8B0CD695-C190-36EB-1C41-8827F82362C8}" dt="2026-08-15T13:12:05.726" v="785"/>
          <ac:graphicFrameMkLst>
            <pc:docMk/>
            <pc:sldMk cId="1312846499" sldId="268"/>
            <ac:graphicFrameMk id="5" creationId="{3A494AEE-4B22-3AD7-101F-DAE43AA5085E}"/>
          </ac:graphicFrameMkLst>
        </pc:graphicFrameChg>
        <pc:graphicFrameChg chg="add mod modGraphic">
          <ac:chgData name="Arseniy Buzyan (extern)" userId="S::arseniy.buzyan@edu.stockholm.se::f92a01cd-049f-4602-b292-09b82d2ea4e3" providerId="AD" clId="Web-{8B0CD695-C190-36EB-1C41-8827F82362C8}" dt="2026-08-15T13:12:55.790" v="937" actId="1076"/>
          <ac:graphicFrameMkLst>
            <pc:docMk/>
            <pc:sldMk cId="1312846499" sldId="268"/>
            <ac:graphicFrameMk id="7" creationId="{768E76C4-CF36-D092-96C8-214187B4EF3D}"/>
          </ac:graphicFrameMkLst>
        </pc:graphicFrameChg>
        <pc:picChg chg="add mod modCrop">
          <ac:chgData name="Arseniy Buzyan (extern)" userId="S::arseniy.buzyan@edu.stockholm.se::f92a01cd-049f-4602-b292-09b82d2ea4e3" providerId="AD" clId="Web-{8B0CD695-C190-36EB-1C41-8827F82362C8}" dt="2026-08-15T14:27:02.771" v="2047" actId="1076"/>
          <ac:picMkLst>
            <pc:docMk/>
            <pc:sldMk cId="1312846499" sldId="268"/>
            <ac:picMk id="4" creationId="{5CBD2333-D0AC-A9E4-B733-58B929F6D420}"/>
          </ac:picMkLst>
        </pc:picChg>
      </pc:sldChg>
      <pc:sldChg chg="addSp delSp modSp new">
        <pc:chgData name="Arseniy Buzyan (extern)" userId="S::arseniy.buzyan@edu.stockholm.se::f92a01cd-049f-4602-b292-09b82d2ea4e3" providerId="AD" clId="Web-{8B0CD695-C190-36EB-1C41-8827F82362C8}" dt="2026-08-15T13:15:15.136" v="998" actId="1076"/>
        <pc:sldMkLst>
          <pc:docMk/>
          <pc:sldMk cId="1345549183" sldId="269"/>
        </pc:sldMkLst>
        <pc:spChg chg="mod">
          <ac:chgData name="Arseniy Buzyan (extern)" userId="S::arseniy.buzyan@edu.stockholm.se::f92a01cd-049f-4602-b292-09b82d2ea4e3" providerId="AD" clId="Web-{8B0CD695-C190-36EB-1C41-8827F82362C8}" dt="2026-08-15T13:14:34.948" v="982" actId="14100"/>
          <ac:spMkLst>
            <pc:docMk/>
            <pc:sldMk cId="1345549183" sldId="269"/>
            <ac:spMk id="2" creationId="{956083D3-A96E-A8B0-B0EA-972CDF533B94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14:40.292" v="983" actId="14100"/>
          <ac:spMkLst>
            <pc:docMk/>
            <pc:sldMk cId="1345549183" sldId="269"/>
            <ac:spMk id="3" creationId="{C6BD2A8D-2AC5-8746-B927-5DD5AFE70BF5}"/>
          </ac:spMkLst>
        </pc:spChg>
        <pc:spChg chg="add mod">
          <ac:chgData name="Arseniy Buzyan (extern)" userId="S::arseniy.buzyan@edu.stockholm.se::f92a01cd-049f-4602-b292-09b82d2ea4e3" providerId="AD" clId="Web-{8B0CD695-C190-36EB-1C41-8827F82362C8}" dt="2026-08-15T13:14:13.072" v="961" actId="1076"/>
          <ac:spMkLst>
            <pc:docMk/>
            <pc:sldMk cId="1345549183" sldId="269"/>
            <ac:spMk id="5" creationId="{C76E99D1-3244-8B45-C973-5184BB357AEC}"/>
          </ac:spMkLst>
        </pc:spChg>
        <pc:spChg chg="add del mod">
          <ac:chgData name="Arseniy Buzyan (extern)" userId="S::arseniy.buzyan@edu.stockholm.se::f92a01cd-049f-4602-b292-09b82d2ea4e3" providerId="AD" clId="Web-{8B0CD695-C190-36EB-1C41-8827F82362C8}" dt="2026-08-15T13:13:36.478" v="953"/>
          <ac:spMkLst>
            <pc:docMk/>
            <pc:sldMk cId="1345549183" sldId="269"/>
            <ac:spMk id="6" creationId="{E43D5F0C-F9C1-9CF8-FCF9-5594150CCEE7}"/>
          </ac:spMkLst>
        </pc:spChg>
        <pc:spChg chg="add mod">
          <ac:chgData name="Arseniy Buzyan (extern)" userId="S::arseniy.buzyan@edu.stockholm.se::f92a01cd-049f-4602-b292-09b82d2ea4e3" providerId="AD" clId="Web-{8B0CD695-C190-36EB-1C41-8827F82362C8}" dt="2026-08-15T13:14:49.058" v="984" actId="14100"/>
          <ac:spMkLst>
            <pc:docMk/>
            <pc:sldMk cId="1345549183" sldId="269"/>
            <ac:spMk id="8" creationId="{8CBEA0BA-7D65-8868-5945-164A362E0C9D}"/>
          </ac:spMkLst>
        </pc:spChg>
        <pc:spChg chg="add mod">
          <ac:chgData name="Arseniy Buzyan (extern)" userId="S::arseniy.buzyan@edu.stockholm.se::f92a01cd-049f-4602-b292-09b82d2ea4e3" providerId="AD" clId="Web-{8B0CD695-C190-36EB-1C41-8827F82362C8}" dt="2026-08-15T13:15:15.136" v="998" actId="1076"/>
          <ac:spMkLst>
            <pc:docMk/>
            <pc:sldMk cId="1345549183" sldId="269"/>
            <ac:spMk id="9" creationId="{09DDEBC6-EAA9-8F14-67B3-E77D05C53830}"/>
          </ac:spMkLst>
        </pc:spChg>
      </pc:sldChg>
      <pc:sldChg chg="addSp modSp new mod setBg">
        <pc:chgData name="Arseniy Buzyan (extern)" userId="S::arseniy.buzyan@edu.stockholm.se::f92a01cd-049f-4602-b292-09b82d2ea4e3" providerId="AD" clId="Web-{8B0CD695-C190-36EB-1C41-8827F82362C8}" dt="2026-08-15T13:15:47.075" v="1003"/>
        <pc:sldMkLst>
          <pc:docMk/>
          <pc:sldMk cId="3533695868" sldId="270"/>
        </pc:sldMkLst>
        <pc:spChg chg="mod">
          <ac:chgData name="Arseniy Buzyan (extern)" userId="S::arseniy.buzyan@edu.stockholm.se::f92a01cd-049f-4602-b292-09b82d2ea4e3" providerId="AD" clId="Web-{8B0CD695-C190-36EB-1C41-8827F82362C8}" dt="2026-08-15T13:15:47.075" v="1003"/>
          <ac:spMkLst>
            <pc:docMk/>
            <pc:sldMk cId="3533695868" sldId="270"/>
            <ac:spMk id="2" creationId="{BF00A2BD-8832-DCF0-51AF-14C46CC9D23B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15:47.075" v="1003"/>
          <ac:spMkLst>
            <pc:docMk/>
            <pc:sldMk cId="3533695868" sldId="270"/>
            <ac:spMk id="3" creationId="{C5B1ACC5-9F22-F552-90E7-5E579352E0F7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15:47.075" v="1003"/>
          <ac:spMkLst>
            <pc:docMk/>
            <pc:sldMk cId="3533695868" sldId="270"/>
            <ac:spMk id="8" creationId="{C7D023E4-8DE1-436E-9847-ED6A4B4B04FD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15:47.075" v="1003"/>
          <ac:grpSpMkLst>
            <pc:docMk/>
            <pc:sldMk cId="3533695868" sldId="270"/>
            <ac:grpSpMk id="10" creationId="{1FEC590B-3306-47E9-BD67-97F3F76169A4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15:47.075" v="1003"/>
          <ac:grpSpMkLst>
            <pc:docMk/>
            <pc:sldMk cId="3533695868" sldId="270"/>
            <ac:grpSpMk id="14" creationId="{A47AAF5E-1692-48C9-98FB-6432BF0BC4F7}"/>
          </ac:grpSpMkLst>
        </pc:grpChg>
      </pc:sldChg>
      <pc:sldChg chg="addSp delSp modSp new mod setBg">
        <pc:chgData name="Arseniy Buzyan (extern)" userId="S::arseniy.buzyan@edu.stockholm.se::f92a01cd-049f-4602-b292-09b82d2ea4e3" providerId="AD" clId="Web-{8B0CD695-C190-36EB-1C41-8827F82362C8}" dt="2026-08-15T13:17:44.062" v="1029" actId="14100"/>
        <pc:sldMkLst>
          <pc:docMk/>
          <pc:sldMk cId="1411463648" sldId="271"/>
        </pc:sldMkLst>
        <pc:spChg chg="mod">
          <ac:chgData name="Arseniy Buzyan (extern)" userId="S::arseniy.buzyan@edu.stockholm.se::f92a01cd-049f-4602-b292-09b82d2ea4e3" providerId="AD" clId="Web-{8B0CD695-C190-36EB-1C41-8827F82362C8}" dt="2026-08-15T13:17:41.374" v="1028" actId="14100"/>
          <ac:spMkLst>
            <pc:docMk/>
            <pc:sldMk cId="1411463648" sldId="271"/>
            <ac:spMk id="2" creationId="{4495F860-5E20-75E1-99FE-2EFB8AC83292}"/>
          </ac:spMkLst>
        </pc:spChg>
        <pc:spChg chg="add del mod">
          <ac:chgData name="Arseniy Buzyan (extern)" userId="S::arseniy.buzyan@edu.stockholm.se::f92a01cd-049f-4602-b292-09b82d2ea4e3" providerId="AD" clId="Web-{8B0CD695-C190-36EB-1C41-8827F82362C8}" dt="2026-08-15T13:17:44.062" v="1029" actId="14100"/>
          <ac:spMkLst>
            <pc:docMk/>
            <pc:sldMk cId="1411463648" sldId="271"/>
            <ac:spMk id="3" creationId="{04B61064-BCED-5B7C-BF62-F4802D31F8A3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16:58.998" v="1011"/>
          <ac:spMkLst>
            <pc:docMk/>
            <pc:sldMk cId="1411463648" sldId="271"/>
            <ac:spMk id="8" creationId="{907E470A-25F4-47D0-8FEC-EE9FD606BB34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16:47.185" v="1010"/>
          <ac:spMkLst>
            <pc:docMk/>
            <pc:sldMk cId="1411463648" sldId="271"/>
            <ac:spMk id="10" creationId="{D3E17859-C5F0-476F-A082-A4CB8841DB24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16:47.185" v="1010"/>
          <ac:spMkLst>
            <pc:docMk/>
            <pc:sldMk cId="1411463648" sldId="271"/>
            <ac:spMk id="12" creationId="{70BEB1E7-2F88-40BC-B73D-42E5B6F80BFC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16:47.185" v="1010"/>
          <ac:spMkLst>
            <pc:docMk/>
            <pc:sldMk cId="1411463648" sldId="271"/>
            <ac:spMk id="14" creationId="{A7B99495-F43F-4D80-A44F-2CB4764EB90B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16:58.998" v="1011"/>
          <ac:grpSpMkLst>
            <pc:docMk/>
            <pc:sldMk cId="1411463648" sldId="271"/>
            <ac:grpSpMk id="7" creationId="{66220E63-99E1-482A-A0A6-B47EB4BF8797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16:58.998" v="1011"/>
          <ac:grpSpMkLst>
            <pc:docMk/>
            <pc:sldMk cId="1411463648" sldId="271"/>
            <ac:grpSpMk id="13" creationId="{8618EE54-271A-4FE8-B6B3-D0FCF55A7A01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16:58.998" v="1011"/>
          <ac:grpSpMkLst>
            <pc:docMk/>
            <pc:sldMk cId="1411463648" sldId="271"/>
            <ac:grpSpMk id="18" creationId="{43F5E015-E085-4624-B431-B42414448684}"/>
          </ac:grpSpMkLst>
        </pc:grpChg>
        <pc:graphicFrameChg chg="add del">
          <ac:chgData name="Arseniy Buzyan (extern)" userId="S::arseniy.buzyan@edu.stockholm.se::f92a01cd-049f-4602-b292-09b82d2ea4e3" providerId="AD" clId="Web-{8B0CD695-C190-36EB-1C41-8827F82362C8}" dt="2026-08-15T13:16:47.185" v="1010"/>
          <ac:graphicFrameMkLst>
            <pc:docMk/>
            <pc:sldMk cId="1411463648" sldId="271"/>
            <ac:graphicFrameMk id="5" creationId="{E5DE4CB2-E3A9-F39A-9D7E-3DBB46F93424}"/>
          </ac:graphicFrameMkLst>
        </pc:graphicFrameChg>
        <pc:picChg chg="add del">
          <ac:chgData name="Arseniy Buzyan (extern)" userId="S::arseniy.buzyan@edu.stockholm.se::f92a01cd-049f-4602-b292-09b82d2ea4e3" providerId="AD" clId="Web-{8B0CD695-C190-36EB-1C41-8827F82362C8}" dt="2026-08-15T13:16:47.185" v="1010"/>
          <ac:picMkLst>
            <pc:docMk/>
            <pc:sldMk cId="1411463648" sldId="271"/>
            <ac:picMk id="6" creationId="{A3180CA2-C29C-1313-CD74-9426E3B154B3}"/>
          </ac:picMkLst>
        </pc:picChg>
      </pc:sldChg>
      <pc:sldChg chg="addSp modSp new mod setBg">
        <pc:chgData name="Arseniy Buzyan (extern)" userId="S::arseniy.buzyan@edu.stockholm.se::f92a01cd-049f-4602-b292-09b82d2ea4e3" providerId="AD" clId="Web-{8B0CD695-C190-36EB-1C41-8827F82362C8}" dt="2026-08-15T13:19:14.736" v="1051" actId="20577"/>
        <pc:sldMkLst>
          <pc:docMk/>
          <pc:sldMk cId="940547642" sldId="272"/>
        </pc:sldMkLst>
        <pc:spChg chg="mod">
          <ac:chgData name="Arseniy Buzyan (extern)" userId="S::arseniy.buzyan@edu.stockholm.se::f92a01cd-049f-4602-b292-09b82d2ea4e3" providerId="AD" clId="Web-{8B0CD695-C190-36EB-1C41-8827F82362C8}" dt="2026-08-15T13:18:49.360" v="1048" actId="14100"/>
          <ac:spMkLst>
            <pc:docMk/>
            <pc:sldMk cId="940547642" sldId="272"/>
            <ac:spMk id="2" creationId="{DDAABAA6-A379-C270-02DE-EB0A63D872E0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19:14.736" v="1051" actId="20577"/>
          <ac:spMkLst>
            <pc:docMk/>
            <pc:sldMk cId="940547642" sldId="272"/>
            <ac:spMk id="3" creationId="{9CAC7C1D-BA0C-20A6-71CC-B98D4993C54E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18:07.203" v="1035"/>
          <ac:spMkLst>
            <pc:docMk/>
            <pc:sldMk cId="940547642" sldId="272"/>
            <ac:spMk id="8" creationId="{907E470A-25F4-47D0-8FEC-EE9FD606BB34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18:07.203" v="1035"/>
          <ac:grpSpMkLst>
            <pc:docMk/>
            <pc:sldMk cId="940547642" sldId="272"/>
            <ac:grpSpMk id="10" creationId="{66220E63-99E1-482A-A0A6-B47EB4BF8797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18:07.203" v="1035"/>
          <ac:grpSpMkLst>
            <pc:docMk/>
            <pc:sldMk cId="940547642" sldId="272"/>
            <ac:grpSpMk id="14" creationId="{8618EE54-271A-4FE8-B6B3-D0FCF55A7A01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18:07.203" v="1035"/>
          <ac:grpSpMkLst>
            <pc:docMk/>
            <pc:sldMk cId="940547642" sldId="272"/>
            <ac:grpSpMk id="18" creationId="{43F5E015-E085-4624-B431-B42414448684}"/>
          </ac:grpSpMkLst>
        </pc:grpChg>
      </pc:sldChg>
      <pc:sldChg chg="addSp delSp modSp new mod setBg setClrOvrMap">
        <pc:chgData name="Arseniy Buzyan (extern)" userId="S::arseniy.buzyan@edu.stockholm.se::f92a01cd-049f-4602-b292-09b82d2ea4e3" providerId="AD" clId="Web-{8B0CD695-C190-36EB-1C41-8827F82362C8}" dt="2026-08-15T13:20:43.401" v="1085" actId="20577"/>
        <pc:sldMkLst>
          <pc:docMk/>
          <pc:sldMk cId="2551461625" sldId="273"/>
        </pc:sldMkLst>
        <pc:spChg chg="mod">
          <ac:chgData name="Arseniy Buzyan (extern)" userId="S::arseniy.buzyan@edu.stockholm.se::f92a01cd-049f-4602-b292-09b82d2ea4e3" providerId="AD" clId="Web-{8B0CD695-C190-36EB-1C41-8827F82362C8}" dt="2026-08-15T13:19:46.314" v="1062" actId="14100"/>
          <ac:spMkLst>
            <pc:docMk/>
            <pc:sldMk cId="2551461625" sldId="273"/>
            <ac:spMk id="2" creationId="{3FC127FA-22A7-9A2A-DF46-8459BA16CCBA}"/>
          </ac:spMkLst>
        </pc:spChg>
        <pc:spChg chg="add del mod">
          <ac:chgData name="Arseniy Buzyan (extern)" userId="S::arseniy.buzyan@edu.stockholm.se::f92a01cd-049f-4602-b292-09b82d2ea4e3" providerId="AD" clId="Web-{8B0CD695-C190-36EB-1C41-8827F82362C8}" dt="2026-08-15T13:19:37.424" v="1059"/>
          <ac:spMkLst>
            <pc:docMk/>
            <pc:sldMk cId="2551461625" sldId="273"/>
            <ac:spMk id="3" creationId="{5A40FD23-1346-DBA2-96EB-8AEEB61E1CEB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19:37.424" v="1059"/>
          <ac:spMkLst>
            <pc:docMk/>
            <pc:sldMk cId="2551461625" sldId="273"/>
            <ac:spMk id="8" creationId="{907E470A-25F4-47D0-8FEC-EE9FD606BB34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19:37.330" v="1058"/>
          <ac:spMkLst>
            <pc:docMk/>
            <pc:sldMk cId="2551461625" sldId="273"/>
            <ac:spMk id="10" creationId="{9228552E-C8B1-4A80-8448-0787CE0FC704}"/>
          </ac:spMkLst>
        </pc:spChg>
        <pc:spChg chg="add mod">
          <ac:chgData name="Arseniy Buzyan (extern)" userId="S::arseniy.buzyan@edu.stockholm.se::f92a01cd-049f-4602-b292-09b82d2ea4e3" providerId="AD" clId="Web-{8B0CD695-C190-36EB-1C41-8827F82362C8}" dt="2026-08-15T13:20:28.917" v="1076" actId="14100"/>
          <ac:spMkLst>
            <pc:docMk/>
            <pc:sldMk cId="2551461625" sldId="273"/>
            <ac:spMk id="17" creationId="{5A40FD23-1346-DBA2-96EB-8AEEB61E1CEB}"/>
          </ac:spMkLst>
        </pc:spChg>
        <pc:spChg chg="add mod">
          <ac:chgData name="Arseniy Buzyan (extern)" userId="S::arseniy.buzyan@edu.stockholm.se::f92a01cd-049f-4602-b292-09b82d2ea4e3" providerId="AD" clId="Web-{8B0CD695-C190-36EB-1C41-8827F82362C8}" dt="2026-08-15T13:20:43.401" v="1085" actId="20577"/>
          <ac:spMkLst>
            <pc:docMk/>
            <pc:sldMk cId="2551461625" sldId="273"/>
            <ac:spMk id="26" creationId="{67184019-4E19-BB91-DA21-F6B7A7A1E632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19:37.424" v="1059"/>
          <ac:grpSpMkLst>
            <pc:docMk/>
            <pc:sldMk cId="2551461625" sldId="273"/>
            <ac:grpSpMk id="13" creationId="{66220E63-99E1-482A-A0A6-B47EB4BF8797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19:37.424" v="1059"/>
          <ac:grpSpMkLst>
            <pc:docMk/>
            <pc:sldMk cId="2551461625" sldId="273"/>
            <ac:grpSpMk id="14" creationId="{8618EE54-271A-4FE8-B6B3-D0FCF55A7A01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19:37.424" v="1059"/>
          <ac:grpSpMkLst>
            <pc:docMk/>
            <pc:sldMk cId="2551461625" sldId="273"/>
            <ac:grpSpMk id="18" creationId="{43F5E015-E085-4624-B431-B42414448684}"/>
          </ac:grpSpMkLst>
        </pc:grpChg>
        <pc:graphicFrameChg chg="add del">
          <ac:chgData name="Arseniy Buzyan (extern)" userId="S::arseniy.buzyan@edu.stockholm.se::f92a01cd-049f-4602-b292-09b82d2ea4e3" providerId="AD" clId="Web-{8B0CD695-C190-36EB-1C41-8827F82362C8}" dt="2026-08-15T13:19:37.330" v="1058"/>
          <ac:graphicFrameMkLst>
            <pc:docMk/>
            <pc:sldMk cId="2551461625" sldId="273"/>
            <ac:graphicFrameMk id="5" creationId="{C9DE1573-2138-5A12-CE82-D7083ACDF60B}"/>
          </ac:graphicFrameMkLst>
        </pc:graphicFrameChg>
        <pc:picChg chg="add del">
          <ac:chgData name="Arseniy Buzyan (extern)" userId="S::arseniy.buzyan@edu.stockholm.se::f92a01cd-049f-4602-b292-09b82d2ea4e3" providerId="AD" clId="Web-{8B0CD695-C190-36EB-1C41-8827F82362C8}" dt="2026-08-15T13:19:37.330" v="1058"/>
          <ac:picMkLst>
            <pc:docMk/>
            <pc:sldMk cId="2551461625" sldId="273"/>
            <ac:picMk id="6" creationId="{AC53BD81-A929-7641-EEA0-65C4EEFF3525}"/>
          </ac:picMkLst>
        </pc:picChg>
      </pc:sldChg>
      <pc:sldChg chg="addSp delSp modSp new mod setBg">
        <pc:chgData name="Arseniy Buzyan (extern)" userId="S::arseniy.buzyan@edu.stockholm.se::f92a01cd-049f-4602-b292-09b82d2ea4e3" providerId="AD" clId="Web-{8B0CD695-C190-36EB-1C41-8827F82362C8}" dt="2026-08-15T13:21:58.434" v="1098" actId="14100"/>
        <pc:sldMkLst>
          <pc:docMk/>
          <pc:sldMk cId="3633864246" sldId="274"/>
        </pc:sldMkLst>
        <pc:spChg chg="mod">
          <ac:chgData name="Arseniy Buzyan (extern)" userId="S::arseniy.buzyan@edu.stockholm.se::f92a01cd-049f-4602-b292-09b82d2ea4e3" providerId="AD" clId="Web-{8B0CD695-C190-36EB-1C41-8827F82362C8}" dt="2026-08-15T13:21:21.355" v="1092"/>
          <ac:spMkLst>
            <pc:docMk/>
            <pc:sldMk cId="3633864246" sldId="274"/>
            <ac:spMk id="2" creationId="{67A626C4-3A6D-07BA-A63E-F8BE5171BA2B}"/>
          </ac:spMkLst>
        </pc:spChg>
        <pc:spChg chg="add del mod">
          <ac:chgData name="Arseniy Buzyan (extern)" userId="S::arseniy.buzyan@edu.stockholm.se::f92a01cd-049f-4602-b292-09b82d2ea4e3" providerId="AD" clId="Web-{8B0CD695-C190-36EB-1C41-8827F82362C8}" dt="2026-08-15T13:21:21.355" v="1092"/>
          <ac:spMkLst>
            <pc:docMk/>
            <pc:sldMk cId="3633864246" sldId="274"/>
            <ac:spMk id="3" creationId="{C7C3C3C9-80A5-8A9D-A498-A8130BACA14B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21:35.200" v="1096"/>
          <ac:spMkLst>
            <pc:docMk/>
            <pc:sldMk cId="3633864246" sldId="274"/>
            <ac:spMk id="9" creationId="{56E9B3E6-E277-4D68-BA48-9CB43FFBD6E2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21:35.200" v="1096"/>
          <ac:spMkLst>
            <pc:docMk/>
            <pc:sldMk cId="3633864246" sldId="274"/>
            <ac:spMk id="16" creationId="{D5B0017B-2ECA-49AF-B397-DC140825DF8D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21:35.200" v="1096"/>
          <ac:spMkLst>
            <pc:docMk/>
            <pc:sldMk cId="3633864246" sldId="274"/>
            <ac:spMk id="23" creationId="{56E9B3E6-E277-4D68-BA48-9CB43FFBD6E2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21:35.200" v="1096"/>
          <ac:spMkLst>
            <pc:docMk/>
            <pc:sldMk cId="3633864246" sldId="274"/>
            <ac:spMk id="30" creationId="{D5B0017B-2ECA-49AF-B397-DC140825DF8D}"/>
          </ac:spMkLst>
        </pc:spChg>
        <pc:grpChg chg="add del">
          <ac:chgData name="Arseniy Buzyan (extern)" userId="S::arseniy.buzyan@edu.stockholm.se::f92a01cd-049f-4602-b292-09b82d2ea4e3" providerId="AD" clId="Web-{8B0CD695-C190-36EB-1C41-8827F82362C8}" dt="2026-08-15T13:21:35.200" v="1096"/>
          <ac:grpSpMkLst>
            <pc:docMk/>
            <pc:sldMk cId="3633864246" sldId="274"/>
            <ac:grpSpMk id="11" creationId="{AE1C45F0-260A-458C-96ED-C1F6D2151219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21:35.200" v="1096"/>
          <ac:grpSpMkLst>
            <pc:docMk/>
            <pc:sldMk cId="3633864246" sldId="274"/>
            <ac:grpSpMk id="25" creationId="{AE1C45F0-260A-458C-96ED-C1F6D2151219}"/>
          </ac:grpSpMkLst>
        </pc:grpChg>
        <pc:graphicFrameChg chg="add del mod ord modGraphic">
          <ac:chgData name="Arseniy Buzyan (extern)" userId="S::arseniy.buzyan@edu.stockholm.se::f92a01cd-049f-4602-b292-09b82d2ea4e3" providerId="AD" clId="Web-{8B0CD695-C190-36EB-1C41-8827F82362C8}" dt="2026-08-15T13:21:07.871" v="1090"/>
          <ac:graphicFrameMkLst>
            <pc:docMk/>
            <pc:sldMk cId="3633864246" sldId="274"/>
            <ac:graphicFrameMk id="5" creationId="{CD403110-8723-F68C-95DE-D74A5B550F57}"/>
          </ac:graphicFrameMkLst>
        </pc:graphicFrameChg>
        <pc:graphicFrameChg chg="add mod modGraphic">
          <ac:chgData name="Arseniy Buzyan (extern)" userId="S::arseniy.buzyan@edu.stockholm.se::f92a01cd-049f-4602-b292-09b82d2ea4e3" providerId="AD" clId="Web-{8B0CD695-C190-36EB-1C41-8827F82362C8}" dt="2026-08-15T13:21:58.434" v="1098" actId="14100"/>
          <ac:graphicFrameMkLst>
            <pc:docMk/>
            <pc:sldMk cId="3633864246" sldId="274"/>
            <ac:graphicFrameMk id="6" creationId="{1DA46FEA-08EE-726E-571A-6F16ED7E8AF8}"/>
          </ac:graphicFrameMkLst>
        </pc:graphicFrameChg>
        <pc:cxnChg chg="add del">
          <ac:chgData name="Arseniy Buzyan (extern)" userId="S::arseniy.buzyan@edu.stockholm.se::f92a01cd-049f-4602-b292-09b82d2ea4e3" providerId="AD" clId="Web-{8B0CD695-C190-36EB-1C41-8827F82362C8}" dt="2026-08-15T13:21:35.200" v="1096"/>
          <ac:cxnSpMkLst>
            <pc:docMk/>
            <pc:sldMk cId="3633864246" sldId="274"/>
            <ac:cxnSpMk id="18" creationId="{6CF1BAF6-AD41-4082-B212-8A1F9A2E8779}"/>
          </ac:cxnSpMkLst>
        </pc:cxnChg>
        <pc:cxnChg chg="add">
          <ac:chgData name="Arseniy Buzyan (extern)" userId="S::arseniy.buzyan@edu.stockholm.se::f92a01cd-049f-4602-b292-09b82d2ea4e3" providerId="AD" clId="Web-{8B0CD695-C190-36EB-1C41-8827F82362C8}" dt="2026-08-15T13:21:35.200" v="1096"/>
          <ac:cxnSpMkLst>
            <pc:docMk/>
            <pc:sldMk cId="3633864246" sldId="274"/>
            <ac:cxnSpMk id="32" creationId="{6CF1BAF6-AD41-4082-B212-8A1F9A2E8779}"/>
          </ac:cxnSpMkLst>
        </pc:cxnChg>
      </pc:sldChg>
      <pc:sldChg chg="addSp delSp modSp new mod setBg">
        <pc:chgData name="Arseniy Buzyan (extern)" userId="S::arseniy.buzyan@edu.stockholm.se::f92a01cd-049f-4602-b292-09b82d2ea4e3" providerId="AD" clId="Web-{8B0CD695-C190-36EB-1C41-8827F82362C8}" dt="2026-08-15T13:22:46.545" v="1116" actId="20577"/>
        <pc:sldMkLst>
          <pc:docMk/>
          <pc:sldMk cId="2246326521" sldId="275"/>
        </pc:sldMkLst>
        <pc:spChg chg="mod">
          <ac:chgData name="Arseniy Buzyan (extern)" userId="S::arseniy.buzyan@edu.stockholm.se::f92a01cd-049f-4602-b292-09b82d2ea4e3" providerId="AD" clId="Web-{8B0CD695-C190-36EB-1C41-8827F82362C8}" dt="2026-08-15T13:22:46.545" v="1116" actId="20577"/>
          <ac:spMkLst>
            <pc:docMk/>
            <pc:sldMk cId="2246326521" sldId="275"/>
            <ac:spMk id="2" creationId="{B1E7625D-B9BA-C6EC-0292-6718B516FB85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22:44.576" v="1115" actId="20577"/>
          <ac:spMkLst>
            <pc:docMk/>
            <pc:sldMk cId="2246326521" sldId="275"/>
            <ac:spMk id="3" creationId="{B1F51C2A-E225-BD72-DB34-2303F0394464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22:31.685" v="1105"/>
          <ac:spMkLst>
            <pc:docMk/>
            <pc:sldMk cId="2246326521" sldId="275"/>
            <ac:spMk id="8" creationId="{815925C2-A704-4D47-B1C1-3FCA52512EC1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22:31.685" v="1105"/>
          <ac:spMkLst>
            <pc:docMk/>
            <pc:sldMk cId="2246326521" sldId="275"/>
            <ac:spMk id="10" creationId="{01D4315C-C23C-4FD3-98DF-08C29E2292A8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22:33.935" v="1107"/>
          <ac:spMkLst>
            <pc:docMk/>
            <pc:sldMk cId="2246326521" sldId="275"/>
            <ac:spMk id="14" creationId="{81E140AE-0ABF-47C8-BF32-7D2F0CF2BA44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22:33.951" v="1108"/>
          <ac:spMkLst>
            <pc:docMk/>
            <pc:sldMk cId="2246326521" sldId="275"/>
            <ac:spMk id="15" creationId="{D5B0017B-2ECA-49AF-B397-DC140825DF8D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22:33.935" v="1107"/>
          <ac:spMkLst>
            <pc:docMk/>
            <pc:sldMk cId="2246326521" sldId="275"/>
            <ac:spMk id="25" creationId="{8B9AA7C6-5E5A-498E-A6DF-A943376E09BC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22:33.935" v="1107"/>
          <ac:spMkLst>
            <pc:docMk/>
            <pc:sldMk cId="2246326521" sldId="275"/>
            <ac:spMk id="28" creationId="{CBC4F608-B4B8-48C3-9572-C0F061B1CD99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22:33.951" v="1108"/>
          <ac:spMkLst>
            <pc:docMk/>
            <pc:sldMk cId="2246326521" sldId="275"/>
            <ac:spMk id="30" creationId="{B6CDA21F-E7AF-4C75-8395-33F58D5B0E45}"/>
          </ac:spMkLst>
        </pc:spChg>
        <pc:grpChg chg="add del">
          <ac:chgData name="Arseniy Buzyan (extern)" userId="S::arseniy.buzyan@edu.stockholm.se::f92a01cd-049f-4602-b292-09b82d2ea4e3" providerId="AD" clId="Web-{8B0CD695-C190-36EB-1C41-8827F82362C8}" dt="2026-08-15T13:22:31.685" v="1105"/>
          <ac:grpSpMkLst>
            <pc:docMk/>
            <pc:sldMk cId="2246326521" sldId="275"/>
            <ac:grpSpMk id="12" creationId="{5E6B47BC-43FD-4C91-8BFF-B41B99A8A39E}"/>
          </ac:grpSpMkLst>
        </pc:grpChg>
        <pc:grpChg chg="add del">
          <ac:chgData name="Arseniy Buzyan (extern)" userId="S::arseniy.buzyan@edu.stockholm.se::f92a01cd-049f-4602-b292-09b82d2ea4e3" providerId="AD" clId="Web-{8B0CD695-C190-36EB-1C41-8827F82362C8}" dt="2026-08-15T13:22:31.685" v="1105"/>
          <ac:grpSpMkLst>
            <pc:docMk/>
            <pc:sldMk cId="2246326521" sldId="275"/>
            <ac:grpSpMk id="16" creationId="{43F5E015-E085-4624-B431-B42414448684}"/>
          </ac:grpSpMkLst>
        </pc:grpChg>
        <pc:grpChg chg="add del">
          <ac:chgData name="Arseniy Buzyan (extern)" userId="S::arseniy.buzyan@edu.stockholm.se::f92a01cd-049f-4602-b292-09b82d2ea4e3" providerId="AD" clId="Web-{8B0CD695-C190-36EB-1C41-8827F82362C8}" dt="2026-08-15T13:22:33.935" v="1107"/>
          <ac:grpSpMkLst>
            <pc:docMk/>
            <pc:sldMk cId="2246326521" sldId="275"/>
            <ac:grpSpMk id="26" creationId="{83EAB11A-76F7-48F4-9B4F-5BFDF4BF9670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22:33.951" v="1108"/>
          <ac:grpSpMkLst>
            <pc:docMk/>
            <pc:sldMk cId="2246326521" sldId="275"/>
            <ac:grpSpMk id="31" creationId="{AE1C45F0-260A-458C-96ED-C1F6D2151219}"/>
          </ac:grpSpMkLst>
        </pc:grpChg>
        <pc:cxnChg chg="add">
          <ac:chgData name="Arseniy Buzyan (extern)" userId="S::arseniy.buzyan@edu.stockholm.se::f92a01cd-049f-4602-b292-09b82d2ea4e3" providerId="AD" clId="Web-{8B0CD695-C190-36EB-1C41-8827F82362C8}" dt="2026-08-15T13:22:33.951" v="1108"/>
          <ac:cxnSpMkLst>
            <pc:docMk/>
            <pc:sldMk cId="2246326521" sldId="275"/>
            <ac:cxnSpMk id="17" creationId="{6CF1BAF6-AD41-4082-B212-8A1F9A2E8779}"/>
          </ac:cxnSpMkLst>
        </pc:cxnChg>
      </pc:sldChg>
      <pc:sldChg chg="addSp modSp new mod setBg">
        <pc:chgData name="Arseniy Buzyan (extern)" userId="S::arseniy.buzyan@edu.stockholm.se::f92a01cd-049f-4602-b292-09b82d2ea4e3" providerId="AD" clId="Web-{8B0CD695-C190-36EB-1C41-8827F82362C8}" dt="2026-08-15T13:23:17.530" v="1128" actId="14100"/>
        <pc:sldMkLst>
          <pc:docMk/>
          <pc:sldMk cId="1439883747" sldId="276"/>
        </pc:sldMkLst>
        <pc:spChg chg="mod">
          <ac:chgData name="Arseniy Buzyan (extern)" userId="S::arseniy.buzyan@edu.stockholm.se::f92a01cd-049f-4602-b292-09b82d2ea4e3" providerId="AD" clId="Web-{8B0CD695-C190-36EB-1C41-8827F82362C8}" dt="2026-08-15T13:23:04.717" v="1122"/>
          <ac:spMkLst>
            <pc:docMk/>
            <pc:sldMk cId="1439883747" sldId="276"/>
            <ac:spMk id="2" creationId="{0FAA4261-A745-893A-6F60-FD962FC98E86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23:17.530" v="1128" actId="14100"/>
          <ac:spMkLst>
            <pc:docMk/>
            <pc:sldMk cId="1439883747" sldId="276"/>
            <ac:spMk id="3" creationId="{423CEF2D-50A1-8D1C-9496-7E6EBB95F81F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23:04.717" v="1122"/>
          <ac:spMkLst>
            <pc:docMk/>
            <pc:sldMk cId="1439883747" sldId="276"/>
            <ac:spMk id="8" creationId="{B6CDA21F-E7AF-4C75-8395-33F58D5B0E45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23:04.717" v="1122"/>
          <ac:spMkLst>
            <pc:docMk/>
            <pc:sldMk cId="1439883747" sldId="276"/>
            <ac:spMk id="15" creationId="{D5B0017B-2ECA-49AF-B397-DC140825DF8D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23:04.717" v="1122"/>
          <ac:grpSpMkLst>
            <pc:docMk/>
            <pc:sldMk cId="1439883747" sldId="276"/>
            <ac:grpSpMk id="10" creationId="{AE1C45F0-260A-458C-96ED-C1F6D2151219}"/>
          </ac:grpSpMkLst>
        </pc:grpChg>
        <pc:cxnChg chg="add">
          <ac:chgData name="Arseniy Buzyan (extern)" userId="S::arseniy.buzyan@edu.stockholm.se::f92a01cd-049f-4602-b292-09b82d2ea4e3" providerId="AD" clId="Web-{8B0CD695-C190-36EB-1C41-8827F82362C8}" dt="2026-08-15T13:23:04.717" v="1122"/>
          <ac:cxnSpMkLst>
            <pc:docMk/>
            <pc:sldMk cId="1439883747" sldId="276"/>
            <ac:cxnSpMk id="17" creationId="{6CF1BAF6-AD41-4082-B212-8A1F9A2E8779}"/>
          </ac:cxnSpMkLst>
        </pc:cxnChg>
      </pc:sldChg>
      <pc:sldChg chg="addSp modSp new mod setBg">
        <pc:chgData name="Arseniy Buzyan (extern)" userId="S::arseniy.buzyan@edu.stockholm.se::f92a01cd-049f-4602-b292-09b82d2ea4e3" providerId="AD" clId="Web-{8B0CD695-C190-36EB-1C41-8827F82362C8}" dt="2026-08-15T13:24:45.704" v="1427"/>
        <pc:sldMkLst>
          <pc:docMk/>
          <pc:sldMk cId="1479399504" sldId="277"/>
        </pc:sldMkLst>
        <pc:spChg chg="mod">
          <ac:chgData name="Arseniy Buzyan (extern)" userId="S::arseniy.buzyan@edu.stockholm.se::f92a01cd-049f-4602-b292-09b82d2ea4e3" providerId="AD" clId="Web-{8B0CD695-C190-36EB-1C41-8827F82362C8}" dt="2026-08-15T13:23:43.249" v="1133"/>
          <ac:spMkLst>
            <pc:docMk/>
            <pc:sldMk cId="1479399504" sldId="277"/>
            <ac:spMk id="2" creationId="{147E833E-4111-9629-7E38-AB82C4E01353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23:54.437" v="1138" actId="1076"/>
          <ac:spMkLst>
            <pc:docMk/>
            <pc:sldMk cId="1479399504" sldId="277"/>
            <ac:spMk id="3" creationId="{2563011C-52B0-B9F9-9D8A-B0879E84BEFB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23:43.249" v="1133"/>
          <ac:spMkLst>
            <pc:docMk/>
            <pc:sldMk cId="1479399504" sldId="277"/>
            <ac:spMk id="8" creationId="{B6CDA21F-E7AF-4C75-8395-33F58D5B0E45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23:43.249" v="1133"/>
          <ac:spMkLst>
            <pc:docMk/>
            <pc:sldMk cId="1479399504" sldId="277"/>
            <ac:spMk id="15" creationId="{D5B0017B-2ECA-49AF-B397-DC140825DF8D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23:43.249" v="1133"/>
          <ac:grpSpMkLst>
            <pc:docMk/>
            <pc:sldMk cId="1479399504" sldId="277"/>
            <ac:grpSpMk id="10" creationId="{AE1C45F0-260A-458C-96ED-C1F6D2151219}"/>
          </ac:grpSpMkLst>
        </pc:grpChg>
        <pc:graphicFrameChg chg="add mod modGraphic">
          <ac:chgData name="Arseniy Buzyan (extern)" userId="S::arseniy.buzyan@edu.stockholm.se::f92a01cd-049f-4602-b292-09b82d2ea4e3" providerId="AD" clId="Web-{8B0CD695-C190-36EB-1C41-8827F82362C8}" dt="2026-08-15T13:24:45.704" v="1427"/>
          <ac:graphicFrameMkLst>
            <pc:docMk/>
            <pc:sldMk cId="1479399504" sldId="277"/>
            <ac:graphicFrameMk id="5" creationId="{29FE09D3-1060-C600-0635-71F6C21673F9}"/>
          </ac:graphicFrameMkLst>
        </pc:graphicFrameChg>
        <pc:cxnChg chg="add">
          <ac:chgData name="Arseniy Buzyan (extern)" userId="S::arseniy.buzyan@edu.stockholm.se::f92a01cd-049f-4602-b292-09b82d2ea4e3" providerId="AD" clId="Web-{8B0CD695-C190-36EB-1C41-8827F82362C8}" dt="2026-08-15T13:23:43.249" v="1133"/>
          <ac:cxnSpMkLst>
            <pc:docMk/>
            <pc:sldMk cId="1479399504" sldId="277"/>
            <ac:cxnSpMk id="17" creationId="{6CF1BAF6-AD41-4082-B212-8A1F9A2E8779}"/>
          </ac:cxnSpMkLst>
        </pc:cxnChg>
      </pc:sldChg>
      <pc:sldChg chg="addSp delSp modSp new mod setBg">
        <pc:chgData name="Arseniy Buzyan (extern)" userId="S::arseniy.buzyan@edu.stockholm.se::f92a01cd-049f-4602-b292-09b82d2ea4e3" providerId="AD" clId="Web-{8B0CD695-C190-36EB-1C41-8827F82362C8}" dt="2026-08-15T13:25:34.877" v="1435" actId="20577"/>
        <pc:sldMkLst>
          <pc:docMk/>
          <pc:sldMk cId="141131853" sldId="278"/>
        </pc:sldMkLst>
        <pc:spChg chg="mod">
          <ac:chgData name="Arseniy Buzyan (extern)" userId="S::arseniy.buzyan@edu.stockholm.se::f92a01cd-049f-4602-b292-09b82d2ea4e3" providerId="AD" clId="Web-{8B0CD695-C190-36EB-1C41-8827F82362C8}" dt="2026-08-15T13:25:30.033" v="1433"/>
          <ac:spMkLst>
            <pc:docMk/>
            <pc:sldMk cId="141131853" sldId="278"/>
            <ac:spMk id="2" creationId="{0D6F05E3-3D32-054B-AD94-A9EA0F097351}"/>
          </ac:spMkLst>
        </pc:spChg>
        <pc:spChg chg="add del mod">
          <ac:chgData name="Arseniy Buzyan (extern)" userId="S::arseniy.buzyan@edu.stockholm.se::f92a01cd-049f-4602-b292-09b82d2ea4e3" providerId="AD" clId="Web-{8B0CD695-C190-36EB-1C41-8827F82362C8}" dt="2026-08-15T13:25:34.877" v="1435" actId="20577"/>
          <ac:spMkLst>
            <pc:docMk/>
            <pc:sldMk cId="141131853" sldId="278"/>
            <ac:spMk id="3" creationId="{1C63E116-734C-7DAF-592E-B28FBDB10E96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25:30.033" v="1433"/>
          <ac:spMkLst>
            <pc:docMk/>
            <pc:sldMk cId="141131853" sldId="278"/>
            <ac:spMk id="8" creationId="{B6CDA21F-E7AF-4C75-8395-33F58D5B0E45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25:30.033" v="1433"/>
          <ac:spMkLst>
            <pc:docMk/>
            <pc:sldMk cId="141131853" sldId="278"/>
            <ac:spMk id="15" creationId="{D5B0017B-2ECA-49AF-B397-DC140825DF8D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25:30.033" v="1433"/>
          <ac:grpSpMkLst>
            <pc:docMk/>
            <pc:sldMk cId="141131853" sldId="278"/>
            <ac:grpSpMk id="10" creationId="{AE1C45F0-260A-458C-96ED-C1F6D2151219}"/>
          </ac:grpSpMkLst>
        </pc:grpChg>
        <pc:graphicFrameChg chg="add del mod ord modGraphic">
          <ac:chgData name="Arseniy Buzyan (extern)" userId="S::arseniy.buzyan@edu.stockholm.se::f92a01cd-049f-4602-b292-09b82d2ea4e3" providerId="AD" clId="Web-{8B0CD695-C190-36EB-1C41-8827F82362C8}" dt="2026-08-15T13:25:17.205" v="1431"/>
          <ac:graphicFrameMkLst>
            <pc:docMk/>
            <pc:sldMk cId="141131853" sldId="278"/>
            <ac:graphicFrameMk id="5" creationId="{B390ECE4-08EF-B333-4AD1-5A07F75634F8}"/>
          </ac:graphicFrameMkLst>
        </pc:graphicFrameChg>
        <pc:cxnChg chg="add">
          <ac:chgData name="Arseniy Buzyan (extern)" userId="S::arseniy.buzyan@edu.stockholm.se::f92a01cd-049f-4602-b292-09b82d2ea4e3" providerId="AD" clId="Web-{8B0CD695-C190-36EB-1C41-8827F82362C8}" dt="2026-08-15T13:25:30.033" v="1433"/>
          <ac:cxnSpMkLst>
            <pc:docMk/>
            <pc:sldMk cId="141131853" sldId="278"/>
            <ac:cxnSpMk id="17" creationId="{6CF1BAF6-AD41-4082-B212-8A1F9A2E8779}"/>
          </ac:cxnSpMkLst>
        </pc:cxnChg>
      </pc:sldChg>
      <pc:sldChg chg="addSp modSp new mod setBg">
        <pc:chgData name="Arseniy Buzyan (extern)" userId="S::arseniy.buzyan@edu.stockholm.se::f92a01cd-049f-4602-b292-09b82d2ea4e3" providerId="AD" clId="Web-{8B0CD695-C190-36EB-1C41-8827F82362C8}" dt="2026-08-15T13:26:12.253" v="1451" actId="14100"/>
        <pc:sldMkLst>
          <pc:docMk/>
          <pc:sldMk cId="816357926" sldId="279"/>
        </pc:sldMkLst>
        <pc:spChg chg="mod">
          <ac:chgData name="Arseniy Buzyan (extern)" userId="S::arseniy.buzyan@edu.stockholm.se::f92a01cd-049f-4602-b292-09b82d2ea4e3" providerId="AD" clId="Web-{8B0CD695-C190-36EB-1C41-8827F82362C8}" dt="2026-08-15T13:25:56.221" v="1441"/>
          <ac:spMkLst>
            <pc:docMk/>
            <pc:sldMk cId="816357926" sldId="279"/>
            <ac:spMk id="2" creationId="{29F1E1FC-A9FE-C5F5-9E16-B68618C4E67A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26:12.253" v="1451" actId="14100"/>
          <ac:spMkLst>
            <pc:docMk/>
            <pc:sldMk cId="816357926" sldId="279"/>
            <ac:spMk id="3" creationId="{C7BA43C0-4FBC-6703-7178-608D78E88738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25:56.221" v="1441"/>
          <ac:spMkLst>
            <pc:docMk/>
            <pc:sldMk cId="816357926" sldId="279"/>
            <ac:spMk id="8" creationId="{B6CDA21F-E7AF-4C75-8395-33F58D5B0E45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25:56.221" v="1441"/>
          <ac:spMkLst>
            <pc:docMk/>
            <pc:sldMk cId="816357926" sldId="279"/>
            <ac:spMk id="15" creationId="{D5B0017B-2ECA-49AF-B397-DC140825DF8D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25:56.221" v="1441"/>
          <ac:grpSpMkLst>
            <pc:docMk/>
            <pc:sldMk cId="816357926" sldId="279"/>
            <ac:grpSpMk id="10" creationId="{AE1C45F0-260A-458C-96ED-C1F6D2151219}"/>
          </ac:grpSpMkLst>
        </pc:grpChg>
        <pc:cxnChg chg="add">
          <ac:chgData name="Arseniy Buzyan (extern)" userId="S::arseniy.buzyan@edu.stockholm.se::f92a01cd-049f-4602-b292-09b82d2ea4e3" providerId="AD" clId="Web-{8B0CD695-C190-36EB-1C41-8827F82362C8}" dt="2026-08-15T13:25:56.221" v="1441"/>
          <ac:cxnSpMkLst>
            <pc:docMk/>
            <pc:sldMk cId="816357926" sldId="279"/>
            <ac:cxnSpMk id="17" creationId="{6CF1BAF6-AD41-4082-B212-8A1F9A2E8779}"/>
          </ac:cxnSpMkLst>
        </pc:cxnChg>
      </pc:sldChg>
      <pc:sldChg chg="addSp modSp new mod setBg">
        <pc:chgData name="Arseniy Buzyan (extern)" userId="S::arseniy.buzyan@edu.stockholm.se::f92a01cd-049f-4602-b292-09b82d2ea4e3" providerId="AD" clId="Web-{8B0CD695-C190-36EB-1C41-8827F82362C8}" dt="2026-08-15T13:28:41.683" v="1724"/>
        <pc:sldMkLst>
          <pc:docMk/>
          <pc:sldMk cId="2518661535" sldId="280"/>
        </pc:sldMkLst>
        <pc:spChg chg="mod">
          <ac:chgData name="Arseniy Buzyan (extern)" userId="S::arseniy.buzyan@edu.stockholm.se::f92a01cd-049f-4602-b292-09b82d2ea4e3" providerId="AD" clId="Web-{8B0CD695-C190-36EB-1C41-8827F82362C8}" dt="2026-08-15T13:28:30.792" v="1627" actId="20577"/>
          <ac:spMkLst>
            <pc:docMk/>
            <pc:sldMk cId="2518661535" sldId="280"/>
            <ac:spMk id="2" creationId="{236C6399-AF97-F5E3-77B7-18590713D41E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28:35.651" v="1628" actId="1076"/>
          <ac:spMkLst>
            <pc:docMk/>
            <pc:sldMk cId="2518661535" sldId="280"/>
            <ac:spMk id="3" creationId="{1EA2D0C7-8C8F-2D73-71A1-675B944BAC43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27:07.899" v="1456"/>
          <ac:spMkLst>
            <pc:docMk/>
            <pc:sldMk cId="2518661535" sldId="280"/>
            <ac:spMk id="8" creationId="{B6CDA21F-E7AF-4C75-8395-33F58D5B0E45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27:07.899" v="1456"/>
          <ac:spMkLst>
            <pc:docMk/>
            <pc:sldMk cId="2518661535" sldId="280"/>
            <ac:spMk id="15" creationId="{D5B0017B-2ECA-49AF-B397-DC140825DF8D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27:07.899" v="1456"/>
          <ac:grpSpMkLst>
            <pc:docMk/>
            <pc:sldMk cId="2518661535" sldId="280"/>
            <ac:grpSpMk id="10" creationId="{AE1C45F0-260A-458C-96ED-C1F6D2151219}"/>
          </ac:grpSpMkLst>
        </pc:grpChg>
        <pc:graphicFrameChg chg="add mod modGraphic">
          <ac:chgData name="Arseniy Buzyan (extern)" userId="S::arseniy.buzyan@edu.stockholm.se::f92a01cd-049f-4602-b292-09b82d2ea4e3" providerId="AD" clId="Web-{8B0CD695-C190-36EB-1C41-8827F82362C8}" dt="2026-08-15T13:28:41.683" v="1724"/>
          <ac:graphicFrameMkLst>
            <pc:docMk/>
            <pc:sldMk cId="2518661535" sldId="280"/>
            <ac:graphicFrameMk id="5" creationId="{A02F4C97-5632-344C-DEB3-525C3567A0B6}"/>
          </ac:graphicFrameMkLst>
        </pc:graphicFrameChg>
        <pc:cxnChg chg="add">
          <ac:chgData name="Arseniy Buzyan (extern)" userId="S::arseniy.buzyan@edu.stockholm.se::f92a01cd-049f-4602-b292-09b82d2ea4e3" providerId="AD" clId="Web-{8B0CD695-C190-36EB-1C41-8827F82362C8}" dt="2026-08-15T13:27:07.899" v="1456"/>
          <ac:cxnSpMkLst>
            <pc:docMk/>
            <pc:sldMk cId="2518661535" sldId="280"/>
            <ac:cxnSpMk id="17" creationId="{6CF1BAF6-AD41-4082-B212-8A1F9A2E8779}"/>
          </ac:cxnSpMkLst>
        </pc:cxnChg>
      </pc:sldChg>
      <pc:sldChg chg="addSp delSp modSp new mod setBg">
        <pc:chgData name="Arseniy Buzyan (extern)" userId="S::arseniy.buzyan@edu.stockholm.se::f92a01cd-049f-4602-b292-09b82d2ea4e3" providerId="AD" clId="Web-{8B0CD695-C190-36EB-1C41-8827F82362C8}" dt="2026-08-15T13:30:16.763" v="1740" actId="14100"/>
        <pc:sldMkLst>
          <pc:docMk/>
          <pc:sldMk cId="1399141101" sldId="281"/>
        </pc:sldMkLst>
        <pc:spChg chg="mod">
          <ac:chgData name="Arseniy Buzyan (extern)" userId="S::arseniy.buzyan@edu.stockholm.se::f92a01cd-049f-4602-b292-09b82d2ea4e3" providerId="AD" clId="Web-{8B0CD695-C190-36EB-1C41-8827F82362C8}" dt="2026-08-15T13:30:16.763" v="1740" actId="14100"/>
          <ac:spMkLst>
            <pc:docMk/>
            <pc:sldMk cId="1399141101" sldId="281"/>
            <ac:spMk id="2" creationId="{F4A3DC5D-6D61-07BD-0A10-3728A88181A4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30:10.622" v="1736" actId="20577"/>
          <ac:spMkLst>
            <pc:docMk/>
            <pc:sldMk cId="1399141101" sldId="281"/>
            <ac:spMk id="3" creationId="{EE135613-4E59-BDA4-70DC-C09B27F33AB8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30:02.466" v="1732"/>
          <ac:spMkLst>
            <pc:docMk/>
            <pc:sldMk cId="1399141101" sldId="281"/>
            <ac:spMk id="8" creationId="{DBF61EA3-B236-439E-9C0B-340980D56BEE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30:02.466" v="1732"/>
          <ac:spMkLst>
            <pc:docMk/>
            <pc:sldMk cId="1399141101" sldId="281"/>
            <ac:spMk id="14" creationId="{E659831F-0D9A-4C63-9EBB-8435B85A440F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30:02.466" v="1732"/>
          <ac:spMkLst>
            <pc:docMk/>
            <pc:sldMk cId="1399141101" sldId="281"/>
            <ac:spMk id="19" creationId="{4DA718D0-4865-4629-8134-44F68D41D574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30:02.466" v="1732"/>
          <ac:spMkLst>
            <pc:docMk/>
            <pc:sldMk cId="1399141101" sldId="281"/>
            <ac:spMk id="25" creationId="{CBC4F608-B4B8-48C3-9572-C0F061B1CD99}"/>
          </ac:spMkLst>
        </pc:spChg>
        <pc:grpChg chg="add del">
          <ac:chgData name="Arseniy Buzyan (extern)" userId="S::arseniy.buzyan@edu.stockholm.se::f92a01cd-049f-4602-b292-09b82d2ea4e3" providerId="AD" clId="Web-{8B0CD695-C190-36EB-1C41-8827F82362C8}" dt="2026-08-15T13:30:02.466" v="1732"/>
          <ac:grpSpMkLst>
            <pc:docMk/>
            <pc:sldMk cId="1399141101" sldId="281"/>
            <ac:grpSpMk id="10" creationId="{28FAF094-D087-493F-8DF9-A486C2D6BBAA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30:02.466" v="1732"/>
          <ac:grpSpMkLst>
            <pc:docMk/>
            <pc:sldMk cId="1399141101" sldId="281"/>
            <ac:grpSpMk id="21" creationId="{65167ED7-6315-43AB-B1B6-C326D5FD8F84}"/>
          </ac:grpSpMkLst>
        </pc:grpChg>
      </pc:sldChg>
      <pc:sldChg chg="addSp delSp modSp new mod setBg">
        <pc:chgData name="Arseniy Buzyan (extern)" userId="S::arseniy.buzyan@edu.stockholm.se::f92a01cd-049f-4602-b292-09b82d2ea4e3" providerId="AD" clId="Web-{8B0CD695-C190-36EB-1C41-8827F82362C8}" dt="2026-08-15T13:31:13.686" v="1759" actId="20577"/>
        <pc:sldMkLst>
          <pc:docMk/>
          <pc:sldMk cId="4211657951" sldId="282"/>
        </pc:sldMkLst>
        <pc:spChg chg="mod">
          <ac:chgData name="Arseniy Buzyan (extern)" userId="S::arseniy.buzyan@edu.stockholm.se::f92a01cd-049f-4602-b292-09b82d2ea4e3" providerId="AD" clId="Web-{8B0CD695-C190-36EB-1C41-8827F82362C8}" dt="2026-08-15T13:31:04.811" v="1753" actId="1076"/>
          <ac:spMkLst>
            <pc:docMk/>
            <pc:sldMk cId="4211657951" sldId="282"/>
            <ac:spMk id="2" creationId="{F422A0EC-A2E8-6323-CA70-AAF12D0E5657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31:13.686" v="1759" actId="20577"/>
          <ac:spMkLst>
            <pc:docMk/>
            <pc:sldMk cId="4211657951" sldId="282"/>
            <ac:spMk id="3" creationId="{328E9C3C-99AF-020B-C87A-5A4C3351CCB2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30:48.811" v="1747"/>
          <ac:spMkLst>
            <pc:docMk/>
            <pc:sldMk cId="4211657951" sldId="282"/>
            <ac:spMk id="8" creationId="{DBF61EA3-B236-439E-9C0B-340980D56BEE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30:48.811" v="1747"/>
          <ac:spMkLst>
            <pc:docMk/>
            <pc:sldMk cId="4211657951" sldId="282"/>
            <ac:spMk id="14" creationId="{E659831F-0D9A-4C63-9EBB-8435B85A440F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30:48.811" v="1747"/>
          <ac:spMkLst>
            <pc:docMk/>
            <pc:sldMk cId="4211657951" sldId="282"/>
            <ac:spMk id="19" creationId="{4DA718D0-4865-4629-8134-44F68D41D574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30:48.811" v="1747"/>
          <ac:spMkLst>
            <pc:docMk/>
            <pc:sldMk cId="4211657951" sldId="282"/>
            <ac:spMk id="25" creationId="{CBC4F608-B4B8-48C3-9572-C0F061B1CD99}"/>
          </ac:spMkLst>
        </pc:spChg>
        <pc:grpChg chg="add del">
          <ac:chgData name="Arseniy Buzyan (extern)" userId="S::arseniy.buzyan@edu.stockholm.se::f92a01cd-049f-4602-b292-09b82d2ea4e3" providerId="AD" clId="Web-{8B0CD695-C190-36EB-1C41-8827F82362C8}" dt="2026-08-15T13:30:48.811" v="1747"/>
          <ac:grpSpMkLst>
            <pc:docMk/>
            <pc:sldMk cId="4211657951" sldId="282"/>
            <ac:grpSpMk id="10" creationId="{28FAF094-D087-493F-8DF9-A486C2D6BBAA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30:48.811" v="1747"/>
          <ac:grpSpMkLst>
            <pc:docMk/>
            <pc:sldMk cId="4211657951" sldId="282"/>
            <ac:grpSpMk id="21" creationId="{65167ED7-6315-43AB-B1B6-C326D5FD8F84}"/>
          </ac:grpSpMkLst>
        </pc:grpChg>
      </pc:sldChg>
      <pc:sldChg chg="addSp modSp new mod setBg">
        <pc:chgData name="Arseniy Buzyan (extern)" userId="S::arseniy.buzyan@edu.stockholm.se::f92a01cd-049f-4602-b292-09b82d2ea4e3" providerId="AD" clId="Web-{8B0CD695-C190-36EB-1C41-8827F82362C8}" dt="2026-08-15T14:34:33.233" v="2083" actId="14100"/>
        <pc:sldMkLst>
          <pc:docMk/>
          <pc:sldMk cId="142197495" sldId="283"/>
        </pc:sldMkLst>
        <pc:spChg chg="mod">
          <ac:chgData name="Arseniy Buzyan (extern)" userId="S::arseniy.buzyan@edu.stockholm.se::f92a01cd-049f-4602-b292-09b82d2ea4e3" providerId="AD" clId="Web-{8B0CD695-C190-36EB-1C41-8827F82362C8}" dt="2026-08-15T13:31:41.827" v="1767" actId="1076"/>
          <ac:spMkLst>
            <pc:docMk/>
            <pc:sldMk cId="142197495" sldId="283"/>
            <ac:spMk id="2" creationId="{3AFD05B9-37A6-9467-77BE-CA2C35E679A4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32:15.625" v="1821" actId="20577"/>
          <ac:spMkLst>
            <pc:docMk/>
            <pc:sldMk cId="142197495" sldId="283"/>
            <ac:spMk id="3" creationId="{E85C9A53-F808-5CBF-9464-855B0B5C6940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31:33.109" v="1764"/>
          <ac:spMkLst>
            <pc:docMk/>
            <pc:sldMk cId="142197495" sldId="283"/>
            <ac:spMk id="8" creationId="{4DA718D0-4865-4629-8134-44F68D41D574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31:33.109" v="1764"/>
          <ac:spMkLst>
            <pc:docMk/>
            <pc:sldMk cId="142197495" sldId="283"/>
            <ac:spMk id="14" creationId="{CBC4F608-B4B8-48C3-9572-C0F061B1CD99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31:33.109" v="1764"/>
          <ac:grpSpMkLst>
            <pc:docMk/>
            <pc:sldMk cId="142197495" sldId="283"/>
            <ac:grpSpMk id="10" creationId="{65167ED7-6315-43AB-B1B6-C326D5FD8F84}"/>
          </ac:grpSpMkLst>
        </pc:grpChg>
        <pc:graphicFrameChg chg="add mod modGraphic">
          <ac:chgData name="Arseniy Buzyan (extern)" userId="S::arseniy.buzyan@edu.stockholm.se::f92a01cd-049f-4602-b292-09b82d2ea4e3" providerId="AD" clId="Web-{8B0CD695-C190-36EB-1C41-8827F82362C8}" dt="2026-08-15T13:32:04.422" v="1819"/>
          <ac:graphicFrameMkLst>
            <pc:docMk/>
            <pc:sldMk cId="142197495" sldId="283"/>
            <ac:graphicFrameMk id="5" creationId="{AE968B12-0507-0EDE-DB18-E2ECCFD0B82A}"/>
          </ac:graphicFrameMkLst>
        </pc:graphicFrameChg>
        <pc:picChg chg="add mod modCrop">
          <ac:chgData name="Arseniy Buzyan (extern)" userId="S::arseniy.buzyan@edu.stockholm.se::f92a01cd-049f-4602-b292-09b82d2ea4e3" providerId="AD" clId="Web-{8B0CD695-C190-36EB-1C41-8827F82362C8}" dt="2026-08-15T14:34:33.233" v="2083" actId="14100"/>
          <ac:picMkLst>
            <pc:docMk/>
            <pc:sldMk cId="142197495" sldId="283"/>
            <ac:picMk id="4" creationId="{B036AFFF-105D-9A6A-811B-F2CF351D1BBE}"/>
          </ac:picMkLst>
        </pc:picChg>
      </pc:sldChg>
      <pc:sldChg chg="addSp delSp modSp new mod setBg">
        <pc:chgData name="Arseniy Buzyan (extern)" userId="S::arseniy.buzyan@edu.stockholm.se::f92a01cd-049f-4602-b292-09b82d2ea4e3" providerId="AD" clId="Web-{8B0CD695-C190-36EB-1C41-8827F82362C8}" dt="2026-08-15T13:33:17.705" v="1840" actId="20577"/>
        <pc:sldMkLst>
          <pc:docMk/>
          <pc:sldMk cId="671819268" sldId="284"/>
        </pc:sldMkLst>
        <pc:spChg chg="mod">
          <ac:chgData name="Arseniy Buzyan (extern)" userId="S::arseniy.buzyan@edu.stockholm.se::f92a01cd-049f-4602-b292-09b82d2ea4e3" providerId="AD" clId="Web-{8B0CD695-C190-36EB-1C41-8827F82362C8}" dt="2026-08-15T13:33:17.705" v="1840" actId="20577"/>
          <ac:spMkLst>
            <pc:docMk/>
            <pc:sldMk cId="671819268" sldId="284"/>
            <ac:spMk id="2" creationId="{DB930A12-4243-3B43-5A25-6BB2CA01C475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33:13.970" v="1836" actId="20577"/>
          <ac:spMkLst>
            <pc:docMk/>
            <pc:sldMk cId="671819268" sldId="284"/>
            <ac:spMk id="3" creationId="{E9786264-2516-C9A5-5C73-A89B4A7C1683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33:00.829" v="1828"/>
          <ac:spMkLst>
            <pc:docMk/>
            <pc:sldMk cId="671819268" sldId="284"/>
            <ac:spMk id="8" creationId="{4522B21E-B2B9-4C72-9A71-C87EFD137480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33:00.829" v="1828"/>
          <ac:spMkLst>
            <pc:docMk/>
            <pc:sldMk cId="671819268" sldId="284"/>
            <ac:spMk id="10" creationId="{5EB7D2A2-F448-44D4-938C-DC84CBCB3B1E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33:00.829" v="1828"/>
          <ac:spMkLst>
            <pc:docMk/>
            <pc:sldMk cId="671819268" sldId="284"/>
            <ac:spMk id="12" creationId="{871AEA07-1E14-44B4-8E55-64EF049CD66F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33:04.048" v="1830"/>
          <ac:spMkLst>
            <pc:docMk/>
            <pc:sldMk cId="671819268" sldId="284"/>
            <ac:spMk id="18" creationId="{A3363022-C969-41E9-8EB2-E4C94908C1FA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33:04.048" v="1830"/>
          <ac:spMkLst>
            <pc:docMk/>
            <pc:sldMk cId="671819268" sldId="284"/>
            <ac:spMk id="19" creationId="{8D1AD6B3-BE88-4CEB-BA17-790657CC4729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33:04.064" v="1831"/>
          <ac:spMkLst>
            <pc:docMk/>
            <pc:sldMk cId="671819268" sldId="284"/>
            <ac:spMk id="22" creationId="{A3363022-C969-41E9-8EB2-E4C94908C1FA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33:04.064" v="1831"/>
          <ac:spMkLst>
            <pc:docMk/>
            <pc:sldMk cId="671819268" sldId="284"/>
            <ac:spMk id="23" creationId="{8D1AD6B3-BE88-4CEB-BA17-790657CC4729}"/>
          </ac:spMkLst>
        </pc:spChg>
        <pc:grpChg chg="add del">
          <ac:chgData name="Arseniy Buzyan (extern)" userId="S::arseniy.buzyan@edu.stockholm.se::f92a01cd-049f-4602-b292-09b82d2ea4e3" providerId="AD" clId="Web-{8B0CD695-C190-36EB-1C41-8827F82362C8}" dt="2026-08-15T13:33:04.048" v="1830"/>
          <ac:grpSpMkLst>
            <pc:docMk/>
            <pc:sldMk cId="671819268" sldId="284"/>
            <ac:grpSpMk id="20" creationId="{89D1390B-7E13-4B4F-9CB2-391063412E54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33:04.064" v="1831"/>
          <ac:grpSpMkLst>
            <pc:docMk/>
            <pc:sldMk cId="671819268" sldId="284"/>
            <ac:grpSpMk id="25" creationId="{89D1390B-7E13-4B4F-9CB2-391063412E54}"/>
          </ac:grpSpMkLst>
        </pc:grpChg>
        <pc:picChg chg="add del">
          <ac:chgData name="Arseniy Buzyan (extern)" userId="S::arseniy.buzyan@edu.stockholm.se::f92a01cd-049f-4602-b292-09b82d2ea4e3" providerId="AD" clId="Web-{8B0CD695-C190-36EB-1C41-8827F82362C8}" dt="2026-08-15T13:33:04.048" v="1830"/>
          <ac:picMkLst>
            <pc:docMk/>
            <pc:sldMk cId="671819268" sldId="284"/>
            <ac:picMk id="7" creationId="{B69CB40A-4D0F-CCFA-5AC0-5F112C6B6169}"/>
          </ac:picMkLst>
        </pc:picChg>
        <pc:picChg chg="add">
          <ac:chgData name="Arseniy Buzyan (extern)" userId="S::arseniy.buzyan@edu.stockholm.se::f92a01cd-049f-4602-b292-09b82d2ea4e3" providerId="AD" clId="Web-{8B0CD695-C190-36EB-1C41-8827F82362C8}" dt="2026-08-15T13:33:04.064" v="1831"/>
          <ac:picMkLst>
            <pc:docMk/>
            <pc:sldMk cId="671819268" sldId="284"/>
            <ac:picMk id="24" creationId="{3F693066-D70B-163D-97D6-9E1B06E1BE49}"/>
          </ac:picMkLst>
        </pc:picChg>
        <pc:cxnChg chg="add del">
          <ac:chgData name="Arseniy Buzyan (extern)" userId="S::arseniy.buzyan@edu.stockholm.se::f92a01cd-049f-4602-b292-09b82d2ea4e3" providerId="AD" clId="Web-{8B0CD695-C190-36EB-1C41-8827F82362C8}" dt="2026-08-15T13:33:00.829" v="1828"/>
          <ac:cxnSpMkLst>
            <pc:docMk/>
            <pc:sldMk cId="671819268" sldId="284"/>
            <ac:cxnSpMk id="14" creationId="{F7C8EA93-3210-4C62-99E9-153C275E3A87}"/>
          </ac:cxnSpMkLst>
        </pc:cxnChg>
      </pc:sldChg>
      <pc:sldChg chg="addSp delSp modSp new mod setBg setClrOvrMap">
        <pc:chgData name="Arseniy Buzyan (extern)" userId="S::arseniy.buzyan@edu.stockholm.se::f92a01cd-049f-4602-b292-09b82d2ea4e3" providerId="AD" clId="Web-{8B0CD695-C190-36EB-1C41-8827F82362C8}" dt="2026-08-15T13:35:17.928" v="1864" actId="20577"/>
        <pc:sldMkLst>
          <pc:docMk/>
          <pc:sldMk cId="3072916209" sldId="285"/>
        </pc:sldMkLst>
        <pc:spChg chg="mod">
          <ac:chgData name="Arseniy Buzyan (extern)" userId="S::arseniy.buzyan@edu.stockholm.se::f92a01cd-049f-4602-b292-09b82d2ea4e3" providerId="AD" clId="Web-{8B0CD695-C190-36EB-1C41-8827F82362C8}" dt="2026-08-15T13:34:56.225" v="1849"/>
          <ac:spMkLst>
            <pc:docMk/>
            <pc:sldMk cId="3072916209" sldId="285"/>
            <ac:spMk id="2" creationId="{D8684925-47C0-FBD5-F7F4-44E825961964}"/>
          </ac:spMkLst>
        </pc:spChg>
        <pc:spChg chg="add del mod">
          <ac:chgData name="Arseniy Buzyan (extern)" userId="S::arseniy.buzyan@edu.stockholm.se::f92a01cd-049f-4602-b292-09b82d2ea4e3" providerId="AD" clId="Web-{8B0CD695-C190-36EB-1C41-8827F82362C8}" dt="2026-08-15T13:35:17.928" v="1864" actId="20577"/>
          <ac:spMkLst>
            <pc:docMk/>
            <pc:sldMk cId="3072916209" sldId="285"/>
            <ac:spMk id="3" creationId="{52D9FE3F-CB97-76E8-8E5C-0DFC7116A74E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34:56.225" v="1849"/>
          <ac:spMkLst>
            <pc:docMk/>
            <pc:sldMk cId="3072916209" sldId="285"/>
            <ac:spMk id="8" creationId="{B95B9BA8-1D69-4796-85F5-B6D0BD52354B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34:50.193" v="1848"/>
          <ac:spMkLst>
            <pc:docMk/>
            <pc:sldMk cId="3072916209" sldId="285"/>
            <ac:spMk id="10" creationId="{9228552E-C8B1-4A80-8448-0787CE0FC704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34:56.225" v="1849"/>
          <ac:grpSpMkLst>
            <pc:docMk/>
            <pc:sldMk cId="3072916209" sldId="285"/>
            <ac:grpSpMk id="7" creationId="{5F892E19-92E7-4BB2-8C3F-DBDFE8D9D324}"/>
          </ac:grpSpMkLst>
        </pc:grpChg>
        <pc:graphicFrameChg chg="add del">
          <ac:chgData name="Arseniy Buzyan (extern)" userId="S::arseniy.buzyan@edu.stockholm.se::f92a01cd-049f-4602-b292-09b82d2ea4e3" providerId="AD" clId="Web-{8B0CD695-C190-36EB-1C41-8827F82362C8}" dt="2026-08-15T13:34:50.193" v="1848"/>
          <ac:graphicFrameMkLst>
            <pc:docMk/>
            <pc:sldMk cId="3072916209" sldId="285"/>
            <ac:graphicFrameMk id="5" creationId="{776F6743-7773-88BB-E3F9-996E7A7FBF99}"/>
          </ac:graphicFrameMkLst>
        </pc:graphicFrameChg>
        <pc:picChg chg="add del">
          <ac:chgData name="Arseniy Buzyan (extern)" userId="S::arseniy.buzyan@edu.stockholm.se::f92a01cd-049f-4602-b292-09b82d2ea4e3" providerId="AD" clId="Web-{8B0CD695-C190-36EB-1C41-8827F82362C8}" dt="2026-08-15T13:34:50.193" v="1848"/>
          <ac:picMkLst>
            <pc:docMk/>
            <pc:sldMk cId="3072916209" sldId="285"/>
            <ac:picMk id="6" creationId="{3CCCC3C1-CD1D-1EDB-753C-3DADAAC43CCA}"/>
          </ac:picMkLst>
        </pc:picChg>
      </pc:sldChg>
      <pc:sldChg chg="addSp modSp new mod setBg setClrOvrMap">
        <pc:chgData name="Arseniy Buzyan (extern)" userId="S::arseniy.buzyan@edu.stockholm.se::f92a01cd-049f-4602-b292-09b82d2ea4e3" providerId="AD" clId="Web-{8B0CD695-C190-36EB-1C41-8827F82362C8}" dt="2026-08-15T14:36:40.546" v="2085" actId="20577"/>
        <pc:sldMkLst>
          <pc:docMk/>
          <pc:sldMk cId="952566092" sldId="286"/>
        </pc:sldMkLst>
        <pc:spChg chg="mod">
          <ac:chgData name="Arseniy Buzyan (extern)" userId="S::arseniy.buzyan@edu.stockholm.se::f92a01cd-049f-4602-b292-09b82d2ea4e3" providerId="AD" clId="Web-{8B0CD695-C190-36EB-1C41-8827F82362C8}" dt="2026-08-15T13:35:48.679" v="1869"/>
          <ac:spMkLst>
            <pc:docMk/>
            <pc:sldMk cId="952566092" sldId="286"/>
            <ac:spMk id="2" creationId="{0F40A23F-5AB3-5E96-DAA8-28A7AB93085D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4:36:40.546" v="2085" actId="20577"/>
          <ac:spMkLst>
            <pc:docMk/>
            <pc:sldMk cId="952566092" sldId="286"/>
            <ac:spMk id="3" creationId="{890F116A-65E4-09A5-AAF1-FD5571F4AC45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35:48.679" v="1869"/>
          <ac:spMkLst>
            <pc:docMk/>
            <pc:sldMk cId="952566092" sldId="286"/>
            <ac:spMk id="8" creationId="{B95B9BA8-1D69-4796-85F5-B6D0BD52354B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35:48.679" v="1869"/>
          <ac:grpSpMkLst>
            <pc:docMk/>
            <pc:sldMk cId="952566092" sldId="286"/>
            <ac:grpSpMk id="10" creationId="{5F892E19-92E7-4BB2-8C3F-DBDFE8D9D324}"/>
          </ac:grpSpMkLst>
        </pc:grpChg>
      </pc:sldChg>
      <pc:sldChg chg="addSp modSp new mod setBg setClrOvrMap">
        <pc:chgData name="Arseniy Buzyan (extern)" userId="S::arseniy.buzyan@edu.stockholm.se::f92a01cd-049f-4602-b292-09b82d2ea4e3" providerId="AD" clId="Web-{8B0CD695-C190-36EB-1C41-8827F82362C8}" dt="2026-08-15T13:39:29.200" v="1905" actId="20577"/>
        <pc:sldMkLst>
          <pc:docMk/>
          <pc:sldMk cId="2155618751" sldId="287"/>
        </pc:sldMkLst>
        <pc:spChg chg="mod">
          <ac:chgData name="Arseniy Buzyan (extern)" userId="S::arseniy.buzyan@edu.stockholm.se::f92a01cd-049f-4602-b292-09b82d2ea4e3" providerId="AD" clId="Web-{8B0CD695-C190-36EB-1C41-8827F82362C8}" dt="2026-08-15T13:36:43.274" v="1892"/>
          <ac:spMkLst>
            <pc:docMk/>
            <pc:sldMk cId="2155618751" sldId="287"/>
            <ac:spMk id="2" creationId="{F3A63458-81CF-FE99-0166-7F8A3FD7BD96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39:29.200" v="1905" actId="20577"/>
          <ac:spMkLst>
            <pc:docMk/>
            <pc:sldMk cId="2155618751" sldId="287"/>
            <ac:spMk id="3" creationId="{63EAF98C-1E0A-8827-17DE-8DB61387CC24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36:43.274" v="1892"/>
          <ac:spMkLst>
            <pc:docMk/>
            <pc:sldMk cId="2155618751" sldId="287"/>
            <ac:spMk id="8" creationId="{B95B9BA8-1D69-4796-85F5-B6D0BD52354B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36:43.274" v="1892"/>
          <ac:grpSpMkLst>
            <pc:docMk/>
            <pc:sldMk cId="2155618751" sldId="287"/>
            <ac:grpSpMk id="10" creationId="{5F892E19-92E7-4BB2-8C3F-DBDFE8D9D324}"/>
          </ac:grpSpMkLst>
        </pc:grpChg>
      </pc:sldChg>
      <pc:sldChg chg="addSp modSp new mod setBg setClrOvrMap">
        <pc:chgData name="Arseniy Buzyan (extern)" userId="S::arseniy.buzyan@edu.stockholm.se::f92a01cd-049f-4602-b292-09b82d2ea4e3" providerId="AD" clId="Web-{8B0CD695-C190-36EB-1C41-8827F82362C8}" dt="2026-08-15T13:40:27.592" v="1925" actId="14100"/>
        <pc:sldMkLst>
          <pc:docMk/>
          <pc:sldMk cId="630048768" sldId="288"/>
        </pc:sldMkLst>
        <pc:spChg chg="mod">
          <ac:chgData name="Arseniy Buzyan (extern)" userId="S::arseniy.buzyan@edu.stockholm.se::f92a01cd-049f-4602-b292-09b82d2ea4e3" providerId="AD" clId="Web-{8B0CD695-C190-36EB-1C41-8827F82362C8}" dt="2026-08-15T13:40:11.686" v="1913"/>
          <ac:spMkLst>
            <pc:docMk/>
            <pc:sldMk cId="630048768" sldId="288"/>
            <ac:spMk id="2" creationId="{E886968B-5B87-8495-59A8-1C4826DD689E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40:27.592" v="1925" actId="14100"/>
          <ac:spMkLst>
            <pc:docMk/>
            <pc:sldMk cId="630048768" sldId="288"/>
            <ac:spMk id="3" creationId="{19268D46-7E70-419A-9913-A5B11ABE99E2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40:11.686" v="1913"/>
          <ac:spMkLst>
            <pc:docMk/>
            <pc:sldMk cId="630048768" sldId="288"/>
            <ac:spMk id="8" creationId="{B95B9BA8-1D69-4796-85F5-B6D0BD52354B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40:11.686" v="1913"/>
          <ac:grpSpMkLst>
            <pc:docMk/>
            <pc:sldMk cId="630048768" sldId="288"/>
            <ac:grpSpMk id="10" creationId="{4728F330-19FB-4D39-BD0F-53032ABFEB7F}"/>
          </ac:grpSpMkLst>
        </pc:grpChg>
      </pc:sldChg>
      <pc:sldChg chg="addSp modSp new mod setBg setClrOvrMap">
        <pc:chgData name="Arseniy Buzyan (extern)" userId="S::arseniy.buzyan@edu.stockholm.se::f92a01cd-049f-4602-b292-09b82d2ea4e3" providerId="AD" clId="Web-{8B0CD695-C190-36EB-1C41-8827F82362C8}" dt="2026-08-15T13:42:21.611" v="1961" actId="20577"/>
        <pc:sldMkLst>
          <pc:docMk/>
          <pc:sldMk cId="2818629109" sldId="289"/>
        </pc:sldMkLst>
        <pc:spChg chg="mod">
          <ac:chgData name="Arseniy Buzyan (extern)" userId="S::arseniy.buzyan@edu.stockholm.se::f92a01cd-049f-4602-b292-09b82d2ea4e3" providerId="AD" clId="Web-{8B0CD695-C190-36EB-1C41-8827F82362C8}" dt="2026-08-15T13:41:46.157" v="1946" actId="20577"/>
          <ac:spMkLst>
            <pc:docMk/>
            <pc:sldMk cId="2818629109" sldId="289"/>
            <ac:spMk id="2" creationId="{5E3BEB63-2F38-6835-E99A-F3040B7997E9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42:21.611" v="1961" actId="20577"/>
          <ac:spMkLst>
            <pc:docMk/>
            <pc:sldMk cId="2818629109" sldId="289"/>
            <ac:spMk id="3" creationId="{AAD25CF4-BFE4-2922-23C5-3C424B4531BD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41:03.219" v="1931"/>
          <ac:spMkLst>
            <pc:docMk/>
            <pc:sldMk cId="2818629109" sldId="289"/>
            <ac:spMk id="8" creationId="{B95B9BA8-1D69-4796-85F5-B6D0BD52354B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41:03.219" v="1931"/>
          <ac:grpSpMkLst>
            <pc:docMk/>
            <pc:sldMk cId="2818629109" sldId="289"/>
            <ac:grpSpMk id="10" creationId="{4728F330-19FB-4D39-BD0F-53032ABFEB7F}"/>
          </ac:grpSpMkLst>
        </pc:grpChg>
      </pc:sldChg>
      <pc:sldChg chg="addSp delSp modSp new mod setBg setClrOvrMap">
        <pc:chgData name="Arseniy Buzyan (extern)" userId="S::arseniy.buzyan@edu.stockholm.se::f92a01cd-049f-4602-b292-09b82d2ea4e3" providerId="AD" clId="Web-{8B0CD695-C190-36EB-1C41-8827F82362C8}" dt="2026-08-15T13:44:30.817" v="1988" actId="14100"/>
        <pc:sldMkLst>
          <pc:docMk/>
          <pc:sldMk cId="2430197631" sldId="290"/>
        </pc:sldMkLst>
        <pc:spChg chg="mod">
          <ac:chgData name="Arseniy Buzyan (extern)" userId="S::arseniy.buzyan@edu.stockholm.se::f92a01cd-049f-4602-b292-09b82d2ea4e3" providerId="AD" clId="Web-{8B0CD695-C190-36EB-1C41-8827F82362C8}" dt="2026-08-15T13:43:08.753" v="1980"/>
          <ac:spMkLst>
            <pc:docMk/>
            <pc:sldMk cId="2430197631" sldId="290"/>
            <ac:spMk id="2" creationId="{E6DBA2F6-63DA-54D7-BBCF-5BCF5C0F55E4}"/>
          </ac:spMkLst>
        </pc:spChg>
        <pc:spChg chg="add del mod">
          <ac:chgData name="Arseniy Buzyan (extern)" userId="S::arseniy.buzyan@edu.stockholm.se::f92a01cd-049f-4602-b292-09b82d2ea4e3" providerId="AD" clId="Web-{8B0CD695-C190-36EB-1C41-8827F82362C8}" dt="2026-08-15T13:44:30.817" v="1988" actId="14100"/>
          <ac:spMkLst>
            <pc:docMk/>
            <pc:sldMk cId="2430197631" sldId="290"/>
            <ac:spMk id="3" creationId="{D1BFE34B-80CD-5F37-BA27-B27FB7714CED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3:43:08.722" v="1979"/>
          <ac:spMkLst>
            <pc:docMk/>
            <pc:sldMk cId="2430197631" sldId="290"/>
            <ac:spMk id="8" creationId="{B95B9BA8-1D69-4796-85F5-B6D0BD52354B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43:08.753" v="1980"/>
          <ac:spMkLst>
            <pc:docMk/>
            <pc:sldMk cId="2430197631" sldId="290"/>
            <ac:spMk id="14" creationId="{30B5ED20-499B-41E7-95BE-8BBD3131456F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43:08.753" v="1980"/>
          <ac:spMkLst>
            <pc:docMk/>
            <pc:sldMk cId="2430197631" sldId="290"/>
            <ac:spMk id="15" creationId="{5FEF463D-EE6B-46FF-B7C7-74B09A96C8AB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43:08.753" v="1980"/>
          <ac:spMkLst>
            <pc:docMk/>
            <pc:sldMk cId="2430197631" sldId="290"/>
            <ac:spMk id="16" creationId="{35A51D22-76EA-4C70-B5C9-ED3946924CB7}"/>
          </ac:spMkLst>
        </pc:spChg>
        <pc:grpChg chg="add del">
          <ac:chgData name="Arseniy Buzyan (extern)" userId="S::arseniy.buzyan@edu.stockholm.se::f92a01cd-049f-4602-b292-09b82d2ea4e3" providerId="AD" clId="Web-{8B0CD695-C190-36EB-1C41-8827F82362C8}" dt="2026-08-15T13:43:08.722" v="1979"/>
          <ac:grpSpMkLst>
            <pc:docMk/>
            <pc:sldMk cId="2430197631" sldId="290"/>
            <ac:grpSpMk id="10" creationId="{4728F330-19FB-4D39-BD0F-53032ABFEB7F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43:08.753" v="1980"/>
          <ac:grpSpMkLst>
            <pc:docMk/>
            <pc:sldMk cId="2430197631" sldId="290"/>
            <ac:grpSpMk id="17" creationId="{11A27B3A-460C-4100-99B5-817F25979F6C}"/>
          </ac:grpSpMkLst>
        </pc:grpChg>
        <pc:graphicFrameChg chg="add del mod ord modGraphic">
          <ac:chgData name="Arseniy Buzyan (extern)" userId="S::arseniy.buzyan@edu.stockholm.se::f92a01cd-049f-4602-b292-09b82d2ea4e3" providerId="AD" clId="Web-{8B0CD695-C190-36EB-1C41-8827F82362C8}" dt="2026-08-15T13:42:34.846" v="1965"/>
          <ac:graphicFrameMkLst>
            <pc:docMk/>
            <pc:sldMk cId="2430197631" sldId="290"/>
            <ac:graphicFrameMk id="5" creationId="{14FEFC49-6055-83A5-1628-98A3E753AA1C}"/>
          </ac:graphicFrameMkLst>
        </pc:graphicFrameChg>
        <pc:graphicFrameChg chg="add del mod ord modGraphic">
          <ac:chgData name="Arseniy Buzyan (extern)" userId="S::arseniy.buzyan@edu.stockholm.se::f92a01cd-049f-4602-b292-09b82d2ea4e3" providerId="AD" clId="Web-{8B0CD695-C190-36EB-1C41-8827F82362C8}" dt="2026-08-15T13:42:49.768" v="1973"/>
          <ac:graphicFrameMkLst>
            <pc:docMk/>
            <pc:sldMk cId="2430197631" sldId="290"/>
            <ac:graphicFrameMk id="7" creationId="{6755DC77-EA42-E174-CA02-826FB68B97FB}"/>
          </ac:graphicFrameMkLst>
        </pc:graphicFrameChg>
        <pc:graphicFrameChg chg="add del mod ord modGraphic">
          <ac:chgData name="Arseniy Buzyan (extern)" userId="S::arseniy.buzyan@edu.stockholm.se::f92a01cd-049f-4602-b292-09b82d2ea4e3" providerId="AD" clId="Web-{8B0CD695-C190-36EB-1C41-8827F82362C8}" dt="2026-08-15T13:42:54.643" v="1975"/>
          <ac:graphicFrameMkLst>
            <pc:docMk/>
            <pc:sldMk cId="2430197631" sldId="290"/>
            <ac:graphicFrameMk id="9" creationId="{CA1AEEA6-CE49-5EDD-D74A-564F6A76338D}"/>
          </ac:graphicFrameMkLst>
        </pc:graphicFrameChg>
      </pc:sldChg>
      <pc:sldChg chg="addSp modSp new mod setBg setClrOvrMap">
        <pc:chgData name="Arseniy Buzyan (extern)" userId="S::arseniy.buzyan@edu.stockholm.se::f92a01cd-049f-4602-b292-09b82d2ea4e3" providerId="AD" clId="Web-{8B0CD695-C190-36EB-1C41-8827F82362C8}" dt="2026-08-15T13:53:16.478" v="2008" actId="20577"/>
        <pc:sldMkLst>
          <pc:docMk/>
          <pc:sldMk cId="977142410" sldId="291"/>
        </pc:sldMkLst>
        <pc:spChg chg="mod">
          <ac:chgData name="Arseniy Buzyan (extern)" userId="S::arseniy.buzyan@edu.stockholm.se::f92a01cd-049f-4602-b292-09b82d2ea4e3" providerId="AD" clId="Web-{8B0CD695-C190-36EB-1C41-8827F82362C8}" dt="2026-08-15T13:53:16.478" v="2008" actId="20577"/>
          <ac:spMkLst>
            <pc:docMk/>
            <pc:sldMk cId="977142410" sldId="291"/>
            <ac:spMk id="2" creationId="{AA82A74A-2770-9C2D-95E1-A3A9BBFF8F50}"/>
          </ac:spMkLst>
        </pc:spChg>
        <pc:spChg chg="mod">
          <ac:chgData name="Arseniy Buzyan (extern)" userId="S::arseniy.buzyan@edu.stockholm.se::f92a01cd-049f-4602-b292-09b82d2ea4e3" providerId="AD" clId="Web-{8B0CD695-C190-36EB-1C41-8827F82362C8}" dt="2026-08-15T13:53:10.791" v="2002" actId="14100"/>
          <ac:spMkLst>
            <pc:docMk/>
            <pc:sldMk cId="977142410" sldId="291"/>
            <ac:spMk id="3" creationId="{E8B32CFF-5CB4-12F4-97FD-DDAC7E265689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3:52:58.712" v="1996"/>
          <ac:spMkLst>
            <pc:docMk/>
            <pc:sldMk cId="977142410" sldId="291"/>
            <ac:spMk id="8" creationId="{A9CB0874-88B8-43D3-B0B6-C32F790F790D}"/>
          </ac:spMkLst>
        </pc:spChg>
        <pc:grpChg chg="add">
          <ac:chgData name="Arseniy Buzyan (extern)" userId="S::arseniy.buzyan@edu.stockholm.se::f92a01cd-049f-4602-b292-09b82d2ea4e3" providerId="AD" clId="Web-{8B0CD695-C190-36EB-1C41-8827F82362C8}" dt="2026-08-15T13:52:58.712" v="1996"/>
          <ac:grpSpMkLst>
            <pc:docMk/>
            <pc:sldMk cId="977142410" sldId="291"/>
            <ac:grpSpMk id="10" creationId="{4BFD067A-52BE-40EE-B7CA-391830B9A265}"/>
          </ac:grpSpMkLst>
        </pc:grpChg>
        <pc:grpChg chg="add">
          <ac:chgData name="Arseniy Buzyan (extern)" userId="S::arseniy.buzyan@edu.stockholm.se::f92a01cd-049f-4602-b292-09b82d2ea4e3" providerId="AD" clId="Web-{8B0CD695-C190-36EB-1C41-8827F82362C8}" dt="2026-08-15T13:52:58.712" v="1996"/>
          <ac:grpSpMkLst>
            <pc:docMk/>
            <pc:sldMk cId="977142410" sldId="291"/>
            <ac:grpSpMk id="14" creationId="{C15B8CC4-8CCE-428F-AE7E-28D178984CEC}"/>
          </ac:grpSpMkLst>
        </pc:grpChg>
      </pc:sldChg>
      <pc:sldChg chg="addSp delSp modSp new mod setBg">
        <pc:chgData name="Arseniy Buzyan (extern)" userId="S::arseniy.buzyan@edu.stockholm.se::f92a01cd-049f-4602-b292-09b82d2ea4e3" providerId="AD" clId="Web-{8B0CD695-C190-36EB-1C41-8827F82362C8}" dt="2026-08-15T14:20:54.841" v="2018" actId="1076"/>
        <pc:sldMkLst>
          <pc:docMk/>
          <pc:sldMk cId="176841267" sldId="292"/>
        </pc:sldMkLst>
        <pc:spChg chg="del">
          <ac:chgData name="Arseniy Buzyan (extern)" userId="S::arseniy.buzyan@edu.stockholm.se::f92a01cd-049f-4602-b292-09b82d2ea4e3" providerId="AD" clId="Web-{8B0CD695-C190-36EB-1C41-8827F82362C8}" dt="2026-08-15T14:20:23.450" v="2011"/>
          <ac:spMkLst>
            <pc:docMk/>
            <pc:sldMk cId="176841267" sldId="292"/>
            <ac:spMk id="2" creationId="{8F48781C-0A30-A047-E227-73233A18D527}"/>
          </ac:spMkLst>
        </pc:spChg>
        <pc:spChg chg="del">
          <ac:chgData name="Arseniy Buzyan (extern)" userId="S::arseniy.buzyan@edu.stockholm.se::f92a01cd-049f-4602-b292-09b82d2ea4e3" providerId="AD" clId="Web-{8B0CD695-C190-36EB-1C41-8827F82362C8}" dt="2026-08-15T14:20:23.450" v="2010"/>
          <ac:spMkLst>
            <pc:docMk/>
            <pc:sldMk cId="176841267" sldId="292"/>
            <ac:spMk id="3" creationId="{5586D1B7-17CB-6102-9C12-DD603549D038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20:31.982" v="2013"/>
          <ac:spMkLst>
            <pc:docMk/>
            <pc:sldMk cId="176841267" sldId="292"/>
            <ac:spMk id="9" creationId="{42A4FC2C-047E-45A5-965D-8E1E3BF09BC6}"/>
          </ac:spMkLst>
        </pc:spChg>
        <pc:picChg chg="add mod modCrop">
          <ac:chgData name="Arseniy Buzyan (extern)" userId="S::arseniy.buzyan@edu.stockholm.se::f92a01cd-049f-4602-b292-09b82d2ea4e3" providerId="AD" clId="Web-{8B0CD695-C190-36EB-1C41-8827F82362C8}" dt="2026-08-15T14:20:54.841" v="2018" actId="1076"/>
          <ac:picMkLst>
            <pc:docMk/>
            <pc:sldMk cId="176841267" sldId="292"/>
            <ac:picMk id="4" creationId="{6606B67C-C9A4-40FF-29CF-8893B93D15C5}"/>
          </ac:picMkLst>
        </pc:picChg>
      </pc:sldChg>
      <pc:sldChg chg="addSp delSp modSp new mod setBg">
        <pc:chgData name="Arseniy Buzyan (extern)" userId="S::arseniy.buzyan@edu.stockholm.se::f92a01cd-049f-4602-b292-09b82d2ea4e3" providerId="AD" clId="Web-{8B0CD695-C190-36EB-1C41-8827F82362C8}" dt="2026-08-15T14:24:49.080" v="2033"/>
        <pc:sldMkLst>
          <pc:docMk/>
          <pc:sldMk cId="327193747" sldId="293"/>
        </pc:sldMkLst>
        <pc:spChg chg="del">
          <ac:chgData name="Arseniy Buzyan (extern)" userId="S::arseniy.buzyan@edu.stockholm.se::f92a01cd-049f-4602-b292-09b82d2ea4e3" providerId="AD" clId="Web-{8B0CD695-C190-36EB-1C41-8827F82362C8}" dt="2026-08-15T14:24:38.455" v="2031"/>
          <ac:spMkLst>
            <pc:docMk/>
            <pc:sldMk cId="327193747" sldId="293"/>
            <ac:spMk id="2" creationId="{AAF05DF4-2D01-B789-2757-EB3F7A6DFC38}"/>
          </ac:spMkLst>
        </pc:spChg>
        <pc:spChg chg="del">
          <ac:chgData name="Arseniy Buzyan (extern)" userId="S::arseniy.buzyan@edu.stockholm.se::f92a01cd-049f-4602-b292-09b82d2ea4e3" providerId="AD" clId="Web-{8B0CD695-C190-36EB-1C41-8827F82362C8}" dt="2026-08-15T14:24:38.455" v="2030"/>
          <ac:spMkLst>
            <pc:docMk/>
            <pc:sldMk cId="327193747" sldId="293"/>
            <ac:spMk id="3" creationId="{EE1936D6-74DC-3529-0590-7C40D07B8F0F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24:49.080" v="2033"/>
          <ac:spMkLst>
            <pc:docMk/>
            <pc:sldMk cId="327193747" sldId="293"/>
            <ac:spMk id="9" creationId="{AB8C311F-7253-4AED-9701-7FC0708C41C7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24:49.080" v="2033"/>
          <ac:spMkLst>
            <pc:docMk/>
            <pc:sldMk cId="327193747" sldId="293"/>
            <ac:spMk id="11" creationId="{E2384209-CB15-4CDF-9D31-C44FD9A3F20D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24:49.080" v="2033"/>
          <ac:spMkLst>
            <pc:docMk/>
            <pc:sldMk cId="327193747" sldId="293"/>
            <ac:spMk id="13" creationId="{2633B3B5-CC90-43F0-8714-D31D1F3F0209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24:49.080" v="2033"/>
          <ac:spMkLst>
            <pc:docMk/>
            <pc:sldMk cId="327193747" sldId="293"/>
            <ac:spMk id="15" creationId="{A8D57A06-A426-446D-B02C-A2DC6B62E45E}"/>
          </ac:spMkLst>
        </pc:spChg>
        <pc:picChg chg="add mod">
          <ac:chgData name="Arseniy Buzyan (extern)" userId="S::arseniy.buzyan@edu.stockholm.se::f92a01cd-049f-4602-b292-09b82d2ea4e3" providerId="AD" clId="Web-{8B0CD695-C190-36EB-1C41-8827F82362C8}" dt="2026-08-15T14:24:49.080" v="2033"/>
          <ac:picMkLst>
            <pc:docMk/>
            <pc:sldMk cId="327193747" sldId="293"/>
            <ac:picMk id="4" creationId="{FBDDBF37-FAE7-B9BD-7E37-01DF90685DEF}"/>
          </ac:picMkLst>
        </pc:picChg>
      </pc:sldChg>
      <pc:sldChg chg="addSp delSp modSp new">
        <pc:chgData name="Arseniy Buzyan (extern)" userId="S::arseniy.buzyan@edu.stockholm.se::f92a01cd-049f-4602-b292-09b82d2ea4e3" providerId="AD" clId="Web-{8B0CD695-C190-36EB-1C41-8827F82362C8}" dt="2026-08-15T14:28:10.240" v="2051"/>
        <pc:sldMkLst>
          <pc:docMk/>
          <pc:sldMk cId="2002447816" sldId="294"/>
        </pc:sldMkLst>
        <pc:spChg chg="del">
          <ac:chgData name="Arseniy Buzyan (extern)" userId="S::arseniy.buzyan@edu.stockholm.se::f92a01cd-049f-4602-b292-09b82d2ea4e3" providerId="AD" clId="Web-{8B0CD695-C190-36EB-1C41-8827F82362C8}" dt="2026-08-15T14:28:07.944" v="2050"/>
          <ac:spMkLst>
            <pc:docMk/>
            <pc:sldMk cId="2002447816" sldId="294"/>
            <ac:spMk id="2" creationId="{377165F1-92A1-4CDC-BA7E-EEB6B072B7A5}"/>
          </ac:spMkLst>
        </pc:spChg>
        <pc:spChg chg="del">
          <ac:chgData name="Arseniy Buzyan (extern)" userId="S::arseniy.buzyan@edu.stockholm.se::f92a01cd-049f-4602-b292-09b82d2ea4e3" providerId="AD" clId="Web-{8B0CD695-C190-36EB-1C41-8827F82362C8}" dt="2026-08-15T14:28:07.944" v="2049"/>
          <ac:spMkLst>
            <pc:docMk/>
            <pc:sldMk cId="2002447816" sldId="294"/>
            <ac:spMk id="3" creationId="{5ED1C618-14B4-9622-5FB0-30C5ED9FD178}"/>
          </ac:spMkLst>
        </pc:spChg>
        <pc:picChg chg="add mod">
          <ac:chgData name="Arseniy Buzyan (extern)" userId="S::arseniy.buzyan@edu.stockholm.se::f92a01cd-049f-4602-b292-09b82d2ea4e3" providerId="AD" clId="Web-{8B0CD695-C190-36EB-1C41-8827F82362C8}" dt="2026-08-15T14:28:10.240" v="2051"/>
          <ac:picMkLst>
            <pc:docMk/>
            <pc:sldMk cId="2002447816" sldId="294"/>
            <ac:picMk id="4" creationId="{2582F464-6196-C702-AD2E-6B8269F8A430}"/>
          </ac:picMkLst>
        </pc:picChg>
      </pc:sldChg>
      <pc:sldChg chg="addSp delSp modSp new">
        <pc:chgData name="Arseniy Buzyan (extern)" userId="S::arseniy.buzyan@edu.stockholm.se::f92a01cd-049f-4602-b292-09b82d2ea4e3" providerId="AD" clId="Web-{8B0CD695-C190-36EB-1C41-8827F82362C8}" dt="2026-08-15T14:30:57.226" v="2061"/>
        <pc:sldMkLst>
          <pc:docMk/>
          <pc:sldMk cId="3863902075" sldId="295"/>
        </pc:sldMkLst>
        <pc:spChg chg="del">
          <ac:chgData name="Arseniy Buzyan (extern)" userId="S::arseniy.buzyan@edu.stockholm.se::f92a01cd-049f-4602-b292-09b82d2ea4e3" providerId="AD" clId="Web-{8B0CD695-C190-36EB-1C41-8827F82362C8}" dt="2026-08-15T14:30:12.476" v="2054"/>
          <ac:spMkLst>
            <pc:docMk/>
            <pc:sldMk cId="3863902075" sldId="295"/>
            <ac:spMk id="2" creationId="{E44FD324-EBF4-37DE-342B-8CB0D9C7CB2B}"/>
          </ac:spMkLst>
        </pc:spChg>
        <pc:spChg chg="del">
          <ac:chgData name="Arseniy Buzyan (extern)" userId="S::arseniy.buzyan@edu.stockholm.se::f92a01cd-049f-4602-b292-09b82d2ea4e3" providerId="AD" clId="Web-{8B0CD695-C190-36EB-1C41-8827F82362C8}" dt="2026-08-15T14:30:12.476" v="2053"/>
          <ac:spMkLst>
            <pc:docMk/>
            <pc:sldMk cId="3863902075" sldId="295"/>
            <ac:spMk id="3" creationId="{979E1A15-46E2-157F-3DD7-8145CE2DC246}"/>
          </ac:spMkLst>
        </pc:spChg>
        <pc:picChg chg="add mod modCrop">
          <ac:chgData name="Arseniy Buzyan (extern)" userId="S::arseniy.buzyan@edu.stockholm.se::f92a01cd-049f-4602-b292-09b82d2ea4e3" providerId="AD" clId="Web-{8B0CD695-C190-36EB-1C41-8827F82362C8}" dt="2026-08-15T14:30:57.226" v="2061"/>
          <ac:picMkLst>
            <pc:docMk/>
            <pc:sldMk cId="3863902075" sldId="295"/>
            <ac:picMk id="4" creationId="{906F4242-6ECE-052A-2D62-7161684FFD10}"/>
          </ac:picMkLst>
        </pc:picChg>
      </pc:sldChg>
      <pc:sldChg chg="addSp delSp modSp new mod setBg">
        <pc:chgData name="Arseniy Buzyan (extern)" userId="S::arseniy.buzyan@edu.stockholm.se::f92a01cd-049f-4602-b292-09b82d2ea4e3" providerId="AD" clId="Web-{8B0CD695-C190-36EB-1C41-8827F82362C8}" dt="2026-08-15T14:31:39.867" v="2066"/>
        <pc:sldMkLst>
          <pc:docMk/>
          <pc:sldMk cId="2555922395" sldId="296"/>
        </pc:sldMkLst>
        <pc:spChg chg="del">
          <ac:chgData name="Arseniy Buzyan (extern)" userId="S::arseniy.buzyan@edu.stockholm.se::f92a01cd-049f-4602-b292-09b82d2ea4e3" providerId="AD" clId="Web-{8B0CD695-C190-36EB-1C41-8827F82362C8}" dt="2026-08-15T14:31:32.086" v="2064"/>
          <ac:spMkLst>
            <pc:docMk/>
            <pc:sldMk cId="2555922395" sldId="296"/>
            <ac:spMk id="2" creationId="{205B94C0-C26A-F210-4620-44E8EB62E465}"/>
          </ac:spMkLst>
        </pc:spChg>
        <pc:spChg chg="del">
          <ac:chgData name="Arseniy Buzyan (extern)" userId="S::arseniy.buzyan@edu.stockholm.se::f92a01cd-049f-4602-b292-09b82d2ea4e3" providerId="AD" clId="Web-{8B0CD695-C190-36EB-1C41-8827F82362C8}" dt="2026-08-15T14:31:32.086" v="2063"/>
          <ac:spMkLst>
            <pc:docMk/>
            <pc:sldMk cId="2555922395" sldId="296"/>
            <ac:spMk id="3" creationId="{AFB1B699-FBA7-9ED6-2EDA-AE2AC87A93E6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1:39.867" v="2066"/>
          <ac:spMkLst>
            <pc:docMk/>
            <pc:sldMk cId="2555922395" sldId="296"/>
            <ac:spMk id="9" creationId="{AB8C311F-7253-4AED-9701-7FC0708C41C7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1:39.867" v="2066"/>
          <ac:spMkLst>
            <pc:docMk/>
            <pc:sldMk cId="2555922395" sldId="296"/>
            <ac:spMk id="11" creationId="{E2384209-CB15-4CDF-9D31-C44FD9A3F20D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1:39.867" v="2066"/>
          <ac:spMkLst>
            <pc:docMk/>
            <pc:sldMk cId="2555922395" sldId="296"/>
            <ac:spMk id="13" creationId="{2633B3B5-CC90-43F0-8714-D31D1F3F0209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1:39.867" v="2066"/>
          <ac:spMkLst>
            <pc:docMk/>
            <pc:sldMk cId="2555922395" sldId="296"/>
            <ac:spMk id="15" creationId="{A8D57A06-A426-446D-B02C-A2DC6B62E45E}"/>
          </ac:spMkLst>
        </pc:spChg>
        <pc:picChg chg="add mod">
          <ac:chgData name="Arseniy Buzyan (extern)" userId="S::arseniy.buzyan@edu.stockholm.se::f92a01cd-049f-4602-b292-09b82d2ea4e3" providerId="AD" clId="Web-{8B0CD695-C190-36EB-1C41-8827F82362C8}" dt="2026-08-15T14:31:39.867" v="2066"/>
          <ac:picMkLst>
            <pc:docMk/>
            <pc:sldMk cId="2555922395" sldId="296"/>
            <ac:picMk id="4" creationId="{7E55F33B-26BB-1202-4887-1142B8A605C6}"/>
          </ac:picMkLst>
        </pc:picChg>
      </pc:sldChg>
      <pc:sldChg chg="addSp delSp modSp new mod setBg">
        <pc:chgData name="Arseniy Buzyan (extern)" userId="S::arseniy.buzyan@edu.stockholm.se::f92a01cd-049f-4602-b292-09b82d2ea4e3" providerId="AD" clId="Web-{8B0CD695-C190-36EB-1C41-8827F82362C8}" dt="2026-08-15T14:33:01.826" v="2074"/>
        <pc:sldMkLst>
          <pc:docMk/>
          <pc:sldMk cId="1755301851" sldId="297"/>
        </pc:sldMkLst>
        <pc:spChg chg="del">
          <ac:chgData name="Arseniy Buzyan (extern)" userId="S::arseniy.buzyan@edu.stockholm.se::f92a01cd-049f-4602-b292-09b82d2ea4e3" providerId="AD" clId="Web-{8B0CD695-C190-36EB-1C41-8827F82362C8}" dt="2026-08-15T14:32:50.248" v="2069"/>
          <ac:spMkLst>
            <pc:docMk/>
            <pc:sldMk cId="1755301851" sldId="297"/>
            <ac:spMk id="2" creationId="{6286B59F-8C6B-95F8-D0EE-1FA2349A0985}"/>
          </ac:spMkLst>
        </pc:spChg>
        <pc:spChg chg="del">
          <ac:chgData name="Arseniy Buzyan (extern)" userId="S::arseniy.buzyan@edu.stockholm.se::f92a01cd-049f-4602-b292-09b82d2ea4e3" providerId="AD" clId="Web-{8B0CD695-C190-36EB-1C41-8827F82362C8}" dt="2026-08-15T14:32:50.248" v="2068"/>
          <ac:spMkLst>
            <pc:docMk/>
            <pc:sldMk cId="1755301851" sldId="297"/>
            <ac:spMk id="3" creationId="{D85826A1-2209-EC0E-9965-23A26C617C4E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4:32:58.185" v="2072"/>
          <ac:spMkLst>
            <pc:docMk/>
            <pc:sldMk cId="1755301851" sldId="297"/>
            <ac:spMk id="9" creationId="{AB8C311F-7253-4AED-9701-7FC0708C41C7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4:32:58.185" v="2072"/>
          <ac:spMkLst>
            <pc:docMk/>
            <pc:sldMk cId="1755301851" sldId="297"/>
            <ac:spMk id="11" creationId="{E2384209-CB15-4CDF-9D31-C44FD9A3F20D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4:32:58.185" v="2072"/>
          <ac:spMkLst>
            <pc:docMk/>
            <pc:sldMk cId="1755301851" sldId="297"/>
            <ac:spMk id="13" creationId="{2633B3B5-CC90-43F0-8714-D31D1F3F0209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4:32:58.185" v="2072"/>
          <ac:spMkLst>
            <pc:docMk/>
            <pc:sldMk cId="1755301851" sldId="297"/>
            <ac:spMk id="15" creationId="{A8D57A06-A426-446D-B02C-A2DC6B62E45E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4:33:01.826" v="2074"/>
          <ac:spMkLst>
            <pc:docMk/>
            <pc:sldMk cId="1755301851" sldId="297"/>
            <ac:spMk id="17" creationId="{42A4FC2C-047E-45A5-965D-8E1E3BF09BC6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3:01.826" v="2074"/>
          <ac:spMkLst>
            <pc:docMk/>
            <pc:sldMk cId="1755301851" sldId="297"/>
            <ac:spMk id="22" creationId="{AB8C311F-7253-4AED-9701-7FC0708C41C7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3:01.826" v="2074"/>
          <ac:spMkLst>
            <pc:docMk/>
            <pc:sldMk cId="1755301851" sldId="297"/>
            <ac:spMk id="24" creationId="{E2384209-CB15-4CDF-9D31-C44FD9A3F20D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3:01.826" v="2074"/>
          <ac:spMkLst>
            <pc:docMk/>
            <pc:sldMk cId="1755301851" sldId="297"/>
            <ac:spMk id="26" creationId="{2633B3B5-CC90-43F0-8714-D31D1F3F0209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3:01.826" v="2074"/>
          <ac:spMkLst>
            <pc:docMk/>
            <pc:sldMk cId="1755301851" sldId="297"/>
            <ac:spMk id="28" creationId="{A8D57A06-A426-446D-B02C-A2DC6B62E45E}"/>
          </ac:spMkLst>
        </pc:spChg>
        <pc:picChg chg="add mod">
          <ac:chgData name="Arseniy Buzyan (extern)" userId="S::arseniy.buzyan@edu.stockholm.se::f92a01cd-049f-4602-b292-09b82d2ea4e3" providerId="AD" clId="Web-{8B0CD695-C190-36EB-1C41-8827F82362C8}" dt="2026-08-15T14:33:01.826" v="2074"/>
          <ac:picMkLst>
            <pc:docMk/>
            <pc:sldMk cId="1755301851" sldId="297"/>
            <ac:picMk id="4" creationId="{7CEF3CBC-5846-B941-EAA9-50D3F3F023E7}"/>
          </ac:picMkLst>
        </pc:picChg>
      </pc:sldChg>
      <pc:sldChg chg="addSp delSp modSp new mod setBg">
        <pc:chgData name="Arseniy Buzyan (extern)" userId="S::arseniy.buzyan@edu.stockholm.se::f92a01cd-049f-4602-b292-09b82d2ea4e3" providerId="AD" clId="Web-{8B0CD695-C190-36EB-1C41-8827F82362C8}" dt="2026-08-15T14:38:41.751" v="2108" actId="1076"/>
        <pc:sldMkLst>
          <pc:docMk/>
          <pc:sldMk cId="862883874" sldId="298"/>
        </pc:sldMkLst>
        <pc:spChg chg="del">
          <ac:chgData name="Arseniy Buzyan (extern)" userId="S::arseniy.buzyan@edu.stockholm.se::f92a01cd-049f-4602-b292-09b82d2ea4e3" providerId="AD" clId="Web-{8B0CD695-C190-36EB-1C41-8827F82362C8}" dt="2026-08-15T14:36:46.859" v="2088"/>
          <ac:spMkLst>
            <pc:docMk/>
            <pc:sldMk cId="862883874" sldId="298"/>
            <ac:spMk id="2" creationId="{91B6A1DE-D993-6C78-D249-57089BE7EEBB}"/>
          </ac:spMkLst>
        </pc:spChg>
        <pc:spChg chg="del">
          <ac:chgData name="Arseniy Buzyan (extern)" userId="S::arseniy.buzyan@edu.stockholm.se::f92a01cd-049f-4602-b292-09b82d2ea4e3" providerId="AD" clId="Web-{8B0CD695-C190-36EB-1C41-8827F82362C8}" dt="2026-08-15T14:36:46.859" v="2087"/>
          <ac:spMkLst>
            <pc:docMk/>
            <pc:sldMk cId="862883874" sldId="298"/>
            <ac:spMk id="3" creationId="{F74DB537-E450-916D-1ABC-3762E956FB63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6:52.109" v="2090"/>
          <ac:spMkLst>
            <pc:docMk/>
            <pc:sldMk cId="862883874" sldId="298"/>
            <ac:spMk id="9" creationId="{AB8C311F-7253-4AED-9701-7FC0708C41C7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6:52.109" v="2090"/>
          <ac:spMkLst>
            <pc:docMk/>
            <pc:sldMk cId="862883874" sldId="298"/>
            <ac:spMk id="11" creationId="{E2384209-CB15-4CDF-9D31-C44FD9A3F20D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6:52.109" v="2090"/>
          <ac:spMkLst>
            <pc:docMk/>
            <pc:sldMk cId="862883874" sldId="298"/>
            <ac:spMk id="13" creationId="{2633B3B5-CC90-43F0-8714-D31D1F3F0209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6:52.109" v="2090"/>
          <ac:spMkLst>
            <pc:docMk/>
            <pc:sldMk cId="862883874" sldId="298"/>
            <ac:spMk id="15" creationId="{A8D57A06-A426-446D-B02C-A2DC6B62E45E}"/>
          </ac:spMkLst>
        </pc:spChg>
        <pc:picChg chg="add mod modCrop">
          <ac:chgData name="Arseniy Buzyan (extern)" userId="S::arseniy.buzyan@edu.stockholm.se::f92a01cd-049f-4602-b292-09b82d2ea4e3" providerId="AD" clId="Web-{8B0CD695-C190-36EB-1C41-8827F82362C8}" dt="2026-08-15T14:38:41.751" v="2108" actId="1076"/>
          <ac:picMkLst>
            <pc:docMk/>
            <pc:sldMk cId="862883874" sldId="298"/>
            <ac:picMk id="4" creationId="{A07EEDFD-708E-E4E0-4699-7745556CD433}"/>
          </ac:picMkLst>
        </pc:picChg>
      </pc:sldChg>
      <pc:sldChg chg="addSp delSp modSp new mod setBg">
        <pc:chgData name="Arseniy Buzyan (extern)" userId="S::arseniy.buzyan@edu.stockholm.se::f92a01cd-049f-4602-b292-09b82d2ea4e3" providerId="AD" clId="Web-{8B0CD695-C190-36EB-1C41-8827F82362C8}" dt="2026-08-15T14:38:48.891" v="2111" actId="1076"/>
        <pc:sldMkLst>
          <pc:docMk/>
          <pc:sldMk cId="3821730484" sldId="299"/>
        </pc:sldMkLst>
        <pc:spChg chg="del">
          <ac:chgData name="Arseniy Buzyan (extern)" userId="S::arseniy.buzyan@edu.stockholm.se::f92a01cd-049f-4602-b292-09b82d2ea4e3" providerId="AD" clId="Web-{8B0CD695-C190-36EB-1C41-8827F82362C8}" dt="2026-08-15T14:37:47.094" v="2099"/>
          <ac:spMkLst>
            <pc:docMk/>
            <pc:sldMk cId="3821730484" sldId="299"/>
            <ac:spMk id="2" creationId="{5FA1C07A-3AF5-CE91-C454-ADA09511C732}"/>
          </ac:spMkLst>
        </pc:spChg>
        <pc:spChg chg="del">
          <ac:chgData name="Arseniy Buzyan (extern)" userId="S::arseniy.buzyan@edu.stockholm.se::f92a01cd-049f-4602-b292-09b82d2ea4e3" providerId="AD" clId="Web-{8B0CD695-C190-36EB-1C41-8827F82362C8}" dt="2026-08-15T14:37:47.094" v="2098"/>
          <ac:spMkLst>
            <pc:docMk/>
            <pc:sldMk cId="3821730484" sldId="299"/>
            <ac:spMk id="3" creationId="{0FB78E71-FF1A-07AB-19E6-64B770DFEEA4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4:38:01.359" v="2102"/>
          <ac:spMkLst>
            <pc:docMk/>
            <pc:sldMk cId="3821730484" sldId="299"/>
            <ac:spMk id="9" creationId="{AB8C311F-7253-4AED-9701-7FC0708C41C7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4:38:01.359" v="2102"/>
          <ac:spMkLst>
            <pc:docMk/>
            <pc:sldMk cId="3821730484" sldId="299"/>
            <ac:spMk id="11" creationId="{E2384209-CB15-4CDF-9D31-C44FD9A3F20D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4:38:01.359" v="2102"/>
          <ac:spMkLst>
            <pc:docMk/>
            <pc:sldMk cId="3821730484" sldId="299"/>
            <ac:spMk id="13" creationId="{2633B3B5-CC90-43F0-8714-D31D1F3F0209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4:38:01.359" v="2102"/>
          <ac:spMkLst>
            <pc:docMk/>
            <pc:sldMk cId="3821730484" sldId="299"/>
            <ac:spMk id="15" creationId="{A8D57A06-A426-446D-B02C-A2DC6B62E45E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8:01.359" v="2102"/>
          <ac:spMkLst>
            <pc:docMk/>
            <pc:sldMk cId="3821730484" sldId="299"/>
            <ac:spMk id="20" creationId="{AB8C311F-7253-4AED-9701-7FC0708C41C7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8:01.359" v="2102"/>
          <ac:spMkLst>
            <pc:docMk/>
            <pc:sldMk cId="3821730484" sldId="299"/>
            <ac:spMk id="22" creationId="{E2384209-CB15-4CDF-9D31-C44FD9A3F20D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8:01.359" v="2102"/>
          <ac:spMkLst>
            <pc:docMk/>
            <pc:sldMk cId="3821730484" sldId="299"/>
            <ac:spMk id="24" creationId="{2633B3B5-CC90-43F0-8714-D31D1F3F0209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8:01.359" v="2102"/>
          <ac:spMkLst>
            <pc:docMk/>
            <pc:sldMk cId="3821730484" sldId="299"/>
            <ac:spMk id="26" creationId="{A8D57A06-A426-446D-B02C-A2DC6B62E45E}"/>
          </ac:spMkLst>
        </pc:spChg>
        <pc:picChg chg="add mod modCrop">
          <ac:chgData name="Arseniy Buzyan (extern)" userId="S::arseniy.buzyan@edu.stockholm.se::f92a01cd-049f-4602-b292-09b82d2ea4e3" providerId="AD" clId="Web-{8B0CD695-C190-36EB-1C41-8827F82362C8}" dt="2026-08-15T14:38:48.891" v="2111" actId="1076"/>
          <ac:picMkLst>
            <pc:docMk/>
            <pc:sldMk cId="3821730484" sldId="299"/>
            <ac:picMk id="4" creationId="{2B83B2D1-B270-8750-36E4-CFE8FD73FAC8}"/>
          </ac:picMkLst>
        </pc:picChg>
      </pc:sldChg>
      <pc:sldChg chg="addSp delSp modSp new mod setBg">
        <pc:chgData name="Arseniy Buzyan (extern)" userId="S::arseniy.buzyan@edu.stockholm.se::f92a01cd-049f-4602-b292-09b82d2ea4e3" providerId="AD" clId="Web-{8B0CD695-C190-36EB-1C41-8827F82362C8}" dt="2026-08-15T14:39:54.830" v="2119" actId="1076"/>
        <pc:sldMkLst>
          <pc:docMk/>
          <pc:sldMk cId="2683304210" sldId="300"/>
        </pc:sldMkLst>
        <pc:spChg chg="del">
          <ac:chgData name="Arseniy Buzyan (extern)" userId="S::arseniy.buzyan@edu.stockholm.se::f92a01cd-049f-4602-b292-09b82d2ea4e3" providerId="AD" clId="Web-{8B0CD695-C190-36EB-1C41-8827F82362C8}" dt="2026-08-15T14:39:30.142" v="2114"/>
          <ac:spMkLst>
            <pc:docMk/>
            <pc:sldMk cId="2683304210" sldId="300"/>
            <ac:spMk id="2" creationId="{F758DFDD-9785-67CC-910B-AEFC71376EEB}"/>
          </ac:spMkLst>
        </pc:spChg>
        <pc:spChg chg="del">
          <ac:chgData name="Arseniy Buzyan (extern)" userId="S::arseniy.buzyan@edu.stockholm.se::f92a01cd-049f-4602-b292-09b82d2ea4e3" providerId="AD" clId="Web-{8B0CD695-C190-36EB-1C41-8827F82362C8}" dt="2026-08-15T14:39:30.142" v="2113"/>
          <ac:spMkLst>
            <pc:docMk/>
            <pc:sldMk cId="2683304210" sldId="300"/>
            <ac:spMk id="3" creationId="{9884C88E-C570-6D9F-15B1-DACDFE762779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9:41.768" v="2116"/>
          <ac:spMkLst>
            <pc:docMk/>
            <pc:sldMk cId="2683304210" sldId="300"/>
            <ac:spMk id="9" creationId="{AB8C311F-7253-4AED-9701-7FC0708C41C7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9:41.768" v="2116"/>
          <ac:spMkLst>
            <pc:docMk/>
            <pc:sldMk cId="2683304210" sldId="300"/>
            <ac:spMk id="11" creationId="{E2384209-CB15-4CDF-9D31-C44FD9A3F20D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9:41.768" v="2116"/>
          <ac:spMkLst>
            <pc:docMk/>
            <pc:sldMk cId="2683304210" sldId="300"/>
            <ac:spMk id="13" creationId="{2633B3B5-CC90-43F0-8714-D31D1F3F0209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39:41.768" v="2116"/>
          <ac:spMkLst>
            <pc:docMk/>
            <pc:sldMk cId="2683304210" sldId="300"/>
            <ac:spMk id="15" creationId="{A8D57A06-A426-446D-B02C-A2DC6B62E45E}"/>
          </ac:spMkLst>
        </pc:spChg>
        <pc:picChg chg="add mod modCrop">
          <ac:chgData name="Arseniy Buzyan (extern)" userId="S::arseniy.buzyan@edu.stockholm.se::f92a01cd-049f-4602-b292-09b82d2ea4e3" providerId="AD" clId="Web-{8B0CD695-C190-36EB-1C41-8827F82362C8}" dt="2026-08-15T14:39:54.830" v="2119" actId="1076"/>
          <ac:picMkLst>
            <pc:docMk/>
            <pc:sldMk cId="2683304210" sldId="300"/>
            <ac:picMk id="4" creationId="{3CC2859B-5144-7CEE-7F1D-CB20954948FC}"/>
          </ac:picMkLst>
        </pc:picChg>
      </pc:sldChg>
      <pc:sldChg chg="addSp delSp modSp new mod setBg">
        <pc:chgData name="Arseniy Buzyan (extern)" userId="S::arseniy.buzyan@edu.stockholm.se::f92a01cd-049f-4602-b292-09b82d2ea4e3" providerId="AD" clId="Web-{8B0CD695-C190-36EB-1C41-8827F82362C8}" dt="2026-08-15T14:41:05.957" v="2127"/>
        <pc:sldMkLst>
          <pc:docMk/>
          <pc:sldMk cId="974339644" sldId="301"/>
        </pc:sldMkLst>
        <pc:spChg chg="del">
          <ac:chgData name="Arseniy Buzyan (extern)" userId="S::arseniy.buzyan@edu.stockholm.se::f92a01cd-049f-4602-b292-09b82d2ea4e3" providerId="AD" clId="Web-{8B0CD695-C190-36EB-1C41-8827F82362C8}" dt="2026-08-15T14:40:35.425" v="2122"/>
          <ac:spMkLst>
            <pc:docMk/>
            <pc:sldMk cId="974339644" sldId="301"/>
            <ac:spMk id="2" creationId="{8B62CBE0-0F03-EBD6-C76C-C95251C450F0}"/>
          </ac:spMkLst>
        </pc:spChg>
        <pc:spChg chg="del">
          <ac:chgData name="Arseniy Buzyan (extern)" userId="S::arseniy.buzyan@edu.stockholm.se::f92a01cd-049f-4602-b292-09b82d2ea4e3" providerId="AD" clId="Web-{8B0CD695-C190-36EB-1C41-8827F82362C8}" dt="2026-08-15T14:40:35.425" v="2121"/>
          <ac:spMkLst>
            <pc:docMk/>
            <pc:sldMk cId="974339644" sldId="301"/>
            <ac:spMk id="3" creationId="{84B0BD25-F321-C153-E7D3-917C0592A970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4:41:05.957" v="2127"/>
          <ac:spMkLst>
            <pc:docMk/>
            <pc:sldMk cId="974339644" sldId="301"/>
            <ac:spMk id="9" creationId="{AB8C311F-7253-4AED-9701-7FC0708C41C7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4:41:05.957" v="2127"/>
          <ac:spMkLst>
            <pc:docMk/>
            <pc:sldMk cId="974339644" sldId="301"/>
            <ac:spMk id="11" creationId="{E2384209-CB15-4CDF-9D31-C44FD9A3F20D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4:41:05.957" v="2127"/>
          <ac:spMkLst>
            <pc:docMk/>
            <pc:sldMk cId="974339644" sldId="301"/>
            <ac:spMk id="13" creationId="{2633B3B5-CC90-43F0-8714-D31D1F3F0209}"/>
          </ac:spMkLst>
        </pc:spChg>
        <pc:spChg chg="add del">
          <ac:chgData name="Arseniy Buzyan (extern)" userId="S::arseniy.buzyan@edu.stockholm.se::f92a01cd-049f-4602-b292-09b82d2ea4e3" providerId="AD" clId="Web-{8B0CD695-C190-36EB-1C41-8827F82362C8}" dt="2026-08-15T14:41:05.957" v="2127"/>
          <ac:spMkLst>
            <pc:docMk/>
            <pc:sldMk cId="974339644" sldId="301"/>
            <ac:spMk id="15" creationId="{A8D57A06-A426-446D-B02C-A2DC6B62E45E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41:05.957" v="2127"/>
          <ac:spMkLst>
            <pc:docMk/>
            <pc:sldMk cId="974339644" sldId="301"/>
            <ac:spMk id="20" creationId="{AB8C311F-7253-4AED-9701-7FC0708C41C7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41:05.957" v="2127"/>
          <ac:spMkLst>
            <pc:docMk/>
            <pc:sldMk cId="974339644" sldId="301"/>
            <ac:spMk id="22" creationId="{E2384209-CB15-4CDF-9D31-C44FD9A3F20D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41:05.957" v="2127"/>
          <ac:spMkLst>
            <pc:docMk/>
            <pc:sldMk cId="974339644" sldId="301"/>
            <ac:spMk id="24" creationId="{2633B3B5-CC90-43F0-8714-D31D1F3F0209}"/>
          </ac:spMkLst>
        </pc:spChg>
        <pc:spChg chg="add">
          <ac:chgData name="Arseniy Buzyan (extern)" userId="S::arseniy.buzyan@edu.stockholm.se::f92a01cd-049f-4602-b292-09b82d2ea4e3" providerId="AD" clId="Web-{8B0CD695-C190-36EB-1C41-8827F82362C8}" dt="2026-08-15T14:41:05.957" v="2127"/>
          <ac:spMkLst>
            <pc:docMk/>
            <pc:sldMk cId="974339644" sldId="301"/>
            <ac:spMk id="26" creationId="{A8D57A06-A426-446D-B02C-A2DC6B62E45E}"/>
          </ac:spMkLst>
        </pc:spChg>
        <pc:picChg chg="add mod modCrop">
          <ac:chgData name="Arseniy Buzyan (extern)" userId="S::arseniy.buzyan@edu.stockholm.se::f92a01cd-049f-4602-b292-09b82d2ea4e3" providerId="AD" clId="Web-{8B0CD695-C190-36EB-1C41-8827F82362C8}" dt="2026-08-15T14:41:05.957" v="2127"/>
          <ac:picMkLst>
            <pc:docMk/>
            <pc:sldMk cId="974339644" sldId="301"/>
            <ac:picMk id="4" creationId="{BBF3358D-C199-E888-5C97-D7A6D4EFD994}"/>
          </ac:picMkLst>
        </pc:picChg>
      </pc:sldChg>
    </pc:docChg>
  </pc:docChgLst>
</pc:chgInfo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6_2#3">
  <dgm:title val=""/>
  <dgm:desc val=""/>
  <dgm:catLst>
    <dgm:cat type="accent6" pri="11200"/>
  </dgm:catLst>
  <dgm:styleLbl name="node0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6"/>
    </dgm:fillClrLst>
    <dgm:linClrLst meth="repeat">
      <a:schemeClr val="accent6"/>
    </dgm:linClrLst>
    <dgm:effectClrLst/>
    <dgm:txLinClrLst/>
    <dgm:txFillClrLst/>
    <dgm:txEffectClrLst/>
  </dgm:styleLbl>
  <dgm:styleLbl name="lnNode1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6">
        <a:tint val="60000"/>
      </a:schemeClr>
    </dgm:fillClrLst>
    <dgm:linClrLst meth="repeat">
      <a:schemeClr val="accent6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6">
        <a:tint val="60000"/>
      </a:schemeClr>
    </dgm:fillClrLst>
    <dgm:linClrLst meth="repeat">
      <a:schemeClr val="accent6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6">
        <a:tint val="60000"/>
      </a:schemeClr>
    </dgm:fillClrLst>
    <dgm:linClrLst meth="repeat">
      <a:schemeClr val="accent6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6"/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6"/>
    </dgm:fillClrLst>
    <dgm:linClrLst meth="repeat">
      <a:schemeClr val="accent6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6">
        <a:tint val="60000"/>
      </a:schemeClr>
    </dgm:fillClrLst>
    <dgm:linClrLst meth="repeat">
      <a:schemeClr val="accent6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6"/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6"/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6"/>
    </dgm:fillClrLst>
    <dgm:linClrLst meth="repeat">
      <a:schemeClr val="accent6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/>
    </dgm:fillClrLst>
    <dgm:linClrLst meth="repeat">
      <a:schemeClr val="accent6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/>
    </dgm:fillClrLst>
    <dgm:linClrLst meth="repeat">
      <a:schemeClr val="accent6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/>
    </dgm:fillClrLst>
    <dgm:linClrLst meth="repeat">
      <a:schemeClr val="accent6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6">
        <a:alpha val="90000"/>
        <a:tint val="40000"/>
      </a:schemeClr>
    </dgm:fillClrLst>
    <dgm:linClrLst meth="repeat">
      <a:schemeClr val="accent6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6">
        <a:alpha val="90000"/>
        <a:tint val="40000"/>
      </a:schemeClr>
    </dgm:fillClrLst>
    <dgm:linClrLst meth="repeat">
      <a:schemeClr val="accent6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6">
        <a:alpha val="90000"/>
        <a:tint val="40000"/>
      </a:schemeClr>
    </dgm:fillClrLst>
    <dgm:linClrLst meth="repeat">
      <a:schemeClr val="accent6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6">
        <a:tint val="4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6">
        <a:shade val="80000"/>
      </a:schemeClr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6">
        <a:tint val="50000"/>
        <a:alpha val="40000"/>
      </a:schemeClr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6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#11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04A9E1B5-2C37-419F-9FC4-D97C1F0B8912}" type="doc">
      <dgm:prSet loTypeId="urn:microsoft.com/office/officeart/2005/8/layout/vList2" loCatId="list" qsTypeId="urn:microsoft.com/office/officeart/2005/8/quickstyle/simple4#4" qsCatId="simple" csTypeId="urn:microsoft.com/office/officeart/2005/8/colors/accent6_2#3" csCatId="accent6"/>
      <dgm:spPr/>
      <dgm:t>
        <a:bodyPr/>
        <a:lstStyle/>
        <a:p>
          <a:endParaRPr lang="en-US"/>
        </a:p>
      </dgm:t>
    </dgm:pt>
    <dgm:pt modelId="{2EB77E6A-C922-4A94-A921-37343001026D}">
      <dgm:prSet/>
      <dgm:spPr/>
      <dgm:t>
        <a:bodyPr/>
        <a:lstStyle/>
        <a:p>
          <a:r>
            <a:rPr lang="en-US"/>
            <a:t>Ansible har dedikerade Windows-moduler – alla börjar med win_.</a:t>
          </a:r>
        </a:p>
      </dgm:t>
    </dgm:pt>
    <dgm:pt modelId="{8FBBE222-0AF8-4E8C-B40C-6EE689A86038}" type="parTrans" cxnId="{F5631327-FFBD-4BB2-B71C-9F222C9EE972}">
      <dgm:prSet/>
      <dgm:spPr/>
      <dgm:t>
        <a:bodyPr/>
        <a:lstStyle/>
        <a:p>
          <a:endParaRPr lang="en-US"/>
        </a:p>
      </dgm:t>
    </dgm:pt>
    <dgm:pt modelId="{88C5A7ED-5365-42A1-84DF-7DC7DF4A5EC7}" type="sibTrans" cxnId="{F5631327-FFBD-4BB2-B71C-9F222C9EE972}">
      <dgm:prSet/>
      <dgm:spPr/>
      <dgm:t>
        <a:bodyPr/>
        <a:lstStyle/>
        <a:p>
          <a:endParaRPr lang="en-US"/>
        </a:p>
      </dgm:t>
    </dgm:pt>
    <dgm:pt modelId="{792DFEC0-F7D1-42F8-BDC2-05DAD39D8DD0}">
      <dgm:prSet/>
      <dgm:spPr/>
      <dgm:t>
        <a:bodyPr/>
        <a:lstStyle/>
        <a:p>
          <a:r>
            <a:rPr lang="en-US"/>
            <a:t>Enligt Ansible-dokumentation: Dessa moduler är skrivna i PowerShell och fungerar bara på Windows-värdar . Ansible använder WinRM för att ansluta.</a:t>
          </a:r>
        </a:p>
      </dgm:t>
    </dgm:pt>
    <dgm:pt modelId="{DBA01691-EA22-449F-B278-A9CCBD81FE78}" type="parTrans" cxnId="{25E3B244-AEBA-460F-BCCF-573DEF6FE6E3}">
      <dgm:prSet/>
      <dgm:spPr/>
      <dgm:t>
        <a:bodyPr/>
        <a:lstStyle/>
        <a:p>
          <a:endParaRPr lang="en-US"/>
        </a:p>
      </dgm:t>
    </dgm:pt>
    <dgm:pt modelId="{C3B1ADD9-FDD9-4E35-A3E1-044B8B181B0C}" type="sibTrans" cxnId="{25E3B244-AEBA-460F-BCCF-573DEF6FE6E3}">
      <dgm:prSet/>
      <dgm:spPr/>
      <dgm:t>
        <a:bodyPr/>
        <a:lstStyle/>
        <a:p>
          <a:endParaRPr lang="en-US"/>
        </a:p>
      </dgm:t>
    </dgm:pt>
    <dgm:pt modelId="{5488FF90-51A2-496C-8350-6EB269D31544}" type="pres">
      <dgm:prSet presAssocID="{04A9E1B5-2C37-419F-9FC4-D97C1F0B8912}" presName="linear" presStyleCnt="0">
        <dgm:presLayoutVars>
          <dgm:animLvl val="lvl"/>
          <dgm:resizeHandles val="exact"/>
        </dgm:presLayoutVars>
      </dgm:prSet>
      <dgm:spPr/>
    </dgm:pt>
    <dgm:pt modelId="{51B85148-89D3-4C0E-8726-D0D27CCD2CAF}" type="pres">
      <dgm:prSet presAssocID="{2EB77E6A-C922-4A94-A921-37343001026D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A4B7BFC1-8910-4DF6-AA39-07E1283E9803}" type="pres">
      <dgm:prSet presAssocID="{88C5A7ED-5365-42A1-84DF-7DC7DF4A5EC7}" presName="spacer" presStyleCnt="0"/>
      <dgm:spPr/>
    </dgm:pt>
    <dgm:pt modelId="{2F22FBCB-3E75-43DF-A9F1-FDC2E83DEB37}" type="pres">
      <dgm:prSet presAssocID="{792DFEC0-F7D1-42F8-BDC2-05DAD39D8DD0}" presName="parentText" presStyleLbl="node1" presStyleIdx="1" presStyleCnt="2">
        <dgm:presLayoutVars>
          <dgm:chMax val="0"/>
          <dgm:bulletEnabled val="1"/>
        </dgm:presLayoutVars>
      </dgm:prSet>
      <dgm:spPr/>
    </dgm:pt>
  </dgm:ptLst>
  <dgm:cxnLst>
    <dgm:cxn modelId="{F5631327-FFBD-4BB2-B71C-9F222C9EE972}" srcId="{04A9E1B5-2C37-419F-9FC4-D97C1F0B8912}" destId="{2EB77E6A-C922-4A94-A921-37343001026D}" srcOrd="0" destOrd="0" parTransId="{8FBBE222-0AF8-4E8C-B40C-6EE689A86038}" sibTransId="{88C5A7ED-5365-42A1-84DF-7DC7DF4A5EC7}"/>
    <dgm:cxn modelId="{6E8CFE2B-CE74-48FB-93D0-5A4CA1643D0E}" type="presOf" srcId="{2EB77E6A-C922-4A94-A921-37343001026D}" destId="{51B85148-89D3-4C0E-8726-D0D27CCD2CAF}" srcOrd="0" destOrd="0" presId="urn:microsoft.com/office/officeart/2005/8/layout/vList2"/>
    <dgm:cxn modelId="{4ED04139-C3C5-413C-A830-EC9AC4EDEA90}" type="presOf" srcId="{04A9E1B5-2C37-419F-9FC4-D97C1F0B8912}" destId="{5488FF90-51A2-496C-8350-6EB269D31544}" srcOrd="0" destOrd="0" presId="urn:microsoft.com/office/officeart/2005/8/layout/vList2"/>
    <dgm:cxn modelId="{25E3B244-AEBA-460F-BCCF-573DEF6FE6E3}" srcId="{04A9E1B5-2C37-419F-9FC4-D97C1F0B8912}" destId="{792DFEC0-F7D1-42F8-BDC2-05DAD39D8DD0}" srcOrd="1" destOrd="0" parTransId="{DBA01691-EA22-449F-B278-A9CCBD81FE78}" sibTransId="{C3B1ADD9-FDD9-4E35-A3E1-044B8B181B0C}"/>
    <dgm:cxn modelId="{7D26C7CA-6677-4E55-9D39-C6C4CD53A5D8}" type="presOf" srcId="{792DFEC0-F7D1-42F8-BDC2-05DAD39D8DD0}" destId="{2F22FBCB-3E75-43DF-A9F1-FDC2E83DEB37}" srcOrd="0" destOrd="0" presId="urn:microsoft.com/office/officeart/2005/8/layout/vList2"/>
    <dgm:cxn modelId="{F1E5201A-7FE5-4AC9-917B-F3C260A6EE0E}" type="presParOf" srcId="{5488FF90-51A2-496C-8350-6EB269D31544}" destId="{51B85148-89D3-4C0E-8726-D0D27CCD2CAF}" srcOrd="0" destOrd="0" presId="urn:microsoft.com/office/officeart/2005/8/layout/vList2"/>
    <dgm:cxn modelId="{9878ECFB-A442-4201-8A17-59D1F9CA3A84}" type="presParOf" srcId="{5488FF90-51A2-496C-8350-6EB269D31544}" destId="{A4B7BFC1-8910-4DF6-AA39-07E1283E9803}" srcOrd="1" destOrd="0" presId="urn:microsoft.com/office/officeart/2005/8/layout/vList2"/>
    <dgm:cxn modelId="{10A0F533-555C-4F2B-B292-C6EFA0C5639F}" type="presParOf" srcId="{5488FF90-51A2-496C-8350-6EB269D31544}" destId="{2F22FBCB-3E75-43DF-A9F1-FDC2E83DEB37}" srcOrd="2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1F36A39C-5A07-4724-A1AE-CD7E535ECBBF}" type="doc">
      <dgm:prSet loTypeId="urn:microsoft.com/office/officeart/2005/8/layout/hierarchy1" loCatId="hierarchy" qsTypeId="urn:microsoft.com/office/officeart/2005/8/quickstyle/simple1#63" qsCatId="simple" csTypeId="urn:microsoft.com/office/officeart/2005/8/colors/accent1_2#11" csCatId="accent1" phldr="1"/>
      <dgm:spPr/>
      <dgm:t>
        <a:bodyPr/>
        <a:lstStyle/>
        <a:p>
          <a:endParaRPr lang="en-US"/>
        </a:p>
      </dgm:t>
    </dgm:pt>
    <dgm:pt modelId="{0866A713-82DD-4C3D-B164-7C35B866AF5F}">
      <dgm:prSet/>
      <dgm:spPr/>
      <dgm:t>
        <a:bodyPr/>
        <a:lstStyle/>
        <a:p>
          <a:r>
            <a:rPr lang="en-US"/>
            <a:t>win_feature – Installera Windows-funktioner</a:t>
          </a:r>
        </a:p>
      </dgm:t>
    </dgm:pt>
    <dgm:pt modelId="{2869E9EA-A061-4423-8D4E-AC6C2B189561}" type="parTrans" cxnId="{62E13A82-55CA-4F17-8CB0-228C8C7E30CE}">
      <dgm:prSet/>
      <dgm:spPr/>
      <dgm:t>
        <a:bodyPr/>
        <a:lstStyle/>
        <a:p>
          <a:endParaRPr lang="en-US"/>
        </a:p>
      </dgm:t>
    </dgm:pt>
    <dgm:pt modelId="{BB583E33-6D3D-4CEF-9723-E48C3A96D4BD}" type="sibTrans" cxnId="{62E13A82-55CA-4F17-8CB0-228C8C7E30CE}">
      <dgm:prSet/>
      <dgm:spPr/>
      <dgm:t>
        <a:bodyPr/>
        <a:lstStyle/>
        <a:p>
          <a:endParaRPr lang="en-US"/>
        </a:p>
      </dgm:t>
    </dgm:pt>
    <dgm:pt modelId="{EBE1CA13-4F52-492B-8CDA-75F6FEBAA7A3}">
      <dgm:prSet/>
      <dgm:spPr/>
      <dgm:t>
        <a:bodyPr/>
        <a:lstStyle/>
        <a:p>
          <a:r>
            <a:rPr lang="en-US"/>
            <a:t>win_feature installerar Windows-roller och -funktioner (t.ex. IIS, DNS, Hyper-V) .</a:t>
          </a:r>
        </a:p>
      </dgm:t>
    </dgm:pt>
    <dgm:pt modelId="{7F659613-EC8A-4A22-B66C-81CC42A2DF78}" type="parTrans" cxnId="{62CFA883-190A-45B9-BD3C-22299F98CBCA}">
      <dgm:prSet/>
      <dgm:spPr/>
      <dgm:t>
        <a:bodyPr/>
        <a:lstStyle/>
        <a:p>
          <a:endParaRPr lang="en-US"/>
        </a:p>
      </dgm:t>
    </dgm:pt>
    <dgm:pt modelId="{54409DDE-3949-4366-AB9A-E3D9C3954F87}" type="sibTrans" cxnId="{62CFA883-190A-45B9-BD3C-22299F98CBCA}">
      <dgm:prSet/>
      <dgm:spPr/>
      <dgm:t>
        <a:bodyPr/>
        <a:lstStyle/>
        <a:p>
          <a:endParaRPr lang="en-US"/>
        </a:p>
      </dgm:t>
    </dgm:pt>
    <dgm:pt modelId="{7B39D1F0-2EF4-4CD6-9C67-35E09CF524BF}" type="pres">
      <dgm:prSet presAssocID="{1F36A39C-5A07-4724-A1AE-CD7E535ECBBF}" presName="hierChild1" presStyleCnt="0">
        <dgm:presLayoutVars>
          <dgm:chPref val="1"/>
          <dgm:dir/>
          <dgm:animOne val="branch"/>
          <dgm:animLvl val="lvl"/>
          <dgm:resizeHandles/>
        </dgm:presLayoutVars>
      </dgm:prSet>
      <dgm:spPr/>
    </dgm:pt>
    <dgm:pt modelId="{39BB0EB8-A1EC-40EF-86EF-1112FF4CAFDA}" type="pres">
      <dgm:prSet presAssocID="{0866A713-82DD-4C3D-B164-7C35B866AF5F}" presName="hierRoot1" presStyleCnt="0"/>
      <dgm:spPr/>
    </dgm:pt>
    <dgm:pt modelId="{F4DEA64A-6467-4734-9A17-01A9C365316E}" type="pres">
      <dgm:prSet presAssocID="{0866A713-82DD-4C3D-B164-7C35B866AF5F}" presName="composite" presStyleCnt="0"/>
      <dgm:spPr/>
    </dgm:pt>
    <dgm:pt modelId="{9CF144EA-B37F-4124-8448-17ACCACADF57}" type="pres">
      <dgm:prSet presAssocID="{0866A713-82DD-4C3D-B164-7C35B866AF5F}" presName="background" presStyleLbl="node0" presStyleIdx="0" presStyleCnt="2"/>
      <dgm:spPr/>
    </dgm:pt>
    <dgm:pt modelId="{D924A917-E979-4438-AD21-ED39B5C613B4}" type="pres">
      <dgm:prSet presAssocID="{0866A713-82DD-4C3D-B164-7C35B866AF5F}" presName="text" presStyleLbl="fgAcc0" presStyleIdx="0" presStyleCnt="2">
        <dgm:presLayoutVars>
          <dgm:chPref val="3"/>
        </dgm:presLayoutVars>
      </dgm:prSet>
      <dgm:spPr/>
    </dgm:pt>
    <dgm:pt modelId="{9D25C58F-980A-46D1-A8D3-BFF250FFED9F}" type="pres">
      <dgm:prSet presAssocID="{0866A713-82DD-4C3D-B164-7C35B866AF5F}" presName="hierChild2" presStyleCnt="0"/>
      <dgm:spPr/>
    </dgm:pt>
    <dgm:pt modelId="{4E3A3380-22BF-4116-B6D7-08857416CB41}" type="pres">
      <dgm:prSet presAssocID="{EBE1CA13-4F52-492B-8CDA-75F6FEBAA7A3}" presName="hierRoot1" presStyleCnt="0"/>
      <dgm:spPr/>
    </dgm:pt>
    <dgm:pt modelId="{7891BBA3-438D-4FE3-B273-590B060BA58F}" type="pres">
      <dgm:prSet presAssocID="{EBE1CA13-4F52-492B-8CDA-75F6FEBAA7A3}" presName="composite" presStyleCnt="0"/>
      <dgm:spPr/>
    </dgm:pt>
    <dgm:pt modelId="{AC2544C0-BBB4-4ABF-AA96-110599CB5B37}" type="pres">
      <dgm:prSet presAssocID="{EBE1CA13-4F52-492B-8CDA-75F6FEBAA7A3}" presName="background" presStyleLbl="node0" presStyleIdx="1" presStyleCnt="2"/>
      <dgm:spPr/>
    </dgm:pt>
    <dgm:pt modelId="{64684A06-A627-4C8B-ABE6-B29C28853F97}" type="pres">
      <dgm:prSet presAssocID="{EBE1CA13-4F52-492B-8CDA-75F6FEBAA7A3}" presName="text" presStyleLbl="fgAcc0" presStyleIdx="1" presStyleCnt="2">
        <dgm:presLayoutVars>
          <dgm:chPref val="3"/>
        </dgm:presLayoutVars>
      </dgm:prSet>
      <dgm:spPr/>
    </dgm:pt>
    <dgm:pt modelId="{71101D97-C943-4A27-A6B5-E57BCC7B3ACB}" type="pres">
      <dgm:prSet presAssocID="{EBE1CA13-4F52-492B-8CDA-75F6FEBAA7A3}" presName="hierChild2" presStyleCnt="0"/>
      <dgm:spPr/>
    </dgm:pt>
  </dgm:ptLst>
  <dgm:cxnLst>
    <dgm:cxn modelId="{7AD6DB2D-2008-4271-B661-202302F2F5EE}" type="presOf" srcId="{1F36A39C-5A07-4724-A1AE-CD7E535ECBBF}" destId="{7B39D1F0-2EF4-4CD6-9C67-35E09CF524BF}" srcOrd="0" destOrd="0" presId="urn:microsoft.com/office/officeart/2005/8/layout/hierarchy1"/>
    <dgm:cxn modelId="{62E13A82-55CA-4F17-8CB0-228C8C7E30CE}" srcId="{1F36A39C-5A07-4724-A1AE-CD7E535ECBBF}" destId="{0866A713-82DD-4C3D-B164-7C35B866AF5F}" srcOrd="0" destOrd="0" parTransId="{2869E9EA-A061-4423-8D4E-AC6C2B189561}" sibTransId="{BB583E33-6D3D-4CEF-9723-E48C3A96D4BD}"/>
    <dgm:cxn modelId="{62CFA883-190A-45B9-BD3C-22299F98CBCA}" srcId="{1F36A39C-5A07-4724-A1AE-CD7E535ECBBF}" destId="{EBE1CA13-4F52-492B-8CDA-75F6FEBAA7A3}" srcOrd="1" destOrd="0" parTransId="{7F659613-EC8A-4A22-B66C-81CC42A2DF78}" sibTransId="{54409DDE-3949-4366-AB9A-E3D9C3954F87}"/>
    <dgm:cxn modelId="{ABEF5AA2-F7D4-4138-964E-3CEC8639F017}" type="presOf" srcId="{0866A713-82DD-4C3D-B164-7C35B866AF5F}" destId="{D924A917-E979-4438-AD21-ED39B5C613B4}" srcOrd="0" destOrd="0" presId="urn:microsoft.com/office/officeart/2005/8/layout/hierarchy1"/>
    <dgm:cxn modelId="{616B53D5-5D72-4A01-879C-EEB397F64087}" type="presOf" srcId="{EBE1CA13-4F52-492B-8CDA-75F6FEBAA7A3}" destId="{64684A06-A627-4C8B-ABE6-B29C28853F97}" srcOrd="0" destOrd="0" presId="urn:microsoft.com/office/officeart/2005/8/layout/hierarchy1"/>
    <dgm:cxn modelId="{DCF4FEBE-4B6A-41CB-AC40-24A4C130694D}" type="presParOf" srcId="{7B39D1F0-2EF4-4CD6-9C67-35E09CF524BF}" destId="{39BB0EB8-A1EC-40EF-86EF-1112FF4CAFDA}" srcOrd="0" destOrd="0" presId="urn:microsoft.com/office/officeart/2005/8/layout/hierarchy1"/>
    <dgm:cxn modelId="{1D44191D-9760-4223-B459-92A0D08676F5}" type="presParOf" srcId="{39BB0EB8-A1EC-40EF-86EF-1112FF4CAFDA}" destId="{F4DEA64A-6467-4734-9A17-01A9C365316E}" srcOrd="0" destOrd="0" presId="urn:microsoft.com/office/officeart/2005/8/layout/hierarchy1"/>
    <dgm:cxn modelId="{67BE249E-EF21-4CB0-8972-4C005AF1879E}" type="presParOf" srcId="{F4DEA64A-6467-4734-9A17-01A9C365316E}" destId="{9CF144EA-B37F-4124-8448-17ACCACADF57}" srcOrd="0" destOrd="0" presId="urn:microsoft.com/office/officeart/2005/8/layout/hierarchy1"/>
    <dgm:cxn modelId="{E8C55862-436F-450E-9CC8-2BD508F44765}" type="presParOf" srcId="{F4DEA64A-6467-4734-9A17-01A9C365316E}" destId="{D924A917-E979-4438-AD21-ED39B5C613B4}" srcOrd="1" destOrd="0" presId="urn:microsoft.com/office/officeart/2005/8/layout/hierarchy1"/>
    <dgm:cxn modelId="{F10810C2-A3D1-4348-808E-0F68836FC0AB}" type="presParOf" srcId="{39BB0EB8-A1EC-40EF-86EF-1112FF4CAFDA}" destId="{9D25C58F-980A-46D1-A8D3-BFF250FFED9F}" srcOrd="1" destOrd="0" presId="urn:microsoft.com/office/officeart/2005/8/layout/hierarchy1"/>
    <dgm:cxn modelId="{6E184B0E-568C-4821-B848-1D78642A8994}" type="presParOf" srcId="{7B39D1F0-2EF4-4CD6-9C67-35E09CF524BF}" destId="{4E3A3380-22BF-4116-B6D7-08857416CB41}" srcOrd="1" destOrd="0" presId="urn:microsoft.com/office/officeart/2005/8/layout/hierarchy1"/>
    <dgm:cxn modelId="{44837D0F-86CD-48FA-81C9-5B951F3BF4E7}" type="presParOf" srcId="{4E3A3380-22BF-4116-B6D7-08857416CB41}" destId="{7891BBA3-438D-4FE3-B273-590B060BA58F}" srcOrd="0" destOrd="0" presId="urn:microsoft.com/office/officeart/2005/8/layout/hierarchy1"/>
    <dgm:cxn modelId="{961E0EF6-29D9-43A4-A40D-DC4F917740FB}" type="presParOf" srcId="{7891BBA3-438D-4FE3-B273-590B060BA58F}" destId="{AC2544C0-BBB4-4ABF-AA96-110599CB5B37}" srcOrd="0" destOrd="0" presId="urn:microsoft.com/office/officeart/2005/8/layout/hierarchy1"/>
    <dgm:cxn modelId="{EF388B44-9C08-455C-A998-478C57EF69AC}" type="presParOf" srcId="{7891BBA3-438D-4FE3-B273-590B060BA58F}" destId="{64684A06-A627-4C8B-ABE6-B29C28853F97}" srcOrd="1" destOrd="0" presId="urn:microsoft.com/office/officeart/2005/8/layout/hierarchy1"/>
    <dgm:cxn modelId="{D9D74315-7923-45C4-88D0-8B811A638378}" type="presParOf" srcId="{4E3A3380-22BF-4116-B6D7-08857416CB41}" destId="{71101D97-C943-4A27-A6B5-E57BCC7B3ACB}" srcOrd="1" destOrd="0" presId="urn:microsoft.com/office/officeart/2005/8/layout/hierarchy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1B85148-89D3-4C0E-8726-D0D27CCD2CAF}">
      <dsp:nvSpPr>
        <dsp:cNvPr id="0" name=""/>
        <dsp:cNvSpPr/>
      </dsp:nvSpPr>
      <dsp:spPr>
        <a:xfrm>
          <a:off x="0" y="190664"/>
          <a:ext cx="3822189" cy="1653356"/>
        </a:xfrm>
        <a:prstGeom prst="roundRect">
          <a:avLst/>
        </a:prstGeom>
        <a:gradFill rotWithShape="0">
          <a:gsLst>
            <a:gs pos="0">
              <a:schemeClr val="accent6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6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6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Ansible har dedikerade Windows-moduler – alla börjar med win_.</a:t>
          </a:r>
        </a:p>
      </dsp:txBody>
      <dsp:txXfrm>
        <a:off x="80710" y="271374"/>
        <a:ext cx="3660769" cy="1491936"/>
      </dsp:txXfrm>
    </dsp:sp>
    <dsp:sp modelId="{2F22FBCB-3E75-43DF-A9F1-FDC2E83DEB37}">
      <dsp:nvSpPr>
        <dsp:cNvPr id="0" name=""/>
        <dsp:cNvSpPr/>
      </dsp:nvSpPr>
      <dsp:spPr>
        <a:xfrm>
          <a:off x="0" y="1898741"/>
          <a:ext cx="3822189" cy="1653356"/>
        </a:xfrm>
        <a:prstGeom prst="roundRect">
          <a:avLst/>
        </a:prstGeom>
        <a:gradFill rotWithShape="0">
          <a:gsLst>
            <a:gs pos="0">
              <a:schemeClr val="accent6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6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6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Enligt Ansible-dokumentation: Dessa moduler är skrivna i PowerShell och fungerar bara på Windows-värdar . Ansible använder WinRM för att ansluta.</a:t>
          </a:r>
        </a:p>
      </dsp:txBody>
      <dsp:txXfrm>
        <a:off x="80710" y="1979451"/>
        <a:ext cx="3660769" cy="1491936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CF144EA-B37F-4124-8448-17ACCACADF57}">
      <dsp:nvSpPr>
        <dsp:cNvPr id="0" name=""/>
        <dsp:cNvSpPr/>
      </dsp:nvSpPr>
      <dsp:spPr>
        <a:xfrm>
          <a:off x="1487" y="109277"/>
          <a:ext cx="5220722" cy="331515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924A917-E979-4438-AD21-ED39B5C613B4}">
      <dsp:nvSpPr>
        <dsp:cNvPr id="0" name=""/>
        <dsp:cNvSpPr/>
      </dsp:nvSpPr>
      <dsp:spPr>
        <a:xfrm>
          <a:off x="581567" y="660353"/>
          <a:ext cx="5220722" cy="331515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52400" tIns="152400" rIns="152400" bIns="152400" numCol="1" spcCol="1270" anchor="ctr" anchorCtr="0">
          <a:noAutofit/>
        </a:bodyPr>
        <a:lstStyle/>
        <a:p>
          <a:pPr marL="0" lvl="0" indent="0" algn="ctr" defTabSz="1778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4000" kern="1200"/>
            <a:t>win_feature – Installera Windows-funktioner</a:t>
          </a:r>
        </a:p>
      </dsp:txBody>
      <dsp:txXfrm>
        <a:off x="678665" y="757451"/>
        <a:ext cx="5026526" cy="3120962"/>
      </dsp:txXfrm>
    </dsp:sp>
    <dsp:sp modelId="{AC2544C0-BBB4-4ABF-AA96-110599CB5B37}">
      <dsp:nvSpPr>
        <dsp:cNvPr id="0" name=""/>
        <dsp:cNvSpPr/>
      </dsp:nvSpPr>
      <dsp:spPr>
        <a:xfrm>
          <a:off x="6382370" y="109277"/>
          <a:ext cx="5220722" cy="331515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4684A06-A627-4C8B-ABE6-B29C28853F97}">
      <dsp:nvSpPr>
        <dsp:cNvPr id="0" name=""/>
        <dsp:cNvSpPr/>
      </dsp:nvSpPr>
      <dsp:spPr>
        <a:xfrm>
          <a:off x="6962450" y="660353"/>
          <a:ext cx="5220722" cy="331515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52400" tIns="152400" rIns="152400" bIns="152400" numCol="1" spcCol="1270" anchor="ctr" anchorCtr="0">
          <a:noAutofit/>
        </a:bodyPr>
        <a:lstStyle/>
        <a:p>
          <a:pPr marL="0" lvl="0" indent="0" algn="ctr" defTabSz="1778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4000" kern="1200"/>
            <a:t>win_feature installerar Windows-roller och -funktioner (t.ex. IIS, DNS, Hyper-V) .</a:t>
          </a:r>
        </a:p>
      </dsp:txBody>
      <dsp:txXfrm>
        <a:off x="7059548" y="757451"/>
        <a:ext cx="5026526" cy="3120962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hierarchy1">
  <dgm:title val=""/>
  <dgm:desc val=""/>
  <dgm:catLst>
    <dgm:cat type="hierarchy" pri="2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hierChild1">
    <dgm:varLst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primFontSz" for="des" ptType="node" op="equ" val="65"/>
      <dgm:constr type="w" for="des" forName="composite" refType="w"/>
      <dgm:constr type="h" for="des" forName="composite" refType="w" refFor="des" refForName="composite" fact="0.667"/>
      <dgm:constr type="w" for="des" forName="composite2" refType="w" refFor="des" refForName="composite"/>
      <dgm:constr type="h" for="des" forName="composite2" refType="h" refFor="des" refForName="composite"/>
      <dgm:constr type="w" for="des" forName="composite3" refType="w" refFor="des" refForName="composite"/>
      <dgm:constr type="h" for="des" forName="composite3" refType="h" refFor="des" refForName="composite"/>
      <dgm:constr type="w" for="des" forName="composite4" refType="w" refFor="des" refForName="composite"/>
      <dgm:constr type="h" for="des" forName="composite4" refType="h" refFor="des" refForName="composite"/>
      <dgm:constr type="w" for="des" forName="composite5" refType="w" refFor="des" refForName="composite"/>
      <dgm:constr type="h" for="des" forName="composite5" refType="h" refFor="des" refForName="composite"/>
      <dgm:constr type="sibSp" refType="w" refFor="des" refForName="composite" fact="0.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p" for="des" forName="hierRoot1" refType="h" refFor="des" refForName="composite" fact="0.25"/>
      <dgm:constr type="sp" for="des" forName="hierRoot2" refType="sp" refFor="des" refForName="hierRoot1"/>
      <dgm:constr type="sp" for="des" forName="hierRoot3" refType="sp" refFor="des" refForName="hierRoot1"/>
      <dgm:constr type="sp" for="des" forName="hierRoot4" refType="sp" refFor="des" refForName="hierRoot1"/>
      <dgm:constr type="sp" for="des" forName="hierRoot5" refType="sp" refFor="des" refForName="hierRoot1"/>
    </dgm:constrLst>
    <dgm:ruleLst/>
    <dgm:forEach name="Name3" axis="ch">
      <dgm:forEach name="Name4" axis="self" ptType="node">
        <dgm:layoutNode name="hierRoot1">
          <dgm:alg type="hierRoot"/>
          <dgm:shape xmlns:r="http://schemas.openxmlformats.org/officeDocument/2006/relationships" r:blip="">
            <dgm:adjLst/>
          </dgm:shape>
          <dgm:presOf/>
          <dgm:constrLst>
            <dgm:constr type="bendDist" for="des" ptType="parTrans" refType="sp" fact="0.5"/>
          </dgm:constrLst>
          <dgm:ruleLst/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onstrLst>
              <dgm:constr type="w" for="ch" forName="background" refType="w" fact="0.9"/>
              <dgm:constr type="h" for="ch" forName="background" refType="w" refFor="ch" refForName="background" fact="0.635"/>
              <dgm:constr type="t" for="ch" forName="background"/>
              <dgm:constr type="l" for="ch" forName="background"/>
              <dgm:constr type="w" for="ch" forName="text" refType="w" fact="0.9"/>
              <dgm:constr type="h" for="ch" forName="text" refType="w" refFor="ch" refForName="text" fact="0.635"/>
              <dgm:constr type="t" for="ch" forName="text" refType="w" fact="0.095"/>
              <dgm:constr type="l" for="ch" forName="text" refType="w" fact="0.1"/>
            </dgm:constrLst>
            <dgm:ruleLst/>
            <dgm:layoutNode name="background" styleLbl="node0" moveWith="text"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/>
              <dgm:constrLst/>
              <dgm:ruleLst/>
            </dgm:layoutNode>
            <dgm:layoutNode name="text" styleLbl="fgAcc0">
              <dgm:varLst>
                <dgm:chPref val="3"/>
              </dgm:varLst>
              <dgm:alg type="tx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self"/>
              <dgm:constrLst>
                <dgm:constr type="tMarg" refType="primFontSz" fact="0.3"/>
                <dgm:constr type="bMarg" refType="primFontSz" fact="0.3"/>
                <dgm:constr type="lMarg" refType="primFontSz" fact="0.3"/>
                <dgm:constr type="rMarg" refType="primFontSz" fact="0.3"/>
              </dgm:constrLst>
              <dgm:ruleLst>
                <dgm:rule type="primFontSz" val="5" fact="NaN" max="NaN"/>
              </dgm:ruleLst>
            </dgm:layoutNode>
          </dgm:layoutNode>
          <dgm:layoutNode name="hierChild2">
            <dgm:choose name="Name5">
              <dgm:if name="Name6" func="var" arg="dir" op="equ" val="norm">
                <dgm:alg type="hierChild">
                  <dgm:param type="linDir" val="fromL"/>
                </dgm:alg>
              </dgm:if>
              <dgm:else name="Name7">
                <dgm:alg type="hierChild">
                  <dgm:param type="linDir" val="fromR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Name8" axis="ch">
              <dgm:forEach name="Name9" axis="self" ptType="parTrans" cnt="1">
                <dgm:layoutNode name="Name10">
                  <dgm:alg type="conn">
                    <dgm:param type="dim" val="1D"/>
                    <dgm:param type="endSty" val="noArr"/>
                    <dgm:param type="connRout" val="bend"/>
                    <dgm:param type="bendPt" val="end"/>
                    <dgm:param type="begPts" val="bCtr"/>
                    <dgm:param type="endPts" val="tCtr"/>
                    <dgm:param type="srcNode" val="background"/>
                    <dgm:param type="dstNode" val="background2"/>
                  </dgm:alg>
                  <dgm:shape xmlns:r="http://schemas.openxmlformats.org/officeDocument/2006/relationships" type="conn" r:blip="" zOrderOff="-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forEach name="Name11" axis="self" ptType="node">
                <dgm:layoutNode name="hierRoot2">
                  <dgm:alg type="hierRoot"/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bendDist" for="des" ptType="parTrans" refType="sp" fact="0.5"/>
                  </dgm:constrLst>
                  <dgm:ruleLst/>
                  <dgm:layoutNode name="composite2">
                    <dgm:alg type="composite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w" for="ch" forName="background2" refType="w" fact="0.9"/>
                      <dgm:constr type="h" for="ch" forName="background2" refType="w" refFor="ch" refForName="background2" fact="0.635"/>
                      <dgm:constr type="t" for="ch" forName="background2"/>
                      <dgm:constr type="l" for="ch" forName="background2"/>
                      <dgm:constr type="w" for="ch" forName="text2" refType="w" fact="0.9"/>
                      <dgm:constr type="h" for="ch" forName="text2" refType="w" refFor="ch" refForName="text2" fact="0.635"/>
                      <dgm:constr type="t" for="ch" forName="text2" refType="w" fact="0.095"/>
                      <dgm:constr type="l" for="ch" forName="text2" refType="w" fact="0.1"/>
                    </dgm:constrLst>
                    <dgm:ruleLst/>
                    <dgm:layoutNode name="background2" moveWith="text2"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/>
                      <dgm:constrLst/>
                      <dgm:ruleLst/>
                    </dgm:layoutNode>
                    <dgm:layoutNode name="text2" styleLbl="fgAcc2">
                      <dgm:varLst>
                        <dgm:chPref val="3"/>
                      </dgm:varLst>
                      <dgm:alg type="tx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layoutNode>
                  <dgm:layoutNode name="hierChild3">
                    <dgm:choose name="Name12">
                      <dgm:if name="Name13" func="var" arg="dir" op="equ" val="norm">
                        <dgm:alg type="hierChild">
                          <dgm:param type="linDir" val="fromL"/>
                        </dgm:alg>
                      </dgm:if>
                      <dgm:else name="Name14">
                        <dgm:alg type="hierChild">
                          <dgm:param type="linDir" val="fromR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  <dgm:forEach name="Name15" axis="ch">
                      <dgm:forEach name="Name16" axis="self" ptType="parTrans" cnt="1">
                        <dgm:layoutNode name="Name17">
                          <dgm:alg type="conn">
                            <dgm:param type="dim" val="1D"/>
                            <dgm:param type="endSty" val="noArr"/>
                            <dgm:param type="connRout" val="bend"/>
                            <dgm:param type="bendPt" val="end"/>
                            <dgm:param type="begPts" val="bCtr"/>
                            <dgm:param type="endPts" val="tCtr"/>
                            <dgm:param type="srcNode" val="background2"/>
                            <dgm:param type="dstNode" val="background3"/>
                          </dgm:alg>
                          <dgm:shape xmlns:r="http://schemas.openxmlformats.org/officeDocument/2006/relationships" type="conn" r:blip="" zOrderOff="-999">
                            <dgm:adjLst/>
                          </dgm:shape>
                          <dgm:presOf axis="self"/>
                          <dgm:constrLst>
                            <dgm:constr type="begPad"/>
                            <dgm:constr type="endPad"/>
                          </dgm:constrLst>
                          <dgm:ruleLst/>
                        </dgm:layoutNode>
                      </dgm:forEach>
                      <dgm:forEach name="Name18" axis="self" ptType="node">
                        <dgm:layoutNode name="hierRoot3">
                          <dgm:alg type="hierRoot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>
                            <dgm:constr type="bendDist" for="des" ptType="parTrans" refType="sp" fact="0.5"/>
                          </dgm:constrLst>
                          <dgm:ruleLst/>
                          <dgm:layoutNode name="composite3">
                            <dgm:alg type="composite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w" for="ch" forName="background3" refType="w" fact="0.9"/>
                              <dgm:constr type="h" for="ch" forName="background3" refType="w" refFor="ch" refForName="background3" fact="0.635"/>
                              <dgm:constr type="t" for="ch" forName="background3"/>
                              <dgm:constr type="l" for="ch" forName="background3"/>
                              <dgm:constr type="w" for="ch" forName="text3" refType="w" fact="0.9"/>
                              <dgm:constr type="h" for="ch" forName="text3" refType="w" refFor="ch" refForName="text3" fact="0.635"/>
                              <dgm:constr type="t" for="ch" forName="text3" refType="w" fact="0.095"/>
                              <dgm:constr type="l" for="ch" forName="text3" refType="w" fact="0.1"/>
                            </dgm:constrLst>
                            <dgm:ruleLst/>
                            <dgm:layoutNode name="background3" moveWith="text3">
                              <dgm:alg type="sp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/>
                              <dgm:constrLst/>
                              <dgm:ruleLst/>
                            </dgm:layoutNode>
                            <dgm:layoutNode name="text3" styleLbl="fgAcc3">
                              <dgm:varLst>
                                <dgm:chPref val="3"/>
                              </dgm:varLst>
                              <dgm:alg type="tx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 axis="self"/>
                              <dgm:constrLst>
                                <dgm:constr type="tMarg" refType="primFontSz" fact="0.3"/>
                                <dgm:constr type="bMarg" refType="primFontSz" fact="0.3"/>
                                <dgm:constr type="lMarg" refType="primFontSz" fact="0.3"/>
                                <dgm:constr type="rMarg" refType="primFontSz" fact="0.3"/>
                              </dgm:constrLst>
                              <dgm:ruleLst>
                                <dgm:rule type="primFontSz" val="5" fact="NaN" max="NaN"/>
                              </dgm:ruleLst>
                            </dgm:layoutNode>
                          </dgm:layoutNode>
                          <dgm:layoutNode name="hierChild4">
                            <dgm:choose name="Name19">
                              <dgm:if name="Name20" func="var" arg="dir" op="equ" val="norm">
                                <dgm:alg type="hierChild">
                                  <dgm:param type="linDir" val="fromL"/>
                                </dgm:alg>
                              </dgm:if>
                              <dgm:else name="Name21">
                                <dgm:alg type="hierChild">
                                  <dgm:param type="linDir" val="fromR"/>
                                </dgm:alg>
                              </dgm:else>
                            </dgm:choose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/>
                            <dgm:ruleLst/>
                            <dgm:forEach name="repeat" axis="ch">
                              <dgm:forEach name="Name22" axis="self" ptType="parTrans" cnt="1">
                                <dgm:layoutNode name="Name23">
                                  <dgm:choose name="Name24">
                                    <dgm:if name="Name25" axis="self" func="depth" op="lte" val="4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3"/>
                                        <dgm:param type="dstNode" val="background4"/>
                                      </dgm:alg>
                                    </dgm:if>
                                    <dgm:else name="Name26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4"/>
                                        <dgm:param type="dstNode" val="background4"/>
                                      </dgm:alg>
                                    </dgm:else>
                                  </dgm:choose>
                                  <dgm:shape xmlns:r="http://schemas.openxmlformats.org/officeDocument/2006/relationships" type="conn" r:blip="" zOrderOff="-999">
                                    <dgm:adjLst/>
                                  </dgm:shape>
                                  <dgm:presOf axis="self"/>
                                  <dgm:constrLst>
                                    <dgm:constr type="begPad"/>
                                    <dgm:constr type="endPad"/>
                                  </dgm:constrLst>
                                  <dgm:ruleLst/>
                                </dgm:layoutNode>
                              </dgm:forEach>
                              <dgm:forEach name="Name27" axis="self" ptType="node">
                                <dgm:layoutNode name="hierRoot4">
                                  <dgm:alg type="hierRoot"/>
                                  <dgm:shape xmlns:r="http://schemas.openxmlformats.org/officeDocument/2006/relationships" r:blip="">
                                    <dgm:adjLst/>
                                  </dgm:shape>
                                  <dgm:presOf/>
                                  <dgm:constrLst>
                                    <dgm:constr type="bendDist" for="des" ptType="parTrans" refType="sp" fact="0.5"/>
                                  </dgm:constrLst>
                                  <dgm:ruleLst/>
                                  <dgm:layoutNode name="composite4">
                                    <dgm:alg type="composite"/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>
                                      <dgm:constr type="w" for="ch" forName="background4" refType="w" fact="0.9"/>
                                      <dgm:constr type="h" for="ch" forName="background4" refType="w" refFor="ch" refForName="background4" fact="0.635"/>
                                      <dgm:constr type="t" for="ch" forName="background4"/>
                                      <dgm:constr type="l" for="ch" forName="background4"/>
                                      <dgm:constr type="w" for="ch" forName="text4" refType="w" fact="0.9"/>
                                      <dgm:constr type="h" for="ch" forName="text4" refType="w" refFor="ch" refForName="text4" fact="0.635"/>
                                      <dgm:constr type="t" for="ch" forName="text4" refType="w" fact="0.095"/>
                                      <dgm:constr type="l" for="ch" forName="text4" refType="w" fact="0.1"/>
                                    </dgm:constrLst>
                                    <dgm:ruleLst/>
                                    <dgm:layoutNode name="background4" moveWith="text4">
                                      <dgm:alg type="sp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/>
                                      <dgm:constrLst/>
                                      <dgm:ruleLst/>
                                    </dgm:layoutNode>
                                    <dgm:layoutNode name="text4" styleLbl="fgAcc4">
                                      <dgm:varLst>
                                        <dgm:chPref val="3"/>
                                      </dgm:varLst>
                                      <dgm:alg type="tx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 axis="self"/>
                                      <dgm:constrLst>
                                        <dgm:constr type="tMarg" refType="primFontSz" fact="0.3"/>
                                        <dgm:constr type="bMarg" refType="primFontSz" fact="0.3"/>
                                        <dgm:constr type="lMarg" refType="primFontSz" fact="0.3"/>
                                        <dgm:constr type="rMarg" refType="primFontSz" fact="0.3"/>
                                      </dgm:constrLst>
                                      <dgm:ruleLst>
                                        <dgm:rule type="primFontSz" val="5" fact="NaN" max="NaN"/>
                                      </dgm:ruleLst>
                                    </dgm:layoutNode>
                                  </dgm:layoutNode>
                                  <dgm:layoutNode name="hierChild5">
                                    <dgm:choose name="Name28">
                                      <dgm:if name="Name29" func="var" arg="dir" op="equ" val="norm">
                                        <dgm:alg type="hierChild">
                                          <dgm:param type="linDir" val="fromL"/>
                                        </dgm:alg>
                                      </dgm:if>
                                      <dgm:else name="Name30">
                                        <dgm:alg type="hierChild">
                                          <dgm:param type="linDir" val="fromR"/>
                                        </dgm:alg>
                                      </dgm:else>
                                    </dgm:choose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/>
                                    <dgm:ruleLst/>
                                    <dgm:forEach name="Name31" ref="repeat"/>
                                  </dgm:layoutNode>
                                </dgm:layoutNode>
                              </dgm:forEach>
                            </dgm:forEach>
                          </dgm:layoutNode>
                        </dgm:layoutNode>
                      </dgm:forEach>
                    </dgm:forEach>
                  </dgm:layoutNode>
                </dgm:layoutNode>
              </dgm:forEach>
            </dgm:forEach>
          </dgm:layoutNode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4#4">
  <dgm:title val=""/>
  <dgm:desc val=""/>
  <dgm:catLst>
    <dgm:cat type="simple" pri="104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#63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Rubrik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ubrik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sv-SE"/>
              <a:t>Klicka här för att ändra format</a:t>
            </a:r>
          </a:p>
        </p:txBody>
      </p:sp>
      <p:sp>
        <p:nvSpPr>
          <p:cNvPr id="3" name="Underrubrik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sv-SE"/>
              <a:t>Klicka här för att ändra format på underrubrik i bakgrunden</a:t>
            </a:r>
          </a:p>
        </p:txBody>
      </p:sp>
      <p:sp>
        <p:nvSpPr>
          <p:cNvPr id="4" name="Platshållare för datum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60A13A-DB3F-4AD5-B6AF-BDA0278A0A39}" type="datetimeFigureOut">
              <a:rPr lang="sv-SE" smtClean="0"/>
              <a:t>2026-08-15</a:t>
            </a:fld>
            <a:endParaRPr lang="sv-SE"/>
          </a:p>
        </p:txBody>
      </p:sp>
      <p:sp>
        <p:nvSpPr>
          <p:cNvPr id="5" name="Platshållare för sidfot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sv-SE"/>
          </a:p>
        </p:txBody>
      </p:sp>
      <p:sp>
        <p:nvSpPr>
          <p:cNvPr id="6" name="Platshållare för bildnumm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C2F05B-BAF9-488D-83DE-20A7CCFAC190}" type="slidenum">
              <a:rPr lang="sv-SE" smtClean="0"/>
              <a:t>‹#›</a:t>
            </a:fld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378442252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Rubrik och innehå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ubrik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sv-SE"/>
              <a:t>Klicka här för att ändra format</a:t>
            </a:r>
          </a:p>
        </p:txBody>
      </p:sp>
      <p:sp>
        <p:nvSpPr>
          <p:cNvPr id="3" name="Platshållare för innehåll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sv-SE"/>
              <a:t>Klicka här för att ändra format på bakgrundstexten</a:t>
            </a:r>
          </a:p>
          <a:p>
            <a:pPr lvl="1"/>
            <a:r>
              <a:rPr lang="sv-SE"/>
              <a:t>Nivå två</a:t>
            </a:r>
          </a:p>
          <a:p>
            <a:pPr lvl="2"/>
            <a:r>
              <a:rPr lang="sv-SE"/>
              <a:t>Nivå tre</a:t>
            </a:r>
          </a:p>
          <a:p>
            <a:pPr lvl="3"/>
            <a:r>
              <a:rPr lang="sv-SE"/>
              <a:t>Nivå fyra</a:t>
            </a:r>
          </a:p>
          <a:p>
            <a:pPr lvl="4"/>
            <a:r>
              <a:rPr lang="sv-SE"/>
              <a:t>Nivå fem</a:t>
            </a:r>
          </a:p>
        </p:txBody>
      </p:sp>
      <p:sp>
        <p:nvSpPr>
          <p:cNvPr id="4" name="Platshållare för datum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60A13A-DB3F-4AD5-B6AF-BDA0278A0A39}" type="datetimeFigureOut">
              <a:rPr lang="sv-SE" smtClean="0"/>
              <a:t>2026-08-15</a:t>
            </a:fld>
            <a:endParaRPr lang="sv-SE"/>
          </a:p>
        </p:txBody>
      </p:sp>
      <p:sp>
        <p:nvSpPr>
          <p:cNvPr id="5" name="Platshållare för sidfot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sv-SE"/>
          </a:p>
        </p:txBody>
      </p:sp>
      <p:sp>
        <p:nvSpPr>
          <p:cNvPr id="6" name="Platshållare för bildnumm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C2F05B-BAF9-488D-83DE-20A7CCFAC190}" type="slidenum">
              <a:rPr lang="sv-SE" smtClean="0"/>
              <a:t>‹#›</a:t>
            </a:fld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132272054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vsnittsrub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ubrik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sv-SE"/>
              <a:t>Klicka här för att ändra format</a:t>
            </a:r>
          </a:p>
        </p:txBody>
      </p:sp>
      <p:sp>
        <p:nvSpPr>
          <p:cNvPr id="3" name="Platshållare för text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sv-SE"/>
              <a:t>Klicka här för att ändra format på bakgrundstexten</a:t>
            </a:r>
          </a:p>
        </p:txBody>
      </p:sp>
      <p:sp>
        <p:nvSpPr>
          <p:cNvPr id="4" name="Platshållare för datum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60A13A-DB3F-4AD5-B6AF-BDA0278A0A39}" type="datetimeFigureOut">
              <a:rPr lang="sv-SE" smtClean="0"/>
              <a:t>2026-08-15</a:t>
            </a:fld>
            <a:endParaRPr lang="sv-SE"/>
          </a:p>
        </p:txBody>
      </p:sp>
      <p:sp>
        <p:nvSpPr>
          <p:cNvPr id="5" name="Platshållare för sidfot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sv-SE"/>
          </a:p>
        </p:txBody>
      </p:sp>
      <p:sp>
        <p:nvSpPr>
          <p:cNvPr id="6" name="Platshållare för bildnumm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C2F05B-BAF9-488D-83DE-20A7CCFAC190}" type="slidenum">
              <a:rPr lang="sv-SE" smtClean="0"/>
              <a:t>‹#›</a:t>
            </a:fld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418672825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vå innehållsdel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ubrik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sv-SE"/>
              <a:t>Klicka här för att ändra format</a:t>
            </a:r>
          </a:p>
        </p:txBody>
      </p:sp>
      <p:sp>
        <p:nvSpPr>
          <p:cNvPr id="3" name="Platshållare för innehåll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sv-SE"/>
              <a:t>Klicka här för att ändra format på bakgrundstexten</a:t>
            </a:r>
          </a:p>
          <a:p>
            <a:pPr lvl="1"/>
            <a:r>
              <a:rPr lang="sv-SE"/>
              <a:t>Nivå två</a:t>
            </a:r>
          </a:p>
          <a:p>
            <a:pPr lvl="2"/>
            <a:r>
              <a:rPr lang="sv-SE"/>
              <a:t>Nivå tre</a:t>
            </a:r>
          </a:p>
          <a:p>
            <a:pPr lvl="3"/>
            <a:r>
              <a:rPr lang="sv-SE"/>
              <a:t>Nivå fyra</a:t>
            </a:r>
          </a:p>
          <a:p>
            <a:pPr lvl="4"/>
            <a:r>
              <a:rPr lang="sv-SE"/>
              <a:t>Nivå fem</a:t>
            </a:r>
          </a:p>
        </p:txBody>
      </p:sp>
      <p:sp>
        <p:nvSpPr>
          <p:cNvPr id="4" name="Platshållare för innehåll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sv-SE"/>
              <a:t>Klicka här för att ändra format på bakgrundstexten</a:t>
            </a:r>
          </a:p>
          <a:p>
            <a:pPr lvl="1"/>
            <a:r>
              <a:rPr lang="sv-SE"/>
              <a:t>Nivå två</a:t>
            </a:r>
          </a:p>
          <a:p>
            <a:pPr lvl="2"/>
            <a:r>
              <a:rPr lang="sv-SE"/>
              <a:t>Nivå tre</a:t>
            </a:r>
          </a:p>
          <a:p>
            <a:pPr lvl="3"/>
            <a:r>
              <a:rPr lang="sv-SE"/>
              <a:t>Nivå fyra</a:t>
            </a:r>
          </a:p>
          <a:p>
            <a:pPr lvl="4"/>
            <a:r>
              <a:rPr lang="sv-SE"/>
              <a:t>Nivå fem</a:t>
            </a:r>
          </a:p>
        </p:txBody>
      </p:sp>
      <p:sp>
        <p:nvSpPr>
          <p:cNvPr id="5" name="Platshållare för datum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60A13A-DB3F-4AD5-B6AF-BDA0278A0A39}" type="datetimeFigureOut">
              <a:rPr lang="sv-SE" smtClean="0"/>
              <a:t>2026-08-15</a:t>
            </a:fld>
            <a:endParaRPr lang="sv-SE"/>
          </a:p>
        </p:txBody>
      </p:sp>
      <p:sp>
        <p:nvSpPr>
          <p:cNvPr id="6" name="Platshållare för sidfot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sv-SE"/>
          </a:p>
        </p:txBody>
      </p:sp>
      <p:sp>
        <p:nvSpPr>
          <p:cNvPr id="7" name="Platshållare för bildnumm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C2F05B-BAF9-488D-83DE-20A7CCFAC190}" type="slidenum">
              <a:rPr lang="sv-SE" smtClean="0"/>
              <a:t>‹#›</a:t>
            </a:fld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359236055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Jämförels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ubrik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sv-SE"/>
              <a:t>Klicka här för att ändra format</a:t>
            </a:r>
          </a:p>
        </p:txBody>
      </p:sp>
      <p:sp>
        <p:nvSpPr>
          <p:cNvPr id="3" name="Platshållare för text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sv-SE"/>
              <a:t>Klicka här för att ändra format på bakgrundstexten</a:t>
            </a:r>
          </a:p>
        </p:txBody>
      </p:sp>
      <p:sp>
        <p:nvSpPr>
          <p:cNvPr id="4" name="Platshållare för innehåll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sv-SE"/>
              <a:t>Klicka här för att ändra format på bakgrundstexten</a:t>
            </a:r>
          </a:p>
          <a:p>
            <a:pPr lvl="1"/>
            <a:r>
              <a:rPr lang="sv-SE"/>
              <a:t>Nivå två</a:t>
            </a:r>
          </a:p>
          <a:p>
            <a:pPr lvl="2"/>
            <a:r>
              <a:rPr lang="sv-SE"/>
              <a:t>Nivå tre</a:t>
            </a:r>
          </a:p>
          <a:p>
            <a:pPr lvl="3"/>
            <a:r>
              <a:rPr lang="sv-SE"/>
              <a:t>Nivå fyra</a:t>
            </a:r>
          </a:p>
          <a:p>
            <a:pPr lvl="4"/>
            <a:r>
              <a:rPr lang="sv-SE"/>
              <a:t>Nivå fem</a:t>
            </a:r>
          </a:p>
        </p:txBody>
      </p:sp>
      <p:sp>
        <p:nvSpPr>
          <p:cNvPr id="5" name="Platshållare för text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sv-SE"/>
              <a:t>Klicka här för att ändra format på bakgrundstexten</a:t>
            </a:r>
          </a:p>
        </p:txBody>
      </p:sp>
      <p:sp>
        <p:nvSpPr>
          <p:cNvPr id="6" name="Platshållare för innehåll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sv-SE"/>
              <a:t>Klicka här för att ändra format på bakgrundstexten</a:t>
            </a:r>
          </a:p>
          <a:p>
            <a:pPr lvl="1"/>
            <a:r>
              <a:rPr lang="sv-SE"/>
              <a:t>Nivå två</a:t>
            </a:r>
          </a:p>
          <a:p>
            <a:pPr lvl="2"/>
            <a:r>
              <a:rPr lang="sv-SE"/>
              <a:t>Nivå tre</a:t>
            </a:r>
          </a:p>
          <a:p>
            <a:pPr lvl="3"/>
            <a:r>
              <a:rPr lang="sv-SE"/>
              <a:t>Nivå fyra</a:t>
            </a:r>
          </a:p>
          <a:p>
            <a:pPr lvl="4"/>
            <a:r>
              <a:rPr lang="sv-SE"/>
              <a:t>Nivå fem</a:t>
            </a:r>
          </a:p>
        </p:txBody>
      </p:sp>
      <p:sp>
        <p:nvSpPr>
          <p:cNvPr id="7" name="Platshållare för datum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60A13A-DB3F-4AD5-B6AF-BDA0278A0A39}" type="datetimeFigureOut">
              <a:rPr lang="sv-SE" smtClean="0"/>
              <a:t>2026-08-15</a:t>
            </a:fld>
            <a:endParaRPr lang="sv-SE"/>
          </a:p>
        </p:txBody>
      </p:sp>
      <p:sp>
        <p:nvSpPr>
          <p:cNvPr id="8" name="Platshållare för sidfot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sv-SE"/>
          </a:p>
        </p:txBody>
      </p:sp>
      <p:sp>
        <p:nvSpPr>
          <p:cNvPr id="9" name="Platshållare för bildnumm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C2F05B-BAF9-488D-83DE-20A7CCFAC190}" type="slidenum">
              <a:rPr lang="sv-SE" smtClean="0"/>
              <a:t>‹#›</a:t>
            </a:fld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327765072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Endast rub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ubrik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sv-SE"/>
              <a:t>Klicka här för att ändra format</a:t>
            </a:r>
          </a:p>
        </p:txBody>
      </p:sp>
      <p:sp>
        <p:nvSpPr>
          <p:cNvPr id="3" name="Platshållare för datum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60A13A-DB3F-4AD5-B6AF-BDA0278A0A39}" type="datetimeFigureOut">
              <a:rPr lang="sv-SE" smtClean="0"/>
              <a:t>2026-08-15</a:t>
            </a:fld>
            <a:endParaRPr lang="sv-SE"/>
          </a:p>
        </p:txBody>
      </p:sp>
      <p:sp>
        <p:nvSpPr>
          <p:cNvPr id="4" name="Platshållare för sidfot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sv-SE"/>
          </a:p>
        </p:txBody>
      </p:sp>
      <p:sp>
        <p:nvSpPr>
          <p:cNvPr id="5" name="Platshållare för bildnumm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C2F05B-BAF9-488D-83DE-20A7CCFAC190}" type="slidenum">
              <a:rPr lang="sv-SE" smtClean="0"/>
              <a:t>‹#›</a:t>
            </a:fld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325660961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tshållare för datum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60A13A-DB3F-4AD5-B6AF-BDA0278A0A39}" type="datetimeFigureOut">
              <a:rPr lang="sv-SE" smtClean="0"/>
              <a:t>2026-08-15</a:t>
            </a:fld>
            <a:endParaRPr lang="sv-SE"/>
          </a:p>
        </p:txBody>
      </p:sp>
      <p:sp>
        <p:nvSpPr>
          <p:cNvPr id="3" name="Platshållare för sidfot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sv-SE"/>
          </a:p>
        </p:txBody>
      </p:sp>
      <p:sp>
        <p:nvSpPr>
          <p:cNvPr id="4" name="Platshållare för bildnumm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C2F05B-BAF9-488D-83DE-20A7CCFAC190}" type="slidenum">
              <a:rPr lang="sv-SE" smtClean="0"/>
              <a:t>‹#›</a:t>
            </a:fld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331107657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nehåll med bild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ubrik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sv-SE"/>
              <a:t>Klicka här för att ändra format</a:t>
            </a:r>
          </a:p>
        </p:txBody>
      </p:sp>
      <p:sp>
        <p:nvSpPr>
          <p:cNvPr id="3" name="Platshållare för innehåll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sv-SE"/>
              <a:t>Klicka här för att ändra format på bakgrundstexten</a:t>
            </a:r>
          </a:p>
          <a:p>
            <a:pPr lvl="1"/>
            <a:r>
              <a:rPr lang="sv-SE"/>
              <a:t>Nivå två</a:t>
            </a:r>
          </a:p>
          <a:p>
            <a:pPr lvl="2"/>
            <a:r>
              <a:rPr lang="sv-SE"/>
              <a:t>Nivå tre</a:t>
            </a:r>
          </a:p>
          <a:p>
            <a:pPr lvl="3"/>
            <a:r>
              <a:rPr lang="sv-SE"/>
              <a:t>Nivå fyra</a:t>
            </a:r>
          </a:p>
          <a:p>
            <a:pPr lvl="4"/>
            <a:r>
              <a:rPr lang="sv-SE"/>
              <a:t>Nivå fem</a:t>
            </a:r>
          </a:p>
        </p:txBody>
      </p:sp>
      <p:sp>
        <p:nvSpPr>
          <p:cNvPr id="4" name="Platshållare för text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sv-SE"/>
              <a:t>Klicka här för att ändra format på bakgrundstexten</a:t>
            </a:r>
          </a:p>
        </p:txBody>
      </p:sp>
      <p:sp>
        <p:nvSpPr>
          <p:cNvPr id="5" name="Platshållare för datum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60A13A-DB3F-4AD5-B6AF-BDA0278A0A39}" type="datetimeFigureOut">
              <a:rPr lang="sv-SE" smtClean="0"/>
              <a:t>2026-08-15</a:t>
            </a:fld>
            <a:endParaRPr lang="sv-SE"/>
          </a:p>
        </p:txBody>
      </p:sp>
      <p:sp>
        <p:nvSpPr>
          <p:cNvPr id="6" name="Platshållare för sidfot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sv-SE"/>
          </a:p>
        </p:txBody>
      </p:sp>
      <p:sp>
        <p:nvSpPr>
          <p:cNvPr id="7" name="Platshållare för bildnumm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C2F05B-BAF9-488D-83DE-20A7CCFAC190}" type="slidenum">
              <a:rPr lang="sv-SE" smtClean="0"/>
              <a:t>‹#›</a:t>
            </a:fld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15489655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ed bild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ubrik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sv-SE"/>
              <a:t>Klicka här för att ändra format</a:t>
            </a:r>
          </a:p>
        </p:txBody>
      </p:sp>
      <p:sp>
        <p:nvSpPr>
          <p:cNvPr id="3" name="Platshållare för bild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sv-SE"/>
          </a:p>
        </p:txBody>
      </p:sp>
      <p:sp>
        <p:nvSpPr>
          <p:cNvPr id="4" name="Platshållare för text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sv-SE"/>
              <a:t>Klicka här för att ändra format på bakgrundstexten</a:t>
            </a:r>
          </a:p>
        </p:txBody>
      </p:sp>
      <p:sp>
        <p:nvSpPr>
          <p:cNvPr id="5" name="Platshållare för datum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60A13A-DB3F-4AD5-B6AF-BDA0278A0A39}" type="datetimeFigureOut">
              <a:rPr lang="sv-SE" smtClean="0"/>
              <a:t>2026-08-15</a:t>
            </a:fld>
            <a:endParaRPr lang="sv-SE"/>
          </a:p>
        </p:txBody>
      </p:sp>
      <p:sp>
        <p:nvSpPr>
          <p:cNvPr id="6" name="Platshållare för sidfot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sv-SE"/>
          </a:p>
        </p:txBody>
      </p:sp>
      <p:sp>
        <p:nvSpPr>
          <p:cNvPr id="7" name="Platshållare för bildnumm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C2F05B-BAF9-488D-83DE-20A7CCFAC190}" type="slidenum">
              <a:rPr lang="sv-SE" smtClean="0"/>
              <a:t>‹#›</a:t>
            </a:fld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417145381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Rubrik och lodrä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ubrik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sv-SE"/>
              <a:t>Klicka här för att ändra format</a:t>
            </a:r>
          </a:p>
        </p:txBody>
      </p:sp>
      <p:sp>
        <p:nvSpPr>
          <p:cNvPr id="3" name="Platshållare för lodrät text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sv-SE"/>
              <a:t>Klicka här för att ändra format på bakgrundstexten</a:t>
            </a:r>
          </a:p>
          <a:p>
            <a:pPr lvl="1"/>
            <a:r>
              <a:rPr lang="sv-SE"/>
              <a:t>Nivå två</a:t>
            </a:r>
          </a:p>
          <a:p>
            <a:pPr lvl="2"/>
            <a:r>
              <a:rPr lang="sv-SE"/>
              <a:t>Nivå tre</a:t>
            </a:r>
          </a:p>
          <a:p>
            <a:pPr lvl="3"/>
            <a:r>
              <a:rPr lang="sv-SE"/>
              <a:t>Nivå fyra</a:t>
            </a:r>
          </a:p>
          <a:p>
            <a:pPr lvl="4"/>
            <a:r>
              <a:rPr lang="sv-SE"/>
              <a:t>Nivå fem</a:t>
            </a:r>
          </a:p>
        </p:txBody>
      </p:sp>
      <p:sp>
        <p:nvSpPr>
          <p:cNvPr id="4" name="Platshållare för datum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60A13A-DB3F-4AD5-B6AF-BDA0278A0A39}" type="datetimeFigureOut">
              <a:rPr lang="sv-SE" smtClean="0"/>
              <a:t>2026-08-15</a:t>
            </a:fld>
            <a:endParaRPr lang="sv-SE"/>
          </a:p>
        </p:txBody>
      </p:sp>
      <p:sp>
        <p:nvSpPr>
          <p:cNvPr id="5" name="Platshållare för sidfot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sv-SE"/>
          </a:p>
        </p:txBody>
      </p:sp>
      <p:sp>
        <p:nvSpPr>
          <p:cNvPr id="6" name="Platshållare för bildnumm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C2F05B-BAF9-488D-83DE-20A7CCFAC190}" type="slidenum">
              <a:rPr lang="sv-SE" smtClean="0"/>
              <a:t>‹#›</a:t>
            </a:fld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262371934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Lodrät rubrik och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odrät rubrik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sv-SE"/>
              <a:t>Klicka här för att ändra format</a:t>
            </a:r>
          </a:p>
        </p:txBody>
      </p:sp>
      <p:sp>
        <p:nvSpPr>
          <p:cNvPr id="3" name="Platshållare för lodrät text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sv-SE"/>
              <a:t>Klicka här för att ändra format på bakgrundstexten</a:t>
            </a:r>
          </a:p>
          <a:p>
            <a:pPr lvl="1"/>
            <a:r>
              <a:rPr lang="sv-SE"/>
              <a:t>Nivå två</a:t>
            </a:r>
          </a:p>
          <a:p>
            <a:pPr lvl="2"/>
            <a:r>
              <a:rPr lang="sv-SE"/>
              <a:t>Nivå tre</a:t>
            </a:r>
          </a:p>
          <a:p>
            <a:pPr lvl="3"/>
            <a:r>
              <a:rPr lang="sv-SE"/>
              <a:t>Nivå fyra</a:t>
            </a:r>
          </a:p>
          <a:p>
            <a:pPr lvl="4"/>
            <a:r>
              <a:rPr lang="sv-SE"/>
              <a:t>Nivå fem</a:t>
            </a:r>
          </a:p>
        </p:txBody>
      </p:sp>
      <p:sp>
        <p:nvSpPr>
          <p:cNvPr id="4" name="Platshållare för datum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60A13A-DB3F-4AD5-B6AF-BDA0278A0A39}" type="datetimeFigureOut">
              <a:rPr lang="sv-SE" smtClean="0"/>
              <a:t>2026-08-15</a:t>
            </a:fld>
            <a:endParaRPr lang="sv-SE"/>
          </a:p>
        </p:txBody>
      </p:sp>
      <p:sp>
        <p:nvSpPr>
          <p:cNvPr id="5" name="Platshållare för sidfot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sv-SE"/>
          </a:p>
        </p:txBody>
      </p:sp>
      <p:sp>
        <p:nvSpPr>
          <p:cNvPr id="6" name="Platshållare för bildnumm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C2F05B-BAF9-488D-83DE-20A7CCFAC190}" type="slidenum">
              <a:rPr lang="sv-SE" smtClean="0"/>
              <a:t>‹#›</a:t>
            </a:fld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37164413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tshållare för rubrik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sv-SE"/>
              <a:t>Klicka här för att ändra format</a:t>
            </a:r>
          </a:p>
        </p:txBody>
      </p:sp>
      <p:sp>
        <p:nvSpPr>
          <p:cNvPr id="3" name="Platshållare för text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sv-SE"/>
              <a:t>Klicka här för att ändra format på bakgrundstexten</a:t>
            </a:r>
          </a:p>
          <a:p>
            <a:pPr lvl="1"/>
            <a:r>
              <a:rPr lang="sv-SE"/>
              <a:t>Nivå två</a:t>
            </a:r>
          </a:p>
          <a:p>
            <a:pPr lvl="2"/>
            <a:r>
              <a:rPr lang="sv-SE"/>
              <a:t>Nivå tre</a:t>
            </a:r>
          </a:p>
          <a:p>
            <a:pPr lvl="3"/>
            <a:r>
              <a:rPr lang="sv-SE"/>
              <a:t>Nivå fyra</a:t>
            </a:r>
          </a:p>
          <a:p>
            <a:pPr lvl="4"/>
            <a:r>
              <a:rPr lang="sv-SE"/>
              <a:t>Nivå fem</a:t>
            </a:r>
          </a:p>
        </p:txBody>
      </p:sp>
      <p:sp>
        <p:nvSpPr>
          <p:cNvPr id="4" name="Platshållare för datum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1560A13A-DB3F-4AD5-B6AF-BDA0278A0A39}" type="datetimeFigureOut">
              <a:rPr lang="sv-SE" smtClean="0"/>
              <a:t>2026-08-15</a:t>
            </a:fld>
            <a:endParaRPr lang="sv-SE"/>
          </a:p>
        </p:txBody>
      </p:sp>
      <p:sp>
        <p:nvSpPr>
          <p:cNvPr id="5" name="Platshållare för sidfot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sv-SE"/>
          </a:p>
        </p:txBody>
      </p:sp>
      <p:sp>
        <p:nvSpPr>
          <p:cNvPr id="6" name="Platshållare för bildnumm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F7C2F05B-BAF9-488D-83DE-20A7CCFAC190}" type="slidenum">
              <a:rPr lang="sv-SE" smtClean="0"/>
              <a:t>‹#›</a:t>
            </a:fld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37072855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sv-S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sv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hyperlink" Target="https://forms.gle/JhoFXiMdxDzXB7iq5" TargetMode="Externa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FEC590B-3306-47E9-BD67-97F3F76169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54F87DBC-E43C-4CE4-A8C5-61E3D68194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Color">
              <a:extLst>
                <a:ext uri="{FF2B5EF4-FFF2-40B4-BE49-F238E27FC236}">
                  <a16:creationId xmlns:a16="http://schemas.microsoft.com/office/drawing/2014/main" id="{CD39A88A-7F84-4ACA-877B-E28BC26CD8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47AAF5E-1692-48C9-98FB-6432BF0BC4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F36A26D-E71D-4663-B197-8B7BFA37AD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8A821CEB-DA96-4952-93B9-81F9C42BAD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8C8EDE0-D69B-4F65-9AB7-DDE7EAD78E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46F0982-BF10-4BF6-842A-F631654FFD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2B313509-2128-42CA-81B6-C9EC23E44C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589188C-E06E-4F8A-BDD1-02ADF1408F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B4E610F-FCD0-483F-B9F2-6DF2C28FE8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Rubrik 1"/>
          <p:cNvSpPr>
            <a:spLocks noGrp="1"/>
          </p:cNvSpPr>
          <p:nvPr>
            <p:ph type="ctrTitle"/>
          </p:nvPr>
        </p:nvSpPr>
        <p:spPr>
          <a:xfrm>
            <a:off x="789708" y="666351"/>
            <a:ext cx="10558405" cy="3044335"/>
          </a:xfrm>
        </p:spPr>
        <p:txBody>
          <a:bodyPr anchor="b">
            <a:normAutofit/>
          </a:bodyPr>
          <a:lstStyle/>
          <a:p>
            <a:r>
              <a:rPr lang="sv-SE" sz="4800">
                <a:solidFill>
                  <a:schemeClr val="bg1"/>
                </a:solidFill>
                <a:ea typeface="+mj-lt"/>
                <a:cs typeface="+mj-lt"/>
              </a:rPr>
              <a:t>Ansible Playbooks &amp; Windows</a:t>
            </a:r>
            <a:endParaRPr lang="sv-SE" sz="4800">
              <a:solidFill>
                <a:schemeClr val="bg1"/>
              </a:solidFill>
            </a:endParaRPr>
          </a:p>
        </p:txBody>
      </p:sp>
      <p:sp>
        <p:nvSpPr>
          <p:cNvPr id="3" name="Underrubrik 2"/>
          <p:cNvSpPr>
            <a:spLocks noGrp="1"/>
          </p:cNvSpPr>
          <p:nvPr>
            <p:ph type="subTitle" idx="1"/>
          </p:nvPr>
        </p:nvSpPr>
        <p:spPr>
          <a:xfrm>
            <a:off x="789708" y="3866064"/>
            <a:ext cx="10558405" cy="2234485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sv-SE">
                <a:solidFill>
                  <a:schemeClr val="bg1"/>
                </a:solidFill>
              </a:rPr>
              <a:t>Arseniy Buzyan</a:t>
            </a:r>
          </a:p>
        </p:txBody>
      </p:sp>
    </p:spTree>
    <p:extLst>
      <p:ext uri="{BB962C8B-B14F-4D97-AF65-F5344CB8AC3E}">
        <p14:creationId xmlns:p14="http://schemas.microsoft.com/office/powerpoint/2010/main" val="319437769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Rubrik 1">
            <a:extLst>
              <a:ext uri="{FF2B5EF4-FFF2-40B4-BE49-F238E27FC236}">
                <a16:creationId xmlns:a16="http://schemas.microsoft.com/office/drawing/2014/main" id="{5DC2C6DB-2C03-ABDD-D4FC-3E07314302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sv-SE" sz="4800">
                <a:solidFill>
                  <a:schemeClr val="bg1"/>
                </a:solidFill>
                <a:ea typeface="+mj-lt"/>
                <a:cs typeface="+mj-lt"/>
              </a:rPr>
              <a:t>Ansible för Windows – Varför och Hur?</a:t>
            </a:r>
            <a:endParaRPr lang="sv-SE" sz="4800">
              <a:solidFill>
                <a:schemeClr val="bg1"/>
              </a:solidFill>
            </a:endParaRPr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7E5EA3CB-C1C3-1FEC-2BF2-0904956252E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238633" y="192136"/>
            <a:ext cx="5754535" cy="6553652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sv-SE" sz="3200">
                <a:solidFill>
                  <a:schemeClr val="tx2"/>
                </a:solidFill>
                <a:ea typeface="+mn-lt"/>
                <a:cs typeface="+mn-lt"/>
              </a:rPr>
              <a:t>Ansible är inte bara för Linux – det kan hantera Windows-servrar lika enkelt!</a:t>
            </a:r>
          </a:p>
          <a:p>
            <a:r>
              <a:rPr lang="sv-SE" sz="3200">
                <a:solidFill>
                  <a:schemeClr val="tx2"/>
                </a:solidFill>
                <a:ea typeface="+mn-lt"/>
                <a:cs typeface="+mn-lt"/>
              </a:rPr>
              <a:t>Skillnad: Linux använder SSH, Windows använder WinRM (Windows Remote Management) – en inbyggd SOAP-baserad protokoll för fjärrhantering.</a:t>
            </a:r>
            <a:endParaRPr lang="sv-SE" sz="3200" dirty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51081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42A4FC2C-047E-45A5-965D-8E1E3BF09BC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1524" y="0"/>
            <a:ext cx="12188952" cy="685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pic>
        <p:nvPicPr>
          <p:cNvPr id="4" name="Bildobjekt 3">
            <a:extLst>
              <a:ext uri="{FF2B5EF4-FFF2-40B4-BE49-F238E27FC236}">
                <a16:creationId xmlns:a16="http://schemas.microsoft.com/office/drawing/2014/main" id="{6606B67C-C9A4-40FF-29CF-8893B93D15C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4808" t="6130" r="7852" b="10345"/>
          <a:stretch>
            <a:fillRect/>
          </a:stretch>
        </p:blipFill>
        <p:spPr>
          <a:xfrm>
            <a:off x="6589" y="185213"/>
            <a:ext cx="12187308" cy="64825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84126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907E470A-25F4-47D0-8FEC-EE9FD606BB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66220E63-99E1-482A-A0A6-B47EB4BF879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848" y="0"/>
            <a:ext cx="12188949" cy="6858000"/>
            <a:chOff x="-2848" y="0"/>
            <a:chExt cx="12188949" cy="6858000"/>
          </a:xfrm>
        </p:grpSpPr>
        <p:sp>
          <p:nvSpPr>
            <p:cNvPr id="11" name="Color Cover">
              <a:extLst>
                <a:ext uri="{FF2B5EF4-FFF2-40B4-BE49-F238E27FC236}">
                  <a16:creationId xmlns:a16="http://schemas.microsoft.com/office/drawing/2014/main" id="{F8610896-EA5E-4BE8-8398-C1AFC0490A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Color Cover">
              <a:extLst>
                <a:ext uri="{FF2B5EF4-FFF2-40B4-BE49-F238E27FC236}">
                  <a16:creationId xmlns:a16="http://schemas.microsoft.com/office/drawing/2014/main" id="{F44E9794-9C4B-427F-BB50-89D893347D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618EE54-271A-4FE8-B6B3-D0FCF55A7A0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651279" y="598259"/>
            <a:ext cx="10889442" cy="5680742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ECA6F781-4382-4525-9DA8-9D66605F877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209C186B-2883-498E-A176-6B60F8B51BF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Rubrik 1">
            <a:extLst>
              <a:ext uri="{FF2B5EF4-FFF2-40B4-BE49-F238E27FC236}">
                <a16:creationId xmlns:a16="http://schemas.microsoft.com/office/drawing/2014/main" id="{5DA0205F-FDE6-04B2-8738-5A4323C64A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8096" y="2641489"/>
            <a:ext cx="3475171" cy="2790123"/>
          </a:xfrm>
        </p:spPr>
        <p:txBody>
          <a:bodyPr anchor="ctr">
            <a:normAutofit/>
          </a:bodyPr>
          <a:lstStyle/>
          <a:p>
            <a:r>
              <a:rPr lang="sv-SE" sz="4800">
                <a:solidFill>
                  <a:schemeClr val="bg1"/>
                </a:solidFill>
                <a:ea typeface="+mj-lt"/>
                <a:cs typeface="+mj-lt"/>
              </a:rPr>
              <a:t>Varför Ansible för Windows?</a:t>
            </a:r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AC6F814A-DBA2-BDEC-EFD0-3375EF1A706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54971" y="595380"/>
            <a:ext cx="3328992" cy="2042233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indent="0">
              <a:buNone/>
            </a:pPr>
            <a:r>
              <a:rPr lang="sv-SE" sz="2000">
                <a:solidFill>
                  <a:schemeClr val="bg1"/>
                </a:solidFill>
                <a:ea typeface="+mn-lt"/>
                <a:cs typeface="+mn-lt"/>
              </a:rPr>
              <a:t>Enligt Red Hat: Ansible Automation Platform har fullt testade Windows-moduler för att hantera allt från IIS till Active Directory.</a:t>
            </a:r>
            <a:endParaRPr lang="sv-SE" sz="2000">
              <a:solidFill>
                <a:schemeClr val="bg1"/>
              </a:solidFill>
            </a:endParaRPr>
          </a:p>
        </p:txBody>
      </p:sp>
      <p:graphicFrame>
        <p:nvGraphicFramePr>
          <p:cNvPr id="5" name="Tabell 4">
            <a:extLst>
              <a:ext uri="{FF2B5EF4-FFF2-40B4-BE49-F238E27FC236}">
                <a16:creationId xmlns:a16="http://schemas.microsoft.com/office/drawing/2014/main" id="{019C1F31-7831-9375-F6CE-DF77AD073B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3135478"/>
              </p:ext>
            </p:extLst>
          </p:nvPr>
        </p:nvGraphicFramePr>
        <p:xfrm>
          <a:off x="4123267" y="1480237"/>
          <a:ext cx="7692126" cy="462336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846063">
                  <a:extLst>
                    <a:ext uri="{9D8B030D-6E8A-4147-A177-3AD203B41FA5}">
                      <a16:colId xmlns:a16="http://schemas.microsoft.com/office/drawing/2014/main" val="4175216096"/>
                    </a:ext>
                  </a:extLst>
                </a:gridCol>
                <a:gridCol w="3846063">
                  <a:extLst>
                    <a:ext uri="{9D8B030D-6E8A-4147-A177-3AD203B41FA5}">
                      <a16:colId xmlns:a16="http://schemas.microsoft.com/office/drawing/2014/main" val="3600503063"/>
                    </a:ext>
                  </a:extLst>
                </a:gridCol>
              </a:tblGrid>
              <a:tr h="924672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4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Problem</a:t>
                      </a:r>
                      <a:endParaRPr lang="sv-SE" sz="24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4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Lösning med Ansible</a:t>
                      </a:r>
                      <a:endParaRPr lang="sv-SE" sz="24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2357793"/>
                  </a:ext>
                </a:extLst>
              </a:tr>
              <a:tr h="924672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Manuell konfiguration av IIS, DNS, Hyper-V</a:t>
                      </a: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Automatisk installation med </a:t>
                      </a:r>
                      <a:r>
                        <a:rPr lang="sv-SE" sz="12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win_feature</a:t>
                      </a: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-modulen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626375"/>
                  </a:ext>
                </a:extLst>
              </a:tr>
              <a:tr h="924672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Olika servrar blir olika över tid</a:t>
                      </a: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Samma playbook = samma resultat varje gång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9218799"/>
                  </a:ext>
                </a:extLst>
              </a:tr>
              <a:tr h="924672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Svårt att hantera 100+ Windows-servrar</a:t>
                      </a: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Ett kommando – alla servrar uppdateras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3455458"/>
                  </a:ext>
                </a:extLst>
              </a:tr>
              <a:tr h="924672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Inga dokumenterade processer</a:t>
                      </a: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Playbooks är självdokumenterande kod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19709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7480097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0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4C42016-34C0-4D37-91CF-48308269607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33" name="Color">
              <a:extLst>
                <a:ext uri="{FF2B5EF4-FFF2-40B4-BE49-F238E27FC236}">
                  <a16:creationId xmlns:a16="http://schemas.microsoft.com/office/drawing/2014/main" id="{4EB45A5E-A300-4C79-A5AE-A78AB7C683D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Color">
              <a:extLst>
                <a:ext uri="{FF2B5EF4-FFF2-40B4-BE49-F238E27FC236}">
                  <a16:creationId xmlns:a16="http://schemas.microsoft.com/office/drawing/2014/main" id="{A4B8AED9-E236-44C8-A286-D5FAC4AC8F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5A7DBA8A-AFD3-4A43-8CFF-101BE55E4E6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9812AD9-E6DC-4032-9634-F8BE9C8B3A1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2AFB4EC-2587-41C9-94B0-4F78DFB04C3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03F997D7-F70D-41BF-9C5D-E357217CA9F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35684B1-1016-4CA6-AA4F-40CF7D9FC7A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DA0F1A9E-BA7D-4BF5-8200-1A9DB79A4A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9E0FC27-B989-41F5-AAAA-539EA3DFF32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054A11-21E3-4D56-91DB-7E98A6256DA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Rubrik 1">
            <a:extLst>
              <a:ext uri="{FF2B5EF4-FFF2-40B4-BE49-F238E27FC236}">
                <a16:creationId xmlns:a16="http://schemas.microsoft.com/office/drawing/2014/main" id="{EF8E26A7-C885-4DC8-56C7-7AAB4F9247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8153" y="421908"/>
            <a:ext cx="4950053" cy="3304667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z="5400" kern="1200" dirty="0" err="1">
                <a:solidFill>
                  <a:schemeClr val="bg1"/>
                </a:solidFill>
                <a:latin typeface="+mj-lt"/>
                <a:ea typeface="+mj-ea"/>
                <a:cs typeface="+mj-cs"/>
              </a:rPr>
              <a:t>Från</a:t>
            </a:r>
            <a:r>
              <a:rPr lang="en-US" sz="54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 </a:t>
            </a:r>
            <a:r>
              <a:rPr lang="en-US" sz="5400" kern="1200" dirty="0" err="1">
                <a:solidFill>
                  <a:schemeClr val="bg1"/>
                </a:solidFill>
                <a:latin typeface="+mj-lt"/>
                <a:ea typeface="+mj-ea"/>
                <a:cs typeface="+mj-cs"/>
              </a:rPr>
              <a:t>Verkligheten</a:t>
            </a:r>
            <a:r>
              <a:rPr lang="en-US" sz="54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 – Ansible för Windows </a:t>
            </a:r>
            <a:r>
              <a:rPr lang="en-US" sz="5400" kern="1200" dirty="0" err="1">
                <a:solidFill>
                  <a:schemeClr val="bg1"/>
                </a:solidFill>
                <a:latin typeface="+mj-lt"/>
                <a:ea typeface="+mj-ea"/>
                <a:cs typeface="+mj-cs"/>
              </a:rPr>
              <a:t>i</a:t>
            </a:r>
            <a:r>
              <a:rPr lang="en-US" sz="54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 </a:t>
            </a:r>
            <a:r>
              <a:rPr lang="en-US" sz="5400" kern="1200" dirty="0" err="1">
                <a:solidFill>
                  <a:schemeClr val="bg1"/>
                </a:solidFill>
                <a:latin typeface="+mj-lt"/>
                <a:ea typeface="+mj-ea"/>
                <a:cs typeface="+mj-cs"/>
              </a:rPr>
              <a:t>Företag</a:t>
            </a:r>
            <a:endParaRPr lang="en-US" sz="5400" kern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85FBFBEE-7D0A-DBB6-AC3E-BAE5FFAE5BF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69668" y="3235234"/>
            <a:ext cx="4455684" cy="3217879"/>
          </a:xfrm>
        </p:spPr>
        <p:txBody>
          <a:bodyPr vert="horz" lIns="91440" tIns="45720" rIns="91440" bIns="45720" rtlCol="0" anchor="b">
            <a:normAutofit/>
          </a:bodyPr>
          <a:lstStyle/>
          <a:p>
            <a:pPr marL="0" indent="0">
              <a:buNone/>
            </a:pPr>
            <a:r>
              <a:rPr lang="en-US" sz="3600" kern="1200" dirty="0">
                <a:solidFill>
                  <a:schemeClr val="bg1"/>
                </a:solidFill>
                <a:latin typeface="+mn-lt"/>
                <a:ea typeface="+mn-ea"/>
                <a:cs typeface="+mn-cs"/>
              </a:rPr>
              <a:t>Ansible </a:t>
            </a:r>
            <a:r>
              <a:rPr lang="en-US" sz="3600" kern="1200" dirty="0" err="1">
                <a:solidFill>
                  <a:schemeClr val="bg1"/>
                </a:solidFill>
                <a:latin typeface="+mn-lt"/>
                <a:ea typeface="+mn-ea"/>
                <a:cs typeface="+mn-cs"/>
              </a:rPr>
              <a:t>används</a:t>
            </a:r>
            <a:r>
              <a:rPr lang="en-US" sz="3600" kern="1200" dirty="0">
                <a:solidFill>
                  <a:schemeClr val="bg1"/>
                </a:solidFill>
                <a:latin typeface="+mn-lt"/>
                <a:ea typeface="+mn-ea"/>
                <a:cs typeface="+mn-cs"/>
              </a:rPr>
              <a:t> för </a:t>
            </a:r>
            <a:r>
              <a:rPr lang="en-US" sz="3600" kern="1200" dirty="0" err="1">
                <a:solidFill>
                  <a:schemeClr val="bg1"/>
                </a:solidFill>
                <a:latin typeface="+mn-lt"/>
                <a:ea typeface="+mn-ea"/>
                <a:cs typeface="+mn-cs"/>
              </a:rPr>
              <a:t>att</a:t>
            </a:r>
            <a:r>
              <a:rPr lang="en-US" sz="3600" kern="1200" dirty="0">
                <a:solidFill>
                  <a:schemeClr val="bg1"/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3600" kern="1200" dirty="0" err="1">
                <a:solidFill>
                  <a:schemeClr val="bg1"/>
                </a:solidFill>
                <a:latin typeface="+mn-lt"/>
                <a:ea typeface="+mn-ea"/>
                <a:cs typeface="+mn-cs"/>
              </a:rPr>
              <a:t>automatisera</a:t>
            </a:r>
            <a:r>
              <a:rPr lang="en-US" sz="3600" kern="1200" dirty="0">
                <a:solidFill>
                  <a:schemeClr val="bg1"/>
                </a:solidFill>
                <a:latin typeface="+mn-lt"/>
                <a:ea typeface="+mn-ea"/>
                <a:cs typeface="+mn-cs"/>
              </a:rPr>
              <a:t> Windows-</a:t>
            </a:r>
            <a:r>
              <a:rPr lang="en-US" sz="3600" kern="1200" dirty="0" err="1">
                <a:solidFill>
                  <a:schemeClr val="bg1"/>
                </a:solidFill>
                <a:latin typeface="+mn-lt"/>
                <a:ea typeface="+mn-ea"/>
                <a:cs typeface="+mn-cs"/>
              </a:rPr>
              <a:t>infrastruktur</a:t>
            </a:r>
            <a:r>
              <a:rPr lang="en-US" sz="3600" kern="1200" dirty="0">
                <a:solidFill>
                  <a:schemeClr val="bg1"/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3600" kern="1200" dirty="0" err="1">
                <a:solidFill>
                  <a:schemeClr val="bg1"/>
                </a:solidFill>
                <a:latin typeface="+mn-lt"/>
                <a:ea typeface="+mn-ea"/>
                <a:cs typeface="+mn-cs"/>
              </a:rPr>
              <a:t>i</a:t>
            </a:r>
            <a:r>
              <a:rPr lang="en-US" sz="3600" kern="1200" dirty="0">
                <a:solidFill>
                  <a:schemeClr val="bg1"/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3600" kern="1200" dirty="0" err="1">
                <a:solidFill>
                  <a:schemeClr val="bg1"/>
                </a:solidFill>
                <a:latin typeface="+mn-lt"/>
                <a:ea typeface="+mn-ea"/>
                <a:cs typeface="+mn-cs"/>
              </a:rPr>
              <a:t>stora</a:t>
            </a:r>
            <a:r>
              <a:rPr lang="en-US" sz="3600" kern="1200" dirty="0">
                <a:solidFill>
                  <a:schemeClr val="bg1"/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3600" kern="1200" dirty="0" err="1">
                <a:solidFill>
                  <a:schemeClr val="bg1"/>
                </a:solidFill>
                <a:latin typeface="+mn-lt"/>
                <a:ea typeface="+mn-ea"/>
                <a:cs typeface="+mn-cs"/>
              </a:rPr>
              <a:t>företag</a:t>
            </a:r>
            <a:r>
              <a:rPr lang="en-US" sz="3600" kern="1200" dirty="0">
                <a:solidFill>
                  <a:schemeClr val="bg1"/>
                </a:solidFill>
                <a:latin typeface="+mn-lt"/>
                <a:ea typeface="+mn-ea"/>
                <a:cs typeface="+mn-cs"/>
              </a:rPr>
              <a:t>.</a:t>
            </a:r>
            <a:endParaRPr lang="en-US" sz="3600" kern="1200" dirty="0">
              <a:solidFill>
                <a:schemeClr val="bg1"/>
              </a:solidFill>
              <a:latin typeface="+mn-lt"/>
            </a:endParaRPr>
          </a:p>
        </p:txBody>
      </p:sp>
      <p:graphicFrame>
        <p:nvGraphicFramePr>
          <p:cNvPr id="5" name="Tabell 4">
            <a:extLst>
              <a:ext uri="{FF2B5EF4-FFF2-40B4-BE49-F238E27FC236}">
                <a16:creationId xmlns:a16="http://schemas.microsoft.com/office/drawing/2014/main" id="{01B6D06A-F363-1F8A-F2F8-2B5F7BC494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6015604"/>
              </p:ext>
            </p:extLst>
          </p:nvPr>
        </p:nvGraphicFramePr>
        <p:xfrm>
          <a:off x="4701822" y="1269805"/>
          <a:ext cx="7339242" cy="5392306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669621">
                  <a:extLst>
                    <a:ext uri="{9D8B030D-6E8A-4147-A177-3AD203B41FA5}">
                      <a16:colId xmlns:a16="http://schemas.microsoft.com/office/drawing/2014/main" val="1947864623"/>
                    </a:ext>
                  </a:extLst>
                </a:gridCol>
                <a:gridCol w="3669621">
                  <a:extLst>
                    <a:ext uri="{9D8B030D-6E8A-4147-A177-3AD203B41FA5}">
                      <a16:colId xmlns:a16="http://schemas.microsoft.com/office/drawing/2014/main" val="3128734252"/>
                    </a:ext>
                  </a:extLst>
                </a:gridCol>
              </a:tblGrid>
              <a:tr h="1007536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4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Företag</a:t>
                      </a:r>
                      <a:endParaRPr lang="sv-SE" sz="24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4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Hur använder de Ansible för Windows?</a:t>
                      </a:r>
                      <a:endParaRPr lang="sv-SE" sz="24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1907092"/>
                  </a:ext>
                </a:extLst>
              </a:tr>
              <a:tr h="1410551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ABB (Globalt, svenskt företag)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Automatiserar patching av Windows-servrar och sparar 57 timmar per månad per team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2359875"/>
                  </a:ext>
                </a:extLst>
              </a:tr>
              <a:tr h="1410551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Volvo (Sverige)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Hanterar Windows-serverkonfiguration med Ansible-playbooks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6719646"/>
                  </a:ext>
                </a:extLst>
              </a:tr>
              <a:tr h="1410551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Skatteverket (Sverige)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Experimenterar med AI-drivna playbooks för Windows-automation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0694207"/>
                  </a:ext>
                </a:extLst>
              </a:tr>
            </a:tbl>
          </a:graphicData>
        </a:graphic>
      </p:graphicFrame>
      <p:pic>
        <p:nvPicPr>
          <p:cNvPr id="4" name="Bildobjekt 3">
            <a:extLst>
              <a:ext uri="{FF2B5EF4-FFF2-40B4-BE49-F238E27FC236}">
                <a16:creationId xmlns:a16="http://schemas.microsoft.com/office/drawing/2014/main" id="{3B4D7F11-2CAE-3C51-1C16-9B2CCFA08F3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4702" t="2189" r="4632" b="8439"/>
          <a:stretch>
            <a:fillRect/>
          </a:stretch>
        </p:blipFill>
        <p:spPr>
          <a:xfrm>
            <a:off x="-3732" y="71526"/>
            <a:ext cx="12197509" cy="67194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993103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4" name="Rectangle 30">
            <a:extLst>
              <a:ext uri="{FF2B5EF4-FFF2-40B4-BE49-F238E27FC236}">
                <a16:creationId xmlns:a16="http://schemas.microsoft.com/office/drawing/2014/main" id="{04812C46-200A-4DEB-A05E-3ED6C68C238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48FEE0FC-F9F2-7D8A-B2E8-4ABDB105079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5884" r="-1" b="-1"/>
          <a:stretch>
            <a:fillRect/>
          </a:stretch>
        </p:blipFill>
        <p:spPr>
          <a:xfrm>
            <a:off x="1" y="10"/>
            <a:ext cx="9669642" cy="6857990"/>
          </a:xfrm>
          <a:prstGeom prst="rect">
            <a:avLst/>
          </a:prstGeom>
        </p:spPr>
      </p:pic>
      <p:sp>
        <p:nvSpPr>
          <p:cNvPr id="33" name="Rectangle 32">
            <a:extLst>
              <a:ext uri="{FF2B5EF4-FFF2-40B4-BE49-F238E27FC236}">
                <a16:creationId xmlns:a16="http://schemas.microsoft.com/office/drawing/2014/main" id="{D1EA859B-E555-4109-94F3-6700E046E00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5125019" y="0"/>
            <a:ext cx="7066978" cy="6858000"/>
          </a:xfrm>
          <a:prstGeom prst="rect">
            <a:avLst/>
          </a:prstGeom>
          <a:gradFill>
            <a:gsLst>
              <a:gs pos="48000">
                <a:schemeClr val="bg1"/>
              </a:gs>
              <a:gs pos="35000">
                <a:schemeClr val="bg1">
                  <a:alpha val="77000"/>
                </a:schemeClr>
              </a:gs>
              <a:gs pos="19000">
                <a:schemeClr val="bg1">
                  <a:alpha val="38000"/>
                </a:schemeClr>
              </a:gs>
              <a:gs pos="0">
                <a:schemeClr val="bg1">
                  <a:alpha val="0"/>
                </a:schemeClr>
              </a:gs>
              <a:gs pos="100000">
                <a:schemeClr val="bg1"/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Rubrik 1">
            <a:extLst>
              <a:ext uri="{FF2B5EF4-FFF2-40B4-BE49-F238E27FC236}">
                <a16:creationId xmlns:a16="http://schemas.microsoft.com/office/drawing/2014/main" id="{6464D2E1-976E-65DF-BF3E-E6B65A9739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531610" y="365125"/>
            <a:ext cx="3822189" cy="1899912"/>
          </a:xfrm>
        </p:spPr>
        <p:txBody>
          <a:bodyPr>
            <a:normAutofit/>
          </a:bodyPr>
          <a:lstStyle/>
          <a:p>
            <a:r>
              <a:rPr lang="sv-SE" sz="4000">
                <a:ea typeface="+mj-lt"/>
                <a:cs typeface="+mj-lt"/>
              </a:rPr>
              <a:t>Windows-moduler – Ditt Verktygsbälte</a:t>
            </a:r>
            <a:endParaRPr lang="sv-SE" sz="4000"/>
          </a:p>
        </p:txBody>
      </p:sp>
      <p:graphicFrame>
        <p:nvGraphicFramePr>
          <p:cNvPr id="25" name="Platshållare för innehåll 2">
            <a:extLst>
              <a:ext uri="{FF2B5EF4-FFF2-40B4-BE49-F238E27FC236}">
                <a16:creationId xmlns:a16="http://schemas.microsoft.com/office/drawing/2014/main" id="{F439B88F-8BB3-69F5-D7F1-8C6CBBA47B0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24403102"/>
              </p:ext>
            </p:extLst>
          </p:nvPr>
        </p:nvGraphicFramePr>
        <p:xfrm>
          <a:off x="7531610" y="2434201"/>
          <a:ext cx="3822189" cy="374276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graphicFrame>
        <p:nvGraphicFramePr>
          <p:cNvPr id="38" name="Tabell 37">
            <a:extLst>
              <a:ext uri="{FF2B5EF4-FFF2-40B4-BE49-F238E27FC236}">
                <a16:creationId xmlns:a16="http://schemas.microsoft.com/office/drawing/2014/main" id="{280BBA3E-56B9-CF50-FA34-2222282468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2260354"/>
              </p:ext>
            </p:extLst>
          </p:nvPr>
        </p:nvGraphicFramePr>
        <p:xfrm>
          <a:off x="0" y="42333"/>
          <a:ext cx="7533349" cy="6791237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393471">
                  <a:extLst>
                    <a:ext uri="{9D8B030D-6E8A-4147-A177-3AD203B41FA5}">
                      <a16:colId xmlns:a16="http://schemas.microsoft.com/office/drawing/2014/main" val="3748725095"/>
                    </a:ext>
                  </a:extLst>
                </a:gridCol>
                <a:gridCol w="2857500">
                  <a:extLst>
                    <a:ext uri="{9D8B030D-6E8A-4147-A177-3AD203B41FA5}">
                      <a16:colId xmlns:a16="http://schemas.microsoft.com/office/drawing/2014/main" val="647703770"/>
                    </a:ext>
                  </a:extLst>
                </a:gridCol>
                <a:gridCol w="3282378">
                  <a:extLst>
                    <a:ext uri="{9D8B030D-6E8A-4147-A177-3AD203B41FA5}">
                      <a16:colId xmlns:a16="http://schemas.microsoft.com/office/drawing/2014/main" val="2006944629"/>
                    </a:ext>
                  </a:extLst>
                </a:gridCol>
              </a:tblGrid>
              <a:tr h="609469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Modul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Vad gör den?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Användning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4397491"/>
                  </a:ext>
                </a:extLst>
              </a:tr>
              <a:tr h="905499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6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win_ping</a:t>
                      </a:r>
                      <a:endParaRPr lang="sv-SE" sz="16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4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Testa anslutning till Windows-värd 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4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ansible windows -m win_ping</a:t>
                      </a:r>
                      <a:endParaRPr lang="sv-SE" sz="14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755447"/>
                  </a:ext>
                </a:extLst>
              </a:tr>
              <a:tr h="905499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6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win_feature</a:t>
                      </a:r>
                      <a:endParaRPr lang="sv-SE" sz="16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4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Installera/ta bort Windows-funktioner (IIS, DNS, Hyper-V) 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4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win_feature name=Web-Server state=present</a:t>
                      </a:r>
                      <a:endParaRPr lang="sv-SE" sz="14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0986202"/>
                  </a:ext>
                </a:extLst>
              </a:tr>
              <a:tr h="818432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6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win_service</a:t>
                      </a:r>
                      <a:endParaRPr lang="sv-SE" sz="16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4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Hantera Windows-tjänster 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4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win_service name=W3SVC state=started</a:t>
                      </a:r>
                      <a:endParaRPr lang="sv-SE" sz="14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4915018"/>
                  </a:ext>
                </a:extLst>
              </a:tr>
              <a:tr h="818432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6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win_copy</a:t>
                      </a:r>
                      <a:endParaRPr lang="sv-SE" sz="16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4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Kopiera filer till Windows 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4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win_copy src=index.html dest=C:\inetpub\wwwroot\</a:t>
                      </a:r>
                      <a:endParaRPr lang="sv-SE" sz="14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2519785"/>
                  </a:ext>
                </a:extLst>
              </a:tr>
              <a:tr h="609469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6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win_file</a:t>
                      </a:r>
                      <a:endParaRPr lang="sv-SE" sz="16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4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Hantera filer och mappar 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4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win_file path=C:\temp state=directory</a:t>
                      </a:r>
                      <a:endParaRPr lang="sv-SE" sz="14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6441909"/>
                  </a:ext>
                </a:extLst>
              </a:tr>
              <a:tr h="609469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6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win_shell</a:t>
                      </a:r>
                      <a:endParaRPr lang="sv-SE" sz="16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4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Kör PowerShell-kommandon 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4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win_shell Get-Service</a:t>
                      </a:r>
                      <a:endParaRPr lang="sv-SE" sz="14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902531"/>
                  </a:ext>
                </a:extLst>
              </a:tr>
              <a:tr h="609469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6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win_firewall</a:t>
                      </a:r>
                      <a:endParaRPr lang="sv-SE" sz="16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4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Hantera brandväggsregler 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4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win_firewall</a:t>
                      </a:r>
                      <a:endParaRPr lang="sv-SE" sz="14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3751263"/>
                  </a:ext>
                </a:extLst>
              </a:tr>
              <a:tr h="905499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6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win_updates</a:t>
                      </a:r>
                      <a:endParaRPr lang="sv-SE" sz="16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4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Installera Windows-uppdateringar 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4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win_updates</a:t>
                      </a:r>
                      <a:endParaRPr lang="sv-SE" sz="14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110727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5982048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AB8C311F-7253-4AED-9701-7FC0708C41C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2384209-CB15-4CDF-9D31-C44FD9A3F2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2666617" y="-2666188"/>
            <a:ext cx="6858000" cy="12191233"/>
          </a:xfrm>
          <a:prstGeom prst="rect">
            <a:avLst/>
          </a:prstGeom>
          <a:gradFill>
            <a:gsLst>
              <a:gs pos="8000">
                <a:schemeClr val="accent1"/>
              </a:gs>
              <a:gs pos="100000">
                <a:schemeClr val="accent1">
                  <a:lumMod val="50000"/>
                </a:schemeClr>
              </a:gs>
            </a:gsLst>
            <a:lin ang="12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2633B3B5-CC90-43F0-8714-D31D1F3F020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H="1">
            <a:off x="-2311" y="0"/>
            <a:ext cx="9070846" cy="6857572"/>
          </a:xfrm>
          <a:prstGeom prst="rect">
            <a:avLst/>
          </a:prstGeom>
          <a:gradFill>
            <a:gsLst>
              <a:gs pos="8000">
                <a:srgbClr val="000000">
                  <a:alpha val="52000"/>
                </a:srgbClr>
              </a:gs>
              <a:gs pos="100000">
                <a:schemeClr val="accent1"/>
              </a:gs>
            </a:gsLst>
            <a:lin ang="4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8D57A06-A426-446D-B02C-A2DC6B62E4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3649491" y="-1685840"/>
            <a:ext cx="4894564" cy="12193546"/>
          </a:xfrm>
          <a:prstGeom prst="rect">
            <a:avLst/>
          </a:prstGeom>
          <a:gradFill>
            <a:gsLst>
              <a:gs pos="0">
                <a:schemeClr val="accent5">
                  <a:lumMod val="60000"/>
                  <a:lumOff val="40000"/>
                  <a:alpha val="0"/>
                </a:schemeClr>
              </a:gs>
              <a:gs pos="100000">
                <a:srgbClr val="000000">
                  <a:alpha val="46000"/>
                </a:srgbClr>
              </a:gs>
            </a:gsLst>
            <a:lin ang="1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Bildobjekt 3">
            <a:extLst>
              <a:ext uri="{FF2B5EF4-FFF2-40B4-BE49-F238E27FC236}">
                <a16:creationId xmlns:a16="http://schemas.microsoft.com/office/drawing/2014/main" id="{FBDDBF37-FAE7-B9BD-7E37-01DF90685DE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b="5466"/>
          <a:stretch>
            <a:fillRect/>
          </a:stretch>
        </p:blipFill>
        <p:spPr>
          <a:xfrm>
            <a:off x="457200" y="457200"/>
            <a:ext cx="11277600" cy="5943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19374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3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Rubrik 1">
            <a:extLst>
              <a:ext uri="{FF2B5EF4-FFF2-40B4-BE49-F238E27FC236}">
                <a16:creationId xmlns:a16="http://schemas.microsoft.com/office/drawing/2014/main" id="{269DCB01-42B4-1614-1D96-06180BC027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6200000">
            <a:off x="-1325880" y="1947672"/>
            <a:ext cx="5961888" cy="2788920"/>
          </a:xfrm>
        </p:spPr>
        <p:txBody>
          <a:bodyPr anchor="ctr">
            <a:normAutofit/>
          </a:bodyPr>
          <a:lstStyle/>
          <a:p>
            <a:r>
              <a:rPr lang="sv-SE" sz="4800">
                <a:solidFill>
                  <a:schemeClr val="bg1"/>
                </a:solidFill>
                <a:ea typeface="+mj-lt"/>
                <a:cs typeface="+mj-lt"/>
              </a:rPr>
              <a:t>Förbereda Windows för Ansible (WinRM)</a:t>
            </a:r>
            <a:endParaRPr lang="sv-SE" sz="4800">
              <a:solidFill>
                <a:schemeClr val="bg1"/>
              </a:solidFill>
            </a:endParaRPr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59DA496D-6966-8335-9D69-BF148BE8912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64291" y="8692"/>
            <a:ext cx="8726431" cy="6856305"/>
          </a:xfrm>
        </p:spPr>
        <p:txBody>
          <a:bodyPr vert="horz" lIns="91440" tIns="45720" rIns="91440" bIns="45720" rtlCol="0" anchor="ctr">
            <a:normAutofit lnSpcReduction="10000"/>
          </a:bodyPr>
          <a:lstStyle/>
          <a:p>
            <a:pPr marL="0" indent="0">
              <a:buNone/>
            </a:pPr>
            <a:r>
              <a:rPr lang="sv-SE" sz="2400">
                <a:solidFill>
                  <a:schemeClr val="tx2"/>
                </a:solidFill>
                <a:ea typeface="+mn-lt"/>
                <a:cs typeface="+mn-lt"/>
              </a:rPr>
              <a:t>Innan Ansible kan hantera Windows måste WinRM aktiveras och konfigureras.</a:t>
            </a:r>
            <a:endParaRPr lang="sv-SE" sz="2400">
              <a:solidFill>
                <a:schemeClr val="tx2"/>
              </a:solidFill>
            </a:endParaRPr>
          </a:p>
          <a:p>
            <a:pPr marL="0" indent="0">
              <a:buNone/>
            </a:pPr>
            <a:r>
              <a:rPr lang="sv-SE" sz="2400">
                <a:solidFill>
                  <a:schemeClr val="tx2"/>
                </a:solidFill>
                <a:ea typeface="+mn-lt"/>
                <a:cs typeface="+mn-lt"/>
              </a:rPr>
              <a:t>Steg 1 – Aktivera WinRM på Windows (som Administrator i PowerShell)</a:t>
            </a:r>
            <a:endParaRPr lang="sv-SE" sz="2400">
              <a:solidFill>
                <a:schemeClr val="tx2"/>
              </a:solidFill>
            </a:endParaRPr>
          </a:p>
          <a:p>
            <a:pPr>
              <a:buNone/>
            </a:pPr>
            <a:r>
              <a:rPr lang="sv-SE" sz="1800">
                <a:solidFill>
                  <a:srgbClr val="0F1115"/>
                </a:solidFill>
                <a:highlight>
                  <a:srgbClr val="F9FAFB"/>
                </a:highlight>
                <a:ea typeface="+mn-lt"/>
                <a:cs typeface="+mn-lt"/>
              </a:rPr>
              <a:t>powershell</a:t>
            </a:r>
            <a:endParaRPr lang="sv-SE" sz="1800">
              <a:solidFill>
                <a:srgbClr val="0F1115"/>
              </a:solidFill>
              <a:ea typeface="+mn-lt"/>
              <a:cs typeface="+mn-lt"/>
            </a:endParaRPr>
          </a:p>
          <a:p>
            <a:pPr>
              <a:buNone/>
            </a:pPr>
            <a:r>
              <a:rPr lang="sv-SE" sz="2000" i="1">
                <a:solidFill>
                  <a:srgbClr val="A0A1A7"/>
                </a:solidFill>
                <a:highlight>
                  <a:srgbClr val="F9FAFB"/>
                </a:highlight>
                <a:latin typeface="Consolas"/>
              </a:rPr>
              <a:t># Aktivera WinRM och PSRemoting</a:t>
            </a:r>
            <a:r>
              <a:rPr lang="sv-SE" sz="20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Enable-PSRemoting</a:t>
            </a:r>
            <a:r>
              <a:rPr lang="sv-SE" sz="20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Force</a:t>
            </a:r>
            <a:r>
              <a:rPr lang="sv-SE" sz="20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000" i="1">
                <a:solidFill>
                  <a:srgbClr val="A0A1A7"/>
                </a:solidFill>
                <a:highlight>
                  <a:srgbClr val="F9FAFB"/>
                </a:highlight>
                <a:latin typeface="Consolas"/>
              </a:rPr>
              <a:t># Sätt WinRM att starta automatiskt</a:t>
            </a:r>
            <a:r>
              <a:rPr lang="sv-SE" sz="20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Set-Service</a:t>
            </a:r>
            <a:r>
              <a:rPr lang="sv-SE" sz="20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Name WinRM 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StartupType </a:t>
            </a:r>
            <a:r>
              <a:rPr lang="sv-SE" sz="2000">
                <a:solidFill>
                  <a:srgbClr val="50A14F"/>
                </a:solidFill>
                <a:highlight>
                  <a:srgbClr val="F9FAFB"/>
                </a:highlight>
                <a:latin typeface="Consolas"/>
              </a:rPr>
              <a:t>'Automatic'</a:t>
            </a:r>
            <a:r>
              <a:rPr lang="sv-SE" sz="20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000" i="1">
                <a:solidFill>
                  <a:srgbClr val="A0A1A7"/>
                </a:solidFill>
                <a:highlight>
                  <a:srgbClr val="F9FAFB"/>
                </a:highlight>
                <a:latin typeface="Consolas"/>
              </a:rPr>
              <a:t># Tillåt grundläggande autentisering (endast labb!)</a:t>
            </a:r>
            <a:r>
              <a:rPr lang="sv-SE" sz="20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Set-Item</a:t>
            </a:r>
            <a:r>
              <a:rPr lang="sv-SE" sz="20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Path WSMan:\localhost\Service\Auth\Basic 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Value </a:t>
            </a:r>
            <a:r>
              <a:rPr lang="sv-SE" sz="20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$true</a:t>
            </a:r>
            <a:r>
              <a:rPr lang="sv-SE" sz="20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000" i="1">
                <a:solidFill>
                  <a:srgbClr val="A0A1A7"/>
                </a:solidFill>
                <a:highlight>
                  <a:srgbClr val="F9FAFB"/>
                </a:highlight>
                <a:latin typeface="Consolas"/>
              </a:rPr>
              <a:t># Lägg till brandväggsregel för WinRM HTTP (port 5985)</a:t>
            </a:r>
            <a:r>
              <a:rPr lang="sv-SE" sz="20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New-NetFirewallRule</a:t>
            </a:r>
            <a:r>
              <a:rPr lang="sv-SE" sz="20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Name </a:t>
            </a:r>
            <a:r>
              <a:rPr lang="sv-SE" sz="2000">
                <a:solidFill>
                  <a:srgbClr val="50A14F"/>
                </a:solidFill>
                <a:highlight>
                  <a:srgbClr val="F9FAFB"/>
                </a:highlight>
                <a:latin typeface="Consolas"/>
              </a:rPr>
              <a:t>"WinRM-HTTP"</a:t>
            </a:r>
            <a:r>
              <a:rPr lang="sv-SE" sz="20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DisplayName </a:t>
            </a:r>
            <a:r>
              <a:rPr lang="sv-SE" sz="2000">
                <a:solidFill>
                  <a:srgbClr val="50A14F"/>
                </a:solidFill>
                <a:highlight>
                  <a:srgbClr val="F9FAFB"/>
                </a:highlight>
                <a:latin typeface="Consolas"/>
              </a:rPr>
              <a:t>"WinRM HTTP"</a:t>
            </a:r>
            <a:r>
              <a:rPr lang="sv-SE" sz="20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Enabled True 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Direction Inbound 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Protocol TCP 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LocalPort 5985 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Action Allow</a:t>
            </a:r>
            <a:endParaRPr lang="sv-SE" sz="2000">
              <a:solidFill>
                <a:srgbClr val="0F1115"/>
              </a:solidFill>
              <a:highlight>
                <a:srgbClr val="F9FAFB"/>
              </a:highlight>
            </a:endParaRPr>
          </a:p>
        </p:txBody>
      </p:sp>
    </p:spTree>
    <p:extLst>
      <p:ext uri="{BB962C8B-B14F-4D97-AF65-F5344CB8AC3E}">
        <p14:creationId xmlns:p14="http://schemas.microsoft.com/office/powerpoint/2010/main" val="137278994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Rubrik 1">
            <a:extLst>
              <a:ext uri="{FF2B5EF4-FFF2-40B4-BE49-F238E27FC236}">
                <a16:creationId xmlns:a16="http://schemas.microsoft.com/office/drawing/2014/main" id="{645D9211-4016-9341-FC11-4CED30D7B0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6200000">
            <a:off x="-1325880" y="1947672"/>
            <a:ext cx="5961888" cy="2788920"/>
          </a:xfrm>
        </p:spPr>
        <p:txBody>
          <a:bodyPr anchor="ctr">
            <a:normAutofit/>
          </a:bodyPr>
          <a:lstStyle/>
          <a:p>
            <a:r>
              <a:rPr lang="sv-SE" sz="4800">
                <a:solidFill>
                  <a:schemeClr val="bg1"/>
                </a:solidFill>
                <a:ea typeface="+mj-lt"/>
                <a:cs typeface="+mj-lt"/>
              </a:rPr>
              <a:t>Steg 2 – Installera pywinrm på kontrollnoden (WSL2)</a:t>
            </a:r>
            <a:endParaRPr lang="sv-SE" sz="4800">
              <a:solidFill>
                <a:schemeClr val="bg1"/>
              </a:solidFill>
            </a:endParaRPr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30F15297-F66B-D8CD-AFBB-03602B9EC4F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929957" y="488470"/>
            <a:ext cx="7795100" cy="596730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buNone/>
            </a:pPr>
            <a:r>
              <a:rPr lang="sv-SE" sz="4000">
                <a:solidFill>
                  <a:srgbClr val="0F1115"/>
                </a:solidFill>
                <a:highlight>
                  <a:srgbClr val="F9FAFB"/>
                </a:highlight>
                <a:ea typeface="+mn-lt"/>
                <a:cs typeface="+mn-lt"/>
              </a:rPr>
              <a:t>bash</a:t>
            </a:r>
            <a:endParaRPr lang="sv-SE" sz="4000">
              <a:solidFill>
                <a:srgbClr val="0F1115"/>
              </a:solidFill>
              <a:ea typeface="+mn-lt"/>
              <a:cs typeface="+mn-lt"/>
            </a:endParaRPr>
          </a:p>
          <a:p>
            <a:pPr>
              <a:buNone/>
            </a:pPr>
            <a:r>
              <a:rPr lang="sv-SE" sz="4400">
                <a:solidFill>
                  <a:srgbClr val="0F1115"/>
                </a:solidFill>
                <a:highlight>
                  <a:srgbClr val="F9FAFB"/>
                </a:highlight>
                <a:latin typeface="Consolas"/>
                <a:ea typeface="+mn-lt"/>
                <a:cs typeface="+mn-lt"/>
              </a:rPr>
              <a:t>pip </a:t>
            </a:r>
            <a:r>
              <a:rPr lang="sv-SE" sz="4400">
                <a:solidFill>
                  <a:srgbClr val="4078F2"/>
                </a:solidFill>
                <a:highlight>
                  <a:srgbClr val="F9FAFB"/>
                </a:highlight>
                <a:latin typeface="Consolas"/>
                <a:ea typeface="+mn-lt"/>
                <a:cs typeface="+mn-lt"/>
              </a:rPr>
              <a:t>install</a:t>
            </a:r>
            <a:r>
              <a:rPr lang="sv-SE" sz="4400">
                <a:solidFill>
                  <a:srgbClr val="0F1115"/>
                </a:solidFill>
                <a:highlight>
                  <a:srgbClr val="F9FAFB"/>
                </a:highlight>
                <a:latin typeface="Consolas"/>
                <a:ea typeface="+mn-lt"/>
                <a:cs typeface="+mn-lt"/>
              </a:rPr>
              <a:t> pywinrm</a:t>
            </a:r>
            <a:endParaRPr lang="sv-SE" sz="4400">
              <a:solidFill>
                <a:srgbClr val="0F1115"/>
              </a:solidFill>
              <a:highlight>
                <a:srgbClr val="F9FAFB"/>
              </a:highlight>
            </a:endParaRPr>
          </a:p>
        </p:txBody>
      </p:sp>
    </p:spTree>
    <p:extLst>
      <p:ext uri="{BB962C8B-B14F-4D97-AF65-F5344CB8AC3E}">
        <p14:creationId xmlns:p14="http://schemas.microsoft.com/office/powerpoint/2010/main" val="80831603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Rubrik 1">
            <a:extLst>
              <a:ext uri="{FF2B5EF4-FFF2-40B4-BE49-F238E27FC236}">
                <a16:creationId xmlns:a16="http://schemas.microsoft.com/office/drawing/2014/main" id="{9BBE1187-B30D-1C57-552F-F45975F819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6200000">
            <a:off x="-1325880" y="1947672"/>
            <a:ext cx="5961888" cy="2788920"/>
          </a:xfrm>
        </p:spPr>
        <p:txBody>
          <a:bodyPr anchor="ctr">
            <a:normAutofit/>
          </a:bodyPr>
          <a:lstStyle/>
          <a:p>
            <a:r>
              <a:rPr lang="sv-SE" sz="4800">
                <a:solidFill>
                  <a:schemeClr val="bg1"/>
                </a:solidFill>
                <a:ea typeface="+mj-lt"/>
                <a:cs typeface="+mj-lt"/>
              </a:rPr>
              <a:t>Steg 3 – Testa anslutning</a:t>
            </a:r>
            <a:endParaRPr lang="sv-SE" sz="4800">
              <a:solidFill>
                <a:schemeClr val="bg1"/>
              </a:solidFill>
            </a:endParaRPr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73828D95-E2C4-34B1-147B-3991A3C6A2B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78402" y="206247"/>
            <a:ext cx="8712321" cy="6503528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buNone/>
            </a:pP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ea typeface="+mn-lt"/>
                <a:cs typeface="+mn-lt"/>
              </a:rPr>
              <a:t>bash</a:t>
            </a:r>
            <a:endParaRPr lang="sv-SE" sz="2000">
              <a:solidFill>
                <a:srgbClr val="0F1115"/>
              </a:solidFill>
              <a:ea typeface="+mn-lt"/>
              <a:cs typeface="+mn-lt"/>
            </a:endParaRPr>
          </a:p>
          <a:p>
            <a:pPr>
              <a:buNone/>
            </a:pP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ansible windows </a:t>
            </a:r>
            <a:r>
              <a:rPr lang="sv-SE" sz="24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-i</a:t>
            </a:r>
            <a:r>
              <a:rPr lang="sv-SE" sz="24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inventory.ini </a:t>
            </a:r>
            <a:r>
              <a:rPr lang="sv-SE" sz="24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-m</a:t>
            </a:r>
            <a:r>
              <a:rPr lang="sv-SE" sz="24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win_ping</a:t>
            </a:r>
            <a:endParaRPr lang="sv-SE" sz="2400">
              <a:solidFill>
                <a:srgbClr val="0F1115"/>
              </a:solidFill>
              <a:highlight>
                <a:srgbClr val="F9FAFB"/>
              </a:highlight>
            </a:endParaRPr>
          </a:p>
        </p:txBody>
      </p:sp>
    </p:spTree>
    <p:extLst>
      <p:ext uri="{BB962C8B-B14F-4D97-AF65-F5344CB8AC3E}">
        <p14:creationId xmlns:p14="http://schemas.microsoft.com/office/powerpoint/2010/main" val="39173757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Rubrik 1">
            <a:extLst>
              <a:ext uri="{FF2B5EF4-FFF2-40B4-BE49-F238E27FC236}">
                <a16:creationId xmlns:a16="http://schemas.microsoft.com/office/drawing/2014/main" id="{74424D9D-4859-5A17-52E7-0B043268AF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6200000">
            <a:off x="-1325880" y="1947672"/>
            <a:ext cx="5961888" cy="2788920"/>
          </a:xfrm>
        </p:spPr>
        <p:txBody>
          <a:bodyPr anchor="ctr">
            <a:normAutofit/>
          </a:bodyPr>
          <a:lstStyle/>
          <a:p>
            <a:r>
              <a:rPr lang="sv-SE" sz="4800">
                <a:solidFill>
                  <a:schemeClr val="bg1"/>
                </a:solidFill>
                <a:ea typeface="+mj-lt"/>
                <a:cs typeface="+mj-lt"/>
              </a:rPr>
              <a:t>Förväntat resultat</a:t>
            </a:r>
            <a:endParaRPr lang="sv-SE" sz="4800">
              <a:solidFill>
                <a:schemeClr val="bg1"/>
              </a:solidFill>
            </a:endParaRPr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AA303FB0-EA81-2404-C6AF-639ED837220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661846" y="22803"/>
            <a:ext cx="8528877" cy="684219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buNone/>
            </a:pP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ea typeface="+mn-lt"/>
                <a:cs typeface="+mn-lt"/>
              </a:rPr>
              <a:t>text</a:t>
            </a:r>
            <a:endParaRPr lang="sv-SE" sz="2400">
              <a:solidFill>
                <a:srgbClr val="0F1115"/>
              </a:solidFill>
              <a:ea typeface="+mn-lt"/>
              <a:cs typeface="+mn-lt"/>
            </a:endParaRPr>
          </a:p>
          <a:p>
            <a:pPr>
              <a:buNone/>
            </a:pPr>
            <a:r>
              <a:rPr lang="sv-SE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  <a:ea typeface="+mn-lt"/>
                <a:cs typeface="+mn-lt"/>
              </a:rPr>
              <a:t>win-server | SUCCESS =&gt; {
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  <a:ea typeface="+mn-lt"/>
                <a:cs typeface="+mn-lt"/>
              </a:rPr>
              <a:t>    "changed": false,</a:t>
            </a:r>
            <a:r>
              <a:rPr lang="sv-SE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  <a:ea typeface="+mn-lt"/>
                <a:cs typeface="+mn-lt"/>
              </a:rPr>
              <a:t>
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  <a:ea typeface="+mn-lt"/>
                <a:cs typeface="+mn-lt"/>
              </a:rPr>
              <a:t>    "ping": "pong"</a:t>
            </a:r>
            <a:r>
              <a:rPr lang="sv-SE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  <a:ea typeface="+mn-lt"/>
                <a:cs typeface="+mn-lt"/>
              </a:rPr>
              <a:t>
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  <a:ea typeface="+mn-lt"/>
                <a:cs typeface="+mn-lt"/>
              </a:rPr>
              <a:t>}</a:t>
            </a:r>
            <a:endParaRPr lang="sv-SE">
              <a:solidFill>
                <a:srgbClr val="0F1115"/>
              </a:solidFill>
              <a:highlight>
                <a:srgbClr val="F9FAFB"/>
              </a:highlight>
            </a:endParaRPr>
          </a:p>
          <a:p>
            <a:pPr marL="0" indent="0">
              <a:buNone/>
            </a:pPr>
            <a:endParaRPr lang="sv-SE" sz="5400" dirty="0">
              <a:solidFill>
                <a:schemeClr val="tx2"/>
              </a:solidFill>
              <a:ea typeface="+mn-lt"/>
              <a:cs typeface="+mn-lt"/>
            </a:endParaRPr>
          </a:p>
          <a:p>
            <a:pPr marL="0" indent="0">
              <a:buNone/>
            </a:pPr>
            <a:r>
              <a:rPr lang="sv-SE" sz="3200">
                <a:solidFill>
                  <a:schemeClr val="tx2"/>
                </a:solidFill>
                <a:ea typeface="+mn-lt"/>
                <a:cs typeface="+mn-lt"/>
              </a:rPr>
              <a:t>Enligt Red Hat: För produktionsmiljöer rekommenderas HTTPS (port 5986) med certifikatvalidering.</a:t>
            </a:r>
            <a:endParaRPr lang="sv-SE" sz="3200" dirty="0">
              <a:solidFill>
                <a:schemeClr val="tx2"/>
              </a:solidFill>
            </a:endParaRPr>
          </a:p>
          <a:p>
            <a:pPr marL="0" indent="0">
              <a:buNone/>
            </a:pPr>
            <a:endParaRPr lang="sv-SE" sz="3200" dirty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049899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Rubrik 1">
            <a:extLst>
              <a:ext uri="{FF2B5EF4-FFF2-40B4-BE49-F238E27FC236}">
                <a16:creationId xmlns:a16="http://schemas.microsoft.com/office/drawing/2014/main" id="{13DDD16A-8D72-15DA-8A15-ACF80ACF04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6200000">
            <a:off x="-1325880" y="1947672"/>
            <a:ext cx="5961888" cy="2788920"/>
          </a:xfrm>
        </p:spPr>
        <p:txBody>
          <a:bodyPr anchor="ctr">
            <a:normAutofit/>
          </a:bodyPr>
          <a:lstStyle/>
          <a:p>
            <a:r>
              <a:rPr lang="sv-SE" sz="4800">
                <a:solidFill>
                  <a:schemeClr val="bg1"/>
                </a:solidFill>
                <a:ea typeface="+mj-lt"/>
                <a:cs typeface="+mj-lt"/>
              </a:rPr>
              <a:t>Inventory för Windows – Rätt Konfiguration</a:t>
            </a:r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5A052A5D-E3B0-AD66-B205-CBA206866DE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591291" y="22803"/>
            <a:ext cx="8599432" cy="6715195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buNone/>
            </a:pPr>
            <a:r>
              <a:rPr lang="sv-SE" sz="3600">
                <a:solidFill>
                  <a:schemeClr val="tx2"/>
                </a:solidFill>
                <a:ea typeface="+mn-lt"/>
                <a:cs typeface="+mn-lt"/>
              </a:rPr>
              <a:t>Inventory-filen måste innehålla särskilda variabler för Windows-anslutning.</a:t>
            </a:r>
          </a:p>
          <a:p>
            <a:pPr marL="0" indent="0">
              <a:buNone/>
            </a:pPr>
            <a:r>
              <a:rPr lang="sv-SE" sz="3600" b="1">
                <a:solidFill>
                  <a:schemeClr val="tx2"/>
                </a:solidFill>
                <a:highlight>
                  <a:srgbClr val="FFFFFF"/>
                </a:highlight>
                <a:ea typeface="+mn-lt"/>
                <a:cs typeface="+mn-lt"/>
              </a:rPr>
              <a:t>Exempel – </a:t>
            </a:r>
            <a:r>
              <a:rPr lang="sv-SE" sz="3600">
                <a:solidFill>
                  <a:schemeClr val="tx2"/>
                </a:solidFill>
                <a:highlight>
                  <a:srgbClr val="EBEEF2"/>
                </a:highlight>
                <a:latin typeface="Consolas"/>
              </a:rPr>
              <a:t>inventory.ini</a:t>
            </a:r>
            <a:r>
              <a:rPr lang="sv-SE" sz="3600" b="1">
                <a:solidFill>
                  <a:schemeClr val="tx2"/>
                </a:solidFill>
                <a:highlight>
                  <a:srgbClr val="FFFFFF"/>
                </a:highlight>
                <a:ea typeface="+mn-lt"/>
                <a:cs typeface="+mn-lt"/>
              </a:rPr>
              <a:t> för Windows:</a:t>
            </a:r>
          </a:p>
          <a:p>
            <a:pPr>
              <a:buNone/>
            </a:pP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ea typeface="+mn-lt"/>
                <a:cs typeface="+mn-lt"/>
              </a:rPr>
              <a:t>ini</a:t>
            </a:r>
            <a:endParaRPr lang="sv-SE" sz="2000">
              <a:solidFill>
                <a:srgbClr val="0F1115"/>
              </a:solidFill>
              <a:ea typeface="+mn-lt"/>
              <a:cs typeface="+mn-lt"/>
            </a:endParaRPr>
          </a:p>
          <a:p>
            <a:pPr>
              <a:buNone/>
            </a:pPr>
            <a:r>
              <a:rPr lang="sv-SE" sz="2400" i="1">
                <a:solidFill>
                  <a:srgbClr val="A0A1A7"/>
                </a:solidFill>
                <a:highlight>
                  <a:srgbClr val="F9FAFB"/>
                </a:highlight>
                <a:latin typeface="Consolas"/>
              </a:rPr>
              <a:t># inventory.ini – Windows-servrar</a:t>
            </a:r>
            <a:r>
              <a:rPr lang="sv-SE" sz="24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[</a:t>
            </a:r>
            <a:r>
              <a:rPr lang="sv-SE" sz="2400">
                <a:solidFill>
                  <a:srgbClr val="50A14F"/>
                </a:solidFill>
                <a:highlight>
                  <a:srgbClr val="F9FAFB"/>
                </a:highlight>
                <a:latin typeface="Consolas"/>
              </a:rPr>
              <a:t>windows_servers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]</a:t>
            </a:r>
            <a:r>
              <a:rPr lang="sv-SE" sz="24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4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win01 ansible_host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=</a:t>
            </a:r>
            <a:r>
              <a:rPr lang="sv-SE" sz="2400">
                <a:solidFill>
                  <a:srgbClr val="50A14F"/>
                </a:solidFill>
                <a:highlight>
                  <a:srgbClr val="F9FAFB"/>
                </a:highlight>
                <a:latin typeface="Consolas"/>
              </a:rPr>
              <a:t>192.168.1.100</a:t>
            </a:r>
            <a:r>
              <a:rPr lang="sv-SE" sz="24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4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win02 ansible_host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=</a:t>
            </a:r>
            <a:r>
              <a:rPr lang="sv-SE" sz="2400">
                <a:solidFill>
                  <a:srgbClr val="50A14F"/>
                </a:solidFill>
                <a:highlight>
                  <a:srgbClr val="F9FAFB"/>
                </a:highlight>
                <a:latin typeface="Consolas"/>
              </a:rPr>
              <a:t>192.168.1.101</a:t>
            </a:r>
            <a:r>
              <a:rPr lang="sv-SE" sz="24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[</a:t>
            </a:r>
            <a:r>
              <a:rPr lang="sv-SE" sz="2400">
                <a:solidFill>
                  <a:srgbClr val="50A14F"/>
                </a:solidFill>
                <a:highlight>
                  <a:srgbClr val="F9FAFB"/>
                </a:highlight>
                <a:latin typeface="Consolas"/>
              </a:rPr>
              <a:t>windows_servers:vars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]</a:t>
            </a:r>
            <a:r>
              <a:rPr lang="sv-SE" sz="24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4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ansible_user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=</a:t>
            </a:r>
            <a:r>
              <a:rPr lang="sv-SE" sz="2400">
                <a:solidFill>
                  <a:srgbClr val="50A14F"/>
                </a:solidFill>
                <a:highlight>
                  <a:srgbClr val="F9FAFB"/>
                </a:highlight>
                <a:latin typeface="Consolas"/>
              </a:rPr>
              <a:t>Administrator</a:t>
            </a:r>
            <a:r>
              <a:rPr lang="sv-SE" sz="24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4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ansible_password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=</a:t>
            </a:r>
            <a:r>
              <a:rPr lang="sv-SE" sz="2400">
                <a:solidFill>
                  <a:srgbClr val="50A14F"/>
                </a:solidFill>
                <a:highlight>
                  <a:srgbClr val="F9FAFB"/>
                </a:highlight>
                <a:latin typeface="Consolas"/>
              </a:rPr>
              <a:t>SecurePassword123!</a:t>
            </a:r>
            <a:r>
              <a:rPr lang="sv-SE" sz="24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4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ansible_connection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=</a:t>
            </a:r>
            <a:r>
              <a:rPr lang="sv-SE" sz="2400">
                <a:solidFill>
                  <a:srgbClr val="50A14F"/>
                </a:solidFill>
                <a:highlight>
                  <a:srgbClr val="F9FAFB"/>
                </a:highlight>
                <a:latin typeface="Consolas"/>
              </a:rPr>
              <a:t>winrm</a:t>
            </a:r>
            <a:r>
              <a:rPr lang="sv-SE" sz="24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4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ansible_winrm_transport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=</a:t>
            </a:r>
            <a:r>
              <a:rPr lang="sv-SE" sz="2400">
                <a:solidFill>
                  <a:srgbClr val="50A14F"/>
                </a:solidFill>
                <a:highlight>
                  <a:srgbClr val="F9FAFB"/>
                </a:highlight>
                <a:latin typeface="Consolas"/>
              </a:rPr>
              <a:t>basic</a:t>
            </a:r>
            <a:r>
              <a:rPr lang="sv-SE" sz="24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4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ansible_winrm_port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=</a:t>
            </a:r>
            <a:r>
              <a:rPr lang="sv-SE" sz="2400">
                <a:solidFill>
                  <a:srgbClr val="50A14F"/>
                </a:solidFill>
                <a:highlight>
                  <a:srgbClr val="F9FAFB"/>
                </a:highlight>
                <a:latin typeface="Consolas"/>
              </a:rPr>
              <a:t>5985</a:t>
            </a:r>
            <a:r>
              <a:rPr lang="sv-SE" sz="24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4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ansible_winrm_scheme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=</a:t>
            </a:r>
            <a:r>
              <a:rPr lang="sv-SE" sz="2400">
                <a:solidFill>
                  <a:srgbClr val="50A14F"/>
                </a:solidFill>
                <a:highlight>
                  <a:srgbClr val="F9FAFB"/>
                </a:highlight>
                <a:latin typeface="Consolas"/>
              </a:rPr>
              <a:t>http</a:t>
            </a:r>
            <a:endParaRPr lang="sv-SE" sz="2400">
              <a:solidFill>
                <a:srgbClr val="50A14F"/>
              </a:solidFill>
              <a:highlight>
                <a:srgbClr val="F9FAFB"/>
              </a:highlight>
            </a:endParaRPr>
          </a:p>
        </p:txBody>
      </p:sp>
    </p:spTree>
    <p:extLst>
      <p:ext uri="{BB962C8B-B14F-4D97-AF65-F5344CB8AC3E}">
        <p14:creationId xmlns:p14="http://schemas.microsoft.com/office/powerpoint/2010/main" val="394230467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6BE11944-ED05-4FE9-9927-06C110BB3A3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2812508-238C-4BCD-BDD3-25C99C5CA23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7167"/>
            <a:ext cx="12188952" cy="3490956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EA98B5EE-6906-45B1-8691-D06F06B6C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3CB4D77E-DA74-4797-88E4-C7D817D3151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Rubrik 1">
            <a:extLst>
              <a:ext uri="{FF2B5EF4-FFF2-40B4-BE49-F238E27FC236}">
                <a16:creationId xmlns:a16="http://schemas.microsoft.com/office/drawing/2014/main" id="{DB96AF05-3933-08D1-581B-27DE04B066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9708" y="1014574"/>
            <a:ext cx="9725730" cy="2226769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z="8800" kern="1200" dirty="0" err="1">
                <a:solidFill>
                  <a:schemeClr val="bg1"/>
                </a:solidFill>
                <a:latin typeface="+mj-lt"/>
                <a:ea typeface="+mj-ea"/>
                <a:cs typeface="+mj-cs"/>
              </a:rPr>
              <a:t>Viktiga</a:t>
            </a:r>
            <a:r>
              <a:rPr lang="en-US" sz="88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 </a:t>
            </a:r>
            <a:r>
              <a:rPr lang="en-US" sz="8800" kern="1200" dirty="0" err="1">
                <a:solidFill>
                  <a:schemeClr val="bg1"/>
                </a:solidFill>
                <a:latin typeface="+mj-lt"/>
                <a:ea typeface="+mj-ea"/>
                <a:cs typeface="+mj-cs"/>
              </a:rPr>
              <a:t>variabler</a:t>
            </a:r>
            <a:endParaRPr lang="en-US" sz="8800" kern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70CDE286-6FE8-3573-9398-214C4DD051D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9708" y="2610522"/>
            <a:ext cx="9189508" cy="638657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indent="0">
              <a:buNone/>
            </a:pPr>
            <a:r>
              <a:rPr lang="en-US" sz="2400" b="1" kern="1200" dirty="0" err="1">
                <a:solidFill>
                  <a:schemeClr val="tx2"/>
                </a:solidFill>
                <a:highlight>
                  <a:srgbClr val="FFFFFF"/>
                </a:highlight>
                <a:latin typeface="+mn-lt"/>
                <a:ea typeface="+mn-ea"/>
                <a:cs typeface="+mn-cs"/>
              </a:rPr>
              <a:t>Proffstips</a:t>
            </a:r>
            <a:r>
              <a:rPr lang="en-US" sz="2400" b="1" kern="1200" dirty="0">
                <a:solidFill>
                  <a:schemeClr val="tx2"/>
                </a:solidFill>
                <a:highlight>
                  <a:srgbClr val="FFFFFF"/>
                </a:highlight>
                <a:latin typeface="+mn-lt"/>
                <a:ea typeface="+mn-ea"/>
                <a:cs typeface="+mn-cs"/>
              </a:rPr>
              <a:t>:</a:t>
            </a:r>
            <a:r>
              <a:rPr lang="en-US" sz="2400" kern="1200" dirty="0">
                <a:solidFill>
                  <a:schemeClr val="tx2"/>
                </a:solidFill>
                <a:highlight>
                  <a:srgbClr val="FFFFFF"/>
                </a:highlight>
                <a:latin typeface="+mn-lt"/>
                <a:ea typeface="+mn-ea"/>
                <a:cs typeface="+mn-cs"/>
              </a:rPr>
              <a:t> </a:t>
            </a:r>
            <a:r>
              <a:rPr lang="en-US" sz="2400" kern="1200" dirty="0" err="1">
                <a:solidFill>
                  <a:schemeClr val="tx2"/>
                </a:solidFill>
                <a:highlight>
                  <a:srgbClr val="FFFFFF"/>
                </a:highlight>
                <a:latin typeface="+mn-lt"/>
                <a:ea typeface="+mn-ea"/>
                <a:cs typeface="+mn-cs"/>
              </a:rPr>
              <a:t>Använd</a:t>
            </a:r>
            <a:r>
              <a:rPr lang="en-US" sz="2400" kern="1200" dirty="0">
                <a:solidFill>
                  <a:schemeClr val="tx2"/>
                </a:solidFill>
                <a:highlight>
                  <a:srgbClr val="FFFFFF"/>
                </a:highlight>
                <a:latin typeface="+mn-lt"/>
                <a:ea typeface="+mn-ea"/>
                <a:cs typeface="+mn-cs"/>
              </a:rPr>
              <a:t> ALLTID </a:t>
            </a:r>
            <a:r>
              <a:rPr lang="en-US" sz="2400" b="1" kern="1200" dirty="0">
                <a:solidFill>
                  <a:schemeClr val="tx2"/>
                </a:solidFill>
                <a:highlight>
                  <a:srgbClr val="FFFFFF"/>
                </a:highlight>
                <a:latin typeface="+mn-lt"/>
                <a:ea typeface="+mn-ea"/>
                <a:cs typeface="+mn-cs"/>
              </a:rPr>
              <a:t>ansible-vault</a:t>
            </a:r>
            <a:r>
              <a:rPr lang="en-US" sz="2400" kern="1200" dirty="0">
                <a:solidFill>
                  <a:schemeClr val="tx2"/>
                </a:solidFill>
                <a:highlight>
                  <a:srgbClr val="FFFFFF"/>
                </a:highlight>
                <a:latin typeface="+mn-lt"/>
                <a:ea typeface="+mn-ea"/>
                <a:cs typeface="+mn-cs"/>
              </a:rPr>
              <a:t> för </a:t>
            </a:r>
            <a:r>
              <a:rPr lang="en-US" sz="2400" kern="1200" dirty="0" err="1">
                <a:solidFill>
                  <a:schemeClr val="tx2"/>
                </a:solidFill>
                <a:highlight>
                  <a:srgbClr val="FFFFFF"/>
                </a:highlight>
                <a:latin typeface="+mn-lt"/>
                <a:ea typeface="+mn-ea"/>
                <a:cs typeface="+mn-cs"/>
              </a:rPr>
              <a:t>lösenord</a:t>
            </a:r>
            <a:r>
              <a:rPr lang="en-US" sz="2400" kern="1200" dirty="0">
                <a:solidFill>
                  <a:schemeClr val="tx2"/>
                </a:solidFill>
                <a:highlight>
                  <a:srgbClr val="FFFFFF"/>
                </a:highlight>
                <a:latin typeface="+mn-lt"/>
                <a:ea typeface="+mn-ea"/>
                <a:cs typeface="+mn-cs"/>
              </a:rPr>
              <a:t> </a:t>
            </a:r>
            <a:r>
              <a:rPr lang="en-US" sz="2400" kern="1200" dirty="0" err="1">
                <a:solidFill>
                  <a:schemeClr val="tx2"/>
                </a:solidFill>
                <a:highlight>
                  <a:srgbClr val="FFFFFF"/>
                </a:highlight>
                <a:latin typeface="+mn-lt"/>
                <a:ea typeface="+mn-ea"/>
                <a:cs typeface="+mn-cs"/>
              </a:rPr>
              <a:t>i</a:t>
            </a:r>
            <a:r>
              <a:rPr lang="en-US" sz="2400" kern="1200" dirty="0">
                <a:solidFill>
                  <a:schemeClr val="tx2"/>
                </a:solidFill>
                <a:highlight>
                  <a:srgbClr val="FFFFFF"/>
                </a:highlight>
                <a:latin typeface="+mn-lt"/>
                <a:ea typeface="+mn-ea"/>
                <a:cs typeface="+mn-cs"/>
              </a:rPr>
              <a:t> </a:t>
            </a:r>
            <a:r>
              <a:rPr lang="en-US" sz="2400" kern="1200" dirty="0" err="1">
                <a:solidFill>
                  <a:schemeClr val="tx2"/>
                </a:solidFill>
                <a:highlight>
                  <a:srgbClr val="FFFFFF"/>
                </a:highlight>
                <a:latin typeface="+mn-lt"/>
                <a:ea typeface="+mn-ea"/>
                <a:cs typeface="+mn-cs"/>
              </a:rPr>
              <a:t>produktion</a:t>
            </a:r>
            <a:r>
              <a:rPr lang="en-US" sz="2400" kern="1200" dirty="0">
                <a:solidFill>
                  <a:schemeClr val="tx2"/>
                </a:solidFill>
                <a:highlight>
                  <a:srgbClr val="FFFFFF"/>
                </a:highlight>
                <a:latin typeface="+mn-lt"/>
                <a:ea typeface="+mn-ea"/>
                <a:cs typeface="+mn-cs"/>
              </a:rPr>
              <a:t> !</a:t>
            </a:r>
            <a:endParaRPr lang="en-US" sz="2400" kern="1200" dirty="0">
              <a:solidFill>
                <a:schemeClr val="tx2"/>
              </a:solidFill>
              <a:latin typeface="+mn-lt"/>
              <a:ea typeface="+mn-ea"/>
              <a:cs typeface="+mn-cs"/>
            </a:endParaRPr>
          </a:p>
        </p:txBody>
      </p:sp>
      <p:graphicFrame>
        <p:nvGraphicFramePr>
          <p:cNvPr id="5" name="Tabell 4">
            <a:extLst>
              <a:ext uri="{FF2B5EF4-FFF2-40B4-BE49-F238E27FC236}">
                <a16:creationId xmlns:a16="http://schemas.microsoft.com/office/drawing/2014/main" id="{F1EA2865-66F9-3935-345F-DE641BB52D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9483164"/>
              </p:ext>
            </p:extLst>
          </p:nvPr>
        </p:nvGraphicFramePr>
        <p:xfrm>
          <a:off x="14941" y="3428170"/>
          <a:ext cx="12174061" cy="3414455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910416">
                  <a:extLst>
                    <a:ext uri="{9D8B030D-6E8A-4147-A177-3AD203B41FA5}">
                      <a16:colId xmlns:a16="http://schemas.microsoft.com/office/drawing/2014/main" val="3056814008"/>
                    </a:ext>
                  </a:extLst>
                </a:gridCol>
                <a:gridCol w="4268611">
                  <a:extLst>
                    <a:ext uri="{9D8B030D-6E8A-4147-A177-3AD203B41FA5}">
                      <a16:colId xmlns:a16="http://schemas.microsoft.com/office/drawing/2014/main" val="3756811941"/>
                    </a:ext>
                  </a:extLst>
                </a:gridCol>
                <a:gridCol w="4995034">
                  <a:extLst>
                    <a:ext uri="{9D8B030D-6E8A-4147-A177-3AD203B41FA5}">
                      <a16:colId xmlns:a16="http://schemas.microsoft.com/office/drawing/2014/main" val="2119763616"/>
                    </a:ext>
                  </a:extLst>
                </a:gridCol>
              </a:tblGrid>
              <a:tr h="682891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Variabel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Värde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Förklaring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8723439"/>
                  </a:ext>
                </a:extLst>
              </a:tr>
              <a:tr h="682891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ansible_connection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winrm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Använder WinRM istället för SSH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7445118"/>
                  </a:ext>
                </a:extLst>
              </a:tr>
              <a:tr h="682891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ansible_winrm_transport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basic</a:t>
                      </a: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, </a:t>
                      </a: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ntlm</a:t>
                      </a: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, </a:t>
                      </a: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kerberos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Autentiseringsmetod 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0009823"/>
                  </a:ext>
                </a:extLst>
              </a:tr>
              <a:tr h="682891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ansible_winrm_port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5985</a:t>
                      </a: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 (HTTP) eller </a:t>
                      </a: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5986</a:t>
                      </a: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 (HTTPS)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WinRM-port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9116700"/>
                  </a:ext>
                </a:extLst>
              </a:tr>
              <a:tr h="682891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ansible_user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Administrator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Användarnamn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762922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6542639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" name="Color Cover">
            <a:extLst>
              <a:ext uri="{FF2B5EF4-FFF2-40B4-BE49-F238E27FC236}">
                <a16:creationId xmlns:a16="http://schemas.microsoft.com/office/drawing/2014/main" id="{6BE11944-ED05-4FE9-9927-06C110BB3A3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A2812508-238C-4BCD-BDD3-25C99C5CA23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7167"/>
            <a:ext cx="12188952" cy="3490956"/>
            <a:chOff x="651279" y="598259"/>
            <a:chExt cx="10889442" cy="5680742"/>
          </a:xfrm>
        </p:grpSpPr>
        <p:sp>
          <p:nvSpPr>
            <p:cNvPr id="33" name="Color">
              <a:extLst>
                <a:ext uri="{FF2B5EF4-FFF2-40B4-BE49-F238E27FC236}">
                  <a16:creationId xmlns:a16="http://schemas.microsoft.com/office/drawing/2014/main" id="{EA98B5EE-6906-45B1-8691-D06F06B6C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Color">
              <a:extLst>
                <a:ext uri="{FF2B5EF4-FFF2-40B4-BE49-F238E27FC236}">
                  <a16:creationId xmlns:a16="http://schemas.microsoft.com/office/drawing/2014/main" id="{3CB4D77E-DA74-4797-88E4-C7D817D3151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Rubrik 1">
            <a:extLst>
              <a:ext uri="{FF2B5EF4-FFF2-40B4-BE49-F238E27FC236}">
                <a16:creationId xmlns:a16="http://schemas.microsoft.com/office/drawing/2014/main" id="{77753763-9792-F0C7-2077-75CD814ABFF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9708" y="1014574"/>
            <a:ext cx="9725730" cy="2226769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z="48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Autentiseringsmetoder</a:t>
            </a:r>
            <a:r>
              <a:rPr lang="en-US" sz="48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 för Windows – </a:t>
            </a:r>
            <a:r>
              <a:rPr lang="en-US" sz="48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Välj</a:t>
            </a:r>
            <a:r>
              <a:rPr lang="en-US" sz="48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 </a:t>
            </a:r>
            <a:r>
              <a:rPr lang="en-US" sz="48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Rätt</a:t>
            </a:r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75CD259D-DE28-BD6A-50D0-4FA9387685B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9708" y="2765744"/>
            <a:ext cx="9725730" cy="666879"/>
          </a:xfrm>
          <a:solidFill>
            <a:schemeClr val="bg1"/>
          </a:solidFill>
        </p:spPr>
        <p:txBody>
          <a:bodyPr vert="horz" lIns="91440" tIns="45720" rIns="91440" bIns="45720" rtlCol="0" anchor="ctr">
            <a:normAutofit fontScale="85000" lnSpcReduction="20000"/>
          </a:bodyPr>
          <a:lstStyle/>
          <a:p>
            <a:pPr marL="0" indent="0">
              <a:buNone/>
            </a:pPr>
            <a:r>
              <a:rPr lang="en-US" sz="2400" kern="1200" dirty="0">
                <a:solidFill>
                  <a:schemeClr val="tx2"/>
                </a:solidFill>
                <a:latin typeface="+mn-lt"/>
                <a:ea typeface="+mn-ea"/>
                <a:cs typeface="+mn-cs"/>
              </a:rPr>
              <a:t>Välj </a:t>
            </a:r>
            <a:r>
              <a:rPr lang="en-US" sz="2400" kern="1200" dirty="0" err="1">
                <a:solidFill>
                  <a:schemeClr val="tx2"/>
                </a:solidFill>
                <a:latin typeface="+mn-lt"/>
                <a:ea typeface="+mn-ea"/>
                <a:cs typeface="+mn-cs"/>
              </a:rPr>
              <a:t>rätt</a:t>
            </a:r>
            <a:r>
              <a:rPr lang="en-US" sz="2400" kern="1200" dirty="0">
                <a:solidFill>
                  <a:schemeClr val="tx2"/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2400" kern="1200" dirty="0" err="1">
                <a:solidFill>
                  <a:schemeClr val="tx2"/>
                </a:solidFill>
                <a:latin typeface="+mn-lt"/>
                <a:ea typeface="+mn-ea"/>
                <a:cs typeface="+mn-cs"/>
              </a:rPr>
              <a:t>autentiseringsmetod</a:t>
            </a:r>
            <a:r>
              <a:rPr lang="en-US" sz="2400" kern="1200" dirty="0">
                <a:solidFill>
                  <a:schemeClr val="tx2"/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2400" kern="1200" dirty="0" err="1">
                <a:solidFill>
                  <a:schemeClr val="tx2"/>
                </a:solidFill>
                <a:latin typeface="+mn-lt"/>
                <a:ea typeface="+mn-ea"/>
                <a:cs typeface="+mn-cs"/>
              </a:rPr>
              <a:t>baserat</a:t>
            </a:r>
            <a:r>
              <a:rPr lang="en-US" sz="2400" kern="1200" dirty="0">
                <a:solidFill>
                  <a:schemeClr val="tx2"/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2400" kern="1200" dirty="0" err="1">
                <a:solidFill>
                  <a:schemeClr val="tx2"/>
                </a:solidFill>
                <a:latin typeface="+mn-lt"/>
                <a:ea typeface="+mn-ea"/>
                <a:cs typeface="+mn-cs"/>
              </a:rPr>
              <a:t>på</a:t>
            </a:r>
            <a:r>
              <a:rPr lang="en-US" sz="2400" kern="1200" dirty="0">
                <a:solidFill>
                  <a:schemeClr val="tx2"/>
                </a:solidFill>
                <a:latin typeface="+mn-lt"/>
                <a:ea typeface="+mn-ea"/>
                <a:cs typeface="+mn-cs"/>
              </a:rPr>
              <a:t> din </a:t>
            </a:r>
            <a:r>
              <a:rPr lang="en-US" sz="2400" kern="1200" dirty="0" err="1">
                <a:solidFill>
                  <a:schemeClr val="tx2"/>
                </a:solidFill>
                <a:latin typeface="+mn-lt"/>
                <a:ea typeface="+mn-ea"/>
                <a:cs typeface="+mn-cs"/>
              </a:rPr>
              <a:t>miljö</a:t>
            </a:r>
            <a:r>
              <a:rPr lang="en-US" sz="2400" kern="1200" dirty="0">
                <a:solidFill>
                  <a:schemeClr val="tx2"/>
                </a:solidFill>
                <a:latin typeface="+mn-lt"/>
                <a:ea typeface="+mn-ea"/>
                <a:cs typeface="+mn-cs"/>
              </a:rPr>
              <a:t>.</a:t>
            </a:r>
          </a:p>
          <a:p>
            <a:pPr marL="0" indent="0">
              <a:buNone/>
            </a:pPr>
            <a:r>
              <a:rPr lang="en-US" sz="2400" dirty="0" err="1">
                <a:solidFill>
                  <a:schemeClr val="tx2"/>
                </a:solidFill>
                <a:ea typeface="+mn-lt"/>
                <a:cs typeface="+mn-lt"/>
              </a:rPr>
              <a:t>Jämförelse</a:t>
            </a:r>
            <a:r>
              <a:rPr lang="en-US" sz="2400" dirty="0">
                <a:solidFill>
                  <a:schemeClr val="tx2"/>
                </a:solidFill>
                <a:ea typeface="+mn-lt"/>
                <a:cs typeface="+mn-lt"/>
              </a:rPr>
              <a:t> av </a:t>
            </a:r>
            <a:r>
              <a:rPr lang="en-US" sz="2400" dirty="0" err="1">
                <a:solidFill>
                  <a:schemeClr val="tx2"/>
                </a:solidFill>
                <a:ea typeface="+mn-lt"/>
                <a:cs typeface="+mn-lt"/>
              </a:rPr>
              <a:t>metoder</a:t>
            </a:r>
            <a:endParaRPr lang="en-US" sz="2400" dirty="0" err="1">
              <a:solidFill>
                <a:schemeClr val="tx2"/>
              </a:solidFill>
            </a:endParaRPr>
          </a:p>
        </p:txBody>
      </p:sp>
      <p:graphicFrame>
        <p:nvGraphicFramePr>
          <p:cNvPr id="7" name="Tabell 6">
            <a:extLst>
              <a:ext uri="{FF2B5EF4-FFF2-40B4-BE49-F238E27FC236}">
                <a16:creationId xmlns:a16="http://schemas.microsoft.com/office/drawing/2014/main" id="{768E76C4-CF36-D092-96C8-214187B4EF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0295220"/>
              </p:ext>
            </p:extLst>
          </p:nvPr>
        </p:nvGraphicFramePr>
        <p:xfrm>
          <a:off x="0" y="3639237"/>
          <a:ext cx="12191994" cy="287655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975554">
                  <a:extLst>
                    <a:ext uri="{9D8B030D-6E8A-4147-A177-3AD203B41FA5}">
                      <a16:colId xmlns:a16="http://schemas.microsoft.com/office/drawing/2014/main" val="3189419508"/>
                    </a:ext>
                  </a:extLst>
                </a:gridCol>
                <a:gridCol w="3280833">
                  <a:extLst>
                    <a:ext uri="{9D8B030D-6E8A-4147-A177-3AD203B41FA5}">
                      <a16:colId xmlns:a16="http://schemas.microsoft.com/office/drawing/2014/main" val="4110742291"/>
                    </a:ext>
                  </a:extLst>
                </a:gridCol>
                <a:gridCol w="2187222">
                  <a:extLst>
                    <a:ext uri="{9D8B030D-6E8A-4147-A177-3AD203B41FA5}">
                      <a16:colId xmlns:a16="http://schemas.microsoft.com/office/drawing/2014/main" val="2224214792"/>
                    </a:ext>
                  </a:extLst>
                </a:gridCol>
                <a:gridCol w="4748385">
                  <a:extLst>
                    <a:ext uri="{9D8B030D-6E8A-4147-A177-3AD203B41FA5}">
                      <a16:colId xmlns:a16="http://schemas.microsoft.com/office/drawing/2014/main" val="285175521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Metod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Användning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Säkerhet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Krav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48849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Basic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Labb-miljöer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Låg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Inga extra krav 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79582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NTLM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Lokala konton, ej domän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Medel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HTTPS rekommenderas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84311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Kerberos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Domän-miljöer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Hög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Domain-anslutning, krb5.conf 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3970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Certificate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Produktion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Hög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Certifikat på klient och server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5256825"/>
                  </a:ext>
                </a:extLst>
              </a:tr>
            </a:tbl>
          </a:graphicData>
        </a:graphic>
      </p:graphicFrame>
      <p:pic>
        <p:nvPicPr>
          <p:cNvPr id="4" name="Bildobjekt 3">
            <a:extLst>
              <a:ext uri="{FF2B5EF4-FFF2-40B4-BE49-F238E27FC236}">
                <a16:creationId xmlns:a16="http://schemas.microsoft.com/office/drawing/2014/main" id="{5CBD2333-D0AC-A9E4-B733-58B929F6D42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4943" t="2582" r="4951" b="9633"/>
          <a:stretch>
            <a:fillRect/>
          </a:stretch>
        </p:blipFill>
        <p:spPr>
          <a:xfrm>
            <a:off x="-3536" y="1650"/>
            <a:ext cx="12194976" cy="66152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284649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ubrik 1">
            <a:extLst>
              <a:ext uri="{FF2B5EF4-FFF2-40B4-BE49-F238E27FC236}">
                <a16:creationId xmlns:a16="http://schemas.microsoft.com/office/drawing/2014/main" id="{956083D3-A96E-A8B0-B0EA-972CDF533B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52311" y="365125"/>
            <a:ext cx="10487378" cy="775230"/>
          </a:xfrm>
        </p:spPr>
        <p:txBody>
          <a:bodyPr/>
          <a:lstStyle/>
          <a:p>
            <a:r>
              <a:rPr lang="sv-SE">
                <a:ea typeface="+mj-lt"/>
                <a:cs typeface="+mj-lt"/>
              </a:rPr>
              <a:t>Exempel – NTLM (vanligast)</a:t>
            </a:r>
            <a:endParaRPr lang="sv-SE"/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C6BD2A8D-2AC5-8746-B927-5DD5AFE70BF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331738"/>
            <a:ext cx="10515600" cy="2079447"/>
          </a:xfrm>
        </p:spPr>
        <p:txBody>
          <a:bodyPr vert="horz" lIns="91440" tIns="45720" rIns="91440" bIns="45720" rtlCol="0" anchor="t">
            <a:noAutofit/>
          </a:bodyPr>
          <a:lstStyle/>
          <a:p>
            <a:pPr>
              <a:buNone/>
            </a:pP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ea typeface="+mn-lt"/>
                <a:cs typeface="+mn-lt"/>
              </a:rPr>
              <a:t>ini</a:t>
            </a:r>
            <a:endParaRPr lang="sv-SE" sz="2400">
              <a:ea typeface="+mn-lt"/>
              <a:cs typeface="+mn-lt"/>
            </a:endParaRPr>
          </a:p>
          <a:p>
            <a:pPr marL="0" indent="0">
              <a:buNone/>
            </a:pPr>
            <a:r>
              <a:rPr lang="sv-SE">
                <a:solidFill>
                  <a:srgbClr val="B76B01"/>
                </a:solidFill>
                <a:latin typeface="Consolas"/>
              </a:rPr>
              <a:t>ansible_winrm_transport</a:t>
            </a:r>
            <a:r>
              <a:rPr lang="sv-SE">
                <a:solidFill>
                  <a:srgbClr val="383A42"/>
                </a:solidFill>
                <a:latin typeface="Consolas"/>
              </a:rPr>
              <a:t>=</a:t>
            </a:r>
            <a:r>
              <a:rPr lang="sv-SE">
                <a:solidFill>
                  <a:srgbClr val="50A14F"/>
                </a:solidFill>
                <a:latin typeface="Consolas"/>
              </a:rPr>
              <a:t>ntlm</a:t>
            </a:r>
            <a:r>
              <a:rPr lang="sv-SE" dirty="0">
                <a:solidFill>
                  <a:srgbClr val="0F1115"/>
                </a:solidFill>
                <a:latin typeface="Consolas"/>
              </a:rPr>
              <a:t>
</a:t>
            </a:r>
            <a:r>
              <a:rPr lang="sv-SE">
                <a:solidFill>
                  <a:srgbClr val="B76B01"/>
                </a:solidFill>
                <a:latin typeface="Consolas"/>
              </a:rPr>
              <a:t>ansible_winrm_port</a:t>
            </a:r>
            <a:r>
              <a:rPr lang="sv-SE">
                <a:solidFill>
                  <a:srgbClr val="383A42"/>
                </a:solidFill>
                <a:latin typeface="Consolas"/>
              </a:rPr>
              <a:t>=</a:t>
            </a:r>
            <a:r>
              <a:rPr lang="sv-SE">
                <a:solidFill>
                  <a:srgbClr val="50A14F"/>
                </a:solidFill>
                <a:latin typeface="Consolas"/>
              </a:rPr>
              <a:t>5986</a:t>
            </a:r>
            <a:r>
              <a:rPr lang="sv-SE" dirty="0">
                <a:solidFill>
                  <a:srgbClr val="0F1115"/>
                </a:solidFill>
                <a:latin typeface="Consolas"/>
              </a:rPr>
              <a:t>
</a:t>
            </a:r>
            <a:r>
              <a:rPr lang="sv-SE">
                <a:solidFill>
                  <a:srgbClr val="B76B01"/>
                </a:solidFill>
                <a:latin typeface="Consolas"/>
              </a:rPr>
              <a:t>ansible_winrm_scheme</a:t>
            </a:r>
            <a:r>
              <a:rPr lang="sv-SE">
                <a:solidFill>
                  <a:srgbClr val="383A42"/>
                </a:solidFill>
                <a:latin typeface="Consolas"/>
              </a:rPr>
              <a:t>=</a:t>
            </a:r>
            <a:r>
              <a:rPr lang="sv-SE">
                <a:solidFill>
                  <a:srgbClr val="50A14F"/>
                </a:solidFill>
                <a:latin typeface="Consolas"/>
              </a:rPr>
              <a:t>https</a:t>
            </a:r>
            <a:r>
              <a:rPr lang="sv-SE" dirty="0">
                <a:solidFill>
                  <a:srgbClr val="0F1115"/>
                </a:solidFill>
                <a:latin typeface="Consolas"/>
              </a:rPr>
              <a:t>
</a:t>
            </a:r>
            <a:r>
              <a:rPr lang="sv-SE">
                <a:solidFill>
                  <a:srgbClr val="B76B01"/>
                </a:solidFill>
                <a:latin typeface="Consolas"/>
              </a:rPr>
              <a:t>ansible_winrm_server_cert_validation</a:t>
            </a:r>
            <a:r>
              <a:rPr lang="sv-SE">
                <a:solidFill>
                  <a:srgbClr val="383A42"/>
                </a:solidFill>
                <a:latin typeface="Consolas"/>
              </a:rPr>
              <a:t>=</a:t>
            </a:r>
            <a:r>
              <a:rPr lang="sv-SE">
                <a:solidFill>
                  <a:srgbClr val="50A14F"/>
                </a:solidFill>
                <a:latin typeface="Consolas"/>
              </a:rPr>
              <a:t>ignore</a:t>
            </a:r>
            <a:endParaRPr lang="sv-SE"/>
          </a:p>
        </p:txBody>
      </p:sp>
      <p:sp>
        <p:nvSpPr>
          <p:cNvPr id="5" name="Rubrik 1">
            <a:extLst>
              <a:ext uri="{FF2B5EF4-FFF2-40B4-BE49-F238E27FC236}">
                <a16:creationId xmlns:a16="http://schemas.microsoft.com/office/drawing/2014/main" id="{C76E99D1-3244-8B45-C973-5184BB357AEC}"/>
              </a:ext>
            </a:extLst>
          </p:cNvPr>
          <p:cNvSpPr txBox="1">
            <a:spLocks/>
          </p:cNvSpPr>
          <p:nvPr/>
        </p:nvSpPr>
        <p:spPr>
          <a:xfrm>
            <a:off x="835378" y="3424414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sv-SE">
                <a:ea typeface="+mj-lt"/>
                <a:cs typeface="+mj-lt"/>
              </a:rPr>
              <a:t>Exempel – Kerberos (domän)</a:t>
            </a:r>
          </a:p>
        </p:txBody>
      </p:sp>
      <p:sp>
        <p:nvSpPr>
          <p:cNvPr id="8" name="Platshållare för innehåll 2">
            <a:extLst>
              <a:ext uri="{FF2B5EF4-FFF2-40B4-BE49-F238E27FC236}">
                <a16:creationId xmlns:a16="http://schemas.microsoft.com/office/drawing/2014/main" id="{8CBEA0BA-7D65-8868-5945-164A362E0C9D}"/>
              </a:ext>
            </a:extLst>
          </p:cNvPr>
          <p:cNvSpPr txBox="1">
            <a:spLocks/>
          </p:cNvSpPr>
          <p:nvPr/>
        </p:nvSpPr>
        <p:spPr>
          <a:xfrm>
            <a:off x="835378" y="4475692"/>
            <a:ext cx="10515600" cy="1585560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ea typeface="+mn-lt"/>
                <a:cs typeface="+mn-lt"/>
              </a:rPr>
              <a:t>ini</a:t>
            </a:r>
            <a:endParaRPr lang="sv-SE" sz="2400">
              <a:ea typeface="+mn-lt"/>
              <a:cs typeface="+mn-lt"/>
            </a:endParaRPr>
          </a:p>
          <a:p>
            <a:pPr>
              <a:buNone/>
            </a:pPr>
            <a:r>
              <a:rPr lang="sv-SE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ansible_winrm_transport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=</a:t>
            </a:r>
            <a:r>
              <a:rPr lang="sv-SE">
                <a:solidFill>
                  <a:srgbClr val="50A14F"/>
                </a:solidFill>
                <a:highlight>
                  <a:srgbClr val="F9FAFB"/>
                </a:highlight>
                <a:latin typeface="Consolas"/>
              </a:rPr>
              <a:t>kerberos</a:t>
            </a:r>
            <a:endParaRPr lang="sv-SE">
              <a:solidFill>
                <a:srgbClr val="000000"/>
              </a:solidFill>
              <a:latin typeface="Aptos" panose="02110004020202020204"/>
            </a:endParaRPr>
          </a:p>
          <a:p>
            <a:pPr>
              <a:buNone/>
            </a:pPr>
            <a:r>
              <a:rPr lang="sv-SE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ansible_user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=</a:t>
            </a:r>
            <a:r>
              <a:rPr lang="sv-SE">
                <a:solidFill>
                  <a:srgbClr val="50A14F"/>
                </a:solidFill>
                <a:highlight>
                  <a:srgbClr val="F9FAFB"/>
                </a:highlight>
                <a:latin typeface="Consolas"/>
              </a:rPr>
              <a:t>admin@EXAMPLE.COM</a:t>
            </a:r>
            <a:endParaRPr lang="sv-SE"/>
          </a:p>
        </p:txBody>
      </p:sp>
      <p:sp>
        <p:nvSpPr>
          <p:cNvPr id="9" name="textruta 8">
            <a:extLst>
              <a:ext uri="{FF2B5EF4-FFF2-40B4-BE49-F238E27FC236}">
                <a16:creationId xmlns:a16="http://schemas.microsoft.com/office/drawing/2014/main" id="{09DDEBC6-EAA9-8F14-67B3-E77D05C53830}"/>
              </a:ext>
            </a:extLst>
          </p:cNvPr>
          <p:cNvSpPr txBox="1"/>
          <p:nvPr/>
        </p:nvSpPr>
        <p:spPr>
          <a:xfrm>
            <a:off x="846667" y="6025445"/>
            <a:ext cx="11232444" cy="830997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sz="2400" b="1" i="0" dirty="0" err="1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Enligt</a:t>
            </a:r>
            <a:r>
              <a:rPr lang="en-US" sz="2400" b="1" i="0" dirty="0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 Ansible-</a:t>
            </a:r>
            <a:r>
              <a:rPr lang="en-US" sz="2400" b="1" i="0" dirty="0" err="1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dokumentation</a:t>
            </a:r>
            <a:r>
              <a:rPr lang="en-US" sz="2400" b="1" i="0" dirty="0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:</a:t>
            </a:r>
            <a:r>
              <a:rPr lang="en-US" sz="2400" b="0" i="0" dirty="0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 Kerberos </a:t>
            </a:r>
            <a:r>
              <a:rPr lang="en-US" sz="2400" b="0" i="0" dirty="0" err="1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är</a:t>
            </a:r>
            <a:r>
              <a:rPr lang="en-US" sz="2400" b="0" i="0" dirty="0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 det </a:t>
            </a:r>
            <a:r>
              <a:rPr lang="en-US" sz="2400" b="0" i="0" dirty="0" err="1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rekommenderade</a:t>
            </a:r>
            <a:r>
              <a:rPr lang="en-US" sz="2400" b="0" i="0" dirty="0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 valet </a:t>
            </a:r>
            <a:r>
              <a:rPr lang="en-US" sz="2400" b="0" i="0" dirty="0" err="1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i</a:t>
            </a:r>
            <a:r>
              <a:rPr lang="en-US" sz="2400" b="0" i="0" dirty="0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 Active Directory-</a:t>
            </a:r>
            <a:r>
              <a:rPr lang="en-US" sz="2400" b="0" i="0" dirty="0" err="1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miljöer</a:t>
            </a:r>
            <a:r>
              <a:rPr lang="en-US" sz="2400" b="0" i="0" dirty="0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 </a:t>
            </a:r>
            <a:r>
              <a:rPr lang="en-US" sz="2400" b="0" i="0" dirty="0" err="1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eftersom</a:t>
            </a:r>
            <a:r>
              <a:rPr lang="en-US" sz="2400" b="0" i="0" dirty="0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 det ger </a:t>
            </a:r>
            <a:r>
              <a:rPr lang="en-US" sz="2400" b="0" i="0" dirty="0" err="1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bäst</a:t>
            </a:r>
            <a:r>
              <a:rPr lang="en-US" sz="2400" b="0" i="0" dirty="0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 </a:t>
            </a:r>
            <a:r>
              <a:rPr lang="en-US" sz="2400" b="0" i="0" dirty="0" err="1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säkerhet</a:t>
            </a:r>
            <a:r>
              <a:rPr lang="en-US" sz="2400" b="0" i="0" dirty="0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 och </a:t>
            </a:r>
            <a:r>
              <a:rPr lang="en-US" sz="2400" b="0" i="0" dirty="0" err="1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stöd</a:t>
            </a:r>
            <a:r>
              <a:rPr lang="en-US" sz="2400" b="0" i="0" dirty="0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 för </a:t>
            </a:r>
            <a:r>
              <a:rPr lang="en-US" sz="2400" b="0" i="0" dirty="0" err="1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enkel</a:t>
            </a:r>
            <a:r>
              <a:rPr lang="en-US" sz="2400" b="0" i="0" dirty="0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 </a:t>
            </a:r>
            <a:r>
              <a:rPr lang="en-US" sz="2400" b="0" i="0" dirty="0" err="1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inloggning</a:t>
            </a:r>
            <a:r>
              <a:rPr lang="en-US" sz="2400" b="0" i="0" dirty="0">
                <a:solidFill>
                  <a:srgbClr val="0F1115"/>
                </a:solidFill>
                <a:latin typeface="quote-cjk-patch"/>
                <a:ea typeface="quote-cjk-patch"/>
                <a:cs typeface="quote-cjk-patch"/>
              </a:rPr>
              <a:t> .</a:t>
            </a:r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134554918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FEC590B-3306-47E9-BD67-97F3F76169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54F87DBC-E43C-4CE4-A8C5-61E3D68194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Color">
              <a:extLst>
                <a:ext uri="{FF2B5EF4-FFF2-40B4-BE49-F238E27FC236}">
                  <a16:creationId xmlns:a16="http://schemas.microsoft.com/office/drawing/2014/main" id="{CD39A88A-7F84-4ACA-877B-E28BC26CD8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47AAF5E-1692-48C9-98FB-6432BF0BC4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F36A26D-E71D-4663-B197-8B7BFA37AD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8A821CEB-DA96-4952-93B9-81F9C42BAD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8C8EDE0-D69B-4F65-9AB7-DDE7EAD78E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46F0982-BF10-4BF6-842A-F631654FFD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2B313509-2128-42CA-81B6-C9EC23E44C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589188C-E06E-4F8A-BDD1-02ADF1408F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B4E610F-FCD0-483F-B9F2-6DF2C28FE8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Rubrik 1">
            <a:extLst>
              <a:ext uri="{FF2B5EF4-FFF2-40B4-BE49-F238E27FC236}">
                <a16:creationId xmlns:a16="http://schemas.microsoft.com/office/drawing/2014/main" id="{BF00A2BD-8832-DCF0-51AF-14C46CC9D2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9708" y="666351"/>
            <a:ext cx="10558405" cy="3044335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ctr"/>
            <a:r>
              <a:rPr lang="en-US" sz="48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HTTPS för </a:t>
            </a:r>
            <a:r>
              <a:rPr lang="en-US" sz="4800" kern="1200" dirty="0" err="1">
                <a:solidFill>
                  <a:schemeClr val="bg1"/>
                </a:solidFill>
                <a:latin typeface="+mj-lt"/>
                <a:ea typeface="+mj-ea"/>
                <a:cs typeface="+mj-cs"/>
              </a:rPr>
              <a:t>WinRM</a:t>
            </a:r>
            <a:r>
              <a:rPr lang="en-US" sz="48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 – </a:t>
            </a:r>
            <a:r>
              <a:rPr lang="en-US" sz="4800" kern="1200" dirty="0" err="1">
                <a:solidFill>
                  <a:schemeClr val="bg1"/>
                </a:solidFill>
                <a:latin typeface="+mj-lt"/>
                <a:ea typeface="+mj-ea"/>
                <a:cs typeface="+mj-cs"/>
              </a:rPr>
              <a:t>Produktionsrekommendation</a:t>
            </a:r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C5B1ACC5-9F22-F552-90E7-5E579352E0F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9708" y="3866064"/>
            <a:ext cx="10558405" cy="2234485"/>
          </a:xfrm>
        </p:spPr>
        <p:txBody>
          <a:bodyPr vert="horz" lIns="91440" tIns="45720" rIns="91440" bIns="45720" rtlCol="0" anchor="t">
            <a:normAutofit/>
          </a:bodyPr>
          <a:lstStyle/>
          <a:p>
            <a:pPr marL="0" indent="0" algn="ctr">
              <a:buNone/>
            </a:pPr>
            <a:r>
              <a:rPr lang="en-US" sz="2400" kern="1200" dirty="0">
                <a:solidFill>
                  <a:schemeClr val="bg1"/>
                </a:solidFill>
                <a:latin typeface="+mn-lt"/>
                <a:ea typeface="+mn-ea"/>
                <a:cs typeface="+mn-cs"/>
              </a:rPr>
              <a:t>I </a:t>
            </a:r>
            <a:r>
              <a:rPr lang="en-US" sz="2400" kern="1200" dirty="0" err="1">
                <a:solidFill>
                  <a:schemeClr val="bg1"/>
                </a:solidFill>
                <a:latin typeface="+mn-lt"/>
                <a:ea typeface="+mn-ea"/>
                <a:cs typeface="+mn-cs"/>
              </a:rPr>
              <a:t>produktion</a:t>
            </a:r>
            <a:r>
              <a:rPr lang="en-US" sz="2400" kern="1200" dirty="0">
                <a:solidFill>
                  <a:schemeClr val="bg1"/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2400" kern="1200" dirty="0" err="1">
                <a:solidFill>
                  <a:schemeClr val="bg1"/>
                </a:solidFill>
                <a:latin typeface="+mn-lt"/>
                <a:ea typeface="+mn-ea"/>
                <a:cs typeface="+mn-cs"/>
              </a:rPr>
              <a:t>bör</a:t>
            </a:r>
            <a:r>
              <a:rPr lang="en-US" sz="2400" kern="1200" dirty="0">
                <a:solidFill>
                  <a:schemeClr val="bg1"/>
                </a:solidFill>
                <a:latin typeface="+mn-lt"/>
                <a:ea typeface="+mn-ea"/>
                <a:cs typeface="+mn-cs"/>
              </a:rPr>
              <a:t> du </a:t>
            </a:r>
            <a:r>
              <a:rPr lang="en-US" sz="2400" kern="1200" dirty="0" err="1">
                <a:solidFill>
                  <a:schemeClr val="bg1"/>
                </a:solidFill>
                <a:latin typeface="+mn-lt"/>
                <a:ea typeface="+mn-ea"/>
                <a:cs typeface="+mn-cs"/>
              </a:rPr>
              <a:t>använda</a:t>
            </a:r>
            <a:r>
              <a:rPr lang="en-US" sz="2400" kern="1200" dirty="0">
                <a:solidFill>
                  <a:schemeClr val="bg1"/>
                </a:solidFill>
                <a:latin typeface="+mn-lt"/>
                <a:ea typeface="+mn-ea"/>
                <a:cs typeface="+mn-cs"/>
              </a:rPr>
              <a:t> HTTPS (port 5986) </a:t>
            </a:r>
            <a:r>
              <a:rPr lang="en-US" sz="2400" kern="1200" dirty="0" err="1">
                <a:solidFill>
                  <a:schemeClr val="bg1"/>
                </a:solidFill>
                <a:latin typeface="+mn-lt"/>
                <a:ea typeface="+mn-ea"/>
                <a:cs typeface="+mn-cs"/>
              </a:rPr>
              <a:t>istället</a:t>
            </a:r>
            <a:r>
              <a:rPr lang="en-US" sz="2400" kern="1200" dirty="0">
                <a:solidFill>
                  <a:schemeClr val="bg1"/>
                </a:solidFill>
                <a:latin typeface="+mn-lt"/>
                <a:ea typeface="+mn-ea"/>
                <a:cs typeface="+mn-cs"/>
              </a:rPr>
              <a:t> för HTTP .</a:t>
            </a:r>
          </a:p>
        </p:txBody>
      </p:sp>
    </p:spTree>
    <p:extLst>
      <p:ext uri="{BB962C8B-B14F-4D97-AF65-F5344CB8AC3E}">
        <p14:creationId xmlns:p14="http://schemas.microsoft.com/office/powerpoint/2010/main" val="353369586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Bildobjekt 3">
            <a:extLst>
              <a:ext uri="{FF2B5EF4-FFF2-40B4-BE49-F238E27FC236}">
                <a16:creationId xmlns:a16="http://schemas.microsoft.com/office/drawing/2014/main" id="{2582F464-6196-C702-AD2E-6B8269F8A43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6581"/>
            <a:ext cx="12192000" cy="68048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244781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907E470A-25F4-47D0-8FEC-EE9FD606BB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" name="Group 9">
            <a:extLst>
              <a:ext uri="{FF2B5EF4-FFF2-40B4-BE49-F238E27FC236}">
                <a16:creationId xmlns:a16="http://schemas.microsoft.com/office/drawing/2014/main" id="{66220E63-99E1-482A-A0A6-B47EB4BF879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848" y="0"/>
            <a:ext cx="12188949" cy="6858000"/>
            <a:chOff x="-2848" y="0"/>
            <a:chExt cx="12188949" cy="6858000"/>
          </a:xfrm>
        </p:grpSpPr>
        <p:sp>
          <p:nvSpPr>
            <p:cNvPr id="11" name="Color Cover">
              <a:extLst>
                <a:ext uri="{FF2B5EF4-FFF2-40B4-BE49-F238E27FC236}">
                  <a16:creationId xmlns:a16="http://schemas.microsoft.com/office/drawing/2014/main" id="{F8610896-EA5E-4BE8-8398-C1AFC0490A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Color Cover">
              <a:extLst>
                <a:ext uri="{FF2B5EF4-FFF2-40B4-BE49-F238E27FC236}">
                  <a16:creationId xmlns:a16="http://schemas.microsoft.com/office/drawing/2014/main" id="{F44E9794-9C4B-427F-BB50-89D893347D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3" name="Group 13">
            <a:extLst>
              <a:ext uri="{FF2B5EF4-FFF2-40B4-BE49-F238E27FC236}">
                <a16:creationId xmlns:a16="http://schemas.microsoft.com/office/drawing/2014/main" id="{8618EE54-271A-4FE8-B6B3-D0FCF55A7A0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651279" y="598259"/>
            <a:ext cx="10889442" cy="5680742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ECA6F781-4382-4525-9DA8-9D66605F877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209C186B-2883-498E-A176-6B60F8B51BF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Rubrik 1">
            <a:extLst>
              <a:ext uri="{FF2B5EF4-FFF2-40B4-BE49-F238E27FC236}">
                <a16:creationId xmlns:a16="http://schemas.microsoft.com/office/drawing/2014/main" id="{4495F860-5E20-75E1-99FE-2EFB8AC832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8096" y="891712"/>
            <a:ext cx="3108283" cy="5160789"/>
          </a:xfrm>
        </p:spPr>
        <p:txBody>
          <a:bodyPr anchor="ctr">
            <a:normAutofit/>
          </a:bodyPr>
          <a:lstStyle/>
          <a:p>
            <a:r>
              <a:rPr lang="sv-SE" sz="4800">
                <a:solidFill>
                  <a:schemeClr val="bg1"/>
                </a:solidFill>
                <a:ea typeface="+mj-lt"/>
                <a:cs typeface="+mj-lt"/>
              </a:rPr>
              <a:t>Steg 1 – Skapa HTTPS-listener på Windows</a:t>
            </a:r>
            <a:endParaRPr lang="sv-SE" sz="4800">
              <a:solidFill>
                <a:schemeClr val="bg1"/>
              </a:solidFill>
            </a:endParaRPr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04B61064-BCED-5B7C-BF62-F4802D31F8A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759415" y="595380"/>
            <a:ext cx="8423102" cy="5682901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buNone/>
            </a:pP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ea typeface="+mn-lt"/>
                <a:cs typeface="+mn-lt"/>
              </a:rPr>
              <a:t>powershell</a:t>
            </a:r>
            <a:endParaRPr lang="sv-SE" sz="2000">
              <a:solidFill>
                <a:srgbClr val="0F1115"/>
              </a:solidFill>
              <a:ea typeface="+mn-lt"/>
              <a:cs typeface="+mn-lt"/>
            </a:endParaRPr>
          </a:p>
          <a:p>
            <a:pPr>
              <a:buNone/>
            </a:pPr>
            <a:r>
              <a:rPr lang="sv-SE" sz="2400" i="1">
                <a:solidFill>
                  <a:srgbClr val="A0A1A7"/>
                </a:solidFill>
                <a:highlight>
                  <a:srgbClr val="F9FAFB"/>
                </a:highlight>
                <a:latin typeface="Consolas"/>
              </a:rPr>
              <a:t># Skapa självsignerat certifikat (labb) eller använd CA-certifikat</a:t>
            </a:r>
            <a:r>
              <a:rPr lang="sv-SE" sz="24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4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$cert</a:t>
            </a: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= </a:t>
            </a:r>
            <a:r>
              <a:rPr lang="sv-SE" sz="24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New-SelfSignedCertificate</a:t>
            </a:r>
            <a:r>
              <a:rPr lang="sv-SE" sz="24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24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DnsName </a:t>
            </a:r>
            <a:r>
              <a:rPr lang="sv-SE" sz="24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$env</a:t>
            </a: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:COMPUTERNAME </a:t>
            </a:r>
            <a:r>
              <a:rPr lang="sv-SE" sz="24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CertStoreLocation Cert:\LocalMachine\My</a:t>
            </a:r>
            <a:r>
              <a:rPr lang="sv-SE" sz="24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400" i="1">
                <a:solidFill>
                  <a:srgbClr val="A0A1A7"/>
                </a:solidFill>
                <a:highlight>
                  <a:srgbClr val="F9FAFB"/>
                </a:highlight>
                <a:latin typeface="Consolas"/>
              </a:rPr>
              <a:t># Skapa HTTPS-listener</a:t>
            </a:r>
            <a:r>
              <a:rPr lang="sv-SE" sz="24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4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New-Item</a:t>
            </a:r>
            <a:r>
              <a:rPr lang="sv-SE" sz="24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24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Path WSMan:\localhost\Listener </a:t>
            </a:r>
            <a:r>
              <a:rPr lang="sv-SE" sz="24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Transport HTTPS </a:t>
            </a:r>
            <a:r>
              <a:rPr lang="sv-SE" sz="24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Address </a:t>
            </a:r>
            <a:r>
              <a:rPr lang="sv-SE" sz="24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*</a:t>
            </a:r>
            <a:r>
              <a:rPr lang="sv-SE" sz="24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24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CertificateThumbPrint </a:t>
            </a:r>
            <a:r>
              <a:rPr lang="sv-SE" sz="24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$cert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.</a:t>
            </a: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Thumbprint </a:t>
            </a:r>
            <a:r>
              <a:rPr lang="sv-SE" sz="24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Force</a:t>
            </a:r>
            <a:endParaRPr lang="sv-SE" sz="2400">
              <a:solidFill>
                <a:srgbClr val="0F1115"/>
              </a:solidFill>
              <a:highlight>
                <a:srgbClr val="F9FAFB"/>
              </a:highlight>
            </a:endParaRPr>
          </a:p>
        </p:txBody>
      </p:sp>
    </p:spTree>
    <p:extLst>
      <p:ext uri="{BB962C8B-B14F-4D97-AF65-F5344CB8AC3E}">
        <p14:creationId xmlns:p14="http://schemas.microsoft.com/office/powerpoint/2010/main" val="141146364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907E470A-25F4-47D0-8FEC-EE9FD606BB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66220E63-99E1-482A-A0A6-B47EB4BF879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848" y="0"/>
            <a:ext cx="12188949" cy="6858000"/>
            <a:chOff x="-2848" y="0"/>
            <a:chExt cx="12188949" cy="6858000"/>
          </a:xfrm>
        </p:grpSpPr>
        <p:sp>
          <p:nvSpPr>
            <p:cNvPr id="11" name="Color Cover">
              <a:extLst>
                <a:ext uri="{FF2B5EF4-FFF2-40B4-BE49-F238E27FC236}">
                  <a16:creationId xmlns:a16="http://schemas.microsoft.com/office/drawing/2014/main" id="{F8610896-EA5E-4BE8-8398-C1AFC0490A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Color Cover">
              <a:extLst>
                <a:ext uri="{FF2B5EF4-FFF2-40B4-BE49-F238E27FC236}">
                  <a16:creationId xmlns:a16="http://schemas.microsoft.com/office/drawing/2014/main" id="{F44E9794-9C4B-427F-BB50-89D893347D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618EE54-271A-4FE8-B6B3-D0FCF55A7A0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651279" y="598259"/>
            <a:ext cx="10889442" cy="5680742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ECA6F781-4382-4525-9DA8-9D66605F877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209C186B-2883-498E-A176-6B60F8B51BF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Rubrik 1">
            <a:extLst>
              <a:ext uri="{FF2B5EF4-FFF2-40B4-BE49-F238E27FC236}">
                <a16:creationId xmlns:a16="http://schemas.microsoft.com/office/drawing/2014/main" id="{DDAABAA6-A379-C270-02DE-EB0A63D872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8096" y="891712"/>
            <a:ext cx="5431290" cy="983901"/>
          </a:xfrm>
        </p:spPr>
        <p:txBody>
          <a:bodyPr anchor="ctr">
            <a:normAutofit fontScale="90000"/>
          </a:bodyPr>
          <a:lstStyle/>
          <a:p>
            <a:r>
              <a:rPr lang="sv-SE">
                <a:solidFill>
                  <a:schemeClr val="bg1"/>
                </a:solidFill>
                <a:ea typeface="+mj-lt"/>
                <a:cs typeface="+mj-lt"/>
              </a:rPr>
              <a:t>Steg 2 – Konfigurera säkerhetsinställningar</a:t>
            </a:r>
            <a:endParaRPr lang="sv-SE">
              <a:solidFill>
                <a:schemeClr val="bg1"/>
              </a:solidFill>
            </a:endParaRPr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9CAC7C1D-BA0C-20A6-71CC-B98D4993C54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0859" y="2006491"/>
            <a:ext cx="11541658" cy="4271789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buNone/>
            </a:pPr>
            <a:r>
              <a:rPr lang="sv-SE" sz="1800">
                <a:solidFill>
                  <a:srgbClr val="0F1115"/>
                </a:solidFill>
                <a:highlight>
                  <a:srgbClr val="F9FAFB"/>
                </a:highlight>
                <a:ea typeface="+mn-lt"/>
                <a:cs typeface="+mn-lt"/>
              </a:rPr>
              <a:t>powershell</a:t>
            </a:r>
            <a:endParaRPr lang="sv-SE" sz="1800">
              <a:solidFill>
                <a:srgbClr val="0F1115"/>
              </a:solidFill>
              <a:ea typeface="+mn-lt"/>
              <a:cs typeface="+mn-lt"/>
            </a:endParaRPr>
          </a:p>
          <a:p>
            <a:pPr>
              <a:buNone/>
            </a:pPr>
            <a:r>
              <a:rPr lang="sv-SE" sz="2000" i="1">
                <a:solidFill>
                  <a:srgbClr val="A0A1A7"/>
                </a:solidFill>
                <a:highlight>
                  <a:srgbClr val="F9FAFB"/>
                </a:highlight>
                <a:latin typeface="Consolas"/>
              </a:rPr>
              <a:t># Tillåt endast HTTPS</a:t>
            </a:r>
            <a:r>
              <a:rPr lang="sv-SE" sz="20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Set-Item</a:t>
            </a:r>
            <a:r>
              <a:rPr lang="sv-SE" sz="20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Path WSMan:\localhost\Service\AllowUnencrypted 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Value </a:t>
            </a:r>
            <a:r>
              <a:rPr lang="sv-SE" sz="20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$false</a:t>
            </a:r>
            <a:r>
              <a:rPr lang="sv-SE" sz="20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000" i="1">
                <a:solidFill>
                  <a:srgbClr val="A0A1A7"/>
                </a:solidFill>
                <a:highlight>
                  <a:srgbClr val="F9FAFB"/>
                </a:highlight>
                <a:latin typeface="Consolas"/>
              </a:rPr>
              <a:t># Tillåt grundläggande autentisering (vid behov)</a:t>
            </a:r>
            <a:r>
              <a:rPr lang="sv-SE" sz="20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Set-Item</a:t>
            </a:r>
            <a:r>
              <a:rPr lang="sv-SE" sz="20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Path WSMan:\localhost\Service\Auth\Basic </a:t>
            </a:r>
            <a:r>
              <a:rPr lang="sv-SE" sz="20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Value </a:t>
            </a:r>
            <a:r>
              <a:rPr lang="sv-SE" sz="20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$true</a:t>
            </a:r>
            <a:endParaRPr lang="sv-SE" sz="2000">
              <a:solidFill>
                <a:srgbClr val="B76B01"/>
              </a:solidFill>
              <a:highlight>
                <a:srgbClr val="F9FAFB"/>
              </a:highlight>
            </a:endParaRPr>
          </a:p>
        </p:txBody>
      </p:sp>
    </p:spTree>
    <p:extLst>
      <p:ext uri="{BB962C8B-B14F-4D97-AF65-F5344CB8AC3E}">
        <p14:creationId xmlns:p14="http://schemas.microsoft.com/office/powerpoint/2010/main" val="94054764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907E470A-25F4-47D0-8FEC-EE9FD606BB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" name="Group 9">
            <a:extLst>
              <a:ext uri="{FF2B5EF4-FFF2-40B4-BE49-F238E27FC236}">
                <a16:creationId xmlns:a16="http://schemas.microsoft.com/office/drawing/2014/main" id="{66220E63-99E1-482A-A0A6-B47EB4BF879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848" y="0"/>
            <a:ext cx="12188949" cy="6858000"/>
            <a:chOff x="-2848" y="0"/>
            <a:chExt cx="12188949" cy="6858000"/>
          </a:xfrm>
        </p:grpSpPr>
        <p:sp>
          <p:nvSpPr>
            <p:cNvPr id="11" name="Color Cover">
              <a:extLst>
                <a:ext uri="{FF2B5EF4-FFF2-40B4-BE49-F238E27FC236}">
                  <a16:creationId xmlns:a16="http://schemas.microsoft.com/office/drawing/2014/main" id="{F8610896-EA5E-4BE8-8398-C1AFC0490A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Color Cover">
              <a:extLst>
                <a:ext uri="{FF2B5EF4-FFF2-40B4-BE49-F238E27FC236}">
                  <a16:creationId xmlns:a16="http://schemas.microsoft.com/office/drawing/2014/main" id="{F44E9794-9C4B-427F-BB50-89D893347D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618EE54-271A-4FE8-B6B3-D0FCF55A7A0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651279" y="598259"/>
            <a:ext cx="10889442" cy="5680742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ECA6F781-4382-4525-9DA8-9D66605F877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209C186B-2883-498E-A176-6B60F8B51BF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Rubrik 1">
            <a:extLst>
              <a:ext uri="{FF2B5EF4-FFF2-40B4-BE49-F238E27FC236}">
                <a16:creationId xmlns:a16="http://schemas.microsoft.com/office/drawing/2014/main" id="{3FC127FA-22A7-9A2A-DF46-8459BA16CC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14984" y="595379"/>
            <a:ext cx="9345393" cy="1336678"/>
          </a:xfrm>
        </p:spPr>
        <p:txBody>
          <a:bodyPr anchor="ctr">
            <a:normAutofit/>
          </a:bodyPr>
          <a:lstStyle/>
          <a:p>
            <a:r>
              <a:rPr lang="sv-SE" sz="4800">
                <a:solidFill>
                  <a:schemeClr val="bg1"/>
                </a:solidFill>
                <a:ea typeface="+mj-lt"/>
                <a:cs typeface="+mj-lt"/>
              </a:rPr>
              <a:t>Steg 3 – Använd HTTPS i inventory</a:t>
            </a:r>
            <a:endParaRPr lang="sv-SE" sz="4800">
              <a:solidFill>
                <a:schemeClr val="bg1"/>
              </a:solidFill>
            </a:endParaRPr>
          </a:p>
        </p:txBody>
      </p:sp>
      <p:sp>
        <p:nvSpPr>
          <p:cNvPr id="17" name="Platshållare för innehåll 2">
            <a:extLst>
              <a:ext uri="{FF2B5EF4-FFF2-40B4-BE49-F238E27FC236}">
                <a16:creationId xmlns:a16="http://schemas.microsoft.com/office/drawing/2014/main" id="{5A40FD23-1346-DBA2-96EB-8AEEB61E1CE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54969" y="1935935"/>
            <a:ext cx="10892548" cy="2691346"/>
          </a:xfrm>
        </p:spPr>
        <p:txBody>
          <a:bodyPr vert="horz" lIns="91440" tIns="45720" rIns="91440" bIns="45720" rtlCol="0" anchor="ctr">
            <a:normAutofit lnSpcReduction="10000"/>
          </a:bodyPr>
          <a:lstStyle/>
          <a:p>
            <a:pPr>
              <a:buNone/>
            </a:pP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ea typeface="+mn-lt"/>
                <a:cs typeface="+mn-lt"/>
              </a:rPr>
              <a:t>ini</a:t>
            </a:r>
            <a:endParaRPr lang="sv-SE" sz="2400">
              <a:solidFill>
                <a:srgbClr val="0F1115"/>
              </a:solidFill>
              <a:ea typeface="+mn-lt"/>
              <a:cs typeface="+mn-lt"/>
            </a:endParaRPr>
          </a:p>
          <a:p>
            <a:pPr>
              <a:buNone/>
            </a:pP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[</a:t>
            </a:r>
            <a:r>
              <a:rPr lang="sv-SE">
                <a:solidFill>
                  <a:srgbClr val="50A14F"/>
                </a:solidFill>
                <a:highlight>
                  <a:srgbClr val="F9FAFB"/>
                </a:highlight>
                <a:latin typeface="Consolas"/>
              </a:rPr>
              <a:t>windows:vars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]</a:t>
            </a:r>
            <a:r>
              <a:rPr lang="sv-SE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ansible_port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=</a:t>
            </a:r>
            <a:r>
              <a:rPr lang="sv-SE">
                <a:solidFill>
                  <a:srgbClr val="50A14F"/>
                </a:solidFill>
                <a:highlight>
                  <a:srgbClr val="F9FAFB"/>
                </a:highlight>
                <a:latin typeface="Consolas"/>
              </a:rPr>
              <a:t>5986</a:t>
            </a:r>
            <a:r>
              <a:rPr lang="sv-SE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ansible_winrm_scheme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=</a:t>
            </a:r>
            <a:r>
              <a:rPr lang="sv-SE">
                <a:solidFill>
                  <a:srgbClr val="50A14F"/>
                </a:solidFill>
                <a:highlight>
                  <a:srgbClr val="F9FAFB"/>
                </a:highlight>
                <a:latin typeface="Consolas"/>
              </a:rPr>
              <a:t>https</a:t>
            </a:r>
            <a:r>
              <a:rPr lang="sv-SE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ansible_winrm_server_cert_validation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=</a:t>
            </a:r>
            <a:r>
              <a:rPr lang="sv-SE">
                <a:solidFill>
                  <a:srgbClr val="50A14F"/>
                </a:solidFill>
                <a:highlight>
                  <a:srgbClr val="F9FAFB"/>
                </a:highlight>
                <a:latin typeface="Consolas"/>
              </a:rPr>
              <a:t>ignore  # För självsignerade certifikat</a:t>
            </a:r>
            <a:endParaRPr lang="sv-SE">
              <a:solidFill>
                <a:srgbClr val="50A14F"/>
              </a:solidFill>
              <a:highlight>
                <a:srgbClr val="F9FAFB"/>
              </a:highlight>
            </a:endParaRPr>
          </a:p>
        </p:txBody>
      </p:sp>
      <p:sp>
        <p:nvSpPr>
          <p:cNvPr id="26" name="textruta 25">
            <a:extLst>
              <a:ext uri="{FF2B5EF4-FFF2-40B4-BE49-F238E27FC236}">
                <a16:creationId xmlns:a16="http://schemas.microsoft.com/office/drawing/2014/main" id="{67184019-4E19-BB91-DA21-F6B7A7A1E632}"/>
              </a:ext>
            </a:extLst>
          </p:cNvPr>
          <p:cNvSpPr txBox="1"/>
          <p:nvPr/>
        </p:nvSpPr>
        <p:spPr>
          <a:xfrm>
            <a:off x="874889" y="5291667"/>
            <a:ext cx="10541000" cy="954107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sz="2800" b="1" i="0" dirty="0">
                <a:solidFill>
                  <a:srgbClr val="0F1115"/>
                </a:solidFill>
                <a:highlight>
                  <a:srgbClr val="C0C0C0"/>
                </a:highlight>
                <a:latin typeface="quote-cjk-patch"/>
                <a:ea typeface="quote-cjk-patch"/>
                <a:cs typeface="quote-cjk-patch"/>
              </a:rPr>
              <a:t>VIKTIGT:</a:t>
            </a:r>
            <a:r>
              <a:rPr lang="en-US" sz="2800" b="0" i="0" dirty="0">
                <a:solidFill>
                  <a:srgbClr val="0F1115"/>
                </a:solidFill>
                <a:highlight>
                  <a:srgbClr val="C0C0C0"/>
                </a:highlight>
                <a:latin typeface="quote-cjk-patch"/>
                <a:ea typeface="quote-cjk-patch"/>
                <a:cs typeface="quote-cjk-patch"/>
              </a:rPr>
              <a:t> För </a:t>
            </a:r>
            <a:r>
              <a:rPr lang="en-US" sz="2800" b="0" i="0" dirty="0" err="1">
                <a:solidFill>
                  <a:srgbClr val="0F1115"/>
                </a:solidFill>
                <a:highlight>
                  <a:srgbClr val="C0C0C0"/>
                </a:highlight>
                <a:latin typeface="quote-cjk-patch"/>
                <a:ea typeface="quote-cjk-patch"/>
                <a:cs typeface="quote-cjk-patch"/>
              </a:rPr>
              <a:t>produktionsmiljöer</a:t>
            </a:r>
            <a:r>
              <a:rPr lang="en-US" sz="2800" b="0" i="0" dirty="0">
                <a:solidFill>
                  <a:srgbClr val="0F1115"/>
                </a:solidFill>
                <a:highlight>
                  <a:srgbClr val="C0C0C0"/>
                </a:highlight>
                <a:latin typeface="quote-cjk-patch"/>
                <a:ea typeface="quote-cjk-patch"/>
                <a:cs typeface="quote-cjk-patch"/>
              </a:rPr>
              <a:t>: </a:t>
            </a:r>
            <a:r>
              <a:rPr lang="en-US" sz="2800" b="0" i="0" dirty="0" err="1">
                <a:solidFill>
                  <a:srgbClr val="0F1115"/>
                </a:solidFill>
                <a:highlight>
                  <a:srgbClr val="C0C0C0"/>
                </a:highlight>
                <a:latin typeface="quote-cjk-patch"/>
                <a:ea typeface="quote-cjk-patch"/>
                <a:cs typeface="quote-cjk-patch"/>
              </a:rPr>
              <a:t>använd</a:t>
            </a:r>
            <a:r>
              <a:rPr lang="en-US" sz="2800" b="0" i="0" dirty="0">
                <a:solidFill>
                  <a:srgbClr val="0F1115"/>
                </a:solidFill>
                <a:highlight>
                  <a:srgbClr val="C0C0C0"/>
                </a:highlight>
                <a:latin typeface="quote-cjk-patch"/>
                <a:ea typeface="quote-cjk-patch"/>
                <a:cs typeface="quote-cjk-patch"/>
              </a:rPr>
              <a:t> CA-</a:t>
            </a:r>
            <a:r>
              <a:rPr lang="en-US" sz="2800" b="0" i="0" dirty="0" err="1">
                <a:solidFill>
                  <a:srgbClr val="0F1115"/>
                </a:solidFill>
                <a:highlight>
                  <a:srgbClr val="C0C0C0"/>
                </a:highlight>
                <a:latin typeface="quote-cjk-patch"/>
                <a:ea typeface="quote-cjk-patch"/>
                <a:cs typeface="quote-cjk-patch"/>
              </a:rPr>
              <a:t>signerade</a:t>
            </a:r>
            <a:r>
              <a:rPr lang="en-US" sz="2800" b="0" i="0" dirty="0">
                <a:solidFill>
                  <a:srgbClr val="0F1115"/>
                </a:solidFill>
                <a:highlight>
                  <a:srgbClr val="C0C0C0"/>
                </a:highlight>
                <a:latin typeface="quote-cjk-patch"/>
                <a:ea typeface="quote-cjk-patch"/>
                <a:cs typeface="quote-cjk-patch"/>
              </a:rPr>
              <a:t> </a:t>
            </a:r>
            <a:r>
              <a:rPr lang="en-US" sz="2800" b="0" i="0" dirty="0" err="1">
                <a:solidFill>
                  <a:srgbClr val="0F1115"/>
                </a:solidFill>
                <a:highlight>
                  <a:srgbClr val="C0C0C0"/>
                </a:highlight>
                <a:latin typeface="quote-cjk-patch"/>
                <a:ea typeface="quote-cjk-patch"/>
                <a:cs typeface="quote-cjk-patch"/>
              </a:rPr>
              <a:t>certifikat</a:t>
            </a:r>
            <a:r>
              <a:rPr lang="en-US" sz="2800" b="0" i="0" dirty="0">
                <a:solidFill>
                  <a:srgbClr val="0F1115"/>
                </a:solidFill>
                <a:highlight>
                  <a:srgbClr val="C0C0C0"/>
                </a:highlight>
                <a:latin typeface="quote-cjk-patch"/>
                <a:ea typeface="quote-cjk-patch"/>
                <a:cs typeface="quote-cjk-patch"/>
              </a:rPr>
              <a:t> och </a:t>
            </a:r>
            <a:r>
              <a:rPr lang="en-US" sz="2800" b="0" i="0" dirty="0" err="1">
                <a:solidFill>
                  <a:srgbClr val="0F1115"/>
                </a:solidFill>
                <a:highlight>
                  <a:srgbClr val="C0C0C0"/>
                </a:highlight>
                <a:latin typeface="quote-cjk-patch"/>
                <a:ea typeface="quote-cjk-patch"/>
                <a:cs typeface="quote-cjk-patch"/>
              </a:rPr>
              <a:t>sätt</a:t>
            </a:r>
            <a:r>
              <a:rPr lang="en-US" sz="2800" b="0" i="0" dirty="0">
                <a:solidFill>
                  <a:srgbClr val="0F1115"/>
                </a:solidFill>
                <a:highlight>
                  <a:srgbClr val="C0C0C0"/>
                </a:highlight>
                <a:latin typeface="quote-cjk-patch"/>
                <a:ea typeface="quote-cjk-patch"/>
                <a:cs typeface="quote-cjk-patch"/>
              </a:rPr>
              <a:t> </a:t>
            </a:r>
            <a:r>
              <a:rPr lang="en-US" sz="2800" dirty="0" err="1">
                <a:highlight>
                  <a:srgbClr val="C0C0C0"/>
                </a:highlight>
              </a:rPr>
              <a:t>ansible_winrm_server_cert_validation</a:t>
            </a:r>
            <a:r>
              <a:rPr lang="en-US" sz="2800" dirty="0">
                <a:highlight>
                  <a:srgbClr val="C0C0C0"/>
                </a:highlight>
              </a:rPr>
              <a:t>=validate</a:t>
            </a:r>
            <a:r>
              <a:rPr lang="en-US" sz="2800" b="0" i="0" dirty="0">
                <a:solidFill>
                  <a:srgbClr val="0F1115"/>
                </a:solidFill>
                <a:highlight>
                  <a:srgbClr val="C0C0C0"/>
                </a:highlight>
                <a:latin typeface="quote-cjk-patch"/>
                <a:ea typeface="quote-cjk-patch"/>
                <a:cs typeface="quote-cjk-patch"/>
              </a:rPr>
              <a:t>.</a:t>
            </a:r>
            <a:endParaRPr lang="en-US" sz="2800" dirty="0">
              <a:highlight>
                <a:srgbClr val="C0C0C0"/>
              </a:highlight>
            </a:endParaRPr>
          </a:p>
        </p:txBody>
      </p:sp>
    </p:spTree>
    <p:extLst>
      <p:ext uri="{BB962C8B-B14F-4D97-AF65-F5344CB8AC3E}">
        <p14:creationId xmlns:p14="http://schemas.microsoft.com/office/powerpoint/2010/main" val="255146162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Bildobjekt 3">
            <a:extLst>
              <a:ext uri="{FF2B5EF4-FFF2-40B4-BE49-F238E27FC236}">
                <a16:creationId xmlns:a16="http://schemas.microsoft.com/office/drawing/2014/main" id="{906F4242-6ECE-052A-2D62-7161684FFD1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4529" t="7692" r="6641" b="2121"/>
          <a:stretch>
            <a:fillRect/>
          </a:stretch>
        </p:blipFill>
        <p:spPr>
          <a:xfrm>
            <a:off x="1494" y="-431"/>
            <a:ext cx="12198920" cy="68606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6390207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56E9B3E6-E277-4D68-BA48-9CB43FFBD6E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AE1C45F0-260A-458C-96ED-C1F6D215121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" y="1216597"/>
            <a:ext cx="731521" cy="673460"/>
            <a:chOff x="3940602" y="308034"/>
            <a:chExt cx="2116791" cy="3428999"/>
          </a:xfrm>
          <a:solidFill>
            <a:schemeClr val="accent4"/>
          </a:solidFill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A6604B49-AD5C-4590-B051-06C8222ECD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940602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743ECCAF-29C5-4537-947C-7EA1292463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4715626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ED49787B-8DE6-4467-AD0A-8DECC6E0C2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490650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0" name="Rectangle 29">
            <a:extLst>
              <a:ext uri="{FF2B5EF4-FFF2-40B4-BE49-F238E27FC236}">
                <a16:creationId xmlns:a16="http://schemas.microsoft.com/office/drawing/2014/main" id="{D5B0017B-2ECA-49AF-B397-DC140825DF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0079" y="613954"/>
            <a:ext cx="10907487" cy="189411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ubrik 1">
            <a:extLst>
              <a:ext uri="{FF2B5EF4-FFF2-40B4-BE49-F238E27FC236}">
                <a16:creationId xmlns:a16="http://schemas.microsoft.com/office/drawing/2014/main" id="{67A626C4-3A6D-07BA-A63E-F8BE5171BA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3631" y="809898"/>
            <a:ext cx="10173010" cy="1554480"/>
          </a:xfrm>
        </p:spPr>
        <p:txBody>
          <a:bodyPr anchor="ctr">
            <a:normAutofit/>
          </a:bodyPr>
          <a:lstStyle/>
          <a:p>
            <a:r>
              <a:rPr lang="sv-SE" sz="4800">
                <a:ea typeface="+mj-lt"/>
                <a:cs typeface="+mj-lt"/>
              </a:rPr>
              <a:t>win_feature – Installera Windows-funktioner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6CF1BAF6-AD41-4082-B212-8A1F9A2E87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 flipH="1">
            <a:off x="838200" y="6485313"/>
            <a:ext cx="10515600" cy="0"/>
          </a:xfrm>
          <a:prstGeom prst="line">
            <a:avLst/>
          </a:prstGeom>
          <a:ln w="571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6" name="Platshållare för innehåll 2">
            <a:extLst>
              <a:ext uri="{FF2B5EF4-FFF2-40B4-BE49-F238E27FC236}">
                <a16:creationId xmlns:a16="http://schemas.microsoft.com/office/drawing/2014/main" id="{1DA46FEA-08EE-726E-571A-6F16ED7E8AF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99215351"/>
              </p:ext>
            </p:extLst>
          </p:nvPr>
        </p:nvGraphicFramePr>
        <p:xfrm>
          <a:off x="1492" y="2650631"/>
          <a:ext cx="12184660" cy="408478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3386424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AB8C311F-7253-4AED-9701-7FC0708C41C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2384209-CB15-4CDF-9D31-C44FD9A3F2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2666617" y="-2666188"/>
            <a:ext cx="6858000" cy="12191233"/>
          </a:xfrm>
          <a:prstGeom prst="rect">
            <a:avLst/>
          </a:prstGeom>
          <a:gradFill>
            <a:gsLst>
              <a:gs pos="8000">
                <a:schemeClr val="accent1"/>
              </a:gs>
              <a:gs pos="100000">
                <a:schemeClr val="accent1">
                  <a:lumMod val="50000"/>
                </a:schemeClr>
              </a:gs>
            </a:gsLst>
            <a:lin ang="12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2633B3B5-CC90-43F0-8714-D31D1F3F020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H="1">
            <a:off x="-2311" y="0"/>
            <a:ext cx="9070846" cy="6857572"/>
          </a:xfrm>
          <a:prstGeom prst="rect">
            <a:avLst/>
          </a:prstGeom>
          <a:gradFill>
            <a:gsLst>
              <a:gs pos="8000">
                <a:srgbClr val="000000">
                  <a:alpha val="52000"/>
                </a:srgbClr>
              </a:gs>
              <a:gs pos="100000">
                <a:schemeClr val="accent1"/>
              </a:gs>
            </a:gsLst>
            <a:lin ang="4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8D57A06-A426-446D-B02C-A2DC6B62E4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3649491" y="-1685840"/>
            <a:ext cx="4894564" cy="12193546"/>
          </a:xfrm>
          <a:prstGeom prst="rect">
            <a:avLst/>
          </a:prstGeom>
          <a:gradFill>
            <a:gsLst>
              <a:gs pos="0">
                <a:schemeClr val="accent5">
                  <a:lumMod val="60000"/>
                  <a:lumOff val="40000"/>
                  <a:alpha val="0"/>
                </a:schemeClr>
              </a:gs>
              <a:gs pos="100000">
                <a:srgbClr val="000000">
                  <a:alpha val="46000"/>
                </a:srgbClr>
              </a:gs>
            </a:gsLst>
            <a:lin ang="1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Bildobjekt 3">
            <a:extLst>
              <a:ext uri="{FF2B5EF4-FFF2-40B4-BE49-F238E27FC236}">
                <a16:creationId xmlns:a16="http://schemas.microsoft.com/office/drawing/2014/main" id="{7E55F33B-26BB-1202-4887-1142B8A605C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b="5466"/>
          <a:stretch>
            <a:fillRect/>
          </a:stretch>
        </p:blipFill>
        <p:spPr>
          <a:xfrm>
            <a:off x="457200" y="457200"/>
            <a:ext cx="11277600" cy="5943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592239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0" name="Rectangle 7">
            <a:extLst>
              <a:ext uri="{FF2B5EF4-FFF2-40B4-BE49-F238E27FC236}">
                <a16:creationId xmlns:a16="http://schemas.microsoft.com/office/drawing/2014/main" id="{B6CDA21F-E7AF-4C75-8395-33F58D5B0E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1" name="Group 9">
            <a:extLst>
              <a:ext uri="{FF2B5EF4-FFF2-40B4-BE49-F238E27FC236}">
                <a16:creationId xmlns:a16="http://schemas.microsoft.com/office/drawing/2014/main" id="{AE1C45F0-260A-458C-96ED-C1F6D215121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" y="1216597"/>
            <a:ext cx="731521" cy="673460"/>
            <a:chOff x="3940602" y="308034"/>
            <a:chExt cx="2116791" cy="3428999"/>
          </a:xfrm>
          <a:solidFill>
            <a:schemeClr val="accent4"/>
          </a:solidFill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6604B49-AD5C-4590-B051-06C8222ECD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940602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Rectangle 11">
              <a:extLst>
                <a:ext uri="{FF2B5EF4-FFF2-40B4-BE49-F238E27FC236}">
                  <a16:creationId xmlns:a16="http://schemas.microsoft.com/office/drawing/2014/main" id="{743ECCAF-29C5-4537-947C-7EA1292463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4715626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ED49787B-8DE6-4467-AD0A-8DECC6E0C2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490650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5" name="Rectangle 14">
            <a:extLst>
              <a:ext uri="{FF2B5EF4-FFF2-40B4-BE49-F238E27FC236}">
                <a16:creationId xmlns:a16="http://schemas.microsoft.com/office/drawing/2014/main" id="{D5B0017B-2ECA-49AF-B397-DC140825DF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0079" y="613954"/>
            <a:ext cx="10907487" cy="189411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ubrik 1">
            <a:extLst>
              <a:ext uri="{FF2B5EF4-FFF2-40B4-BE49-F238E27FC236}">
                <a16:creationId xmlns:a16="http://schemas.microsoft.com/office/drawing/2014/main" id="{B1E7625D-B9BA-C6EC-0292-6718B516FB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3631" y="809898"/>
            <a:ext cx="9942716" cy="1554480"/>
          </a:xfrm>
        </p:spPr>
        <p:txBody>
          <a:bodyPr anchor="ctr">
            <a:normAutofit/>
          </a:bodyPr>
          <a:lstStyle/>
          <a:p>
            <a:r>
              <a:rPr lang="sv-SE" sz="6000">
                <a:ea typeface="+mj-lt"/>
                <a:cs typeface="+mj-lt"/>
              </a:rPr>
              <a:t>Grundläggande användning</a:t>
            </a:r>
            <a:endParaRPr lang="sv-SE" sz="6000"/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B1F51C2A-E225-BD72-DB34-2303F039446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45028" y="3017522"/>
            <a:ext cx="9941319" cy="3124658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buNone/>
            </a:pP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ea typeface="+mn-lt"/>
                <a:cs typeface="+mn-lt"/>
              </a:rPr>
              <a:t>yaml</a:t>
            </a:r>
            <a:endParaRPr lang="sv-SE" sz="2400">
              <a:solidFill>
                <a:srgbClr val="0F1115"/>
              </a:solidFill>
              <a:ea typeface="+mn-lt"/>
              <a:cs typeface="+mn-lt"/>
            </a:endParaRPr>
          </a:p>
          <a:p>
            <a:pPr>
              <a:buNone/>
            </a:pP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name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Installera IIS</a:t>
            </a:r>
            <a:r>
              <a:rPr lang="sv-SE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</a:t>
            </a:r>
            <a:r>
              <a:rPr lang="sv-SE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ansible.windows.win_feature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</a:t>
            </a:r>
            <a:r>
              <a:rPr lang="sv-SE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name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Web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Server</a:t>
            </a:r>
            <a:r>
              <a:rPr lang="sv-SE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</a:t>
            </a:r>
            <a:r>
              <a:rPr lang="sv-SE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state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present</a:t>
            </a:r>
            <a:endParaRPr lang="sv-SE">
              <a:solidFill>
                <a:srgbClr val="0F1115"/>
              </a:solidFill>
              <a:highlight>
                <a:srgbClr val="F9FAFB"/>
              </a:highlight>
            </a:endParaRP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6CF1BAF6-AD41-4082-B212-8A1F9A2E87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 flipH="1">
            <a:off x="838200" y="6485313"/>
            <a:ext cx="10515600" cy="0"/>
          </a:xfrm>
          <a:prstGeom prst="line">
            <a:avLst/>
          </a:prstGeom>
          <a:ln w="571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4632652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B6CDA21F-E7AF-4C75-8395-33F58D5B0E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E1C45F0-260A-458C-96ED-C1F6D215121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" y="1216597"/>
            <a:ext cx="731521" cy="673460"/>
            <a:chOff x="3940602" y="308034"/>
            <a:chExt cx="2116791" cy="3428999"/>
          </a:xfrm>
          <a:solidFill>
            <a:schemeClr val="accent4"/>
          </a:solidFill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6604B49-AD5C-4590-B051-06C8222ECD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940602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43ECCAF-29C5-4537-947C-7EA1292463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4715626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ED49787B-8DE6-4467-AD0A-8DECC6E0C2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490650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5" name="Rectangle 14">
            <a:extLst>
              <a:ext uri="{FF2B5EF4-FFF2-40B4-BE49-F238E27FC236}">
                <a16:creationId xmlns:a16="http://schemas.microsoft.com/office/drawing/2014/main" id="{D5B0017B-2ECA-49AF-B397-DC140825DF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0079" y="613954"/>
            <a:ext cx="10907487" cy="189411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ubrik 1">
            <a:extLst>
              <a:ext uri="{FF2B5EF4-FFF2-40B4-BE49-F238E27FC236}">
                <a16:creationId xmlns:a16="http://schemas.microsoft.com/office/drawing/2014/main" id="{0FAA4261-A745-893A-6F60-FD962FC98E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3631" y="809898"/>
            <a:ext cx="9942716" cy="1554480"/>
          </a:xfrm>
        </p:spPr>
        <p:txBody>
          <a:bodyPr anchor="ctr">
            <a:normAutofit/>
          </a:bodyPr>
          <a:lstStyle/>
          <a:p>
            <a:r>
              <a:rPr lang="sv-SE" sz="4800">
                <a:ea typeface="+mj-lt"/>
                <a:cs typeface="+mj-lt"/>
              </a:rPr>
              <a:t>Installera flera funktioner samtidigt</a:t>
            </a:r>
            <a:endParaRPr lang="sv-SE" sz="4800"/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423CEF2D-50A1-8D1C-9496-7E6EBB95F81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21696" y="2509523"/>
            <a:ext cx="10364651" cy="4055990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buNone/>
            </a:pP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ea typeface="+mn-lt"/>
                <a:cs typeface="+mn-lt"/>
              </a:rPr>
              <a:t>yaml</a:t>
            </a:r>
            <a:endParaRPr lang="sv-SE" sz="2400">
              <a:solidFill>
                <a:srgbClr val="0F1115"/>
              </a:solidFill>
              <a:ea typeface="+mn-lt"/>
              <a:cs typeface="+mn-lt"/>
            </a:endParaRPr>
          </a:p>
          <a:p>
            <a:pPr>
              <a:buNone/>
            </a:pP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name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Installera IIS med vanliga funktioner</a:t>
            </a:r>
            <a:r>
              <a:rPr lang="sv-SE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</a:t>
            </a:r>
            <a:r>
              <a:rPr lang="sv-SE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ansible.windows.win_feature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</a:t>
            </a:r>
            <a:r>
              <a:rPr lang="sv-SE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name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Web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Server</a:t>
            </a:r>
            <a:r>
              <a:rPr lang="sv-SE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Web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Asp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Net45</a:t>
            </a:r>
            <a:r>
              <a:rPr lang="sv-SE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Web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Mgmt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Console</a:t>
            </a:r>
            <a:r>
              <a:rPr lang="sv-SE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Web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Dyn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Compression</a:t>
            </a:r>
            <a:r>
              <a:rPr lang="sv-SE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</a:t>
            </a:r>
            <a:r>
              <a:rPr lang="sv-SE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state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present</a:t>
            </a:r>
            <a:endParaRPr lang="sv-SE">
              <a:solidFill>
                <a:srgbClr val="0F1115"/>
              </a:solidFill>
              <a:highlight>
                <a:srgbClr val="F9FAFB"/>
              </a:highlight>
            </a:endParaRP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6CF1BAF6-AD41-4082-B212-8A1F9A2E87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 flipH="1">
            <a:off x="838200" y="6485313"/>
            <a:ext cx="10515600" cy="0"/>
          </a:xfrm>
          <a:prstGeom prst="line">
            <a:avLst/>
          </a:prstGeom>
          <a:ln w="571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3988374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B6CDA21F-E7AF-4C75-8395-33F58D5B0E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E1C45F0-260A-458C-96ED-C1F6D215121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" y="1216597"/>
            <a:ext cx="731521" cy="673460"/>
            <a:chOff x="3940602" y="308034"/>
            <a:chExt cx="2116791" cy="3428999"/>
          </a:xfrm>
          <a:solidFill>
            <a:schemeClr val="accent4"/>
          </a:solidFill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6604B49-AD5C-4590-B051-06C8222ECD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940602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43ECCAF-29C5-4537-947C-7EA1292463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4715626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ED49787B-8DE6-4467-AD0A-8DECC6E0C2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490650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5" name="Rectangle 14">
            <a:extLst>
              <a:ext uri="{FF2B5EF4-FFF2-40B4-BE49-F238E27FC236}">
                <a16:creationId xmlns:a16="http://schemas.microsoft.com/office/drawing/2014/main" id="{D5B0017B-2ECA-49AF-B397-DC140825DF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0079" y="613954"/>
            <a:ext cx="10907487" cy="189411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ubrik 1">
            <a:extLst>
              <a:ext uri="{FF2B5EF4-FFF2-40B4-BE49-F238E27FC236}">
                <a16:creationId xmlns:a16="http://schemas.microsoft.com/office/drawing/2014/main" id="{147E833E-4111-9629-7E38-AB82C4E0135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3631" y="809898"/>
            <a:ext cx="9942716" cy="1554480"/>
          </a:xfrm>
        </p:spPr>
        <p:txBody>
          <a:bodyPr anchor="ctr">
            <a:normAutofit/>
          </a:bodyPr>
          <a:lstStyle/>
          <a:p>
            <a:r>
              <a:rPr lang="sv-SE" sz="4800">
                <a:ea typeface="+mj-lt"/>
                <a:cs typeface="+mj-lt"/>
              </a:rPr>
              <a:t>Viktiga parametrar</a:t>
            </a:r>
            <a:endParaRPr lang="sv-SE" sz="4800"/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2563011C-52B0-B9F9-9D8A-B0879E84BEF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68542" y="2664744"/>
            <a:ext cx="11692694" cy="94143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indent="0">
              <a:buNone/>
            </a:pPr>
            <a:r>
              <a:rPr lang="sv-SE" sz="2400">
                <a:ea typeface="+mn-lt"/>
                <a:cs typeface="+mn-lt"/>
              </a:rPr>
              <a:t>Proffstips: Använd include_sub_features: yes med försiktighet – det installerar ALLT under en funktion, vilket ökar attackytan.</a:t>
            </a:r>
            <a:endParaRPr lang="sv-SE" sz="2400"/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6CF1BAF6-AD41-4082-B212-8A1F9A2E87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 flipH="1">
            <a:off x="838200" y="6485313"/>
            <a:ext cx="10515600" cy="0"/>
          </a:xfrm>
          <a:prstGeom prst="line">
            <a:avLst/>
          </a:prstGeom>
          <a:ln w="571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Tabell 4">
            <a:extLst>
              <a:ext uri="{FF2B5EF4-FFF2-40B4-BE49-F238E27FC236}">
                <a16:creationId xmlns:a16="http://schemas.microsoft.com/office/drawing/2014/main" id="{29FE09D3-1060-C600-0635-71F6C21673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3665226"/>
              </p:ext>
            </p:extLst>
          </p:nvPr>
        </p:nvGraphicFramePr>
        <p:xfrm>
          <a:off x="67235" y="3608294"/>
          <a:ext cx="12079259" cy="2938323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399117">
                  <a:extLst>
                    <a:ext uri="{9D8B030D-6E8A-4147-A177-3AD203B41FA5}">
                      <a16:colId xmlns:a16="http://schemas.microsoft.com/office/drawing/2014/main" val="1641575848"/>
                    </a:ext>
                  </a:extLst>
                </a:gridCol>
                <a:gridCol w="4653722">
                  <a:extLst>
                    <a:ext uri="{9D8B030D-6E8A-4147-A177-3AD203B41FA5}">
                      <a16:colId xmlns:a16="http://schemas.microsoft.com/office/drawing/2014/main" val="1590728549"/>
                    </a:ext>
                  </a:extLst>
                </a:gridCol>
                <a:gridCol w="4026420">
                  <a:extLst>
                    <a:ext uri="{9D8B030D-6E8A-4147-A177-3AD203B41FA5}">
                      <a16:colId xmlns:a16="http://schemas.microsoft.com/office/drawing/2014/main" val="3431594532"/>
                    </a:ext>
                  </a:extLst>
                </a:gridCol>
              </a:tblGrid>
              <a:tr h="513085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Parameter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Vad gör den?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Exempel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6062229"/>
                  </a:ext>
                </a:extLst>
              </a:tr>
              <a:tr h="513085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name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Namn på funktionen/rollen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Web-Server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0657907"/>
                  </a:ext>
                </a:extLst>
              </a:tr>
              <a:tr h="791007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state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present</a:t>
                      </a: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 = installera, </a:t>
                      </a: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absent</a:t>
                      </a: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 = ta bort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state: present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6355997"/>
                  </a:ext>
                </a:extLst>
              </a:tr>
              <a:tr h="513085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include_sub_features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Installera alla underfunktioner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include_sub_features: yes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5954570"/>
                  </a:ext>
                </a:extLst>
              </a:tr>
              <a:tr h="513085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include_management_tools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Installera hanteringsverktyg</a:t>
                      </a: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18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include_management_tools: yes</a:t>
                      </a:r>
                      <a:endParaRPr lang="sv-SE" sz="1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12218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7939950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B6CDA21F-E7AF-4C75-8395-33F58D5B0E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E1C45F0-260A-458C-96ED-C1F6D215121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" y="1216597"/>
            <a:ext cx="731521" cy="673460"/>
            <a:chOff x="3940602" y="308034"/>
            <a:chExt cx="2116791" cy="3428999"/>
          </a:xfrm>
          <a:solidFill>
            <a:schemeClr val="accent4"/>
          </a:solidFill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6604B49-AD5C-4590-B051-06C8222ECD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940602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43ECCAF-29C5-4537-947C-7EA1292463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4715626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ED49787B-8DE6-4467-AD0A-8DECC6E0C2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490650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5" name="Rectangle 14">
            <a:extLst>
              <a:ext uri="{FF2B5EF4-FFF2-40B4-BE49-F238E27FC236}">
                <a16:creationId xmlns:a16="http://schemas.microsoft.com/office/drawing/2014/main" id="{D5B0017B-2ECA-49AF-B397-DC140825DF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0079" y="613954"/>
            <a:ext cx="10907487" cy="189411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ubrik 1">
            <a:extLst>
              <a:ext uri="{FF2B5EF4-FFF2-40B4-BE49-F238E27FC236}">
                <a16:creationId xmlns:a16="http://schemas.microsoft.com/office/drawing/2014/main" id="{0D6F05E3-3D32-054B-AD94-A9EA0F0973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3631" y="809898"/>
            <a:ext cx="9942716" cy="1554480"/>
          </a:xfrm>
        </p:spPr>
        <p:txBody>
          <a:bodyPr anchor="ctr">
            <a:normAutofit/>
          </a:bodyPr>
          <a:lstStyle/>
          <a:p>
            <a:r>
              <a:rPr lang="sv-SE" sz="4800">
                <a:ea typeface="+mj-lt"/>
                <a:cs typeface="+mj-lt"/>
              </a:rPr>
              <a:t>win_service – Hantera Windows-tjänster</a:t>
            </a:r>
            <a:endParaRPr lang="sv-SE" sz="4800"/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1C63E116-734C-7DAF-592E-B28FBDB10E9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45028" y="3017522"/>
            <a:ext cx="9941319" cy="3124658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sv-SE" sz="3200">
                <a:ea typeface="+mn-lt"/>
                <a:cs typeface="+mn-lt"/>
              </a:rPr>
              <a:t>win_service – Hantera Windows-tjänster</a:t>
            </a:r>
            <a:endParaRPr lang="sv-SE" sz="3200"/>
          </a:p>
          <a:p>
            <a:r>
              <a:rPr lang="sv-SE" sz="3200">
                <a:ea typeface="+mn-lt"/>
                <a:cs typeface="+mn-lt"/>
              </a:rPr>
              <a:t>win_service startar, stoppar och konfigurerar Windows-tjänster .</a:t>
            </a:r>
            <a:endParaRPr lang="sv-SE" sz="3200"/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6CF1BAF6-AD41-4082-B212-8A1F9A2E87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 flipH="1">
            <a:off x="838200" y="6485313"/>
            <a:ext cx="10515600" cy="0"/>
          </a:xfrm>
          <a:prstGeom prst="line">
            <a:avLst/>
          </a:prstGeom>
          <a:ln w="571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113185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B6CDA21F-E7AF-4C75-8395-33F58D5B0E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E1C45F0-260A-458C-96ED-C1F6D215121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" y="1216597"/>
            <a:ext cx="731521" cy="673460"/>
            <a:chOff x="3940602" y="308034"/>
            <a:chExt cx="2116791" cy="3428999"/>
          </a:xfrm>
          <a:solidFill>
            <a:schemeClr val="accent4"/>
          </a:solidFill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6604B49-AD5C-4590-B051-06C8222ECD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940602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43ECCAF-29C5-4537-947C-7EA1292463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4715626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ED49787B-8DE6-4467-AD0A-8DECC6E0C2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490650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5" name="Rectangle 14">
            <a:extLst>
              <a:ext uri="{FF2B5EF4-FFF2-40B4-BE49-F238E27FC236}">
                <a16:creationId xmlns:a16="http://schemas.microsoft.com/office/drawing/2014/main" id="{D5B0017B-2ECA-49AF-B397-DC140825DF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0079" y="613954"/>
            <a:ext cx="10907487" cy="189411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ubrik 1">
            <a:extLst>
              <a:ext uri="{FF2B5EF4-FFF2-40B4-BE49-F238E27FC236}">
                <a16:creationId xmlns:a16="http://schemas.microsoft.com/office/drawing/2014/main" id="{29F1E1FC-A9FE-C5F5-9E16-B68618C4E6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3631" y="809898"/>
            <a:ext cx="9942716" cy="1554480"/>
          </a:xfrm>
        </p:spPr>
        <p:txBody>
          <a:bodyPr anchor="ctr">
            <a:normAutofit/>
          </a:bodyPr>
          <a:lstStyle/>
          <a:p>
            <a:r>
              <a:rPr lang="sv-SE" sz="4800">
                <a:ea typeface="+mj-lt"/>
                <a:cs typeface="+mj-lt"/>
              </a:rPr>
              <a:t>Grundläggande användning</a:t>
            </a:r>
            <a:endParaRPr lang="sv-SE" sz="4800"/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C7BA43C0-4FBC-6703-7178-608D78E8873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53584" y="2890523"/>
            <a:ext cx="11606429" cy="3604434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buNone/>
            </a:pPr>
            <a:r>
              <a:rPr lang="sv-SE">
                <a:solidFill>
                  <a:srgbClr val="0F1115"/>
                </a:solidFill>
                <a:highlight>
                  <a:srgbClr val="F9FAFB"/>
                </a:highlight>
                <a:ea typeface="+mn-lt"/>
                <a:cs typeface="+mn-lt"/>
              </a:rPr>
              <a:t>yaml</a:t>
            </a:r>
            <a:endParaRPr lang="sv-SE">
              <a:solidFill>
                <a:srgbClr val="0F1115"/>
              </a:solidFill>
              <a:ea typeface="+mn-lt"/>
              <a:cs typeface="+mn-lt"/>
            </a:endParaRPr>
          </a:p>
          <a:p>
            <a:pPr>
              <a:buNone/>
            </a:pPr>
            <a:r>
              <a:rPr lang="sv-SE" sz="32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32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32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name</a:t>
            </a:r>
            <a:r>
              <a:rPr lang="sv-SE" sz="32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32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Starta IIS och sätt automatisk start</a:t>
            </a:r>
            <a:r>
              <a:rPr lang="sv-SE" sz="32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</a:t>
            </a:r>
            <a:r>
              <a:rPr lang="sv-SE" sz="32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ansible.windows.win_service</a:t>
            </a:r>
            <a:r>
              <a:rPr lang="sv-SE" sz="32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32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</a:t>
            </a:r>
            <a:r>
              <a:rPr lang="sv-SE" sz="32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name</a:t>
            </a:r>
            <a:r>
              <a:rPr lang="sv-SE" sz="32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32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W3SVC</a:t>
            </a:r>
            <a:r>
              <a:rPr lang="sv-SE" sz="32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</a:t>
            </a:r>
            <a:r>
              <a:rPr lang="sv-SE" sz="32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state</a:t>
            </a:r>
            <a:r>
              <a:rPr lang="sv-SE" sz="32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32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started</a:t>
            </a:r>
            <a:r>
              <a:rPr lang="sv-SE" sz="32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</a:t>
            </a:r>
            <a:r>
              <a:rPr lang="sv-SE" sz="32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start_mode</a:t>
            </a:r>
            <a:r>
              <a:rPr lang="sv-SE" sz="32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32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auto</a:t>
            </a:r>
            <a:endParaRPr lang="sv-SE" sz="3200">
              <a:solidFill>
                <a:srgbClr val="0F1115"/>
              </a:solidFill>
              <a:highlight>
                <a:srgbClr val="F9FAFB"/>
              </a:highlight>
            </a:endParaRP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6CF1BAF6-AD41-4082-B212-8A1F9A2E87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 flipH="1">
            <a:off x="838200" y="6485313"/>
            <a:ext cx="10515600" cy="0"/>
          </a:xfrm>
          <a:prstGeom prst="line">
            <a:avLst/>
          </a:prstGeom>
          <a:ln w="571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1635792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2" name="Rectangle 21">
            <a:extLst>
              <a:ext uri="{FF2B5EF4-FFF2-40B4-BE49-F238E27FC236}">
                <a16:creationId xmlns:a16="http://schemas.microsoft.com/office/drawing/2014/main" id="{AB8C311F-7253-4AED-9701-7FC0708C41C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E2384209-CB15-4CDF-9D31-C44FD9A3F2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2666617" y="-2666188"/>
            <a:ext cx="6858000" cy="12191233"/>
          </a:xfrm>
          <a:prstGeom prst="rect">
            <a:avLst/>
          </a:prstGeom>
          <a:gradFill>
            <a:gsLst>
              <a:gs pos="8000">
                <a:schemeClr val="accent1"/>
              </a:gs>
              <a:gs pos="100000">
                <a:schemeClr val="accent1">
                  <a:lumMod val="50000"/>
                </a:schemeClr>
              </a:gs>
            </a:gsLst>
            <a:lin ang="12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2633B3B5-CC90-43F0-8714-D31D1F3F020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H="1">
            <a:off x="-2311" y="0"/>
            <a:ext cx="9070846" cy="6857572"/>
          </a:xfrm>
          <a:prstGeom prst="rect">
            <a:avLst/>
          </a:prstGeom>
          <a:gradFill>
            <a:gsLst>
              <a:gs pos="8000">
                <a:srgbClr val="000000">
                  <a:alpha val="52000"/>
                </a:srgbClr>
              </a:gs>
              <a:gs pos="100000">
                <a:schemeClr val="accent1"/>
              </a:gs>
            </a:gsLst>
            <a:lin ang="4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A8D57A06-A426-446D-B02C-A2DC6B62E4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3649491" y="-1685840"/>
            <a:ext cx="4894564" cy="12193546"/>
          </a:xfrm>
          <a:prstGeom prst="rect">
            <a:avLst/>
          </a:prstGeom>
          <a:gradFill>
            <a:gsLst>
              <a:gs pos="0">
                <a:schemeClr val="accent5">
                  <a:lumMod val="60000"/>
                  <a:lumOff val="40000"/>
                  <a:alpha val="0"/>
                </a:schemeClr>
              </a:gs>
              <a:gs pos="100000">
                <a:srgbClr val="000000">
                  <a:alpha val="46000"/>
                </a:srgbClr>
              </a:gs>
            </a:gsLst>
            <a:lin ang="1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Bildobjekt 3">
            <a:extLst>
              <a:ext uri="{FF2B5EF4-FFF2-40B4-BE49-F238E27FC236}">
                <a16:creationId xmlns:a16="http://schemas.microsoft.com/office/drawing/2014/main" id="{7CEF3CBC-5846-B941-EAA9-50D3F3F023E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2733" b="2733"/>
          <a:stretch>
            <a:fillRect/>
          </a:stretch>
        </p:blipFill>
        <p:spPr>
          <a:xfrm>
            <a:off x="457200" y="457200"/>
            <a:ext cx="11277600" cy="5943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530185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B6CDA21F-E7AF-4C75-8395-33F58D5B0E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E1C45F0-260A-458C-96ED-C1F6D215121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" y="1216597"/>
            <a:ext cx="731521" cy="673460"/>
            <a:chOff x="3940602" y="308034"/>
            <a:chExt cx="2116791" cy="3428999"/>
          </a:xfrm>
          <a:solidFill>
            <a:schemeClr val="accent4"/>
          </a:solidFill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6604B49-AD5C-4590-B051-06C8222ECD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940602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43ECCAF-29C5-4537-947C-7EA1292463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4715626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ED49787B-8DE6-4467-AD0A-8DECC6E0C2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490650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5" name="Rectangle 14">
            <a:extLst>
              <a:ext uri="{FF2B5EF4-FFF2-40B4-BE49-F238E27FC236}">
                <a16:creationId xmlns:a16="http://schemas.microsoft.com/office/drawing/2014/main" id="{D5B0017B-2ECA-49AF-B397-DC140825DF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0079" y="613954"/>
            <a:ext cx="10907487" cy="189411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ubrik 1">
            <a:extLst>
              <a:ext uri="{FF2B5EF4-FFF2-40B4-BE49-F238E27FC236}">
                <a16:creationId xmlns:a16="http://schemas.microsoft.com/office/drawing/2014/main" id="{236C6399-AF97-F5E3-77B7-18590713D4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33187" y="231342"/>
            <a:ext cx="9942716" cy="750147"/>
          </a:xfrm>
        </p:spPr>
        <p:txBody>
          <a:bodyPr anchor="ctr">
            <a:noAutofit/>
          </a:bodyPr>
          <a:lstStyle/>
          <a:p>
            <a:r>
              <a:rPr lang="sv-SE" sz="6700">
                <a:ea typeface="+mj-lt"/>
                <a:cs typeface="+mj-lt"/>
              </a:rPr>
              <a:t>Jämförelse av tillstånd</a:t>
            </a:r>
            <a:endParaRPr lang="sv-SE" sz="6700"/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1EA2D0C7-8C8F-2D73-71A1-675B944BAC4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82683" y="1124974"/>
            <a:ext cx="11606429" cy="877672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indent="0">
              <a:buNone/>
            </a:pPr>
            <a:r>
              <a:rPr lang="sv-SE" sz="2400" b="1">
                <a:highlight>
                  <a:srgbClr val="FFFFFF"/>
                </a:highlight>
                <a:ea typeface="+mn-lt"/>
                <a:cs typeface="+mn-lt"/>
              </a:rPr>
              <a:t>Proffstips:</a:t>
            </a:r>
            <a:r>
              <a:rPr lang="sv-SE" sz="2400">
                <a:highlight>
                  <a:srgbClr val="FFFFFF"/>
                </a:highlight>
                <a:ea typeface="+mn-lt"/>
                <a:cs typeface="+mn-lt"/>
              </a:rPr>
              <a:t> Använd </a:t>
            </a:r>
            <a:r>
              <a:rPr lang="sv-SE" sz="2400">
                <a:highlight>
                  <a:srgbClr val="EBEEF2"/>
                </a:highlight>
                <a:latin typeface="Consolas"/>
              </a:rPr>
              <a:t>restarted</a:t>
            </a:r>
            <a:r>
              <a:rPr lang="sv-SE" sz="2400">
                <a:highlight>
                  <a:srgbClr val="FFFFFF"/>
                </a:highlight>
                <a:ea typeface="+mn-lt"/>
                <a:cs typeface="+mn-lt"/>
              </a:rPr>
              <a:t> istället för </a:t>
            </a:r>
            <a:r>
              <a:rPr lang="sv-SE" sz="2400">
                <a:highlight>
                  <a:srgbClr val="EBEEF2"/>
                </a:highlight>
                <a:latin typeface="Consolas"/>
              </a:rPr>
              <a:t>started</a:t>
            </a:r>
            <a:r>
              <a:rPr lang="sv-SE" sz="2400">
                <a:highlight>
                  <a:srgbClr val="FFFFFF"/>
                </a:highlight>
                <a:ea typeface="+mn-lt"/>
                <a:cs typeface="+mn-lt"/>
              </a:rPr>
              <a:t> när du har ändrat konfiguration – </a:t>
            </a:r>
            <a:r>
              <a:rPr lang="sv-SE" sz="2400">
                <a:highlight>
                  <a:srgbClr val="EBEEF2"/>
                </a:highlight>
                <a:latin typeface="Consolas"/>
              </a:rPr>
              <a:t>restarted</a:t>
            </a:r>
            <a:r>
              <a:rPr lang="sv-SE" sz="2400">
                <a:highlight>
                  <a:srgbClr val="FFFFFF"/>
                </a:highlight>
                <a:ea typeface="+mn-lt"/>
                <a:cs typeface="+mn-lt"/>
              </a:rPr>
              <a:t> garanterar att tjänsten startas om även om den redan är igång.</a:t>
            </a:r>
            <a:endParaRPr lang="sv-SE" sz="2400"/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6CF1BAF6-AD41-4082-B212-8A1F9A2E87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 flipH="1">
            <a:off x="838200" y="6485313"/>
            <a:ext cx="10515600" cy="0"/>
          </a:xfrm>
          <a:prstGeom prst="line">
            <a:avLst/>
          </a:prstGeom>
          <a:ln w="571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Tabell 4">
            <a:extLst>
              <a:ext uri="{FF2B5EF4-FFF2-40B4-BE49-F238E27FC236}">
                <a16:creationId xmlns:a16="http://schemas.microsoft.com/office/drawing/2014/main" id="{A02F4C97-5632-344C-DEB3-525C3567A0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3064654"/>
              </p:ext>
            </p:extLst>
          </p:nvPr>
        </p:nvGraphicFramePr>
        <p:xfrm>
          <a:off x="141111" y="2497666"/>
          <a:ext cx="11974625" cy="4327288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46901">
                  <a:extLst>
                    <a:ext uri="{9D8B030D-6E8A-4147-A177-3AD203B41FA5}">
                      <a16:colId xmlns:a16="http://schemas.microsoft.com/office/drawing/2014/main" val="269977166"/>
                    </a:ext>
                  </a:extLst>
                </a:gridCol>
                <a:gridCol w="3415290">
                  <a:extLst>
                    <a:ext uri="{9D8B030D-6E8A-4147-A177-3AD203B41FA5}">
                      <a16:colId xmlns:a16="http://schemas.microsoft.com/office/drawing/2014/main" val="3490077570"/>
                    </a:ext>
                  </a:extLst>
                </a:gridCol>
                <a:gridCol w="6312434">
                  <a:extLst>
                    <a:ext uri="{9D8B030D-6E8A-4147-A177-3AD203B41FA5}">
                      <a16:colId xmlns:a16="http://schemas.microsoft.com/office/drawing/2014/main" val="2024299037"/>
                    </a:ext>
                  </a:extLst>
                </a:gridCol>
              </a:tblGrid>
              <a:tr h="618184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Parameter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Värde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Effekt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9637741"/>
                  </a:ext>
                </a:extLst>
              </a:tr>
              <a:tr h="618184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state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started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Startar tjänsten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2248206"/>
                  </a:ext>
                </a:extLst>
              </a:tr>
              <a:tr h="618184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state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stopped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Stoppar tjänsten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585932"/>
                  </a:ext>
                </a:extLst>
              </a:tr>
              <a:tr h="618184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state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restarted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Startar om tjänsten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0807954"/>
                  </a:ext>
                </a:extLst>
              </a:tr>
              <a:tr h="618184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start_mode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auto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Startar automatiskt vid uppstart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2131132"/>
                  </a:ext>
                </a:extLst>
              </a:tr>
              <a:tr h="618184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start_mode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manual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Måste startas manuellt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8258434"/>
                  </a:ext>
                </a:extLst>
              </a:tr>
              <a:tr h="618184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start_mode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Menlo"/>
                        </a:rPr>
                        <a:t>disabled</a:t>
                      </a:r>
                      <a:endParaRPr lang="sv-SE" sz="20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0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Inaktiverad – kan inte startas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699852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1866153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9" name="Rectangle 18">
            <a:extLst>
              <a:ext uri="{FF2B5EF4-FFF2-40B4-BE49-F238E27FC236}">
                <a16:creationId xmlns:a16="http://schemas.microsoft.com/office/drawing/2014/main" id="{4DA718D0-4865-4629-8134-44F68D41D57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65167ED7-6315-43AB-B1B6-C326D5FD8F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 rot="5400000">
            <a:off x="-2340441" y="2666183"/>
            <a:ext cx="5860051" cy="527712"/>
            <a:chOff x="6081624" y="1998368"/>
            <a:chExt cx="5613457" cy="782175"/>
          </a:xfrm>
          <a:solidFill>
            <a:schemeClr val="accent4"/>
          </a:solidFill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EF4D8839-FB03-487D-ACC8-8BFEDD4FEBA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 rot="5400000">
              <a:off x="11228040" y="2313027"/>
              <a:ext cx="781700" cy="15238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0EF75023-9A3B-42FC-B704-61A8F7BEF41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 flipH="1" flipV="1">
              <a:off x="6081624" y="1998844"/>
              <a:ext cx="5372968" cy="7816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5" name="Rectangle 24">
            <a:extLst>
              <a:ext uri="{FF2B5EF4-FFF2-40B4-BE49-F238E27FC236}">
                <a16:creationId xmlns:a16="http://schemas.microsoft.com/office/drawing/2014/main" id="{CBC4F608-B4B8-48C3-9572-C0F061B1CD9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79528" y="922919"/>
            <a:ext cx="11111729" cy="5461252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ubrik 1">
            <a:extLst>
              <a:ext uri="{FF2B5EF4-FFF2-40B4-BE49-F238E27FC236}">
                <a16:creationId xmlns:a16="http://schemas.microsoft.com/office/drawing/2014/main" id="{F4A3DC5D-6D61-07BD-0A10-3728A88181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63297" y="927636"/>
            <a:ext cx="11613639" cy="1815337"/>
          </a:xfrm>
        </p:spPr>
        <p:txBody>
          <a:bodyPr anchor="b">
            <a:noAutofit/>
          </a:bodyPr>
          <a:lstStyle/>
          <a:p>
            <a:r>
              <a:rPr lang="sv-SE" sz="6600">
                <a:ea typeface="+mj-lt"/>
                <a:cs typeface="+mj-lt"/>
              </a:rPr>
              <a:t>Handlers – Starta Om Efter Ändring</a:t>
            </a:r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EE135613-4E59-BDA4-70DC-C09B27F33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289304" y="2902913"/>
            <a:ext cx="9849751" cy="3032168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indent="0">
              <a:buNone/>
            </a:pPr>
            <a:r>
              <a:rPr lang="sv-SE" sz="3600">
                <a:ea typeface="+mn-lt"/>
                <a:cs typeface="+mn-lt"/>
              </a:rPr>
              <a:t>Handlers körs ENDAST om de notifieras – perfekt för att starta om tjänster efter konfigurationsändringar.</a:t>
            </a:r>
          </a:p>
        </p:txBody>
      </p:sp>
    </p:spTree>
    <p:extLst>
      <p:ext uri="{BB962C8B-B14F-4D97-AF65-F5344CB8AC3E}">
        <p14:creationId xmlns:p14="http://schemas.microsoft.com/office/powerpoint/2010/main" val="1399141101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9" name="Rectangle 18">
            <a:extLst>
              <a:ext uri="{FF2B5EF4-FFF2-40B4-BE49-F238E27FC236}">
                <a16:creationId xmlns:a16="http://schemas.microsoft.com/office/drawing/2014/main" id="{4DA718D0-4865-4629-8134-44F68D41D57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65167ED7-6315-43AB-B1B6-C326D5FD8F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 rot="5400000">
            <a:off x="-2340441" y="2666183"/>
            <a:ext cx="5860051" cy="527712"/>
            <a:chOff x="6081624" y="1998368"/>
            <a:chExt cx="5613457" cy="782175"/>
          </a:xfrm>
          <a:solidFill>
            <a:schemeClr val="accent4"/>
          </a:solidFill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EF4D8839-FB03-487D-ACC8-8BFEDD4FEBA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 rot="5400000">
              <a:off x="11228040" y="2313027"/>
              <a:ext cx="781700" cy="15238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0EF75023-9A3B-42FC-B704-61A8F7BEF41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 flipH="1" flipV="1">
              <a:off x="6081624" y="1998844"/>
              <a:ext cx="5372968" cy="7816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5" name="Rectangle 24">
            <a:extLst>
              <a:ext uri="{FF2B5EF4-FFF2-40B4-BE49-F238E27FC236}">
                <a16:creationId xmlns:a16="http://schemas.microsoft.com/office/drawing/2014/main" id="{CBC4F608-B4B8-48C3-9572-C0F061B1CD9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79528" y="922919"/>
            <a:ext cx="11111729" cy="5461252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ubrik 1">
            <a:extLst>
              <a:ext uri="{FF2B5EF4-FFF2-40B4-BE49-F238E27FC236}">
                <a16:creationId xmlns:a16="http://schemas.microsoft.com/office/drawing/2014/main" id="{F422A0EC-A2E8-6323-CA70-AAF12D0E56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1519" y="927636"/>
            <a:ext cx="9849751" cy="841672"/>
          </a:xfrm>
        </p:spPr>
        <p:txBody>
          <a:bodyPr anchor="b">
            <a:normAutofit/>
          </a:bodyPr>
          <a:lstStyle/>
          <a:p>
            <a:r>
              <a:rPr lang="sv-SE" sz="5000">
                <a:ea typeface="+mj-lt"/>
                <a:cs typeface="+mj-lt"/>
              </a:rPr>
              <a:t>Exempel – handler som startar om IIS</a:t>
            </a:r>
            <a:endParaRPr lang="sv-SE" sz="5000"/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328E9C3C-99AF-020B-C87A-5A4C3351CCB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51860" y="1717580"/>
            <a:ext cx="10766972" cy="4669056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buNone/>
            </a:pPr>
            <a:r>
              <a:rPr lang="sv-SE" sz="1600">
                <a:solidFill>
                  <a:srgbClr val="0F1115"/>
                </a:solidFill>
                <a:highlight>
                  <a:srgbClr val="F9FAFB"/>
                </a:highlight>
                <a:ea typeface="+mn-lt"/>
                <a:cs typeface="+mn-lt"/>
              </a:rPr>
              <a:t>yaml</a:t>
            </a:r>
            <a:endParaRPr lang="sv-SE" sz="1600">
              <a:solidFill>
                <a:srgbClr val="0F1115"/>
              </a:solidFill>
              <a:ea typeface="+mn-lt"/>
              <a:cs typeface="+mn-lt"/>
            </a:endParaRPr>
          </a:p>
          <a:p>
            <a:pPr>
              <a:buNone/>
            </a:pPr>
            <a:r>
              <a:rPr lang="sv-SE" sz="18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---</a:t>
            </a:r>
            <a:r>
              <a:rPr lang="sv-SE" sz="18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18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18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18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name</a:t>
            </a:r>
            <a:r>
              <a:rPr lang="sv-SE" sz="18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8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Konfigurera IIS</a:t>
            </a:r>
            <a:r>
              <a:rPr lang="sv-SE" sz="18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18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webbplats</a:t>
            </a:r>
            <a:r>
              <a:rPr lang="sv-SE" sz="18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</a:t>
            </a:r>
            <a:r>
              <a:rPr lang="sv-SE" sz="18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hosts</a:t>
            </a:r>
            <a:r>
              <a:rPr lang="sv-SE" sz="18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8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windows_servers</a:t>
            </a:r>
            <a:r>
              <a:rPr lang="sv-SE" sz="18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</a:t>
            </a:r>
            <a:r>
              <a:rPr lang="sv-SE" sz="18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tasks</a:t>
            </a:r>
            <a:r>
              <a:rPr lang="sv-SE" sz="18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8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</a:t>
            </a:r>
            <a:r>
              <a:rPr lang="sv-SE" sz="18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18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18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name</a:t>
            </a:r>
            <a:r>
              <a:rPr lang="sv-SE" sz="18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8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Kopiera ny index.html</a:t>
            </a:r>
            <a:r>
              <a:rPr lang="sv-SE" sz="18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</a:t>
            </a:r>
            <a:r>
              <a:rPr lang="sv-SE" sz="18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ansible.windows.win_copy</a:t>
            </a:r>
            <a:r>
              <a:rPr lang="sv-SE" sz="18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8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  </a:t>
            </a:r>
            <a:r>
              <a:rPr lang="sv-SE" sz="18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src</a:t>
            </a:r>
            <a:r>
              <a:rPr lang="sv-SE" sz="18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8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files/index.html</a:t>
            </a:r>
            <a:r>
              <a:rPr lang="sv-SE" sz="18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  </a:t>
            </a:r>
            <a:r>
              <a:rPr lang="sv-SE" sz="18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dest</a:t>
            </a:r>
            <a:r>
              <a:rPr lang="sv-SE" sz="18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8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C</a:t>
            </a:r>
            <a:r>
              <a:rPr lang="sv-SE" sz="1800" dirty="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8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\inetpub\wwwroot\index.html
      </a:t>
            </a:r>
            <a:r>
              <a:rPr lang="sv-SE" sz="18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notify</a:t>
            </a:r>
            <a:r>
              <a:rPr lang="sv-SE" sz="18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8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Starta om IIS   </a:t>
            </a:r>
            <a:r>
              <a:rPr lang="sv-SE" sz="1800" i="1">
                <a:solidFill>
                  <a:srgbClr val="A0A1A7"/>
                </a:solidFill>
                <a:highlight>
                  <a:srgbClr val="F9FAFB"/>
                </a:highlight>
                <a:latin typeface="Consolas"/>
              </a:rPr>
              <a:t># Notifierar handlern!</a:t>
            </a:r>
            <a:r>
              <a:rPr lang="sv-SE" sz="18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</a:t>
            </a:r>
            <a:r>
              <a:rPr lang="sv-SE" sz="18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handlers</a:t>
            </a:r>
            <a:r>
              <a:rPr lang="sv-SE" sz="18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8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</a:t>
            </a:r>
            <a:r>
              <a:rPr lang="sv-SE" sz="18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18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18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name</a:t>
            </a:r>
            <a:r>
              <a:rPr lang="sv-SE" sz="18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8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Starta om IIS</a:t>
            </a:r>
            <a:r>
              <a:rPr lang="sv-SE" sz="18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</a:t>
            </a:r>
            <a:r>
              <a:rPr lang="sv-SE" sz="18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ansible.windows.win_service</a:t>
            </a:r>
            <a:r>
              <a:rPr lang="sv-SE" sz="18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8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  </a:t>
            </a:r>
            <a:r>
              <a:rPr lang="sv-SE" sz="18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name</a:t>
            </a:r>
            <a:r>
              <a:rPr lang="sv-SE" sz="18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8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W3SVC</a:t>
            </a:r>
            <a:r>
              <a:rPr lang="sv-SE" sz="18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  </a:t>
            </a:r>
            <a:r>
              <a:rPr lang="sv-SE" sz="18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state</a:t>
            </a:r>
            <a:r>
              <a:rPr lang="sv-SE" sz="18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8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restarted</a:t>
            </a:r>
            <a:endParaRPr lang="sv-SE" sz="1800">
              <a:solidFill>
                <a:srgbClr val="0F1115"/>
              </a:solidFill>
              <a:highlight>
                <a:srgbClr val="F9FAFB"/>
              </a:highlight>
            </a:endParaRPr>
          </a:p>
        </p:txBody>
      </p:sp>
    </p:spTree>
    <p:extLst>
      <p:ext uri="{BB962C8B-B14F-4D97-AF65-F5344CB8AC3E}">
        <p14:creationId xmlns:p14="http://schemas.microsoft.com/office/powerpoint/2010/main" val="421165795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4DA718D0-4865-4629-8134-44F68D41D57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65167ED7-6315-43AB-B1B6-C326D5FD8F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 rot="5400000">
            <a:off x="-2340441" y="2666183"/>
            <a:ext cx="5860051" cy="527712"/>
            <a:chOff x="6081624" y="1998368"/>
            <a:chExt cx="5613457" cy="782175"/>
          </a:xfrm>
          <a:solidFill>
            <a:schemeClr val="accent4"/>
          </a:solidFill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EF4D8839-FB03-487D-ACC8-8BFEDD4FEBA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 rot="5400000">
              <a:off x="11228040" y="2313027"/>
              <a:ext cx="781700" cy="15238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0EF75023-9A3B-42FC-B704-61A8F7BEF41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 flipH="1" flipV="1">
              <a:off x="6081624" y="1998844"/>
              <a:ext cx="5372968" cy="7816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CBC4F608-B4B8-48C3-9572-C0F061B1CD9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79528" y="922919"/>
            <a:ext cx="11111729" cy="5461252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ubrik 1">
            <a:extLst>
              <a:ext uri="{FF2B5EF4-FFF2-40B4-BE49-F238E27FC236}">
                <a16:creationId xmlns:a16="http://schemas.microsoft.com/office/drawing/2014/main" id="{3AFD05B9-37A6-9467-77BE-CA2C3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2850" y="921778"/>
            <a:ext cx="9849751" cy="889596"/>
          </a:xfrm>
        </p:spPr>
        <p:txBody>
          <a:bodyPr anchor="b">
            <a:normAutofit/>
          </a:bodyPr>
          <a:lstStyle/>
          <a:p>
            <a:r>
              <a:rPr lang="sv-SE" sz="5400">
                <a:ea typeface="+mj-lt"/>
                <a:cs typeface="+mj-lt"/>
              </a:rPr>
              <a:t>Varför handlers?</a:t>
            </a:r>
            <a:endParaRPr lang="sv-SE" sz="5400"/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E85C9A53-F808-5CBF-9464-855B0B5C694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99191" y="1838989"/>
            <a:ext cx="11028694" cy="106247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indent="0">
              <a:buNone/>
            </a:pPr>
            <a:r>
              <a:rPr lang="sv-SE">
                <a:ea typeface="+mn-lt"/>
                <a:cs typeface="+mn-lt"/>
              </a:rPr>
              <a:t>Viktigt: En handler körs bara om den faktiska statusen skiljer sig från önskat tillstånd – om filen inte ändrades, startas IIS inte om i onödan.</a:t>
            </a:r>
          </a:p>
        </p:txBody>
      </p:sp>
      <p:graphicFrame>
        <p:nvGraphicFramePr>
          <p:cNvPr id="5" name="Tabell 4">
            <a:extLst>
              <a:ext uri="{FF2B5EF4-FFF2-40B4-BE49-F238E27FC236}">
                <a16:creationId xmlns:a16="http://schemas.microsoft.com/office/drawing/2014/main" id="{AE968B12-0507-0EDE-DB18-E2ECCFD0B8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0491714"/>
              </p:ext>
            </p:extLst>
          </p:nvPr>
        </p:nvGraphicFramePr>
        <p:xfrm>
          <a:off x="595489" y="2677431"/>
          <a:ext cx="11062170" cy="3736455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5531085">
                  <a:extLst>
                    <a:ext uri="{9D8B030D-6E8A-4147-A177-3AD203B41FA5}">
                      <a16:colId xmlns:a16="http://schemas.microsoft.com/office/drawing/2014/main" val="174902063"/>
                    </a:ext>
                  </a:extLst>
                </a:gridCol>
                <a:gridCol w="5531085">
                  <a:extLst>
                    <a:ext uri="{9D8B030D-6E8A-4147-A177-3AD203B41FA5}">
                      <a16:colId xmlns:a16="http://schemas.microsoft.com/office/drawing/2014/main" val="2839243175"/>
                    </a:ext>
                  </a:extLst>
                </a:gridCol>
              </a:tblGrid>
              <a:tr h="1054999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8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Utan handler</a:t>
                      </a:r>
                      <a:endParaRPr lang="sv-SE" sz="2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800" b="1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Med handler</a:t>
                      </a:r>
                      <a:endParaRPr lang="sv-SE" sz="2800" b="0" i="0">
                        <a:solidFill>
                          <a:srgbClr val="0F1115"/>
                        </a:solidFill>
                        <a:effectLst/>
                        <a:latin typeface="quote-cjk-patch"/>
                      </a:endParaRPr>
                    </a:p>
                  </a:txBody>
                  <a:tcPr marL="152400"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2567225"/>
                  </a:ext>
                </a:extLst>
              </a:tr>
              <a:tr h="1626457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Startar om tjänsten varje gång (även om inget ändrats)</a:t>
                      </a: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Startar om ENDAST vid faktiska ändringar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2902504"/>
                  </a:ext>
                </a:extLst>
              </a:tr>
              <a:tr h="1054999"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Ineffektivt i stora miljöer</a:t>
                      </a:r>
                    </a:p>
                  </a:txBody>
                  <a:tcPr marR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38889"/>
                        </a:lnSpc>
                        <a:buNone/>
                      </a:pPr>
                      <a:r>
                        <a:rPr lang="sv-SE" sz="2800" b="0" i="0">
                          <a:solidFill>
                            <a:srgbClr val="0F1115"/>
                          </a:solidFill>
                          <a:effectLst/>
                          <a:latin typeface="quote-cjk-patch"/>
                        </a:rPr>
                        <a:t>Effektivt och idempotent</a:t>
                      </a:r>
                    </a:p>
                  </a:txBody>
                  <a:tcPr marL="152400" marT="95250" marB="9525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2216474"/>
                  </a:ext>
                </a:extLst>
              </a:tr>
            </a:tbl>
          </a:graphicData>
        </a:graphic>
      </p:graphicFrame>
      <p:pic>
        <p:nvPicPr>
          <p:cNvPr id="4" name="Bildobjekt 3">
            <a:extLst>
              <a:ext uri="{FF2B5EF4-FFF2-40B4-BE49-F238E27FC236}">
                <a16:creationId xmlns:a16="http://schemas.microsoft.com/office/drawing/2014/main" id="{B036AFFF-105D-9A6A-811B-F2CF351D1BB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993" t="5528" r="4335" b="3058"/>
          <a:stretch>
            <a:fillRect/>
          </a:stretch>
        </p:blipFill>
        <p:spPr>
          <a:xfrm>
            <a:off x="0" y="-431"/>
            <a:ext cx="12195207" cy="68577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19749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2" name="Rectangle 9">
            <a:extLst>
              <a:ext uri="{FF2B5EF4-FFF2-40B4-BE49-F238E27FC236}">
                <a16:creationId xmlns:a16="http://schemas.microsoft.com/office/drawing/2014/main" id="{A3363022-C969-41E9-8EB2-E4C94908C1F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-1"/>
            <a:ext cx="12191695" cy="685202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Rectangle 11">
            <a:extLst>
              <a:ext uri="{FF2B5EF4-FFF2-40B4-BE49-F238E27FC236}">
                <a16:creationId xmlns:a16="http://schemas.microsoft.com/office/drawing/2014/main" id="{8D1AD6B3-BE88-4CEB-BA17-790657CC47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" y="0"/>
            <a:ext cx="12191695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ubrik 1">
            <a:extLst>
              <a:ext uri="{FF2B5EF4-FFF2-40B4-BE49-F238E27FC236}">
                <a16:creationId xmlns:a16="http://schemas.microsoft.com/office/drawing/2014/main" id="{DB930A12-4243-3B43-5A25-6BB2CA01C4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90662" y="4267832"/>
            <a:ext cx="4805996" cy="1297115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n-US" sz="5400" kern="1200" dirty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Workshop – </a:t>
            </a:r>
            <a:r>
              <a:rPr lang="en-US" sz="5400" kern="1200" dirty="0" err="1">
                <a:solidFill>
                  <a:schemeClr val="tx2"/>
                </a:solidFill>
                <a:latin typeface="+mj-lt"/>
                <a:ea typeface="+mj-ea"/>
                <a:cs typeface="+mj-cs"/>
              </a:rPr>
              <a:t>Installera</a:t>
            </a:r>
            <a:r>
              <a:rPr lang="en-US" sz="5400" kern="1200" dirty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 IIS med Ansible</a:t>
            </a:r>
            <a:endParaRPr lang="en-US" sz="5400" kern="12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E9786264-2516-C9A5-5C73-A89B4A7C168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590966" y="3428999"/>
            <a:ext cx="4805691" cy="838831"/>
          </a:xfrm>
        </p:spPr>
        <p:txBody>
          <a:bodyPr vert="horz" lIns="91440" tIns="45720" rIns="91440" bIns="45720" rtlCol="0" anchor="b">
            <a:noAutofit/>
          </a:bodyPr>
          <a:lstStyle/>
          <a:p>
            <a:pPr marL="0" indent="0">
              <a:buNone/>
            </a:pPr>
            <a:r>
              <a:rPr lang="en-US" kern="1200" dirty="0" err="1">
                <a:solidFill>
                  <a:schemeClr val="tx2"/>
                </a:solidFill>
                <a:latin typeface="+mn-lt"/>
                <a:ea typeface="+mn-ea"/>
                <a:cs typeface="+mn-cs"/>
              </a:rPr>
              <a:t>Mål</a:t>
            </a:r>
            <a:r>
              <a:rPr lang="en-US" kern="1200" dirty="0">
                <a:solidFill>
                  <a:schemeClr val="tx2"/>
                </a:solidFill>
                <a:latin typeface="+mn-lt"/>
                <a:ea typeface="+mn-ea"/>
                <a:cs typeface="+mn-cs"/>
              </a:rPr>
              <a:t>: Skapa </a:t>
            </a:r>
            <a:r>
              <a:rPr lang="en-US" kern="1200" dirty="0" err="1">
                <a:solidFill>
                  <a:schemeClr val="tx2"/>
                </a:solidFill>
                <a:latin typeface="+mn-lt"/>
                <a:ea typeface="+mn-ea"/>
                <a:cs typeface="+mn-cs"/>
              </a:rPr>
              <a:t>en</a:t>
            </a:r>
            <a:r>
              <a:rPr lang="en-US" kern="1200" dirty="0">
                <a:solidFill>
                  <a:schemeClr val="tx2"/>
                </a:solidFill>
                <a:latin typeface="+mn-lt"/>
                <a:ea typeface="+mn-ea"/>
                <a:cs typeface="+mn-cs"/>
              </a:rPr>
              <a:t> Ansible-playbook </a:t>
            </a:r>
            <a:r>
              <a:rPr lang="en-US" kern="1200" dirty="0" err="1">
                <a:solidFill>
                  <a:schemeClr val="tx2"/>
                </a:solidFill>
                <a:latin typeface="+mn-lt"/>
                <a:ea typeface="+mn-ea"/>
                <a:cs typeface="+mn-cs"/>
              </a:rPr>
              <a:t>som</a:t>
            </a:r>
            <a:r>
              <a:rPr lang="en-US" kern="1200" dirty="0">
                <a:solidFill>
                  <a:schemeClr val="tx2"/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kern="1200" dirty="0" err="1">
                <a:solidFill>
                  <a:schemeClr val="tx2"/>
                </a:solidFill>
                <a:latin typeface="+mn-lt"/>
                <a:ea typeface="+mn-ea"/>
                <a:cs typeface="+mn-cs"/>
              </a:rPr>
              <a:t>installerar</a:t>
            </a:r>
            <a:r>
              <a:rPr lang="en-US" kern="1200" dirty="0">
                <a:solidFill>
                  <a:schemeClr val="tx2"/>
                </a:solidFill>
                <a:latin typeface="+mn-lt"/>
                <a:ea typeface="+mn-ea"/>
                <a:cs typeface="+mn-cs"/>
              </a:rPr>
              <a:t> IIS, </a:t>
            </a:r>
            <a:r>
              <a:rPr lang="en-US" kern="1200" dirty="0" err="1">
                <a:solidFill>
                  <a:schemeClr val="tx2"/>
                </a:solidFill>
                <a:latin typeface="+mn-lt"/>
                <a:ea typeface="+mn-ea"/>
                <a:cs typeface="+mn-cs"/>
              </a:rPr>
              <a:t>startar</a:t>
            </a:r>
            <a:r>
              <a:rPr lang="en-US" kern="1200" dirty="0">
                <a:solidFill>
                  <a:schemeClr val="tx2"/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kern="1200" dirty="0" err="1">
                <a:solidFill>
                  <a:schemeClr val="tx2"/>
                </a:solidFill>
                <a:latin typeface="+mn-lt"/>
                <a:ea typeface="+mn-ea"/>
                <a:cs typeface="+mn-cs"/>
              </a:rPr>
              <a:t>tjänsten</a:t>
            </a:r>
            <a:r>
              <a:rPr lang="en-US" kern="1200" dirty="0">
                <a:solidFill>
                  <a:schemeClr val="tx2"/>
                </a:solidFill>
                <a:latin typeface="+mn-lt"/>
                <a:ea typeface="+mn-ea"/>
                <a:cs typeface="+mn-cs"/>
              </a:rPr>
              <a:t> och </a:t>
            </a:r>
            <a:r>
              <a:rPr lang="en-US" kern="1200" dirty="0" err="1">
                <a:solidFill>
                  <a:schemeClr val="tx2"/>
                </a:solidFill>
                <a:latin typeface="+mn-lt"/>
                <a:ea typeface="+mn-ea"/>
                <a:cs typeface="+mn-cs"/>
              </a:rPr>
              <a:t>kopierar</a:t>
            </a:r>
            <a:r>
              <a:rPr lang="en-US" kern="1200" dirty="0">
                <a:solidFill>
                  <a:schemeClr val="tx2"/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kern="1200" dirty="0" err="1">
                <a:solidFill>
                  <a:schemeClr val="tx2"/>
                </a:solidFill>
                <a:latin typeface="+mn-lt"/>
                <a:ea typeface="+mn-ea"/>
                <a:cs typeface="+mn-cs"/>
              </a:rPr>
              <a:t>en</a:t>
            </a:r>
            <a:r>
              <a:rPr lang="en-US" kern="1200" dirty="0">
                <a:solidFill>
                  <a:schemeClr val="tx2"/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kern="1200" dirty="0" err="1">
                <a:solidFill>
                  <a:schemeClr val="tx2"/>
                </a:solidFill>
                <a:latin typeface="+mn-lt"/>
                <a:ea typeface="+mn-ea"/>
                <a:cs typeface="+mn-cs"/>
              </a:rPr>
              <a:t>webbsida</a:t>
            </a:r>
            <a:r>
              <a:rPr lang="en-US" kern="1200" dirty="0">
                <a:solidFill>
                  <a:schemeClr val="tx2"/>
                </a:solidFill>
                <a:latin typeface="+mn-lt"/>
                <a:ea typeface="+mn-ea"/>
                <a:cs typeface="+mn-cs"/>
              </a:rPr>
              <a:t> .</a:t>
            </a:r>
            <a:endParaRPr lang="en-US" kern="1200" dirty="0">
              <a:solidFill>
                <a:schemeClr val="tx2"/>
              </a:solidFill>
              <a:latin typeface="+mn-lt"/>
            </a:endParaRPr>
          </a:p>
        </p:txBody>
      </p:sp>
      <p:pic>
        <p:nvPicPr>
          <p:cNvPr id="24" name="Graphic 6" descr="Checklista">
            <a:extLst>
              <a:ext uri="{FF2B5EF4-FFF2-40B4-BE49-F238E27FC236}">
                <a16:creationId xmlns:a16="http://schemas.microsoft.com/office/drawing/2014/main" id="{3F693066-D70B-163D-97D6-9E1B06E1BE4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40470" y="1815320"/>
            <a:ext cx="4141760" cy="4141760"/>
          </a:xfrm>
          <a:custGeom>
            <a:avLst/>
            <a:gdLst/>
            <a:ahLst/>
            <a:cxnLst/>
            <a:rect l="l" t="t" r="r" b="b"/>
            <a:pathLst>
              <a:path w="4141760" h="4377846">
                <a:moveTo>
                  <a:pt x="0" y="0"/>
                </a:moveTo>
                <a:lnTo>
                  <a:pt x="4141760" y="0"/>
                </a:lnTo>
                <a:lnTo>
                  <a:pt x="4141760" y="4377846"/>
                </a:lnTo>
                <a:lnTo>
                  <a:pt x="0" y="4377846"/>
                </a:lnTo>
                <a:close/>
              </a:path>
            </a:pathLst>
          </a:custGeom>
        </p:spPr>
      </p:pic>
      <p:grpSp>
        <p:nvGrpSpPr>
          <p:cNvPr id="25" name="Group 13">
            <a:extLst>
              <a:ext uri="{FF2B5EF4-FFF2-40B4-BE49-F238E27FC236}">
                <a16:creationId xmlns:a16="http://schemas.microsoft.com/office/drawing/2014/main" id="{89D1390B-7E13-4B4F-9CB2-391063412E5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4253" y="-5977"/>
            <a:ext cx="6238675" cy="6863979"/>
            <a:chOff x="305" y="-5977"/>
            <a:chExt cx="6238675" cy="6863979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9E720206-AA49-4786-A932-A2650DE091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 flipH="1">
              <a:off x="305" y="34854"/>
              <a:ext cx="6028697" cy="6817170"/>
            </a:xfrm>
            <a:custGeom>
              <a:avLst/>
              <a:gdLst>
                <a:gd name="connsiteX0" fmla="*/ 6028697 w 6028697"/>
                <a:gd name="connsiteY0" fmla="*/ 6155323 h 6817170"/>
                <a:gd name="connsiteX1" fmla="*/ 6028697 w 6028697"/>
                <a:gd name="connsiteY1" fmla="*/ 6817170 h 6817170"/>
                <a:gd name="connsiteX2" fmla="*/ 5157862 w 6028697"/>
                <a:gd name="connsiteY2" fmla="*/ 6817170 h 6817170"/>
                <a:gd name="connsiteX3" fmla="*/ 5347156 w 6028697"/>
                <a:gd name="connsiteY3" fmla="*/ 6687553 h 6817170"/>
                <a:gd name="connsiteX4" fmla="*/ 5487470 w 6028697"/>
                <a:gd name="connsiteY4" fmla="*/ 6581714 h 6817170"/>
                <a:gd name="connsiteX5" fmla="*/ 5627642 w 6028697"/>
                <a:gd name="connsiteY5" fmla="*/ 6472328 h 6817170"/>
                <a:gd name="connsiteX6" fmla="*/ 5911392 w 6028697"/>
                <a:gd name="connsiteY6" fmla="*/ 6245328 h 6817170"/>
                <a:gd name="connsiteX7" fmla="*/ 4481066 w 6028697"/>
                <a:gd name="connsiteY7" fmla="*/ 478 h 6817170"/>
                <a:gd name="connsiteX8" fmla="*/ 4672258 w 6028697"/>
                <a:gd name="connsiteY8" fmla="*/ 7519 h 6817170"/>
                <a:gd name="connsiteX9" fmla="*/ 5429869 w 6028697"/>
                <a:gd name="connsiteY9" fmla="*/ 125134 h 6817170"/>
                <a:gd name="connsiteX10" fmla="*/ 5976319 w 6028697"/>
                <a:gd name="connsiteY10" fmla="*/ 314893 h 6817170"/>
                <a:gd name="connsiteX11" fmla="*/ 6028697 w 6028697"/>
                <a:gd name="connsiteY11" fmla="*/ 339901 h 6817170"/>
                <a:gd name="connsiteX12" fmla="*/ 6028697 w 6028697"/>
                <a:gd name="connsiteY12" fmla="*/ 732458 h 6817170"/>
                <a:gd name="connsiteX13" fmla="*/ 5990985 w 6028697"/>
                <a:gd name="connsiteY13" fmla="*/ 712211 h 6817170"/>
                <a:gd name="connsiteX14" fmla="*/ 5341339 w 6028697"/>
                <a:gd name="connsiteY14" fmla="*/ 475281 h 6817170"/>
                <a:gd name="connsiteX15" fmla="*/ 4651969 w 6028697"/>
                <a:gd name="connsiteY15" fmla="*/ 377104 h 6817170"/>
                <a:gd name="connsiteX16" fmla="*/ 3953093 w 6028697"/>
                <a:gd name="connsiteY16" fmla="*/ 402498 h 6817170"/>
                <a:gd name="connsiteX17" fmla="*/ 3267413 w 6028697"/>
                <a:gd name="connsiteY17" fmla="*/ 546643 h 6817170"/>
                <a:gd name="connsiteX18" fmla="*/ 1439498 w 6028697"/>
                <a:gd name="connsiteY18" fmla="*/ 1568141 h 6817170"/>
                <a:gd name="connsiteX19" fmla="*/ 960671 w 6028697"/>
                <a:gd name="connsiteY19" fmla="*/ 2082013 h 6817170"/>
                <a:gd name="connsiteX20" fmla="*/ 581866 w 6028697"/>
                <a:gd name="connsiteY20" fmla="*/ 2672638 h 6817170"/>
                <a:gd name="connsiteX21" fmla="*/ 324789 w 6028697"/>
                <a:gd name="connsiteY21" fmla="*/ 3325262 h 6817170"/>
                <a:gd name="connsiteX22" fmla="*/ 231151 w 6028697"/>
                <a:gd name="connsiteY22" fmla="*/ 4022292 h 6817170"/>
                <a:gd name="connsiteX23" fmla="*/ 270592 w 6028697"/>
                <a:gd name="connsiteY23" fmla="*/ 4362792 h 6817170"/>
                <a:gd name="connsiteX24" fmla="*/ 387213 w 6028697"/>
                <a:gd name="connsiteY24" fmla="*/ 4681585 h 6817170"/>
                <a:gd name="connsiteX25" fmla="*/ 468507 w 6028697"/>
                <a:gd name="connsiteY25" fmla="*/ 4831546 h 6817170"/>
                <a:gd name="connsiteX26" fmla="*/ 561862 w 6028697"/>
                <a:gd name="connsiteY26" fmla="*/ 4976826 h 6817170"/>
                <a:gd name="connsiteX27" fmla="*/ 777511 w 6028697"/>
                <a:gd name="connsiteY27" fmla="*/ 5257597 h 6817170"/>
                <a:gd name="connsiteX28" fmla="*/ 1010895 w 6028697"/>
                <a:gd name="connsiteY28" fmla="*/ 5540494 h 6817170"/>
                <a:gd name="connsiteX29" fmla="*/ 1126948 w 6028697"/>
                <a:gd name="connsiteY29" fmla="*/ 5688186 h 6817170"/>
                <a:gd name="connsiteX30" fmla="*/ 1182706 w 6028697"/>
                <a:gd name="connsiteY30" fmla="*/ 5760543 h 6817170"/>
                <a:gd name="connsiteX31" fmla="*/ 1237327 w 6028697"/>
                <a:gd name="connsiteY31" fmla="*/ 5830060 h 6817170"/>
                <a:gd name="connsiteX32" fmla="*/ 1706649 w 6028697"/>
                <a:gd name="connsiteY32" fmla="*/ 6342797 h 6817170"/>
                <a:gd name="connsiteX33" fmla="*/ 1956207 w 6028697"/>
                <a:gd name="connsiteY33" fmla="*/ 6573484 h 6817170"/>
                <a:gd name="connsiteX34" fmla="*/ 2217681 w 6028697"/>
                <a:gd name="connsiteY34" fmla="*/ 6786297 h 6817170"/>
                <a:gd name="connsiteX35" fmla="*/ 2260820 w 6028697"/>
                <a:gd name="connsiteY35" fmla="*/ 6817170 h 6817170"/>
                <a:gd name="connsiteX36" fmla="*/ 1429497 w 6028697"/>
                <a:gd name="connsiteY36" fmla="*/ 6817170 h 6817170"/>
                <a:gd name="connsiteX37" fmla="*/ 1327275 w 6028697"/>
                <a:gd name="connsiteY37" fmla="*/ 6713800 h 6817170"/>
                <a:gd name="connsiteX38" fmla="*/ 1080556 w 6028697"/>
                <a:gd name="connsiteY38" fmla="*/ 6414443 h 6817170"/>
                <a:gd name="connsiteX39" fmla="*/ 865189 w 6028697"/>
                <a:gd name="connsiteY39" fmla="*/ 6097496 h 6817170"/>
                <a:gd name="connsiteX40" fmla="*/ 814823 w 6028697"/>
                <a:gd name="connsiteY40" fmla="*/ 6016911 h 6817170"/>
                <a:gd name="connsiteX41" fmla="*/ 766729 w 6028697"/>
                <a:gd name="connsiteY41" fmla="*/ 5938453 h 6817170"/>
                <a:gd name="connsiteX42" fmla="*/ 671672 w 6028697"/>
                <a:gd name="connsiteY42" fmla="*/ 5786648 h 6817170"/>
                <a:gd name="connsiteX43" fmla="*/ 474608 w 6028697"/>
                <a:gd name="connsiteY43" fmla="*/ 5474664 h 6817170"/>
                <a:gd name="connsiteX44" fmla="*/ 282652 w 6028697"/>
                <a:gd name="connsiteY44" fmla="*/ 5146508 h 6817170"/>
                <a:gd name="connsiteX45" fmla="*/ 196108 w 6028697"/>
                <a:gd name="connsiteY45" fmla="*/ 4972712 h 6817170"/>
                <a:gd name="connsiteX46" fmla="*/ 122474 w 6028697"/>
                <a:gd name="connsiteY46" fmla="*/ 4791821 h 6817170"/>
                <a:gd name="connsiteX47" fmla="*/ 65724 w 6028697"/>
                <a:gd name="connsiteY47" fmla="*/ 4603129 h 6817170"/>
                <a:gd name="connsiteX48" fmla="*/ 44727 w 6028697"/>
                <a:gd name="connsiteY48" fmla="*/ 4506937 h 6817170"/>
                <a:gd name="connsiteX49" fmla="*/ 35505 w 6028697"/>
                <a:gd name="connsiteY49" fmla="*/ 4458699 h 6817170"/>
                <a:gd name="connsiteX50" fmla="*/ 27845 w 6028697"/>
                <a:gd name="connsiteY50" fmla="*/ 4410320 h 6817170"/>
                <a:gd name="connsiteX51" fmla="*/ 37 w 6028697"/>
                <a:gd name="connsiteY51" fmla="*/ 4022292 h 6817170"/>
                <a:gd name="connsiteX52" fmla="*/ 78777 w 6028697"/>
                <a:gd name="connsiteY52" fmla="*/ 3267236 h 6817170"/>
                <a:gd name="connsiteX53" fmla="*/ 315424 w 6028697"/>
                <a:gd name="connsiteY53" fmla="*/ 2543673 h 6817170"/>
                <a:gd name="connsiteX54" fmla="*/ 1202710 w 6028697"/>
                <a:gd name="connsiteY54" fmla="*/ 1314895 h 6817170"/>
                <a:gd name="connsiteX55" fmla="*/ 1791065 w 6028697"/>
                <a:gd name="connsiteY55" fmla="*/ 833514 h 6817170"/>
                <a:gd name="connsiteX56" fmla="*/ 3908404 w 6028697"/>
                <a:gd name="connsiteY56" fmla="*/ 29794 h 6817170"/>
                <a:gd name="connsiteX57" fmla="*/ 4481066 w 6028697"/>
                <a:gd name="connsiteY57" fmla="*/ 478 h 681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28697" h="6817170">
                  <a:moveTo>
                    <a:pt x="6028697" y="6155323"/>
                  </a:moveTo>
                  <a:lnTo>
                    <a:pt x="6028697" y="6817170"/>
                  </a:lnTo>
                  <a:lnTo>
                    <a:pt x="5157862" y="6817170"/>
                  </a:lnTo>
                  <a:lnTo>
                    <a:pt x="5347156" y="6687553"/>
                  </a:lnTo>
                  <a:cubicBezTo>
                    <a:pt x="5394117" y="6653219"/>
                    <a:pt x="5440793" y="6617608"/>
                    <a:pt x="5487470" y="6581714"/>
                  </a:cubicBezTo>
                  <a:cubicBezTo>
                    <a:pt x="5534147" y="6545820"/>
                    <a:pt x="5580966" y="6509358"/>
                    <a:pt x="5627642" y="6472328"/>
                  </a:cubicBezTo>
                  <a:lnTo>
                    <a:pt x="5911392" y="6245328"/>
                  </a:lnTo>
                  <a:close/>
                  <a:moveTo>
                    <a:pt x="4481066" y="478"/>
                  </a:moveTo>
                  <a:cubicBezTo>
                    <a:pt x="4544817" y="1422"/>
                    <a:pt x="4608563" y="3769"/>
                    <a:pt x="4672258" y="7519"/>
                  </a:cubicBezTo>
                  <a:cubicBezTo>
                    <a:pt x="4927973" y="22364"/>
                    <a:pt x="5181687" y="61751"/>
                    <a:pt x="5429869" y="125134"/>
                  </a:cubicBezTo>
                  <a:cubicBezTo>
                    <a:pt x="5617090" y="173104"/>
                    <a:pt x="5799867" y="236595"/>
                    <a:pt x="5976319" y="314893"/>
                  </a:cubicBezTo>
                  <a:lnTo>
                    <a:pt x="6028697" y="339901"/>
                  </a:lnTo>
                  <a:lnTo>
                    <a:pt x="6028697" y="732458"/>
                  </a:lnTo>
                  <a:lnTo>
                    <a:pt x="5990985" y="712211"/>
                  </a:lnTo>
                  <a:cubicBezTo>
                    <a:pt x="5783917" y="609342"/>
                    <a:pt x="5566013" y="529876"/>
                    <a:pt x="5341339" y="475281"/>
                  </a:cubicBezTo>
                  <a:cubicBezTo>
                    <a:pt x="5115233" y="420503"/>
                    <a:pt x="4884375" y="387624"/>
                    <a:pt x="4651969" y="377104"/>
                  </a:cubicBezTo>
                  <a:cubicBezTo>
                    <a:pt x="4418713" y="365171"/>
                    <a:pt x="4184861" y="373670"/>
                    <a:pt x="3953093" y="402498"/>
                  </a:cubicBezTo>
                  <a:cubicBezTo>
                    <a:pt x="3721001" y="431832"/>
                    <a:pt x="3491675" y="480040"/>
                    <a:pt x="3267413" y="546643"/>
                  </a:cubicBezTo>
                  <a:cubicBezTo>
                    <a:pt x="2591323" y="750761"/>
                    <a:pt x="1967642" y="1099289"/>
                    <a:pt x="1439498" y="1568141"/>
                  </a:cubicBezTo>
                  <a:cubicBezTo>
                    <a:pt x="1265589" y="1725523"/>
                    <a:pt x="1105393" y="1897434"/>
                    <a:pt x="960671" y="2082013"/>
                  </a:cubicBezTo>
                  <a:cubicBezTo>
                    <a:pt x="815775" y="2266294"/>
                    <a:pt x="688923" y="2464081"/>
                    <a:pt x="581866" y="2672638"/>
                  </a:cubicBezTo>
                  <a:cubicBezTo>
                    <a:pt x="473765" y="2880669"/>
                    <a:pt x="387610" y="3099397"/>
                    <a:pt x="324789" y="3325262"/>
                  </a:cubicBezTo>
                  <a:cubicBezTo>
                    <a:pt x="262714" y="3552403"/>
                    <a:pt x="231223" y="3786822"/>
                    <a:pt x="231151" y="4022292"/>
                  </a:cubicBezTo>
                  <a:cubicBezTo>
                    <a:pt x="231413" y="4136912"/>
                    <a:pt x="244645" y="4251136"/>
                    <a:pt x="270592" y="4362792"/>
                  </a:cubicBezTo>
                  <a:cubicBezTo>
                    <a:pt x="297885" y="4472943"/>
                    <a:pt x="336983" y="4579833"/>
                    <a:pt x="387213" y="4681585"/>
                  </a:cubicBezTo>
                  <a:cubicBezTo>
                    <a:pt x="412042" y="4732517"/>
                    <a:pt x="439423" y="4782457"/>
                    <a:pt x="468507" y="4831546"/>
                  </a:cubicBezTo>
                  <a:cubicBezTo>
                    <a:pt x="497591" y="4880636"/>
                    <a:pt x="529230" y="4929015"/>
                    <a:pt x="561862" y="4976826"/>
                  </a:cubicBezTo>
                  <a:cubicBezTo>
                    <a:pt x="627975" y="5072166"/>
                    <a:pt x="701466" y="5164668"/>
                    <a:pt x="777511" y="5257597"/>
                  </a:cubicBezTo>
                  <a:cubicBezTo>
                    <a:pt x="853556" y="5350524"/>
                    <a:pt x="933574" y="5443594"/>
                    <a:pt x="1010895" y="5540494"/>
                  </a:cubicBezTo>
                  <a:cubicBezTo>
                    <a:pt x="1049957" y="5588732"/>
                    <a:pt x="1088642" y="5637963"/>
                    <a:pt x="1126948" y="5688186"/>
                  </a:cubicBezTo>
                  <a:lnTo>
                    <a:pt x="1182706" y="5760543"/>
                  </a:lnTo>
                  <a:cubicBezTo>
                    <a:pt x="1201007" y="5783669"/>
                    <a:pt x="1218458" y="5807503"/>
                    <a:pt x="1237327" y="5830060"/>
                  </a:cubicBezTo>
                  <a:cubicBezTo>
                    <a:pt x="1383714" y="6009916"/>
                    <a:pt x="1540413" y="6181116"/>
                    <a:pt x="1706649" y="6342797"/>
                  </a:cubicBezTo>
                  <a:cubicBezTo>
                    <a:pt x="1788084" y="6422531"/>
                    <a:pt x="1871265" y="6499427"/>
                    <a:pt x="1956207" y="6573484"/>
                  </a:cubicBezTo>
                  <a:cubicBezTo>
                    <a:pt x="2041332" y="6647402"/>
                    <a:pt x="2127733" y="6718907"/>
                    <a:pt x="2217681" y="6786297"/>
                  </a:cubicBezTo>
                  <a:lnTo>
                    <a:pt x="2260820" y="6817170"/>
                  </a:lnTo>
                  <a:lnTo>
                    <a:pt x="1429497" y="6817170"/>
                  </a:lnTo>
                  <a:lnTo>
                    <a:pt x="1327275" y="6713800"/>
                  </a:lnTo>
                  <a:cubicBezTo>
                    <a:pt x="1239186" y="6618984"/>
                    <a:pt x="1156797" y="6519019"/>
                    <a:pt x="1080556" y="6414443"/>
                  </a:cubicBezTo>
                  <a:cubicBezTo>
                    <a:pt x="1004653" y="6310734"/>
                    <a:pt x="932439" y="6205177"/>
                    <a:pt x="865189" y="6097496"/>
                  </a:cubicBezTo>
                  <a:cubicBezTo>
                    <a:pt x="847881" y="6070823"/>
                    <a:pt x="831565" y="6043725"/>
                    <a:pt x="814823" y="6016911"/>
                  </a:cubicBezTo>
                  <a:lnTo>
                    <a:pt x="766729" y="5938453"/>
                  </a:lnTo>
                  <a:cubicBezTo>
                    <a:pt x="735941" y="5887947"/>
                    <a:pt x="703878" y="5837581"/>
                    <a:pt x="671672" y="5786648"/>
                  </a:cubicBezTo>
                  <a:lnTo>
                    <a:pt x="474608" y="5474664"/>
                  </a:lnTo>
                  <a:cubicBezTo>
                    <a:pt x="408778" y="5368968"/>
                    <a:pt x="343516" y="5260008"/>
                    <a:pt x="282652" y="5146508"/>
                  </a:cubicBezTo>
                  <a:cubicBezTo>
                    <a:pt x="252290" y="5089759"/>
                    <a:pt x="223065" y="5032015"/>
                    <a:pt x="196108" y="4972712"/>
                  </a:cubicBezTo>
                  <a:cubicBezTo>
                    <a:pt x="169152" y="4913408"/>
                    <a:pt x="144607" y="4853111"/>
                    <a:pt x="122474" y="4791821"/>
                  </a:cubicBezTo>
                  <a:cubicBezTo>
                    <a:pt x="100342" y="4730532"/>
                    <a:pt x="81757" y="4666830"/>
                    <a:pt x="65724" y="4603129"/>
                  </a:cubicBezTo>
                  <a:cubicBezTo>
                    <a:pt x="58205" y="4571064"/>
                    <a:pt x="50828" y="4539143"/>
                    <a:pt x="44727" y="4506937"/>
                  </a:cubicBezTo>
                  <a:lnTo>
                    <a:pt x="35505" y="4458699"/>
                  </a:lnTo>
                  <a:lnTo>
                    <a:pt x="27845" y="4410320"/>
                  </a:lnTo>
                  <a:cubicBezTo>
                    <a:pt x="8635" y="4281881"/>
                    <a:pt x="-661" y="4152150"/>
                    <a:pt x="37" y="4022292"/>
                  </a:cubicBezTo>
                  <a:cubicBezTo>
                    <a:pt x="712" y="3768592"/>
                    <a:pt x="27094" y="3515615"/>
                    <a:pt x="78777" y="3267236"/>
                  </a:cubicBezTo>
                  <a:cubicBezTo>
                    <a:pt x="130048" y="3017876"/>
                    <a:pt x="209439" y="2775142"/>
                    <a:pt x="315424" y="2543673"/>
                  </a:cubicBezTo>
                  <a:cubicBezTo>
                    <a:pt x="528236" y="2081161"/>
                    <a:pt x="838234" y="1667312"/>
                    <a:pt x="1202710" y="1314895"/>
                  </a:cubicBezTo>
                  <a:cubicBezTo>
                    <a:pt x="1385514" y="1138814"/>
                    <a:pt x="1582282" y="977831"/>
                    <a:pt x="1791065" y="833514"/>
                  </a:cubicBezTo>
                  <a:cubicBezTo>
                    <a:pt x="2420037" y="395614"/>
                    <a:pt x="3147288" y="119557"/>
                    <a:pt x="3908404" y="29794"/>
                  </a:cubicBezTo>
                  <a:cubicBezTo>
                    <a:pt x="4098509" y="7429"/>
                    <a:pt x="4289811" y="-2355"/>
                    <a:pt x="4481066" y="478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C72F6EE6-EDE9-45A5-8F6D-02B9B7CB2C2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 flipH="1">
              <a:off x="305" y="1"/>
              <a:ext cx="6165116" cy="6858001"/>
            </a:xfrm>
            <a:custGeom>
              <a:avLst/>
              <a:gdLst>
                <a:gd name="connsiteX0" fmla="*/ 6264586 w 6264586"/>
                <a:gd name="connsiteY0" fmla="*/ 6646464 h 6858001"/>
                <a:gd name="connsiteX1" fmla="*/ 6264586 w 6264586"/>
                <a:gd name="connsiteY1" fmla="*/ 6858001 h 6858001"/>
                <a:gd name="connsiteX2" fmla="*/ 5997170 w 6264586"/>
                <a:gd name="connsiteY2" fmla="*/ 6858001 h 6858001"/>
                <a:gd name="connsiteX3" fmla="*/ 6121512 w 6264586"/>
                <a:gd name="connsiteY3" fmla="*/ 6761029 h 6858001"/>
                <a:gd name="connsiteX4" fmla="*/ 2693206 w 6264586"/>
                <a:gd name="connsiteY4" fmla="*/ 0 h 6858001"/>
                <a:gd name="connsiteX5" fmla="*/ 5872285 w 6264586"/>
                <a:gd name="connsiteY5" fmla="*/ 0 h 6858001"/>
                <a:gd name="connsiteX6" fmla="*/ 6024875 w 6264586"/>
                <a:gd name="connsiteY6" fmla="*/ 68385 h 6858001"/>
                <a:gd name="connsiteX7" fmla="*/ 6206432 w 6264586"/>
                <a:gd name="connsiteY7" fmla="*/ 162336 h 6858001"/>
                <a:gd name="connsiteX8" fmla="*/ 6264586 w 6264586"/>
                <a:gd name="connsiteY8" fmla="*/ 196704 h 6858001"/>
                <a:gd name="connsiteX9" fmla="*/ 6264586 w 6264586"/>
                <a:gd name="connsiteY9" fmla="*/ 537242 h 6858001"/>
                <a:gd name="connsiteX10" fmla="*/ 6230189 w 6264586"/>
                <a:gd name="connsiteY10" fmla="*/ 517260 h 6858001"/>
                <a:gd name="connsiteX11" fmla="*/ 5540536 w 6264586"/>
                <a:gd name="connsiteY11" fmla="*/ 249543 h 6858001"/>
                <a:gd name="connsiteX12" fmla="*/ 5178896 w 6264586"/>
                <a:gd name="connsiteY12" fmla="*/ 178606 h 6858001"/>
                <a:gd name="connsiteX13" fmla="*/ 4814279 w 6264586"/>
                <a:gd name="connsiteY13" fmla="*/ 146683 h 6858001"/>
                <a:gd name="connsiteX14" fmla="*/ 4655095 w 6264586"/>
                <a:gd name="connsiteY14" fmla="*/ 143421 h 6858001"/>
                <a:gd name="connsiteX15" fmla="*/ 4081069 w 6264586"/>
                <a:gd name="connsiteY15" fmla="*/ 185983 h 6858001"/>
                <a:gd name="connsiteX16" fmla="*/ 3720566 w 6264586"/>
                <a:gd name="connsiteY16" fmla="*/ 256921 h 6858001"/>
                <a:gd name="connsiteX17" fmla="*/ 3365879 w 6264586"/>
                <a:gd name="connsiteY17" fmla="*/ 357651 h 6858001"/>
                <a:gd name="connsiteX18" fmla="*/ 3020555 w 6264586"/>
                <a:gd name="connsiteY18" fmla="*/ 486190 h 6858001"/>
                <a:gd name="connsiteX19" fmla="*/ 2685163 w 6264586"/>
                <a:gd name="connsiteY19" fmla="*/ 641542 h 6858001"/>
                <a:gd name="connsiteX20" fmla="*/ 2047720 w 6264586"/>
                <a:gd name="connsiteY20" fmla="*/ 1025030 h 6858001"/>
                <a:gd name="connsiteX21" fmla="*/ 1897333 w 6264586"/>
                <a:gd name="connsiteY21" fmla="*/ 1134983 h 6858001"/>
                <a:gd name="connsiteX22" fmla="*/ 1835758 w 6264586"/>
                <a:gd name="connsiteY22" fmla="*/ 1182227 h 6858001"/>
                <a:gd name="connsiteX23" fmla="*/ 1823273 w 6264586"/>
                <a:gd name="connsiteY23" fmla="*/ 1192016 h 6858001"/>
                <a:gd name="connsiteX24" fmla="*/ 1750918 w 6264586"/>
                <a:gd name="connsiteY24" fmla="*/ 1249760 h 6858001"/>
                <a:gd name="connsiteX25" fmla="*/ 1469297 w 6264586"/>
                <a:gd name="connsiteY25" fmla="*/ 1496906 h 6858001"/>
                <a:gd name="connsiteX26" fmla="*/ 967769 w 6264586"/>
                <a:gd name="connsiteY26" fmla="*/ 2056602 h 6858001"/>
                <a:gd name="connsiteX27" fmla="*/ 754105 w 6264586"/>
                <a:gd name="connsiteY27" fmla="*/ 2368727 h 6858001"/>
                <a:gd name="connsiteX28" fmla="*/ 572364 w 6264586"/>
                <a:gd name="connsiteY28" fmla="*/ 2701140 h 6858001"/>
                <a:gd name="connsiteX29" fmla="*/ 532497 w 6264586"/>
                <a:gd name="connsiteY29" fmla="*/ 2786265 h 6858001"/>
                <a:gd name="connsiteX30" fmla="*/ 512918 w 6264586"/>
                <a:gd name="connsiteY30" fmla="*/ 2828827 h 6858001"/>
                <a:gd name="connsiteX31" fmla="*/ 494475 w 6264586"/>
                <a:gd name="connsiteY31" fmla="*/ 2872240 h 6858001"/>
                <a:gd name="connsiteX32" fmla="*/ 491637 w 6264586"/>
                <a:gd name="connsiteY32" fmla="*/ 2878908 h 6858001"/>
                <a:gd name="connsiteX33" fmla="*/ 459290 w 6264586"/>
                <a:gd name="connsiteY33" fmla="*/ 2959635 h 6858001"/>
                <a:gd name="connsiteX34" fmla="*/ 446805 w 6264586"/>
                <a:gd name="connsiteY34" fmla="*/ 2992408 h 6858001"/>
                <a:gd name="connsiteX35" fmla="*/ 426090 w 6264586"/>
                <a:gd name="connsiteY35" fmla="*/ 3049158 h 6858001"/>
                <a:gd name="connsiteX36" fmla="*/ 426090 w 6264586"/>
                <a:gd name="connsiteY36" fmla="*/ 3049867 h 6858001"/>
                <a:gd name="connsiteX37" fmla="*/ 318124 w 6264586"/>
                <a:gd name="connsiteY37" fmla="*/ 3414202 h 6858001"/>
                <a:gd name="connsiteX38" fmla="*/ 230729 w 6264586"/>
                <a:gd name="connsiteY38" fmla="*/ 4169260 h 6858001"/>
                <a:gd name="connsiteX39" fmla="*/ 268893 w 6264586"/>
                <a:gd name="connsiteY39" fmla="*/ 4544236 h 6858001"/>
                <a:gd name="connsiteX40" fmla="*/ 379840 w 6264586"/>
                <a:gd name="connsiteY40" fmla="*/ 4900056 h 6858001"/>
                <a:gd name="connsiteX41" fmla="*/ 406512 w 6264586"/>
                <a:gd name="connsiteY41" fmla="*/ 4960211 h 6858001"/>
                <a:gd name="connsiteX42" fmla="*/ 417862 w 6264586"/>
                <a:gd name="connsiteY42" fmla="*/ 4984613 h 6858001"/>
                <a:gd name="connsiteX43" fmla="*/ 428077 w 6264586"/>
                <a:gd name="connsiteY43" fmla="*/ 5005043 h 6858001"/>
                <a:gd name="connsiteX44" fmla="*/ 460140 w 6264586"/>
                <a:gd name="connsiteY44" fmla="*/ 5067327 h 6858001"/>
                <a:gd name="connsiteX45" fmla="*/ 555197 w 6264586"/>
                <a:gd name="connsiteY45" fmla="*/ 5229773 h 6858001"/>
                <a:gd name="connsiteX46" fmla="*/ 660611 w 6264586"/>
                <a:gd name="connsiteY46" fmla="*/ 5387396 h 6858001"/>
                <a:gd name="connsiteX47" fmla="*/ 774110 w 6264586"/>
                <a:gd name="connsiteY47" fmla="*/ 5542182 h 6858001"/>
                <a:gd name="connsiteX48" fmla="*/ 917829 w 6264586"/>
                <a:gd name="connsiteY48" fmla="*/ 5727896 h 6858001"/>
                <a:gd name="connsiteX49" fmla="*/ 1012885 w 6264586"/>
                <a:gd name="connsiteY49" fmla="*/ 5849767 h 6858001"/>
                <a:gd name="connsiteX50" fmla="*/ 1133053 w 6264586"/>
                <a:gd name="connsiteY50" fmla="*/ 6006822 h 6858001"/>
                <a:gd name="connsiteX51" fmla="*/ 1194343 w 6264586"/>
                <a:gd name="connsiteY51" fmla="*/ 6090245 h 6858001"/>
                <a:gd name="connsiteX52" fmla="*/ 1249390 w 6264586"/>
                <a:gd name="connsiteY52" fmla="*/ 6165155 h 6858001"/>
                <a:gd name="connsiteX53" fmla="*/ 1345724 w 6264586"/>
                <a:gd name="connsiteY53" fmla="*/ 6292132 h 6858001"/>
                <a:gd name="connsiteX54" fmla="*/ 1364310 w 6264586"/>
                <a:gd name="connsiteY54" fmla="*/ 6316251 h 6858001"/>
                <a:gd name="connsiteX55" fmla="*/ 1373673 w 6264586"/>
                <a:gd name="connsiteY55" fmla="*/ 6327885 h 6858001"/>
                <a:gd name="connsiteX56" fmla="*/ 1484619 w 6264586"/>
                <a:gd name="connsiteY56" fmla="*/ 6462240 h 6858001"/>
                <a:gd name="connsiteX57" fmla="*/ 1739000 w 6264586"/>
                <a:gd name="connsiteY57" fmla="*/ 6737335 h 6858001"/>
                <a:gd name="connsiteX58" fmla="*/ 1866801 w 6264586"/>
                <a:gd name="connsiteY58" fmla="*/ 6858001 h 6858001"/>
                <a:gd name="connsiteX59" fmla="*/ 1144149 w 6264586"/>
                <a:gd name="connsiteY59" fmla="*/ 6858001 h 6858001"/>
                <a:gd name="connsiteX60" fmla="*/ 1058349 w 6264586"/>
                <a:gd name="connsiteY60" fmla="*/ 6766452 h 6858001"/>
                <a:gd name="connsiteX61" fmla="*/ 580309 w 6264586"/>
                <a:gd name="connsiteY61" fmla="*/ 6105000 h 6858001"/>
                <a:gd name="connsiteX62" fmla="*/ 1 w 6264586"/>
                <a:gd name="connsiteY62" fmla="*/ 3960094 h 6858001"/>
                <a:gd name="connsiteX63" fmla="*/ 2599292 w 6264586"/>
                <a:gd name="connsiteY63" fmla="*/ 37050 h 685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6264586" h="6858001">
                  <a:moveTo>
                    <a:pt x="6264586" y="6646464"/>
                  </a:moveTo>
                  <a:lnTo>
                    <a:pt x="6264586" y="6858001"/>
                  </a:lnTo>
                  <a:lnTo>
                    <a:pt x="5997170" y="6858001"/>
                  </a:lnTo>
                  <a:lnTo>
                    <a:pt x="6121512" y="6761029"/>
                  </a:lnTo>
                  <a:close/>
                  <a:moveTo>
                    <a:pt x="2693206" y="0"/>
                  </a:moveTo>
                  <a:lnTo>
                    <a:pt x="5872285" y="0"/>
                  </a:lnTo>
                  <a:lnTo>
                    <a:pt x="6024875" y="68385"/>
                  </a:lnTo>
                  <a:cubicBezTo>
                    <a:pt x="6086250" y="97989"/>
                    <a:pt x="6146793" y="129318"/>
                    <a:pt x="6206432" y="162336"/>
                  </a:cubicBezTo>
                  <a:lnTo>
                    <a:pt x="6264586" y="196704"/>
                  </a:lnTo>
                  <a:lnTo>
                    <a:pt x="6264586" y="537242"/>
                  </a:lnTo>
                  <a:lnTo>
                    <a:pt x="6230189" y="517260"/>
                  </a:lnTo>
                  <a:cubicBezTo>
                    <a:pt x="6012226" y="399931"/>
                    <a:pt x="5780573" y="310008"/>
                    <a:pt x="5540536" y="249543"/>
                  </a:cubicBezTo>
                  <a:cubicBezTo>
                    <a:pt x="5421375" y="219324"/>
                    <a:pt x="5300641" y="195644"/>
                    <a:pt x="5178896" y="178606"/>
                  </a:cubicBezTo>
                  <a:cubicBezTo>
                    <a:pt x="5057977" y="161840"/>
                    <a:pt x="4936276" y="151186"/>
                    <a:pt x="4814279" y="146683"/>
                  </a:cubicBezTo>
                  <a:cubicBezTo>
                    <a:pt x="4761501" y="144556"/>
                    <a:pt x="4708015" y="143421"/>
                    <a:pt x="4655095" y="143421"/>
                  </a:cubicBezTo>
                  <a:cubicBezTo>
                    <a:pt x="4462968" y="143573"/>
                    <a:pt x="4271111" y="157799"/>
                    <a:pt x="4081069" y="185983"/>
                  </a:cubicBezTo>
                  <a:cubicBezTo>
                    <a:pt x="3956361" y="205703"/>
                    <a:pt x="3835058" y="229396"/>
                    <a:pt x="3720566" y="256921"/>
                  </a:cubicBezTo>
                  <a:cubicBezTo>
                    <a:pt x="3596708" y="286714"/>
                    <a:pt x="3477677" y="320905"/>
                    <a:pt x="3365879" y="357651"/>
                  </a:cubicBezTo>
                  <a:cubicBezTo>
                    <a:pt x="3249257" y="395958"/>
                    <a:pt x="3133487" y="438945"/>
                    <a:pt x="3020555" y="486190"/>
                  </a:cubicBezTo>
                  <a:cubicBezTo>
                    <a:pt x="2907623" y="533434"/>
                    <a:pt x="2794832" y="585786"/>
                    <a:pt x="2685163" y="641542"/>
                  </a:cubicBezTo>
                  <a:cubicBezTo>
                    <a:pt x="2463995" y="754348"/>
                    <a:pt x="2250998" y="882488"/>
                    <a:pt x="2047720" y="1025030"/>
                  </a:cubicBezTo>
                  <a:cubicBezTo>
                    <a:pt x="2006151" y="1054399"/>
                    <a:pt x="1951528" y="1093415"/>
                    <a:pt x="1897333" y="1134983"/>
                  </a:cubicBezTo>
                  <a:cubicBezTo>
                    <a:pt x="1876761" y="1150164"/>
                    <a:pt x="1855905" y="1166479"/>
                    <a:pt x="1835758" y="1182227"/>
                  </a:cubicBezTo>
                  <a:lnTo>
                    <a:pt x="1823273" y="1192016"/>
                  </a:lnTo>
                  <a:cubicBezTo>
                    <a:pt x="1797027" y="1211879"/>
                    <a:pt x="1772057" y="1232309"/>
                    <a:pt x="1750918" y="1249760"/>
                  </a:cubicBezTo>
                  <a:cubicBezTo>
                    <a:pt x="1645931" y="1335737"/>
                    <a:pt x="1554422" y="1416605"/>
                    <a:pt x="1469297" y="1496906"/>
                  </a:cubicBezTo>
                  <a:cubicBezTo>
                    <a:pt x="1286595" y="1668957"/>
                    <a:pt x="1118818" y="1856190"/>
                    <a:pt x="967769" y="2056602"/>
                  </a:cubicBezTo>
                  <a:cubicBezTo>
                    <a:pt x="890731" y="2159603"/>
                    <a:pt x="818800" y="2264590"/>
                    <a:pt x="754105" y="2368727"/>
                  </a:cubicBezTo>
                  <a:cubicBezTo>
                    <a:pt x="681749" y="2488328"/>
                    <a:pt x="622304" y="2596720"/>
                    <a:pt x="572364" y="2701140"/>
                  </a:cubicBezTo>
                  <a:cubicBezTo>
                    <a:pt x="557609" y="2730507"/>
                    <a:pt x="543989" y="2760443"/>
                    <a:pt x="532497" y="2786265"/>
                  </a:cubicBezTo>
                  <a:lnTo>
                    <a:pt x="512918" y="2828827"/>
                  </a:lnTo>
                  <a:lnTo>
                    <a:pt x="494475" y="2872240"/>
                  </a:lnTo>
                  <a:lnTo>
                    <a:pt x="491637" y="2878908"/>
                  </a:lnTo>
                  <a:cubicBezTo>
                    <a:pt x="480146" y="2906575"/>
                    <a:pt x="469220" y="2932821"/>
                    <a:pt x="459290" y="2959635"/>
                  </a:cubicBezTo>
                  <a:cubicBezTo>
                    <a:pt x="455176" y="2970559"/>
                    <a:pt x="451060" y="2981484"/>
                    <a:pt x="446805" y="2992408"/>
                  </a:cubicBezTo>
                  <a:cubicBezTo>
                    <a:pt x="439427" y="3012412"/>
                    <a:pt x="432333" y="3030572"/>
                    <a:pt x="426090" y="3049158"/>
                  </a:cubicBezTo>
                  <a:lnTo>
                    <a:pt x="426090" y="3049867"/>
                  </a:lnTo>
                  <a:cubicBezTo>
                    <a:pt x="383010" y="3169099"/>
                    <a:pt x="346959" y="3290756"/>
                    <a:pt x="318124" y="3414202"/>
                  </a:cubicBezTo>
                  <a:cubicBezTo>
                    <a:pt x="260107" y="3661703"/>
                    <a:pt x="230780" y="3915049"/>
                    <a:pt x="230729" y="4169260"/>
                  </a:cubicBezTo>
                  <a:cubicBezTo>
                    <a:pt x="231621" y="4295173"/>
                    <a:pt x="244398" y="4420719"/>
                    <a:pt x="268893" y="4544236"/>
                  </a:cubicBezTo>
                  <a:cubicBezTo>
                    <a:pt x="293708" y="4666304"/>
                    <a:pt x="330882" y="4785521"/>
                    <a:pt x="379840" y="4900056"/>
                  </a:cubicBezTo>
                  <a:cubicBezTo>
                    <a:pt x="387926" y="4919919"/>
                    <a:pt x="397006" y="4939498"/>
                    <a:pt x="406512" y="4960211"/>
                  </a:cubicBezTo>
                  <a:cubicBezTo>
                    <a:pt x="410343" y="4968299"/>
                    <a:pt x="414173" y="4976385"/>
                    <a:pt x="417862" y="4984613"/>
                  </a:cubicBezTo>
                  <a:lnTo>
                    <a:pt x="428077" y="5005043"/>
                  </a:lnTo>
                  <a:cubicBezTo>
                    <a:pt x="438860" y="5026751"/>
                    <a:pt x="449075" y="5047181"/>
                    <a:pt x="460140" y="5067327"/>
                  </a:cubicBezTo>
                  <a:cubicBezTo>
                    <a:pt x="485536" y="5116273"/>
                    <a:pt x="514763" y="5165789"/>
                    <a:pt x="555197" y="5229773"/>
                  </a:cubicBezTo>
                  <a:cubicBezTo>
                    <a:pt x="586836" y="5280282"/>
                    <a:pt x="620318" y="5329511"/>
                    <a:pt x="660611" y="5387396"/>
                  </a:cubicBezTo>
                  <a:cubicBezTo>
                    <a:pt x="698065" y="5440741"/>
                    <a:pt x="737223" y="5493094"/>
                    <a:pt x="774110" y="5542182"/>
                  </a:cubicBezTo>
                  <a:cubicBezTo>
                    <a:pt x="821070" y="5604324"/>
                    <a:pt x="870301" y="5667173"/>
                    <a:pt x="917829" y="5727896"/>
                  </a:cubicBezTo>
                  <a:cubicBezTo>
                    <a:pt x="949042" y="5767762"/>
                    <a:pt x="979828" y="5807063"/>
                    <a:pt x="1012885" y="5849767"/>
                  </a:cubicBezTo>
                  <a:cubicBezTo>
                    <a:pt x="1045942" y="5892471"/>
                    <a:pt x="1089497" y="5948796"/>
                    <a:pt x="1133053" y="6006822"/>
                  </a:cubicBezTo>
                  <a:cubicBezTo>
                    <a:pt x="1153624" y="6034345"/>
                    <a:pt x="1175332" y="6063998"/>
                    <a:pt x="1194343" y="6090245"/>
                  </a:cubicBezTo>
                  <a:cubicBezTo>
                    <a:pt x="1213355" y="6116491"/>
                    <a:pt x="1231372" y="6141178"/>
                    <a:pt x="1249390" y="6165155"/>
                  </a:cubicBezTo>
                  <a:cubicBezTo>
                    <a:pt x="1280461" y="6208000"/>
                    <a:pt x="1313659" y="6250847"/>
                    <a:pt x="1345724" y="6292132"/>
                  </a:cubicBezTo>
                  <a:lnTo>
                    <a:pt x="1364310" y="6316251"/>
                  </a:lnTo>
                  <a:lnTo>
                    <a:pt x="1373673" y="6327885"/>
                  </a:lnTo>
                  <a:cubicBezTo>
                    <a:pt x="1409566" y="6372433"/>
                    <a:pt x="1446738" y="6418542"/>
                    <a:pt x="1484619" y="6462240"/>
                  </a:cubicBezTo>
                  <a:cubicBezTo>
                    <a:pt x="1567899" y="6559850"/>
                    <a:pt x="1653876" y="6652211"/>
                    <a:pt x="1739000" y="6737335"/>
                  </a:cubicBezTo>
                  <a:lnTo>
                    <a:pt x="1866801" y="6858001"/>
                  </a:lnTo>
                  <a:lnTo>
                    <a:pt x="1144149" y="6858001"/>
                  </a:lnTo>
                  <a:lnTo>
                    <a:pt x="1058349" y="6766452"/>
                  </a:lnTo>
                  <a:cubicBezTo>
                    <a:pt x="878978" y="6562465"/>
                    <a:pt x="718756" y="6341104"/>
                    <a:pt x="580309" y="6105000"/>
                  </a:cubicBezTo>
                  <a:cubicBezTo>
                    <a:pt x="200401" y="5454007"/>
                    <a:pt x="146" y="4713831"/>
                    <a:pt x="1" y="3960094"/>
                  </a:cubicBezTo>
                  <a:cubicBezTo>
                    <a:pt x="-335" y="2196754"/>
                    <a:pt x="1071479" y="683605"/>
                    <a:pt x="2599292" y="37050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093DC50-3BD7-46B1-A300-CD207E152FF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 flipH="1">
              <a:off x="305" y="-5977"/>
              <a:ext cx="6238675" cy="6858001"/>
            </a:xfrm>
            <a:custGeom>
              <a:avLst/>
              <a:gdLst>
                <a:gd name="connsiteX0" fmla="*/ 6264586 w 6264586"/>
                <a:gd name="connsiteY0" fmla="*/ 6646464 h 6858001"/>
                <a:gd name="connsiteX1" fmla="*/ 6264586 w 6264586"/>
                <a:gd name="connsiteY1" fmla="*/ 6858001 h 6858001"/>
                <a:gd name="connsiteX2" fmla="*/ 5997170 w 6264586"/>
                <a:gd name="connsiteY2" fmla="*/ 6858001 h 6858001"/>
                <a:gd name="connsiteX3" fmla="*/ 6121512 w 6264586"/>
                <a:gd name="connsiteY3" fmla="*/ 6761029 h 6858001"/>
                <a:gd name="connsiteX4" fmla="*/ 2693206 w 6264586"/>
                <a:gd name="connsiteY4" fmla="*/ 0 h 6858001"/>
                <a:gd name="connsiteX5" fmla="*/ 5872285 w 6264586"/>
                <a:gd name="connsiteY5" fmla="*/ 0 h 6858001"/>
                <a:gd name="connsiteX6" fmla="*/ 6024875 w 6264586"/>
                <a:gd name="connsiteY6" fmla="*/ 68385 h 6858001"/>
                <a:gd name="connsiteX7" fmla="*/ 6206432 w 6264586"/>
                <a:gd name="connsiteY7" fmla="*/ 162336 h 6858001"/>
                <a:gd name="connsiteX8" fmla="*/ 6264586 w 6264586"/>
                <a:gd name="connsiteY8" fmla="*/ 196704 h 6858001"/>
                <a:gd name="connsiteX9" fmla="*/ 6264586 w 6264586"/>
                <a:gd name="connsiteY9" fmla="*/ 537242 h 6858001"/>
                <a:gd name="connsiteX10" fmla="*/ 6230189 w 6264586"/>
                <a:gd name="connsiteY10" fmla="*/ 517260 h 6858001"/>
                <a:gd name="connsiteX11" fmla="*/ 5540536 w 6264586"/>
                <a:gd name="connsiteY11" fmla="*/ 249543 h 6858001"/>
                <a:gd name="connsiteX12" fmla="*/ 5178896 w 6264586"/>
                <a:gd name="connsiteY12" fmla="*/ 178606 h 6858001"/>
                <a:gd name="connsiteX13" fmla="*/ 4814279 w 6264586"/>
                <a:gd name="connsiteY13" fmla="*/ 146683 h 6858001"/>
                <a:gd name="connsiteX14" fmla="*/ 4655095 w 6264586"/>
                <a:gd name="connsiteY14" fmla="*/ 143421 h 6858001"/>
                <a:gd name="connsiteX15" fmla="*/ 4081069 w 6264586"/>
                <a:gd name="connsiteY15" fmla="*/ 185983 h 6858001"/>
                <a:gd name="connsiteX16" fmla="*/ 3720566 w 6264586"/>
                <a:gd name="connsiteY16" fmla="*/ 256921 h 6858001"/>
                <a:gd name="connsiteX17" fmla="*/ 3365879 w 6264586"/>
                <a:gd name="connsiteY17" fmla="*/ 357651 h 6858001"/>
                <a:gd name="connsiteX18" fmla="*/ 3020555 w 6264586"/>
                <a:gd name="connsiteY18" fmla="*/ 486190 h 6858001"/>
                <a:gd name="connsiteX19" fmla="*/ 2685163 w 6264586"/>
                <a:gd name="connsiteY19" fmla="*/ 641542 h 6858001"/>
                <a:gd name="connsiteX20" fmla="*/ 2047720 w 6264586"/>
                <a:gd name="connsiteY20" fmla="*/ 1025030 h 6858001"/>
                <a:gd name="connsiteX21" fmla="*/ 1897333 w 6264586"/>
                <a:gd name="connsiteY21" fmla="*/ 1134983 h 6858001"/>
                <a:gd name="connsiteX22" fmla="*/ 1835758 w 6264586"/>
                <a:gd name="connsiteY22" fmla="*/ 1182227 h 6858001"/>
                <a:gd name="connsiteX23" fmla="*/ 1823273 w 6264586"/>
                <a:gd name="connsiteY23" fmla="*/ 1192016 h 6858001"/>
                <a:gd name="connsiteX24" fmla="*/ 1750918 w 6264586"/>
                <a:gd name="connsiteY24" fmla="*/ 1249760 h 6858001"/>
                <a:gd name="connsiteX25" fmla="*/ 1469297 w 6264586"/>
                <a:gd name="connsiteY25" fmla="*/ 1496906 h 6858001"/>
                <a:gd name="connsiteX26" fmla="*/ 967769 w 6264586"/>
                <a:gd name="connsiteY26" fmla="*/ 2056602 h 6858001"/>
                <a:gd name="connsiteX27" fmla="*/ 754105 w 6264586"/>
                <a:gd name="connsiteY27" fmla="*/ 2368727 h 6858001"/>
                <a:gd name="connsiteX28" fmla="*/ 572364 w 6264586"/>
                <a:gd name="connsiteY28" fmla="*/ 2701140 h 6858001"/>
                <a:gd name="connsiteX29" fmla="*/ 532497 w 6264586"/>
                <a:gd name="connsiteY29" fmla="*/ 2786265 h 6858001"/>
                <a:gd name="connsiteX30" fmla="*/ 512918 w 6264586"/>
                <a:gd name="connsiteY30" fmla="*/ 2828827 h 6858001"/>
                <a:gd name="connsiteX31" fmla="*/ 494475 w 6264586"/>
                <a:gd name="connsiteY31" fmla="*/ 2872240 h 6858001"/>
                <a:gd name="connsiteX32" fmla="*/ 491637 w 6264586"/>
                <a:gd name="connsiteY32" fmla="*/ 2878908 h 6858001"/>
                <a:gd name="connsiteX33" fmla="*/ 459290 w 6264586"/>
                <a:gd name="connsiteY33" fmla="*/ 2959635 h 6858001"/>
                <a:gd name="connsiteX34" fmla="*/ 446805 w 6264586"/>
                <a:gd name="connsiteY34" fmla="*/ 2992408 h 6858001"/>
                <a:gd name="connsiteX35" fmla="*/ 426090 w 6264586"/>
                <a:gd name="connsiteY35" fmla="*/ 3049158 h 6858001"/>
                <a:gd name="connsiteX36" fmla="*/ 426090 w 6264586"/>
                <a:gd name="connsiteY36" fmla="*/ 3049867 h 6858001"/>
                <a:gd name="connsiteX37" fmla="*/ 318124 w 6264586"/>
                <a:gd name="connsiteY37" fmla="*/ 3414202 h 6858001"/>
                <a:gd name="connsiteX38" fmla="*/ 230729 w 6264586"/>
                <a:gd name="connsiteY38" fmla="*/ 4169260 h 6858001"/>
                <a:gd name="connsiteX39" fmla="*/ 268893 w 6264586"/>
                <a:gd name="connsiteY39" fmla="*/ 4544236 h 6858001"/>
                <a:gd name="connsiteX40" fmla="*/ 379840 w 6264586"/>
                <a:gd name="connsiteY40" fmla="*/ 4900056 h 6858001"/>
                <a:gd name="connsiteX41" fmla="*/ 406512 w 6264586"/>
                <a:gd name="connsiteY41" fmla="*/ 4960211 h 6858001"/>
                <a:gd name="connsiteX42" fmla="*/ 417862 w 6264586"/>
                <a:gd name="connsiteY42" fmla="*/ 4984613 h 6858001"/>
                <a:gd name="connsiteX43" fmla="*/ 428077 w 6264586"/>
                <a:gd name="connsiteY43" fmla="*/ 5005043 h 6858001"/>
                <a:gd name="connsiteX44" fmla="*/ 460140 w 6264586"/>
                <a:gd name="connsiteY44" fmla="*/ 5067327 h 6858001"/>
                <a:gd name="connsiteX45" fmla="*/ 555197 w 6264586"/>
                <a:gd name="connsiteY45" fmla="*/ 5229773 h 6858001"/>
                <a:gd name="connsiteX46" fmla="*/ 660611 w 6264586"/>
                <a:gd name="connsiteY46" fmla="*/ 5387396 h 6858001"/>
                <a:gd name="connsiteX47" fmla="*/ 774110 w 6264586"/>
                <a:gd name="connsiteY47" fmla="*/ 5542182 h 6858001"/>
                <a:gd name="connsiteX48" fmla="*/ 917829 w 6264586"/>
                <a:gd name="connsiteY48" fmla="*/ 5727896 h 6858001"/>
                <a:gd name="connsiteX49" fmla="*/ 1012885 w 6264586"/>
                <a:gd name="connsiteY49" fmla="*/ 5849767 h 6858001"/>
                <a:gd name="connsiteX50" fmla="*/ 1133053 w 6264586"/>
                <a:gd name="connsiteY50" fmla="*/ 6006822 h 6858001"/>
                <a:gd name="connsiteX51" fmla="*/ 1194343 w 6264586"/>
                <a:gd name="connsiteY51" fmla="*/ 6090245 h 6858001"/>
                <a:gd name="connsiteX52" fmla="*/ 1249390 w 6264586"/>
                <a:gd name="connsiteY52" fmla="*/ 6165155 h 6858001"/>
                <a:gd name="connsiteX53" fmla="*/ 1345724 w 6264586"/>
                <a:gd name="connsiteY53" fmla="*/ 6292132 h 6858001"/>
                <a:gd name="connsiteX54" fmla="*/ 1364310 w 6264586"/>
                <a:gd name="connsiteY54" fmla="*/ 6316251 h 6858001"/>
                <a:gd name="connsiteX55" fmla="*/ 1373673 w 6264586"/>
                <a:gd name="connsiteY55" fmla="*/ 6327885 h 6858001"/>
                <a:gd name="connsiteX56" fmla="*/ 1484619 w 6264586"/>
                <a:gd name="connsiteY56" fmla="*/ 6462240 h 6858001"/>
                <a:gd name="connsiteX57" fmla="*/ 1739000 w 6264586"/>
                <a:gd name="connsiteY57" fmla="*/ 6737335 h 6858001"/>
                <a:gd name="connsiteX58" fmla="*/ 1866801 w 6264586"/>
                <a:gd name="connsiteY58" fmla="*/ 6858001 h 6858001"/>
                <a:gd name="connsiteX59" fmla="*/ 1144149 w 6264586"/>
                <a:gd name="connsiteY59" fmla="*/ 6858001 h 6858001"/>
                <a:gd name="connsiteX60" fmla="*/ 1058349 w 6264586"/>
                <a:gd name="connsiteY60" fmla="*/ 6766452 h 6858001"/>
                <a:gd name="connsiteX61" fmla="*/ 580309 w 6264586"/>
                <a:gd name="connsiteY61" fmla="*/ 6105000 h 6858001"/>
                <a:gd name="connsiteX62" fmla="*/ 1 w 6264586"/>
                <a:gd name="connsiteY62" fmla="*/ 3960094 h 6858001"/>
                <a:gd name="connsiteX63" fmla="*/ 2599292 w 6264586"/>
                <a:gd name="connsiteY63" fmla="*/ 37050 h 685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6264586" h="6858001">
                  <a:moveTo>
                    <a:pt x="6264586" y="6646464"/>
                  </a:moveTo>
                  <a:lnTo>
                    <a:pt x="6264586" y="6858001"/>
                  </a:lnTo>
                  <a:lnTo>
                    <a:pt x="5997170" y="6858001"/>
                  </a:lnTo>
                  <a:lnTo>
                    <a:pt x="6121512" y="6761029"/>
                  </a:lnTo>
                  <a:close/>
                  <a:moveTo>
                    <a:pt x="2693206" y="0"/>
                  </a:moveTo>
                  <a:lnTo>
                    <a:pt x="5872285" y="0"/>
                  </a:lnTo>
                  <a:lnTo>
                    <a:pt x="6024875" y="68385"/>
                  </a:lnTo>
                  <a:cubicBezTo>
                    <a:pt x="6086250" y="97989"/>
                    <a:pt x="6146793" y="129318"/>
                    <a:pt x="6206432" y="162336"/>
                  </a:cubicBezTo>
                  <a:lnTo>
                    <a:pt x="6264586" y="196704"/>
                  </a:lnTo>
                  <a:lnTo>
                    <a:pt x="6264586" y="537242"/>
                  </a:lnTo>
                  <a:lnTo>
                    <a:pt x="6230189" y="517260"/>
                  </a:lnTo>
                  <a:cubicBezTo>
                    <a:pt x="6012226" y="399931"/>
                    <a:pt x="5780573" y="310008"/>
                    <a:pt x="5540536" y="249543"/>
                  </a:cubicBezTo>
                  <a:cubicBezTo>
                    <a:pt x="5421375" y="219324"/>
                    <a:pt x="5300641" y="195644"/>
                    <a:pt x="5178896" y="178606"/>
                  </a:cubicBezTo>
                  <a:cubicBezTo>
                    <a:pt x="5057977" y="161840"/>
                    <a:pt x="4936276" y="151186"/>
                    <a:pt x="4814279" y="146683"/>
                  </a:cubicBezTo>
                  <a:cubicBezTo>
                    <a:pt x="4761501" y="144556"/>
                    <a:pt x="4708015" y="143421"/>
                    <a:pt x="4655095" y="143421"/>
                  </a:cubicBezTo>
                  <a:cubicBezTo>
                    <a:pt x="4462968" y="143573"/>
                    <a:pt x="4271111" y="157799"/>
                    <a:pt x="4081069" y="185983"/>
                  </a:cubicBezTo>
                  <a:cubicBezTo>
                    <a:pt x="3956361" y="205703"/>
                    <a:pt x="3835058" y="229396"/>
                    <a:pt x="3720566" y="256921"/>
                  </a:cubicBezTo>
                  <a:cubicBezTo>
                    <a:pt x="3596708" y="286714"/>
                    <a:pt x="3477677" y="320905"/>
                    <a:pt x="3365879" y="357651"/>
                  </a:cubicBezTo>
                  <a:cubicBezTo>
                    <a:pt x="3249257" y="395958"/>
                    <a:pt x="3133487" y="438945"/>
                    <a:pt x="3020555" y="486190"/>
                  </a:cubicBezTo>
                  <a:cubicBezTo>
                    <a:pt x="2907623" y="533434"/>
                    <a:pt x="2794832" y="585786"/>
                    <a:pt x="2685163" y="641542"/>
                  </a:cubicBezTo>
                  <a:cubicBezTo>
                    <a:pt x="2463995" y="754348"/>
                    <a:pt x="2250998" y="882488"/>
                    <a:pt x="2047720" y="1025030"/>
                  </a:cubicBezTo>
                  <a:cubicBezTo>
                    <a:pt x="2006151" y="1054399"/>
                    <a:pt x="1951528" y="1093415"/>
                    <a:pt x="1897333" y="1134983"/>
                  </a:cubicBezTo>
                  <a:cubicBezTo>
                    <a:pt x="1876761" y="1150164"/>
                    <a:pt x="1855905" y="1166479"/>
                    <a:pt x="1835758" y="1182227"/>
                  </a:cubicBezTo>
                  <a:lnTo>
                    <a:pt x="1823273" y="1192016"/>
                  </a:lnTo>
                  <a:cubicBezTo>
                    <a:pt x="1797027" y="1211879"/>
                    <a:pt x="1772057" y="1232309"/>
                    <a:pt x="1750918" y="1249760"/>
                  </a:cubicBezTo>
                  <a:cubicBezTo>
                    <a:pt x="1645931" y="1335737"/>
                    <a:pt x="1554422" y="1416605"/>
                    <a:pt x="1469297" y="1496906"/>
                  </a:cubicBezTo>
                  <a:cubicBezTo>
                    <a:pt x="1286595" y="1668957"/>
                    <a:pt x="1118818" y="1856190"/>
                    <a:pt x="967769" y="2056602"/>
                  </a:cubicBezTo>
                  <a:cubicBezTo>
                    <a:pt x="890731" y="2159603"/>
                    <a:pt x="818800" y="2264590"/>
                    <a:pt x="754105" y="2368727"/>
                  </a:cubicBezTo>
                  <a:cubicBezTo>
                    <a:pt x="681749" y="2488328"/>
                    <a:pt x="622304" y="2596720"/>
                    <a:pt x="572364" y="2701140"/>
                  </a:cubicBezTo>
                  <a:cubicBezTo>
                    <a:pt x="557609" y="2730507"/>
                    <a:pt x="543989" y="2760443"/>
                    <a:pt x="532497" y="2786265"/>
                  </a:cubicBezTo>
                  <a:lnTo>
                    <a:pt x="512918" y="2828827"/>
                  </a:lnTo>
                  <a:lnTo>
                    <a:pt x="494475" y="2872240"/>
                  </a:lnTo>
                  <a:lnTo>
                    <a:pt x="491637" y="2878908"/>
                  </a:lnTo>
                  <a:cubicBezTo>
                    <a:pt x="480146" y="2906575"/>
                    <a:pt x="469220" y="2932821"/>
                    <a:pt x="459290" y="2959635"/>
                  </a:cubicBezTo>
                  <a:cubicBezTo>
                    <a:pt x="455176" y="2970559"/>
                    <a:pt x="451060" y="2981484"/>
                    <a:pt x="446805" y="2992408"/>
                  </a:cubicBezTo>
                  <a:cubicBezTo>
                    <a:pt x="439427" y="3012412"/>
                    <a:pt x="432333" y="3030572"/>
                    <a:pt x="426090" y="3049158"/>
                  </a:cubicBezTo>
                  <a:lnTo>
                    <a:pt x="426090" y="3049867"/>
                  </a:lnTo>
                  <a:cubicBezTo>
                    <a:pt x="383010" y="3169099"/>
                    <a:pt x="346959" y="3290756"/>
                    <a:pt x="318124" y="3414202"/>
                  </a:cubicBezTo>
                  <a:cubicBezTo>
                    <a:pt x="260107" y="3661703"/>
                    <a:pt x="230780" y="3915049"/>
                    <a:pt x="230729" y="4169260"/>
                  </a:cubicBezTo>
                  <a:cubicBezTo>
                    <a:pt x="231621" y="4295173"/>
                    <a:pt x="244398" y="4420719"/>
                    <a:pt x="268893" y="4544236"/>
                  </a:cubicBezTo>
                  <a:cubicBezTo>
                    <a:pt x="293708" y="4666304"/>
                    <a:pt x="330882" y="4785521"/>
                    <a:pt x="379840" y="4900056"/>
                  </a:cubicBezTo>
                  <a:cubicBezTo>
                    <a:pt x="387926" y="4919919"/>
                    <a:pt x="397006" y="4939498"/>
                    <a:pt x="406512" y="4960211"/>
                  </a:cubicBezTo>
                  <a:cubicBezTo>
                    <a:pt x="410343" y="4968299"/>
                    <a:pt x="414173" y="4976385"/>
                    <a:pt x="417862" y="4984613"/>
                  </a:cubicBezTo>
                  <a:lnTo>
                    <a:pt x="428077" y="5005043"/>
                  </a:lnTo>
                  <a:cubicBezTo>
                    <a:pt x="438860" y="5026751"/>
                    <a:pt x="449075" y="5047181"/>
                    <a:pt x="460140" y="5067327"/>
                  </a:cubicBezTo>
                  <a:cubicBezTo>
                    <a:pt x="485536" y="5116273"/>
                    <a:pt x="514763" y="5165789"/>
                    <a:pt x="555197" y="5229773"/>
                  </a:cubicBezTo>
                  <a:cubicBezTo>
                    <a:pt x="586836" y="5280282"/>
                    <a:pt x="620318" y="5329511"/>
                    <a:pt x="660611" y="5387396"/>
                  </a:cubicBezTo>
                  <a:cubicBezTo>
                    <a:pt x="698065" y="5440741"/>
                    <a:pt x="737223" y="5493094"/>
                    <a:pt x="774110" y="5542182"/>
                  </a:cubicBezTo>
                  <a:cubicBezTo>
                    <a:pt x="821070" y="5604324"/>
                    <a:pt x="870301" y="5667173"/>
                    <a:pt x="917829" y="5727896"/>
                  </a:cubicBezTo>
                  <a:cubicBezTo>
                    <a:pt x="949042" y="5767762"/>
                    <a:pt x="979828" y="5807063"/>
                    <a:pt x="1012885" y="5849767"/>
                  </a:cubicBezTo>
                  <a:cubicBezTo>
                    <a:pt x="1045942" y="5892471"/>
                    <a:pt x="1089497" y="5948796"/>
                    <a:pt x="1133053" y="6006822"/>
                  </a:cubicBezTo>
                  <a:cubicBezTo>
                    <a:pt x="1153624" y="6034345"/>
                    <a:pt x="1175332" y="6063998"/>
                    <a:pt x="1194343" y="6090245"/>
                  </a:cubicBezTo>
                  <a:cubicBezTo>
                    <a:pt x="1213355" y="6116491"/>
                    <a:pt x="1231372" y="6141178"/>
                    <a:pt x="1249390" y="6165155"/>
                  </a:cubicBezTo>
                  <a:cubicBezTo>
                    <a:pt x="1280461" y="6208000"/>
                    <a:pt x="1313659" y="6250847"/>
                    <a:pt x="1345724" y="6292132"/>
                  </a:cubicBezTo>
                  <a:lnTo>
                    <a:pt x="1364310" y="6316251"/>
                  </a:lnTo>
                  <a:lnTo>
                    <a:pt x="1373673" y="6327885"/>
                  </a:lnTo>
                  <a:cubicBezTo>
                    <a:pt x="1409566" y="6372433"/>
                    <a:pt x="1446738" y="6418542"/>
                    <a:pt x="1484619" y="6462240"/>
                  </a:cubicBezTo>
                  <a:cubicBezTo>
                    <a:pt x="1567899" y="6559850"/>
                    <a:pt x="1653876" y="6652211"/>
                    <a:pt x="1739000" y="6737335"/>
                  </a:cubicBezTo>
                  <a:lnTo>
                    <a:pt x="1866801" y="6858001"/>
                  </a:lnTo>
                  <a:lnTo>
                    <a:pt x="1144149" y="6858001"/>
                  </a:lnTo>
                  <a:lnTo>
                    <a:pt x="1058349" y="6766452"/>
                  </a:lnTo>
                  <a:cubicBezTo>
                    <a:pt x="878978" y="6562465"/>
                    <a:pt x="718756" y="6341104"/>
                    <a:pt x="580309" y="6105000"/>
                  </a:cubicBezTo>
                  <a:cubicBezTo>
                    <a:pt x="200401" y="5454007"/>
                    <a:pt x="146" y="4713831"/>
                    <a:pt x="1" y="3960094"/>
                  </a:cubicBezTo>
                  <a:cubicBezTo>
                    <a:pt x="-335" y="2196754"/>
                    <a:pt x="1071479" y="683605"/>
                    <a:pt x="2599292" y="37050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671819268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B95B9BA8-1D69-4796-85F5-B6D0BD52354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" name="Group 9">
            <a:extLst>
              <a:ext uri="{FF2B5EF4-FFF2-40B4-BE49-F238E27FC236}">
                <a16:creationId xmlns:a16="http://schemas.microsoft.com/office/drawing/2014/main" id="{5F892E19-92E7-4BB2-8C3F-DBDFE8D9D32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" y="-1"/>
            <a:ext cx="4581527" cy="6858002"/>
            <a:chOff x="-2" y="-1"/>
            <a:chExt cx="4581527" cy="6858002"/>
          </a:xfrm>
          <a:effectLst>
            <a:outerShdw blurRad="381000" dist="50800" algn="ctr" rotWithShape="0">
              <a:srgbClr val="000000">
                <a:alpha val="10000"/>
              </a:srgbClr>
            </a:outerShdw>
          </a:effectLst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81E493D3-31D9-4B80-9798-EEA082E12A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GrpSpPr>
          <p:grpSpPr>
            <a:xfrm>
              <a:off x="-2" y="-1"/>
              <a:ext cx="4572002" cy="6858002"/>
              <a:chOff x="-2" y="-1"/>
              <a:chExt cx="4572002" cy="6858002"/>
            </a:xfrm>
            <a:effectLst/>
          </p:grpSpPr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62E6AA4D-EC17-45B5-B621-DF0FD91FD4BF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SpPr>
            <p:spPr>
              <a:xfrm>
                <a:off x="-2" y="-1"/>
                <a:ext cx="4572002" cy="6858002"/>
              </a:xfrm>
              <a:custGeom>
                <a:avLst/>
                <a:gdLst>
                  <a:gd name="connsiteX0" fmla="*/ 4214994 w 4572002"/>
                  <a:gd name="connsiteY0" fmla="*/ 6564620 h 6858002"/>
                  <a:gd name="connsiteX1" fmla="*/ 4214994 w 4572002"/>
                  <a:gd name="connsiteY1" fmla="*/ 6564621 h 6858002"/>
                  <a:gd name="connsiteX2" fmla="*/ 4237474 w 4572002"/>
                  <a:gd name="connsiteY2" fmla="*/ 6588626 h 6858002"/>
                  <a:gd name="connsiteX3" fmla="*/ 4254096 w 4572002"/>
                  <a:gd name="connsiteY3" fmla="*/ 6625225 h 6858002"/>
                  <a:gd name="connsiteX4" fmla="*/ 4247001 w 4572002"/>
                  <a:gd name="connsiteY4" fmla="*/ 6662540 h 6858002"/>
                  <a:gd name="connsiteX5" fmla="*/ 4247000 w 4572002"/>
                  <a:gd name="connsiteY5" fmla="*/ 6662541 h 6858002"/>
                  <a:gd name="connsiteX6" fmla="*/ 4246999 w 4572002"/>
                  <a:gd name="connsiteY6" fmla="*/ 6662544 h 6858002"/>
                  <a:gd name="connsiteX7" fmla="*/ 4235550 w 4572002"/>
                  <a:gd name="connsiteY7" fmla="*/ 6683027 h 6858002"/>
                  <a:gd name="connsiteX8" fmla="*/ 4232403 w 4572002"/>
                  <a:gd name="connsiteY8" fmla="*/ 6702976 h 6858002"/>
                  <a:gd name="connsiteX9" fmla="*/ 4232403 w 4572002"/>
                  <a:gd name="connsiteY9" fmla="*/ 6702977 h 6858002"/>
                  <a:gd name="connsiteX10" fmla="*/ 4246238 w 4572002"/>
                  <a:gd name="connsiteY10" fmla="*/ 6742553 h 6858002"/>
                  <a:gd name="connsiteX11" fmla="*/ 4246239 w 4572002"/>
                  <a:gd name="connsiteY11" fmla="*/ 6742555 h 6858002"/>
                  <a:gd name="connsiteX12" fmla="*/ 4265716 w 4572002"/>
                  <a:gd name="connsiteY12" fmla="*/ 6812062 h 6858002"/>
                  <a:gd name="connsiteX13" fmla="*/ 4265717 w 4572002"/>
                  <a:gd name="connsiteY13" fmla="*/ 6812064 h 6858002"/>
                  <a:gd name="connsiteX14" fmla="*/ 4265717 w 4572002"/>
                  <a:gd name="connsiteY14" fmla="*/ 6812063 h 6858002"/>
                  <a:gd name="connsiteX15" fmla="*/ 4265716 w 4572002"/>
                  <a:gd name="connsiteY15" fmla="*/ 6812062 h 6858002"/>
                  <a:gd name="connsiteX16" fmla="*/ 4260942 w 4572002"/>
                  <a:gd name="connsiteY16" fmla="*/ 6776800 h 6858002"/>
                  <a:gd name="connsiteX17" fmla="*/ 4246239 w 4572002"/>
                  <a:gd name="connsiteY17" fmla="*/ 6742555 h 6858002"/>
                  <a:gd name="connsiteX18" fmla="*/ 4246238 w 4572002"/>
                  <a:gd name="connsiteY18" fmla="*/ 6742552 h 6858002"/>
                  <a:gd name="connsiteX19" fmla="*/ 4232403 w 4572002"/>
                  <a:gd name="connsiteY19" fmla="*/ 6702976 h 6858002"/>
                  <a:gd name="connsiteX20" fmla="*/ 4246999 w 4572002"/>
                  <a:gd name="connsiteY20" fmla="*/ 6662544 h 6858002"/>
                  <a:gd name="connsiteX21" fmla="*/ 4247000 w 4572002"/>
                  <a:gd name="connsiteY21" fmla="*/ 6662542 h 6858002"/>
                  <a:gd name="connsiteX22" fmla="*/ 4247001 w 4572002"/>
                  <a:gd name="connsiteY22" fmla="*/ 6662540 h 6858002"/>
                  <a:gd name="connsiteX23" fmla="*/ 4254084 w 4572002"/>
                  <a:gd name="connsiteY23" fmla="*/ 6645552 h 6858002"/>
                  <a:gd name="connsiteX24" fmla="*/ 4254096 w 4572002"/>
                  <a:gd name="connsiteY24" fmla="*/ 6625225 h 6858002"/>
                  <a:gd name="connsiteX25" fmla="*/ 4254096 w 4572002"/>
                  <a:gd name="connsiteY25" fmla="*/ 6625224 h 6858002"/>
                  <a:gd name="connsiteX26" fmla="*/ 4237474 w 4572002"/>
                  <a:gd name="connsiteY26" fmla="*/ 6588625 h 6858002"/>
                  <a:gd name="connsiteX27" fmla="*/ 4295315 w 4572002"/>
                  <a:gd name="connsiteY27" fmla="*/ 6438981 h 6858002"/>
                  <a:gd name="connsiteX28" fmla="*/ 4275385 w 4572002"/>
                  <a:gd name="connsiteY28" fmla="*/ 6463840 h 6858002"/>
                  <a:gd name="connsiteX29" fmla="*/ 4275382 w 4572002"/>
                  <a:gd name="connsiteY29" fmla="*/ 6463849 h 6858002"/>
                  <a:gd name="connsiteX30" fmla="*/ 4261587 w 4572002"/>
                  <a:gd name="connsiteY30" fmla="*/ 6513012 h 6858002"/>
                  <a:gd name="connsiteX31" fmla="*/ 4242781 w 4572002"/>
                  <a:gd name="connsiteY31" fmla="*/ 6546194 h 6858002"/>
                  <a:gd name="connsiteX32" fmla="*/ 4242781 w 4572002"/>
                  <a:gd name="connsiteY32" fmla="*/ 6546195 h 6858002"/>
                  <a:gd name="connsiteX33" fmla="*/ 4259120 w 4572002"/>
                  <a:gd name="connsiteY33" fmla="*/ 6521804 h 6858002"/>
                  <a:gd name="connsiteX34" fmla="*/ 4261587 w 4572002"/>
                  <a:gd name="connsiteY34" fmla="*/ 6513012 h 6858002"/>
                  <a:gd name="connsiteX35" fmla="*/ 4264398 w 4572002"/>
                  <a:gd name="connsiteY35" fmla="*/ 6508052 h 6858002"/>
                  <a:gd name="connsiteX36" fmla="*/ 4275382 w 4572002"/>
                  <a:gd name="connsiteY36" fmla="*/ 6463849 h 6858002"/>
                  <a:gd name="connsiteX37" fmla="*/ 4275385 w 4572002"/>
                  <a:gd name="connsiteY37" fmla="*/ 6463841 h 6858002"/>
                  <a:gd name="connsiteX38" fmla="*/ 4295315 w 4572002"/>
                  <a:gd name="connsiteY38" fmla="*/ 6438981 h 6858002"/>
                  <a:gd name="connsiteX39" fmla="*/ 4381289 w 4572002"/>
                  <a:gd name="connsiteY39" fmla="*/ 6365204 h 6858002"/>
                  <a:gd name="connsiteX40" fmla="*/ 4380008 w 4572002"/>
                  <a:gd name="connsiteY40" fmla="*/ 6387910 h 6858002"/>
                  <a:gd name="connsiteX41" fmla="*/ 4378243 w 4572002"/>
                  <a:gd name="connsiteY41" fmla="*/ 6391549 h 6858002"/>
                  <a:gd name="connsiteX42" fmla="*/ 4370589 w 4572002"/>
                  <a:gd name="connsiteY42" fmla="*/ 6407332 h 6858002"/>
                  <a:gd name="connsiteX43" fmla="*/ 4370589 w 4572002"/>
                  <a:gd name="connsiteY43" fmla="*/ 6407333 h 6858002"/>
                  <a:gd name="connsiteX44" fmla="*/ 4378243 w 4572002"/>
                  <a:gd name="connsiteY44" fmla="*/ 6391549 h 6858002"/>
                  <a:gd name="connsiteX45" fmla="*/ 4380008 w 4572002"/>
                  <a:gd name="connsiteY45" fmla="*/ 6387910 h 6858002"/>
                  <a:gd name="connsiteX46" fmla="*/ 4142220 w 4572002"/>
                  <a:gd name="connsiteY46" fmla="*/ 4221391 h 6858002"/>
                  <a:gd name="connsiteX47" fmla="*/ 4142220 w 4572002"/>
                  <a:gd name="connsiteY47" fmla="*/ 4221392 h 6858002"/>
                  <a:gd name="connsiteX48" fmla="*/ 4147936 w 4572002"/>
                  <a:gd name="connsiteY48" fmla="*/ 4253015 h 6858002"/>
                  <a:gd name="connsiteX49" fmla="*/ 4187752 w 4572002"/>
                  <a:gd name="connsiteY49" fmla="*/ 4324646 h 6858002"/>
                  <a:gd name="connsiteX50" fmla="*/ 4196706 w 4572002"/>
                  <a:gd name="connsiteY50" fmla="*/ 4363891 h 6858002"/>
                  <a:gd name="connsiteX51" fmla="*/ 4195944 w 4572002"/>
                  <a:gd name="connsiteY51" fmla="*/ 4482004 h 6858002"/>
                  <a:gd name="connsiteX52" fmla="*/ 4135934 w 4572002"/>
                  <a:gd name="connsiteY52" fmla="*/ 4659174 h 6858002"/>
                  <a:gd name="connsiteX53" fmla="*/ 4127932 w 4572002"/>
                  <a:gd name="connsiteY53" fmla="*/ 4677655 h 6858002"/>
                  <a:gd name="connsiteX54" fmla="*/ 4118025 w 4572002"/>
                  <a:gd name="connsiteY54" fmla="*/ 4767764 h 6858002"/>
                  <a:gd name="connsiteX55" fmla="*/ 4116716 w 4572002"/>
                  <a:gd name="connsiteY55" fmla="*/ 4800483 h 6858002"/>
                  <a:gd name="connsiteX56" fmla="*/ 4116716 w 4572002"/>
                  <a:gd name="connsiteY56" fmla="*/ 4800484 h 6858002"/>
                  <a:gd name="connsiteX57" fmla="*/ 4131552 w 4572002"/>
                  <a:gd name="connsiteY57" fmla="*/ 4828917 h 6858002"/>
                  <a:gd name="connsiteX58" fmla="*/ 4153733 w 4572002"/>
                  <a:gd name="connsiteY58" fmla="*/ 4863343 h 6858002"/>
                  <a:gd name="connsiteX59" fmla="*/ 4161262 w 4572002"/>
                  <a:gd name="connsiteY59" fmla="*/ 4889275 h 6858002"/>
                  <a:gd name="connsiteX60" fmla="*/ 4159557 w 4572002"/>
                  <a:gd name="connsiteY60" fmla="*/ 4912168 h 6858002"/>
                  <a:gd name="connsiteX61" fmla="*/ 4158155 w 4572002"/>
                  <a:gd name="connsiteY61" fmla="*/ 4933804 h 6858002"/>
                  <a:gd name="connsiteX62" fmla="*/ 4158155 w 4572002"/>
                  <a:gd name="connsiteY62" fmla="*/ 4933805 h 6858002"/>
                  <a:gd name="connsiteX63" fmla="*/ 4162914 w 4572002"/>
                  <a:gd name="connsiteY63" fmla="*/ 4952673 h 6858002"/>
                  <a:gd name="connsiteX64" fmla="*/ 4165707 w 4572002"/>
                  <a:gd name="connsiteY64" fmla="*/ 4957454 h 6858002"/>
                  <a:gd name="connsiteX65" fmla="*/ 4166985 w 4572002"/>
                  <a:gd name="connsiteY65" fmla="*/ 4961456 h 6858002"/>
                  <a:gd name="connsiteX66" fmla="*/ 4182989 w 4572002"/>
                  <a:gd name="connsiteY66" fmla="*/ 4987038 h 6858002"/>
                  <a:gd name="connsiteX67" fmla="*/ 4209468 w 4572002"/>
                  <a:gd name="connsiteY67" fmla="*/ 5041522 h 6858002"/>
                  <a:gd name="connsiteX68" fmla="*/ 4216684 w 4572002"/>
                  <a:gd name="connsiteY68" fmla="*/ 5072376 h 6858002"/>
                  <a:gd name="connsiteX69" fmla="*/ 4222587 w 4572002"/>
                  <a:gd name="connsiteY69" fmla="*/ 5087441 h 6858002"/>
                  <a:gd name="connsiteX70" fmla="*/ 4235615 w 4572002"/>
                  <a:gd name="connsiteY70" fmla="*/ 5133220 h 6858002"/>
                  <a:gd name="connsiteX71" fmla="*/ 4235616 w 4572002"/>
                  <a:gd name="connsiteY71" fmla="*/ 5133225 h 6858002"/>
                  <a:gd name="connsiteX72" fmla="*/ 4228901 w 4572002"/>
                  <a:gd name="connsiteY72" fmla="*/ 5166113 h 6858002"/>
                  <a:gd name="connsiteX73" fmla="*/ 4228901 w 4572002"/>
                  <a:gd name="connsiteY73" fmla="*/ 5166114 h 6858002"/>
                  <a:gd name="connsiteX74" fmla="*/ 4229593 w 4572002"/>
                  <a:gd name="connsiteY74" fmla="*/ 5172091 h 6858002"/>
                  <a:gd name="connsiteX75" fmla="*/ 4232139 w 4572002"/>
                  <a:gd name="connsiteY75" fmla="*/ 5179068 h 6858002"/>
                  <a:gd name="connsiteX76" fmla="*/ 4231973 w 4572002"/>
                  <a:gd name="connsiteY76" fmla="*/ 5229434 h 6858002"/>
                  <a:gd name="connsiteX77" fmla="*/ 4225669 w 4572002"/>
                  <a:gd name="connsiteY77" fmla="*/ 5241089 h 6858002"/>
                  <a:gd name="connsiteX78" fmla="*/ 4208517 w 4572002"/>
                  <a:gd name="connsiteY78" fmla="*/ 5272796 h 6858002"/>
                  <a:gd name="connsiteX79" fmla="*/ 4184613 w 4572002"/>
                  <a:gd name="connsiteY79" fmla="*/ 5312288 h 6858002"/>
                  <a:gd name="connsiteX80" fmla="*/ 4183557 w 4572002"/>
                  <a:gd name="connsiteY80" fmla="*/ 5321350 h 6858002"/>
                  <a:gd name="connsiteX81" fmla="*/ 4181083 w 4572002"/>
                  <a:gd name="connsiteY81" fmla="*/ 5326163 h 6858002"/>
                  <a:gd name="connsiteX82" fmla="*/ 4179637 w 4572002"/>
                  <a:gd name="connsiteY82" fmla="*/ 5355014 h 6858002"/>
                  <a:gd name="connsiteX83" fmla="*/ 4179637 w 4572002"/>
                  <a:gd name="connsiteY83" fmla="*/ 5355015 h 6858002"/>
                  <a:gd name="connsiteX84" fmla="*/ 4184513 w 4572002"/>
                  <a:gd name="connsiteY84" fmla="*/ 5385385 h 6858002"/>
                  <a:gd name="connsiteX85" fmla="*/ 4192704 w 4572002"/>
                  <a:gd name="connsiteY85" fmla="*/ 5425583 h 6858002"/>
                  <a:gd name="connsiteX86" fmla="*/ 4204327 w 4572002"/>
                  <a:gd name="connsiteY86" fmla="*/ 5480638 h 6858002"/>
                  <a:gd name="connsiteX87" fmla="*/ 4208850 w 4572002"/>
                  <a:gd name="connsiteY87" fmla="*/ 5507668 h 6858002"/>
                  <a:gd name="connsiteX88" fmla="*/ 4198232 w 4572002"/>
                  <a:gd name="connsiteY88" fmla="*/ 5531692 h 6858002"/>
                  <a:gd name="connsiteX89" fmla="*/ 4198231 w 4572002"/>
                  <a:gd name="connsiteY89" fmla="*/ 5531693 h 6858002"/>
                  <a:gd name="connsiteX90" fmla="*/ 4188085 w 4572002"/>
                  <a:gd name="connsiteY90" fmla="*/ 5547578 h 6858002"/>
                  <a:gd name="connsiteX91" fmla="*/ 4188085 w 4572002"/>
                  <a:gd name="connsiteY91" fmla="*/ 5547579 h 6858002"/>
                  <a:gd name="connsiteX92" fmla="*/ 4197659 w 4572002"/>
                  <a:gd name="connsiteY92" fmla="*/ 5562747 h 6858002"/>
                  <a:gd name="connsiteX93" fmla="*/ 4268907 w 4572002"/>
                  <a:gd name="connsiteY93" fmla="*/ 5704484 h 6858002"/>
                  <a:gd name="connsiteX94" fmla="*/ 4274812 w 4572002"/>
                  <a:gd name="connsiteY94" fmla="*/ 5740489 h 6858002"/>
                  <a:gd name="connsiteX95" fmla="*/ 4283578 w 4572002"/>
                  <a:gd name="connsiteY95" fmla="*/ 5760874 h 6858002"/>
                  <a:gd name="connsiteX96" fmla="*/ 4371973 w 4572002"/>
                  <a:gd name="connsiteY96" fmla="*/ 5883752 h 6858002"/>
                  <a:gd name="connsiteX97" fmla="*/ 4371974 w 4572002"/>
                  <a:gd name="connsiteY97" fmla="*/ 5883757 h 6858002"/>
                  <a:gd name="connsiteX98" fmla="*/ 4389877 w 4572002"/>
                  <a:gd name="connsiteY98" fmla="*/ 5935946 h 6858002"/>
                  <a:gd name="connsiteX99" fmla="*/ 4389878 w 4572002"/>
                  <a:gd name="connsiteY99" fmla="*/ 5935950 h 6858002"/>
                  <a:gd name="connsiteX100" fmla="*/ 4386259 w 4572002"/>
                  <a:gd name="connsiteY100" fmla="*/ 5993290 h 6858002"/>
                  <a:gd name="connsiteX101" fmla="*/ 4386259 w 4572002"/>
                  <a:gd name="connsiteY101" fmla="*/ 5993291 h 6858002"/>
                  <a:gd name="connsiteX102" fmla="*/ 4379782 w 4572002"/>
                  <a:gd name="connsiteY102" fmla="*/ 6026440 h 6858002"/>
                  <a:gd name="connsiteX103" fmla="*/ 4323583 w 4572002"/>
                  <a:gd name="connsiteY103" fmla="*/ 6108738 h 6858002"/>
                  <a:gd name="connsiteX104" fmla="*/ 4309890 w 4572002"/>
                  <a:gd name="connsiteY104" fmla="*/ 6133314 h 6858002"/>
                  <a:gd name="connsiteX105" fmla="*/ 4309890 w 4572002"/>
                  <a:gd name="connsiteY105" fmla="*/ 6133315 h 6858002"/>
                  <a:gd name="connsiteX106" fmla="*/ 4313591 w 4572002"/>
                  <a:gd name="connsiteY106" fmla="*/ 6143190 h 6858002"/>
                  <a:gd name="connsiteX107" fmla="*/ 4325486 w 4572002"/>
                  <a:gd name="connsiteY107" fmla="*/ 6155600 h 6858002"/>
                  <a:gd name="connsiteX108" fmla="*/ 4325488 w 4572002"/>
                  <a:gd name="connsiteY108" fmla="*/ 6155603 h 6858002"/>
                  <a:gd name="connsiteX109" fmla="*/ 4364160 w 4572002"/>
                  <a:gd name="connsiteY109" fmla="*/ 6228757 h 6858002"/>
                  <a:gd name="connsiteX110" fmla="*/ 4381497 w 4572002"/>
                  <a:gd name="connsiteY110" fmla="*/ 6361540 h 6858002"/>
                  <a:gd name="connsiteX111" fmla="*/ 4381497 w 4572002"/>
                  <a:gd name="connsiteY111" fmla="*/ 6361539 h 6858002"/>
                  <a:gd name="connsiteX112" fmla="*/ 4364160 w 4572002"/>
                  <a:gd name="connsiteY112" fmla="*/ 6228756 h 6858002"/>
                  <a:gd name="connsiteX113" fmla="*/ 4325488 w 4572002"/>
                  <a:gd name="connsiteY113" fmla="*/ 6155602 h 6858002"/>
                  <a:gd name="connsiteX114" fmla="*/ 4325486 w 4572002"/>
                  <a:gd name="connsiteY114" fmla="*/ 6155600 h 6858002"/>
                  <a:gd name="connsiteX115" fmla="*/ 4309890 w 4572002"/>
                  <a:gd name="connsiteY115" fmla="*/ 6133315 h 6858002"/>
                  <a:gd name="connsiteX116" fmla="*/ 4323583 w 4572002"/>
                  <a:gd name="connsiteY116" fmla="*/ 6108739 h 6858002"/>
                  <a:gd name="connsiteX117" fmla="*/ 4379782 w 4572002"/>
                  <a:gd name="connsiteY117" fmla="*/ 6026441 h 6858002"/>
                  <a:gd name="connsiteX118" fmla="*/ 4386259 w 4572002"/>
                  <a:gd name="connsiteY118" fmla="*/ 5993292 h 6858002"/>
                  <a:gd name="connsiteX119" fmla="*/ 4386259 w 4572002"/>
                  <a:gd name="connsiteY119" fmla="*/ 5993290 h 6858002"/>
                  <a:gd name="connsiteX120" fmla="*/ 4389712 w 4572002"/>
                  <a:gd name="connsiteY120" fmla="*/ 5964477 h 6858002"/>
                  <a:gd name="connsiteX121" fmla="*/ 4389878 w 4572002"/>
                  <a:gd name="connsiteY121" fmla="*/ 5935950 h 6858002"/>
                  <a:gd name="connsiteX122" fmla="*/ 4389878 w 4572002"/>
                  <a:gd name="connsiteY122" fmla="*/ 5935949 h 6858002"/>
                  <a:gd name="connsiteX123" fmla="*/ 4389877 w 4572002"/>
                  <a:gd name="connsiteY123" fmla="*/ 5935946 h 6858002"/>
                  <a:gd name="connsiteX124" fmla="*/ 4382997 w 4572002"/>
                  <a:gd name="connsiteY124" fmla="*/ 5909351 h 6858002"/>
                  <a:gd name="connsiteX125" fmla="*/ 4371974 w 4572002"/>
                  <a:gd name="connsiteY125" fmla="*/ 5883757 h 6858002"/>
                  <a:gd name="connsiteX126" fmla="*/ 4371973 w 4572002"/>
                  <a:gd name="connsiteY126" fmla="*/ 5883751 h 6858002"/>
                  <a:gd name="connsiteX127" fmla="*/ 4283578 w 4572002"/>
                  <a:gd name="connsiteY127" fmla="*/ 5760873 h 6858002"/>
                  <a:gd name="connsiteX128" fmla="*/ 4274812 w 4572002"/>
                  <a:gd name="connsiteY128" fmla="*/ 5740488 h 6858002"/>
                  <a:gd name="connsiteX129" fmla="*/ 4268907 w 4572002"/>
                  <a:gd name="connsiteY129" fmla="*/ 5704483 h 6858002"/>
                  <a:gd name="connsiteX130" fmla="*/ 4197659 w 4572002"/>
                  <a:gd name="connsiteY130" fmla="*/ 5562746 h 6858002"/>
                  <a:gd name="connsiteX131" fmla="*/ 4188085 w 4572002"/>
                  <a:gd name="connsiteY131" fmla="*/ 5547578 h 6858002"/>
                  <a:gd name="connsiteX132" fmla="*/ 4198231 w 4572002"/>
                  <a:gd name="connsiteY132" fmla="*/ 5531694 h 6858002"/>
                  <a:gd name="connsiteX133" fmla="*/ 4198232 w 4572002"/>
                  <a:gd name="connsiteY133" fmla="*/ 5531692 h 6858002"/>
                  <a:gd name="connsiteX134" fmla="*/ 4206630 w 4572002"/>
                  <a:gd name="connsiteY134" fmla="*/ 5520422 h 6858002"/>
                  <a:gd name="connsiteX135" fmla="*/ 4208850 w 4572002"/>
                  <a:gd name="connsiteY135" fmla="*/ 5507668 h 6858002"/>
                  <a:gd name="connsiteX136" fmla="*/ 4208850 w 4572002"/>
                  <a:gd name="connsiteY136" fmla="*/ 5507667 h 6858002"/>
                  <a:gd name="connsiteX137" fmla="*/ 4204327 w 4572002"/>
                  <a:gd name="connsiteY137" fmla="*/ 5480637 h 6858002"/>
                  <a:gd name="connsiteX138" fmla="*/ 4192704 w 4572002"/>
                  <a:gd name="connsiteY138" fmla="*/ 5425582 h 6858002"/>
                  <a:gd name="connsiteX139" fmla="*/ 4184513 w 4572002"/>
                  <a:gd name="connsiteY139" fmla="*/ 5385384 h 6858002"/>
                  <a:gd name="connsiteX140" fmla="*/ 4179637 w 4572002"/>
                  <a:gd name="connsiteY140" fmla="*/ 5355014 h 6858002"/>
                  <a:gd name="connsiteX141" fmla="*/ 4183557 w 4572002"/>
                  <a:gd name="connsiteY141" fmla="*/ 5321350 h 6858002"/>
                  <a:gd name="connsiteX142" fmla="*/ 4208517 w 4572002"/>
                  <a:gd name="connsiteY142" fmla="*/ 5272797 h 6858002"/>
                  <a:gd name="connsiteX143" fmla="*/ 4225669 w 4572002"/>
                  <a:gd name="connsiteY143" fmla="*/ 5241089 h 6858002"/>
                  <a:gd name="connsiteX144" fmla="*/ 4231973 w 4572002"/>
                  <a:gd name="connsiteY144" fmla="*/ 5229433 h 6858002"/>
                  <a:gd name="connsiteX145" fmla="*/ 4232139 w 4572002"/>
                  <a:gd name="connsiteY145" fmla="*/ 5179068 h 6858002"/>
                  <a:gd name="connsiteX146" fmla="*/ 4232139 w 4572002"/>
                  <a:gd name="connsiteY146" fmla="*/ 5179067 h 6858002"/>
                  <a:gd name="connsiteX147" fmla="*/ 4229593 w 4572002"/>
                  <a:gd name="connsiteY147" fmla="*/ 5172090 h 6858002"/>
                  <a:gd name="connsiteX148" fmla="*/ 4228901 w 4572002"/>
                  <a:gd name="connsiteY148" fmla="*/ 5166114 h 6858002"/>
                  <a:gd name="connsiteX149" fmla="*/ 4235616 w 4572002"/>
                  <a:gd name="connsiteY149" fmla="*/ 5133225 h 6858002"/>
                  <a:gd name="connsiteX150" fmla="*/ 4235616 w 4572002"/>
                  <a:gd name="connsiteY150" fmla="*/ 5133224 h 6858002"/>
                  <a:gd name="connsiteX151" fmla="*/ 4235615 w 4572002"/>
                  <a:gd name="connsiteY151" fmla="*/ 5133220 h 6858002"/>
                  <a:gd name="connsiteX152" fmla="*/ 4228473 w 4572002"/>
                  <a:gd name="connsiteY152" fmla="*/ 5102461 h 6858002"/>
                  <a:gd name="connsiteX153" fmla="*/ 4222587 w 4572002"/>
                  <a:gd name="connsiteY153" fmla="*/ 5087441 h 6858002"/>
                  <a:gd name="connsiteX154" fmla="*/ 4222582 w 4572002"/>
                  <a:gd name="connsiteY154" fmla="*/ 5087423 h 6858002"/>
                  <a:gd name="connsiteX155" fmla="*/ 4209468 w 4572002"/>
                  <a:gd name="connsiteY155" fmla="*/ 5041521 h 6858002"/>
                  <a:gd name="connsiteX156" fmla="*/ 4182989 w 4572002"/>
                  <a:gd name="connsiteY156" fmla="*/ 4987037 h 6858002"/>
                  <a:gd name="connsiteX157" fmla="*/ 4165707 w 4572002"/>
                  <a:gd name="connsiteY157" fmla="*/ 4957454 h 6858002"/>
                  <a:gd name="connsiteX158" fmla="*/ 4158155 w 4572002"/>
                  <a:gd name="connsiteY158" fmla="*/ 4933805 h 6858002"/>
                  <a:gd name="connsiteX159" fmla="*/ 4159557 w 4572002"/>
                  <a:gd name="connsiteY159" fmla="*/ 4912169 h 6858002"/>
                  <a:gd name="connsiteX160" fmla="*/ 4161262 w 4572002"/>
                  <a:gd name="connsiteY160" fmla="*/ 4889276 h 6858002"/>
                  <a:gd name="connsiteX161" fmla="*/ 4161262 w 4572002"/>
                  <a:gd name="connsiteY161" fmla="*/ 4889275 h 6858002"/>
                  <a:gd name="connsiteX162" fmla="*/ 4156484 w 4572002"/>
                  <a:gd name="connsiteY162" fmla="*/ 4867614 h 6858002"/>
                  <a:gd name="connsiteX163" fmla="*/ 4153733 w 4572002"/>
                  <a:gd name="connsiteY163" fmla="*/ 4863343 h 6858002"/>
                  <a:gd name="connsiteX164" fmla="*/ 4151983 w 4572002"/>
                  <a:gd name="connsiteY164" fmla="*/ 4857317 h 6858002"/>
                  <a:gd name="connsiteX165" fmla="*/ 4131552 w 4572002"/>
                  <a:gd name="connsiteY165" fmla="*/ 4828916 h 6858002"/>
                  <a:gd name="connsiteX166" fmla="*/ 4116716 w 4572002"/>
                  <a:gd name="connsiteY166" fmla="*/ 4800483 h 6858002"/>
                  <a:gd name="connsiteX167" fmla="*/ 4118025 w 4572002"/>
                  <a:gd name="connsiteY167" fmla="*/ 4767765 h 6858002"/>
                  <a:gd name="connsiteX168" fmla="*/ 4127932 w 4572002"/>
                  <a:gd name="connsiteY168" fmla="*/ 4677656 h 6858002"/>
                  <a:gd name="connsiteX169" fmla="*/ 4135934 w 4572002"/>
                  <a:gd name="connsiteY169" fmla="*/ 4659175 h 6858002"/>
                  <a:gd name="connsiteX170" fmla="*/ 4195944 w 4572002"/>
                  <a:gd name="connsiteY170" fmla="*/ 4482005 h 6858002"/>
                  <a:gd name="connsiteX171" fmla="*/ 4196706 w 4572002"/>
                  <a:gd name="connsiteY171" fmla="*/ 4363891 h 6858002"/>
                  <a:gd name="connsiteX172" fmla="*/ 4196706 w 4572002"/>
                  <a:gd name="connsiteY172" fmla="*/ 4363890 h 6858002"/>
                  <a:gd name="connsiteX173" fmla="*/ 4187752 w 4572002"/>
                  <a:gd name="connsiteY173" fmla="*/ 4324645 h 6858002"/>
                  <a:gd name="connsiteX174" fmla="*/ 4147936 w 4572002"/>
                  <a:gd name="connsiteY174" fmla="*/ 4253014 h 6858002"/>
                  <a:gd name="connsiteX175" fmla="*/ 4211111 w 4572002"/>
                  <a:gd name="connsiteY175" fmla="*/ 2836172 h 6858002"/>
                  <a:gd name="connsiteX176" fmla="*/ 4202421 w 4572002"/>
                  <a:gd name="connsiteY176" fmla="*/ 2848793 h 6858002"/>
                  <a:gd name="connsiteX177" fmla="*/ 4186816 w 4572002"/>
                  <a:gd name="connsiteY177" fmla="*/ 2897785 h 6858002"/>
                  <a:gd name="connsiteX178" fmla="*/ 4185787 w 4572002"/>
                  <a:gd name="connsiteY178" fmla="*/ 2903551 h 6858002"/>
                  <a:gd name="connsiteX179" fmla="*/ 4182513 w 4572002"/>
                  <a:gd name="connsiteY179" fmla="*/ 2914328 h 6858002"/>
                  <a:gd name="connsiteX180" fmla="*/ 4177882 w 4572002"/>
                  <a:gd name="connsiteY180" fmla="*/ 2947858 h 6858002"/>
                  <a:gd name="connsiteX181" fmla="*/ 4177881 w 4572002"/>
                  <a:gd name="connsiteY181" fmla="*/ 2947862 h 6858002"/>
                  <a:gd name="connsiteX182" fmla="*/ 4177881 w 4572002"/>
                  <a:gd name="connsiteY182" fmla="*/ 2947863 h 6858002"/>
                  <a:gd name="connsiteX183" fmla="*/ 4181465 w 4572002"/>
                  <a:gd name="connsiteY183" fmla="*/ 2982149 h 6858002"/>
                  <a:gd name="connsiteX184" fmla="*/ 4193158 w 4572002"/>
                  <a:gd name="connsiteY184" fmla="*/ 3077402 h 6858002"/>
                  <a:gd name="connsiteX185" fmla="*/ 4180703 w 4572002"/>
                  <a:gd name="connsiteY185" fmla="*/ 3172654 h 6858002"/>
                  <a:gd name="connsiteX186" fmla="*/ 4133076 w 4572002"/>
                  <a:gd name="connsiteY186" fmla="*/ 3489467 h 6858002"/>
                  <a:gd name="connsiteX187" fmla="*/ 4110977 w 4572002"/>
                  <a:gd name="connsiteY187" fmla="*/ 3544713 h 6858002"/>
                  <a:gd name="connsiteX188" fmla="*/ 4093355 w 4572002"/>
                  <a:gd name="connsiteY188" fmla="*/ 3574408 h 6858002"/>
                  <a:gd name="connsiteX189" fmla="*/ 4093355 w 4572002"/>
                  <a:gd name="connsiteY189" fmla="*/ 3574409 h 6858002"/>
                  <a:gd name="connsiteX190" fmla="*/ 4105453 w 4572002"/>
                  <a:gd name="connsiteY190" fmla="*/ 3606818 h 6858002"/>
                  <a:gd name="connsiteX191" fmla="*/ 4118979 w 4572002"/>
                  <a:gd name="connsiteY191" fmla="*/ 3630633 h 6858002"/>
                  <a:gd name="connsiteX192" fmla="*/ 4136708 w 4572002"/>
                  <a:gd name="connsiteY192" fmla="*/ 3654416 h 6858002"/>
                  <a:gd name="connsiteX193" fmla="*/ 4140382 w 4572002"/>
                  <a:gd name="connsiteY193" fmla="*/ 3668940 h 6858002"/>
                  <a:gd name="connsiteX194" fmla="*/ 4143220 w 4572002"/>
                  <a:gd name="connsiteY194" fmla="*/ 3680164 h 6858002"/>
                  <a:gd name="connsiteX195" fmla="*/ 4139172 w 4572002"/>
                  <a:gd name="connsiteY195" fmla="*/ 3734837 h 6858002"/>
                  <a:gd name="connsiteX196" fmla="*/ 4139172 w 4572002"/>
                  <a:gd name="connsiteY196" fmla="*/ 3734838 h 6858002"/>
                  <a:gd name="connsiteX197" fmla="*/ 4139554 w 4572002"/>
                  <a:gd name="connsiteY197" fmla="*/ 3754653 h 6858002"/>
                  <a:gd name="connsiteX198" fmla="*/ 4145911 w 4572002"/>
                  <a:gd name="connsiteY198" fmla="*/ 3789776 h 6858002"/>
                  <a:gd name="connsiteX199" fmla="*/ 4130980 w 4572002"/>
                  <a:gd name="connsiteY199" fmla="*/ 3822472 h 6858002"/>
                  <a:gd name="connsiteX200" fmla="*/ 4116645 w 4572002"/>
                  <a:gd name="connsiteY200" fmla="*/ 3852619 h 6858002"/>
                  <a:gd name="connsiteX201" fmla="*/ 4116645 w 4572002"/>
                  <a:gd name="connsiteY201" fmla="*/ 3852620 h 6858002"/>
                  <a:gd name="connsiteX202" fmla="*/ 4117425 w 4572002"/>
                  <a:gd name="connsiteY202" fmla="*/ 3868764 h 6858002"/>
                  <a:gd name="connsiteX203" fmla="*/ 4126028 w 4572002"/>
                  <a:gd name="connsiteY203" fmla="*/ 3885337 h 6858002"/>
                  <a:gd name="connsiteX204" fmla="*/ 4126028 w 4572002"/>
                  <a:gd name="connsiteY204" fmla="*/ 3885339 h 6858002"/>
                  <a:gd name="connsiteX205" fmla="*/ 4148409 w 4572002"/>
                  <a:gd name="connsiteY205" fmla="*/ 3923125 h 6858002"/>
                  <a:gd name="connsiteX206" fmla="*/ 4157913 w 4572002"/>
                  <a:gd name="connsiteY206" fmla="*/ 3962160 h 6858002"/>
                  <a:gd name="connsiteX207" fmla="*/ 4142221 w 4572002"/>
                  <a:gd name="connsiteY207" fmla="*/ 4043838 h 6858002"/>
                  <a:gd name="connsiteX208" fmla="*/ 4142220 w 4572002"/>
                  <a:gd name="connsiteY208" fmla="*/ 4043839 h 6858002"/>
                  <a:gd name="connsiteX209" fmla="*/ 4127099 w 4572002"/>
                  <a:gd name="connsiteY209" fmla="*/ 4103825 h 6858002"/>
                  <a:gd name="connsiteX210" fmla="*/ 4127099 w 4572002"/>
                  <a:gd name="connsiteY210" fmla="*/ 4103826 h 6858002"/>
                  <a:gd name="connsiteX211" fmla="*/ 4129066 w 4572002"/>
                  <a:gd name="connsiteY211" fmla="*/ 4134256 h 6858002"/>
                  <a:gd name="connsiteX212" fmla="*/ 4138410 w 4572002"/>
                  <a:gd name="connsiteY212" fmla="*/ 4165382 h 6858002"/>
                  <a:gd name="connsiteX213" fmla="*/ 4138410 w 4572002"/>
                  <a:gd name="connsiteY213" fmla="*/ 4165384 h 6858002"/>
                  <a:gd name="connsiteX214" fmla="*/ 4142315 w 4572002"/>
                  <a:gd name="connsiteY214" fmla="*/ 4192388 h 6858002"/>
                  <a:gd name="connsiteX215" fmla="*/ 4142315 w 4572002"/>
                  <a:gd name="connsiteY215" fmla="*/ 4192387 h 6858002"/>
                  <a:gd name="connsiteX216" fmla="*/ 4138410 w 4572002"/>
                  <a:gd name="connsiteY216" fmla="*/ 4165383 h 6858002"/>
                  <a:gd name="connsiteX217" fmla="*/ 4138410 w 4572002"/>
                  <a:gd name="connsiteY217" fmla="*/ 4165382 h 6858002"/>
                  <a:gd name="connsiteX218" fmla="*/ 4127099 w 4572002"/>
                  <a:gd name="connsiteY218" fmla="*/ 4103826 h 6858002"/>
                  <a:gd name="connsiteX219" fmla="*/ 4142220 w 4572002"/>
                  <a:gd name="connsiteY219" fmla="*/ 4043840 h 6858002"/>
                  <a:gd name="connsiteX220" fmla="*/ 4142221 w 4572002"/>
                  <a:gd name="connsiteY220" fmla="*/ 4043838 h 6858002"/>
                  <a:gd name="connsiteX221" fmla="*/ 4155523 w 4572002"/>
                  <a:gd name="connsiteY221" fmla="*/ 4002410 h 6858002"/>
                  <a:gd name="connsiteX222" fmla="*/ 4157913 w 4572002"/>
                  <a:gd name="connsiteY222" fmla="*/ 3962160 h 6858002"/>
                  <a:gd name="connsiteX223" fmla="*/ 4157913 w 4572002"/>
                  <a:gd name="connsiteY223" fmla="*/ 3962159 h 6858002"/>
                  <a:gd name="connsiteX224" fmla="*/ 4126028 w 4572002"/>
                  <a:gd name="connsiteY224" fmla="*/ 3885338 h 6858002"/>
                  <a:gd name="connsiteX225" fmla="*/ 4126028 w 4572002"/>
                  <a:gd name="connsiteY225" fmla="*/ 3885337 h 6858002"/>
                  <a:gd name="connsiteX226" fmla="*/ 4116645 w 4572002"/>
                  <a:gd name="connsiteY226" fmla="*/ 3852620 h 6858002"/>
                  <a:gd name="connsiteX227" fmla="*/ 4130980 w 4572002"/>
                  <a:gd name="connsiteY227" fmla="*/ 3822473 h 6858002"/>
                  <a:gd name="connsiteX228" fmla="*/ 4145911 w 4572002"/>
                  <a:gd name="connsiteY228" fmla="*/ 3789777 h 6858002"/>
                  <a:gd name="connsiteX229" fmla="*/ 4145911 w 4572002"/>
                  <a:gd name="connsiteY229" fmla="*/ 3789776 h 6858002"/>
                  <a:gd name="connsiteX230" fmla="*/ 4139554 w 4572002"/>
                  <a:gd name="connsiteY230" fmla="*/ 3754652 h 6858002"/>
                  <a:gd name="connsiteX231" fmla="*/ 4139172 w 4572002"/>
                  <a:gd name="connsiteY231" fmla="*/ 3734838 h 6858002"/>
                  <a:gd name="connsiteX232" fmla="*/ 4143220 w 4572002"/>
                  <a:gd name="connsiteY232" fmla="*/ 3680164 h 6858002"/>
                  <a:gd name="connsiteX233" fmla="*/ 4143220 w 4572002"/>
                  <a:gd name="connsiteY233" fmla="*/ 3680163 h 6858002"/>
                  <a:gd name="connsiteX234" fmla="*/ 4140382 w 4572002"/>
                  <a:gd name="connsiteY234" fmla="*/ 3668940 h 6858002"/>
                  <a:gd name="connsiteX235" fmla="*/ 4136708 w 4572002"/>
                  <a:gd name="connsiteY235" fmla="*/ 3654416 h 6858002"/>
                  <a:gd name="connsiteX236" fmla="*/ 4136708 w 4572002"/>
                  <a:gd name="connsiteY236" fmla="*/ 3654416 h 6858002"/>
                  <a:gd name="connsiteX237" fmla="*/ 4136708 w 4572002"/>
                  <a:gd name="connsiteY237" fmla="*/ 3654415 h 6858002"/>
                  <a:gd name="connsiteX238" fmla="*/ 4118979 w 4572002"/>
                  <a:gd name="connsiteY238" fmla="*/ 3630632 h 6858002"/>
                  <a:gd name="connsiteX239" fmla="*/ 4105453 w 4572002"/>
                  <a:gd name="connsiteY239" fmla="*/ 3606817 h 6858002"/>
                  <a:gd name="connsiteX240" fmla="*/ 4095707 w 4572002"/>
                  <a:gd name="connsiteY240" fmla="*/ 3587174 h 6858002"/>
                  <a:gd name="connsiteX241" fmla="*/ 4093355 w 4572002"/>
                  <a:gd name="connsiteY241" fmla="*/ 3574408 h 6858002"/>
                  <a:gd name="connsiteX242" fmla="*/ 4098434 w 4572002"/>
                  <a:gd name="connsiteY242" fmla="*/ 3562321 h 6858002"/>
                  <a:gd name="connsiteX243" fmla="*/ 4110977 w 4572002"/>
                  <a:gd name="connsiteY243" fmla="*/ 3544714 h 6858002"/>
                  <a:gd name="connsiteX244" fmla="*/ 4133076 w 4572002"/>
                  <a:gd name="connsiteY244" fmla="*/ 3489468 h 6858002"/>
                  <a:gd name="connsiteX245" fmla="*/ 4180703 w 4572002"/>
                  <a:gd name="connsiteY245" fmla="*/ 3172655 h 6858002"/>
                  <a:gd name="connsiteX246" fmla="*/ 4193158 w 4572002"/>
                  <a:gd name="connsiteY246" fmla="*/ 3077402 h 6858002"/>
                  <a:gd name="connsiteX247" fmla="*/ 4193158 w 4572002"/>
                  <a:gd name="connsiteY247" fmla="*/ 3077401 h 6858002"/>
                  <a:gd name="connsiteX248" fmla="*/ 4181465 w 4572002"/>
                  <a:gd name="connsiteY248" fmla="*/ 2982148 h 6858002"/>
                  <a:gd name="connsiteX249" fmla="*/ 4177881 w 4572002"/>
                  <a:gd name="connsiteY249" fmla="*/ 2947863 h 6858002"/>
                  <a:gd name="connsiteX250" fmla="*/ 4177882 w 4572002"/>
                  <a:gd name="connsiteY250" fmla="*/ 2947858 h 6858002"/>
                  <a:gd name="connsiteX251" fmla="*/ 4185787 w 4572002"/>
                  <a:gd name="connsiteY251" fmla="*/ 2903551 h 6858002"/>
                  <a:gd name="connsiteX252" fmla="*/ 4202421 w 4572002"/>
                  <a:gd name="connsiteY252" fmla="*/ 2848794 h 6858002"/>
                  <a:gd name="connsiteX253" fmla="*/ 4211111 w 4572002"/>
                  <a:gd name="connsiteY253" fmla="*/ 2836173 h 6858002"/>
                  <a:gd name="connsiteX254" fmla="*/ 3726625 w 4572002"/>
                  <a:gd name="connsiteY254" fmla="*/ 1508458 h 6858002"/>
                  <a:gd name="connsiteX255" fmla="*/ 3698531 w 4572002"/>
                  <a:gd name="connsiteY255" fmla="*/ 1596214 h 6858002"/>
                  <a:gd name="connsiteX256" fmla="*/ 3700436 w 4572002"/>
                  <a:gd name="connsiteY256" fmla="*/ 1624981 h 6858002"/>
                  <a:gd name="connsiteX257" fmla="*/ 3757017 w 4572002"/>
                  <a:gd name="connsiteY257" fmla="*/ 1697754 h 6858002"/>
                  <a:gd name="connsiteX258" fmla="*/ 3779686 w 4572002"/>
                  <a:gd name="connsiteY258" fmla="*/ 1733189 h 6858002"/>
                  <a:gd name="connsiteX259" fmla="*/ 3821407 w 4572002"/>
                  <a:gd name="connsiteY259" fmla="*/ 1833776 h 6858002"/>
                  <a:gd name="connsiteX260" fmla="*/ 3829028 w 4572002"/>
                  <a:gd name="connsiteY260" fmla="*/ 1842159 h 6858002"/>
                  <a:gd name="connsiteX261" fmla="*/ 3919519 w 4572002"/>
                  <a:gd name="connsiteY261" fmla="*/ 1916455 h 6858002"/>
                  <a:gd name="connsiteX262" fmla="*/ 3934949 w 4572002"/>
                  <a:gd name="connsiteY262" fmla="*/ 1933220 h 6858002"/>
                  <a:gd name="connsiteX263" fmla="*/ 3958954 w 4572002"/>
                  <a:gd name="connsiteY263" fmla="*/ 1953414 h 6858002"/>
                  <a:gd name="connsiteX264" fmla="*/ 4005437 w 4572002"/>
                  <a:gd name="connsiteY264" fmla="*/ 2016470 h 6858002"/>
                  <a:gd name="connsiteX265" fmla="*/ 4020296 w 4572002"/>
                  <a:gd name="connsiteY265" fmla="*/ 2094579 h 6858002"/>
                  <a:gd name="connsiteX266" fmla="*/ 4042967 w 4572002"/>
                  <a:gd name="connsiteY266" fmla="*/ 2188880 h 6858002"/>
                  <a:gd name="connsiteX267" fmla="*/ 4058207 w 4572002"/>
                  <a:gd name="connsiteY267" fmla="*/ 2228315 h 6858002"/>
                  <a:gd name="connsiteX268" fmla="*/ 4087164 w 4572002"/>
                  <a:gd name="connsiteY268" fmla="*/ 2334045 h 6858002"/>
                  <a:gd name="connsiteX269" fmla="*/ 4111549 w 4572002"/>
                  <a:gd name="connsiteY269" fmla="*/ 2409486 h 6858002"/>
                  <a:gd name="connsiteX270" fmla="*/ 4128650 w 4572002"/>
                  <a:gd name="connsiteY270" fmla="*/ 2435913 h 6858002"/>
                  <a:gd name="connsiteX271" fmla="*/ 4134481 w 4572002"/>
                  <a:gd name="connsiteY271" fmla="*/ 2463018 h 6858002"/>
                  <a:gd name="connsiteX272" fmla="*/ 4125839 w 4572002"/>
                  <a:gd name="connsiteY272" fmla="*/ 2518262 h 6858002"/>
                  <a:gd name="connsiteX273" fmla="*/ 4125838 w 4572002"/>
                  <a:gd name="connsiteY273" fmla="*/ 2518264 h 6858002"/>
                  <a:gd name="connsiteX274" fmla="*/ 4122194 w 4572002"/>
                  <a:gd name="connsiteY274" fmla="*/ 2545006 h 6858002"/>
                  <a:gd name="connsiteX275" fmla="*/ 4122194 w 4572002"/>
                  <a:gd name="connsiteY275" fmla="*/ 2545007 h 6858002"/>
                  <a:gd name="connsiteX276" fmla="*/ 4126408 w 4572002"/>
                  <a:gd name="connsiteY276" fmla="*/ 2571035 h 6858002"/>
                  <a:gd name="connsiteX277" fmla="*/ 4199563 w 4572002"/>
                  <a:gd name="connsiteY277" fmla="*/ 2668002 h 6858002"/>
                  <a:gd name="connsiteX278" fmla="*/ 4247953 w 4572002"/>
                  <a:gd name="connsiteY278" fmla="*/ 2745349 h 6858002"/>
                  <a:gd name="connsiteX279" fmla="*/ 4247954 w 4572002"/>
                  <a:gd name="connsiteY279" fmla="*/ 2745352 h 6858002"/>
                  <a:gd name="connsiteX280" fmla="*/ 4253873 w 4572002"/>
                  <a:gd name="connsiteY280" fmla="*/ 2778006 h 6858002"/>
                  <a:gd name="connsiteX281" fmla="*/ 4253453 w 4572002"/>
                  <a:gd name="connsiteY281" fmla="*/ 2785440 h 6858002"/>
                  <a:gd name="connsiteX282" fmla="*/ 4243374 w 4572002"/>
                  <a:gd name="connsiteY282" fmla="*/ 2811780 h 6858002"/>
                  <a:gd name="connsiteX283" fmla="*/ 4243371 w 4572002"/>
                  <a:gd name="connsiteY283" fmla="*/ 2811787 h 6858002"/>
                  <a:gd name="connsiteX284" fmla="*/ 4243372 w 4572002"/>
                  <a:gd name="connsiteY284" fmla="*/ 2811787 h 6858002"/>
                  <a:gd name="connsiteX285" fmla="*/ 4243374 w 4572002"/>
                  <a:gd name="connsiteY285" fmla="*/ 2811780 h 6858002"/>
                  <a:gd name="connsiteX286" fmla="*/ 4253025 w 4572002"/>
                  <a:gd name="connsiteY286" fmla="*/ 2793023 h 6858002"/>
                  <a:gd name="connsiteX287" fmla="*/ 4253453 w 4572002"/>
                  <a:gd name="connsiteY287" fmla="*/ 2785440 h 6858002"/>
                  <a:gd name="connsiteX288" fmla="*/ 4254654 w 4572002"/>
                  <a:gd name="connsiteY288" fmla="*/ 2782305 h 6858002"/>
                  <a:gd name="connsiteX289" fmla="*/ 4253873 w 4572002"/>
                  <a:gd name="connsiteY289" fmla="*/ 2778006 h 6858002"/>
                  <a:gd name="connsiteX290" fmla="*/ 4254284 w 4572002"/>
                  <a:gd name="connsiteY290" fmla="*/ 2770758 h 6858002"/>
                  <a:gd name="connsiteX291" fmla="*/ 4247954 w 4572002"/>
                  <a:gd name="connsiteY291" fmla="*/ 2745352 h 6858002"/>
                  <a:gd name="connsiteX292" fmla="*/ 4247953 w 4572002"/>
                  <a:gd name="connsiteY292" fmla="*/ 2745348 h 6858002"/>
                  <a:gd name="connsiteX293" fmla="*/ 4199563 w 4572002"/>
                  <a:gd name="connsiteY293" fmla="*/ 2668001 h 6858002"/>
                  <a:gd name="connsiteX294" fmla="*/ 4126408 w 4572002"/>
                  <a:gd name="connsiteY294" fmla="*/ 2571034 h 6858002"/>
                  <a:gd name="connsiteX295" fmla="*/ 4122194 w 4572002"/>
                  <a:gd name="connsiteY295" fmla="*/ 2545007 h 6858002"/>
                  <a:gd name="connsiteX296" fmla="*/ 4125838 w 4572002"/>
                  <a:gd name="connsiteY296" fmla="*/ 2518265 h 6858002"/>
                  <a:gd name="connsiteX297" fmla="*/ 4125839 w 4572002"/>
                  <a:gd name="connsiteY297" fmla="*/ 2518262 h 6858002"/>
                  <a:gd name="connsiteX298" fmla="*/ 4132419 w 4572002"/>
                  <a:gd name="connsiteY298" fmla="*/ 2490551 h 6858002"/>
                  <a:gd name="connsiteX299" fmla="*/ 4134481 w 4572002"/>
                  <a:gd name="connsiteY299" fmla="*/ 2463018 h 6858002"/>
                  <a:gd name="connsiteX300" fmla="*/ 4134481 w 4572002"/>
                  <a:gd name="connsiteY300" fmla="*/ 2463017 h 6858002"/>
                  <a:gd name="connsiteX301" fmla="*/ 4111549 w 4572002"/>
                  <a:gd name="connsiteY301" fmla="*/ 2409485 h 6858002"/>
                  <a:gd name="connsiteX302" fmla="*/ 4087164 w 4572002"/>
                  <a:gd name="connsiteY302" fmla="*/ 2334044 h 6858002"/>
                  <a:gd name="connsiteX303" fmla="*/ 4058207 w 4572002"/>
                  <a:gd name="connsiteY303" fmla="*/ 2228314 h 6858002"/>
                  <a:gd name="connsiteX304" fmla="*/ 4042967 w 4572002"/>
                  <a:gd name="connsiteY304" fmla="*/ 2188879 h 6858002"/>
                  <a:gd name="connsiteX305" fmla="*/ 4020296 w 4572002"/>
                  <a:gd name="connsiteY305" fmla="*/ 2094578 h 6858002"/>
                  <a:gd name="connsiteX306" fmla="*/ 4005437 w 4572002"/>
                  <a:gd name="connsiteY306" fmla="*/ 2016469 h 6858002"/>
                  <a:gd name="connsiteX307" fmla="*/ 3958954 w 4572002"/>
                  <a:gd name="connsiteY307" fmla="*/ 1953413 h 6858002"/>
                  <a:gd name="connsiteX308" fmla="*/ 3934949 w 4572002"/>
                  <a:gd name="connsiteY308" fmla="*/ 1933219 h 6858002"/>
                  <a:gd name="connsiteX309" fmla="*/ 3919519 w 4572002"/>
                  <a:gd name="connsiteY309" fmla="*/ 1916454 h 6858002"/>
                  <a:gd name="connsiteX310" fmla="*/ 3829028 w 4572002"/>
                  <a:gd name="connsiteY310" fmla="*/ 1842158 h 6858002"/>
                  <a:gd name="connsiteX311" fmla="*/ 3821407 w 4572002"/>
                  <a:gd name="connsiteY311" fmla="*/ 1833775 h 6858002"/>
                  <a:gd name="connsiteX312" fmla="*/ 3779686 w 4572002"/>
                  <a:gd name="connsiteY312" fmla="*/ 1733188 h 6858002"/>
                  <a:gd name="connsiteX313" fmla="*/ 3757018 w 4572002"/>
                  <a:gd name="connsiteY313" fmla="*/ 1697753 h 6858002"/>
                  <a:gd name="connsiteX314" fmla="*/ 3700436 w 4572002"/>
                  <a:gd name="connsiteY314" fmla="*/ 1624980 h 6858002"/>
                  <a:gd name="connsiteX315" fmla="*/ 3698532 w 4572002"/>
                  <a:gd name="connsiteY315" fmla="*/ 1596213 h 6858002"/>
                  <a:gd name="connsiteX316" fmla="*/ 3745230 w 4572002"/>
                  <a:gd name="connsiteY316" fmla="*/ 1459073 h 6858002"/>
                  <a:gd name="connsiteX317" fmla="*/ 3745229 w 4572002"/>
                  <a:gd name="connsiteY317" fmla="*/ 1459074 h 6858002"/>
                  <a:gd name="connsiteX318" fmla="*/ 3736012 w 4572002"/>
                  <a:gd name="connsiteY318" fmla="*/ 1481572 h 6858002"/>
                  <a:gd name="connsiteX319" fmla="*/ 3764423 w 4572002"/>
                  <a:gd name="connsiteY319" fmla="*/ 1268758 h 6858002"/>
                  <a:gd name="connsiteX320" fmla="*/ 3769590 w 4572002"/>
                  <a:gd name="connsiteY320" fmla="*/ 1286070 h 6858002"/>
                  <a:gd name="connsiteX321" fmla="*/ 3791927 w 4572002"/>
                  <a:gd name="connsiteY321" fmla="*/ 1350628 h 6858002"/>
                  <a:gd name="connsiteX322" fmla="*/ 3786333 w 4572002"/>
                  <a:gd name="connsiteY322" fmla="*/ 1413840 h 6858002"/>
                  <a:gd name="connsiteX323" fmla="*/ 3791928 w 4572002"/>
                  <a:gd name="connsiteY323" fmla="*/ 1350627 h 6858002"/>
                  <a:gd name="connsiteX324" fmla="*/ 3769590 w 4572002"/>
                  <a:gd name="connsiteY324" fmla="*/ 1286069 h 6858002"/>
                  <a:gd name="connsiteX325" fmla="*/ 3706152 w 4572002"/>
                  <a:gd name="connsiteY325" fmla="*/ 773035 h 6858002"/>
                  <a:gd name="connsiteX326" fmla="*/ 3706152 w 4572002"/>
                  <a:gd name="connsiteY326" fmla="*/ 773036 h 6858002"/>
                  <a:gd name="connsiteX327" fmla="*/ 3714152 w 4572002"/>
                  <a:gd name="connsiteY327" fmla="*/ 854380 h 6858002"/>
                  <a:gd name="connsiteX328" fmla="*/ 3745205 w 4572002"/>
                  <a:gd name="connsiteY328" fmla="*/ 915344 h 6858002"/>
                  <a:gd name="connsiteX329" fmla="*/ 3755683 w 4572002"/>
                  <a:gd name="connsiteY329" fmla="*/ 927156 h 6858002"/>
                  <a:gd name="connsiteX330" fmla="*/ 3752063 w 4572002"/>
                  <a:gd name="connsiteY330" fmla="*/ 1097088 h 6858002"/>
                  <a:gd name="connsiteX331" fmla="*/ 3747681 w 4572002"/>
                  <a:gd name="connsiteY331" fmla="*/ 1123186 h 6858002"/>
                  <a:gd name="connsiteX332" fmla="*/ 3772400 w 4572002"/>
                  <a:gd name="connsiteY332" fmla="*/ 1184029 h 6858002"/>
                  <a:gd name="connsiteX333" fmla="*/ 3747682 w 4572002"/>
                  <a:gd name="connsiteY333" fmla="*/ 1123185 h 6858002"/>
                  <a:gd name="connsiteX334" fmla="*/ 3752064 w 4572002"/>
                  <a:gd name="connsiteY334" fmla="*/ 1097087 h 6858002"/>
                  <a:gd name="connsiteX335" fmla="*/ 3755684 w 4572002"/>
                  <a:gd name="connsiteY335" fmla="*/ 927155 h 6858002"/>
                  <a:gd name="connsiteX336" fmla="*/ 3745206 w 4572002"/>
                  <a:gd name="connsiteY336" fmla="*/ 915343 h 6858002"/>
                  <a:gd name="connsiteX337" fmla="*/ 3714152 w 4572002"/>
                  <a:gd name="connsiteY337" fmla="*/ 854379 h 6858002"/>
                  <a:gd name="connsiteX338" fmla="*/ 3761553 w 4572002"/>
                  <a:gd name="connsiteY338" fmla="*/ 517851 h 6858002"/>
                  <a:gd name="connsiteX339" fmla="*/ 3752635 w 4572002"/>
                  <a:gd name="connsiteY339" fmla="*/ 556048 h 6858002"/>
                  <a:gd name="connsiteX340" fmla="*/ 3746157 w 4572002"/>
                  <a:gd name="connsiteY340" fmla="*/ 580051 h 6858002"/>
                  <a:gd name="connsiteX341" fmla="*/ 3742776 w 4572002"/>
                  <a:gd name="connsiteY341" fmla="*/ 642538 h 6858002"/>
                  <a:gd name="connsiteX342" fmla="*/ 3730253 w 4572002"/>
                  <a:gd name="connsiteY342" fmla="*/ 694928 h 6858002"/>
                  <a:gd name="connsiteX343" fmla="*/ 3742777 w 4572002"/>
                  <a:gd name="connsiteY343" fmla="*/ 642537 h 6858002"/>
                  <a:gd name="connsiteX344" fmla="*/ 3746158 w 4572002"/>
                  <a:gd name="connsiteY344" fmla="*/ 580050 h 6858002"/>
                  <a:gd name="connsiteX345" fmla="*/ 3752636 w 4572002"/>
                  <a:gd name="connsiteY345" fmla="*/ 556047 h 6858002"/>
                  <a:gd name="connsiteX346" fmla="*/ 3774848 w 4572002"/>
                  <a:gd name="connsiteY346" fmla="*/ 298169 h 6858002"/>
                  <a:gd name="connsiteX347" fmla="*/ 3760065 w 4572002"/>
                  <a:gd name="connsiteY347" fmla="*/ 313534 h 6858002"/>
                  <a:gd name="connsiteX348" fmla="*/ 3759493 w 4572002"/>
                  <a:gd name="connsiteY348" fmla="*/ 338871 h 6858002"/>
                  <a:gd name="connsiteX349" fmla="*/ 3759500 w 4572002"/>
                  <a:gd name="connsiteY349" fmla="*/ 338900 h 6858002"/>
                  <a:gd name="connsiteX350" fmla="*/ 3769400 w 4572002"/>
                  <a:gd name="connsiteY350" fmla="*/ 395640 h 6858002"/>
                  <a:gd name="connsiteX351" fmla="*/ 3765590 w 4572002"/>
                  <a:gd name="connsiteY351" fmla="*/ 367328 h 6858002"/>
                  <a:gd name="connsiteX352" fmla="*/ 3759500 w 4572002"/>
                  <a:gd name="connsiteY352" fmla="*/ 338900 h 6858002"/>
                  <a:gd name="connsiteX353" fmla="*/ 3759494 w 4572002"/>
                  <a:gd name="connsiteY353" fmla="*/ 338870 h 6858002"/>
                  <a:gd name="connsiteX354" fmla="*/ 3760066 w 4572002"/>
                  <a:gd name="connsiteY354" fmla="*/ 313533 h 6858002"/>
                  <a:gd name="connsiteX355" fmla="*/ 3782393 w 4572002"/>
                  <a:gd name="connsiteY355" fmla="*/ 281568 h 6858002"/>
                  <a:gd name="connsiteX356" fmla="*/ 3777498 w 4572002"/>
                  <a:gd name="connsiteY356" fmla="*/ 295415 h 6858002"/>
                  <a:gd name="connsiteX357" fmla="*/ 3777499 w 4572002"/>
                  <a:gd name="connsiteY357" fmla="*/ 295415 h 6858002"/>
                  <a:gd name="connsiteX358" fmla="*/ 3769073 w 4572002"/>
                  <a:gd name="connsiteY358" fmla="*/ 24486 h 6858002"/>
                  <a:gd name="connsiteX359" fmla="*/ 3766810 w 4572002"/>
                  <a:gd name="connsiteY359" fmla="*/ 74129 h 6858002"/>
                  <a:gd name="connsiteX360" fmla="*/ 3772734 w 4572002"/>
                  <a:gd name="connsiteY360" fmla="*/ 125861 h 6858002"/>
                  <a:gd name="connsiteX361" fmla="*/ 3777129 w 4572002"/>
                  <a:gd name="connsiteY361" fmla="*/ 153387 h 6858002"/>
                  <a:gd name="connsiteX362" fmla="*/ 3785402 w 4572002"/>
                  <a:gd name="connsiteY362" fmla="*/ 228944 h 6858002"/>
                  <a:gd name="connsiteX363" fmla="*/ 3780943 w 4572002"/>
                  <a:gd name="connsiteY363" fmla="*/ 177271 h 6858002"/>
                  <a:gd name="connsiteX364" fmla="*/ 3777129 w 4572002"/>
                  <a:gd name="connsiteY364" fmla="*/ 153387 h 6858002"/>
                  <a:gd name="connsiteX365" fmla="*/ 3776930 w 4572002"/>
                  <a:gd name="connsiteY365" fmla="*/ 151569 h 6858002"/>
                  <a:gd name="connsiteX366" fmla="*/ 3766811 w 4572002"/>
                  <a:gd name="connsiteY366" fmla="*/ 74129 h 6858002"/>
                  <a:gd name="connsiteX367" fmla="*/ 3766492 w 4572002"/>
                  <a:gd name="connsiteY367" fmla="*/ 0 h 6858002"/>
                  <a:gd name="connsiteX368" fmla="*/ 4230600 w 4572002"/>
                  <a:gd name="connsiteY368" fmla="*/ 0 h 6858002"/>
                  <a:gd name="connsiteX369" fmla="*/ 4229473 w 4572002"/>
                  <a:gd name="connsiteY369" fmla="*/ 2817 h 6858002"/>
                  <a:gd name="connsiteX370" fmla="*/ 4215375 w 4572002"/>
                  <a:gd name="connsiteY370" fmla="*/ 63587 h 6858002"/>
                  <a:gd name="connsiteX371" fmla="*/ 4201468 w 4572002"/>
                  <a:gd name="connsiteY371" fmla="*/ 176939 h 6858002"/>
                  <a:gd name="connsiteX372" fmla="*/ 4193466 w 4572002"/>
                  <a:gd name="connsiteY372" fmla="*/ 200182 h 6858002"/>
                  <a:gd name="connsiteX373" fmla="*/ 4155554 w 4572002"/>
                  <a:gd name="connsiteY373" fmla="*/ 340774 h 6858002"/>
                  <a:gd name="connsiteX374" fmla="*/ 4156319 w 4572002"/>
                  <a:gd name="connsiteY374" fmla="*/ 453364 h 6858002"/>
                  <a:gd name="connsiteX375" fmla="*/ 4158033 w 4572002"/>
                  <a:gd name="connsiteY375" fmla="*/ 462126 h 6858002"/>
                  <a:gd name="connsiteX376" fmla="*/ 4170605 w 4572002"/>
                  <a:gd name="connsiteY376" fmla="*/ 505182 h 6858002"/>
                  <a:gd name="connsiteX377" fmla="*/ 4167177 w 4572002"/>
                  <a:gd name="connsiteY377" fmla="*/ 571860 h 6858002"/>
                  <a:gd name="connsiteX378" fmla="*/ 4149840 w 4572002"/>
                  <a:gd name="connsiteY378" fmla="*/ 617772 h 6858002"/>
                  <a:gd name="connsiteX379" fmla="*/ 4149078 w 4572002"/>
                  <a:gd name="connsiteY379" fmla="*/ 674923 h 6858002"/>
                  <a:gd name="connsiteX380" fmla="*/ 4159937 w 4572002"/>
                  <a:gd name="connsiteY380" fmla="*/ 740268 h 6858002"/>
                  <a:gd name="connsiteX381" fmla="*/ 4162223 w 4572002"/>
                  <a:gd name="connsiteY381" fmla="*/ 769605 h 6858002"/>
                  <a:gd name="connsiteX382" fmla="*/ 4184703 w 4572002"/>
                  <a:gd name="connsiteY382" fmla="*/ 850189 h 6858002"/>
                  <a:gd name="connsiteX383" fmla="*/ 4179179 w 4572002"/>
                  <a:gd name="connsiteY383" fmla="*/ 898198 h 6858002"/>
                  <a:gd name="connsiteX384" fmla="*/ 4164319 w 4572002"/>
                  <a:gd name="connsiteY384" fmla="*/ 945444 h 6858002"/>
                  <a:gd name="connsiteX385" fmla="*/ 4150030 w 4572002"/>
                  <a:gd name="connsiteY385" fmla="*/ 975733 h 6858002"/>
                  <a:gd name="connsiteX386" fmla="*/ 4139934 w 4572002"/>
                  <a:gd name="connsiteY386" fmla="*/ 1036887 h 6858002"/>
                  <a:gd name="connsiteX387" fmla="*/ 4141458 w 4572002"/>
                  <a:gd name="connsiteY387" fmla="*/ 1048125 h 6858002"/>
                  <a:gd name="connsiteX388" fmla="*/ 4154032 w 4572002"/>
                  <a:gd name="connsiteY388" fmla="*/ 1230633 h 6858002"/>
                  <a:gd name="connsiteX389" fmla="*/ 4174225 w 4572002"/>
                  <a:gd name="connsiteY389" fmla="*/ 1303024 h 6858002"/>
                  <a:gd name="connsiteX390" fmla="*/ 4176701 w 4572002"/>
                  <a:gd name="connsiteY390" fmla="*/ 1318456 h 6858002"/>
                  <a:gd name="connsiteX391" fmla="*/ 4199372 w 4572002"/>
                  <a:gd name="connsiteY391" fmla="*/ 1472575 h 6858002"/>
                  <a:gd name="connsiteX392" fmla="*/ 4200325 w 4572002"/>
                  <a:gd name="connsiteY392" fmla="*/ 1489720 h 6858002"/>
                  <a:gd name="connsiteX393" fmla="*/ 4196324 w 4572002"/>
                  <a:gd name="connsiteY393" fmla="*/ 1537537 h 6858002"/>
                  <a:gd name="connsiteX394" fmla="*/ 4237474 w 4572002"/>
                  <a:gd name="connsiteY394" fmla="*/ 1650317 h 6858002"/>
                  <a:gd name="connsiteX395" fmla="*/ 4251572 w 4572002"/>
                  <a:gd name="connsiteY395" fmla="*/ 1763287 h 6858002"/>
                  <a:gd name="connsiteX396" fmla="*/ 4251380 w 4572002"/>
                  <a:gd name="connsiteY396" fmla="*/ 1825393 h 6858002"/>
                  <a:gd name="connsiteX397" fmla="*/ 4261478 w 4572002"/>
                  <a:gd name="connsiteY397" fmla="*/ 1869780 h 6858002"/>
                  <a:gd name="connsiteX398" fmla="*/ 4292149 w 4572002"/>
                  <a:gd name="connsiteY398" fmla="*/ 1978940 h 6858002"/>
                  <a:gd name="connsiteX399" fmla="*/ 4296911 w 4572002"/>
                  <a:gd name="connsiteY399" fmla="*/ 2030378 h 6858002"/>
                  <a:gd name="connsiteX400" fmla="*/ 4307201 w 4572002"/>
                  <a:gd name="connsiteY400" fmla="*/ 2085054 h 6858002"/>
                  <a:gd name="connsiteX401" fmla="*/ 4353302 w 4572002"/>
                  <a:gd name="connsiteY401" fmla="*/ 2220312 h 6858002"/>
                  <a:gd name="connsiteX402" fmla="*/ 4350636 w 4572002"/>
                  <a:gd name="connsiteY402" fmla="*/ 2330806 h 6858002"/>
                  <a:gd name="connsiteX403" fmla="*/ 4351206 w 4572002"/>
                  <a:gd name="connsiteY403" fmla="*/ 2401292 h 6858002"/>
                  <a:gd name="connsiteX404" fmla="*/ 4366446 w 4572002"/>
                  <a:gd name="connsiteY404" fmla="*/ 2485307 h 6858002"/>
                  <a:gd name="connsiteX405" fmla="*/ 4388736 w 4572002"/>
                  <a:gd name="connsiteY405" fmla="*/ 2554079 h 6858002"/>
                  <a:gd name="connsiteX406" fmla="*/ 4406453 w 4572002"/>
                  <a:gd name="connsiteY406" fmla="*/ 2649143 h 6858002"/>
                  <a:gd name="connsiteX407" fmla="*/ 4440554 w 4572002"/>
                  <a:gd name="connsiteY407" fmla="*/ 2743826 h 6858002"/>
                  <a:gd name="connsiteX408" fmla="*/ 4466653 w 4572002"/>
                  <a:gd name="connsiteY408" fmla="*/ 2809930 h 6858002"/>
                  <a:gd name="connsiteX409" fmla="*/ 4489705 w 4572002"/>
                  <a:gd name="connsiteY409" fmla="*/ 2901943 h 6858002"/>
                  <a:gd name="connsiteX410" fmla="*/ 4505897 w 4572002"/>
                  <a:gd name="connsiteY410" fmla="*/ 3042728 h 6858002"/>
                  <a:gd name="connsiteX411" fmla="*/ 4507613 w 4572002"/>
                  <a:gd name="connsiteY411" fmla="*/ 3107500 h 6858002"/>
                  <a:gd name="connsiteX412" fmla="*/ 4545521 w 4572002"/>
                  <a:gd name="connsiteY412" fmla="*/ 3209993 h 6858002"/>
                  <a:gd name="connsiteX413" fmla="*/ 4563811 w 4572002"/>
                  <a:gd name="connsiteY413" fmla="*/ 3253809 h 6858002"/>
                  <a:gd name="connsiteX414" fmla="*/ 4548570 w 4572002"/>
                  <a:gd name="connsiteY414" fmla="*/ 3293244 h 6858002"/>
                  <a:gd name="connsiteX415" fmla="*/ 4531043 w 4572002"/>
                  <a:gd name="connsiteY415" fmla="*/ 3318771 h 6858002"/>
                  <a:gd name="connsiteX416" fmla="*/ 4545904 w 4572002"/>
                  <a:gd name="connsiteY416" fmla="*/ 3399546 h 6858002"/>
                  <a:gd name="connsiteX417" fmla="*/ 4561524 w 4572002"/>
                  <a:gd name="connsiteY417" fmla="*/ 3485275 h 6858002"/>
                  <a:gd name="connsiteX418" fmla="*/ 4572002 w 4572002"/>
                  <a:gd name="connsiteY418" fmla="*/ 3546617 h 6858002"/>
                  <a:gd name="connsiteX419" fmla="*/ 4563620 w 4572002"/>
                  <a:gd name="connsiteY419" fmla="*/ 3623201 h 6858002"/>
                  <a:gd name="connsiteX420" fmla="*/ 4560192 w 4572002"/>
                  <a:gd name="connsiteY420" fmla="*/ 3683591 h 6858002"/>
                  <a:gd name="connsiteX421" fmla="*/ 4550476 w 4572002"/>
                  <a:gd name="connsiteY421" fmla="*/ 3732361 h 6858002"/>
                  <a:gd name="connsiteX422" fmla="*/ 4544759 w 4572002"/>
                  <a:gd name="connsiteY422" fmla="*/ 3749506 h 6858002"/>
                  <a:gd name="connsiteX423" fmla="*/ 4500182 w 4572002"/>
                  <a:gd name="connsiteY423" fmla="*/ 3885338 h 6858002"/>
                  <a:gd name="connsiteX424" fmla="*/ 4464557 w 4572002"/>
                  <a:gd name="connsiteY424" fmla="*/ 4030503 h 6858002"/>
                  <a:gd name="connsiteX425" fmla="*/ 4487039 w 4572002"/>
                  <a:gd name="connsiteY425" fmla="*/ 4124614 h 6858002"/>
                  <a:gd name="connsiteX426" fmla="*/ 4486656 w 4572002"/>
                  <a:gd name="connsiteY426" fmla="*/ 4159667 h 6858002"/>
                  <a:gd name="connsiteX427" fmla="*/ 4491801 w 4572002"/>
                  <a:gd name="connsiteY427" fmla="*/ 4320837 h 6858002"/>
                  <a:gd name="connsiteX428" fmla="*/ 4497325 w 4572002"/>
                  <a:gd name="connsiteY428" fmla="*/ 4349222 h 6858002"/>
                  <a:gd name="connsiteX429" fmla="*/ 4474653 w 4572002"/>
                  <a:gd name="connsiteY429" fmla="*/ 4502579 h 6858002"/>
                  <a:gd name="connsiteX430" fmla="*/ 4470844 w 4572002"/>
                  <a:gd name="connsiteY430" fmla="*/ 4558207 h 6858002"/>
                  <a:gd name="connsiteX431" fmla="*/ 4464557 w 4572002"/>
                  <a:gd name="connsiteY431" fmla="*/ 4609452 h 6858002"/>
                  <a:gd name="connsiteX432" fmla="*/ 4463033 w 4572002"/>
                  <a:gd name="connsiteY432" fmla="*/ 4681083 h 6858002"/>
                  <a:gd name="connsiteX433" fmla="*/ 4465891 w 4572002"/>
                  <a:gd name="connsiteY433" fmla="*/ 4755381 h 6858002"/>
                  <a:gd name="connsiteX434" fmla="*/ 4465319 w 4572002"/>
                  <a:gd name="connsiteY434" fmla="*/ 4838250 h 6858002"/>
                  <a:gd name="connsiteX435" fmla="*/ 4460367 w 4572002"/>
                  <a:gd name="connsiteY435" fmla="*/ 4871019 h 6858002"/>
                  <a:gd name="connsiteX436" fmla="*/ 4463795 w 4572002"/>
                  <a:gd name="connsiteY436" fmla="*/ 4959602 h 6858002"/>
                  <a:gd name="connsiteX437" fmla="*/ 4458082 w 4572002"/>
                  <a:gd name="connsiteY437" fmla="*/ 5006086 h 6858002"/>
                  <a:gd name="connsiteX438" fmla="*/ 4456937 w 4572002"/>
                  <a:gd name="connsiteY438" fmla="*/ 5082670 h 6858002"/>
                  <a:gd name="connsiteX439" fmla="*/ 4455603 w 4572002"/>
                  <a:gd name="connsiteY439" fmla="*/ 5107627 h 6858002"/>
                  <a:gd name="connsiteX440" fmla="*/ 4454840 w 4572002"/>
                  <a:gd name="connsiteY440" fmla="*/ 5129916 h 6858002"/>
                  <a:gd name="connsiteX441" fmla="*/ 4470464 w 4572002"/>
                  <a:gd name="connsiteY441" fmla="*/ 5206308 h 6858002"/>
                  <a:gd name="connsiteX442" fmla="*/ 4471415 w 4572002"/>
                  <a:gd name="connsiteY442" fmla="*/ 5274129 h 6858002"/>
                  <a:gd name="connsiteX443" fmla="*/ 4483990 w 4572002"/>
                  <a:gd name="connsiteY443" fmla="*/ 5393005 h 6858002"/>
                  <a:gd name="connsiteX444" fmla="*/ 4479607 w 4572002"/>
                  <a:gd name="connsiteY444" fmla="*/ 5419295 h 6858002"/>
                  <a:gd name="connsiteX445" fmla="*/ 4477894 w 4572002"/>
                  <a:gd name="connsiteY445" fmla="*/ 5501594 h 6858002"/>
                  <a:gd name="connsiteX446" fmla="*/ 4476560 w 4572002"/>
                  <a:gd name="connsiteY446" fmla="*/ 5548460 h 6858002"/>
                  <a:gd name="connsiteX447" fmla="*/ 4485703 w 4572002"/>
                  <a:gd name="connsiteY447" fmla="*/ 5606372 h 6858002"/>
                  <a:gd name="connsiteX448" fmla="*/ 4505134 w 4572002"/>
                  <a:gd name="connsiteY448" fmla="*/ 5706959 h 6858002"/>
                  <a:gd name="connsiteX449" fmla="*/ 4508183 w 4572002"/>
                  <a:gd name="connsiteY449" fmla="*/ 5733440 h 6858002"/>
                  <a:gd name="connsiteX450" fmla="*/ 4517519 w 4572002"/>
                  <a:gd name="connsiteY450" fmla="*/ 5781830 h 6858002"/>
                  <a:gd name="connsiteX451" fmla="*/ 4519234 w 4572002"/>
                  <a:gd name="connsiteY451" fmla="*/ 5790592 h 6858002"/>
                  <a:gd name="connsiteX452" fmla="*/ 4542855 w 4572002"/>
                  <a:gd name="connsiteY452" fmla="*/ 5864318 h 6858002"/>
                  <a:gd name="connsiteX453" fmla="*/ 4544759 w 4572002"/>
                  <a:gd name="connsiteY453" fmla="*/ 5902610 h 6858002"/>
                  <a:gd name="connsiteX454" fmla="*/ 4544951 w 4572002"/>
                  <a:gd name="connsiteY454" fmla="*/ 6012723 h 6858002"/>
                  <a:gd name="connsiteX455" fmla="*/ 4541332 w 4572002"/>
                  <a:gd name="connsiteY455" fmla="*/ 6059397 h 6858002"/>
                  <a:gd name="connsiteX456" fmla="*/ 4527426 w 4572002"/>
                  <a:gd name="connsiteY456" fmla="*/ 6171605 h 6858002"/>
                  <a:gd name="connsiteX457" fmla="*/ 4520568 w 4572002"/>
                  <a:gd name="connsiteY457" fmla="*/ 6242093 h 6858002"/>
                  <a:gd name="connsiteX458" fmla="*/ 4509706 w 4572002"/>
                  <a:gd name="connsiteY458" fmla="*/ 6323058 h 6858002"/>
                  <a:gd name="connsiteX459" fmla="*/ 4502848 w 4572002"/>
                  <a:gd name="connsiteY459" fmla="*/ 6415833 h 6858002"/>
                  <a:gd name="connsiteX460" fmla="*/ 4482084 w 4572002"/>
                  <a:gd name="connsiteY460" fmla="*/ 6584812 h 6858002"/>
                  <a:gd name="connsiteX461" fmla="*/ 4460557 w 4572002"/>
                  <a:gd name="connsiteY461" fmla="*/ 6748458 h 6858002"/>
                  <a:gd name="connsiteX462" fmla="*/ 4441507 w 4572002"/>
                  <a:gd name="connsiteY462" fmla="*/ 6815516 h 6858002"/>
                  <a:gd name="connsiteX463" fmla="*/ 4431806 w 4572002"/>
                  <a:gd name="connsiteY463" fmla="*/ 6858001 h 6858002"/>
                  <a:gd name="connsiteX464" fmla="*/ 4259554 w 4572002"/>
                  <a:gd name="connsiteY464" fmla="*/ 6858001 h 6858002"/>
                  <a:gd name="connsiteX465" fmla="*/ 4259554 w 4572002"/>
                  <a:gd name="connsiteY465" fmla="*/ 6858002 h 6858002"/>
                  <a:gd name="connsiteX466" fmla="*/ 0 w 4572002"/>
                  <a:gd name="connsiteY466" fmla="*/ 6858002 h 6858002"/>
                  <a:gd name="connsiteX467" fmla="*/ 0 w 4572002"/>
                  <a:gd name="connsiteY467" fmla="*/ 2 h 6858002"/>
                  <a:gd name="connsiteX468" fmla="*/ 3766492 w 4572002"/>
                  <a:gd name="connsiteY468" fmla="*/ 1 h 6858002"/>
                  <a:gd name="connsiteX469" fmla="*/ 3769210 w 4572002"/>
                  <a:gd name="connsiteY469" fmla="*/ 21486 h 6858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4572002" h="6858002">
                    <a:moveTo>
                      <a:pt x="4214994" y="6564620"/>
                    </a:moveTo>
                    <a:lnTo>
                      <a:pt x="4214994" y="6564621"/>
                    </a:lnTo>
                    <a:cubicBezTo>
                      <a:pt x="4225281" y="6575479"/>
                      <a:pt x="4231378" y="6582147"/>
                      <a:pt x="4237474" y="6588626"/>
                    </a:cubicBezTo>
                    <a:lnTo>
                      <a:pt x="4254096" y="6625225"/>
                    </a:lnTo>
                    <a:lnTo>
                      <a:pt x="4247001" y="6662540"/>
                    </a:lnTo>
                    <a:lnTo>
                      <a:pt x="4247000" y="6662541"/>
                    </a:lnTo>
                    <a:lnTo>
                      <a:pt x="4246999" y="6662544"/>
                    </a:lnTo>
                    <a:lnTo>
                      <a:pt x="4235550" y="6683027"/>
                    </a:lnTo>
                    <a:lnTo>
                      <a:pt x="4232403" y="6702976"/>
                    </a:lnTo>
                    <a:lnTo>
                      <a:pt x="4232403" y="6702977"/>
                    </a:lnTo>
                    <a:cubicBezTo>
                      <a:pt x="4232808" y="6716169"/>
                      <a:pt x="4237951" y="6729219"/>
                      <a:pt x="4246238" y="6742553"/>
                    </a:cubicBezTo>
                    <a:lnTo>
                      <a:pt x="4246239" y="6742555"/>
                    </a:lnTo>
                    <a:lnTo>
                      <a:pt x="4265716" y="6812062"/>
                    </a:lnTo>
                    <a:lnTo>
                      <a:pt x="4265717" y="6812064"/>
                    </a:lnTo>
                    <a:lnTo>
                      <a:pt x="4265717" y="6812063"/>
                    </a:lnTo>
                    <a:lnTo>
                      <a:pt x="4265716" y="6812062"/>
                    </a:lnTo>
                    <a:lnTo>
                      <a:pt x="4260942" y="6776800"/>
                    </a:lnTo>
                    <a:lnTo>
                      <a:pt x="4246239" y="6742555"/>
                    </a:lnTo>
                    <a:lnTo>
                      <a:pt x="4246238" y="6742552"/>
                    </a:lnTo>
                    <a:lnTo>
                      <a:pt x="4232403" y="6702976"/>
                    </a:lnTo>
                    <a:lnTo>
                      <a:pt x="4246999" y="6662544"/>
                    </a:lnTo>
                    <a:lnTo>
                      <a:pt x="4247000" y="6662542"/>
                    </a:lnTo>
                    <a:lnTo>
                      <a:pt x="4247001" y="6662540"/>
                    </a:lnTo>
                    <a:lnTo>
                      <a:pt x="4254084" y="6645552"/>
                    </a:lnTo>
                    <a:lnTo>
                      <a:pt x="4254096" y="6625225"/>
                    </a:lnTo>
                    <a:lnTo>
                      <a:pt x="4254096" y="6625224"/>
                    </a:lnTo>
                    <a:cubicBezTo>
                      <a:pt x="4252000" y="6611341"/>
                      <a:pt x="4245951" y="6597578"/>
                      <a:pt x="4237474" y="6588625"/>
                    </a:cubicBezTo>
                    <a:close/>
                    <a:moveTo>
                      <a:pt x="4295315" y="6438981"/>
                    </a:moveTo>
                    <a:lnTo>
                      <a:pt x="4275385" y="6463840"/>
                    </a:lnTo>
                    <a:lnTo>
                      <a:pt x="4275382" y="6463849"/>
                    </a:lnTo>
                    <a:lnTo>
                      <a:pt x="4261587" y="6513012"/>
                    </a:lnTo>
                    <a:lnTo>
                      <a:pt x="4242781" y="6546194"/>
                    </a:lnTo>
                    <a:lnTo>
                      <a:pt x="4242781" y="6546195"/>
                    </a:lnTo>
                    <a:lnTo>
                      <a:pt x="4259120" y="6521804"/>
                    </a:lnTo>
                    <a:lnTo>
                      <a:pt x="4261587" y="6513012"/>
                    </a:lnTo>
                    <a:lnTo>
                      <a:pt x="4264398" y="6508052"/>
                    </a:lnTo>
                    <a:lnTo>
                      <a:pt x="4275382" y="6463849"/>
                    </a:lnTo>
                    <a:lnTo>
                      <a:pt x="4275385" y="6463841"/>
                    </a:lnTo>
                    <a:cubicBezTo>
                      <a:pt x="4278336" y="6451650"/>
                      <a:pt x="4285813" y="6444077"/>
                      <a:pt x="4295315" y="6438981"/>
                    </a:cubicBezTo>
                    <a:close/>
                    <a:moveTo>
                      <a:pt x="4381289" y="6365204"/>
                    </a:moveTo>
                    <a:lnTo>
                      <a:pt x="4380008" y="6387910"/>
                    </a:lnTo>
                    <a:lnTo>
                      <a:pt x="4378243" y="6391549"/>
                    </a:lnTo>
                    <a:lnTo>
                      <a:pt x="4370589" y="6407332"/>
                    </a:lnTo>
                    <a:lnTo>
                      <a:pt x="4370589" y="6407333"/>
                    </a:lnTo>
                    <a:lnTo>
                      <a:pt x="4378243" y="6391549"/>
                    </a:lnTo>
                    <a:lnTo>
                      <a:pt x="4380008" y="6387910"/>
                    </a:lnTo>
                    <a:close/>
                    <a:moveTo>
                      <a:pt x="4142220" y="4221391"/>
                    </a:moveTo>
                    <a:lnTo>
                      <a:pt x="4142220" y="4221392"/>
                    </a:lnTo>
                    <a:cubicBezTo>
                      <a:pt x="4142982" y="4232061"/>
                      <a:pt x="4143172" y="4243873"/>
                      <a:pt x="4147936" y="4253015"/>
                    </a:cubicBezTo>
                    <a:cubicBezTo>
                      <a:pt x="4160129" y="4277402"/>
                      <a:pt x="4175749" y="4300071"/>
                      <a:pt x="4187752" y="4324646"/>
                    </a:cubicBezTo>
                    <a:lnTo>
                      <a:pt x="4196706" y="4363891"/>
                    </a:lnTo>
                    <a:lnTo>
                      <a:pt x="4195944" y="4482004"/>
                    </a:lnTo>
                    <a:cubicBezTo>
                      <a:pt x="4193276" y="4546776"/>
                      <a:pt x="4192704" y="4612500"/>
                      <a:pt x="4135934" y="4659174"/>
                    </a:cubicBezTo>
                    <a:cubicBezTo>
                      <a:pt x="4131362" y="4662986"/>
                      <a:pt x="4128694" y="4671176"/>
                      <a:pt x="4127932" y="4677655"/>
                    </a:cubicBezTo>
                    <a:cubicBezTo>
                      <a:pt x="4124313" y="4707564"/>
                      <a:pt x="4123931" y="4738235"/>
                      <a:pt x="4118025" y="4767764"/>
                    </a:cubicBezTo>
                    <a:cubicBezTo>
                      <a:pt x="4115644" y="4779575"/>
                      <a:pt x="4114835" y="4790387"/>
                      <a:pt x="4116716" y="4800483"/>
                    </a:cubicBezTo>
                    <a:lnTo>
                      <a:pt x="4116716" y="4800484"/>
                    </a:lnTo>
                    <a:cubicBezTo>
                      <a:pt x="4118597" y="4810581"/>
                      <a:pt x="4123170" y="4819964"/>
                      <a:pt x="4131552" y="4828917"/>
                    </a:cubicBezTo>
                    <a:lnTo>
                      <a:pt x="4153733" y="4863343"/>
                    </a:lnTo>
                    <a:lnTo>
                      <a:pt x="4161262" y="4889275"/>
                    </a:lnTo>
                    <a:lnTo>
                      <a:pt x="4159557" y="4912168"/>
                    </a:lnTo>
                    <a:cubicBezTo>
                      <a:pt x="4157842" y="4919978"/>
                      <a:pt x="4157485" y="4927122"/>
                      <a:pt x="4158155" y="4933804"/>
                    </a:cubicBezTo>
                    <a:lnTo>
                      <a:pt x="4158155" y="4933805"/>
                    </a:lnTo>
                    <a:lnTo>
                      <a:pt x="4162914" y="4952673"/>
                    </a:lnTo>
                    <a:lnTo>
                      <a:pt x="4165707" y="4957454"/>
                    </a:lnTo>
                    <a:lnTo>
                      <a:pt x="4166985" y="4961456"/>
                    </a:lnTo>
                    <a:cubicBezTo>
                      <a:pt x="4171496" y="4970097"/>
                      <a:pt x="4177202" y="4978394"/>
                      <a:pt x="4182989" y="4987038"/>
                    </a:cubicBezTo>
                    <a:cubicBezTo>
                      <a:pt x="4194228" y="5003802"/>
                      <a:pt x="4208326" y="5022853"/>
                      <a:pt x="4209468" y="5041522"/>
                    </a:cubicBezTo>
                    <a:cubicBezTo>
                      <a:pt x="4210087" y="5052096"/>
                      <a:pt x="4213005" y="5062300"/>
                      <a:pt x="4216684" y="5072376"/>
                    </a:cubicBezTo>
                    <a:lnTo>
                      <a:pt x="4222587" y="5087441"/>
                    </a:lnTo>
                    <a:lnTo>
                      <a:pt x="4235615" y="5133220"/>
                    </a:lnTo>
                    <a:lnTo>
                      <a:pt x="4235616" y="5133225"/>
                    </a:lnTo>
                    <a:lnTo>
                      <a:pt x="4228901" y="5166113"/>
                    </a:lnTo>
                    <a:lnTo>
                      <a:pt x="4228901" y="5166114"/>
                    </a:lnTo>
                    <a:cubicBezTo>
                      <a:pt x="4228139" y="5167638"/>
                      <a:pt x="4228712" y="5169781"/>
                      <a:pt x="4229593" y="5172091"/>
                    </a:cubicBezTo>
                    <a:lnTo>
                      <a:pt x="4232139" y="5179068"/>
                    </a:lnTo>
                    <a:cubicBezTo>
                      <a:pt x="4235759" y="5196595"/>
                      <a:pt x="4235807" y="5213598"/>
                      <a:pt x="4231973" y="5229434"/>
                    </a:cubicBezTo>
                    <a:lnTo>
                      <a:pt x="4225669" y="5241089"/>
                    </a:lnTo>
                    <a:lnTo>
                      <a:pt x="4208517" y="5272796"/>
                    </a:lnTo>
                    <a:cubicBezTo>
                      <a:pt x="4196871" y="5285441"/>
                      <a:pt x="4189165" y="5298595"/>
                      <a:pt x="4184613" y="5312288"/>
                    </a:cubicBezTo>
                    <a:lnTo>
                      <a:pt x="4183557" y="5321350"/>
                    </a:lnTo>
                    <a:lnTo>
                      <a:pt x="4181083" y="5326163"/>
                    </a:lnTo>
                    <a:lnTo>
                      <a:pt x="4179637" y="5355014"/>
                    </a:lnTo>
                    <a:lnTo>
                      <a:pt x="4179637" y="5355015"/>
                    </a:lnTo>
                    <a:cubicBezTo>
                      <a:pt x="4180286" y="5364883"/>
                      <a:pt x="4181989" y="5375003"/>
                      <a:pt x="4184513" y="5385385"/>
                    </a:cubicBezTo>
                    <a:cubicBezTo>
                      <a:pt x="4187752" y="5398722"/>
                      <a:pt x="4190038" y="5412058"/>
                      <a:pt x="4192704" y="5425583"/>
                    </a:cubicBezTo>
                    <a:cubicBezTo>
                      <a:pt x="4196514" y="5443871"/>
                      <a:pt x="4200516" y="5462352"/>
                      <a:pt x="4204327" y="5480638"/>
                    </a:cubicBezTo>
                    <a:lnTo>
                      <a:pt x="4208850" y="5507668"/>
                    </a:lnTo>
                    <a:lnTo>
                      <a:pt x="4198232" y="5531692"/>
                    </a:lnTo>
                    <a:lnTo>
                      <a:pt x="4198231" y="5531693"/>
                    </a:lnTo>
                    <a:cubicBezTo>
                      <a:pt x="4191181" y="5537600"/>
                      <a:pt x="4187989" y="5542649"/>
                      <a:pt x="4188085" y="5547578"/>
                    </a:cubicBezTo>
                    <a:lnTo>
                      <a:pt x="4188085" y="5547579"/>
                    </a:lnTo>
                    <a:cubicBezTo>
                      <a:pt x="4188180" y="5552508"/>
                      <a:pt x="4191562" y="5557318"/>
                      <a:pt x="4197659" y="5562747"/>
                    </a:cubicBezTo>
                    <a:cubicBezTo>
                      <a:pt x="4240332" y="5600468"/>
                      <a:pt x="4267003" y="5646190"/>
                      <a:pt x="4268907" y="5704484"/>
                    </a:cubicBezTo>
                    <a:cubicBezTo>
                      <a:pt x="4269289" y="5716486"/>
                      <a:pt x="4271954" y="5728679"/>
                      <a:pt x="4274812" y="5740489"/>
                    </a:cubicBezTo>
                    <a:cubicBezTo>
                      <a:pt x="4276527" y="5747729"/>
                      <a:pt x="4278433" y="5756494"/>
                      <a:pt x="4283578" y="5760874"/>
                    </a:cubicBezTo>
                    <a:cubicBezTo>
                      <a:pt x="4322821" y="5794975"/>
                      <a:pt x="4350063" y="5837458"/>
                      <a:pt x="4371973" y="5883752"/>
                    </a:cubicBezTo>
                    <a:lnTo>
                      <a:pt x="4371974" y="5883757"/>
                    </a:lnTo>
                    <a:lnTo>
                      <a:pt x="4389877" y="5935946"/>
                    </a:lnTo>
                    <a:lnTo>
                      <a:pt x="4389878" y="5935950"/>
                    </a:lnTo>
                    <a:lnTo>
                      <a:pt x="4386259" y="5993290"/>
                    </a:lnTo>
                    <a:lnTo>
                      <a:pt x="4386259" y="5993291"/>
                    </a:lnTo>
                    <a:cubicBezTo>
                      <a:pt x="4385116" y="6004531"/>
                      <a:pt x="4385306" y="6017485"/>
                      <a:pt x="4379782" y="6026440"/>
                    </a:cubicBezTo>
                    <a:cubicBezTo>
                      <a:pt x="4362445" y="6054825"/>
                      <a:pt x="4343778" y="6082258"/>
                      <a:pt x="4323583" y="6108738"/>
                    </a:cubicBezTo>
                    <a:cubicBezTo>
                      <a:pt x="4314914" y="6120074"/>
                      <a:pt x="4309961" y="6126884"/>
                      <a:pt x="4309890" y="6133314"/>
                    </a:cubicBezTo>
                    <a:lnTo>
                      <a:pt x="4309890" y="6133315"/>
                    </a:lnTo>
                    <a:lnTo>
                      <a:pt x="4313591" y="6143190"/>
                    </a:lnTo>
                    <a:lnTo>
                      <a:pt x="4325486" y="6155600"/>
                    </a:lnTo>
                    <a:lnTo>
                      <a:pt x="4325488" y="6155603"/>
                    </a:lnTo>
                    <a:cubicBezTo>
                      <a:pt x="4347778" y="6175798"/>
                      <a:pt x="4359398" y="6200945"/>
                      <a:pt x="4364160" y="6228757"/>
                    </a:cubicBezTo>
                    <a:lnTo>
                      <a:pt x="4381497" y="6361540"/>
                    </a:lnTo>
                    <a:lnTo>
                      <a:pt x="4381497" y="6361539"/>
                    </a:lnTo>
                    <a:cubicBezTo>
                      <a:pt x="4377877" y="6317151"/>
                      <a:pt x="4371590" y="6272764"/>
                      <a:pt x="4364160" y="6228756"/>
                    </a:cubicBezTo>
                    <a:cubicBezTo>
                      <a:pt x="4359398" y="6200944"/>
                      <a:pt x="4347778" y="6175797"/>
                      <a:pt x="4325488" y="6155602"/>
                    </a:cubicBezTo>
                    <a:lnTo>
                      <a:pt x="4325486" y="6155600"/>
                    </a:lnTo>
                    <a:lnTo>
                      <a:pt x="4309890" y="6133315"/>
                    </a:lnTo>
                    <a:lnTo>
                      <a:pt x="4323583" y="6108739"/>
                    </a:lnTo>
                    <a:cubicBezTo>
                      <a:pt x="4343778" y="6082259"/>
                      <a:pt x="4362445" y="6054826"/>
                      <a:pt x="4379782" y="6026441"/>
                    </a:cubicBezTo>
                    <a:cubicBezTo>
                      <a:pt x="4385306" y="6017486"/>
                      <a:pt x="4385116" y="6004532"/>
                      <a:pt x="4386259" y="5993292"/>
                    </a:cubicBezTo>
                    <a:lnTo>
                      <a:pt x="4386259" y="5993290"/>
                    </a:lnTo>
                    <a:lnTo>
                      <a:pt x="4389712" y="5964477"/>
                    </a:lnTo>
                    <a:lnTo>
                      <a:pt x="4389878" y="5935950"/>
                    </a:lnTo>
                    <a:lnTo>
                      <a:pt x="4389878" y="5935949"/>
                    </a:lnTo>
                    <a:lnTo>
                      <a:pt x="4389877" y="5935946"/>
                    </a:lnTo>
                    <a:lnTo>
                      <a:pt x="4382997" y="5909351"/>
                    </a:lnTo>
                    <a:lnTo>
                      <a:pt x="4371974" y="5883757"/>
                    </a:lnTo>
                    <a:lnTo>
                      <a:pt x="4371973" y="5883751"/>
                    </a:lnTo>
                    <a:cubicBezTo>
                      <a:pt x="4350063" y="5837457"/>
                      <a:pt x="4322821" y="5794974"/>
                      <a:pt x="4283578" y="5760873"/>
                    </a:cubicBezTo>
                    <a:cubicBezTo>
                      <a:pt x="4278433" y="5756493"/>
                      <a:pt x="4276527" y="5747728"/>
                      <a:pt x="4274812" y="5740488"/>
                    </a:cubicBezTo>
                    <a:cubicBezTo>
                      <a:pt x="4271954" y="5728678"/>
                      <a:pt x="4269289" y="5716485"/>
                      <a:pt x="4268907" y="5704483"/>
                    </a:cubicBezTo>
                    <a:cubicBezTo>
                      <a:pt x="4267003" y="5646189"/>
                      <a:pt x="4240332" y="5600467"/>
                      <a:pt x="4197659" y="5562746"/>
                    </a:cubicBezTo>
                    <a:lnTo>
                      <a:pt x="4188085" y="5547578"/>
                    </a:lnTo>
                    <a:lnTo>
                      <a:pt x="4198231" y="5531694"/>
                    </a:lnTo>
                    <a:lnTo>
                      <a:pt x="4198232" y="5531692"/>
                    </a:lnTo>
                    <a:lnTo>
                      <a:pt x="4206630" y="5520422"/>
                    </a:lnTo>
                    <a:lnTo>
                      <a:pt x="4208850" y="5507668"/>
                    </a:lnTo>
                    <a:lnTo>
                      <a:pt x="4208850" y="5507667"/>
                    </a:lnTo>
                    <a:cubicBezTo>
                      <a:pt x="4208803" y="5498832"/>
                      <a:pt x="4206231" y="5489497"/>
                      <a:pt x="4204327" y="5480637"/>
                    </a:cubicBezTo>
                    <a:cubicBezTo>
                      <a:pt x="4200516" y="5462351"/>
                      <a:pt x="4196514" y="5443870"/>
                      <a:pt x="4192704" y="5425582"/>
                    </a:cubicBezTo>
                    <a:cubicBezTo>
                      <a:pt x="4190038" y="5412057"/>
                      <a:pt x="4187752" y="5398721"/>
                      <a:pt x="4184513" y="5385384"/>
                    </a:cubicBezTo>
                    <a:lnTo>
                      <a:pt x="4179637" y="5355014"/>
                    </a:lnTo>
                    <a:lnTo>
                      <a:pt x="4183557" y="5321350"/>
                    </a:lnTo>
                    <a:lnTo>
                      <a:pt x="4208517" y="5272797"/>
                    </a:lnTo>
                    <a:lnTo>
                      <a:pt x="4225669" y="5241089"/>
                    </a:lnTo>
                    <a:lnTo>
                      <a:pt x="4231973" y="5229433"/>
                    </a:lnTo>
                    <a:lnTo>
                      <a:pt x="4232139" y="5179068"/>
                    </a:lnTo>
                    <a:lnTo>
                      <a:pt x="4232139" y="5179067"/>
                    </a:lnTo>
                    <a:cubicBezTo>
                      <a:pt x="4231663" y="5176876"/>
                      <a:pt x="4230473" y="5174400"/>
                      <a:pt x="4229593" y="5172090"/>
                    </a:cubicBezTo>
                    <a:lnTo>
                      <a:pt x="4228901" y="5166114"/>
                    </a:lnTo>
                    <a:lnTo>
                      <a:pt x="4235616" y="5133225"/>
                    </a:lnTo>
                    <a:lnTo>
                      <a:pt x="4235616" y="5133224"/>
                    </a:lnTo>
                    <a:lnTo>
                      <a:pt x="4235615" y="5133220"/>
                    </a:lnTo>
                    <a:lnTo>
                      <a:pt x="4228473" y="5102461"/>
                    </a:lnTo>
                    <a:lnTo>
                      <a:pt x="4222587" y="5087441"/>
                    </a:lnTo>
                    <a:lnTo>
                      <a:pt x="4222582" y="5087423"/>
                    </a:lnTo>
                    <a:cubicBezTo>
                      <a:pt x="4216496" y="5072411"/>
                      <a:pt x="4210397" y="5057381"/>
                      <a:pt x="4209468" y="5041521"/>
                    </a:cubicBezTo>
                    <a:cubicBezTo>
                      <a:pt x="4208326" y="5022852"/>
                      <a:pt x="4194228" y="5003801"/>
                      <a:pt x="4182989" y="4987037"/>
                    </a:cubicBezTo>
                    <a:lnTo>
                      <a:pt x="4165707" y="4957454"/>
                    </a:lnTo>
                    <a:lnTo>
                      <a:pt x="4158155" y="4933805"/>
                    </a:lnTo>
                    <a:lnTo>
                      <a:pt x="4159557" y="4912169"/>
                    </a:lnTo>
                    <a:cubicBezTo>
                      <a:pt x="4161319" y="4904358"/>
                      <a:pt x="4161831" y="4896714"/>
                      <a:pt x="4161262" y="4889276"/>
                    </a:cubicBezTo>
                    <a:lnTo>
                      <a:pt x="4161262" y="4889275"/>
                    </a:lnTo>
                    <a:lnTo>
                      <a:pt x="4156484" y="4867614"/>
                    </a:lnTo>
                    <a:lnTo>
                      <a:pt x="4153733" y="4863343"/>
                    </a:lnTo>
                    <a:lnTo>
                      <a:pt x="4151983" y="4857317"/>
                    </a:lnTo>
                    <a:cubicBezTo>
                      <a:pt x="4146840" y="4847214"/>
                      <a:pt x="4139839" y="4837703"/>
                      <a:pt x="4131552" y="4828916"/>
                    </a:cubicBezTo>
                    <a:lnTo>
                      <a:pt x="4116716" y="4800483"/>
                    </a:lnTo>
                    <a:lnTo>
                      <a:pt x="4118025" y="4767765"/>
                    </a:lnTo>
                    <a:cubicBezTo>
                      <a:pt x="4123931" y="4738236"/>
                      <a:pt x="4124313" y="4707565"/>
                      <a:pt x="4127932" y="4677656"/>
                    </a:cubicBezTo>
                    <a:cubicBezTo>
                      <a:pt x="4128694" y="4671177"/>
                      <a:pt x="4131362" y="4662987"/>
                      <a:pt x="4135934" y="4659175"/>
                    </a:cubicBezTo>
                    <a:cubicBezTo>
                      <a:pt x="4192704" y="4612501"/>
                      <a:pt x="4193276" y="4546777"/>
                      <a:pt x="4195944" y="4482005"/>
                    </a:cubicBezTo>
                    <a:cubicBezTo>
                      <a:pt x="4197659" y="4442762"/>
                      <a:pt x="4197659" y="4403326"/>
                      <a:pt x="4196706" y="4363891"/>
                    </a:cubicBezTo>
                    <a:lnTo>
                      <a:pt x="4196706" y="4363890"/>
                    </a:lnTo>
                    <a:cubicBezTo>
                      <a:pt x="4196514" y="4350554"/>
                      <a:pt x="4193466" y="4336457"/>
                      <a:pt x="4187752" y="4324645"/>
                    </a:cubicBezTo>
                    <a:cubicBezTo>
                      <a:pt x="4175749" y="4300070"/>
                      <a:pt x="4160129" y="4277401"/>
                      <a:pt x="4147936" y="4253014"/>
                    </a:cubicBezTo>
                    <a:close/>
                    <a:moveTo>
                      <a:pt x="4211111" y="2836172"/>
                    </a:moveTo>
                    <a:lnTo>
                      <a:pt x="4202421" y="2848793"/>
                    </a:lnTo>
                    <a:cubicBezTo>
                      <a:pt x="4197421" y="2865010"/>
                      <a:pt x="4191562" y="2881307"/>
                      <a:pt x="4186816" y="2897785"/>
                    </a:cubicBezTo>
                    <a:lnTo>
                      <a:pt x="4185787" y="2903551"/>
                    </a:lnTo>
                    <a:lnTo>
                      <a:pt x="4182513" y="2914328"/>
                    </a:lnTo>
                    <a:lnTo>
                      <a:pt x="4177882" y="2947858"/>
                    </a:lnTo>
                    <a:lnTo>
                      <a:pt x="4177881" y="2947862"/>
                    </a:lnTo>
                    <a:lnTo>
                      <a:pt x="4177881" y="2947863"/>
                    </a:lnTo>
                    <a:cubicBezTo>
                      <a:pt x="4177512" y="2959157"/>
                      <a:pt x="4178512" y="2970576"/>
                      <a:pt x="4181465" y="2982149"/>
                    </a:cubicBezTo>
                    <a:lnTo>
                      <a:pt x="4193158" y="3077402"/>
                    </a:lnTo>
                    <a:lnTo>
                      <a:pt x="4180703" y="3172654"/>
                    </a:lnTo>
                    <a:cubicBezTo>
                      <a:pt x="4154794" y="3276480"/>
                      <a:pt x="4127362" y="3380305"/>
                      <a:pt x="4133076" y="3489467"/>
                    </a:cubicBezTo>
                    <a:cubicBezTo>
                      <a:pt x="4134028" y="3507563"/>
                      <a:pt x="4122407" y="3529090"/>
                      <a:pt x="4110977" y="3544713"/>
                    </a:cubicBezTo>
                    <a:cubicBezTo>
                      <a:pt x="4100119" y="3559668"/>
                      <a:pt x="4094260" y="3566812"/>
                      <a:pt x="4093355" y="3574408"/>
                    </a:cubicBezTo>
                    <a:lnTo>
                      <a:pt x="4093355" y="3574409"/>
                    </a:lnTo>
                    <a:cubicBezTo>
                      <a:pt x="4092450" y="3582005"/>
                      <a:pt x="4096499" y="3590054"/>
                      <a:pt x="4105453" y="3606818"/>
                    </a:cubicBezTo>
                    <a:cubicBezTo>
                      <a:pt x="4109835" y="3614820"/>
                      <a:pt x="4112501" y="3624726"/>
                      <a:pt x="4118979" y="3630633"/>
                    </a:cubicBezTo>
                    <a:lnTo>
                      <a:pt x="4136708" y="3654416"/>
                    </a:lnTo>
                    <a:lnTo>
                      <a:pt x="4140382" y="3668940"/>
                    </a:lnTo>
                    <a:lnTo>
                      <a:pt x="4143220" y="3680164"/>
                    </a:lnTo>
                    <a:lnTo>
                      <a:pt x="4139172" y="3734837"/>
                    </a:lnTo>
                    <a:lnTo>
                      <a:pt x="4139172" y="3734838"/>
                    </a:lnTo>
                    <a:cubicBezTo>
                      <a:pt x="4138220" y="3741316"/>
                      <a:pt x="4136886" y="3749126"/>
                      <a:pt x="4139554" y="3754653"/>
                    </a:cubicBezTo>
                    <a:lnTo>
                      <a:pt x="4145911" y="3789776"/>
                    </a:lnTo>
                    <a:lnTo>
                      <a:pt x="4130980" y="3822472"/>
                    </a:lnTo>
                    <a:cubicBezTo>
                      <a:pt x="4123932" y="3831902"/>
                      <a:pt x="4118312" y="3842046"/>
                      <a:pt x="4116645" y="3852619"/>
                    </a:cubicBezTo>
                    <a:lnTo>
                      <a:pt x="4116645" y="3852620"/>
                    </a:lnTo>
                    <a:lnTo>
                      <a:pt x="4117425" y="3868764"/>
                    </a:lnTo>
                    <a:lnTo>
                      <a:pt x="4126028" y="3885337"/>
                    </a:lnTo>
                    <a:lnTo>
                      <a:pt x="4126028" y="3885339"/>
                    </a:lnTo>
                    <a:cubicBezTo>
                      <a:pt x="4135744" y="3897722"/>
                      <a:pt x="4143150" y="3910319"/>
                      <a:pt x="4148409" y="3923125"/>
                    </a:cubicBezTo>
                    <a:lnTo>
                      <a:pt x="4157913" y="3962160"/>
                    </a:lnTo>
                    <a:lnTo>
                      <a:pt x="4142221" y="4043838"/>
                    </a:lnTo>
                    <a:lnTo>
                      <a:pt x="4142220" y="4043839"/>
                    </a:lnTo>
                    <a:cubicBezTo>
                      <a:pt x="4133457" y="4063842"/>
                      <a:pt x="4128075" y="4083702"/>
                      <a:pt x="4127099" y="4103825"/>
                    </a:cubicBezTo>
                    <a:lnTo>
                      <a:pt x="4127099" y="4103826"/>
                    </a:lnTo>
                    <a:lnTo>
                      <a:pt x="4129066" y="4134256"/>
                    </a:lnTo>
                    <a:lnTo>
                      <a:pt x="4138410" y="4165382"/>
                    </a:lnTo>
                    <a:lnTo>
                      <a:pt x="4138410" y="4165384"/>
                    </a:lnTo>
                    <a:lnTo>
                      <a:pt x="4142315" y="4192388"/>
                    </a:lnTo>
                    <a:lnTo>
                      <a:pt x="4142315" y="4192387"/>
                    </a:lnTo>
                    <a:cubicBezTo>
                      <a:pt x="4142411" y="4182767"/>
                      <a:pt x="4141839" y="4173480"/>
                      <a:pt x="4138410" y="4165383"/>
                    </a:cubicBezTo>
                    <a:lnTo>
                      <a:pt x="4138410" y="4165382"/>
                    </a:lnTo>
                    <a:lnTo>
                      <a:pt x="4127099" y="4103826"/>
                    </a:lnTo>
                    <a:lnTo>
                      <a:pt x="4142220" y="4043840"/>
                    </a:lnTo>
                    <a:lnTo>
                      <a:pt x="4142221" y="4043838"/>
                    </a:lnTo>
                    <a:lnTo>
                      <a:pt x="4155523" y="4002410"/>
                    </a:lnTo>
                    <a:lnTo>
                      <a:pt x="4157913" y="3962160"/>
                    </a:lnTo>
                    <a:lnTo>
                      <a:pt x="4157913" y="3962159"/>
                    </a:lnTo>
                    <a:cubicBezTo>
                      <a:pt x="4155651" y="3935727"/>
                      <a:pt x="4145460" y="3910104"/>
                      <a:pt x="4126028" y="3885338"/>
                    </a:cubicBezTo>
                    <a:lnTo>
                      <a:pt x="4126028" y="3885337"/>
                    </a:lnTo>
                    <a:lnTo>
                      <a:pt x="4116645" y="3852620"/>
                    </a:lnTo>
                    <a:lnTo>
                      <a:pt x="4130980" y="3822473"/>
                    </a:lnTo>
                    <a:cubicBezTo>
                      <a:pt x="4139172" y="3811614"/>
                      <a:pt x="4144316" y="3800897"/>
                      <a:pt x="4145911" y="3789777"/>
                    </a:cubicBezTo>
                    <a:lnTo>
                      <a:pt x="4145911" y="3789776"/>
                    </a:lnTo>
                    <a:cubicBezTo>
                      <a:pt x="4147507" y="3778655"/>
                      <a:pt x="4145554" y="3767130"/>
                      <a:pt x="4139554" y="3754652"/>
                    </a:cubicBezTo>
                    <a:lnTo>
                      <a:pt x="4139172" y="3734838"/>
                    </a:lnTo>
                    <a:lnTo>
                      <a:pt x="4143220" y="3680164"/>
                    </a:lnTo>
                    <a:lnTo>
                      <a:pt x="4143220" y="3680163"/>
                    </a:lnTo>
                    <a:lnTo>
                      <a:pt x="4140382" y="3668940"/>
                    </a:lnTo>
                    <a:lnTo>
                      <a:pt x="4136708" y="3654416"/>
                    </a:lnTo>
                    <a:lnTo>
                      <a:pt x="4136708" y="3654416"/>
                    </a:lnTo>
                    <a:lnTo>
                      <a:pt x="4136708" y="3654415"/>
                    </a:lnTo>
                    <a:cubicBezTo>
                      <a:pt x="4132898" y="3646123"/>
                      <a:pt x="4127219" y="3638157"/>
                      <a:pt x="4118979" y="3630632"/>
                    </a:cubicBezTo>
                    <a:cubicBezTo>
                      <a:pt x="4112501" y="3624725"/>
                      <a:pt x="4109835" y="3614819"/>
                      <a:pt x="4105453" y="3606817"/>
                    </a:cubicBezTo>
                    <a:cubicBezTo>
                      <a:pt x="4100976" y="3598435"/>
                      <a:pt x="4097725" y="3592232"/>
                      <a:pt x="4095707" y="3587174"/>
                    </a:cubicBezTo>
                    <a:lnTo>
                      <a:pt x="4093355" y="3574408"/>
                    </a:lnTo>
                    <a:lnTo>
                      <a:pt x="4098434" y="3562321"/>
                    </a:lnTo>
                    <a:cubicBezTo>
                      <a:pt x="4101369" y="3557716"/>
                      <a:pt x="4105548" y="3552191"/>
                      <a:pt x="4110977" y="3544714"/>
                    </a:cubicBezTo>
                    <a:cubicBezTo>
                      <a:pt x="4122407" y="3529091"/>
                      <a:pt x="4134028" y="3507564"/>
                      <a:pt x="4133076" y="3489468"/>
                    </a:cubicBezTo>
                    <a:cubicBezTo>
                      <a:pt x="4127362" y="3380306"/>
                      <a:pt x="4154794" y="3276481"/>
                      <a:pt x="4180703" y="3172655"/>
                    </a:cubicBezTo>
                    <a:cubicBezTo>
                      <a:pt x="4188705" y="3140650"/>
                      <a:pt x="4192943" y="3109026"/>
                      <a:pt x="4193158" y="3077402"/>
                    </a:cubicBezTo>
                    <a:lnTo>
                      <a:pt x="4193158" y="3077401"/>
                    </a:lnTo>
                    <a:cubicBezTo>
                      <a:pt x="4193372" y="3045777"/>
                      <a:pt x="4189562" y="3014153"/>
                      <a:pt x="4181465" y="2982148"/>
                    </a:cubicBezTo>
                    <a:lnTo>
                      <a:pt x="4177881" y="2947863"/>
                    </a:lnTo>
                    <a:lnTo>
                      <a:pt x="4177882" y="2947858"/>
                    </a:lnTo>
                    <a:lnTo>
                      <a:pt x="4185787" y="2903551"/>
                    </a:lnTo>
                    <a:lnTo>
                      <a:pt x="4202421" y="2848794"/>
                    </a:lnTo>
                    <a:cubicBezTo>
                      <a:pt x="4203754" y="2844317"/>
                      <a:pt x="4207040" y="2839983"/>
                      <a:pt x="4211111" y="2836173"/>
                    </a:cubicBezTo>
                    <a:close/>
                    <a:moveTo>
                      <a:pt x="3726625" y="1508458"/>
                    </a:moveTo>
                    <a:lnTo>
                      <a:pt x="3698531" y="1596214"/>
                    </a:lnTo>
                    <a:cubicBezTo>
                      <a:pt x="3696054" y="1604979"/>
                      <a:pt x="3697579" y="1615837"/>
                      <a:pt x="3700436" y="1624981"/>
                    </a:cubicBezTo>
                    <a:cubicBezTo>
                      <a:pt x="3710152" y="1656224"/>
                      <a:pt x="3734537" y="1676037"/>
                      <a:pt x="3757017" y="1697754"/>
                    </a:cubicBezTo>
                    <a:cubicBezTo>
                      <a:pt x="3766924" y="1707280"/>
                      <a:pt x="3773972" y="1720424"/>
                      <a:pt x="3779686" y="1733189"/>
                    </a:cubicBezTo>
                    <a:cubicBezTo>
                      <a:pt x="3794357" y="1766336"/>
                      <a:pt x="3807501" y="1800247"/>
                      <a:pt x="3821407" y="1833776"/>
                    </a:cubicBezTo>
                    <a:cubicBezTo>
                      <a:pt x="3822741" y="1837014"/>
                      <a:pt x="3826170" y="1839680"/>
                      <a:pt x="3829028" y="1842159"/>
                    </a:cubicBezTo>
                    <a:cubicBezTo>
                      <a:pt x="3859129" y="1866923"/>
                      <a:pt x="3889418" y="1891498"/>
                      <a:pt x="3919519" y="1916455"/>
                    </a:cubicBezTo>
                    <a:cubicBezTo>
                      <a:pt x="3925233" y="1921217"/>
                      <a:pt x="3929425" y="1928077"/>
                      <a:pt x="3934949" y="1933220"/>
                    </a:cubicBezTo>
                    <a:cubicBezTo>
                      <a:pt x="3942569" y="1940460"/>
                      <a:pt x="3949810" y="1949604"/>
                      <a:pt x="3958954" y="1953414"/>
                    </a:cubicBezTo>
                    <a:cubicBezTo>
                      <a:pt x="3987719" y="1965225"/>
                      <a:pt x="4000103" y="1987895"/>
                      <a:pt x="4005437" y="2016470"/>
                    </a:cubicBezTo>
                    <a:cubicBezTo>
                      <a:pt x="4010390" y="2042571"/>
                      <a:pt x="4014582" y="2068670"/>
                      <a:pt x="4020296" y="2094579"/>
                    </a:cubicBezTo>
                    <a:cubicBezTo>
                      <a:pt x="4027154" y="2126202"/>
                      <a:pt x="4034584" y="2157637"/>
                      <a:pt x="4042967" y="2188880"/>
                    </a:cubicBezTo>
                    <a:cubicBezTo>
                      <a:pt x="4046587" y="2202405"/>
                      <a:pt x="4050777" y="2216693"/>
                      <a:pt x="4058207" y="2228315"/>
                    </a:cubicBezTo>
                    <a:cubicBezTo>
                      <a:pt x="4078782" y="2260891"/>
                      <a:pt x="4092688" y="2295754"/>
                      <a:pt x="4087164" y="2334045"/>
                    </a:cubicBezTo>
                    <a:cubicBezTo>
                      <a:pt x="4082782" y="2364716"/>
                      <a:pt x="4094022" y="2390435"/>
                      <a:pt x="4111549" y="2409486"/>
                    </a:cubicBezTo>
                    <a:cubicBezTo>
                      <a:pt x="4119503" y="2418155"/>
                      <a:pt x="4125016" y="2426977"/>
                      <a:pt x="4128650" y="2435913"/>
                    </a:cubicBezTo>
                    <a:lnTo>
                      <a:pt x="4134481" y="2463018"/>
                    </a:lnTo>
                    <a:lnTo>
                      <a:pt x="4125839" y="2518262"/>
                    </a:lnTo>
                    <a:lnTo>
                      <a:pt x="4125838" y="2518264"/>
                    </a:lnTo>
                    <a:cubicBezTo>
                      <a:pt x="4123171" y="2527790"/>
                      <a:pt x="4122027" y="2536457"/>
                      <a:pt x="4122194" y="2545006"/>
                    </a:cubicBezTo>
                    <a:lnTo>
                      <a:pt x="4122194" y="2545007"/>
                    </a:lnTo>
                    <a:cubicBezTo>
                      <a:pt x="4122360" y="2553556"/>
                      <a:pt x="4123837" y="2561986"/>
                      <a:pt x="4126408" y="2571035"/>
                    </a:cubicBezTo>
                    <a:cubicBezTo>
                      <a:pt x="4138410" y="2612946"/>
                      <a:pt x="4170987" y="2640951"/>
                      <a:pt x="4199563" y="2668002"/>
                    </a:cubicBezTo>
                    <a:cubicBezTo>
                      <a:pt x="4223947" y="2691055"/>
                      <a:pt x="4237663" y="2716964"/>
                      <a:pt x="4247953" y="2745349"/>
                    </a:cubicBezTo>
                    <a:lnTo>
                      <a:pt x="4247954" y="2745352"/>
                    </a:lnTo>
                    <a:lnTo>
                      <a:pt x="4253873" y="2778006"/>
                    </a:lnTo>
                    <a:lnTo>
                      <a:pt x="4253453" y="2785440"/>
                    </a:lnTo>
                    <a:lnTo>
                      <a:pt x="4243374" y="2811780"/>
                    </a:lnTo>
                    <a:lnTo>
                      <a:pt x="4243371" y="2811787"/>
                    </a:lnTo>
                    <a:lnTo>
                      <a:pt x="4243372" y="2811787"/>
                    </a:lnTo>
                    <a:lnTo>
                      <a:pt x="4243374" y="2811780"/>
                    </a:lnTo>
                    <a:lnTo>
                      <a:pt x="4253025" y="2793023"/>
                    </a:lnTo>
                    <a:lnTo>
                      <a:pt x="4253453" y="2785440"/>
                    </a:lnTo>
                    <a:lnTo>
                      <a:pt x="4254654" y="2782305"/>
                    </a:lnTo>
                    <a:lnTo>
                      <a:pt x="4253873" y="2778006"/>
                    </a:lnTo>
                    <a:lnTo>
                      <a:pt x="4254284" y="2770758"/>
                    </a:lnTo>
                    <a:lnTo>
                      <a:pt x="4247954" y="2745352"/>
                    </a:lnTo>
                    <a:lnTo>
                      <a:pt x="4247953" y="2745348"/>
                    </a:lnTo>
                    <a:cubicBezTo>
                      <a:pt x="4237663" y="2716963"/>
                      <a:pt x="4223947" y="2691054"/>
                      <a:pt x="4199563" y="2668001"/>
                    </a:cubicBezTo>
                    <a:cubicBezTo>
                      <a:pt x="4170987" y="2640950"/>
                      <a:pt x="4138410" y="2612945"/>
                      <a:pt x="4126408" y="2571034"/>
                    </a:cubicBezTo>
                    <a:lnTo>
                      <a:pt x="4122194" y="2545007"/>
                    </a:lnTo>
                    <a:lnTo>
                      <a:pt x="4125838" y="2518265"/>
                    </a:lnTo>
                    <a:lnTo>
                      <a:pt x="4125839" y="2518262"/>
                    </a:lnTo>
                    <a:lnTo>
                      <a:pt x="4132419" y="2490551"/>
                    </a:lnTo>
                    <a:lnTo>
                      <a:pt x="4134481" y="2463018"/>
                    </a:lnTo>
                    <a:lnTo>
                      <a:pt x="4134481" y="2463017"/>
                    </a:lnTo>
                    <a:cubicBezTo>
                      <a:pt x="4133600" y="2444777"/>
                      <a:pt x="4127457" y="2426822"/>
                      <a:pt x="4111549" y="2409485"/>
                    </a:cubicBezTo>
                    <a:cubicBezTo>
                      <a:pt x="4094022" y="2390434"/>
                      <a:pt x="4082782" y="2364715"/>
                      <a:pt x="4087164" y="2334044"/>
                    </a:cubicBezTo>
                    <a:cubicBezTo>
                      <a:pt x="4092688" y="2295753"/>
                      <a:pt x="4078782" y="2260890"/>
                      <a:pt x="4058207" y="2228314"/>
                    </a:cubicBezTo>
                    <a:cubicBezTo>
                      <a:pt x="4050777" y="2216692"/>
                      <a:pt x="4046587" y="2202404"/>
                      <a:pt x="4042967" y="2188879"/>
                    </a:cubicBezTo>
                    <a:cubicBezTo>
                      <a:pt x="4034584" y="2157636"/>
                      <a:pt x="4027154" y="2126201"/>
                      <a:pt x="4020296" y="2094578"/>
                    </a:cubicBezTo>
                    <a:cubicBezTo>
                      <a:pt x="4014582" y="2068669"/>
                      <a:pt x="4010390" y="2042570"/>
                      <a:pt x="4005437" y="2016469"/>
                    </a:cubicBezTo>
                    <a:cubicBezTo>
                      <a:pt x="4000103" y="1987894"/>
                      <a:pt x="3987719" y="1965224"/>
                      <a:pt x="3958954" y="1953413"/>
                    </a:cubicBezTo>
                    <a:cubicBezTo>
                      <a:pt x="3949810" y="1949603"/>
                      <a:pt x="3942569" y="1940459"/>
                      <a:pt x="3934949" y="1933219"/>
                    </a:cubicBezTo>
                    <a:cubicBezTo>
                      <a:pt x="3929425" y="1928076"/>
                      <a:pt x="3925233" y="1921216"/>
                      <a:pt x="3919519" y="1916454"/>
                    </a:cubicBezTo>
                    <a:cubicBezTo>
                      <a:pt x="3889418" y="1891497"/>
                      <a:pt x="3859129" y="1866922"/>
                      <a:pt x="3829028" y="1842158"/>
                    </a:cubicBezTo>
                    <a:cubicBezTo>
                      <a:pt x="3826170" y="1839679"/>
                      <a:pt x="3822741" y="1837013"/>
                      <a:pt x="3821407" y="1833775"/>
                    </a:cubicBezTo>
                    <a:cubicBezTo>
                      <a:pt x="3807501" y="1800246"/>
                      <a:pt x="3794358" y="1766335"/>
                      <a:pt x="3779686" y="1733188"/>
                    </a:cubicBezTo>
                    <a:cubicBezTo>
                      <a:pt x="3773972" y="1720423"/>
                      <a:pt x="3766924" y="1707279"/>
                      <a:pt x="3757018" y="1697753"/>
                    </a:cubicBezTo>
                    <a:cubicBezTo>
                      <a:pt x="3734538" y="1676036"/>
                      <a:pt x="3710152" y="1656223"/>
                      <a:pt x="3700436" y="1624980"/>
                    </a:cubicBezTo>
                    <a:cubicBezTo>
                      <a:pt x="3697580" y="1615836"/>
                      <a:pt x="3696055" y="1604978"/>
                      <a:pt x="3698532" y="1596213"/>
                    </a:cubicBezTo>
                    <a:close/>
                    <a:moveTo>
                      <a:pt x="3745230" y="1459073"/>
                    </a:moveTo>
                    <a:lnTo>
                      <a:pt x="3745229" y="1459074"/>
                    </a:lnTo>
                    <a:lnTo>
                      <a:pt x="3736012" y="1481572"/>
                    </a:lnTo>
                    <a:close/>
                    <a:moveTo>
                      <a:pt x="3764423" y="1268758"/>
                    </a:moveTo>
                    <a:cubicBezTo>
                      <a:pt x="3764875" y="1275402"/>
                      <a:pt x="3766447" y="1281689"/>
                      <a:pt x="3769590" y="1286070"/>
                    </a:cubicBezTo>
                    <a:cubicBezTo>
                      <a:pt x="3784163" y="1306930"/>
                      <a:pt x="3790403" y="1328553"/>
                      <a:pt x="3791927" y="1350628"/>
                    </a:cubicBezTo>
                    <a:lnTo>
                      <a:pt x="3786333" y="1413840"/>
                    </a:lnTo>
                    <a:lnTo>
                      <a:pt x="3791928" y="1350627"/>
                    </a:lnTo>
                    <a:cubicBezTo>
                      <a:pt x="3790403" y="1328552"/>
                      <a:pt x="3784164" y="1306930"/>
                      <a:pt x="3769590" y="1286069"/>
                    </a:cubicBezTo>
                    <a:close/>
                    <a:moveTo>
                      <a:pt x="3706152" y="773035"/>
                    </a:moveTo>
                    <a:lnTo>
                      <a:pt x="3706152" y="773036"/>
                    </a:lnTo>
                    <a:cubicBezTo>
                      <a:pt x="3708438" y="800277"/>
                      <a:pt x="3711676" y="827330"/>
                      <a:pt x="3714152" y="854380"/>
                    </a:cubicBezTo>
                    <a:cubicBezTo>
                      <a:pt x="3716438" y="878957"/>
                      <a:pt x="3717200" y="903723"/>
                      <a:pt x="3745205" y="915344"/>
                    </a:cubicBezTo>
                    <a:cubicBezTo>
                      <a:pt x="3749587" y="917060"/>
                      <a:pt x="3752825" y="922774"/>
                      <a:pt x="3755683" y="927156"/>
                    </a:cubicBezTo>
                    <a:cubicBezTo>
                      <a:pt x="3799691" y="994786"/>
                      <a:pt x="3798547" y="1030981"/>
                      <a:pt x="3752063" y="1097088"/>
                    </a:cubicBezTo>
                    <a:cubicBezTo>
                      <a:pt x="3747301" y="1103946"/>
                      <a:pt x="3743871" y="1118614"/>
                      <a:pt x="3747681" y="1123186"/>
                    </a:cubicBezTo>
                    <a:cubicBezTo>
                      <a:pt x="3763493" y="1142618"/>
                      <a:pt x="3770542" y="1162954"/>
                      <a:pt x="3772400" y="1184029"/>
                    </a:cubicBezTo>
                    <a:cubicBezTo>
                      <a:pt x="3770542" y="1162954"/>
                      <a:pt x="3763494" y="1142617"/>
                      <a:pt x="3747682" y="1123185"/>
                    </a:cubicBezTo>
                    <a:cubicBezTo>
                      <a:pt x="3743872" y="1118613"/>
                      <a:pt x="3747302" y="1103945"/>
                      <a:pt x="3752064" y="1097087"/>
                    </a:cubicBezTo>
                    <a:cubicBezTo>
                      <a:pt x="3798548" y="1030980"/>
                      <a:pt x="3799692" y="994785"/>
                      <a:pt x="3755684" y="927155"/>
                    </a:cubicBezTo>
                    <a:cubicBezTo>
                      <a:pt x="3752826" y="922773"/>
                      <a:pt x="3749588" y="917059"/>
                      <a:pt x="3745206" y="915343"/>
                    </a:cubicBezTo>
                    <a:cubicBezTo>
                      <a:pt x="3717200" y="903722"/>
                      <a:pt x="3716438" y="878956"/>
                      <a:pt x="3714152" y="854379"/>
                    </a:cubicBezTo>
                    <a:close/>
                    <a:moveTo>
                      <a:pt x="3761553" y="517851"/>
                    </a:moveTo>
                    <a:lnTo>
                      <a:pt x="3752635" y="556048"/>
                    </a:lnTo>
                    <a:cubicBezTo>
                      <a:pt x="3750539" y="564049"/>
                      <a:pt x="3745015" y="572623"/>
                      <a:pt x="3746157" y="580051"/>
                    </a:cubicBezTo>
                    <a:cubicBezTo>
                      <a:pt x="3749491" y="601579"/>
                      <a:pt x="3747062" y="622201"/>
                      <a:pt x="3742776" y="642538"/>
                    </a:cubicBezTo>
                    <a:lnTo>
                      <a:pt x="3730253" y="694928"/>
                    </a:lnTo>
                    <a:lnTo>
                      <a:pt x="3742777" y="642537"/>
                    </a:lnTo>
                    <a:cubicBezTo>
                      <a:pt x="3747063" y="622201"/>
                      <a:pt x="3749492" y="601578"/>
                      <a:pt x="3746158" y="580050"/>
                    </a:cubicBezTo>
                    <a:cubicBezTo>
                      <a:pt x="3745016" y="572622"/>
                      <a:pt x="3750540" y="564048"/>
                      <a:pt x="3752636" y="556047"/>
                    </a:cubicBezTo>
                    <a:close/>
                    <a:moveTo>
                      <a:pt x="3774848" y="298169"/>
                    </a:moveTo>
                    <a:lnTo>
                      <a:pt x="3760065" y="313534"/>
                    </a:lnTo>
                    <a:cubicBezTo>
                      <a:pt x="3755873" y="316390"/>
                      <a:pt x="3758159" y="330299"/>
                      <a:pt x="3759493" y="338871"/>
                    </a:cubicBezTo>
                    <a:lnTo>
                      <a:pt x="3759500" y="338900"/>
                    </a:lnTo>
                    <a:lnTo>
                      <a:pt x="3769400" y="395640"/>
                    </a:lnTo>
                    <a:lnTo>
                      <a:pt x="3765590" y="367328"/>
                    </a:lnTo>
                    <a:lnTo>
                      <a:pt x="3759500" y="338900"/>
                    </a:lnTo>
                    <a:lnTo>
                      <a:pt x="3759494" y="338870"/>
                    </a:lnTo>
                    <a:cubicBezTo>
                      <a:pt x="3758160" y="330298"/>
                      <a:pt x="3755874" y="316389"/>
                      <a:pt x="3760066" y="313533"/>
                    </a:cubicBezTo>
                    <a:close/>
                    <a:moveTo>
                      <a:pt x="3782393" y="281568"/>
                    </a:moveTo>
                    <a:lnTo>
                      <a:pt x="3777498" y="295415"/>
                    </a:lnTo>
                    <a:lnTo>
                      <a:pt x="3777499" y="295415"/>
                    </a:lnTo>
                    <a:close/>
                    <a:moveTo>
                      <a:pt x="3769073" y="24486"/>
                    </a:moveTo>
                    <a:lnTo>
                      <a:pt x="3766810" y="74129"/>
                    </a:lnTo>
                    <a:cubicBezTo>
                      <a:pt x="3767733" y="91492"/>
                      <a:pt x="3770043" y="108703"/>
                      <a:pt x="3772734" y="125861"/>
                    </a:cubicBezTo>
                    <a:lnTo>
                      <a:pt x="3777129" y="153387"/>
                    </a:lnTo>
                    <a:lnTo>
                      <a:pt x="3785402" y="228944"/>
                    </a:lnTo>
                    <a:lnTo>
                      <a:pt x="3780943" y="177271"/>
                    </a:lnTo>
                    <a:lnTo>
                      <a:pt x="3777129" y="153387"/>
                    </a:lnTo>
                    <a:lnTo>
                      <a:pt x="3776930" y="151569"/>
                    </a:lnTo>
                    <a:cubicBezTo>
                      <a:pt x="3772700" y="125876"/>
                      <a:pt x="3768195" y="100174"/>
                      <a:pt x="3766811" y="74129"/>
                    </a:cubicBezTo>
                    <a:close/>
                    <a:moveTo>
                      <a:pt x="3766492" y="0"/>
                    </a:moveTo>
                    <a:lnTo>
                      <a:pt x="4230600" y="0"/>
                    </a:lnTo>
                    <a:lnTo>
                      <a:pt x="4229473" y="2817"/>
                    </a:lnTo>
                    <a:cubicBezTo>
                      <a:pt x="4221092" y="21486"/>
                      <a:pt x="4218423" y="43012"/>
                      <a:pt x="4215375" y="63587"/>
                    </a:cubicBezTo>
                    <a:cubicBezTo>
                      <a:pt x="4209851" y="101308"/>
                      <a:pt x="4206421" y="139219"/>
                      <a:pt x="4201468" y="176939"/>
                    </a:cubicBezTo>
                    <a:cubicBezTo>
                      <a:pt x="4200325" y="184941"/>
                      <a:pt x="4198231" y="194085"/>
                      <a:pt x="4193466" y="200182"/>
                    </a:cubicBezTo>
                    <a:cubicBezTo>
                      <a:pt x="4161461" y="241901"/>
                      <a:pt x="4152508" y="292579"/>
                      <a:pt x="4155554" y="340774"/>
                    </a:cubicBezTo>
                    <a:cubicBezTo>
                      <a:pt x="4157843" y="378686"/>
                      <a:pt x="4159557" y="415835"/>
                      <a:pt x="4156319" y="453364"/>
                    </a:cubicBezTo>
                    <a:cubicBezTo>
                      <a:pt x="4156127" y="456222"/>
                      <a:pt x="4156509" y="460032"/>
                      <a:pt x="4158033" y="462126"/>
                    </a:cubicBezTo>
                    <a:cubicBezTo>
                      <a:pt x="4168129" y="475081"/>
                      <a:pt x="4168891" y="488607"/>
                      <a:pt x="4170605" y="505182"/>
                    </a:cubicBezTo>
                    <a:cubicBezTo>
                      <a:pt x="4173083" y="528615"/>
                      <a:pt x="4171367" y="550141"/>
                      <a:pt x="4167177" y="571860"/>
                    </a:cubicBezTo>
                    <a:cubicBezTo>
                      <a:pt x="4164129" y="587672"/>
                      <a:pt x="4157843" y="603673"/>
                      <a:pt x="4149840" y="617772"/>
                    </a:cubicBezTo>
                    <a:cubicBezTo>
                      <a:pt x="4138600" y="637392"/>
                      <a:pt x="4134220" y="656255"/>
                      <a:pt x="4149078" y="674923"/>
                    </a:cubicBezTo>
                    <a:cubicBezTo>
                      <a:pt x="4164891" y="695116"/>
                      <a:pt x="4159367" y="717977"/>
                      <a:pt x="4159937" y="740268"/>
                    </a:cubicBezTo>
                    <a:cubicBezTo>
                      <a:pt x="4160129" y="749982"/>
                      <a:pt x="4159747" y="760270"/>
                      <a:pt x="4162223" y="769605"/>
                    </a:cubicBezTo>
                    <a:cubicBezTo>
                      <a:pt x="4169273" y="796655"/>
                      <a:pt x="4179941" y="822756"/>
                      <a:pt x="4184703" y="850189"/>
                    </a:cubicBezTo>
                    <a:cubicBezTo>
                      <a:pt x="4187370" y="865430"/>
                      <a:pt x="4182607" y="882384"/>
                      <a:pt x="4179179" y="898198"/>
                    </a:cubicBezTo>
                    <a:cubicBezTo>
                      <a:pt x="4175559" y="914200"/>
                      <a:pt x="4170035" y="930011"/>
                      <a:pt x="4164319" y="945444"/>
                    </a:cubicBezTo>
                    <a:cubicBezTo>
                      <a:pt x="4160509" y="955920"/>
                      <a:pt x="4156889" y="967350"/>
                      <a:pt x="4150030" y="975733"/>
                    </a:cubicBezTo>
                    <a:cubicBezTo>
                      <a:pt x="4134410" y="994785"/>
                      <a:pt x="4131742" y="1014406"/>
                      <a:pt x="4139934" y="1036887"/>
                    </a:cubicBezTo>
                    <a:cubicBezTo>
                      <a:pt x="4141268" y="1040315"/>
                      <a:pt x="4141268" y="1044315"/>
                      <a:pt x="4141458" y="1048125"/>
                    </a:cubicBezTo>
                    <a:cubicBezTo>
                      <a:pt x="4145458" y="1109091"/>
                      <a:pt x="4147936" y="1170051"/>
                      <a:pt x="4154032" y="1230633"/>
                    </a:cubicBezTo>
                    <a:cubicBezTo>
                      <a:pt x="4156509" y="1255206"/>
                      <a:pt x="4167367" y="1278829"/>
                      <a:pt x="4174225" y="1303024"/>
                    </a:cubicBezTo>
                    <a:cubicBezTo>
                      <a:pt x="4175559" y="1307978"/>
                      <a:pt x="4177655" y="1313504"/>
                      <a:pt x="4176701" y="1318456"/>
                    </a:cubicBezTo>
                    <a:cubicBezTo>
                      <a:pt x="4167177" y="1372368"/>
                      <a:pt x="4181083" y="1422854"/>
                      <a:pt x="4199372" y="1472575"/>
                    </a:cubicBezTo>
                    <a:cubicBezTo>
                      <a:pt x="4201278" y="1477717"/>
                      <a:pt x="4200706" y="1484004"/>
                      <a:pt x="4200325" y="1489720"/>
                    </a:cubicBezTo>
                    <a:cubicBezTo>
                      <a:pt x="4198993" y="1505724"/>
                      <a:pt x="4192324" y="1523059"/>
                      <a:pt x="4196324" y="1537537"/>
                    </a:cubicBezTo>
                    <a:cubicBezTo>
                      <a:pt x="4207374" y="1576019"/>
                      <a:pt x="4220709" y="1614120"/>
                      <a:pt x="4237474" y="1650317"/>
                    </a:cubicBezTo>
                    <a:cubicBezTo>
                      <a:pt x="4254428" y="1687086"/>
                      <a:pt x="4268716" y="1721185"/>
                      <a:pt x="4251572" y="1763287"/>
                    </a:cubicBezTo>
                    <a:cubicBezTo>
                      <a:pt x="4244332" y="1781194"/>
                      <a:pt x="4249476" y="1804816"/>
                      <a:pt x="4251380" y="1825393"/>
                    </a:cubicBezTo>
                    <a:cubicBezTo>
                      <a:pt x="4252904" y="1840441"/>
                      <a:pt x="4261478" y="1854920"/>
                      <a:pt x="4261478" y="1869780"/>
                    </a:cubicBezTo>
                    <a:cubicBezTo>
                      <a:pt x="4261478" y="1909408"/>
                      <a:pt x="4271574" y="1944649"/>
                      <a:pt x="4292149" y="1978940"/>
                    </a:cubicBezTo>
                    <a:cubicBezTo>
                      <a:pt x="4300150" y="1992279"/>
                      <a:pt x="4294815" y="2013043"/>
                      <a:pt x="4296911" y="2030378"/>
                    </a:cubicBezTo>
                    <a:cubicBezTo>
                      <a:pt x="4299388" y="2048668"/>
                      <a:pt x="4301673" y="2067525"/>
                      <a:pt x="4307201" y="2085054"/>
                    </a:cubicBezTo>
                    <a:cubicBezTo>
                      <a:pt x="4321679" y="2130393"/>
                      <a:pt x="4338062" y="2175163"/>
                      <a:pt x="4353302" y="2220312"/>
                    </a:cubicBezTo>
                    <a:cubicBezTo>
                      <a:pt x="4365877" y="2257459"/>
                      <a:pt x="4355970" y="2294039"/>
                      <a:pt x="4350636" y="2330806"/>
                    </a:cubicBezTo>
                    <a:cubicBezTo>
                      <a:pt x="4347205" y="2353859"/>
                      <a:pt x="4339013" y="2375383"/>
                      <a:pt x="4351206" y="2401292"/>
                    </a:cubicBezTo>
                    <a:cubicBezTo>
                      <a:pt x="4362828" y="2426059"/>
                      <a:pt x="4360160" y="2457492"/>
                      <a:pt x="4366446" y="2485307"/>
                    </a:cubicBezTo>
                    <a:cubicBezTo>
                      <a:pt x="4371781" y="2508742"/>
                      <a:pt x="4380354" y="2531409"/>
                      <a:pt x="4388736" y="2554079"/>
                    </a:cubicBezTo>
                    <a:cubicBezTo>
                      <a:pt x="4400168" y="2584942"/>
                      <a:pt x="4412167" y="2615421"/>
                      <a:pt x="4406453" y="2649143"/>
                    </a:cubicBezTo>
                    <a:cubicBezTo>
                      <a:pt x="4399976" y="2687436"/>
                      <a:pt x="4424359" y="2713723"/>
                      <a:pt x="4440554" y="2743826"/>
                    </a:cubicBezTo>
                    <a:cubicBezTo>
                      <a:pt x="4451603" y="2764590"/>
                      <a:pt x="4459795" y="2787259"/>
                      <a:pt x="4466653" y="2809930"/>
                    </a:cubicBezTo>
                    <a:cubicBezTo>
                      <a:pt x="4475607" y="2840219"/>
                      <a:pt x="4480941" y="2871462"/>
                      <a:pt x="4489705" y="2901943"/>
                    </a:cubicBezTo>
                    <a:cubicBezTo>
                      <a:pt x="4502848" y="2948047"/>
                      <a:pt x="4513137" y="2994722"/>
                      <a:pt x="4505897" y="3042728"/>
                    </a:cubicBezTo>
                    <a:cubicBezTo>
                      <a:pt x="4502659" y="3064827"/>
                      <a:pt x="4502848" y="3085403"/>
                      <a:pt x="4507613" y="3107500"/>
                    </a:cubicBezTo>
                    <a:cubicBezTo>
                      <a:pt x="4515422" y="3143695"/>
                      <a:pt x="4516376" y="3180844"/>
                      <a:pt x="4545521" y="3209993"/>
                    </a:cubicBezTo>
                    <a:cubicBezTo>
                      <a:pt x="4555811" y="3220280"/>
                      <a:pt x="4558477" y="3238758"/>
                      <a:pt x="4563811" y="3253809"/>
                    </a:cubicBezTo>
                    <a:cubicBezTo>
                      <a:pt x="4570099" y="3271145"/>
                      <a:pt x="4566858" y="3283908"/>
                      <a:pt x="4548570" y="3293244"/>
                    </a:cubicBezTo>
                    <a:cubicBezTo>
                      <a:pt x="4540379" y="3297434"/>
                      <a:pt x="4532378" y="3309437"/>
                      <a:pt x="4531043" y="3318771"/>
                    </a:cubicBezTo>
                    <a:cubicBezTo>
                      <a:pt x="4527043" y="3346776"/>
                      <a:pt x="4532950" y="3372495"/>
                      <a:pt x="4545904" y="3399546"/>
                    </a:cubicBezTo>
                    <a:cubicBezTo>
                      <a:pt x="4558096" y="3424883"/>
                      <a:pt x="4556762" y="3456508"/>
                      <a:pt x="4561524" y="3485275"/>
                    </a:cubicBezTo>
                    <a:cubicBezTo>
                      <a:pt x="4564954" y="3505657"/>
                      <a:pt x="4572002" y="3526042"/>
                      <a:pt x="4572002" y="3546617"/>
                    </a:cubicBezTo>
                    <a:cubicBezTo>
                      <a:pt x="4572002" y="3572146"/>
                      <a:pt x="4565907" y="3597482"/>
                      <a:pt x="4563620" y="3623201"/>
                    </a:cubicBezTo>
                    <a:cubicBezTo>
                      <a:pt x="4561716" y="3643204"/>
                      <a:pt x="4562478" y="3663589"/>
                      <a:pt x="4560192" y="3683591"/>
                    </a:cubicBezTo>
                    <a:cubicBezTo>
                      <a:pt x="4558477" y="3699976"/>
                      <a:pt x="4554096" y="3716168"/>
                      <a:pt x="4550476" y="3732361"/>
                    </a:cubicBezTo>
                    <a:cubicBezTo>
                      <a:pt x="4549142" y="3738267"/>
                      <a:pt x="4543998" y="3744173"/>
                      <a:pt x="4544759" y="3749506"/>
                    </a:cubicBezTo>
                    <a:cubicBezTo>
                      <a:pt x="4552953" y="3802467"/>
                      <a:pt x="4516376" y="3840569"/>
                      <a:pt x="4500182" y="3885338"/>
                    </a:cubicBezTo>
                    <a:cubicBezTo>
                      <a:pt x="4483035" y="3932394"/>
                      <a:pt x="4456748" y="3977925"/>
                      <a:pt x="4464557" y="4030503"/>
                    </a:cubicBezTo>
                    <a:cubicBezTo>
                      <a:pt x="4469319" y="4062318"/>
                      <a:pt x="4480369" y="4092989"/>
                      <a:pt x="4487039" y="4124614"/>
                    </a:cubicBezTo>
                    <a:cubicBezTo>
                      <a:pt x="4489324" y="4135854"/>
                      <a:pt x="4488943" y="4148427"/>
                      <a:pt x="4486656" y="4159667"/>
                    </a:cubicBezTo>
                    <a:cubicBezTo>
                      <a:pt x="4476177" y="4213961"/>
                      <a:pt x="4474653" y="4267493"/>
                      <a:pt x="4491801" y="4320837"/>
                    </a:cubicBezTo>
                    <a:cubicBezTo>
                      <a:pt x="4494659" y="4329979"/>
                      <a:pt x="4497325" y="4339695"/>
                      <a:pt x="4497325" y="4349222"/>
                    </a:cubicBezTo>
                    <a:cubicBezTo>
                      <a:pt x="4497325" y="4401419"/>
                      <a:pt x="4493324" y="4452665"/>
                      <a:pt x="4474653" y="4502579"/>
                    </a:cubicBezTo>
                    <a:cubicBezTo>
                      <a:pt x="4468368" y="4519343"/>
                      <a:pt x="4472368" y="4539728"/>
                      <a:pt x="4470844" y="4558207"/>
                    </a:cubicBezTo>
                    <a:cubicBezTo>
                      <a:pt x="4469511" y="4575351"/>
                      <a:pt x="4468940" y="4592878"/>
                      <a:pt x="4464557" y="4609452"/>
                    </a:cubicBezTo>
                    <a:cubicBezTo>
                      <a:pt x="4458082" y="4633647"/>
                      <a:pt x="4457320" y="4656126"/>
                      <a:pt x="4463033" y="4681083"/>
                    </a:cubicBezTo>
                    <a:cubicBezTo>
                      <a:pt x="4468368" y="4704895"/>
                      <a:pt x="4465702" y="4730614"/>
                      <a:pt x="4465891" y="4755381"/>
                    </a:cubicBezTo>
                    <a:cubicBezTo>
                      <a:pt x="4466082" y="4783004"/>
                      <a:pt x="4466272" y="4810627"/>
                      <a:pt x="4465319" y="4838250"/>
                    </a:cubicBezTo>
                    <a:cubicBezTo>
                      <a:pt x="4464940" y="4849300"/>
                      <a:pt x="4457320" y="4861873"/>
                      <a:pt x="4460367" y="4871019"/>
                    </a:cubicBezTo>
                    <a:cubicBezTo>
                      <a:pt x="4470653" y="4900546"/>
                      <a:pt x="4458271" y="4930075"/>
                      <a:pt x="4463795" y="4959602"/>
                    </a:cubicBezTo>
                    <a:cubicBezTo>
                      <a:pt x="4466653" y="4974082"/>
                      <a:pt x="4458844" y="4990465"/>
                      <a:pt x="4458082" y="5006086"/>
                    </a:cubicBezTo>
                    <a:cubicBezTo>
                      <a:pt x="4456748" y="5031614"/>
                      <a:pt x="4457320" y="5057141"/>
                      <a:pt x="4456937" y="5082670"/>
                    </a:cubicBezTo>
                    <a:cubicBezTo>
                      <a:pt x="4456748" y="5091052"/>
                      <a:pt x="4455986" y="5099245"/>
                      <a:pt x="4455603" y="5107627"/>
                    </a:cubicBezTo>
                    <a:cubicBezTo>
                      <a:pt x="4455223" y="5115057"/>
                      <a:pt x="4453508" y="5122867"/>
                      <a:pt x="4454840" y="5129916"/>
                    </a:cubicBezTo>
                    <a:cubicBezTo>
                      <a:pt x="4459605" y="5155445"/>
                      <a:pt x="4467415" y="5180591"/>
                      <a:pt x="4470464" y="5206308"/>
                    </a:cubicBezTo>
                    <a:cubicBezTo>
                      <a:pt x="4473130" y="5228597"/>
                      <a:pt x="4469511" y="5251650"/>
                      <a:pt x="4471415" y="5274129"/>
                    </a:cubicBezTo>
                    <a:cubicBezTo>
                      <a:pt x="4474653" y="5313754"/>
                      <a:pt x="4480369" y="5353379"/>
                      <a:pt x="4483990" y="5393005"/>
                    </a:cubicBezTo>
                    <a:cubicBezTo>
                      <a:pt x="4484752" y="5401579"/>
                      <a:pt x="4479988" y="5410531"/>
                      <a:pt x="4479607" y="5419295"/>
                    </a:cubicBezTo>
                    <a:cubicBezTo>
                      <a:pt x="4478656" y="5446728"/>
                      <a:pt x="4478464" y="5474161"/>
                      <a:pt x="4477894" y="5501594"/>
                    </a:cubicBezTo>
                    <a:cubicBezTo>
                      <a:pt x="4477702" y="5517215"/>
                      <a:pt x="4478273" y="5533027"/>
                      <a:pt x="4476560" y="5548460"/>
                    </a:cubicBezTo>
                    <a:cubicBezTo>
                      <a:pt x="4474273" y="5568842"/>
                      <a:pt x="4470844" y="5587321"/>
                      <a:pt x="4485703" y="5606372"/>
                    </a:cubicBezTo>
                    <a:cubicBezTo>
                      <a:pt x="4508755" y="5635711"/>
                      <a:pt x="4499801" y="5673050"/>
                      <a:pt x="4505134" y="5706959"/>
                    </a:cubicBezTo>
                    <a:cubicBezTo>
                      <a:pt x="4506468" y="5715723"/>
                      <a:pt x="4506659" y="5724678"/>
                      <a:pt x="4508183" y="5733440"/>
                    </a:cubicBezTo>
                    <a:cubicBezTo>
                      <a:pt x="4511041" y="5749634"/>
                      <a:pt x="4514279" y="5765635"/>
                      <a:pt x="4517519" y="5781830"/>
                    </a:cubicBezTo>
                    <a:cubicBezTo>
                      <a:pt x="4518089" y="5784686"/>
                      <a:pt x="4518281" y="5787924"/>
                      <a:pt x="4519234" y="5790592"/>
                    </a:cubicBezTo>
                    <a:cubicBezTo>
                      <a:pt x="4527233" y="5815169"/>
                      <a:pt x="4536378" y="5839361"/>
                      <a:pt x="4542855" y="5864318"/>
                    </a:cubicBezTo>
                    <a:cubicBezTo>
                      <a:pt x="4546095" y="5876511"/>
                      <a:pt x="4546476" y="5890037"/>
                      <a:pt x="4544759" y="5902610"/>
                    </a:cubicBezTo>
                    <a:cubicBezTo>
                      <a:pt x="4539808" y="5939377"/>
                      <a:pt x="4537712" y="5975764"/>
                      <a:pt x="4544951" y="6012723"/>
                    </a:cubicBezTo>
                    <a:cubicBezTo>
                      <a:pt x="4547808" y="6027392"/>
                      <a:pt x="4543045" y="6043776"/>
                      <a:pt x="4541332" y="6059397"/>
                    </a:cubicBezTo>
                    <a:cubicBezTo>
                      <a:pt x="4536759" y="6096736"/>
                      <a:pt x="4531805" y="6134075"/>
                      <a:pt x="4527426" y="6171605"/>
                    </a:cubicBezTo>
                    <a:cubicBezTo>
                      <a:pt x="4524758" y="6195037"/>
                      <a:pt x="4523234" y="6218660"/>
                      <a:pt x="4520568" y="6242093"/>
                    </a:cubicBezTo>
                    <a:cubicBezTo>
                      <a:pt x="4517327" y="6269144"/>
                      <a:pt x="4512375" y="6296005"/>
                      <a:pt x="4509706" y="6323058"/>
                    </a:cubicBezTo>
                    <a:cubicBezTo>
                      <a:pt x="4506659" y="6353919"/>
                      <a:pt x="4506089" y="6384972"/>
                      <a:pt x="4502848" y="6415833"/>
                    </a:cubicBezTo>
                    <a:cubicBezTo>
                      <a:pt x="4496563" y="6472225"/>
                      <a:pt x="4489132" y="6528424"/>
                      <a:pt x="4482084" y="6584812"/>
                    </a:cubicBezTo>
                    <a:cubicBezTo>
                      <a:pt x="4475226" y="6639488"/>
                      <a:pt x="4469129" y="6694164"/>
                      <a:pt x="4460557" y="6748458"/>
                    </a:cubicBezTo>
                    <a:cubicBezTo>
                      <a:pt x="4456937" y="6771319"/>
                      <a:pt x="4447030" y="6793035"/>
                      <a:pt x="4441507" y="6815516"/>
                    </a:cubicBezTo>
                    <a:lnTo>
                      <a:pt x="4431806" y="6858001"/>
                    </a:lnTo>
                    <a:lnTo>
                      <a:pt x="4259554" y="6858001"/>
                    </a:lnTo>
                    <a:lnTo>
                      <a:pt x="4259554" y="6858002"/>
                    </a:lnTo>
                    <a:lnTo>
                      <a:pt x="0" y="6858002"/>
                    </a:lnTo>
                    <a:lnTo>
                      <a:pt x="0" y="2"/>
                    </a:lnTo>
                    <a:lnTo>
                      <a:pt x="3766492" y="1"/>
                    </a:lnTo>
                    <a:lnTo>
                      <a:pt x="3769210" y="21486"/>
                    </a:lnTo>
                    <a:close/>
                  </a:path>
                </a:pathLst>
              </a:custGeom>
              <a:solidFill>
                <a:schemeClr val="tx1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D56F11D0-7966-41FE-AAB9-EC0C54F11F6E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SpPr>
            <p:spPr>
              <a:xfrm>
                <a:off x="-2" y="-1"/>
                <a:ext cx="4572002" cy="6858002"/>
              </a:xfrm>
              <a:custGeom>
                <a:avLst/>
                <a:gdLst>
                  <a:gd name="connsiteX0" fmla="*/ 4214994 w 4572002"/>
                  <a:gd name="connsiteY0" fmla="*/ 6564620 h 6858002"/>
                  <a:gd name="connsiteX1" fmla="*/ 4214994 w 4572002"/>
                  <a:gd name="connsiteY1" fmla="*/ 6564621 h 6858002"/>
                  <a:gd name="connsiteX2" fmla="*/ 4237474 w 4572002"/>
                  <a:gd name="connsiteY2" fmla="*/ 6588626 h 6858002"/>
                  <a:gd name="connsiteX3" fmla="*/ 4254096 w 4572002"/>
                  <a:gd name="connsiteY3" fmla="*/ 6625225 h 6858002"/>
                  <a:gd name="connsiteX4" fmla="*/ 4247001 w 4572002"/>
                  <a:gd name="connsiteY4" fmla="*/ 6662540 h 6858002"/>
                  <a:gd name="connsiteX5" fmla="*/ 4247000 w 4572002"/>
                  <a:gd name="connsiteY5" fmla="*/ 6662541 h 6858002"/>
                  <a:gd name="connsiteX6" fmla="*/ 4246999 w 4572002"/>
                  <a:gd name="connsiteY6" fmla="*/ 6662544 h 6858002"/>
                  <a:gd name="connsiteX7" fmla="*/ 4235550 w 4572002"/>
                  <a:gd name="connsiteY7" fmla="*/ 6683027 h 6858002"/>
                  <a:gd name="connsiteX8" fmla="*/ 4232403 w 4572002"/>
                  <a:gd name="connsiteY8" fmla="*/ 6702976 h 6858002"/>
                  <a:gd name="connsiteX9" fmla="*/ 4232403 w 4572002"/>
                  <a:gd name="connsiteY9" fmla="*/ 6702977 h 6858002"/>
                  <a:gd name="connsiteX10" fmla="*/ 4246238 w 4572002"/>
                  <a:gd name="connsiteY10" fmla="*/ 6742553 h 6858002"/>
                  <a:gd name="connsiteX11" fmla="*/ 4246239 w 4572002"/>
                  <a:gd name="connsiteY11" fmla="*/ 6742555 h 6858002"/>
                  <a:gd name="connsiteX12" fmla="*/ 4265716 w 4572002"/>
                  <a:gd name="connsiteY12" fmla="*/ 6812062 h 6858002"/>
                  <a:gd name="connsiteX13" fmla="*/ 4265717 w 4572002"/>
                  <a:gd name="connsiteY13" fmla="*/ 6812064 h 6858002"/>
                  <a:gd name="connsiteX14" fmla="*/ 4265717 w 4572002"/>
                  <a:gd name="connsiteY14" fmla="*/ 6812063 h 6858002"/>
                  <a:gd name="connsiteX15" fmla="*/ 4265716 w 4572002"/>
                  <a:gd name="connsiteY15" fmla="*/ 6812062 h 6858002"/>
                  <a:gd name="connsiteX16" fmla="*/ 4260942 w 4572002"/>
                  <a:gd name="connsiteY16" fmla="*/ 6776800 h 6858002"/>
                  <a:gd name="connsiteX17" fmla="*/ 4246239 w 4572002"/>
                  <a:gd name="connsiteY17" fmla="*/ 6742555 h 6858002"/>
                  <a:gd name="connsiteX18" fmla="*/ 4246238 w 4572002"/>
                  <a:gd name="connsiteY18" fmla="*/ 6742552 h 6858002"/>
                  <a:gd name="connsiteX19" fmla="*/ 4232403 w 4572002"/>
                  <a:gd name="connsiteY19" fmla="*/ 6702976 h 6858002"/>
                  <a:gd name="connsiteX20" fmla="*/ 4246999 w 4572002"/>
                  <a:gd name="connsiteY20" fmla="*/ 6662544 h 6858002"/>
                  <a:gd name="connsiteX21" fmla="*/ 4247000 w 4572002"/>
                  <a:gd name="connsiteY21" fmla="*/ 6662542 h 6858002"/>
                  <a:gd name="connsiteX22" fmla="*/ 4247001 w 4572002"/>
                  <a:gd name="connsiteY22" fmla="*/ 6662540 h 6858002"/>
                  <a:gd name="connsiteX23" fmla="*/ 4254084 w 4572002"/>
                  <a:gd name="connsiteY23" fmla="*/ 6645552 h 6858002"/>
                  <a:gd name="connsiteX24" fmla="*/ 4254096 w 4572002"/>
                  <a:gd name="connsiteY24" fmla="*/ 6625225 h 6858002"/>
                  <a:gd name="connsiteX25" fmla="*/ 4254096 w 4572002"/>
                  <a:gd name="connsiteY25" fmla="*/ 6625224 h 6858002"/>
                  <a:gd name="connsiteX26" fmla="*/ 4237474 w 4572002"/>
                  <a:gd name="connsiteY26" fmla="*/ 6588625 h 6858002"/>
                  <a:gd name="connsiteX27" fmla="*/ 4295315 w 4572002"/>
                  <a:gd name="connsiteY27" fmla="*/ 6438981 h 6858002"/>
                  <a:gd name="connsiteX28" fmla="*/ 4275385 w 4572002"/>
                  <a:gd name="connsiteY28" fmla="*/ 6463840 h 6858002"/>
                  <a:gd name="connsiteX29" fmla="*/ 4275382 w 4572002"/>
                  <a:gd name="connsiteY29" fmla="*/ 6463849 h 6858002"/>
                  <a:gd name="connsiteX30" fmla="*/ 4261587 w 4572002"/>
                  <a:gd name="connsiteY30" fmla="*/ 6513012 h 6858002"/>
                  <a:gd name="connsiteX31" fmla="*/ 4242781 w 4572002"/>
                  <a:gd name="connsiteY31" fmla="*/ 6546194 h 6858002"/>
                  <a:gd name="connsiteX32" fmla="*/ 4242781 w 4572002"/>
                  <a:gd name="connsiteY32" fmla="*/ 6546195 h 6858002"/>
                  <a:gd name="connsiteX33" fmla="*/ 4259120 w 4572002"/>
                  <a:gd name="connsiteY33" fmla="*/ 6521804 h 6858002"/>
                  <a:gd name="connsiteX34" fmla="*/ 4261587 w 4572002"/>
                  <a:gd name="connsiteY34" fmla="*/ 6513012 h 6858002"/>
                  <a:gd name="connsiteX35" fmla="*/ 4264398 w 4572002"/>
                  <a:gd name="connsiteY35" fmla="*/ 6508052 h 6858002"/>
                  <a:gd name="connsiteX36" fmla="*/ 4275382 w 4572002"/>
                  <a:gd name="connsiteY36" fmla="*/ 6463849 h 6858002"/>
                  <a:gd name="connsiteX37" fmla="*/ 4275385 w 4572002"/>
                  <a:gd name="connsiteY37" fmla="*/ 6463841 h 6858002"/>
                  <a:gd name="connsiteX38" fmla="*/ 4295315 w 4572002"/>
                  <a:gd name="connsiteY38" fmla="*/ 6438981 h 6858002"/>
                  <a:gd name="connsiteX39" fmla="*/ 4381289 w 4572002"/>
                  <a:gd name="connsiteY39" fmla="*/ 6365204 h 6858002"/>
                  <a:gd name="connsiteX40" fmla="*/ 4380008 w 4572002"/>
                  <a:gd name="connsiteY40" fmla="*/ 6387910 h 6858002"/>
                  <a:gd name="connsiteX41" fmla="*/ 4378243 w 4572002"/>
                  <a:gd name="connsiteY41" fmla="*/ 6391549 h 6858002"/>
                  <a:gd name="connsiteX42" fmla="*/ 4370589 w 4572002"/>
                  <a:gd name="connsiteY42" fmla="*/ 6407332 h 6858002"/>
                  <a:gd name="connsiteX43" fmla="*/ 4370589 w 4572002"/>
                  <a:gd name="connsiteY43" fmla="*/ 6407333 h 6858002"/>
                  <a:gd name="connsiteX44" fmla="*/ 4378243 w 4572002"/>
                  <a:gd name="connsiteY44" fmla="*/ 6391549 h 6858002"/>
                  <a:gd name="connsiteX45" fmla="*/ 4380008 w 4572002"/>
                  <a:gd name="connsiteY45" fmla="*/ 6387910 h 6858002"/>
                  <a:gd name="connsiteX46" fmla="*/ 4142220 w 4572002"/>
                  <a:gd name="connsiteY46" fmla="*/ 4221391 h 6858002"/>
                  <a:gd name="connsiteX47" fmla="*/ 4142220 w 4572002"/>
                  <a:gd name="connsiteY47" fmla="*/ 4221392 h 6858002"/>
                  <a:gd name="connsiteX48" fmla="*/ 4147936 w 4572002"/>
                  <a:gd name="connsiteY48" fmla="*/ 4253015 h 6858002"/>
                  <a:gd name="connsiteX49" fmla="*/ 4187752 w 4572002"/>
                  <a:gd name="connsiteY49" fmla="*/ 4324646 h 6858002"/>
                  <a:gd name="connsiteX50" fmla="*/ 4196706 w 4572002"/>
                  <a:gd name="connsiteY50" fmla="*/ 4363891 h 6858002"/>
                  <a:gd name="connsiteX51" fmla="*/ 4195944 w 4572002"/>
                  <a:gd name="connsiteY51" fmla="*/ 4482004 h 6858002"/>
                  <a:gd name="connsiteX52" fmla="*/ 4135934 w 4572002"/>
                  <a:gd name="connsiteY52" fmla="*/ 4659174 h 6858002"/>
                  <a:gd name="connsiteX53" fmla="*/ 4127932 w 4572002"/>
                  <a:gd name="connsiteY53" fmla="*/ 4677655 h 6858002"/>
                  <a:gd name="connsiteX54" fmla="*/ 4118025 w 4572002"/>
                  <a:gd name="connsiteY54" fmla="*/ 4767764 h 6858002"/>
                  <a:gd name="connsiteX55" fmla="*/ 4116716 w 4572002"/>
                  <a:gd name="connsiteY55" fmla="*/ 4800483 h 6858002"/>
                  <a:gd name="connsiteX56" fmla="*/ 4116716 w 4572002"/>
                  <a:gd name="connsiteY56" fmla="*/ 4800484 h 6858002"/>
                  <a:gd name="connsiteX57" fmla="*/ 4131552 w 4572002"/>
                  <a:gd name="connsiteY57" fmla="*/ 4828917 h 6858002"/>
                  <a:gd name="connsiteX58" fmla="*/ 4153733 w 4572002"/>
                  <a:gd name="connsiteY58" fmla="*/ 4863343 h 6858002"/>
                  <a:gd name="connsiteX59" fmla="*/ 4161262 w 4572002"/>
                  <a:gd name="connsiteY59" fmla="*/ 4889275 h 6858002"/>
                  <a:gd name="connsiteX60" fmla="*/ 4159557 w 4572002"/>
                  <a:gd name="connsiteY60" fmla="*/ 4912168 h 6858002"/>
                  <a:gd name="connsiteX61" fmla="*/ 4158155 w 4572002"/>
                  <a:gd name="connsiteY61" fmla="*/ 4933804 h 6858002"/>
                  <a:gd name="connsiteX62" fmla="*/ 4158155 w 4572002"/>
                  <a:gd name="connsiteY62" fmla="*/ 4933805 h 6858002"/>
                  <a:gd name="connsiteX63" fmla="*/ 4162914 w 4572002"/>
                  <a:gd name="connsiteY63" fmla="*/ 4952673 h 6858002"/>
                  <a:gd name="connsiteX64" fmla="*/ 4165707 w 4572002"/>
                  <a:gd name="connsiteY64" fmla="*/ 4957454 h 6858002"/>
                  <a:gd name="connsiteX65" fmla="*/ 4166985 w 4572002"/>
                  <a:gd name="connsiteY65" fmla="*/ 4961456 h 6858002"/>
                  <a:gd name="connsiteX66" fmla="*/ 4182989 w 4572002"/>
                  <a:gd name="connsiteY66" fmla="*/ 4987038 h 6858002"/>
                  <a:gd name="connsiteX67" fmla="*/ 4209468 w 4572002"/>
                  <a:gd name="connsiteY67" fmla="*/ 5041522 h 6858002"/>
                  <a:gd name="connsiteX68" fmla="*/ 4216684 w 4572002"/>
                  <a:gd name="connsiteY68" fmla="*/ 5072376 h 6858002"/>
                  <a:gd name="connsiteX69" fmla="*/ 4222587 w 4572002"/>
                  <a:gd name="connsiteY69" fmla="*/ 5087441 h 6858002"/>
                  <a:gd name="connsiteX70" fmla="*/ 4235615 w 4572002"/>
                  <a:gd name="connsiteY70" fmla="*/ 5133220 h 6858002"/>
                  <a:gd name="connsiteX71" fmla="*/ 4235616 w 4572002"/>
                  <a:gd name="connsiteY71" fmla="*/ 5133225 h 6858002"/>
                  <a:gd name="connsiteX72" fmla="*/ 4228901 w 4572002"/>
                  <a:gd name="connsiteY72" fmla="*/ 5166113 h 6858002"/>
                  <a:gd name="connsiteX73" fmla="*/ 4228901 w 4572002"/>
                  <a:gd name="connsiteY73" fmla="*/ 5166114 h 6858002"/>
                  <a:gd name="connsiteX74" fmla="*/ 4229593 w 4572002"/>
                  <a:gd name="connsiteY74" fmla="*/ 5172091 h 6858002"/>
                  <a:gd name="connsiteX75" fmla="*/ 4232139 w 4572002"/>
                  <a:gd name="connsiteY75" fmla="*/ 5179068 h 6858002"/>
                  <a:gd name="connsiteX76" fmla="*/ 4231973 w 4572002"/>
                  <a:gd name="connsiteY76" fmla="*/ 5229434 h 6858002"/>
                  <a:gd name="connsiteX77" fmla="*/ 4225669 w 4572002"/>
                  <a:gd name="connsiteY77" fmla="*/ 5241089 h 6858002"/>
                  <a:gd name="connsiteX78" fmla="*/ 4208517 w 4572002"/>
                  <a:gd name="connsiteY78" fmla="*/ 5272796 h 6858002"/>
                  <a:gd name="connsiteX79" fmla="*/ 4184613 w 4572002"/>
                  <a:gd name="connsiteY79" fmla="*/ 5312288 h 6858002"/>
                  <a:gd name="connsiteX80" fmla="*/ 4183557 w 4572002"/>
                  <a:gd name="connsiteY80" fmla="*/ 5321350 h 6858002"/>
                  <a:gd name="connsiteX81" fmla="*/ 4181083 w 4572002"/>
                  <a:gd name="connsiteY81" fmla="*/ 5326163 h 6858002"/>
                  <a:gd name="connsiteX82" fmla="*/ 4179637 w 4572002"/>
                  <a:gd name="connsiteY82" fmla="*/ 5355014 h 6858002"/>
                  <a:gd name="connsiteX83" fmla="*/ 4179637 w 4572002"/>
                  <a:gd name="connsiteY83" fmla="*/ 5355015 h 6858002"/>
                  <a:gd name="connsiteX84" fmla="*/ 4184513 w 4572002"/>
                  <a:gd name="connsiteY84" fmla="*/ 5385385 h 6858002"/>
                  <a:gd name="connsiteX85" fmla="*/ 4192704 w 4572002"/>
                  <a:gd name="connsiteY85" fmla="*/ 5425583 h 6858002"/>
                  <a:gd name="connsiteX86" fmla="*/ 4204327 w 4572002"/>
                  <a:gd name="connsiteY86" fmla="*/ 5480638 h 6858002"/>
                  <a:gd name="connsiteX87" fmla="*/ 4208850 w 4572002"/>
                  <a:gd name="connsiteY87" fmla="*/ 5507668 h 6858002"/>
                  <a:gd name="connsiteX88" fmla="*/ 4198232 w 4572002"/>
                  <a:gd name="connsiteY88" fmla="*/ 5531692 h 6858002"/>
                  <a:gd name="connsiteX89" fmla="*/ 4198231 w 4572002"/>
                  <a:gd name="connsiteY89" fmla="*/ 5531693 h 6858002"/>
                  <a:gd name="connsiteX90" fmla="*/ 4188085 w 4572002"/>
                  <a:gd name="connsiteY90" fmla="*/ 5547578 h 6858002"/>
                  <a:gd name="connsiteX91" fmla="*/ 4188085 w 4572002"/>
                  <a:gd name="connsiteY91" fmla="*/ 5547579 h 6858002"/>
                  <a:gd name="connsiteX92" fmla="*/ 4197659 w 4572002"/>
                  <a:gd name="connsiteY92" fmla="*/ 5562747 h 6858002"/>
                  <a:gd name="connsiteX93" fmla="*/ 4268907 w 4572002"/>
                  <a:gd name="connsiteY93" fmla="*/ 5704484 h 6858002"/>
                  <a:gd name="connsiteX94" fmla="*/ 4274812 w 4572002"/>
                  <a:gd name="connsiteY94" fmla="*/ 5740489 h 6858002"/>
                  <a:gd name="connsiteX95" fmla="*/ 4283578 w 4572002"/>
                  <a:gd name="connsiteY95" fmla="*/ 5760874 h 6858002"/>
                  <a:gd name="connsiteX96" fmla="*/ 4371973 w 4572002"/>
                  <a:gd name="connsiteY96" fmla="*/ 5883752 h 6858002"/>
                  <a:gd name="connsiteX97" fmla="*/ 4371974 w 4572002"/>
                  <a:gd name="connsiteY97" fmla="*/ 5883757 h 6858002"/>
                  <a:gd name="connsiteX98" fmla="*/ 4389877 w 4572002"/>
                  <a:gd name="connsiteY98" fmla="*/ 5935946 h 6858002"/>
                  <a:gd name="connsiteX99" fmla="*/ 4389878 w 4572002"/>
                  <a:gd name="connsiteY99" fmla="*/ 5935950 h 6858002"/>
                  <a:gd name="connsiteX100" fmla="*/ 4386259 w 4572002"/>
                  <a:gd name="connsiteY100" fmla="*/ 5993290 h 6858002"/>
                  <a:gd name="connsiteX101" fmla="*/ 4386259 w 4572002"/>
                  <a:gd name="connsiteY101" fmla="*/ 5993291 h 6858002"/>
                  <a:gd name="connsiteX102" fmla="*/ 4379782 w 4572002"/>
                  <a:gd name="connsiteY102" fmla="*/ 6026440 h 6858002"/>
                  <a:gd name="connsiteX103" fmla="*/ 4323583 w 4572002"/>
                  <a:gd name="connsiteY103" fmla="*/ 6108738 h 6858002"/>
                  <a:gd name="connsiteX104" fmla="*/ 4309890 w 4572002"/>
                  <a:gd name="connsiteY104" fmla="*/ 6133314 h 6858002"/>
                  <a:gd name="connsiteX105" fmla="*/ 4309890 w 4572002"/>
                  <a:gd name="connsiteY105" fmla="*/ 6133315 h 6858002"/>
                  <a:gd name="connsiteX106" fmla="*/ 4313591 w 4572002"/>
                  <a:gd name="connsiteY106" fmla="*/ 6143190 h 6858002"/>
                  <a:gd name="connsiteX107" fmla="*/ 4325486 w 4572002"/>
                  <a:gd name="connsiteY107" fmla="*/ 6155600 h 6858002"/>
                  <a:gd name="connsiteX108" fmla="*/ 4325488 w 4572002"/>
                  <a:gd name="connsiteY108" fmla="*/ 6155603 h 6858002"/>
                  <a:gd name="connsiteX109" fmla="*/ 4364160 w 4572002"/>
                  <a:gd name="connsiteY109" fmla="*/ 6228757 h 6858002"/>
                  <a:gd name="connsiteX110" fmla="*/ 4381497 w 4572002"/>
                  <a:gd name="connsiteY110" fmla="*/ 6361540 h 6858002"/>
                  <a:gd name="connsiteX111" fmla="*/ 4381497 w 4572002"/>
                  <a:gd name="connsiteY111" fmla="*/ 6361539 h 6858002"/>
                  <a:gd name="connsiteX112" fmla="*/ 4364160 w 4572002"/>
                  <a:gd name="connsiteY112" fmla="*/ 6228756 h 6858002"/>
                  <a:gd name="connsiteX113" fmla="*/ 4325488 w 4572002"/>
                  <a:gd name="connsiteY113" fmla="*/ 6155602 h 6858002"/>
                  <a:gd name="connsiteX114" fmla="*/ 4325486 w 4572002"/>
                  <a:gd name="connsiteY114" fmla="*/ 6155600 h 6858002"/>
                  <a:gd name="connsiteX115" fmla="*/ 4309890 w 4572002"/>
                  <a:gd name="connsiteY115" fmla="*/ 6133315 h 6858002"/>
                  <a:gd name="connsiteX116" fmla="*/ 4323583 w 4572002"/>
                  <a:gd name="connsiteY116" fmla="*/ 6108739 h 6858002"/>
                  <a:gd name="connsiteX117" fmla="*/ 4379782 w 4572002"/>
                  <a:gd name="connsiteY117" fmla="*/ 6026441 h 6858002"/>
                  <a:gd name="connsiteX118" fmla="*/ 4386259 w 4572002"/>
                  <a:gd name="connsiteY118" fmla="*/ 5993292 h 6858002"/>
                  <a:gd name="connsiteX119" fmla="*/ 4386259 w 4572002"/>
                  <a:gd name="connsiteY119" fmla="*/ 5993290 h 6858002"/>
                  <a:gd name="connsiteX120" fmla="*/ 4389712 w 4572002"/>
                  <a:gd name="connsiteY120" fmla="*/ 5964477 h 6858002"/>
                  <a:gd name="connsiteX121" fmla="*/ 4389878 w 4572002"/>
                  <a:gd name="connsiteY121" fmla="*/ 5935950 h 6858002"/>
                  <a:gd name="connsiteX122" fmla="*/ 4389878 w 4572002"/>
                  <a:gd name="connsiteY122" fmla="*/ 5935949 h 6858002"/>
                  <a:gd name="connsiteX123" fmla="*/ 4389877 w 4572002"/>
                  <a:gd name="connsiteY123" fmla="*/ 5935946 h 6858002"/>
                  <a:gd name="connsiteX124" fmla="*/ 4382997 w 4572002"/>
                  <a:gd name="connsiteY124" fmla="*/ 5909351 h 6858002"/>
                  <a:gd name="connsiteX125" fmla="*/ 4371974 w 4572002"/>
                  <a:gd name="connsiteY125" fmla="*/ 5883757 h 6858002"/>
                  <a:gd name="connsiteX126" fmla="*/ 4371973 w 4572002"/>
                  <a:gd name="connsiteY126" fmla="*/ 5883751 h 6858002"/>
                  <a:gd name="connsiteX127" fmla="*/ 4283578 w 4572002"/>
                  <a:gd name="connsiteY127" fmla="*/ 5760873 h 6858002"/>
                  <a:gd name="connsiteX128" fmla="*/ 4274812 w 4572002"/>
                  <a:gd name="connsiteY128" fmla="*/ 5740488 h 6858002"/>
                  <a:gd name="connsiteX129" fmla="*/ 4268907 w 4572002"/>
                  <a:gd name="connsiteY129" fmla="*/ 5704483 h 6858002"/>
                  <a:gd name="connsiteX130" fmla="*/ 4197659 w 4572002"/>
                  <a:gd name="connsiteY130" fmla="*/ 5562746 h 6858002"/>
                  <a:gd name="connsiteX131" fmla="*/ 4188085 w 4572002"/>
                  <a:gd name="connsiteY131" fmla="*/ 5547578 h 6858002"/>
                  <a:gd name="connsiteX132" fmla="*/ 4198231 w 4572002"/>
                  <a:gd name="connsiteY132" fmla="*/ 5531694 h 6858002"/>
                  <a:gd name="connsiteX133" fmla="*/ 4198232 w 4572002"/>
                  <a:gd name="connsiteY133" fmla="*/ 5531692 h 6858002"/>
                  <a:gd name="connsiteX134" fmla="*/ 4206630 w 4572002"/>
                  <a:gd name="connsiteY134" fmla="*/ 5520422 h 6858002"/>
                  <a:gd name="connsiteX135" fmla="*/ 4208850 w 4572002"/>
                  <a:gd name="connsiteY135" fmla="*/ 5507668 h 6858002"/>
                  <a:gd name="connsiteX136" fmla="*/ 4208850 w 4572002"/>
                  <a:gd name="connsiteY136" fmla="*/ 5507667 h 6858002"/>
                  <a:gd name="connsiteX137" fmla="*/ 4204327 w 4572002"/>
                  <a:gd name="connsiteY137" fmla="*/ 5480637 h 6858002"/>
                  <a:gd name="connsiteX138" fmla="*/ 4192704 w 4572002"/>
                  <a:gd name="connsiteY138" fmla="*/ 5425582 h 6858002"/>
                  <a:gd name="connsiteX139" fmla="*/ 4184513 w 4572002"/>
                  <a:gd name="connsiteY139" fmla="*/ 5385384 h 6858002"/>
                  <a:gd name="connsiteX140" fmla="*/ 4179637 w 4572002"/>
                  <a:gd name="connsiteY140" fmla="*/ 5355014 h 6858002"/>
                  <a:gd name="connsiteX141" fmla="*/ 4183557 w 4572002"/>
                  <a:gd name="connsiteY141" fmla="*/ 5321350 h 6858002"/>
                  <a:gd name="connsiteX142" fmla="*/ 4208517 w 4572002"/>
                  <a:gd name="connsiteY142" fmla="*/ 5272797 h 6858002"/>
                  <a:gd name="connsiteX143" fmla="*/ 4225669 w 4572002"/>
                  <a:gd name="connsiteY143" fmla="*/ 5241089 h 6858002"/>
                  <a:gd name="connsiteX144" fmla="*/ 4231973 w 4572002"/>
                  <a:gd name="connsiteY144" fmla="*/ 5229433 h 6858002"/>
                  <a:gd name="connsiteX145" fmla="*/ 4232139 w 4572002"/>
                  <a:gd name="connsiteY145" fmla="*/ 5179068 h 6858002"/>
                  <a:gd name="connsiteX146" fmla="*/ 4232139 w 4572002"/>
                  <a:gd name="connsiteY146" fmla="*/ 5179067 h 6858002"/>
                  <a:gd name="connsiteX147" fmla="*/ 4229593 w 4572002"/>
                  <a:gd name="connsiteY147" fmla="*/ 5172090 h 6858002"/>
                  <a:gd name="connsiteX148" fmla="*/ 4228901 w 4572002"/>
                  <a:gd name="connsiteY148" fmla="*/ 5166114 h 6858002"/>
                  <a:gd name="connsiteX149" fmla="*/ 4235616 w 4572002"/>
                  <a:gd name="connsiteY149" fmla="*/ 5133225 h 6858002"/>
                  <a:gd name="connsiteX150" fmla="*/ 4235616 w 4572002"/>
                  <a:gd name="connsiteY150" fmla="*/ 5133224 h 6858002"/>
                  <a:gd name="connsiteX151" fmla="*/ 4235615 w 4572002"/>
                  <a:gd name="connsiteY151" fmla="*/ 5133220 h 6858002"/>
                  <a:gd name="connsiteX152" fmla="*/ 4228473 w 4572002"/>
                  <a:gd name="connsiteY152" fmla="*/ 5102461 h 6858002"/>
                  <a:gd name="connsiteX153" fmla="*/ 4222587 w 4572002"/>
                  <a:gd name="connsiteY153" fmla="*/ 5087441 h 6858002"/>
                  <a:gd name="connsiteX154" fmla="*/ 4222582 w 4572002"/>
                  <a:gd name="connsiteY154" fmla="*/ 5087423 h 6858002"/>
                  <a:gd name="connsiteX155" fmla="*/ 4209468 w 4572002"/>
                  <a:gd name="connsiteY155" fmla="*/ 5041521 h 6858002"/>
                  <a:gd name="connsiteX156" fmla="*/ 4182989 w 4572002"/>
                  <a:gd name="connsiteY156" fmla="*/ 4987037 h 6858002"/>
                  <a:gd name="connsiteX157" fmla="*/ 4165707 w 4572002"/>
                  <a:gd name="connsiteY157" fmla="*/ 4957454 h 6858002"/>
                  <a:gd name="connsiteX158" fmla="*/ 4158155 w 4572002"/>
                  <a:gd name="connsiteY158" fmla="*/ 4933805 h 6858002"/>
                  <a:gd name="connsiteX159" fmla="*/ 4159557 w 4572002"/>
                  <a:gd name="connsiteY159" fmla="*/ 4912169 h 6858002"/>
                  <a:gd name="connsiteX160" fmla="*/ 4161262 w 4572002"/>
                  <a:gd name="connsiteY160" fmla="*/ 4889276 h 6858002"/>
                  <a:gd name="connsiteX161" fmla="*/ 4161262 w 4572002"/>
                  <a:gd name="connsiteY161" fmla="*/ 4889275 h 6858002"/>
                  <a:gd name="connsiteX162" fmla="*/ 4156484 w 4572002"/>
                  <a:gd name="connsiteY162" fmla="*/ 4867614 h 6858002"/>
                  <a:gd name="connsiteX163" fmla="*/ 4153733 w 4572002"/>
                  <a:gd name="connsiteY163" fmla="*/ 4863343 h 6858002"/>
                  <a:gd name="connsiteX164" fmla="*/ 4151983 w 4572002"/>
                  <a:gd name="connsiteY164" fmla="*/ 4857317 h 6858002"/>
                  <a:gd name="connsiteX165" fmla="*/ 4131552 w 4572002"/>
                  <a:gd name="connsiteY165" fmla="*/ 4828916 h 6858002"/>
                  <a:gd name="connsiteX166" fmla="*/ 4116716 w 4572002"/>
                  <a:gd name="connsiteY166" fmla="*/ 4800483 h 6858002"/>
                  <a:gd name="connsiteX167" fmla="*/ 4118025 w 4572002"/>
                  <a:gd name="connsiteY167" fmla="*/ 4767765 h 6858002"/>
                  <a:gd name="connsiteX168" fmla="*/ 4127932 w 4572002"/>
                  <a:gd name="connsiteY168" fmla="*/ 4677656 h 6858002"/>
                  <a:gd name="connsiteX169" fmla="*/ 4135934 w 4572002"/>
                  <a:gd name="connsiteY169" fmla="*/ 4659175 h 6858002"/>
                  <a:gd name="connsiteX170" fmla="*/ 4195944 w 4572002"/>
                  <a:gd name="connsiteY170" fmla="*/ 4482005 h 6858002"/>
                  <a:gd name="connsiteX171" fmla="*/ 4196706 w 4572002"/>
                  <a:gd name="connsiteY171" fmla="*/ 4363891 h 6858002"/>
                  <a:gd name="connsiteX172" fmla="*/ 4196706 w 4572002"/>
                  <a:gd name="connsiteY172" fmla="*/ 4363890 h 6858002"/>
                  <a:gd name="connsiteX173" fmla="*/ 4187752 w 4572002"/>
                  <a:gd name="connsiteY173" fmla="*/ 4324645 h 6858002"/>
                  <a:gd name="connsiteX174" fmla="*/ 4147936 w 4572002"/>
                  <a:gd name="connsiteY174" fmla="*/ 4253014 h 6858002"/>
                  <a:gd name="connsiteX175" fmla="*/ 4211111 w 4572002"/>
                  <a:gd name="connsiteY175" fmla="*/ 2836172 h 6858002"/>
                  <a:gd name="connsiteX176" fmla="*/ 4202421 w 4572002"/>
                  <a:gd name="connsiteY176" fmla="*/ 2848793 h 6858002"/>
                  <a:gd name="connsiteX177" fmla="*/ 4186816 w 4572002"/>
                  <a:gd name="connsiteY177" fmla="*/ 2897785 h 6858002"/>
                  <a:gd name="connsiteX178" fmla="*/ 4185787 w 4572002"/>
                  <a:gd name="connsiteY178" fmla="*/ 2903551 h 6858002"/>
                  <a:gd name="connsiteX179" fmla="*/ 4182513 w 4572002"/>
                  <a:gd name="connsiteY179" fmla="*/ 2914328 h 6858002"/>
                  <a:gd name="connsiteX180" fmla="*/ 4177882 w 4572002"/>
                  <a:gd name="connsiteY180" fmla="*/ 2947858 h 6858002"/>
                  <a:gd name="connsiteX181" fmla="*/ 4177881 w 4572002"/>
                  <a:gd name="connsiteY181" fmla="*/ 2947862 h 6858002"/>
                  <a:gd name="connsiteX182" fmla="*/ 4177881 w 4572002"/>
                  <a:gd name="connsiteY182" fmla="*/ 2947863 h 6858002"/>
                  <a:gd name="connsiteX183" fmla="*/ 4181465 w 4572002"/>
                  <a:gd name="connsiteY183" fmla="*/ 2982149 h 6858002"/>
                  <a:gd name="connsiteX184" fmla="*/ 4193158 w 4572002"/>
                  <a:gd name="connsiteY184" fmla="*/ 3077402 h 6858002"/>
                  <a:gd name="connsiteX185" fmla="*/ 4180703 w 4572002"/>
                  <a:gd name="connsiteY185" fmla="*/ 3172654 h 6858002"/>
                  <a:gd name="connsiteX186" fmla="*/ 4133076 w 4572002"/>
                  <a:gd name="connsiteY186" fmla="*/ 3489467 h 6858002"/>
                  <a:gd name="connsiteX187" fmla="*/ 4110977 w 4572002"/>
                  <a:gd name="connsiteY187" fmla="*/ 3544713 h 6858002"/>
                  <a:gd name="connsiteX188" fmla="*/ 4093355 w 4572002"/>
                  <a:gd name="connsiteY188" fmla="*/ 3574408 h 6858002"/>
                  <a:gd name="connsiteX189" fmla="*/ 4093355 w 4572002"/>
                  <a:gd name="connsiteY189" fmla="*/ 3574409 h 6858002"/>
                  <a:gd name="connsiteX190" fmla="*/ 4105453 w 4572002"/>
                  <a:gd name="connsiteY190" fmla="*/ 3606818 h 6858002"/>
                  <a:gd name="connsiteX191" fmla="*/ 4118979 w 4572002"/>
                  <a:gd name="connsiteY191" fmla="*/ 3630633 h 6858002"/>
                  <a:gd name="connsiteX192" fmla="*/ 4136708 w 4572002"/>
                  <a:gd name="connsiteY192" fmla="*/ 3654416 h 6858002"/>
                  <a:gd name="connsiteX193" fmla="*/ 4140382 w 4572002"/>
                  <a:gd name="connsiteY193" fmla="*/ 3668940 h 6858002"/>
                  <a:gd name="connsiteX194" fmla="*/ 4143220 w 4572002"/>
                  <a:gd name="connsiteY194" fmla="*/ 3680164 h 6858002"/>
                  <a:gd name="connsiteX195" fmla="*/ 4139172 w 4572002"/>
                  <a:gd name="connsiteY195" fmla="*/ 3734837 h 6858002"/>
                  <a:gd name="connsiteX196" fmla="*/ 4139172 w 4572002"/>
                  <a:gd name="connsiteY196" fmla="*/ 3734838 h 6858002"/>
                  <a:gd name="connsiteX197" fmla="*/ 4139554 w 4572002"/>
                  <a:gd name="connsiteY197" fmla="*/ 3754653 h 6858002"/>
                  <a:gd name="connsiteX198" fmla="*/ 4145911 w 4572002"/>
                  <a:gd name="connsiteY198" fmla="*/ 3789776 h 6858002"/>
                  <a:gd name="connsiteX199" fmla="*/ 4130980 w 4572002"/>
                  <a:gd name="connsiteY199" fmla="*/ 3822472 h 6858002"/>
                  <a:gd name="connsiteX200" fmla="*/ 4116645 w 4572002"/>
                  <a:gd name="connsiteY200" fmla="*/ 3852619 h 6858002"/>
                  <a:gd name="connsiteX201" fmla="*/ 4116645 w 4572002"/>
                  <a:gd name="connsiteY201" fmla="*/ 3852620 h 6858002"/>
                  <a:gd name="connsiteX202" fmla="*/ 4117425 w 4572002"/>
                  <a:gd name="connsiteY202" fmla="*/ 3868764 h 6858002"/>
                  <a:gd name="connsiteX203" fmla="*/ 4126028 w 4572002"/>
                  <a:gd name="connsiteY203" fmla="*/ 3885337 h 6858002"/>
                  <a:gd name="connsiteX204" fmla="*/ 4126028 w 4572002"/>
                  <a:gd name="connsiteY204" fmla="*/ 3885339 h 6858002"/>
                  <a:gd name="connsiteX205" fmla="*/ 4148409 w 4572002"/>
                  <a:gd name="connsiteY205" fmla="*/ 3923125 h 6858002"/>
                  <a:gd name="connsiteX206" fmla="*/ 4157913 w 4572002"/>
                  <a:gd name="connsiteY206" fmla="*/ 3962160 h 6858002"/>
                  <a:gd name="connsiteX207" fmla="*/ 4142221 w 4572002"/>
                  <a:gd name="connsiteY207" fmla="*/ 4043838 h 6858002"/>
                  <a:gd name="connsiteX208" fmla="*/ 4142220 w 4572002"/>
                  <a:gd name="connsiteY208" fmla="*/ 4043839 h 6858002"/>
                  <a:gd name="connsiteX209" fmla="*/ 4127099 w 4572002"/>
                  <a:gd name="connsiteY209" fmla="*/ 4103825 h 6858002"/>
                  <a:gd name="connsiteX210" fmla="*/ 4127099 w 4572002"/>
                  <a:gd name="connsiteY210" fmla="*/ 4103826 h 6858002"/>
                  <a:gd name="connsiteX211" fmla="*/ 4129066 w 4572002"/>
                  <a:gd name="connsiteY211" fmla="*/ 4134256 h 6858002"/>
                  <a:gd name="connsiteX212" fmla="*/ 4138410 w 4572002"/>
                  <a:gd name="connsiteY212" fmla="*/ 4165382 h 6858002"/>
                  <a:gd name="connsiteX213" fmla="*/ 4138410 w 4572002"/>
                  <a:gd name="connsiteY213" fmla="*/ 4165384 h 6858002"/>
                  <a:gd name="connsiteX214" fmla="*/ 4142315 w 4572002"/>
                  <a:gd name="connsiteY214" fmla="*/ 4192388 h 6858002"/>
                  <a:gd name="connsiteX215" fmla="*/ 4142315 w 4572002"/>
                  <a:gd name="connsiteY215" fmla="*/ 4192387 h 6858002"/>
                  <a:gd name="connsiteX216" fmla="*/ 4138410 w 4572002"/>
                  <a:gd name="connsiteY216" fmla="*/ 4165383 h 6858002"/>
                  <a:gd name="connsiteX217" fmla="*/ 4138410 w 4572002"/>
                  <a:gd name="connsiteY217" fmla="*/ 4165382 h 6858002"/>
                  <a:gd name="connsiteX218" fmla="*/ 4127099 w 4572002"/>
                  <a:gd name="connsiteY218" fmla="*/ 4103826 h 6858002"/>
                  <a:gd name="connsiteX219" fmla="*/ 4142220 w 4572002"/>
                  <a:gd name="connsiteY219" fmla="*/ 4043840 h 6858002"/>
                  <a:gd name="connsiteX220" fmla="*/ 4142221 w 4572002"/>
                  <a:gd name="connsiteY220" fmla="*/ 4043838 h 6858002"/>
                  <a:gd name="connsiteX221" fmla="*/ 4155523 w 4572002"/>
                  <a:gd name="connsiteY221" fmla="*/ 4002410 h 6858002"/>
                  <a:gd name="connsiteX222" fmla="*/ 4157913 w 4572002"/>
                  <a:gd name="connsiteY222" fmla="*/ 3962160 h 6858002"/>
                  <a:gd name="connsiteX223" fmla="*/ 4157913 w 4572002"/>
                  <a:gd name="connsiteY223" fmla="*/ 3962159 h 6858002"/>
                  <a:gd name="connsiteX224" fmla="*/ 4126028 w 4572002"/>
                  <a:gd name="connsiteY224" fmla="*/ 3885338 h 6858002"/>
                  <a:gd name="connsiteX225" fmla="*/ 4126028 w 4572002"/>
                  <a:gd name="connsiteY225" fmla="*/ 3885337 h 6858002"/>
                  <a:gd name="connsiteX226" fmla="*/ 4116645 w 4572002"/>
                  <a:gd name="connsiteY226" fmla="*/ 3852620 h 6858002"/>
                  <a:gd name="connsiteX227" fmla="*/ 4130980 w 4572002"/>
                  <a:gd name="connsiteY227" fmla="*/ 3822473 h 6858002"/>
                  <a:gd name="connsiteX228" fmla="*/ 4145911 w 4572002"/>
                  <a:gd name="connsiteY228" fmla="*/ 3789777 h 6858002"/>
                  <a:gd name="connsiteX229" fmla="*/ 4145911 w 4572002"/>
                  <a:gd name="connsiteY229" fmla="*/ 3789776 h 6858002"/>
                  <a:gd name="connsiteX230" fmla="*/ 4139554 w 4572002"/>
                  <a:gd name="connsiteY230" fmla="*/ 3754652 h 6858002"/>
                  <a:gd name="connsiteX231" fmla="*/ 4139172 w 4572002"/>
                  <a:gd name="connsiteY231" fmla="*/ 3734838 h 6858002"/>
                  <a:gd name="connsiteX232" fmla="*/ 4143220 w 4572002"/>
                  <a:gd name="connsiteY232" fmla="*/ 3680164 h 6858002"/>
                  <a:gd name="connsiteX233" fmla="*/ 4143220 w 4572002"/>
                  <a:gd name="connsiteY233" fmla="*/ 3680163 h 6858002"/>
                  <a:gd name="connsiteX234" fmla="*/ 4140382 w 4572002"/>
                  <a:gd name="connsiteY234" fmla="*/ 3668940 h 6858002"/>
                  <a:gd name="connsiteX235" fmla="*/ 4136708 w 4572002"/>
                  <a:gd name="connsiteY235" fmla="*/ 3654416 h 6858002"/>
                  <a:gd name="connsiteX236" fmla="*/ 4136708 w 4572002"/>
                  <a:gd name="connsiteY236" fmla="*/ 3654416 h 6858002"/>
                  <a:gd name="connsiteX237" fmla="*/ 4136708 w 4572002"/>
                  <a:gd name="connsiteY237" fmla="*/ 3654415 h 6858002"/>
                  <a:gd name="connsiteX238" fmla="*/ 4118979 w 4572002"/>
                  <a:gd name="connsiteY238" fmla="*/ 3630632 h 6858002"/>
                  <a:gd name="connsiteX239" fmla="*/ 4105453 w 4572002"/>
                  <a:gd name="connsiteY239" fmla="*/ 3606817 h 6858002"/>
                  <a:gd name="connsiteX240" fmla="*/ 4095707 w 4572002"/>
                  <a:gd name="connsiteY240" fmla="*/ 3587174 h 6858002"/>
                  <a:gd name="connsiteX241" fmla="*/ 4093355 w 4572002"/>
                  <a:gd name="connsiteY241" fmla="*/ 3574408 h 6858002"/>
                  <a:gd name="connsiteX242" fmla="*/ 4098434 w 4572002"/>
                  <a:gd name="connsiteY242" fmla="*/ 3562321 h 6858002"/>
                  <a:gd name="connsiteX243" fmla="*/ 4110977 w 4572002"/>
                  <a:gd name="connsiteY243" fmla="*/ 3544714 h 6858002"/>
                  <a:gd name="connsiteX244" fmla="*/ 4133076 w 4572002"/>
                  <a:gd name="connsiteY244" fmla="*/ 3489468 h 6858002"/>
                  <a:gd name="connsiteX245" fmla="*/ 4180703 w 4572002"/>
                  <a:gd name="connsiteY245" fmla="*/ 3172655 h 6858002"/>
                  <a:gd name="connsiteX246" fmla="*/ 4193158 w 4572002"/>
                  <a:gd name="connsiteY246" fmla="*/ 3077402 h 6858002"/>
                  <a:gd name="connsiteX247" fmla="*/ 4193158 w 4572002"/>
                  <a:gd name="connsiteY247" fmla="*/ 3077401 h 6858002"/>
                  <a:gd name="connsiteX248" fmla="*/ 4181465 w 4572002"/>
                  <a:gd name="connsiteY248" fmla="*/ 2982148 h 6858002"/>
                  <a:gd name="connsiteX249" fmla="*/ 4177881 w 4572002"/>
                  <a:gd name="connsiteY249" fmla="*/ 2947863 h 6858002"/>
                  <a:gd name="connsiteX250" fmla="*/ 4177882 w 4572002"/>
                  <a:gd name="connsiteY250" fmla="*/ 2947858 h 6858002"/>
                  <a:gd name="connsiteX251" fmla="*/ 4185787 w 4572002"/>
                  <a:gd name="connsiteY251" fmla="*/ 2903551 h 6858002"/>
                  <a:gd name="connsiteX252" fmla="*/ 4202421 w 4572002"/>
                  <a:gd name="connsiteY252" fmla="*/ 2848794 h 6858002"/>
                  <a:gd name="connsiteX253" fmla="*/ 4211111 w 4572002"/>
                  <a:gd name="connsiteY253" fmla="*/ 2836173 h 6858002"/>
                  <a:gd name="connsiteX254" fmla="*/ 3726625 w 4572002"/>
                  <a:gd name="connsiteY254" fmla="*/ 1508458 h 6858002"/>
                  <a:gd name="connsiteX255" fmla="*/ 3698531 w 4572002"/>
                  <a:gd name="connsiteY255" fmla="*/ 1596214 h 6858002"/>
                  <a:gd name="connsiteX256" fmla="*/ 3700436 w 4572002"/>
                  <a:gd name="connsiteY256" fmla="*/ 1624981 h 6858002"/>
                  <a:gd name="connsiteX257" fmla="*/ 3757017 w 4572002"/>
                  <a:gd name="connsiteY257" fmla="*/ 1697754 h 6858002"/>
                  <a:gd name="connsiteX258" fmla="*/ 3779686 w 4572002"/>
                  <a:gd name="connsiteY258" fmla="*/ 1733189 h 6858002"/>
                  <a:gd name="connsiteX259" fmla="*/ 3821407 w 4572002"/>
                  <a:gd name="connsiteY259" fmla="*/ 1833776 h 6858002"/>
                  <a:gd name="connsiteX260" fmla="*/ 3829028 w 4572002"/>
                  <a:gd name="connsiteY260" fmla="*/ 1842159 h 6858002"/>
                  <a:gd name="connsiteX261" fmla="*/ 3919519 w 4572002"/>
                  <a:gd name="connsiteY261" fmla="*/ 1916455 h 6858002"/>
                  <a:gd name="connsiteX262" fmla="*/ 3934949 w 4572002"/>
                  <a:gd name="connsiteY262" fmla="*/ 1933220 h 6858002"/>
                  <a:gd name="connsiteX263" fmla="*/ 3958954 w 4572002"/>
                  <a:gd name="connsiteY263" fmla="*/ 1953414 h 6858002"/>
                  <a:gd name="connsiteX264" fmla="*/ 4005437 w 4572002"/>
                  <a:gd name="connsiteY264" fmla="*/ 2016470 h 6858002"/>
                  <a:gd name="connsiteX265" fmla="*/ 4020296 w 4572002"/>
                  <a:gd name="connsiteY265" fmla="*/ 2094579 h 6858002"/>
                  <a:gd name="connsiteX266" fmla="*/ 4042967 w 4572002"/>
                  <a:gd name="connsiteY266" fmla="*/ 2188880 h 6858002"/>
                  <a:gd name="connsiteX267" fmla="*/ 4058207 w 4572002"/>
                  <a:gd name="connsiteY267" fmla="*/ 2228315 h 6858002"/>
                  <a:gd name="connsiteX268" fmla="*/ 4087164 w 4572002"/>
                  <a:gd name="connsiteY268" fmla="*/ 2334045 h 6858002"/>
                  <a:gd name="connsiteX269" fmla="*/ 4111549 w 4572002"/>
                  <a:gd name="connsiteY269" fmla="*/ 2409486 h 6858002"/>
                  <a:gd name="connsiteX270" fmla="*/ 4128650 w 4572002"/>
                  <a:gd name="connsiteY270" fmla="*/ 2435913 h 6858002"/>
                  <a:gd name="connsiteX271" fmla="*/ 4134481 w 4572002"/>
                  <a:gd name="connsiteY271" fmla="*/ 2463018 h 6858002"/>
                  <a:gd name="connsiteX272" fmla="*/ 4125839 w 4572002"/>
                  <a:gd name="connsiteY272" fmla="*/ 2518262 h 6858002"/>
                  <a:gd name="connsiteX273" fmla="*/ 4125838 w 4572002"/>
                  <a:gd name="connsiteY273" fmla="*/ 2518264 h 6858002"/>
                  <a:gd name="connsiteX274" fmla="*/ 4122194 w 4572002"/>
                  <a:gd name="connsiteY274" fmla="*/ 2545006 h 6858002"/>
                  <a:gd name="connsiteX275" fmla="*/ 4122194 w 4572002"/>
                  <a:gd name="connsiteY275" fmla="*/ 2545007 h 6858002"/>
                  <a:gd name="connsiteX276" fmla="*/ 4126408 w 4572002"/>
                  <a:gd name="connsiteY276" fmla="*/ 2571035 h 6858002"/>
                  <a:gd name="connsiteX277" fmla="*/ 4199563 w 4572002"/>
                  <a:gd name="connsiteY277" fmla="*/ 2668002 h 6858002"/>
                  <a:gd name="connsiteX278" fmla="*/ 4247953 w 4572002"/>
                  <a:gd name="connsiteY278" fmla="*/ 2745349 h 6858002"/>
                  <a:gd name="connsiteX279" fmla="*/ 4247954 w 4572002"/>
                  <a:gd name="connsiteY279" fmla="*/ 2745352 h 6858002"/>
                  <a:gd name="connsiteX280" fmla="*/ 4253873 w 4572002"/>
                  <a:gd name="connsiteY280" fmla="*/ 2778006 h 6858002"/>
                  <a:gd name="connsiteX281" fmla="*/ 4253453 w 4572002"/>
                  <a:gd name="connsiteY281" fmla="*/ 2785440 h 6858002"/>
                  <a:gd name="connsiteX282" fmla="*/ 4243374 w 4572002"/>
                  <a:gd name="connsiteY282" fmla="*/ 2811780 h 6858002"/>
                  <a:gd name="connsiteX283" fmla="*/ 4243371 w 4572002"/>
                  <a:gd name="connsiteY283" fmla="*/ 2811787 h 6858002"/>
                  <a:gd name="connsiteX284" fmla="*/ 4243372 w 4572002"/>
                  <a:gd name="connsiteY284" fmla="*/ 2811787 h 6858002"/>
                  <a:gd name="connsiteX285" fmla="*/ 4243374 w 4572002"/>
                  <a:gd name="connsiteY285" fmla="*/ 2811780 h 6858002"/>
                  <a:gd name="connsiteX286" fmla="*/ 4253025 w 4572002"/>
                  <a:gd name="connsiteY286" fmla="*/ 2793023 h 6858002"/>
                  <a:gd name="connsiteX287" fmla="*/ 4253453 w 4572002"/>
                  <a:gd name="connsiteY287" fmla="*/ 2785440 h 6858002"/>
                  <a:gd name="connsiteX288" fmla="*/ 4254654 w 4572002"/>
                  <a:gd name="connsiteY288" fmla="*/ 2782305 h 6858002"/>
                  <a:gd name="connsiteX289" fmla="*/ 4253873 w 4572002"/>
                  <a:gd name="connsiteY289" fmla="*/ 2778006 h 6858002"/>
                  <a:gd name="connsiteX290" fmla="*/ 4254284 w 4572002"/>
                  <a:gd name="connsiteY290" fmla="*/ 2770758 h 6858002"/>
                  <a:gd name="connsiteX291" fmla="*/ 4247954 w 4572002"/>
                  <a:gd name="connsiteY291" fmla="*/ 2745352 h 6858002"/>
                  <a:gd name="connsiteX292" fmla="*/ 4247953 w 4572002"/>
                  <a:gd name="connsiteY292" fmla="*/ 2745348 h 6858002"/>
                  <a:gd name="connsiteX293" fmla="*/ 4199563 w 4572002"/>
                  <a:gd name="connsiteY293" fmla="*/ 2668001 h 6858002"/>
                  <a:gd name="connsiteX294" fmla="*/ 4126408 w 4572002"/>
                  <a:gd name="connsiteY294" fmla="*/ 2571034 h 6858002"/>
                  <a:gd name="connsiteX295" fmla="*/ 4122194 w 4572002"/>
                  <a:gd name="connsiteY295" fmla="*/ 2545007 h 6858002"/>
                  <a:gd name="connsiteX296" fmla="*/ 4125838 w 4572002"/>
                  <a:gd name="connsiteY296" fmla="*/ 2518265 h 6858002"/>
                  <a:gd name="connsiteX297" fmla="*/ 4125839 w 4572002"/>
                  <a:gd name="connsiteY297" fmla="*/ 2518262 h 6858002"/>
                  <a:gd name="connsiteX298" fmla="*/ 4132419 w 4572002"/>
                  <a:gd name="connsiteY298" fmla="*/ 2490551 h 6858002"/>
                  <a:gd name="connsiteX299" fmla="*/ 4134481 w 4572002"/>
                  <a:gd name="connsiteY299" fmla="*/ 2463018 h 6858002"/>
                  <a:gd name="connsiteX300" fmla="*/ 4134481 w 4572002"/>
                  <a:gd name="connsiteY300" fmla="*/ 2463017 h 6858002"/>
                  <a:gd name="connsiteX301" fmla="*/ 4111549 w 4572002"/>
                  <a:gd name="connsiteY301" fmla="*/ 2409485 h 6858002"/>
                  <a:gd name="connsiteX302" fmla="*/ 4087164 w 4572002"/>
                  <a:gd name="connsiteY302" fmla="*/ 2334044 h 6858002"/>
                  <a:gd name="connsiteX303" fmla="*/ 4058207 w 4572002"/>
                  <a:gd name="connsiteY303" fmla="*/ 2228314 h 6858002"/>
                  <a:gd name="connsiteX304" fmla="*/ 4042967 w 4572002"/>
                  <a:gd name="connsiteY304" fmla="*/ 2188879 h 6858002"/>
                  <a:gd name="connsiteX305" fmla="*/ 4020296 w 4572002"/>
                  <a:gd name="connsiteY305" fmla="*/ 2094578 h 6858002"/>
                  <a:gd name="connsiteX306" fmla="*/ 4005437 w 4572002"/>
                  <a:gd name="connsiteY306" fmla="*/ 2016469 h 6858002"/>
                  <a:gd name="connsiteX307" fmla="*/ 3958954 w 4572002"/>
                  <a:gd name="connsiteY307" fmla="*/ 1953413 h 6858002"/>
                  <a:gd name="connsiteX308" fmla="*/ 3934949 w 4572002"/>
                  <a:gd name="connsiteY308" fmla="*/ 1933219 h 6858002"/>
                  <a:gd name="connsiteX309" fmla="*/ 3919519 w 4572002"/>
                  <a:gd name="connsiteY309" fmla="*/ 1916454 h 6858002"/>
                  <a:gd name="connsiteX310" fmla="*/ 3829028 w 4572002"/>
                  <a:gd name="connsiteY310" fmla="*/ 1842158 h 6858002"/>
                  <a:gd name="connsiteX311" fmla="*/ 3821407 w 4572002"/>
                  <a:gd name="connsiteY311" fmla="*/ 1833775 h 6858002"/>
                  <a:gd name="connsiteX312" fmla="*/ 3779686 w 4572002"/>
                  <a:gd name="connsiteY312" fmla="*/ 1733188 h 6858002"/>
                  <a:gd name="connsiteX313" fmla="*/ 3757018 w 4572002"/>
                  <a:gd name="connsiteY313" fmla="*/ 1697753 h 6858002"/>
                  <a:gd name="connsiteX314" fmla="*/ 3700436 w 4572002"/>
                  <a:gd name="connsiteY314" fmla="*/ 1624980 h 6858002"/>
                  <a:gd name="connsiteX315" fmla="*/ 3698532 w 4572002"/>
                  <a:gd name="connsiteY315" fmla="*/ 1596213 h 6858002"/>
                  <a:gd name="connsiteX316" fmla="*/ 3745230 w 4572002"/>
                  <a:gd name="connsiteY316" fmla="*/ 1459073 h 6858002"/>
                  <a:gd name="connsiteX317" fmla="*/ 3745229 w 4572002"/>
                  <a:gd name="connsiteY317" fmla="*/ 1459074 h 6858002"/>
                  <a:gd name="connsiteX318" fmla="*/ 3736012 w 4572002"/>
                  <a:gd name="connsiteY318" fmla="*/ 1481572 h 6858002"/>
                  <a:gd name="connsiteX319" fmla="*/ 3764423 w 4572002"/>
                  <a:gd name="connsiteY319" fmla="*/ 1268758 h 6858002"/>
                  <a:gd name="connsiteX320" fmla="*/ 3769590 w 4572002"/>
                  <a:gd name="connsiteY320" fmla="*/ 1286070 h 6858002"/>
                  <a:gd name="connsiteX321" fmla="*/ 3791927 w 4572002"/>
                  <a:gd name="connsiteY321" fmla="*/ 1350628 h 6858002"/>
                  <a:gd name="connsiteX322" fmla="*/ 3786333 w 4572002"/>
                  <a:gd name="connsiteY322" fmla="*/ 1413840 h 6858002"/>
                  <a:gd name="connsiteX323" fmla="*/ 3791928 w 4572002"/>
                  <a:gd name="connsiteY323" fmla="*/ 1350627 h 6858002"/>
                  <a:gd name="connsiteX324" fmla="*/ 3769590 w 4572002"/>
                  <a:gd name="connsiteY324" fmla="*/ 1286069 h 6858002"/>
                  <a:gd name="connsiteX325" fmla="*/ 3706152 w 4572002"/>
                  <a:gd name="connsiteY325" fmla="*/ 773035 h 6858002"/>
                  <a:gd name="connsiteX326" fmla="*/ 3706152 w 4572002"/>
                  <a:gd name="connsiteY326" fmla="*/ 773036 h 6858002"/>
                  <a:gd name="connsiteX327" fmla="*/ 3714152 w 4572002"/>
                  <a:gd name="connsiteY327" fmla="*/ 854380 h 6858002"/>
                  <a:gd name="connsiteX328" fmla="*/ 3745205 w 4572002"/>
                  <a:gd name="connsiteY328" fmla="*/ 915344 h 6858002"/>
                  <a:gd name="connsiteX329" fmla="*/ 3755683 w 4572002"/>
                  <a:gd name="connsiteY329" fmla="*/ 927156 h 6858002"/>
                  <a:gd name="connsiteX330" fmla="*/ 3752063 w 4572002"/>
                  <a:gd name="connsiteY330" fmla="*/ 1097088 h 6858002"/>
                  <a:gd name="connsiteX331" fmla="*/ 3747681 w 4572002"/>
                  <a:gd name="connsiteY331" fmla="*/ 1123186 h 6858002"/>
                  <a:gd name="connsiteX332" fmla="*/ 3772400 w 4572002"/>
                  <a:gd name="connsiteY332" fmla="*/ 1184029 h 6858002"/>
                  <a:gd name="connsiteX333" fmla="*/ 3747682 w 4572002"/>
                  <a:gd name="connsiteY333" fmla="*/ 1123185 h 6858002"/>
                  <a:gd name="connsiteX334" fmla="*/ 3752064 w 4572002"/>
                  <a:gd name="connsiteY334" fmla="*/ 1097087 h 6858002"/>
                  <a:gd name="connsiteX335" fmla="*/ 3755684 w 4572002"/>
                  <a:gd name="connsiteY335" fmla="*/ 927155 h 6858002"/>
                  <a:gd name="connsiteX336" fmla="*/ 3745206 w 4572002"/>
                  <a:gd name="connsiteY336" fmla="*/ 915343 h 6858002"/>
                  <a:gd name="connsiteX337" fmla="*/ 3714152 w 4572002"/>
                  <a:gd name="connsiteY337" fmla="*/ 854379 h 6858002"/>
                  <a:gd name="connsiteX338" fmla="*/ 3761553 w 4572002"/>
                  <a:gd name="connsiteY338" fmla="*/ 517851 h 6858002"/>
                  <a:gd name="connsiteX339" fmla="*/ 3752635 w 4572002"/>
                  <a:gd name="connsiteY339" fmla="*/ 556048 h 6858002"/>
                  <a:gd name="connsiteX340" fmla="*/ 3746157 w 4572002"/>
                  <a:gd name="connsiteY340" fmla="*/ 580051 h 6858002"/>
                  <a:gd name="connsiteX341" fmla="*/ 3742776 w 4572002"/>
                  <a:gd name="connsiteY341" fmla="*/ 642538 h 6858002"/>
                  <a:gd name="connsiteX342" fmla="*/ 3730253 w 4572002"/>
                  <a:gd name="connsiteY342" fmla="*/ 694928 h 6858002"/>
                  <a:gd name="connsiteX343" fmla="*/ 3742777 w 4572002"/>
                  <a:gd name="connsiteY343" fmla="*/ 642537 h 6858002"/>
                  <a:gd name="connsiteX344" fmla="*/ 3746158 w 4572002"/>
                  <a:gd name="connsiteY344" fmla="*/ 580050 h 6858002"/>
                  <a:gd name="connsiteX345" fmla="*/ 3752636 w 4572002"/>
                  <a:gd name="connsiteY345" fmla="*/ 556047 h 6858002"/>
                  <a:gd name="connsiteX346" fmla="*/ 3774848 w 4572002"/>
                  <a:gd name="connsiteY346" fmla="*/ 298169 h 6858002"/>
                  <a:gd name="connsiteX347" fmla="*/ 3760065 w 4572002"/>
                  <a:gd name="connsiteY347" fmla="*/ 313534 h 6858002"/>
                  <a:gd name="connsiteX348" fmla="*/ 3759493 w 4572002"/>
                  <a:gd name="connsiteY348" fmla="*/ 338871 h 6858002"/>
                  <a:gd name="connsiteX349" fmla="*/ 3759500 w 4572002"/>
                  <a:gd name="connsiteY349" fmla="*/ 338900 h 6858002"/>
                  <a:gd name="connsiteX350" fmla="*/ 3769400 w 4572002"/>
                  <a:gd name="connsiteY350" fmla="*/ 395640 h 6858002"/>
                  <a:gd name="connsiteX351" fmla="*/ 3765590 w 4572002"/>
                  <a:gd name="connsiteY351" fmla="*/ 367328 h 6858002"/>
                  <a:gd name="connsiteX352" fmla="*/ 3759500 w 4572002"/>
                  <a:gd name="connsiteY352" fmla="*/ 338900 h 6858002"/>
                  <a:gd name="connsiteX353" fmla="*/ 3759494 w 4572002"/>
                  <a:gd name="connsiteY353" fmla="*/ 338870 h 6858002"/>
                  <a:gd name="connsiteX354" fmla="*/ 3760066 w 4572002"/>
                  <a:gd name="connsiteY354" fmla="*/ 313533 h 6858002"/>
                  <a:gd name="connsiteX355" fmla="*/ 3782393 w 4572002"/>
                  <a:gd name="connsiteY355" fmla="*/ 281568 h 6858002"/>
                  <a:gd name="connsiteX356" fmla="*/ 3777498 w 4572002"/>
                  <a:gd name="connsiteY356" fmla="*/ 295415 h 6858002"/>
                  <a:gd name="connsiteX357" fmla="*/ 3777499 w 4572002"/>
                  <a:gd name="connsiteY357" fmla="*/ 295415 h 6858002"/>
                  <a:gd name="connsiteX358" fmla="*/ 3769073 w 4572002"/>
                  <a:gd name="connsiteY358" fmla="*/ 24486 h 6858002"/>
                  <a:gd name="connsiteX359" fmla="*/ 3766810 w 4572002"/>
                  <a:gd name="connsiteY359" fmla="*/ 74129 h 6858002"/>
                  <a:gd name="connsiteX360" fmla="*/ 3772734 w 4572002"/>
                  <a:gd name="connsiteY360" fmla="*/ 125861 h 6858002"/>
                  <a:gd name="connsiteX361" fmla="*/ 3777129 w 4572002"/>
                  <a:gd name="connsiteY361" fmla="*/ 153387 h 6858002"/>
                  <a:gd name="connsiteX362" fmla="*/ 3785402 w 4572002"/>
                  <a:gd name="connsiteY362" fmla="*/ 228944 h 6858002"/>
                  <a:gd name="connsiteX363" fmla="*/ 3780943 w 4572002"/>
                  <a:gd name="connsiteY363" fmla="*/ 177271 h 6858002"/>
                  <a:gd name="connsiteX364" fmla="*/ 3777129 w 4572002"/>
                  <a:gd name="connsiteY364" fmla="*/ 153387 h 6858002"/>
                  <a:gd name="connsiteX365" fmla="*/ 3776930 w 4572002"/>
                  <a:gd name="connsiteY365" fmla="*/ 151569 h 6858002"/>
                  <a:gd name="connsiteX366" fmla="*/ 3766811 w 4572002"/>
                  <a:gd name="connsiteY366" fmla="*/ 74129 h 6858002"/>
                  <a:gd name="connsiteX367" fmla="*/ 3766492 w 4572002"/>
                  <a:gd name="connsiteY367" fmla="*/ 0 h 6858002"/>
                  <a:gd name="connsiteX368" fmla="*/ 4230600 w 4572002"/>
                  <a:gd name="connsiteY368" fmla="*/ 0 h 6858002"/>
                  <a:gd name="connsiteX369" fmla="*/ 4229473 w 4572002"/>
                  <a:gd name="connsiteY369" fmla="*/ 2817 h 6858002"/>
                  <a:gd name="connsiteX370" fmla="*/ 4215375 w 4572002"/>
                  <a:gd name="connsiteY370" fmla="*/ 63587 h 6858002"/>
                  <a:gd name="connsiteX371" fmla="*/ 4201468 w 4572002"/>
                  <a:gd name="connsiteY371" fmla="*/ 176939 h 6858002"/>
                  <a:gd name="connsiteX372" fmla="*/ 4193466 w 4572002"/>
                  <a:gd name="connsiteY372" fmla="*/ 200182 h 6858002"/>
                  <a:gd name="connsiteX373" fmla="*/ 4155554 w 4572002"/>
                  <a:gd name="connsiteY373" fmla="*/ 340774 h 6858002"/>
                  <a:gd name="connsiteX374" fmla="*/ 4156319 w 4572002"/>
                  <a:gd name="connsiteY374" fmla="*/ 453364 h 6858002"/>
                  <a:gd name="connsiteX375" fmla="*/ 4158033 w 4572002"/>
                  <a:gd name="connsiteY375" fmla="*/ 462126 h 6858002"/>
                  <a:gd name="connsiteX376" fmla="*/ 4170605 w 4572002"/>
                  <a:gd name="connsiteY376" fmla="*/ 505182 h 6858002"/>
                  <a:gd name="connsiteX377" fmla="*/ 4167177 w 4572002"/>
                  <a:gd name="connsiteY377" fmla="*/ 571860 h 6858002"/>
                  <a:gd name="connsiteX378" fmla="*/ 4149840 w 4572002"/>
                  <a:gd name="connsiteY378" fmla="*/ 617772 h 6858002"/>
                  <a:gd name="connsiteX379" fmla="*/ 4149078 w 4572002"/>
                  <a:gd name="connsiteY379" fmla="*/ 674923 h 6858002"/>
                  <a:gd name="connsiteX380" fmla="*/ 4159937 w 4572002"/>
                  <a:gd name="connsiteY380" fmla="*/ 740268 h 6858002"/>
                  <a:gd name="connsiteX381" fmla="*/ 4162223 w 4572002"/>
                  <a:gd name="connsiteY381" fmla="*/ 769605 h 6858002"/>
                  <a:gd name="connsiteX382" fmla="*/ 4184703 w 4572002"/>
                  <a:gd name="connsiteY382" fmla="*/ 850189 h 6858002"/>
                  <a:gd name="connsiteX383" fmla="*/ 4179179 w 4572002"/>
                  <a:gd name="connsiteY383" fmla="*/ 898198 h 6858002"/>
                  <a:gd name="connsiteX384" fmla="*/ 4164319 w 4572002"/>
                  <a:gd name="connsiteY384" fmla="*/ 945444 h 6858002"/>
                  <a:gd name="connsiteX385" fmla="*/ 4150030 w 4572002"/>
                  <a:gd name="connsiteY385" fmla="*/ 975733 h 6858002"/>
                  <a:gd name="connsiteX386" fmla="*/ 4139934 w 4572002"/>
                  <a:gd name="connsiteY386" fmla="*/ 1036887 h 6858002"/>
                  <a:gd name="connsiteX387" fmla="*/ 4141458 w 4572002"/>
                  <a:gd name="connsiteY387" fmla="*/ 1048125 h 6858002"/>
                  <a:gd name="connsiteX388" fmla="*/ 4154032 w 4572002"/>
                  <a:gd name="connsiteY388" fmla="*/ 1230633 h 6858002"/>
                  <a:gd name="connsiteX389" fmla="*/ 4174225 w 4572002"/>
                  <a:gd name="connsiteY389" fmla="*/ 1303024 h 6858002"/>
                  <a:gd name="connsiteX390" fmla="*/ 4176701 w 4572002"/>
                  <a:gd name="connsiteY390" fmla="*/ 1318456 h 6858002"/>
                  <a:gd name="connsiteX391" fmla="*/ 4199372 w 4572002"/>
                  <a:gd name="connsiteY391" fmla="*/ 1472575 h 6858002"/>
                  <a:gd name="connsiteX392" fmla="*/ 4200325 w 4572002"/>
                  <a:gd name="connsiteY392" fmla="*/ 1489720 h 6858002"/>
                  <a:gd name="connsiteX393" fmla="*/ 4196324 w 4572002"/>
                  <a:gd name="connsiteY393" fmla="*/ 1537537 h 6858002"/>
                  <a:gd name="connsiteX394" fmla="*/ 4237474 w 4572002"/>
                  <a:gd name="connsiteY394" fmla="*/ 1650317 h 6858002"/>
                  <a:gd name="connsiteX395" fmla="*/ 4251572 w 4572002"/>
                  <a:gd name="connsiteY395" fmla="*/ 1763287 h 6858002"/>
                  <a:gd name="connsiteX396" fmla="*/ 4251380 w 4572002"/>
                  <a:gd name="connsiteY396" fmla="*/ 1825393 h 6858002"/>
                  <a:gd name="connsiteX397" fmla="*/ 4261478 w 4572002"/>
                  <a:gd name="connsiteY397" fmla="*/ 1869780 h 6858002"/>
                  <a:gd name="connsiteX398" fmla="*/ 4292149 w 4572002"/>
                  <a:gd name="connsiteY398" fmla="*/ 1978940 h 6858002"/>
                  <a:gd name="connsiteX399" fmla="*/ 4296911 w 4572002"/>
                  <a:gd name="connsiteY399" fmla="*/ 2030378 h 6858002"/>
                  <a:gd name="connsiteX400" fmla="*/ 4307201 w 4572002"/>
                  <a:gd name="connsiteY400" fmla="*/ 2085054 h 6858002"/>
                  <a:gd name="connsiteX401" fmla="*/ 4353302 w 4572002"/>
                  <a:gd name="connsiteY401" fmla="*/ 2220312 h 6858002"/>
                  <a:gd name="connsiteX402" fmla="*/ 4350636 w 4572002"/>
                  <a:gd name="connsiteY402" fmla="*/ 2330806 h 6858002"/>
                  <a:gd name="connsiteX403" fmla="*/ 4351206 w 4572002"/>
                  <a:gd name="connsiteY403" fmla="*/ 2401292 h 6858002"/>
                  <a:gd name="connsiteX404" fmla="*/ 4366446 w 4572002"/>
                  <a:gd name="connsiteY404" fmla="*/ 2485307 h 6858002"/>
                  <a:gd name="connsiteX405" fmla="*/ 4388736 w 4572002"/>
                  <a:gd name="connsiteY405" fmla="*/ 2554079 h 6858002"/>
                  <a:gd name="connsiteX406" fmla="*/ 4406453 w 4572002"/>
                  <a:gd name="connsiteY406" fmla="*/ 2649143 h 6858002"/>
                  <a:gd name="connsiteX407" fmla="*/ 4440554 w 4572002"/>
                  <a:gd name="connsiteY407" fmla="*/ 2743826 h 6858002"/>
                  <a:gd name="connsiteX408" fmla="*/ 4466653 w 4572002"/>
                  <a:gd name="connsiteY408" fmla="*/ 2809930 h 6858002"/>
                  <a:gd name="connsiteX409" fmla="*/ 4489705 w 4572002"/>
                  <a:gd name="connsiteY409" fmla="*/ 2901943 h 6858002"/>
                  <a:gd name="connsiteX410" fmla="*/ 4505897 w 4572002"/>
                  <a:gd name="connsiteY410" fmla="*/ 3042728 h 6858002"/>
                  <a:gd name="connsiteX411" fmla="*/ 4507613 w 4572002"/>
                  <a:gd name="connsiteY411" fmla="*/ 3107500 h 6858002"/>
                  <a:gd name="connsiteX412" fmla="*/ 4545521 w 4572002"/>
                  <a:gd name="connsiteY412" fmla="*/ 3209993 h 6858002"/>
                  <a:gd name="connsiteX413" fmla="*/ 4563811 w 4572002"/>
                  <a:gd name="connsiteY413" fmla="*/ 3253809 h 6858002"/>
                  <a:gd name="connsiteX414" fmla="*/ 4548570 w 4572002"/>
                  <a:gd name="connsiteY414" fmla="*/ 3293244 h 6858002"/>
                  <a:gd name="connsiteX415" fmla="*/ 4531043 w 4572002"/>
                  <a:gd name="connsiteY415" fmla="*/ 3318771 h 6858002"/>
                  <a:gd name="connsiteX416" fmla="*/ 4545904 w 4572002"/>
                  <a:gd name="connsiteY416" fmla="*/ 3399546 h 6858002"/>
                  <a:gd name="connsiteX417" fmla="*/ 4561524 w 4572002"/>
                  <a:gd name="connsiteY417" fmla="*/ 3485275 h 6858002"/>
                  <a:gd name="connsiteX418" fmla="*/ 4572002 w 4572002"/>
                  <a:gd name="connsiteY418" fmla="*/ 3546617 h 6858002"/>
                  <a:gd name="connsiteX419" fmla="*/ 4563620 w 4572002"/>
                  <a:gd name="connsiteY419" fmla="*/ 3623201 h 6858002"/>
                  <a:gd name="connsiteX420" fmla="*/ 4560192 w 4572002"/>
                  <a:gd name="connsiteY420" fmla="*/ 3683591 h 6858002"/>
                  <a:gd name="connsiteX421" fmla="*/ 4550476 w 4572002"/>
                  <a:gd name="connsiteY421" fmla="*/ 3732361 h 6858002"/>
                  <a:gd name="connsiteX422" fmla="*/ 4544759 w 4572002"/>
                  <a:gd name="connsiteY422" fmla="*/ 3749506 h 6858002"/>
                  <a:gd name="connsiteX423" fmla="*/ 4500182 w 4572002"/>
                  <a:gd name="connsiteY423" fmla="*/ 3885338 h 6858002"/>
                  <a:gd name="connsiteX424" fmla="*/ 4464557 w 4572002"/>
                  <a:gd name="connsiteY424" fmla="*/ 4030503 h 6858002"/>
                  <a:gd name="connsiteX425" fmla="*/ 4487039 w 4572002"/>
                  <a:gd name="connsiteY425" fmla="*/ 4124614 h 6858002"/>
                  <a:gd name="connsiteX426" fmla="*/ 4486656 w 4572002"/>
                  <a:gd name="connsiteY426" fmla="*/ 4159667 h 6858002"/>
                  <a:gd name="connsiteX427" fmla="*/ 4491801 w 4572002"/>
                  <a:gd name="connsiteY427" fmla="*/ 4320837 h 6858002"/>
                  <a:gd name="connsiteX428" fmla="*/ 4497325 w 4572002"/>
                  <a:gd name="connsiteY428" fmla="*/ 4349222 h 6858002"/>
                  <a:gd name="connsiteX429" fmla="*/ 4474653 w 4572002"/>
                  <a:gd name="connsiteY429" fmla="*/ 4502579 h 6858002"/>
                  <a:gd name="connsiteX430" fmla="*/ 4470844 w 4572002"/>
                  <a:gd name="connsiteY430" fmla="*/ 4558207 h 6858002"/>
                  <a:gd name="connsiteX431" fmla="*/ 4464557 w 4572002"/>
                  <a:gd name="connsiteY431" fmla="*/ 4609452 h 6858002"/>
                  <a:gd name="connsiteX432" fmla="*/ 4463033 w 4572002"/>
                  <a:gd name="connsiteY432" fmla="*/ 4681083 h 6858002"/>
                  <a:gd name="connsiteX433" fmla="*/ 4465891 w 4572002"/>
                  <a:gd name="connsiteY433" fmla="*/ 4755381 h 6858002"/>
                  <a:gd name="connsiteX434" fmla="*/ 4465319 w 4572002"/>
                  <a:gd name="connsiteY434" fmla="*/ 4838250 h 6858002"/>
                  <a:gd name="connsiteX435" fmla="*/ 4460367 w 4572002"/>
                  <a:gd name="connsiteY435" fmla="*/ 4871019 h 6858002"/>
                  <a:gd name="connsiteX436" fmla="*/ 4463795 w 4572002"/>
                  <a:gd name="connsiteY436" fmla="*/ 4959602 h 6858002"/>
                  <a:gd name="connsiteX437" fmla="*/ 4458082 w 4572002"/>
                  <a:gd name="connsiteY437" fmla="*/ 5006086 h 6858002"/>
                  <a:gd name="connsiteX438" fmla="*/ 4456937 w 4572002"/>
                  <a:gd name="connsiteY438" fmla="*/ 5082670 h 6858002"/>
                  <a:gd name="connsiteX439" fmla="*/ 4455603 w 4572002"/>
                  <a:gd name="connsiteY439" fmla="*/ 5107627 h 6858002"/>
                  <a:gd name="connsiteX440" fmla="*/ 4454840 w 4572002"/>
                  <a:gd name="connsiteY440" fmla="*/ 5129916 h 6858002"/>
                  <a:gd name="connsiteX441" fmla="*/ 4470464 w 4572002"/>
                  <a:gd name="connsiteY441" fmla="*/ 5206308 h 6858002"/>
                  <a:gd name="connsiteX442" fmla="*/ 4471415 w 4572002"/>
                  <a:gd name="connsiteY442" fmla="*/ 5274129 h 6858002"/>
                  <a:gd name="connsiteX443" fmla="*/ 4483990 w 4572002"/>
                  <a:gd name="connsiteY443" fmla="*/ 5393005 h 6858002"/>
                  <a:gd name="connsiteX444" fmla="*/ 4479607 w 4572002"/>
                  <a:gd name="connsiteY444" fmla="*/ 5419295 h 6858002"/>
                  <a:gd name="connsiteX445" fmla="*/ 4477894 w 4572002"/>
                  <a:gd name="connsiteY445" fmla="*/ 5501594 h 6858002"/>
                  <a:gd name="connsiteX446" fmla="*/ 4476560 w 4572002"/>
                  <a:gd name="connsiteY446" fmla="*/ 5548460 h 6858002"/>
                  <a:gd name="connsiteX447" fmla="*/ 4485703 w 4572002"/>
                  <a:gd name="connsiteY447" fmla="*/ 5606372 h 6858002"/>
                  <a:gd name="connsiteX448" fmla="*/ 4505134 w 4572002"/>
                  <a:gd name="connsiteY448" fmla="*/ 5706959 h 6858002"/>
                  <a:gd name="connsiteX449" fmla="*/ 4508183 w 4572002"/>
                  <a:gd name="connsiteY449" fmla="*/ 5733440 h 6858002"/>
                  <a:gd name="connsiteX450" fmla="*/ 4517519 w 4572002"/>
                  <a:gd name="connsiteY450" fmla="*/ 5781830 h 6858002"/>
                  <a:gd name="connsiteX451" fmla="*/ 4519234 w 4572002"/>
                  <a:gd name="connsiteY451" fmla="*/ 5790592 h 6858002"/>
                  <a:gd name="connsiteX452" fmla="*/ 4542855 w 4572002"/>
                  <a:gd name="connsiteY452" fmla="*/ 5864318 h 6858002"/>
                  <a:gd name="connsiteX453" fmla="*/ 4544759 w 4572002"/>
                  <a:gd name="connsiteY453" fmla="*/ 5902610 h 6858002"/>
                  <a:gd name="connsiteX454" fmla="*/ 4544951 w 4572002"/>
                  <a:gd name="connsiteY454" fmla="*/ 6012723 h 6858002"/>
                  <a:gd name="connsiteX455" fmla="*/ 4541332 w 4572002"/>
                  <a:gd name="connsiteY455" fmla="*/ 6059397 h 6858002"/>
                  <a:gd name="connsiteX456" fmla="*/ 4527426 w 4572002"/>
                  <a:gd name="connsiteY456" fmla="*/ 6171605 h 6858002"/>
                  <a:gd name="connsiteX457" fmla="*/ 4520568 w 4572002"/>
                  <a:gd name="connsiteY457" fmla="*/ 6242093 h 6858002"/>
                  <a:gd name="connsiteX458" fmla="*/ 4509706 w 4572002"/>
                  <a:gd name="connsiteY458" fmla="*/ 6323058 h 6858002"/>
                  <a:gd name="connsiteX459" fmla="*/ 4502848 w 4572002"/>
                  <a:gd name="connsiteY459" fmla="*/ 6415833 h 6858002"/>
                  <a:gd name="connsiteX460" fmla="*/ 4482084 w 4572002"/>
                  <a:gd name="connsiteY460" fmla="*/ 6584812 h 6858002"/>
                  <a:gd name="connsiteX461" fmla="*/ 4460557 w 4572002"/>
                  <a:gd name="connsiteY461" fmla="*/ 6748458 h 6858002"/>
                  <a:gd name="connsiteX462" fmla="*/ 4441507 w 4572002"/>
                  <a:gd name="connsiteY462" fmla="*/ 6815516 h 6858002"/>
                  <a:gd name="connsiteX463" fmla="*/ 4431806 w 4572002"/>
                  <a:gd name="connsiteY463" fmla="*/ 6858001 h 6858002"/>
                  <a:gd name="connsiteX464" fmla="*/ 4259554 w 4572002"/>
                  <a:gd name="connsiteY464" fmla="*/ 6858001 h 6858002"/>
                  <a:gd name="connsiteX465" fmla="*/ 4259554 w 4572002"/>
                  <a:gd name="connsiteY465" fmla="*/ 6858002 h 6858002"/>
                  <a:gd name="connsiteX466" fmla="*/ 0 w 4572002"/>
                  <a:gd name="connsiteY466" fmla="*/ 6858002 h 6858002"/>
                  <a:gd name="connsiteX467" fmla="*/ 0 w 4572002"/>
                  <a:gd name="connsiteY467" fmla="*/ 2 h 6858002"/>
                  <a:gd name="connsiteX468" fmla="*/ 3766492 w 4572002"/>
                  <a:gd name="connsiteY468" fmla="*/ 1 h 6858002"/>
                  <a:gd name="connsiteX469" fmla="*/ 3769210 w 4572002"/>
                  <a:gd name="connsiteY469" fmla="*/ 21486 h 6858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4572002" h="6858002">
                    <a:moveTo>
                      <a:pt x="4214994" y="6564620"/>
                    </a:moveTo>
                    <a:lnTo>
                      <a:pt x="4214994" y="6564621"/>
                    </a:lnTo>
                    <a:cubicBezTo>
                      <a:pt x="4225281" y="6575479"/>
                      <a:pt x="4231378" y="6582147"/>
                      <a:pt x="4237474" y="6588626"/>
                    </a:cubicBezTo>
                    <a:lnTo>
                      <a:pt x="4254096" y="6625225"/>
                    </a:lnTo>
                    <a:lnTo>
                      <a:pt x="4247001" y="6662540"/>
                    </a:lnTo>
                    <a:lnTo>
                      <a:pt x="4247000" y="6662541"/>
                    </a:lnTo>
                    <a:lnTo>
                      <a:pt x="4246999" y="6662544"/>
                    </a:lnTo>
                    <a:lnTo>
                      <a:pt x="4235550" y="6683027"/>
                    </a:lnTo>
                    <a:lnTo>
                      <a:pt x="4232403" y="6702976"/>
                    </a:lnTo>
                    <a:lnTo>
                      <a:pt x="4232403" y="6702977"/>
                    </a:lnTo>
                    <a:cubicBezTo>
                      <a:pt x="4232808" y="6716169"/>
                      <a:pt x="4237951" y="6729219"/>
                      <a:pt x="4246238" y="6742553"/>
                    </a:cubicBezTo>
                    <a:lnTo>
                      <a:pt x="4246239" y="6742555"/>
                    </a:lnTo>
                    <a:lnTo>
                      <a:pt x="4265716" y="6812062"/>
                    </a:lnTo>
                    <a:lnTo>
                      <a:pt x="4265717" y="6812064"/>
                    </a:lnTo>
                    <a:lnTo>
                      <a:pt x="4265717" y="6812063"/>
                    </a:lnTo>
                    <a:lnTo>
                      <a:pt x="4265716" y="6812062"/>
                    </a:lnTo>
                    <a:lnTo>
                      <a:pt x="4260942" y="6776800"/>
                    </a:lnTo>
                    <a:lnTo>
                      <a:pt x="4246239" y="6742555"/>
                    </a:lnTo>
                    <a:lnTo>
                      <a:pt x="4246238" y="6742552"/>
                    </a:lnTo>
                    <a:lnTo>
                      <a:pt x="4232403" y="6702976"/>
                    </a:lnTo>
                    <a:lnTo>
                      <a:pt x="4246999" y="6662544"/>
                    </a:lnTo>
                    <a:lnTo>
                      <a:pt x="4247000" y="6662542"/>
                    </a:lnTo>
                    <a:lnTo>
                      <a:pt x="4247001" y="6662540"/>
                    </a:lnTo>
                    <a:lnTo>
                      <a:pt x="4254084" y="6645552"/>
                    </a:lnTo>
                    <a:lnTo>
                      <a:pt x="4254096" y="6625225"/>
                    </a:lnTo>
                    <a:lnTo>
                      <a:pt x="4254096" y="6625224"/>
                    </a:lnTo>
                    <a:cubicBezTo>
                      <a:pt x="4252000" y="6611341"/>
                      <a:pt x="4245951" y="6597578"/>
                      <a:pt x="4237474" y="6588625"/>
                    </a:cubicBezTo>
                    <a:close/>
                    <a:moveTo>
                      <a:pt x="4295315" y="6438981"/>
                    </a:moveTo>
                    <a:lnTo>
                      <a:pt x="4275385" y="6463840"/>
                    </a:lnTo>
                    <a:lnTo>
                      <a:pt x="4275382" y="6463849"/>
                    </a:lnTo>
                    <a:lnTo>
                      <a:pt x="4261587" y="6513012"/>
                    </a:lnTo>
                    <a:lnTo>
                      <a:pt x="4242781" y="6546194"/>
                    </a:lnTo>
                    <a:lnTo>
                      <a:pt x="4242781" y="6546195"/>
                    </a:lnTo>
                    <a:lnTo>
                      <a:pt x="4259120" y="6521804"/>
                    </a:lnTo>
                    <a:lnTo>
                      <a:pt x="4261587" y="6513012"/>
                    </a:lnTo>
                    <a:lnTo>
                      <a:pt x="4264398" y="6508052"/>
                    </a:lnTo>
                    <a:lnTo>
                      <a:pt x="4275382" y="6463849"/>
                    </a:lnTo>
                    <a:lnTo>
                      <a:pt x="4275385" y="6463841"/>
                    </a:lnTo>
                    <a:cubicBezTo>
                      <a:pt x="4278336" y="6451650"/>
                      <a:pt x="4285813" y="6444077"/>
                      <a:pt x="4295315" y="6438981"/>
                    </a:cubicBezTo>
                    <a:close/>
                    <a:moveTo>
                      <a:pt x="4381289" y="6365204"/>
                    </a:moveTo>
                    <a:lnTo>
                      <a:pt x="4380008" y="6387910"/>
                    </a:lnTo>
                    <a:lnTo>
                      <a:pt x="4378243" y="6391549"/>
                    </a:lnTo>
                    <a:lnTo>
                      <a:pt x="4370589" y="6407332"/>
                    </a:lnTo>
                    <a:lnTo>
                      <a:pt x="4370589" y="6407333"/>
                    </a:lnTo>
                    <a:lnTo>
                      <a:pt x="4378243" y="6391549"/>
                    </a:lnTo>
                    <a:lnTo>
                      <a:pt x="4380008" y="6387910"/>
                    </a:lnTo>
                    <a:close/>
                    <a:moveTo>
                      <a:pt x="4142220" y="4221391"/>
                    </a:moveTo>
                    <a:lnTo>
                      <a:pt x="4142220" y="4221392"/>
                    </a:lnTo>
                    <a:cubicBezTo>
                      <a:pt x="4142982" y="4232061"/>
                      <a:pt x="4143172" y="4243873"/>
                      <a:pt x="4147936" y="4253015"/>
                    </a:cubicBezTo>
                    <a:cubicBezTo>
                      <a:pt x="4160129" y="4277402"/>
                      <a:pt x="4175749" y="4300071"/>
                      <a:pt x="4187752" y="4324646"/>
                    </a:cubicBezTo>
                    <a:lnTo>
                      <a:pt x="4196706" y="4363891"/>
                    </a:lnTo>
                    <a:lnTo>
                      <a:pt x="4195944" y="4482004"/>
                    </a:lnTo>
                    <a:cubicBezTo>
                      <a:pt x="4193276" y="4546776"/>
                      <a:pt x="4192704" y="4612500"/>
                      <a:pt x="4135934" y="4659174"/>
                    </a:cubicBezTo>
                    <a:cubicBezTo>
                      <a:pt x="4131362" y="4662986"/>
                      <a:pt x="4128694" y="4671176"/>
                      <a:pt x="4127932" y="4677655"/>
                    </a:cubicBezTo>
                    <a:cubicBezTo>
                      <a:pt x="4124313" y="4707564"/>
                      <a:pt x="4123931" y="4738235"/>
                      <a:pt x="4118025" y="4767764"/>
                    </a:cubicBezTo>
                    <a:cubicBezTo>
                      <a:pt x="4115644" y="4779575"/>
                      <a:pt x="4114835" y="4790387"/>
                      <a:pt x="4116716" y="4800483"/>
                    </a:cubicBezTo>
                    <a:lnTo>
                      <a:pt x="4116716" y="4800484"/>
                    </a:lnTo>
                    <a:cubicBezTo>
                      <a:pt x="4118597" y="4810581"/>
                      <a:pt x="4123170" y="4819964"/>
                      <a:pt x="4131552" y="4828917"/>
                    </a:cubicBezTo>
                    <a:lnTo>
                      <a:pt x="4153733" y="4863343"/>
                    </a:lnTo>
                    <a:lnTo>
                      <a:pt x="4161262" y="4889275"/>
                    </a:lnTo>
                    <a:lnTo>
                      <a:pt x="4159557" y="4912168"/>
                    </a:lnTo>
                    <a:cubicBezTo>
                      <a:pt x="4157842" y="4919978"/>
                      <a:pt x="4157485" y="4927122"/>
                      <a:pt x="4158155" y="4933804"/>
                    </a:cubicBezTo>
                    <a:lnTo>
                      <a:pt x="4158155" y="4933805"/>
                    </a:lnTo>
                    <a:lnTo>
                      <a:pt x="4162914" y="4952673"/>
                    </a:lnTo>
                    <a:lnTo>
                      <a:pt x="4165707" y="4957454"/>
                    </a:lnTo>
                    <a:lnTo>
                      <a:pt x="4166985" y="4961456"/>
                    </a:lnTo>
                    <a:cubicBezTo>
                      <a:pt x="4171496" y="4970097"/>
                      <a:pt x="4177202" y="4978394"/>
                      <a:pt x="4182989" y="4987038"/>
                    </a:cubicBezTo>
                    <a:cubicBezTo>
                      <a:pt x="4194228" y="5003802"/>
                      <a:pt x="4208326" y="5022853"/>
                      <a:pt x="4209468" y="5041522"/>
                    </a:cubicBezTo>
                    <a:cubicBezTo>
                      <a:pt x="4210087" y="5052096"/>
                      <a:pt x="4213005" y="5062300"/>
                      <a:pt x="4216684" y="5072376"/>
                    </a:cubicBezTo>
                    <a:lnTo>
                      <a:pt x="4222587" y="5087441"/>
                    </a:lnTo>
                    <a:lnTo>
                      <a:pt x="4235615" y="5133220"/>
                    </a:lnTo>
                    <a:lnTo>
                      <a:pt x="4235616" y="5133225"/>
                    </a:lnTo>
                    <a:lnTo>
                      <a:pt x="4228901" y="5166113"/>
                    </a:lnTo>
                    <a:lnTo>
                      <a:pt x="4228901" y="5166114"/>
                    </a:lnTo>
                    <a:cubicBezTo>
                      <a:pt x="4228139" y="5167638"/>
                      <a:pt x="4228712" y="5169781"/>
                      <a:pt x="4229593" y="5172091"/>
                    </a:cubicBezTo>
                    <a:lnTo>
                      <a:pt x="4232139" y="5179068"/>
                    </a:lnTo>
                    <a:cubicBezTo>
                      <a:pt x="4235759" y="5196595"/>
                      <a:pt x="4235807" y="5213598"/>
                      <a:pt x="4231973" y="5229434"/>
                    </a:cubicBezTo>
                    <a:lnTo>
                      <a:pt x="4225669" y="5241089"/>
                    </a:lnTo>
                    <a:lnTo>
                      <a:pt x="4208517" y="5272796"/>
                    </a:lnTo>
                    <a:cubicBezTo>
                      <a:pt x="4196871" y="5285441"/>
                      <a:pt x="4189165" y="5298595"/>
                      <a:pt x="4184613" y="5312288"/>
                    </a:cubicBezTo>
                    <a:lnTo>
                      <a:pt x="4183557" y="5321350"/>
                    </a:lnTo>
                    <a:lnTo>
                      <a:pt x="4181083" y="5326163"/>
                    </a:lnTo>
                    <a:lnTo>
                      <a:pt x="4179637" y="5355014"/>
                    </a:lnTo>
                    <a:lnTo>
                      <a:pt x="4179637" y="5355015"/>
                    </a:lnTo>
                    <a:cubicBezTo>
                      <a:pt x="4180286" y="5364883"/>
                      <a:pt x="4181989" y="5375003"/>
                      <a:pt x="4184513" y="5385385"/>
                    </a:cubicBezTo>
                    <a:cubicBezTo>
                      <a:pt x="4187752" y="5398722"/>
                      <a:pt x="4190038" y="5412058"/>
                      <a:pt x="4192704" y="5425583"/>
                    </a:cubicBezTo>
                    <a:cubicBezTo>
                      <a:pt x="4196514" y="5443871"/>
                      <a:pt x="4200516" y="5462352"/>
                      <a:pt x="4204327" y="5480638"/>
                    </a:cubicBezTo>
                    <a:lnTo>
                      <a:pt x="4208850" y="5507668"/>
                    </a:lnTo>
                    <a:lnTo>
                      <a:pt x="4198232" y="5531692"/>
                    </a:lnTo>
                    <a:lnTo>
                      <a:pt x="4198231" y="5531693"/>
                    </a:lnTo>
                    <a:cubicBezTo>
                      <a:pt x="4191181" y="5537600"/>
                      <a:pt x="4187989" y="5542649"/>
                      <a:pt x="4188085" y="5547578"/>
                    </a:cubicBezTo>
                    <a:lnTo>
                      <a:pt x="4188085" y="5547579"/>
                    </a:lnTo>
                    <a:cubicBezTo>
                      <a:pt x="4188180" y="5552508"/>
                      <a:pt x="4191562" y="5557318"/>
                      <a:pt x="4197659" y="5562747"/>
                    </a:cubicBezTo>
                    <a:cubicBezTo>
                      <a:pt x="4240332" y="5600468"/>
                      <a:pt x="4267003" y="5646190"/>
                      <a:pt x="4268907" y="5704484"/>
                    </a:cubicBezTo>
                    <a:cubicBezTo>
                      <a:pt x="4269289" y="5716486"/>
                      <a:pt x="4271954" y="5728679"/>
                      <a:pt x="4274812" y="5740489"/>
                    </a:cubicBezTo>
                    <a:cubicBezTo>
                      <a:pt x="4276527" y="5747729"/>
                      <a:pt x="4278433" y="5756494"/>
                      <a:pt x="4283578" y="5760874"/>
                    </a:cubicBezTo>
                    <a:cubicBezTo>
                      <a:pt x="4322821" y="5794975"/>
                      <a:pt x="4350063" y="5837458"/>
                      <a:pt x="4371973" y="5883752"/>
                    </a:cubicBezTo>
                    <a:lnTo>
                      <a:pt x="4371974" y="5883757"/>
                    </a:lnTo>
                    <a:lnTo>
                      <a:pt x="4389877" y="5935946"/>
                    </a:lnTo>
                    <a:lnTo>
                      <a:pt x="4389878" y="5935950"/>
                    </a:lnTo>
                    <a:lnTo>
                      <a:pt x="4386259" y="5993290"/>
                    </a:lnTo>
                    <a:lnTo>
                      <a:pt x="4386259" y="5993291"/>
                    </a:lnTo>
                    <a:cubicBezTo>
                      <a:pt x="4385116" y="6004531"/>
                      <a:pt x="4385306" y="6017485"/>
                      <a:pt x="4379782" y="6026440"/>
                    </a:cubicBezTo>
                    <a:cubicBezTo>
                      <a:pt x="4362445" y="6054825"/>
                      <a:pt x="4343778" y="6082258"/>
                      <a:pt x="4323583" y="6108738"/>
                    </a:cubicBezTo>
                    <a:cubicBezTo>
                      <a:pt x="4314914" y="6120074"/>
                      <a:pt x="4309961" y="6126884"/>
                      <a:pt x="4309890" y="6133314"/>
                    </a:cubicBezTo>
                    <a:lnTo>
                      <a:pt x="4309890" y="6133315"/>
                    </a:lnTo>
                    <a:lnTo>
                      <a:pt x="4313591" y="6143190"/>
                    </a:lnTo>
                    <a:lnTo>
                      <a:pt x="4325486" y="6155600"/>
                    </a:lnTo>
                    <a:lnTo>
                      <a:pt x="4325488" y="6155603"/>
                    </a:lnTo>
                    <a:cubicBezTo>
                      <a:pt x="4347778" y="6175798"/>
                      <a:pt x="4359398" y="6200945"/>
                      <a:pt x="4364160" y="6228757"/>
                    </a:cubicBezTo>
                    <a:lnTo>
                      <a:pt x="4381497" y="6361540"/>
                    </a:lnTo>
                    <a:lnTo>
                      <a:pt x="4381497" y="6361539"/>
                    </a:lnTo>
                    <a:cubicBezTo>
                      <a:pt x="4377877" y="6317151"/>
                      <a:pt x="4371590" y="6272764"/>
                      <a:pt x="4364160" y="6228756"/>
                    </a:cubicBezTo>
                    <a:cubicBezTo>
                      <a:pt x="4359398" y="6200944"/>
                      <a:pt x="4347778" y="6175797"/>
                      <a:pt x="4325488" y="6155602"/>
                    </a:cubicBezTo>
                    <a:lnTo>
                      <a:pt x="4325486" y="6155600"/>
                    </a:lnTo>
                    <a:lnTo>
                      <a:pt x="4309890" y="6133315"/>
                    </a:lnTo>
                    <a:lnTo>
                      <a:pt x="4323583" y="6108739"/>
                    </a:lnTo>
                    <a:cubicBezTo>
                      <a:pt x="4343778" y="6082259"/>
                      <a:pt x="4362445" y="6054826"/>
                      <a:pt x="4379782" y="6026441"/>
                    </a:cubicBezTo>
                    <a:cubicBezTo>
                      <a:pt x="4385306" y="6017486"/>
                      <a:pt x="4385116" y="6004532"/>
                      <a:pt x="4386259" y="5993292"/>
                    </a:cubicBezTo>
                    <a:lnTo>
                      <a:pt x="4386259" y="5993290"/>
                    </a:lnTo>
                    <a:lnTo>
                      <a:pt x="4389712" y="5964477"/>
                    </a:lnTo>
                    <a:lnTo>
                      <a:pt x="4389878" y="5935950"/>
                    </a:lnTo>
                    <a:lnTo>
                      <a:pt x="4389878" y="5935949"/>
                    </a:lnTo>
                    <a:lnTo>
                      <a:pt x="4389877" y="5935946"/>
                    </a:lnTo>
                    <a:lnTo>
                      <a:pt x="4382997" y="5909351"/>
                    </a:lnTo>
                    <a:lnTo>
                      <a:pt x="4371974" y="5883757"/>
                    </a:lnTo>
                    <a:lnTo>
                      <a:pt x="4371973" y="5883751"/>
                    </a:lnTo>
                    <a:cubicBezTo>
                      <a:pt x="4350063" y="5837457"/>
                      <a:pt x="4322821" y="5794974"/>
                      <a:pt x="4283578" y="5760873"/>
                    </a:cubicBezTo>
                    <a:cubicBezTo>
                      <a:pt x="4278433" y="5756493"/>
                      <a:pt x="4276527" y="5747728"/>
                      <a:pt x="4274812" y="5740488"/>
                    </a:cubicBezTo>
                    <a:cubicBezTo>
                      <a:pt x="4271954" y="5728678"/>
                      <a:pt x="4269289" y="5716485"/>
                      <a:pt x="4268907" y="5704483"/>
                    </a:cubicBezTo>
                    <a:cubicBezTo>
                      <a:pt x="4267003" y="5646189"/>
                      <a:pt x="4240332" y="5600467"/>
                      <a:pt x="4197659" y="5562746"/>
                    </a:cubicBezTo>
                    <a:lnTo>
                      <a:pt x="4188085" y="5547578"/>
                    </a:lnTo>
                    <a:lnTo>
                      <a:pt x="4198231" y="5531694"/>
                    </a:lnTo>
                    <a:lnTo>
                      <a:pt x="4198232" y="5531692"/>
                    </a:lnTo>
                    <a:lnTo>
                      <a:pt x="4206630" y="5520422"/>
                    </a:lnTo>
                    <a:lnTo>
                      <a:pt x="4208850" y="5507668"/>
                    </a:lnTo>
                    <a:lnTo>
                      <a:pt x="4208850" y="5507667"/>
                    </a:lnTo>
                    <a:cubicBezTo>
                      <a:pt x="4208803" y="5498832"/>
                      <a:pt x="4206231" y="5489497"/>
                      <a:pt x="4204327" y="5480637"/>
                    </a:cubicBezTo>
                    <a:cubicBezTo>
                      <a:pt x="4200516" y="5462351"/>
                      <a:pt x="4196514" y="5443870"/>
                      <a:pt x="4192704" y="5425582"/>
                    </a:cubicBezTo>
                    <a:cubicBezTo>
                      <a:pt x="4190038" y="5412057"/>
                      <a:pt x="4187752" y="5398721"/>
                      <a:pt x="4184513" y="5385384"/>
                    </a:cubicBezTo>
                    <a:lnTo>
                      <a:pt x="4179637" y="5355014"/>
                    </a:lnTo>
                    <a:lnTo>
                      <a:pt x="4183557" y="5321350"/>
                    </a:lnTo>
                    <a:lnTo>
                      <a:pt x="4208517" y="5272797"/>
                    </a:lnTo>
                    <a:lnTo>
                      <a:pt x="4225669" y="5241089"/>
                    </a:lnTo>
                    <a:lnTo>
                      <a:pt x="4231973" y="5229433"/>
                    </a:lnTo>
                    <a:lnTo>
                      <a:pt x="4232139" y="5179068"/>
                    </a:lnTo>
                    <a:lnTo>
                      <a:pt x="4232139" y="5179067"/>
                    </a:lnTo>
                    <a:cubicBezTo>
                      <a:pt x="4231663" y="5176876"/>
                      <a:pt x="4230473" y="5174400"/>
                      <a:pt x="4229593" y="5172090"/>
                    </a:cubicBezTo>
                    <a:lnTo>
                      <a:pt x="4228901" y="5166114"/>
                    </a:lnTo>
                    <a:lnTo>
                      <a:pt x="4235616" y="5133225"/>
                    </a:lnTo>
                    <a:lnTo>
                      <a:pt x="4235616" y="5133224"/>
                    </a:lnTo>
                    <a:lnTo>
                      <a:pt x="4235615" y="5133220"/>
                    </a:lnTo>
                    <a:lnTo>
                      <a:pt x="4228473" y="5102461"/>
                    </a:lnTo>
                    <a:lnTo>
                      <a:pt x="4222587" y="5087441"/>
                    </a:lnTo>
                    <a:lnTo>
                      <a:pt x="4222582" y="5087423"/>
                    </a:lnTo>
                    <a:cubicBezTo>
                      <a:pt x="4216496" y="5072411"/>
                      <a:pt x="4210397" y="5057381"/>
                      <a:pt x="4209468" y="5041521"/>
                    </a:cubicBezTo>
                    <a:cubicBezTo>
                      <a:pt x="4208326" y="5022852"/>
                      <a:pt x="4194228" y="5003801"/>
                      <a:pt x="4182989" y="4987037"/>
                    </a:cubicBezTo>
                    <a:lnTo>
                      <a:pt x="4165707" y="4957454"/>
                    </a:lnTo>
                    <a:lnTo>
                      <a:pt x="4158155" y="4933805"/>
                    </a:lnTo>
                    <a:lnTo>
                      <a:pt x="4159557" y="4912169"/>
                    </a:lnTo>
                    <a:cubicBezTo>
                      <a:pt x="4161319" y="4904358"/>
                      <a:pt x="4161831" y="4896714"/>
                      <a:pt x="4161262" y="4889276"/>
                    </a:cubicBezTo>
                    <a:lnTo>
                      <a:pt x="4161262" y="4889275"/>
                    </a:lnTo>
                    <a:lnTo>
                      <a:pt x="4156484" y="4867614"/>
                    </a:lnTo>
                    <a:lnTo>
                      <a:pt x="4153733" y="4863343"/>
                    </a:lnTo>
                    <a:lnTo>
                      <a:pt x="4151983" y="4857317"/>
                    </a:lnTo>
                    <a:cubicBezTo>
                      <a:pt x="4146840" y="4847214"/>
                      <a:pt x="4139839" y="4837703"/>
                      <a:pt x="4131552" y="4828916"/>
                    </a:cubicBezTo>
                    <a:lnTo>
                      <a:pt x="4116716" y="4800483"/>
                    </a:lnTo>
                    <a:lnTo>
                      <a:pt x="4118025" y="4767765"/>
                    </a:lnTo>
                    <a:cubicBezTo>
                      <a:pt x="4123931" y="4738236"/>
                      <a:pt x="4124313" y="4707565"/>
                      <a:pt x="4127932" y="4677656"/>
                    </a:cubicBezTo>
                    <a:cubicBezTo>
                      <a:pt x="4128694" y="4671177"/>
                      <a:pt x="4131362" y="4662987"/>
                      <a:pt x="4135934" y="4659175"/>
                    </a:cubicBezTo>
                    <a:cubicBezTo>
                      <a:pt x="4192704" y="4612501"/>
                      <a:pt x="4193276" y="4546777"/>
                      <a:pt x="4195944" y="4482005"/>
                    </a:cubicBezTo>
                    <a:cubicBezTo>
                      <a:pt x="4197659" y="4442762"/>
                      <a:pt x="4197659" y="4403326"/>
                      <a:pt x="4196706" y="4363891"/>
                    </a:cubicBezTo>
                    <a:lnTo>
                      <a:pt x="4196706" y="4363890"/>
                    </a:lnTo>
                    <a:cubicBezTo>
                      <a:pt x="4196514" y="4350554"/>
                      <a:pt x="4193466" y="4336457"/>
                      <a:pt x="4187752" y="4324645"/>
                    </a:cubicBezTo>
                    <a:cubicBezTo>
                      <a:pt x="4175749" y="4300070"/>
                      <a:pt x="4160129" y="4277401"/>
                      <a:pt x="4147936" y="4253014"/>
                    </a:cubicBezTo>
                    <a:close/>
                    <a:moveTo>
                      <a:pt x="4211111" y="2836172"/>
                    </a:moveTo>
                    <a:lnTo>
                      <a:pt x="4202421" y="2848793"/>
                    </a:lnTo>
                    <a:cubicBezTo>
                      <a:pt x="4197421" y="2865010"/>
                      <a:pt x="4191562" y="2881307"/>
                      <a:pt x="4186816" y="2897785"/>
                    </a:cubicBezTo>
                    <a:lnTo>
                      <a:pt x="4185787" y="2903551"/>
                    </a:lnTo>
                    <a:lnTo>
                      <a:pt x="4182513" y="2914328"/>
                    </a:lnTo>
                    <a:lnTo>
                      <a:pt x="4177882" y="2947858"/>
                    </a:lnTo>
                    <a:lnTo>
                      <a:pt x="4177881" y="2947862"/>
                    </a:lnTo>
                    <a:lnTo>
                      <a:pt x="4177881" y="2947863"/>
                    </a:lnTo>
                    <a:cubicBezTo>
                      <a:pt x="4177512" y="2959157"/>
                      <a:pt x="4178512" y="2970576"/>
                      <a:pt x="4181465" y="2982149"/>
                    </a:cubicBezTo>
                    <a:lnTo>
                      <a:pt x="4193158" y="3077402"/>
                    </a:lnTo>
                    <a:lnTo>
                      <a:pt x="4180703" y="3172654"/>
                    </a:lnTo>
                    <a:cubicBezTo>
                      <a:pt x="4154794" y="3276480"/>
                      <a:pt x="4127362" y="3380305"/>
                      <a:pt x="4133076" y="3489467"/>
                    </a:cubicBezTo>
                    <a:cubicBezTo>
                      <a:pt x="4134028" y="3507563"/>
                      <a:pt x="4122407" y="3529090"/>
                      <a:pt x="4110977" y="3544713"/>
                    </a:cubicBezTo>
                    <a:cubicBezTo>
                      <a:pt x="4100119" y="3559668"/>
                      <a:pt x="4094260" y="3566812"/>
                      <a:pt x="4093355" y="3574408"/>
                    </a:cubicBezTo>
                    <a:lnTo>
                      <a:pt x="4093355" y="3574409"/>
                    </a:lnTo>
                    <a:cubicBezTo>
                      <a:pt x="4092450" y="3582005"/>
                      <a:pt x="4096499" y="3590054"/>
                      <a:pt x="4105453" y="3606818"/>
                    </a:cubicBezTo>
                    <a:cubicBezTo>
                      <a:pt x="4109835" y="3614820"/>
                      <a:pt x="4112501" y="3624726"/>
                      <a:pt x="4118979" y="3630633"/>
                    </a:cubicBezTo>
                    <a:lnTo>
                      <a:pt x="4136708" y="3654416"/>
                    </a:lnTo>
                    <a:lnTo>
                      <a:pt x="4140382" y="3668940"/>
                    </a:lnTo>
                    <a:lnTo>
                      <a:pt x="4143220" y="3680164"/>
                    </a:lnTo>
                    <a:lnTo>
                      <a:pt x="4139172" y="3734837"/>
                    </a:lnTo>
                    <a:lnTo>
                      <a:pt x="4139172" y="3734838"/>
                    </a:lnTo>
                    <a:cubicBezTo>
                      <a:pt x="4138220" y="3741316"/>
                      <a:pt x="4136886" y="3749126"/>
                      <a:pt x="4139554" y="3754653"/>
                    </a:cubicBezTo>
                    <a:lnTo>
                      <a:pt x="4145911" y="3789776"/>
                    </a:lnTo>
                    <a:lnTo>
                      <a:pt x="4130980" y="3822472"/>
                    </a:lnTo>
                    <a:cubicBezTo>
                      <a:pt x="4123932" y="3831902"/>
                      <a:pt x="4118312" y="3842046"/>
                      <a:pt x="4116645" y="3852619"/>
                    </a:cubicBezTo>
                    <a:lnTo>
                      <a:pt x="4116645" y="3852620"/>
                    </a:lnTo>
                    <a:lnTo>
                      <a:pt x="4117425" y="3868764"/>
                    </a:lnTo>
                    <a:lnTo>
                      <a:pt x="4126028" y="3885337"/>
                    </a:lnTo>
                    <a:lnTo>
                      <a:pt x="4126028" y="3885339"/>
                    </a:lnTo>
                    <a:cubicBezTo>
                      <a:pt x="4135744" y="3897722"/>
                      <a:pt x="4143150" y="3910319"/>
                      <a:pt x="4148409" y="3923125"/>
                    </a:cubicBezTo>
                    <a:lnTo>
                      <a:pt x="4157913" y="3962160"/>
                    </a:lnTo>
                    <a:lnTo>
                      <a:pt x="4142221" y="4043838"/>
                    </a:lnTo>
                    <a:lnTo>
                      <a:pt x="4142220" y="4043839"/>
                    </a:lnTo>
                    <a:cubicBezTo>
                      <a:pt x="4133457" y="4063842"/>
                      <a:pt x="4128075" y="4083702"/>
                      <a:pt x="4127099" y="4103825"/>
                    </a:cubicBezTo>
                    <a:lnTo>
                      <a:pt x="4127099" y="4103826"/>
                    </a:lnTo>
                    <a:lnTo>
                      <a:pt x="4129066" y="4134256"/>
                    </a:lnTo>
                    <a:lnTo>
                      <a:pt x="4138410" y="4165382"/>
                    </a:lnTo>
                    <a:lnTo>
                      <a:pt x="4138410" y="4165384"/>
                    </a:lnTo>
                    <a:lnTo>
                      <a:pt x="4142315" y="4192388"/>
                    </a:lnTo>
                    <a:lnTo>
                      <a:pt x="4142315" y="4192387"/>
                    </a:lnTo>
                    <a:cubicBezTo>
                      <a:pt x="4142411" y="4182767"/>
                      <a:pt x="4141839" y="4173480"/>
                      <a:pt x="4138410" y="4165383"/>
                    </a:cubicBezTo>
                    <a:lnTo>
                      <a:pt x="4138410" y="4165382"/>
                    </a:lnTo>
                    <a:lnTo>
                      <a:pt x="4127099" y="4103826"/>
                    </a:lnTo>
                    <a:lnTo>
                      <a:pt x="4142220" y="4043840"/>
                    </a:lnTo>
                    <a:lnTo>
                      <a:pt x="4142221" y="4043838"/>
                    </a:lnTo>
                    <a:lnTo>
                      <a:pt x="4155523" y="4002410"/>
                    </a:lnTo>
                    <a:lnTo>
                      <a:pt x="4157913" y="3962160"/>
                    </a:lnTo>
                    <a:lnTo>
                      <a:pt x="4157913" y="3962159"/>
                    </a:lnTo>
                    <a:cubicBezTo>
                      <a:pt x="4155651" y="3935727"/>
                      <a:pt x="4145460" y="3910104"/>
                      <a:pt x="4126028" y="3885338"/>
                    </a:cubicBezTo>
                    <a:lnTo>
                      <a:pt x="4126028" y="3885337"/>
                    </a:lnTo>
                    <a:lnTo>
                      <a:pt x="4116645" y="3852620"/>
                    </a:lnTo>
                    <a:lnTo>
                      <a:pt x="4130980" y="3822473"/>
                    </a:lnTo>
                    <a:cubicBezTo>
                      <a:pt x="4139172" y="3811614"/>
                      <a:pt x="4144316" y="3800897"/>
                      <a:pt x="4145911" y="3789777"/>
                    </a:cubicBezTo>
                    <a:lnTo>
                      <a:pt x="4145911" y="3789776"/>
                    </a:lnTo>
                    <a:cubicBezTo>
                      <a:pt x="4147507" y="3778655"/>
                      <a:pt x="4145554" y="3767130"/>
                      <a:pt x="4139554" y="3754652"/>
                    </a:cubicBezTo>
                    <a:lnTo>
                      <a:pt x="4139172" y="3734838"/>
                    </a:lnTo>
                    <a:lnTo>
                      <a:pt x="4143220" y="3680164"/>
                    </a:lnTo>
                    <a:lnTo>
                      <a:pt x="4143220" y="3680163"/>
                    </a:lnTo>
                    <a:lnTo>
                      <a:pt x="4140382" y="3668940"/>
                    </a:lnTo>
                    <a:lnTo>
                      <a:pt x="4136708" y="3654416"/>
                    </a:lnTo>
                    <a:lnTo>
                      <a:pt x="4136708" y="3654416"/>
                    </a:lnTo>
                    <a:lnTo>
                      <a:pt x="4136708" y="3654415"/>
                    </a:lnTo>
                    <a:cubicBezTo>
                      <a:pt x="4132898" y="3646123"/>
                      <a:pt x="4127219" y="3638157"/>
                      <a:pt x="4118979" y="3630632"/>
                    </a:cubicBezTo>
                    <a:cubicBezTo>
                      <a:pt x="4112501" y="3624725"/>
                      <a:pt x="4109835" y="3614819"/>
                      <a:pt x="4105453" y="3606817"/>
                    </a:cubicBezTo>
                    <a:cubicBezTo>
                      <a:pt x="4100976" y="3598435"/>
                      <a:pt x="4097725" y="3592232"/>
                      <a:pt x="4095707" y="3587174"/>
                    </a:cubicBezTo>
                    <a:lnTo>
                      <a:pt x="4093355" y="3574408"/>
                    </a:lnTo>
                    <a:lnTo>
                      <a:pt x="4098434" y="3562321"/>
                    </a:lnTo>
                    <a:cubicBezTo>
                      <a:pt x="4101369" y="3557716"/>
                      <a:pt x="4105548" y="3552191"/>
                      <a:pt x="4110977" y="3544714"/>
                    </a:cubicBezTo>
                    <a:cubicBezTo>
                      <a:pt x="4122407" y="3529091"/>
                      <a:pt x="4134028" y="3507564"/>
                      <a:pt x="4133076" y="3489468"/>
                    </a:cubicBezTo>
                    <a:cubicBezTo>
                      <a:pt x="4127362" y="3380306"/>
                      <a:pt x="4154794" y="3276481"/>
                      <a:pt x="4180703" y="3172655"/>
                    </a:cubicBezTo>
                    <a:cubicBezTo>
                      <a:pt x="4188705" y="3140650"/>
                      <a:pt x="4192943" y="3109026"/>
                      <a:pt x="4193158" y="3077402"/>
                    </a:cubicBezTo>
                    <a:lnTo>
                      <a:pt x="4193158" y="3077401"/>
                    </a:lnTo>
                    <a:cubicBezTo>
                      <a:pt x="4193372" y="3045777"/>
                      <a:pt x="4189562" y="3014153"/>
                      <a:pt x="4181465" y="2982148"/>
                    </a:cubicBezTo>
                    <a:lnTo>
                      <a:pt x="4177881" y="2947863"/>
                    </a:lnTo>
                    <a:lnTo>
                      <a:pt x="4177882" y="2947858"/>
                    </a:lnTo>
                    <a:lnTo>
                      <a:pt x="4185787" y="2903551"/>
                    </a:lnTo>
                    <a:lnTo>
                      <a:pt x="4202421" y="2848794"/>
                    </a:lnTo>
                    <a:cubicBezTo>
                      <a:pt x="4203754" y="2844317"/>
                      <a:pt x="4207040" y="2839983"/>
                      <a:pt x="4211111" y="2836173"/>
                    </a:cubicBezTo>
                    <a:close/>
                    <a:moveTo>
                      <a:pt x="3726625" y="1508458"/>
                    </a:moveTo>
                    <a:lnTo>
                      <a:pt x="3698531" y="1596214"/>
                    </a:lnTo>
                    <a:cubicBezTo>
                      <a:pt x="3696054" y="1604979"/>
                      <a:pt x="3697579" y="1615837"/>
                      <a:pt x="3700436" y="1624981"/>
                    </a:cubicBezTo>
                    <a:cubicBezTo>
                      <a:pt x="3710152" y="1656224"/>
                      <a:pt x="3734537" y="1676037"/>
                      <a:pt x="3757017" y="1697754"/>
                    </a:cubicBezTo>
                    <a:cubicBezTo>
                      <a:pt x="3766924" y="1707280"/>
                      <a:pt x="3773972" y="1720424"/>
                      <a:pt x="3779686" y="1733189"/>
                    </a:cubicBezTo>
                    <a:cubicBezTo>
                      <a:pt x="3794357" y="1766336"/>
                      <a:pt x="3807501" y="1800247"/>
                      <a:pt x="3821407" y="1833776"/>
                    </a:cubicBezTo>
                    <a:cubicBezTo>
                      <a:pt x="3822741" y="1837014"/>
                      <a:pt x="3826170" y="1839680"/>
                      <a:pt x="3829028" y="1842159"/>
                    </a:cubicBezTo>
                    <a:cubicBezTo>
                      <a:pt x="3859129" y="1866923"/>
                      <a:pt x="3889418" y="1891498"/>
                      <a:pt x="3919519" y="1916455"/>
                    </a:cubicBezTo>
                    <a:cubicBezTo>
                      <a:pt x="3925233" y="1921217"/>
                      <a:pt x="3929425" y="1928077"/>
                      <a:pt x="3934949" y="1933220"/>
                    </a:cubicBezTo>
                    <a:cubicBezTo>
                      <a:pt x="3942569" y="1940460"/>
                      <a:pt x="3949810" y="1949604"/>
                      <a:pt x="3958954" y="1953414"/>
                    </a:cubicBezTo>
                    <a:cubicBezTo>
                      <a:pt x="3987719" y="1965225"/>
                      <a:pt x="4000103" y="1987895"/>
                      <a:pt x="4005437" y="2016470"/>
                    </a:cubicBezTo>
                    <a:cubicBezTo>
                      <a:pt x="4010390" y="2042571"/>
                      <a:pt x="4014582" y="2068670"/>
                      <a:pt x="4020296" y="2094579"/>
                    </a:cubicBezTo>
                    <a:cubicBezTo>
                      <a:pt x="4027154" y="2126202"/>
                      <a:pt x="4034584" y="2157637"/>
                      <a:pt x="4042967" y="2188880"/>
                    </a:cubicBezTo>
                    <a:cubicBezTo>
                      <a:pt x="4046587" y="2202405"/>
                      <a:pt x="4050777" y="2216693"/>
                      <a:pt x="4058207" y="2228315"/>
                    </a:cubicBezTo>
                    <a:cubicBezTo>
                      <a:pt x="4078782" y="2260891"/>
                      <a:pt x="4092688" y="2295754"/>
                      <a:pt x="4087164" y="2334045"/>
                    </a:cubicBezTo>
                    <a:cubicBezTo>
                      <a:pt x="4082782" y="2364716"/>
                      <a:pt x="4094022" y="2390435"/>
                      <a:pt x="4111549" y="2409486"/>
                    </a:cubicBezTo>
                    <a:cubicBezTo>
                      <a:pt x="4119503" y="2418155"/>
                      <a:pt x="4125016" y="2426977"/>
                      <a:pt x="4128650" y="2435913"/>
                    </a:cubicBezTo>
                    <a:lnTo>
                      <a:pt x="4134481" y="2463018"/>
                    </a:lnTo>
                    <a:lnTo>
                      <a:pt x="4125839" y="2518262"/>
                    </a:lnTo>
                    <a:lnTo>
                      <a:pt x="4125838" y="2518264"/>
                    </a:lnTo>
                    <a:cubicBezTo>
                      <a:pt x="4123171" y="2527790"/>
                      <a:pt x="4122027" y="2536457"/>
                      <a:pt x="4122194" y="2545006"/>
                    </a:cubicBezTo>
                    <a:lnTo>
                      <a:pt x="4122194" y="2545007"/>
                    </a:lnTo>
                    <a:cubicBezTo>
                      <a:pt x="4122360" y="2553556"/>
                      <a:pt x="4123837" y="2561986"/>
                      <a:pt x="4126408" y="2571035"/>
                    </a:cubicBezTo>
                    <a:cubicBezTo>
                      <a:pt x="4138410" y="2612946"/>
                      <a:pt x="4170987" y="2640951"/>
                      <a:pt x="4199563" y="2668002"/>
                    </a:cubicBezTo>
                    <a:cubicBezTo>
                      <a:pt x="4223947" y="2691055"/>
                      <a:pt x="4237663" y="2716964"/>
                      <a:pt x="4247953" y="2745349"/>
                    </a:cubicBezTo>
                    <a:lnTo>
                      <a:pt x="4247954" y="2745352"/>
                    </a:lnTo>
                    <a:lnTo>
                      <a:pt x="4253873" y="2778006"/>
                    </a:lnTo>
                    <a:lnTo>
                      <a:pt x="4253453" y="2785440"/>
                    </a:lnTo>
                    <a:lnTo>
                      <a:pt x="4243374" y="2811780"/>
                    </a:lnTo>
                    <a:lnTo>
                      <a:pt x="4243371" y="2811787"/>
                    </a:lnTo>
                    <a:lnTo>
                      <a:pt x="4243372" y="2811787"/>
                    </a:lnTo>
                    <a:lnTo>
                      <a:pt x="4243374" y="2811780"/>
                    </a:lnTo>
                    <a:lnTo>
                      <a:pt x="4253025" y="2793023"/>
                    </a:lnTo>
                    <a:lnTo>
                      <a:pt x="4253453" y="2785440"/>
                    </a:lnTo>
                    <a:lnTo>
                      <a:pt x="4254654" y="2782305"/>
                    </a:lnTo>
                    <a:lnTo>
                      <a:pt x="4253873" y="2778006"/>
                    </a:lnTo>
                    <a:lnTo>
                      <a:pt x="4254284" y="2770758"/>
                    </a:lnTo>
                    <a:lnTo>
                      <a:pt x="4247954" y="2745352"/>
                    </a:lnTo>
                    <a:lnTo>
                      <a:pt x="4247953" y="2745348"/>
                    </a:lnTo>
                    <a:cubicBezTo>
                      <a:pt x="4237663" y="2716963"/>
                      <a:pt x="4223947" y="2691054"/>
                      <a:pt x="4199563" y="2668001"/>
                    </a:cubicBezTo>
                    <a:cubicBezTo>
                      <a:pt x="4170987" y="2640950"/>
                      <a:pt x="4138410" y="2612945"/>
                      <a:pt x="4126408" y="2571034"/>
                    </a:cubicBezTo>
                    <a:lnTo>
                      <a:pt x="4122194" y="2545007"/>
                    </a:lnTo>
                    <a:lnTo>
                      <a:pt x="4125838" y="2518265"/>
                    </a:lnTo>
                    <a:lnTo>
                      <a:pt x="4125839" y="2518262"/>
                    </a:lnTo>
                    <a:lnTo>
                      <a:pt x="4132419" y="2490551"/>
                    </a:lnTo>
                    <a:lnTo>
                      <a:pt x="4134481" y="2463018"/>
                    </a:lnTo>
                    <a:lnTo>
                      <a:pt x="4134481" y="2463017"/>
                    </a:lnTo>
                    <a:cubicBezTo>
                      <a:pt x="4133600" y="2444777"/>
                      <a:pt x="4127457" y="2426822"/>
                      <a:pt x="4111549" y="2409485"/>
                    </a:cubicBezTo>
                    <a:cubicBezTo>
                      <a:pt x="4094022" y="2390434"/>
                      <a:pt x="4082782" y="2364715"/>
                      <a:pt x="4087164" y="2334044"/>
                    </a:cubicBezTo>
                    <a:cubicBezTo>
                      <a:pt x="4092688" y="2295753"/>
                      <a:pt x="4078782" y="2260890"/>
                      <a:pt x="4058207" y="2228314"/>
                    </a:cubicBezTo>
                    <a:cubicBezTo>
                      <a:pt x="4050777" y="2216692"/>
                      <a:pt x="4046587" y="2202404"/>
                      <a:pt x="4042967" y="2188879"/>
                    </a:cubicBezTo>
                    <a:cubicBezTo>
                      <a:pt x="4034584" y="2157636"/>
                      <a:pt x="4027154" y="2126201"/>
                      <a:pt x="4020296" y="2094578"/>
                    </a:cubicBezTo>
                    <a:cubicBezTo>
                      <a:pt x="4014582" y="2068669"/>
                      <a:pt x="4010390" y="2042570"/>
                      <a:pt x="4005437" y="2016469"/>
                    </a:cubicBezTo>
                    <a:cubicBezTo>
                      <a:pt x="4000103" y="1987894"/>
                      <a:pt x="3987719" y="1965224"/>
                      <a:pt x="3958954" y="1953413"/>
                    </a:cubicBezTo>
                    <a:cubicBezTo>
                      <a:pt x="3949810" y="1949603"/>
                      <a:pt x="3942569" y="1940459"/>
                      <a:pt x="3934949" y="1933219"/>
                    </a:cubicBezTo>
                    <a:cubicBezTo>
                      <a:pt x="3929425" y="1928076"/>
                      <a:pt x="3925233" y="1921216"/>
                      <a:pt x="3919519" y="1916454"/>
                    </a:cubicBezTo>
                    <a:cubicBezTo>
                      <a:pt x="3889418" y="1891497"/>
                      <a:pt x="3859129" y="1866922"/>
                      <a:pt x="3829028" y="1842158"/>
                    </a:cubicBezTo>
                    <a:cubicBezTo>
                      <a:pt x="3826170" y="1839679"/>
                      <a:pt x="3822741" y="1837013"/>
                      <a:pt x="3821407" y="1833775"/>
                    </a:cubicBezTo>
                    <a:cubicBezTo>
                      <a:pt x="3807501" y="1800246"/>
                      <a:pt x="3794358" y="1766335"/>
                      <a:pt x="3779686" y="1733188"/>
                    </a:cubicBezTo>
                    <a:cubicBezTo>
                      <a:pt x="3773972" y="1720423"/>
                      <a:pt x="3766924" y="1707279"/>
                      <a:pt x="3757018" y="1697753"/>
                    </a:cubicBezTo>
                    <a:cubicBezTo>
                      <a:pt x="3734538" y="1676036"/>
                      <a:pt x="3710152" y="1656223"/>
                      <a:pt x="3700436" y="1624980"/>
                    </a:cubicBezTo>
                    <a:cubicBezTo>
                      <a:pt x="3697580" y="1615836"/>
                      <a:pt x="3696055" y="1604978"/>
                      <a:pt x="3698532" y="1596213"/>
                    </a:cubicBezTo>
                    <a:close/>
                    <a:moveTo>
                      <a:pt x="3745230" y="1459073"/>
                    </a:moveTo>
                    <a:lnTo>
                      <a:pt x="3745229" y="1459074"/>
                    </a:lnTo>
                    <a:lnTo>
                      <a:pt x="3736012" y="1481572"/>
                    </a:lnTo>
                    <a:close/>
                    <a:moveTo>
                      <a:pt x="3764423" y="1268758"/>
                    </a:moveTo>
                    <a:cubicBezTo>
                      <a:pt x="3764875" y="1275402"/>
                      <a:pt x="3766447" y="1281689"/>
                      <a:pt x="3769590" y="1286070"/>
                    </a:cubicBezTo>
                    <a:cubicBezTo>
                      <a:pt x="3784163" y="1306930"/>
                      <a:pt x="3790403" y="1328553"/>
                      <a:pt x="3791927" y="1350628"/>
                    </a:cubicBezTo>
                    <a:lnTo>
                      <a:pt x="3786333" y="1413840"/>
                    </a:lnTo>
                    <a:lnTo>
                      <a:pt x="3791928" y="1350627"/>
                    </a:lnTo>
                    <a:cubicBezTo>
                      <a:pt x="3790403" y="1328552"/>
                      <a:pt x="3784164" y="1306930"/>
                      <a:pt x="3769590" y="1286069"/>
                    </a:cubicBezTo>
                    <a:close/>
                    <a:moveTo>
                      <a:pt x="3706152" y="773035"/>
                    </a:moveTo>
                    <a:lnTo>
                      <a:pt x="3706152" y="773036"/>
                    </a:lnTo>
                    <a:cubicBezTo>
                      <a:pt x="3708438" y="800277"/>
                      <a:pt x="3711676" y="827330"/>
                      <a:pt x="3714152" y="854380"/>
                    </a:cubicBezTo>
                    <a:cubicBezTo>
                      <a:pt x="3716438" y="878957"/>
                      <a:pt x="3717200" y="903723"/>
                      <a:pt x="3745205" y="915344"/>
                    </a:cubicBezTo>
                    <a:cubicBezTo>
                      <a:pt x="3749587" y="917060"/>
                      <a:pt x="3752825" y="922774"/>
                      <a:pt x="3755683" y="927156"/>
                    </a:cubicBezTo>
                    <a:cubicBezTo>
                      <a:pt x="3799691" y="994786"/>
                      <a:pt x="3798547" y="1030981"/>
                      <a:pt x="3752063" y="1097088"/>
                    </a:cubicBezTo>
                    <a:cubicBezTo>
                      <a:pt x="3747301" y="1103946"/>
                      <a:pt x="3743871" y="1118614"/>
                      <a:pt x="3747681" y="1123186"/>
                    </a:cubicBezTo>
                    <a:cubicBezTo>
                      <a:pt x="3763493" y="1142618"/>
                      <a:pt x="3770542" y="1162954"/>
                      <a:pt x="3772400" y="1184029"/>
                    </a:cubicBezTo>
                    <a:cubicBezTo>
                      <a:pt x="3770542" y="1162954"/>
                      <a:pt x="3763494" y="1142617"/>
                      <a:pt x="3747682" y="1123185"/>
                    </a:cubicBezTo>
                    <a:cubicBezTo>
                      <a:pt x="3743872" y="1118613"/>
                      <a:pt x="3747302" y="1103945"/>
                      <a:pt x="3752064" y="1097087"/>
                    </a:cubicBezTo>
                    <a:cubicBezTo>
                      <a:pt x="3798548" y="1030980"/>
                      <a:pt x="3799692" y="994785"/>
                      <a:pt x="3755684" y="927155"/>
                    </a:cubicBezTo>
                    <a:cubicBezTo>
                      <a:pt x="3752826" y="922773"/>
                      <a:pt x="3749588" y="917059"/>
                      <a:pt x="3745206" y="915343"/>
                    </a:cubicBezTo>
                    <a:cubicBezTo>
                      <a:pt x="3717200" y="903722"/>
                      <a:pt x="3716438" y="878956"/>
                      <a:pt x="3714152" y="854379"/>
                    </a:cubicBezTo>
                    <a:close/>
                    <a:moveTo>
                      <a:pt x="3761553" y="517851"/>
                    </a:moveTo>
                    <a:lnTo>
                      <a:pt x="3752635" y="556048"/>
                    </a:lnTo>
                    <a:cubicBezTo>
                      <a:pt x="3750539" y="564049"/>
                      <a:pt x="3745015" y="572623"/>
                      <a:pt x="3746157" y="580051"/>
                    </a:cubicBezTo>
                    <a:cubicBezTo>
                      <a:pt x="3749491" y="601579"/>
                      <a:pt x="3747062" y="622201"/>
                      <a:pt x="3742776" y="642538"/>
                    </a:cubicBezTo>
                    <a:lnTo>
                      <a:pt x="3730253" y="694928"/>
                    </a:lnTo>
                    <a:lnTo>
                      <a:pt x="3742777" y="642537"/>
                    </a:lnTo>
                    <a:cubicBezTo>
                      <a:pt x="3747063" y="622201"/>
                      <a:pt x="3749492" y="601578"/>
                      <a:pt x="3746158" y="580050"/>
                    </a:cubicBezTo>
                    <a:cubicBezTo>
                      <a:pt x="3745016" y="572622"/>
                      <a:pt x="3750540" y="564048"/>
                      <a:pt x="3752636" y="556047"/>
                    </a:cubicBezTo>
                    <a:close/>
                    <a:moveTo>
                      <a:pt x="3774848" y="298169"/>
                    </a:moveTo>
                    <a:lnTo>
                      <a:pt x="3760065" y="313534"/>
                    </a:lnTo>
                    <a:cubicBezTo>
                      <a:pt x="3755873" y="316390"/>
                      <a:pt x="3758159" y="330299"/>
                      <a:pt x="3759493" y="338871"/>
                    </a:cubicBezTo>
                    <a:lnTo>
                      <a:pt x="3759500" y="338900"/>
                    </a:lnTo>
                    <a:lnTo>
                      <a:pt x="3769400" y="395640"/>
                    </a:lnTo>
                    <a:lnTo>
                      <a:pt x="3765590" y="367328"/>
                    </a:lnTo>
                    <a:lnTo>
                      <a:pt x="3759500" y="338900"/>
                    </a:lnTo>
                    <a:lnTo>
                      <a:pt x="3759494" y="338870"/>
                    </a:lnTo>
                    <a:cubicBezTo>
                      <a:pt x="3758160" y="330298"/>
                      <a:pt x="3755874" y="316389"/>
                      <a:pt x="3760066" y="313533"/>
                    </a:cubicBezTo>
                    <a:close/>
                    <a:moveTo>
                      <a:pt x="3782393" y="281568"/>
                    </a:moveTo>
                    <a:lnTo>
                      <a:pt x="3777498" y="295415"/>
                    </a:lnTo>
                    <a:lnTo>
                      <a:pt x="3777499" y="295415"/>
                    </a:lnTo>
                    <a:close/>
                    <a:moveTo>
                      <a:pt x="3769073" y="24486"/>
                    </a:moveTo>
                    <a:lnTo>
                      <a:pt x="3766810" y="74129"/>
                    </a:lnTo>
                    <a:cubicBezTo>
                      <a:pt x="3767733" y="91492"/>
                      <a:pt x="3770043" y="108703"/>
                      <a:pt x="3772734" y="125861"/>
                    </a:cubicBezTo>
                    <a:lnTo>
                      <a:pt x="3777129" y="153387"/>
                    </a:lnTo>
                    <a:lnTo>
                      <a:pt x="3785402" y="228944"/>
                    </a:lnTo>
                    <a:lnTo>
                      <a:pt x="3780943" y="177271"/>
                    </a:lnTo>
                    <a:lnTo>
                      <a:pt x="3777129" y="153387"/>
                    </a:lnTo>
                    <a:lnTo>
                      <a:pt x="3776930" y="151569"/>
                    </a:lnTo>
                    <a:cubicBezTo>
                      <a:pt x="3772700" y="125876"/>
                      <a:pt x="3768195" y="100174"/>
                      <a:pt x="3766811" y="74129"/>
                    </a:cubicBezTo>
                    <a:close/>
                    <a:moveTo>
                      <a:pt x="3766492" y="0"/>
                    </a:moveTo>
                    <a:lnTo>
                      <a:pt x="4230600" y="0"/>
                    </a:lnTo>
                    <a:lnTo>
                      <a:pt x="4229473" y="2817"/>
                    </a:lnTo>
                    <a:cubicBezTo>
                      <a:pt x="4221092" y="21486"/>
                      <a:pt x="4218423" y="43012"/>
                      <a:pt x="4215375" y="63587"/>
                    </a:cubicBezTo>
                    <a:cubicBezTo>
                      <a:pt x="4209851" y="101308"/>
                      <a:pt x="4206421" y="139219"/>
                      <a:pt x="4201468" y="176939"/>
                    </a:cubicBezTo>
                    <a:cubicBezTo>
                      <a:pt x="4200325" y="184941"/>
                      <a:pt x="4198231" y="194085"/>
                      <a:pt x="4193466" y="200182"/>
                    </a:cubicBezTo>
                    <a:cubicBezTo>
                      <a:pt x="4161461" y="241901"/>
                      <a:pt x="4152508" y="292579"/>
                      <a:pt x="4155554" y="340774"/>
                    </a:cubicBezTo>
                    <a:cubicBezTo>
                      <a:pt x="4157843" y="378686"/>
                      <a:pt x="4159557" y="415835"/>
                      <a:pt x="4156319" y="453364"/>
                    </a:cubicBezTo>
                    <a:cubicBezTo>
                      <a:pt x="4156127" y="456222"/>
                      <a:pt x="4156509" y="460032"/>
                      <a:pt x="4158033" y="462126"/>
                    </a:cubicBezTo>
                    <a:cubicBezTo>
                      <a:pt x="4168129" y="475081"/>
                      <a:pt x="4168891" y="488607"/>
                      <a:pt x="4170605" y="505182"/>
                    </a:cubicBezTo>
                    <a:cubicBezTo>
                      <a:pt x="4173083" y="528615"/>
                      <a:pt x="4171367" y="550141"/>
                      <a:pt x="4167177" y="571860"/>
                    </a:cubicBezTo>
                    <a:cubicBezTo>
                      <a:pt x="4164129" y="587672"/>
                      <a:pt x="4157843" y="603673"/>
                      <a:pt x="4149840" y="617772"/>
                    </a:cubicBezTo>
                    <a:cubicBezTo>
                      <a:pt x="4138600" y="637392"/>
                      <a:pt x="4134220" y="656255"/>
                      <a:pt x="4149078" y="674923"/>
                    </a:cubicBezTo>
                    <a:cubicBezTo>
                      <a:pt x="4164891" y="695116"/>
                      <a:pt x="4159367" y="717977"/>
                      <a:pt x="4159937" y="740268"/>
                    </a:cubicBezTo>
                    <a:cubicBezTo>
                      <a:pt x="4160129" y="749982"/>
                      <a:pt x="4159747" y="760270"/>
                      <a:pt x="4162223" y="769605"/>
                    </a:cubicBezTo>
                    <a:cubicBezTo>
                      <a:pt x="4169273" y="796655"/>
                      <a:pt x="4179941" y="822756"/>
                      <a:pt x="4184703" y="850189"/>
                    </a:cubicBezTo>
                    <a:cubicBezTo>
                      <a:pt x="4187370" y="865430"/>
                      <a:pt x="4182607" y="882384"/>
                      <a:pt x="4179179" y="898198"/>
                    </a:cubicBezTo>
                    <a:cubicBezTo>
                      <a:pt x="4175559" y="914200"/>
                      <a:pt x="4170035" y="930011"/>
                      <a:pt x="4164319" y="945444"/>
                    </a:cubicBezTo>
                    <a:cubicBezTo>
                      <a:pt x="4160509" y="955920"/>
                      <a:pt x="4156889" y="967350"/>
                      <a:pt x="4150030" y="975733"/>
                    </a:cubicBezTo>
                    <a:cubicBezTo>
                      <a:pt x="4134410" y="994785"/>
                      <a:pt x="4131742" y="1014406"/>
                      <a:pt x="4139934" y="1036887"/>
                    </a:cubicBezTo>
                    <a:cubicBezTo>
                      <a:pt x="4141268" y="1040315"/>
                      <a:pt x="4141268" y="1044315"/>
                      <a:pt x="4141458" y="1048125"/>
                    </a:cubicBezTo>
                    <a:cubicBezTo>
                      <a:pt x="4145458" y="1109091"/>
                      <a:pt x="4147936" y="1170051"/>
                      <a:pt x="4154032" y="1230633"/>
                    </a:cubicBezTo>
                    <a:cubicBezTo>
                      <a:pt x="4156509" y="1255206"/>
                      <a:pt x="4167367" y="1278829"/>
                      <a:pt x="4174225" y="1303024"/>
                    </a:cubicBezTo>
                    <a:cubicBezTo>
                      <a:pt x="4175559" y="1307978"/>
                      <a:pt x="4177655" y="1313504"/>
                      <a:pt x="4176701" y="1318456"/>
                    </a:cubicBezTo>
                    <a:cubicBezTo>
                      <a:pt x="4167177" y="1372368"/>
                      <a:pt x="4181083" y="1422854"/>
                      <a:pt x="4199372" y="1472575"/>
                    </a:cubicBezTo>
                    <a:cubicBezTo>
                      <a:pt x="4201278" y="1477717"/>
                      <a:pt x="4200706" y="1484004"/>
                      <a:pt x="4200325" y="1489720"/>
                    </a:cubicBezTo>
                    <a:cubicBezTo>
                      <a:pt x="4198993" y="1505724"/>
                      <a:pt x="4192324" y="1523059"/>
                      <a:pt x="4196324" y="1537537"/>
                    </a:cubicBezTo>
                    <a:cubicBezTo>
                      <a:pt x="4207374" y="1576019"/>
                      <a:pt x="4220709" y="1614120"/>
                      <a:pt x="4237474" y="1650317"/>
                    </a:cubicBezTo>
                    <a:cubicBezTo>
                      <a:pt x="4254428" y="1687086"/>
                      <a:pt x="4268716" y="1721185"/>
                      <a:pt x="4251572" y="1763287"/>
                    </a:cubicBezTo>
                    <a:cubicBezTo>
                      <a:pt x="4244332" y="1781194"/>
                      <a:pt x="4249476" y="1804816"/>
                      <a:pt x="4251380" y="1825393"/>
                    </a:cubicBezTo>
                    <a:cubicBezTo>
                      <a:pt x="4252904" y="1840441"/>
                      <a:pt x="4261478" y="1854920"/>
                      <a:pt x="4261478" y="1869780"/>
                    </a:cubicBezTo>
                    <a:cubicBezTo>
                      <a:pt x="4261478" y="1909408"/>
                      <a:pt x="4271574" y="1944649"/>
                      <a:pt x="4292149" y="1978940"/>
                    </a:cubicBezTo>
                    <a:cubicBezTo>
                      <a:pt x="4300150" y="1992279"/>
                      <a:pt x="4294815" y="2013043"/>
                      <a:pt x="4296911" y="2030378"/>
                    </a:cubicBezTo>
                    <a:cubicBezTo>
                      <a:pt x="4299388" y="2048668"/>
                      <a:pt x="4301673" y="2067525"/>
                      <a:pt x="4307201" y="2085054"/>
                    </a:cubicBezTo>
                    <a:cubicBezTo>
                      <a:pt x="4321679" y="2130393"/>
                      <a:pt x="4338062" y="2175163"/>
                      <a:pt x="4353302" y="2220312"/>
                    </a:cubicBezTo>
                    <a:cubicBezTo>
                      <a:pt x="4365877" y="2257459"/>
                      <a:pt x="4355970" y="2294039"/>
                      <a:pt x="4350636" y="2330806"/>
                    </a:cubicBezTo>
                    <a:cubicBezTo>
                      <a:pt x="4347205" y="2353859"/>
                      <a:pt x="4339013" y="2375383"/>
                      <a:pt x="4351206" y="2401292"/>
                    </a:cubicBezTo>
                    <a:cubicBezTo>
                      <a:pt x="4362828" y="2426059"/>
                      <a:pt x="4360160" y="2457492"/>
                      <a:pt x="4366446" y="2485307"/>
                    </a:cubicBezTo>
                    <a:cubicBezTo>
                      <a:pt x="4371781" y="2508742"/>
                      <a:pt x="4380354" y="2531409"/>
                      <a:pt x="4388736" y="2554079"/>
                    </a:cubicBezTo>
                    <a:cubicBezTo>
                      <a:pt x="4400168" y="2584942"/>
                      <a:pt x="4412167" y="2615421"/>
                      <a:pt x="4406453" y="2649143"/>
                    </a:cubicBezTo>
                    <a:cubicBezTo>
                      <a:pt x="4399976" y="2687436"/>
                      <a:pt x="4424359" y="2713723"/>
                      <a:pt x="4440554" y="2743826"/>
                    </a:cubicBezTo>
                    <a:cubicBezTo>
                      <a:pt x="4451603" y="2764590"/>
                      <a:pt x="4459795" y="2787259"/>
                      <a:pt x="4466653" y="2809930"/>
                    </a:cubicBezTo>
                    <a:cubicBezTo>
                      <a:pt x="4475607" y="2840219"/>
                      <a:pt x="4480941" y="2871462"/>
                      <a:pt x="4489705" y="2901943"/>
                    </a:cubicBezTo>
                    <a:cubicBezTo>
                      <a:pt x="4502848" y="2948047"/>
                      <a:pt x="4513137" y="2994722"/>
                      <a:pt x="4505897" y="3042728"/>
                    </a:cubicBezTo>
                    <a:cubicBezTo>
                      <a:pt x="4502659" y="3064827"/>
                      <a:pt x="4502848" y="3085403"/>
                      <a:pt x="4507613" y="3107500"/>
                    </a:cubicBezTo>
                    <a:cubicBezTo>
                      <a:pt x="4515422" y="3143695"/>
                      <a:pt x="4516376" y="3180844"/>
                      <a:pt x="4545521" y="3209993"/>
                    </a:cubicBezTo>
                    <a:cubicBezTo>
                      <a:pt x="4555811" y="3220280"/>
                      <a:pt x="4558477" y="3238758"/>
                      <a:pt x="4563811" y="3253809"/>
                    </a:cubicBezTo>
                    <a:cubicBezTo>
                      <a:pt x="4570099" y="3271145"/>
                      <a:pt x="4566858" y="3283908"/>
                      <a:pt x="4548570" y="3293244"/>
                    </a:cubicBezTo>
                    <a:cubicBezTo>
                      <a:pt x="4540379" y="3297434"/>
                      <a:pt x="4532378" y="3309437"/>
                      <a:pt x="4531043" y="3318771"/>
                    </a:cubicBezTo>
                    <a:cubicBezTo>
                      <a:pt x="4527043" y="3346776"/>
                      <a:pt x="4532950" y="3372495"/>
                      <a:pt x="4545904" y="3399546"/>
                    </a:cubicBezTo>
                    <a:cubicBezTo>
                      <a:pt x="4558096" y="3424883"/>
                      <a:pt x="4556762" y="3456508"/>
                      <a:pt x="4561524" y="3485275"/>
                    </a:cubicBezTo>
                    <a:cubicBezTo>
                      <a:pt x="4564954" y="3505657"/>
                      <a:pt x="4572002" y="3526042"/>
                      <a:pt x="4572002" y="3546617"/>
                    </a:cubicBezTo>
                    <a:cubicBezTo>
                      <a:pt x="4572002" y="3572146"/>
                      <a:pt x="4565907" y="3597482"/>
                      <a:pt x="4563620" y="3623201"/>
                    </a:cubicBezTo>
                    <a:cubicBezTo>
                      <a:pt x="4561716" y="3643204"/>
                      <a:pt x="4562478" y="3663589"/>
                      <a:pt x="4560192" y="3683591"/>
                    </a:cubicBezTo>
                    <a:cubicBezTo>
                      <a:pt x="4558477" y="3699976"/>
                      <a:pt x="4554096" y="3716168"/>
                      <a:pt x="4550476" y="3732361"/>
                    </a:cubicBezTo>
                    <a:cubicBezTo>
                      <a:pt x="4549142" y="3738267"/>
                      <a:pt x="4543998" y="3744173"/>
                      <a:pt x="4544759" y="3749506"/>
                    </a:cubicBezTo>
                    <a:cubicBezTo>
                      <a:pt x="4552953" y="3802467"/>
                      <a:pt x="4516376" y="3840569"/>
                      <a:pt x="4500182" y="3885338"/>
                    </a:cubicBezTo>
                    <a:cubicBezTo>
                      <a:pt x="4483035" y="3932394"/>
                      <a:pt x="4456748" y="3977925"/>
                      <a:pt x="4464557" y="4030503"/>
                    </a:cubicBezTo>
                    <a:cubicBezTo>
                      <a:pt x="4469319" y="4062318"/>
                      <a:pt x="4480369" y="4092989"/>
                      <a:pt x="4487039" y="4124614"/>
                    </a:cubicBezTo>
                    <a:cubicBezTo>
                      <a:pt x="4489324" y="4135854"/>
                      <a:pt x="4488943" y="4148427"/>
                      <a:pt x="4486656" y="4159667"/>
                    </a:cubicBezTo>
                    <a:cubicBezTo>
                      <a:pt x="4476177" y="4213961"/>
                      <a:pt x="4474653" y="4267493"/>
                      <a:pt x="4491801" y="4320837"/>
                    </a:cubicBezTo>
                    <a:cubicBezTo>
                      <a:pt x="4494659" y="4329979"/>
                      <a:pt x="4497325" y="4339695"/>
                      <a:pt x="4497325" y="4349222"/>
                    </a:cubicBezTo>
                    <a:cubicBezTo>
                      <a:pt x="4497325" y="4401419"/>
                      <a:pt x="4493324" y="4452665"/>
                      <a:pt x="4474653" y="4502579"/>
                    </a:cubicBezTo>
                    <a:cubicBezTo>
                      <a:pt x="4468368" y="4519343"/>
                      <a:pt x="4472368" y="4539728"/>
                      <a:pt x="4470844" y="4558207"/>
                    </a:cubicBezTo>
                    <a:cubicBezTo>
                      <a:pt x="4469511" y="4575351"/>
                      <a:pt x="4468940" y="4592878"/>
                      <a:pt x="4464557" y="4609452"/>
                    </a:cubicBezTo>
                    <a:cubicBezTo>
                      <a:pt x="4458082" y="4633647"/>
                      <a:pt x="4457320" y="4656126"/>
                      <a:pt x="4463033" y="4681083"/>
                    </a:cubicBezTo>
                    <a:cubicBezTo>
                      <a:pt x="4468368" y="4704895"/>
                      <a:pt x="4465702" y="4730614"/>
                      <a:pt x="4465891" y="4755381"/>
                    </a:cubicBezTo>
                    <a:cubicBezTo>
                      <a:pt x="4466082" y="4783004"/>
                      <a:pt x="4466272" y="4810627"/>
                      <a:pt x="4465319" y="4838250"/>
                    </a:cubicBezTo>
                    <a:cubicBezTo>
                      <a:pt x="4464940" y="4849300"/>
                      <a:pt x="4457320" y="4861873"/>
                      <a:pt x="4460367" y="4871019"/>
                    </a:cubicBezTo>
                    <a:cubicBezTo>
                      <a:pt x="4470653" y="4900546"/>
                      <a:pt x="4458271" y="4930075"/>
                      <a:pt x="4463795" y="4959602"/>
                    </a:cubicBezTo>
                    <a:cubicBezTo>
                      <a:pt x="4466653" y="4974082"/>
                      <a:pt x="4458844" y="4990465"/>
                      <a:pt x="4458082" y="5006086"/>
                    </a:cubicBezTo>
                    <a:cubicBezTo>
                      <a:pt x="4456748" y="5031614"/>
                      <a:pt x="4457320" y="5057141"/>
                      <a:pt x="4456937" y="5082670"/>
                    </a:cubicBezTo>
                    <a:cubicBezTo>
                      <a:pt x="4456748" y="5091052"/>
                      <a:pt x="4455986" y="5099245"/>
                      <a:pt x="4455603" y="5107627"/>
                    </a:cubicBezTo>
                    <a:cubicBezTo>
                      <a:pt x="4455223" y="5115057"/>
                      <a:pt x="4453508" y="5122867"/>
                      <a:pt x="4454840" y="5129916"/>
                    </a:cubicBezTo>
                    <a:cubicBezTo>
                      <a:pt x="4459605" y="5155445"/>
                      <a:pt x="4467415" y="5180591"/>
                      <a:pt x="4470464" y="5206308"/>
                    </a:cubicBezTo>
                    <a:cubicBezTo>
                      <a:pt x="4473130" y="5228597"/>
                      <a:pt x="4469511" y="5251650"/>
                      <a:pt x="4471415" y="5274129"/>
                    </a:cubicBezTo>
                    <a:cubicBezTo>
                      <a:pt x="4474653" y="5313754"/>
                      <a:pt x="4480369" y="5353379"/>
                      <a:pt x="4483990" y="5393005"/>
                    </a:cubicBezTo>
                    <a:cubicBezTo>
                      <a:pt x="4484752" y="5401579"/>
                      <a:pt x="4479988" y="5410531"/>
                      <a:pt x="4479607" y="5419295"/>
                    </a:cubicBezTo>
                    <a:cubicBezTo>
                      <a:pt x="4478656" y="5446728"/>
                      <a:pt x="4478464" y="5474161"/>
                      <a:pt x="4477894" y="5501594"/>
                    </a:cubicBezTo>
                    <a:cubicBezTo>
                      <a:pt x="4477702" y="5517215"/>
                      <a:pt x="4478273" y="5533027"/>
                      <a:pt x="4476560" y="5548460"/>
                    </a:cubicBezTo>
                    <a:cubicBezTo>
                      <a:pt x="4474273" y="5568842"/>
                      <a:pt x="4470844" y="5587321"/>
                      <a:pt x="4485703" y="5606372"/>
                    </a:cubicBezTo>
                    <a:cubicBezTo>
                      <a:pt x="4508755" y="5635711"/>
                      <a:pt x="4499801" y="5673050"/>
                      <a:pt x="4505134" y="5706959"/>
                    </a:cubicBezTo>
                    <a:cubicBezTo>
                      <a:pt x="4506468" y="5715723"/>
                      <a:pt x="4506659" y="5724678"/>
                      <a:pt x="4508183" y="5733440"/>
                    </a:cubicBezTo>
                    <a:cubicBezTo>
                      <a:pt x="4511041" y="5749634"/>
                      <a:pt x="4514279" y="5765635"/>
                      <a:pt x="4517519" y="5781830"/>
                    </a:cubicBezTo>
                    <a:cubicBezTo>
                      <a:pt x="4518089" y="5784686"/>
                      <a:pt x="4518281" y="5787924"/>
                      <a:pt x="4519234" y="5790592"/>
                    </a:cubicBezTo>
                    <a:cubicBezTo>
                      <a:pt x="4527233" y="5815169"/>
                      <a:pt x="4536378" y="5839361"/>
                      <a:pt x="4542855" y="5864318"/>
                    </a:cubicBezTo>
                    <a:cubicBezTo>
                      <a:pt x="4546095" y="5876511"/>
                      <a:pt x="4546476" y="5890037"/>
                      <a:pt x="4544759" y="5902610"/>
                    </a:cubicBezTo>
                    <a:cubicBezTo>
                      <a:pt x="4539808" y="5939377"/>
                      <a:pt x="4537712" y="5975764"/>
                      <a:pt x="4544951" y="6012723"/>
                    </a:cubicBezTo>
                    <a:cubicBezTo>
                      <a:pt x="4547808" y="6027392"/>
                      <a:pt x="4543045" y="6043776"/>
                      <a:pt x="4541332" y="6059397"/>
                    </a:cubicBezTo>
                    <a:cubicBezTo>
                      <a:pt x="4536759" y="6096736"/>
                      <a:pt x="4531805" y="6134075"/>
                      <a:pt x="4527426" y="6171605"/>
                    </a:cubicBezTo>
                    <a:cubicBezTo>
                      <a:pt x="4524758" y="6195037"/>
                      <a:pt x="4523234" y="6218660"/>
                      <a:pt x="4520568" y="6242093"/>
                    </a:cubicBezTo>
                    <a:cubicBezTo>
                      <a:pt x="4517327" y="6269144"/>
                      <a:pt x="4512375" y="6296005"/>
                      <a:pt x="4509706" y="6323058"/>
                    </a:cubicBezTo>
                    <a:cubicBezTo>
                      <a:pt x="4506659" y="6353919"/>
                      <a:pt x="4506089" y="6384972"/>
                      <a:pt x="4502848" y="6415833"/>
                    </a:cubicBezTo>
                    <a:cubicBezTo>
                      <a:pt x="4496563" y="6472225"/>
                      <a:pt x="4489132" y="6528424"/>
                      <a:pt x="4482084" y="6584812"/>
                    </a:cubicBezTo>
                    <a:cubicBezTo>
                      <a:pt x="4475226" y="6639488"/>
                      <a:pt x="4469129" y="6694164"/>
                      <a:pt x="4460557" y="6748458"/>
                    </a:cubicBezTo>
                    <a:cubicBezTo>
                      <a:pt x="4456937" y="6771319"/>
                      <a:pt x="4447030" y="6793035"/>
                      <a:pt x="4441507" y="6815516"/>
                    </a:cubicBezTo>
                    <a:lnTo>
                      <a:pt x="4431806" y="6858001"/>
                    </a:lnTo>
                    <a:lnTo>
                      <a:pt x="4259554" y="6858001"/>
                    </a:lnTo>
                    <a:lnTo>
                      <a:pt x="4259554" y="6858002"/>
                    </a:lnTo>
                    <a:lnTo>
                      <a:pt x="0" y="6858002"/>
                    </a:lnTo>
                    <a:lnTo>
                      <a:pt x="0" y="2"/>
                    </a:lnTo>
                    <a:lnTo>
                      <a:pt x="3766492" y="1"/>
                    </a:lnTo>
                    <a:lnTo>
                      <a:pt x="3769210" y="21486"/>
                    </a:lnTo>
                    <a:close/>
                  </a:path>
                </a:pathLst>
              </a:custGeom>
              <a:solidFill>
                <a:schemeClr val="bg1">
                  <a:alpha val="86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CEDE579A-0A12-4A10-85D4-A8DA1663B89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GrpSpPr>
          <p:grpSpPr>
            <a:xfrm>
              <a:off x="3697284" y="-1"/>
              <a:ext cx="884241" cy="6858002"/>
              <a:chOff x="3697284" y="-1"/>
              <a:chExt cx="884241" cy="6858002"/>
            </a:xfrm>
          </p:grpSpPr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15CA79E3-BA58-419A-8541-7498AC2633F2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Grp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GrpSpPr>
            <p:grpSpPr>
              <a:xfrm>
                <a:off x="3697284" y="-1"/>
                <a:ext cx="884241" cy="6858001"/>
                <a:chOff x="3697284" y="-1"/>
                <a:chExt cx="884241" cy="6858001"/>
              </a:xfrm>
              <a:solidFill>
                <a:srgbClr val="FFFFFF"/>
              </a:solidFill>
              <a:effectLst/>
            </p:grpSpPr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2348C622-BC44-4959-B64E-427015FD1FFA}"/>
                    </a:ext>
                    <a:ext uri="{C183D7F6-B498-43B3-948B-1728B52AA6E4}">
                      <adec:decorative xmlns:adec="http://schemas.microsoft.com/office/drawing/2017/decorative" val="1"/>
                    </a:ext>
                  </a:extLst>
                </p:cNvPr>
                <p:cNvSpPr/>
                <p:nvPr>
                  <p:extLst>
                    <p:ext uri="{386F3935-93C4-4BCD-93E2-E3B085C9AB24}">
                      <p16:designElem xmlns:p16="http://schemas.microsoft.com/office/powerpoint/2015/main" val="1"/>
                    </p:ext>
                  </p:extLst>
                </p:nvPr>
              </p:nvSpPr>
              <p:spPr>
                <a:xfrm rot="16200000" flipH="1">
                  <a:off x="705641" y="2991642"/>
                  <a:ext cx="6858001" cy="874716"/>
                </a:xfrm>
                <a:custGeom>
                  <a:avLst/>
                  <a:gdLst>
                    <a:gd name="connsiteX0" fmla="*/ 0 w 6858001"/>
                    <a:gd name="connsiteY0" fmla="*/ 533314 h 874716"/>
                    <a:gd name="connsiteX1" fmla="*/ 0 w 6858001"/>
                    <a:gd name="connsiteY1" fmla="*/ 69206 h 874716"/>
                    <a:gd name="connsiteX2" fmla="*/ 21486 w 6858001"/>
                    <a:gd name="connsiteY2" fmla="*/ 71924 h 874716"/>
                    <a:gd name="connsiteX3" fmla="*/ 228948 w 6858001"/>
                    <a:gd name="connsiteY3" fmla="*/ 88116 h 874716"/>
                    <a:gd name="connsiteX4" fmla="*/ 313533 w 6858001"/>
                    <a:gd name="connsiteY4" fmla="*/ 62779 h 874716"/>
                    <a:gd name="connsiteX5" fmla="*/ 338870 w 6858001"/>
                    <a:gd name="connsiteY5" fmla="*/ 62207 h 874716"/>
                    <a:gd name="connsiteX6" fmla="*/ 395640 w 6858001"/>
                    <a:gd name="connsiteY6" fmla="*/ 72114 h 874716"/>
                    <a:gd name="connsiteX7" fmla="*/ 512802 w 6858001"/>
                    <a:gd name="connsiteY7" fmla="*/ 65446 h 874716"/>
                    <a:gd name="connsiteX8" fmla="*/ 556047 w 6858001"/>
                    <a:gd name="connsiteY8" fmla="*/ 55349 h 874716"/>
                    <a:gd name="connsiteX9" fmla="*/ 580050 w 6858001"/>
                    <a:gd name="connsiteY9" fmla="*/ 48871 h 874716"/>
                    <a:gd name="connsiteX10" fmla="*/ 703308 w 6858001"/>
                    <a:gd name="connsiteY10" fmla="*/ 30964 h 874716"/>
                    <a:gd name="connsiteX11" fmla="*/ 758174 w 6858001"/>
                    <a:gd name="connsiteY11" fmla="*/ 11724 h 874716"/>
                    <a:gd name="connsiteX12" fmla="*/ 773035 w 6858001"/>
                    <a:gd name="connsiteY12" fmla="*/ 8866 h 874716"/>
                    <a:gd name="connsiteX13" fmla="*/ 854379 w 6858001"/>
                    <a:gd name="connsiteY13" fmla="*/ 16866 h 874716"/>
                    <a:gd name="connsiteX14" fmla="*/ 915343 w 6858001"/>
                    <a:gd name="connsiteY14" fmla="*/ 47919 h 874716"/>
                    <a:gd name="connsiteX15" fmla="*/ 927155 w 6858001"/>
                    <a:gd name="connsiteY15" fmla="*/ 58397 h 874716"/>
                    <a:gd name="connsiteX16" fmla="*/ 1097087 w 6858001"/>
                    <a:gd name="connsiteY16" fmla="*/ 54777 h 874716"/>
                    <a:gd name="connsiteX17" fmla="*/ 1123185 w 6858001"/>
                    <a:gd name="connsiteY17" fmla="*/ 50395 h 874716"/>
                    <a:gd name="connsiteX18" fmla="*/ 1249302 w 6858001"/>
                    <a:gd name="connsiteY18" fmla="*/ 68684 h 874716"/>
                    <a:gd name="connsiteX19" fmla="*/ 1286069 w 6858001"/>
                    <a:gd name="connsiteY19" fmla="*/ 72304 h 874716"/>
                    <a:gd name="connsiteX20" fmla="*/ 1417899 w 6858001"/>
                    <a:gd name="connsiteY20" fmla="*/ 88688 h 874716"/>
                    <a:gd name="connsiteX21" fmla="*/ 1436568 w 6858001"/>
                    <a:gd name="connsiteY21" fmla="*/ 73448 h 874716"/>
                    <a:gd name="connsiteX22" fmla="*/ 1490292 w 6858001"/>
                    <a:gd name="connsiteY22" fmla="*/ 35154 h 874716"/>
                    <a:gd name="connsiteX23" fmla="*/ 1596213 w 6858001"/>
                    <a:gd name="connsiteY23" fmla="*/ 1245 h 874716"/>
                    <a:gd name="connsiteX24" fmla="*/ 1624980 w 6858001"/>
                    <a:gd name="connsiteY24" fmla="*/ 3150 h 874716"/>
                    <a:gd name="connsiteX25" fmla="*/ 1697753 w 6858001"/>
                    <a:gd name="connsiteY25" fmla="*/ 59731 h 874716"/>
                    <a:gd name="connsiteX26" fmla="*/ 1733188 w 6858001"/>
                    <a:gd name="connsiteY26" fmla="*/ 82400 h 874716"/>
                    <a:gd name="connsiteX27" fmla="*/ 1833775 w 6858001"/>
                    <a:gd name="connsiteY27" fmla="*/ 124121 h 874716"/>
                    <a:gd name="connsiteX28" fmla="*/ 1842158 w 6858001"/>
                    <a:gd name="connsiteY28" fmla="*/ 131742 h 874716"/>
                    <a:gd name="connsiteX29" fmla="*/ 1916454 w 6858001"/>
                    <a:gd name="connsiteY29" fmla="*/ 222233 h 874716"/>
                    <a:gd name="connsiteX30" fmla="*/ 1933219 w 6858001"/>
                    <a:gd name="connsiteY30" fmla="*/ 237663 h 874716"/>
                    <a:gd name="connsiteX31" fmla="*/ 1953413 w 6858001"/>
                    <a:gd name="connsiteY31" fmla="*/ 261668 h 874716"/>
                    <a:gd name="connsiteX32" fmla="*/ 2016469 w 6858001"/>
                    <a:gd name="connsiteY32" fmla="*/ 308151 h 874716"/>
                    <a:gd name="connsiteX33" fmla="*/ 2094578 w 6858001"/>
                    <a:gd name="connsiteY33" fmla="*/ 323010 h 874716"/>
                    <a:gd name="connsiteX34" fmla="*/ 2188879 w 6858001"/>
                    <a:gd name="connsiteY34" fmla="*/ 345681 h 874716"/>
                    <a:gd name="connsiteX35" fmla="*/ 2228314 w 6858001"/>
                    <a:gd name="connsiteY35" fmla="*/ 360921 h 874716"/>
                    <a:gd name="connsiteX36" fmla="*/ 2334044 w 6858001"/>
                    <a:gd name="connsiteY36" fmla="*/ 389878 h 874716"/>
                    <a:gd name="connsiteX37" fmla="*/ 2409485 w 6858001"/>
                    <a:gd name="connsiteY37" fmla="*/ 414263 h 874716"/>
                    <a:gd name="connsiteX38" fmla="*/ 2518264 w 6858001"/>
                    <a:gd name="connsiteY38" fmla="*/ 428552 h 874716"/>
                    <a:gd name="connsiteX39" fmla="*/ 2571034 w 6858001"/>
                    <a:gd name="connsiteY39" fmla="*/ 429122 h 874716"/>
                    <a:gd name="connsiteX40" fmla="*/ 2668001 w 6858001"/>
                    <a:gd name="connsiteY40" fmla="*/ 502276 h 874716"/>
                    <a:gd name="connsiteX41" fmla="*/ 2745348 w 6858001"/>
                    <a:gd name="connsiteY41" fmla="*/ 550666 h 874716"/>
                    <a:gd name="connsiteX42" fmla="*/ 2826694 w 6858001"/>
                    <a:gd name="connsiteY42" fmla="*/ 527233 h 874716"/>
                    <a:gd name="connsiteX43" fmla="*/ 2848793 w 6858001"/>
                    <a:gd name="connsiteY43" fmla="*/ 505134 h 874716"/>
                    <a:gd name="connsiteX44" fmla="*/ 2982148 w 6858001"/>
                    <a:gd name="connsiteY44" fmla="*/ 484179 h 874716"/>
                    <a:gd name="connsiteX45" fmla="*/ 3172654 w 6858001"/>
                    <a:gd name="connsiteY45" fmla="*/ 483417 h 874716"/>
                    <a:gd name="connsiteX46" fmla="*/ 3489467 w 6858001"/>
                    <a:gd name="connsiteY46" fmla="*/ 435790 h 874716"/>
                    <a:gd name="connsiteX47" fmla="*/ 3544713 w 6858001"/>
                    <a:gd name="connsiteY47" fmla="*/ 413691 h 874716"/>
                    <a:gd name="connsiteX48" fmla="*/ 3606817 w 6858001"/>
                    <a:gd name="connsiteY48" fmla="*/ 408167 h 874716"/>
                    <a:gd name="connsiteX49" fmla="*/ 3630632 w 6858001"/>
                    <a:gd name="connsiteY49" fmla="*/ 421693 h 874716"/>
                    <a:gd name="connsiteX50" fmla="*/ 3734837 w 6858001"/>
                    <a:gd name="connsiteY50" fmla="*/ 441886 h 874716"/>
                    <a:gd name="connsiteX51" fmla="*/ 3754652 w 6858001"/>
                    <a:gd name="connsiteY51" fmla="*/ 442268 h 874716"/>
                    <a:gd name="connsiteX52" fmla="*/ 3822472 w 6858001"/>
                    <a:gd name="connsiteY52" fmla="*/ 433694 h 874716"/>
                    <a:gd name="connsiteX53" fmla="*/ 3885338 w 6858001"/>
                    <a:gd name="connsiteY53" fmla="*/ 428742 h 874716"/>
                    <a:gd name="connsiteX54" fmla="*/ 4043839 w 6858001"/>
                    <a:gd name="connsiteY54" fmla="*/ 444934 h 874716"/>
                    <a:gd name="connsiteX55" fmla="*/ 4165383 w 6858001"/>
                    <a:gd name="connsiteY55" fmla="*/ 441124 h 874716"/>
                    <a:gd name="connsiteX56" fmla="*/ 4221391 w 6858001"/>
                    <a:gd name="connsiteY56" fmla="*/ 444934 h 874716"/>
                    <a:gd name="connsiteX57" fmla="*/ 4253014 w 6858001"/>
                    <a:gd name="connsiteY57" fmla="*/ 450650 h 874716"/>
                    <a:gd name="connsiteX58" fmla="*/ 4324645 w 6858001"/>
                    <a:gd name="connsiteY58" fmla="*/ 490466 h 874716"/>
                    <a:gd name="connsiteX59" fmla="*/ 4363890 w 6858001"/>
                    <a:gd name="connsiteY59" fmla="*/ 499420 h 874716"/>
                    <a:gd name="connsiteX60" fmla="*/ 4482004 w 6858001"/>
                    <a:gd name="connsiteY60" fmla="*/ 498658 h 874716"/>
                    <a:gd name="connsiteX61" fmla="*/ 4659174 w 6858001"/>
                    <a:gd name="connsiteY61" fmla="*/ 438648 h 874716"/>
                    <a:gd name="connsiteX62" fmla="*/ 4677655 w 6858001"/>
                    <a:gd name="connsiteY62" fmla="*/ 430646 h 874716"/>
                    <a:gd name="connsiteX63" fmla="*/ 4767764 w 6858001"/>
                    <a:gd name="connsiteY63" fmla="*/ 420739 h 874716"/>
                    <a:gd name="connsiteX64" fmla="*/ 4828916 w 6858001"/>
                    <a:gd name="connsiteY64" fmla="*/ 434266 h 874716"/>
                    <a:gd name="connsiteX65" fmla="*/ 4912168 w 6858001"/>
                    <a:gd name="connsiteY65" fmla="*/ 462271 h 874716"/>
                    <a:gd name="connsiteX66" fmla="*/ 4987037 w 6858001"/>
                    <a:gd name="connsiteY66" fmla="*/ 485703 h 874716"/>
                    <a:gd name="connsiteX67" fmla="*/ 5041521 w 6858001"/>
                    <a:gd name="connsiteY67" fmla="*/ 512182 h 874716"/>
                    <a:gd name="connsiteX68" fmla="*/ 5166113 w 6858001"/>
                    <a:gd name="connsiteY68" fmla="*/ 531615 h 874716"/>
                    <a:gd name="connsiteX69" fmla="*/ 5179067 w 6858001"/>
                    <a:gd name="connsiteY69" fmla="*/ 534853 h 874716"/>
                    <a:gd name="connsiteX70" fmla="*/ 5272796 w 6858001"/>
                    <a:gd name="connsiteY70" fmla="*/ 511230 h 874716"/>
                    <a:gd name="connsiteX71" fmla="*/ 5385384 w 6858001"/>
                    <a:gd name="connsiteY71" fmla="*/ 487227 h 874716"/>
                    <a:gd name="connsiteX72" fmla="*/ 5425582 w 6858001"/>
                    <a:gd name="connsiteY72" fmla="*/ 495418 h 874716"/>
                    <a:gd name="connsiteX73" fmla="*/ 5480637 w 6858001"/>
                    <a:gd name="connsiteY73" fmla="*/ 507040 h 874716"/>
                    <a:gd name="connsiteX74" fmla="*/ 5531693 w 6858001"/>
                    <a:gd name="connsiteY74" fmla="*/ 500944 h 874716"/>
                    <a:gd name="connsiteX75" fmla="*/ 5562746 w 6858001"/>
                    <a:gd name="connsiteY75" fmla="*/ 500372 h 874716"/>
                    <a:gd name="connsiteX76" fmla="*/ 5704483 w 6858001"/>
                    <a:gd name="connsiteY76" fmla="*/ 571620 h 874716"/>
                    <a:gd name="connsiteX77" fmla="*/ 5740488 w 6858001"/>
                    <a:gd name="connsiteY77" fmla="*/ 577526 h 874716"/>
                    <a:gd name="connsiteX78" fmla="*/ 5760873 w 6858001"/>
                    <a:gd name="connsiteY78" fmla="*/ 586291 h 874716"/>
                    <a:gd name="connsiteX79" fmla="*/ 5883751 w 6858001"/>
                    <a:gd name="connsiteY79" fmla="*/ 674686 h 874716"/>
                    <a:gd name="connsiteX80" fmla="*/ 5935949 w 6858001"/>
                    <a:gd name="connsiteY80" fmla="*/ 692592 h 874716"/>
                    <a:gd name="connsiteX81" fmla="*/ 5993291 w 6858001"/>
                    <a:gd name="connsiteY81" fmla="*/ 688972 h 874716"/>
                    <a:gd name="connsiteX82" fmla="*/ 6026440 w 6858001"/>
                    <a:gd name="connsiteY82" fmla="*/ 682496 h 874716"/>
                    <a:gd name="connsiteX83" fmla="*/ 6108738 w 6858001"/>
                    <a:gd name="connsiteY83" fmla="*/ 626296 h 874716"/>
                    <a:gd name="connsiteX84" fmla="*/ 6155602 w 6858001"/>
                    <a:gd name="connsiteY84" fmla="*/ 628202 h 874716"/>
                    <a:gd name="connsiteX85" fmla="*/ 6228756 w 6858001"/>
                    <a:gd name="connsiteY85" fmla="*/ 666873 h 874716"/>
                    <a:gd name="connsiteX86" fmla="*/ 6361539 w 6858001"/>
                    <a:gd name="connsiteY86" fmla="*/ 684210 h 874716"/>
                    <a:gd name="connsiteX87" fmla="*/ 6428979 w 6858001"/>
                    <a:gd name="connsiteY87" fmla="*/ 630106 h 874716"/>
                    <a:gd name="connsiteX88" fmla="*/ 6463840 w 6858001"/>
                    <a:gd name="connsiteY88" fmla="*/ 578098 h 874716"/>
                    <a:gd name="connsiteX89" fmla="*/ 6564620 w 6858001"/>
                    <a:gd name="connsiteY89" fmla="*/ 517708 h 874716"/>
                    <a:gd name="connsiteX90" fmla="*/ 6588625 w 6858001"/>
                    <a:gd name="connsiteY90" fmla="*/ 540187 h 874716"/>
                    <a:gd name="connsiteX91" fmla="*/ 6662541 w 6858001"/>
                    <a:gd name="connsiteY91" fmla="*/ 549714 h 874716"/>
                    <a:gd name="connsiteX92" fmla="*/ 6742552 w 6858001"/>
                    <a:gd name="connsiteY92" fmla="*/ 548952 h 874716"/>
                    <a:gd name="connsiteX93" fmla="*/ 6812063 w 6858001"/>
                    <a:gd name="connsiteY93" fmla="*/ 568430 h 874716"/>
                    <a:gd name="connsiteX94" fmla="*/ 6858001 w 6858001"/>
                    <a:gd name="connsiteY94" fmla="*/ 562267 h 874716"/>
                    <a:gd name="connsiteX95" fmla="*/ 6858001 w 6858001"/>
                    <a:gd name="connsiteY95" fmla="*/ 734520 h 874716"/>
                    <a:gd name="connsiteX96" fmla="*/ 6815516 w 6858001"/>
                    <a:gd name="connsiteY96" fmla="*/ 744220 h 874716"/>
                    <a:gd name="connsiteX97" fmla="*/ 6748458 w 6858001"/>
                    <a:gd name="connsiteY97" fmla="*/ 763271 h 874716"/>
                    <a:gd name="connsiteX98" fmla="*/ 6584812 w 6858001"/>
                    <a:gd name="connsiteY98" fmla="*/ 784797 h 874716"/>
                    <a:gd name="connsiteX99" fmla="*/ 6415833 w 6858001"/>
                    <a:gd name="connsiteY99" fmla="*/ 805562 h 874716"/>
                    <a:gd name="connsiteX100" fmla="*/ 6323058 w 6858001"/>
                    <a:gd name="connsiteY100" fmla="*/ 812420 h 874716"/>
                    <a:gd name="connsiteX101" fmla="*/ 6242093 w 6858001"/>
                    <a:gd name="connsiteY101" fmla="*/ 823281 h 874716"/>
                    <a:gd name="connsiteX102" fmla="*/ 6171605 w 6858001"/>
                    <a:gd name="connsiteY102" fmla="*/ 830139 h 874716"/>
                    <a:gd name="connsiteX103" fmla="*/ 6059397 w 6858001"/>
                    <a:gd name="connsiteY103" fmla="*/ 844045 h 874716"/>
                    <a:gd name="connsiteX104" fmla="*/ 6012723 w 6858001"/>
                    <a:gd name="connsiteY104" fmla="*/ 847665 h 874716"/>
                    <a:gd name="connsiteX105" fmla="*/ 5902610 w 6858001"/>
                    <a:gd name="connsiteY105" fmla="*/ 847473 h 874716"/>
                    <a:gd name="connsiteX106" fmla="*/ 5864318 w 6858001"/>
                    <a:gd name="connsiteY106" fmla="*/ 845569 h 874716"/>
                    <a:gd name="connsiteX107" fmla="*/ 5790592 w 6858001"/>
                    <a:gd name="connsiteY107" fmla="*/ 821947 h 874716"/>
                    <a:gd name="connsiteX108" fmla="*/ 5781830 w 6858001"/>
                    <a:gd name="connsiteY108" fmla="*/ 820233 h 874716"/>
                    <a:gd name="connsiteX109" fmla="*/ 5733440 w 6858001"/>
                    <a:gd name="connsiteY109" fmla="*/ 810896 h 874716"/>
                    <a:gd name="connsiteX110" fmla="*/ 5706959 w 6858001"/>
                    <a:gd name="connsiteY110" fmla="*/ 807848 h 874716"/>
                    <a:gd name="connsiteX111" fmla="*/ 5606372 w 6858001"/>
                    <a:gd name="connsiteY111" fmla="*/ 788417 h 874716"/>
                    <a:gd name="connsiteX112" fmla="*/ 5548460 w 6858001"/>
                    <a:gd name="connsiteY112" fmla="*/ 779273 h 874716"/>
                    <a:gd name="connsiteX113" fmla="*/ 5501594 w 6858001"/>
                    <a:gd name="connsiteY113" fmla="*/ 780607 h 874716"/>
                    <a:gd name="connsiteX114" fmla="*/ 5419295 w 6858001"/>
                    <a:gd name="connsiteY114" fmla="*/ 782321 h 874716"/>
                    <a:gd name="connsiteX115" fmla="*/ 5393005 w 6858001"/>
                    <a:gd name="connsiteY115" fmla="*/ 786703 h 874716"/>
                    <a:gd name="connsiteX116" fmla="*/ 5274129 w 6858001"/>
                    <a:gd name="connsiteY116" fmla="*/ 774129 h 874716"/>
                    <a:gd name="connsiteX117" fmla="*/ 5206308 w 6858001"/>
                    <a:gd name="connsiteY117" fmla="*/ 773177 h 874716"/>
                    <a:gd name="connsiteX118" fmla="*/ 5129916 w 6858001"/>
                    <a:gd name="connsiteY118" fmla="*/ 757554 h 874716"/>
                    <a:gd name="connsiteX119" fmla="*/ 5107627 w 6858001"/>
                    <a:gd name="connsiteY119" fmla="*/ 758316 h 874716"/>
                    <a:gd name="connsiteX120" fmla="*/ 5082670 w 6858001"/>
                    <a:gd name="connsiteY120" fmla="*/ 759651 h 874716"/>
                    <a:gd name="connsiteX121" fmla="*/ 5006086 w 6858001"/>
                    <a:gd name="connsiteY121" fmla="*/ 760795 h 874716"/>
                    <a:gd name="connsiteX122" fmla="*/ 4959602 w 6858001"/>
                    <a:gd name="connsiteY122" fmla="*/ 766509 h 874716"/>
                    <a:gd name="connsiteX123" fmla="*/ 4871019 w 6858001"/>
                    <a:gd name="connsiteY123" fmla="*/ 763081 h 874716"/>
                    <a:gd name="connsiteX124" fmla="*/ 4838250 w 6858001"/>
                    <a:gd name="connsiteY124" fmla="*/ 768033 h 874716"/>
                    <a:gd name="connsiteX125" fmla="*/ 4755381 w 6858001"/>
                    <a:gd name="connsiteY125" fmla="*/ 768605 h 874716"/>
                    <a:gd name="connsiteX126" fmla="*/ 4681083 w 6858001"/>
                    <a:gd name="connsiteY126" fmla="*/ 765747 h 874716"/>
                    <a:gd name="connsiteX127" fmla="*/ 4609452 w 6858001"/>
                    <a:gd name="connsiteY127" fmla="*/ 767271 h 874716"/>
                    <a:gd name="connsiteX128" fmla="*/ 4558207 w 6858001"/>
                    <a:gd name="connsiteY128" fmla="*/ 773557 h 874716"/>
                    <a:gd name="connsiteX129" fmla="*/ 4502579 w 6858001"/>
                    <a:gd name="connsiteY129" fmla="*/ 777367 h 874716"/>
                    <a:gd name="connsiteX130" fmla="*/ 4349222 w 6858001"/>
                    <a:gd name="connsiteY130" fmla="*/ 800038 h 874716"/>
                    <a:gd name="connsiteX131" fmla="*/ 4320837 w 6858001"/>
                    <a:gd name="connsiteY131" fmla="*/ 794514 h 874716"/>
                    <a:gd name="connsiteX132" fmla="*/ 4159667 w 6858001"/>
                    <a:gd name="connsiteY132" fmla="*/ 789370 h 874716"/>
                    <a:gd name="connsiteX133" fmla="*/ 4124614 w 6858001"/>
                    <a:gd name="connsiteY133" fmla="*/ 789752 h 874716"/>
                    <a:gd name="connsiteX134" fmla="*/ 4030503 w 6858001"/>
                    <a:gd name="connsiteY134" fmla="*/ 767271 h 874716"/>
                    <a:gd name="connsiteX135" fmla="*/ 3885338 w 6858001"/>
                    <a:gd name="connsiteY135" fmla="*/ 802896 h 874716"/>
                    <a:gd name="connsiteX136" fmla="*/ 3749506 w 6858001"/>
                    <a:gd name="connsiteY136" fmla="*/ 847473 h 874716"/>
                    <a:gd name="connsiteX137" fmla="*/ 3732361 w 6858001"/>
                    <a:gd name="connsiteY137" fmla="*/ 853190 h 874716"/>
                    <a:gd name="connsiteX138" fmla="*/ 3683591 w 6858001"/>
                    <a:gd name="connsiteY138" fmla="*/ 862906 h 874716"/>
                    <a:gd name="connsiteX139" fmla="*/ 3623201 w 6858001"/>
                    <a:gd name="connsiteY139" fmla="*/ 866334 h 874716"/>
                    <a:gd name="connsiteX140" fmla="*/ 3546617 w 6858001"/>
                    <a:gd name="connsiteY140" fmla="*/ 874716 h 874716"/>
                    <a:gd name="connsiteX141" fmla="*/ 3485275 w 6858001"/>
                    <a:gd name="connsiteY141" fmla="*/ 864238 h 874716"/>
                    <a:gd name="connsiteX142" fmla="*/ 3399546 w 6858001"/>
                    <a:gd name="connsiteY142" fmla="*/ 848618 h 874716"/>
                    <a:gd name="connsiteX143" fmla="*/ 3318771 w 6858001"/>
                    <a:gd name="connsiteY143" fmla="*/ 833757 h 874716"/>
                    <a:gd name="connsiteX144" fmla="*/ 3293244 w 6858001"/>
                    <a:gd name="connsiteY144" fmla="*/ 851284 h 874716"/>
                    <a:gd name="connsiteX145" fmla="*/ 3253809 w 6858001"/>
                    <a:gd name="connsiteY145" fmla="*/ 866524 h 874716"/>
                    <a:gd name="connsiteX146" fmla="*/ 3209993 w 6858001"/>
                    <a:gd name="connsiteY146" fmla="*/ 848235 h 874716"/>
                    <a:gd name="connsiteX147" fmla="*/ 3107500 w 6858001"/>
                    <a:gd name="connsiteY147" fmla="*/ 810326 h 874716"/>
                    <a:gd name="connsiteX148" fmla="*/ 3042728 w 6858001"/>
                    <a:gd name="connsiteY148" fmla="*/ 808610 h 874716"/>
                    <a:gd name="connsiteX149" fmla="*/ 2901943 w 6858001"/>
                    <a:gd name="connsiteY149" fmla="*/ 792418 h 874716"/>
                    <a:gd name="connsiteX150" fmla="*/ 2809930 w 6858001"/>
                    <a:gd name="connsiteY150" fmla="*/ 769367 h 874716"/>
                    <a:gd name="connsiteX151" fmla="*/ 2743826 w 6858001"/>
                    <a:gd name="connsiteY151" fmla="*/ 743268 h 874716"/>
                    <a:gd name="connsiteX152" fmla="*/ 2649143 w 6858001"/>
                    <a:gd name="connsiteY152" fmla="*/ 709167 h 874716"/>
                    <a:gd name="connsiteX153" fmla="*/ 2554079 w 6858001"/>
                    <a:gd name="connsiteY153" fmla="*/ 691450 h 874716"/>
                    <a:gd name="connsiteX154" fmla="*/ 2485307 w 6858001"/>
                    <a:gd name="connsiteY154" fmla="*/ 669160 h 874716"/>
                    <a:gd name="connsiteX155" fmla="*/ 2401292 w 6858001"/>
                    <a:gd name="connsiteY155" fmla="*/ 653919 h 874716"/>
                    <a:gd name="connsiteX156" fmla="*/ 2330806 w 6858001"/>
                    <a:gd name="connsiteY156" fmla="*/ 653349 h 874716"/>
                    <a:gd name="connsiteX157" fmla="*/ 2220312 w 6858001"/>
                    <a:gd name="connsiteY157" fmla="*/ 656015 h 874716"/>
                    <a:gd name="connsiteX158" fmla="*/ 2085054 w 6858001"/>
                    <a:gd name="connsiteY158" fmla="*/ 609914 h 874716"/>
                    <a:gd name="connsiteX159" fmla="*/ 2030378 w 6858001"/>
                    <a:gd name="connsiteY159" fmla="*/ 599625 h 874716"/>
                    <a:gd name="connsiteX160" fmla="*/ 1978940 w 6858001"/>
                    <a:gd name="connsiteY160" fmla="*/ 594863 h 874716"/>
                    <a:gd name="connsiteX161" fmla="*/ 1869780 w 6858001"/>
                    <a:gd name="connsiteY161" fmla="*/ 564192 h 874716"/>
                    <a:gd name="connsiteX162" fmla="*/ 1825393 w 6858001"/>
                    <a:gd name="connsiteY162" fmla="*/ 554094 h 874716"/>
                    <a:gd name="connsiteX163" fmla="*/ 1763287 w 6858001"/>
                    <a:gd name="connsiteY163" fmla="*/ 554286 h 874716"/>
                    <a:gd name="connsiteX164" fmla="*/ 1650317 w 6858001"/>
                    <a:gd name="connsiteY164" fmla="*/ 540187 h 874716"/>
                    <a:gd name="connsiteX165" fmla="*/ 1537537 w 6858001"/>
                    <a:gd name="connsiteY165" fmla="*/ 499038 h 874716"/>
                    <a:gd name="connsiteX166" fmla="*/ 1489720 w 6858001"/>
                    <a:gd name="connsiteY166" fmla="*/ 503038 h 874716"/>
                    <a:gd name="connsiteX167" fmla="*/ 1472575 w 6858001"/>
                    <a:gd name="connsiteY167" fmla="*/ 502086 h 874716"/>
                    <a:gd name="connsiteX168" fmla="*/ 1318456 w 6858001"/>
                    <a:gd name="connsiteY168" fmla="*/ 479415 h 874716"/>
                    <a:gd name="connsiteX169" fmla="*/ 1303024 w 6858001"/>
                    <a:gd name="connsiteY169" fmla="*/ 476939 h 874716"/>
                    <a:gd name="connsiteX170" fmla="*/ 1230633 w 6858001"/>
                    <a:gd name="connsiteY170" fmla="*/ 456746 h 874716"/>
                    <a:gd name="connsiteX171" fmla="*/ 1048125 w 6858001"/>
                    <a:gd name="connsiteY171" fmla="*/ 444172 h 874716"/>
                    <a:gd name="connsiteX172" fmla="*/ 1036887 w 6858001"/>
                    <a:gd name="connsiteY172" fmla="*/ 442648 h 874716"/>
                    <a:gd name="connsiteX173" fmla="*/ 975733 w 6858001"/>
                    <a:gd name="connsiteY173" fmla="*/ 452744 h 874716"/>
                    <a:gd name="connsiteX174" fmla="*/ 945444 w 6858001"/>
                    <a:gd name="connsiteY174" fmla="*/ 467033 h 874716"/>
                    <a:gd name="connsiteX175" fmla="*/ 898198 w 6858001"/>
                    <a:gd name="connsiteY175" fmla="*/ 481893 h 874716"/>
                    <a:gd name="connsiteX176" fmla="*/ 850189 w 6858001"/>
                    <a:gd name="connsiteY176" fmla="*/ 487417 h 874716"/>
                    <a:gd name="connsiteX177" fmla="*/ 769605 w 6858001"/>
                    <a:gd name="connsiteY177" fmla="*/ 464937 h 874716"/>
                    <a:gd name="connsiteX178" fmla="*/ 740268 w 6858001"/>
                    <a:gd name="connsiteY178" fmla="*/ 462651 h 874716"/>
                    <a:gd name="connsiteX179" fmla="*/ 674923 w 6858001"/>
                    <a:gd name="connsiteY179" fmla="*/ 451792 h 874716"/>
                    <a:gd name="connsiteX180" fmla="*/ 617772 w 6858001"/>
                    <a:gd name="connsiteY180" fmla="*/ 452554 h 874716"/>
                    <a:gd name="connsiteX181" fmla="*/ 571860 w 6858001"/>
                    <a:gd name="connsiteY181" fmla="*/ 469891 h 874716"/>
                    <a:gd name="connsiteX182" fmla="*/ 505182 w 6858001"/>
                    <a:gd name="connsiteY182" fmla="*/ 473319 h 874716"/>
                    <a:gd name="connsiteX183" fmla="*/ 462126 w 6858001"/>
                    <a:gd name="connsiteY183" fmla="*/ 460747 h 874716"/>
                    <a:gd name="connsiteX184" fmla="*/ 453364 w 6858001"/>
                    <a:gd name="connsiteY184" fmla="*/ 459033 h 874716"/>
                    <a:gd name="connsiteX185" fmla="*/ 340774 w 6858001"/>
                    <a:gd name="connsiteY185" fmla="*/ 458268 h 874716"/>
                    <a:gd name="connsiteX186" fmla="*/ 200182 w 6858001"/>
                    <a:gd name="connsiteY186" fmla="*/ 496180 h 874716"/>
                    <a:gd name="connsiteX187" fmla="*/ 176939 w 6858001"/>
                    <a:gd name="connsiteY187" fmla="*/ 504182 h 874716"/>
                    <a:gd name="connsiteX188" fmla="*/ 63587 w 6858001"/>
                    <a:gd name="connsiteY188" fmla="*/ 518088 h 874716"/>
                    <a:gd name="connsiteX189" fmla="*/ 2817 w 6858001"/>
                    <a:gd name="connsiteY189" fmla="*/ 532187 h 874716"/>
                    <a:gd name="connsiteX190" fmla="*/ 0 w 6858001"/>
                    <a:gd name="connsiteY190" fmla="*/ 533314 h 874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</a:cxnLst>
                  <a:rect l="l" t="t" r="r" b="b"/>
                  <a:pathLst>
                    <a:path w="6858001" h="874716">
                      <a:moveTo>
                        <a:pt x="0" y="533314"/>
                      </a:moveTo>
                      <a:lnTo>
                        <a:pt x="0" y="69206"/>
                      </a:lnTo>
                      <a:lnTo>
                        <a:pt x="21486" y="71924"/>
                      </a:lnTo>
                      <a:cubicBezTo>
                        <a:pt x="92546" y="60493"/>
                        <a:pt x="159604" y="87354"/>
                        <a:pt x="228948" y="88116"/>
                      </a:cubicBezTo>
                      <a:cubicBezTo>
                        <a:pt x="260382" y="88496"/>
                        <a:pt x="291435" y="94592"/>
                        <a:pt x="313533" y="62779"/>
                      </a:cubicBezTo>
                      <a:cubicBezTo>
                        <a:pt x="316389" y="58587"/>
                        <a:pt x="330298" y="60873"/>
                        <a:pt x="338870" y="62207"/>
                      </a:cubicBezTo>
                      <a:cubicBezTo>
                        <a:pt x="357921" y="65066"/>
                        <a:pt x="376781" y="72304"/>
                        <a:pt x="395640" y="72114"/>
                      </a:cubicBezTo>
                      <a:cubicBezTo>
                        <a:pt x="434695" y="71924"/>
                        <a:pt x="473939" y="68876"/>
                        <a:pt x="512802" y="65446"/>
                      </a:cubicBezTo>
                      <a:cubicBezTo>
                        <a:pt x="527470" y="64112"/>
                        <a:pt x="541569" y="58969"/>
                        <a:pt x="556047" y="55349"/>
                      </a:cubicBezTo>
                      <a:cubicBezTo>
                        <a:pt x="564048" y="53253"/>
                        <a:pt x="572622" y="47729"/>
                        <a:pt x="580050" y="48871"/>
                      </a:cubicBezTo>
                      <a:cubicBezTo>
                        <a:pt x="623106" y="55539"/>
                        <a:pt x="662541" y="39157"/>
                        <a:pt x="703308" y="30964"/>
                      </a:cubicBezTo>
                      <a:cubicBezTo>
                        <a:pt x="722169" y="27154"/>
                        <a:pt x="739886" y="18010"/>
                        <a:pt x="758174" y="11724"/>
                      </a:cubicBezTo>
                      <a:cubicBezTo>
                        <a:pt x="762936" y="10008"/>
                        <a:pt x="768271" y="8484"/>
                        <a:pt x="773035" y="8866"/>
                      </a:cubicBezTo>
                      <a:cubicBezTo>
                        <a:pt x="800276" y="11152"/>
                        <a:pt x="827329" y="14390"/>
                        <a:pt x="854379" y="16866"/>
                      </a:cubicBezTo>
                      <a:cubicBezTo>
                        <a:pt x="878956" y="19152"/>
                        <a:pt x="903722" y="19914"/>
                        <a:pt x="915343" y="47919"/>
                      </a:cubicBezTo>
                      <a:cubicBezTo>
                        <a:pt x="917059" y="52301"/>
                        <a:pt x="922773" y="55539"/>
                        <a:pt x="927155" y="58397"/>
                      </a:cubicBezTo>
                      <a:cubicBezTo>
                        <a:pt x="994785" y="102405"/>
                        <a:pt x="1030980" y="101261"/>
                        <a:pt x="1097087" y="54777"/>
                      </a:cubicBezTo>
                      <a:cubicBezTo>
                        <a:pt x="1103945" y="50015"/>
                        <a:pt x="1118613" y="46585"/>
                        <a:pt x="1123185" y="50395"/>
                      </a:cubicBezTo>
                      <a:cubicBezTo>
                        <a:pt x="1162049" y="82020"/>
                        <a:pt x="1204532" y="78590"/>
                        <a:pt x="1249302" y="68684"/>
                      </a:cubicBezTo>
                      <a:cubicBezTo>
                        <a:pt x="1260922" y="66018"/>
                        <a:pt x="1277307" y="66018"/>
                        <a:pt x="1286069" y="72304"/>
                      </a:cubicBezTo>
                      <a:cubicBezTo>
                        <a:pt x="1327790" y="101451"/>
                        <a:pt x="1372560" y="97261"/>
                        <a:pt x="1417899" y="88688"/>
                      </a:cubicBezTo>
                      <a:cubicBezTo>
                        <a:pt x="1424948" y="87354"/>
                        <a:pt x="1433522" y="80114"/>
                        <a:pt x="1436568" y="73448"/>
                      </a:cubicBezTo>
                      <a:cubicBezTo>
                        <a:pt x="1447428" y="49825"/>
                        <a:pt x="1467813" y="41823"/>
                        <a:pt x="1490292" y="35154"/>
                      </a:cubicBezTo>
                      <a:cubicBezTo>
                        <a:pt x="1525727" y="24296"/>
                        <a:pt x="1560588" y="11532"/>
                        <a:pt x="1596213" y="1245"/>
                      </a:cubicBezTo>
                      <a:cubicBezTo>
                        <a:pt x="1604978" y="-1231"/>
                        <a:pt x="1615836" y="293"/>
                        <a:pt x="1624980" y="3150"/>
                      </a:cubicBezTo>
                      <a:cubicBezTo>
                        <a:pt x="1656223" y="12866"/>
                        <a:pt x="1676036" y="37251"/>
                        <a:pt x="1697753" y="59731"/>
                      </a:cubicBezTo>
                      <a:cubicBezTo>
                        <a:pt x="1707279" y="69638"/>
                        <a:pt x="1720423" y="76686"/>
                        <a:pt x="1733188" y="82400"/>
                      </a:cubicBezTo>
                      <a:cubicBezTo>
                        <a:pt x="1766335" y="97071"/>
                        <a:pt x="1800246" y="110215"/>
                        <a:pt x="1833775" y="124121"/>
                      </a:cubicBezTo>
                      <a:cubicBezTo>
                        <a:pt x="1837013" y="125455"/>
                        <a:pt x="1839679" y="128884"/>
                        <a:pt x="1842158" y="131742"/>
                      </a:cubicBezTo>
                      <a:cubicBezTo>
                        <a:pt x="1866922" y="161843"/>
                        <a:pt x="1891497" y="192132"/>
                        <a:pt x="1916454" y="222233"/>
                      </a:cubicBezTo>
                      <a:cubicBezTo>
                        <a:pt x="1921216" y="227947"/>
                        <a:pt x="1928076" y="232139"/>
                        <a:pt x="1933219" y="237663"/>
                      </a:cubicBezTo>
                      <a:cubicBezTo>
                        <a:pt x="1940459" y="245283"/>
                        <a:pt x="1949603" y="252524"/>
                        <a:pt x="1953413" y="261668"/>
                      </a:cubicBezTo>
                      <a:cubicBezTo>
                        <a:pt x="1965224" y="290433"/>
                        <a:pt x="1987894" y="302817"/>
                        <a:pt x="2016469" y="308151"/>
                      </a:cubicBezTo>
                      <a:cubicBezTo>
                        <a:pt x="2042570" y="313104"/>
                        <a:pt x="2068669" y="317296"/>
                        <a:pt x="2094578" y="323010"/>
                      </a:cubicBezTo>
                      <a:cubicBezTo>
                        <a:pt x="2126201" y="329868"/>
                        <a:pt x="2157636" y="337298"/>
                        <a:pt x="2188879" y="345681"/>
                      </a:cubicBezTo>
                      <a:cubicBezTo>
                        <a:pt x="2202404" y="349301"/>
                        <a:pt x="2216692" y="353491"/>
                        <a:pt x="2228314" y="360921"/>
                      </a:cubicBezTo>
                      <a:cubicBezTo>
                        <a:pt x="2260890" y="381496"/>
                        <a:pt x="2295753" y="395402"/>
                        <a:pt x="2334044" y="389878"/>
                      </a:cubicBezTo>
                      <a:cubicBezTo>
                        <a:pt x="2364715" y="385496"/>
                        <a:pt x="2390434" y="396736"/>
                        <a:pt x="2409485" y="414263"/>
                      </a:cubicBezTo>
                      <a:cubicBezTo>
                        <a:pt x="2444158" y="446078"/>
                        <a:pt x="2481305" y="438838"/>
                        <a:pt x="2518264" y="428552"/>
                      </a:cubicBezTo>
                      <a:cubicBezTo>
                        <a:pt x="2537315" y="423217"/>
                        <a:pt x="2552935" y="423979"/>
                        <a:pt x="2571034" y="429122"/>
                      </a:cubicBezTo>
                      <a:cubicBezTo>
                        <a:pt x="2612945" y="441124"/>
                        <a:pt x="2640950" y="473701"/>
                        <a:pt x="2668001" y="502276"/>
                      </a:cubicBezTo>
                      <a:cubicBezTo>
                        <a:pt x="2691054" y="526661"/>
                        <a:pt x="2716963" y="540377"/>
                        <a:pt x="2745348" y="550666"/>
                      </a:cubicBezTo>
                      <a:cubicBezTo>
                        <a:pt x="2781163" y="563810"/>
                        <a:pt x="2809548" y="558858"/>
                        <a:pt x="2826694" y="527233"/>
                      </a:cubicBezTo>
                      <a:cubicBezTo>
                        <a:pt x="2831457" y="518278"/>
                        <a:pt x="2839839" y="507800"/>
                        <a:pt x="2848793" y="505134"/>
                      </a:cubicBezTo>
                      <a:cubicBezTo>
                        <a:pt x="2892037" y="491800"/>
                        <a:pt x="2935854" y="472367"/>
                        <a:pt x="2982148" y="484179"/>
                      </a:cubicBezTo>
                      <a:cubicBezTo>
                        <a:pt x="3046158" y="500372"/>
                        <a:pt x="3108644" y="499420"/>
                        <a:pt x="3172654" y="483417"/>
                      </a:cubicBezTo>
                      <a:cubicBezTo>
                        <a:pt x="3276480" y="457508"/>
                        <a:pt x="3380305" y="430076"/>
                        <a:pt x="3489467" y="435790"/>
                      </a:cubicBezTo>
                      <a:cubicBezTo>
                        <a:pt x="3507563" y="436742"/>
                        <a:pt x="3529090" y="425121"/>
                        <a:pt x="3544713" y="413691"/>
                      </a:cubicBezTo>
                      <a:cubicBezTo>
                        <a:pt x="3574622" y="391974"/>
                        <a:pt x="3573288" y="390258"/>
                        <a:pt x="3606817" y="408167"/>
                      </a:cubicBezTo>
                      <a:cubicBezTo>
                        <a:pt x="3614819" y="412549"/>
                        <a:pt x="3624725" y="415215"/>
                        <a:pt x="3630632" y="421693"/>
                      </a:cubicBezTo>
                      <a:cubicBezTo>
                        <a:pt x="3660731" y="454650"/>
                        <a:pt x="3697880" y="446648"/>
                        <a:pt x="3734837" y="441886"/>
                      </a:cubicBezTo>
                      <a:cubicBezTo>
                        <a:pt x="3741315" y="440934"/>
                        <a:pt x="3749125" y="439600"/>
                        <a:pt x="3754652" y="442268"/>
                      </a:cubicBezTo>
                      <a:cubicBezTo>
                        <a:pt x="3779607" y="454268"/>
                        <a:pt x="3800753" y="450078"/>
                        <a:pt x="3822472" y="433694"/>
                      </a:cubicBezTo>
                      <a:cubicBezTo>
                        <a:pt x="3841331" y="419597"/>
                        <a:pt x="3863049" y="411215"/>
                        <a:pt x="3885338" y="428742"/>
                      </a:cubicBezTo>
                      <a:cubicBezTo>
                        <a:pt x="3934870" y="467605"/>
                        <a:pt x="3987829" y="469509"/>
                        <a:pt x="4043839" y="444934"/>
                      </a:cubicBezTo>
                      <a:cubicBezTo>
                        <a:pt x="4083845" y="427407"/>
                        <a:pt x="4123280" y="423407"/>
                        <a:pt x="4165383" y="441124"/>
                      </a:cubicBezTo>
                      <a:cubicBezTo>
                        <a:pt x="4181576" y="447982"/>
                        <a:pt x="4202531" y="443410"/>
                        <a:pt x="4221391" y="444934"/>
                      </a:cubicBezTo>
                      <a:cubicBezTo>
                        <a:pt x="4232060" y="445696"/>
                        <a:pt x="4243872" y="445886"/>
                        <a:pt x="4253014" y="450650"/>
                      </a:cubicBezTo>
                      <a:cubicBezTo>
                        <a:pt x="4277401" y="462843"/>
                        <a:pt x="4300070" y="478463"/>
                        <a:pt x="4324645" y="490466"/>
                      </a:cubicBezTo>
                      <a:cubicBezTo>
                        <a:pt x="4336457" y="496180"/>
                        <a:pt x="4350554" y="499228"/>
                        <a:pt x="4363890" y="499420"/>
                      </a:cubicBezTo>
                      <a:cubicBezTo>
                        <a:pt x="4403325" y="500372"/>
                        <a:pt x="4442761" y="500372"/>
                        <a:pt x="4482004" y="498658"/>
                      </a:cubicBezTo>
                      <a:cubicBezTo>
                        <a:pt x="4546776" y="495990"/>
                        <a:pt x="4612500" y="495418"/>
                        <a:pt x="4659174" y="438648"/>
                      </a:cubicBezTo>
                      <a:cubicBezTo>
                        <a:pt x="4662986" y="434076"/>
                        <a:pt x="4671176" y="431408"/>
                        <a:pt x="4677655" y="430646"/>
                      </a:cubicBezTo>
                      <a:cubicBezTo>
                        <a:pt x="4707564" y="427027"/>
                        <a:pt x="4738235" y="426645"/>
                        <a:pt x="4767764" y="420739"/>
                      </a:cubicBezTo>
                      <a:cubicBezTo>
                        <a:pt x="4791386" y="415977"/>
                        <a:pt x="4811009" y="417501"/>
                        <a:pt x="4828916" y="434266"/>
                      </a:cubicBezTo>
                      <a:cubicBezTo>
                        <a:pt x="4852348" y="456364"/>
                        <a:pt x="4880925" y="469319"/>
                        <a:pt x="4912168" y="462271"/>
                      </a:cubicBezTo>
                      <a:cubicBezTo>
                        <a:pt x="4943409" y="455412"/>
                        <a:pt x="4963984" y="470271"/>
                        <a:pt x="4987037" y="485703"/>
                      </a:cubicBezTo>
                      <a:cubicBezTo>
                        <a:pt x="5003801" y="496942"/>
                        <a:pt x="5022852" y="511040"/>
                        <a:pt x="5041521" y="512182"/>
                      </a:cubicBezTo>
                      <a:cubicBezTo>
                        <a:pt x="5083814" y="514658"/>
                        <a:pt x="5120201" y="553904"/>
                        <a:pt x="5166113" y="531615"/>
                      </a:cubicBezTo>
                      <a:cubicBezTo>
                        <a:pt x="5169161" y="530091"/>
                        <a:pt x="5174685" y="533901"/>
                        <a:pt x="5179067" y="534853"/>
                      </a:cubicBezTo>
                      <a:cubicBezTo>
                        <a:pt x="5214121" y="542093"/>
                        <a:pt x="5247078" y="535043"/>
                        <a:pt x="5272796" y="511230"/>
                      </a:cubicBezTo>
                      <a:cubicBezTo>
                        <a:pt x="5306516" y="480177"/>
                        <a:pt x="5343855" y="477129"/>
                        <a:pt x="5385384" y="487227"/>
                      </a:cubicBezTo>
                      <a:cubicBezTo>
                        <a:pt x="5398721" y="490466"/>
                        <a:pt x="5412057" y="492752"/>
                        <a:pt x="5425582" y="495418"/>
                      </a:cubicBezTo>
                      <a:cubicBezTo>
                        <a:pt x="5443870" y="499228"/>
                        <a:pt x="5462351" y="503230"/>
                        <a:pt x="5480637" y="507040"/>
                      </a:cubicBezTo>
                      <a:cubicBezTo>
                        <a:pt x="5498356" y="510850"/>
                        <a:pt x="5517979" y="517326"/>
                        <a:pt x="5531693" y="500944"/>
                      </a:cubicBezTo>
                      <a:cubicBezTo>
                        <a:pt x="5543506" y="486845"/>
                        <a:pt x="5551888" y="488179"/>
                        <a:pt x="5562746" y="500372"/>
                      </a:cubicBezTo>
                      <a:cubicBezTo>
                        <a:pt x="5600467" y="543045"/>
                        <a:pt x="5646189" y="569716"/>
                        <a:pt x="5704483" y="571620"/>
                      </a:cubicBezTo>
                      <a:cubicBezTo>
                        <a:pt x="5716485" y="572002"/>
                        <a:pt x="5728678" y="574668"/>
                        <a:pt x="5740488" y="577526"/>
                      </a:cubicBezTo>
                      <a:cubicBezTo>
                        <a:pt x="5747728" y="579241"/>
                        <a:pt x="5756493" y="581147"/>
                        <a:pt x="5760873" y="586291"/>
                      </a:cubicBezTo>
                      <a:cubicBezTo>
                        <a:pt x="5794974" y="625534"/>
                        <a:pt x="5837457" y="652777"/>
                        <a:pt x="5883751" y="674686"/>
                      </a:cubicBezTo>
                      <a:cubicBezTo>
                        <a:pt x="5900323" y="682496"/>
                        <a:pt x="5918042" y="690306"/>
                        <a:pt x="5935949" y="692592"/>
                      </a:cubicBezTo>
                      <a:cubicBezTo>
                        <a:pt x="5954617" y="694878"/>
                        <a:pt x="5974240" y="691068"/>
                        <a:pt x="5993291" y="688972"/>
                      </a:cubicBezTo>
                      <a:cubicBezTo>
                        <a:pt x="6004531" y="687830"/>
                        <a:pt x="6017485" y="688020"/>
                        <a:pt x="6026440" y="682496"/>
                      </a:cubicBezTo>
                      <a:cubicBezTo>
                        <a:pt x="6054825" y="665159"/>
                        <a:pt x="6082258" y="646491"/>
                        <a:pt x="6108738" y="626296"/>
                      </a:cubicBezTo>
                      <a:cubicBezTo>
                        <a:pt x="6131409" y="608960"/>
                        <a:pt x="6135981" y="606483"/>
                        <a:pt x="6155602" y="628202"/>
                      </a:cubicBezTo>
                      <a:cubicBezTo>
                        <a:pt x="6175797" y="650491"/>
                        <a:pt x="6200944" y="662111"/>
                        <a:pt x="6228756" y="666873"/>
                      </a:cubicBezTo>
                      <a:cubicBezTo>
                        <a:pt x="6272764" y="674304"/>
                        <a:pt x="6317151" y="680590"/>
                        <a:pt x="6361539" y="684210"/>
                      </a:cubicBezTo>
                      <a:cubicBezTo>
                        <a:pt x="6401736" y="687448"/>
                        <a:pt x="6420977" y="669922"/>
                        <a:pt x="6428979" y="630106"/>
                      </a:cubicBezTo>
                      <a:cubicBezTo>
                        <a:pt x="6433551" y="608007"/>
                        <a:pt x="6439458" y="584003"/>
                        <a:pt x="6463840" y="578098"/>
                      </a:cubicBezTo>
                      <a:cubicBezTo>
                        <a:pt x="6503658" y="568572"/>
                        <a:pt x="6544997" y="564382"/>
                        <a:pt x="6564620" y="517708"/>
                      </a:cubicBezTo>
                      <a:cubicBezTo>
                        <a:pt x="6575478" y="527995"/>
                        <a:pt x="6582146" y="534091"/>
                        <a:pt x="6588625" y="540187"/>
                      </a:cubicBezTo>
                      <a:cubicBezTo>
                        <a:pt x="6606531" y="557142"/>
                        <a:pt x="6643678" y="564382"/>
                        <a:pt x="6662541" y="549714"/>
                      </a:cubicBezTo>
                      <a:cubicBezTo>
                        <a:pt x="6690354" y="528377"/>
                        <a:pt x="6715883" y="532377"/>
                        <a:pt x="6742552" y="548952"/>
                      </a:cubicBezTo>
                      <a:cubicBezTo>
                        <a:pt x="6764841" y="562668"/>
                        <a:pt x="6788417" y="567954"/>
                        <a:pt x="6812063" y="568430"/>
                      </a:cubicBezTo>
                      <a:lnTo>
                        <a:pt x="6858001" y="562267"/>
                      </a:lnTo>
                      <a:lnTo>
                        <a:pt x="6858001" y="734520"/>
                      </a:lnTo>
                      <a:lnTo>
                        <a:pt x="6815516" y="744220"/>
                      </a:lnTo>
                      <a:cubicBezTo>
                        <a:pt x="6793035" y="749744"/>
                        <a:pt x="6771319" y="759651"/>
                        <a:pt x="6748458" y="763271"/>
                      </a:cubicBezTo>
                      <a:cubicBezTo>
                        <a:pt x="6694164" y="771843"/>
                        <a:pt x="6639488" y="777939"/>
                        <a:pt x="6584812" y="784797"/>
                      </a:cubicBezTo>
                      <a:cubicBezTo>
                        <a:pt x="6528424" y="791846"/>
                        <a:pt x="6472225" y="799276"/>
                        <a:pt x="6415833" y="805562"/>
                      </a:cubicBezTo>
                      <a:cubicBezTo>
                        <a:pt x="6384972" y="808802"/>
                        <a:pt x="6353919" y="809372"/>
                        <a:pt x="6323058" y="812420"/>
                      </a:cubicBezTo>
                      <a:cubicBezTo>
                        <a:pt x="6296005" y="815088"/>
                        <a:pt x="6269144" y="820041"/>
                        <a:pt x="6242093" y="823281"/>
                      </a:cubicBezTo>
                      <a:cubicBezTo>
                        <a:pt x="6218660" y="825947"/>
                        <a:pt x="6195037" y="827471"/>
                        <a:pt x="6171605" y="830139"/>
                      </a:cubicBezTo>
                      <a:cubicBezTo>
                        <a:pt x="6134075" y="834519"/>
                        <a:pt x="6096736" y="839473"/>
                        <a:pt x="6059397" y="844045"/>
                      </a:cubicBezTo>
                      <a:cubicBezTo>
                        <a:pt x="6043776" y="845759"/>
                        <a:pt x="6027392" y="850522"/>
                        <a:pt x="6012723" y="847665"/>
                      </a:cubicBezTo>
                      <a:cubicBezTo>
                        <a:pt x="5975764" y="840425"/>
                        <a:pt x="5939377" y="842521"/>
                        <a:pt x="5902610" y="847473"/>
                      </a:cubicBezTo>
                      <a:cubicBezTo>
                        <a:pt x="5890037" y="849190"/>
                        <a:pt x="5876511" y="848808"/>
                        <a:pt x="5864318" y="845569"/>
                      </a:cubicBezTo>
                      <a:cubicBezTo>
                        <a:pt x="5839361" y="839091"/>
                        <a:pt x="5815169" y="829947"/>
                        <a:pt x="5790592" y="821947"/>
                      </a:cubicBezTo>
                      <a:cubicBezTo>
                        <a:pt x="5787924" y="820995"/>
                        <a:pt x="5784686" y="820803"/>
                        <a:pt x="5781830" y="820233"/>
                      </a:cubicBezTo>
                      <a:cubicBezTo>
                        <a:pt x="5765635" y="816992"/>
                        <a:pt x="5749634" y="813754"/>
                        <a:pt x="5733440" y="810896"/>
                      </a:cubicBezTo>
                      <a:cubicBezTo>
                        <a:pt x="5724678" y="809372"/>
                        <a:pt x="5715723" y="809182"/>
                        <a:pt x="5706959" y="807848"/>
                      </a:cubicBezTo>
                      <a:cubicBezTo>
                        <a:pt x="5673050" y="802514"/>
                        <a:pt x="5635711" y="811468"/>
                        <a:pt x="5606372" y="788417"/>
                      </a:cubicBezTo>
                      <a:cubicBezTo>
                        <a:pt x="5587321" y="773557"/>
                        <a:pt x="5568842" y="776987"/>
                        <a:pt x="5548460" y="779273"/>
                      </a:cubicBezTo>
                      <a:cubicBezTo>
                        <a:pt x="5533027" y="780987"/>
                        <a:pt x="5517215" y="780415"/>
                        <a:pt x="5501594" y="780607"/>
                      </a:cubicBezTo>
                      <a:cubicBezTo>
                        <a:pt x="5474161" y="781177"/>
                        <a:pt x="5446728" y="781369"/>
                        <a:pt x="5419295" y="782321"/>
                      </a:cubicBezTo>
                      <a:cubicBezTo>
                        <a:pt x="5410531" y="782701"/>
                        <a:pt x="5401579" y="787465"/>
                        <a:pt x="5393005" y="786703"/>
                      </a:cubicBezTo>
                      <a:cubicBezTo>
                        <a:pt x="5353379" y="783083"/>
                        <a:pt x="5313754" y="777367"/>
                        <a:pt x="5274129" y="774129"/>
                      </a:cubicBezTo>
                      <a:cubicBezTo>
                        <a:pt x="5251650" y="772225"/>
                        <a:pt x="5228597" y="775843"/>
                        <a:pt x="5206308" y="773177"/>
                      </a:cubicBezTo>
                      <a:cubicBezTo>
                        <a:pt x="5180591" y="770129"/>
                        <a:pt x="5155445" y="762319"/>
                        <a:pt x="5129916" y="757554"/>
                      </a:cubicBezTo>
                      <a:cubicBezTo>
                        <a:pt x="5122867" y="756222"/>
                        <a:pt x="5115057" y="757936"/>
                        <a:pt x="5107627" y="758316"/>
                      </a:cubicBezTo>
                      <a:cubicBezTo>
                        <a:pt x="5099245" y="758699"/>
                        <a:pt x="5091052" y="759461"/>
                        <a:pt x="5082670" y="759651"/>
                      </a:cubicBezTo>
                      <a:cubicBezTo>
                        <a:pt x="5057141" y="760033"/>
                        <a:pt x="5031614" y="759461"/>
                        <a:pt x="5006086" y="760795"/>
                      </a:cubicBezTo>
                      <a:cubicBezTo>
                        <a:pt x="4990465" y="761557"/>
                        <a:pt x="4974082" y="769367"/>
                        <a:pt x="4959602" y="766509"/>
                      </a:cubicBezTo>
                      <a:cubicBezTo>
                        <a:pt x="4930075" y="760985"/>
                        <a:pt x="4900546" y="773367"/>
                        <a:pt x="4871019" y="763081"/>
                      </a:cubicBezTo>
                      <a:cubicBezTo>
                        <a:pt x="4861873" y="760033"/>
                        <a:pt x="4849300" y="767653"/>
                        <a:pt x="4838250" y="768033"/>
                      </a:cubicBezTo>
                      <a:cubicBezTo>
                        <a:pt x="4810627" y="768985"/>
                        <a:pt x="4783004" y="768795"/>
                        <a:pt x="4755381" y="768605"/>
                      </a:cubicBezTo>
                      <a:cubicBezTo>
                        <a:pt x="4730614" y="768415"/>
                        <a:pt x="4704895" y="771081"/>
                        <a:pt x="4681083" y="765747"/>
                      </a:cubicBezTo>
                      <a:cubicBezTo>
                        <a:pt x="4656126" y="760033"/>
                        <a:pt x="4633647" y="760795"/>
                        <a:pt x="4609452" y="767271"/>
                      </a:cubicBezTo>
                      <a:cubicBezTo>
                        <a:pt x="4592878" y="771653"/>
                        <a:pt x="4575351" y="772225"/>
                        <a:pt x="4558207" y="773557"/>
                      </a:cubicBezTo>
                      <a:cubicBezTo>
                        <a:pt x="4539728" y="775081"/>
                        <a:pt x="4519343" y="771081"/>
                        <a:pt x="4502579" y="777367"/>
                      </a:cubicBezTo>
                      <a:cubicBezTo>
                        <a:pt x="4452665" y="796038"/>
                        <a:pt x="4401419" y="800038"/>
                        <a:pt x="4349222" y="800038"/>
                      </a:cubicBezTo>
                      <a:cubicBezTo>
                        <a:pt x="4339695" y="800038"/>
                        <a:pt x="4329979" y="797372"/>
                        <a:pt x="4320837" y="794514"/>
                      </a:cubicBezTo>
                      <a:cubicBezTo>
                        <a:pt x="4267493" y="777367"/>
                        <a:pt x="4213961" y="778891"/>
                        <a:pt x="4159667" y="789370"/>
                      </a:cubicBezTo>
                      <a:cubicBezTo>
                        <a:pt x="4148427" y="791656"/>
                        <a:pt x="4135854" y="792038"/>
                        <a:pt x="4124614" y="789752"/>
                      </a:cubicBezTo>
                      <a:cubicBezTo>
                        <a:pt x="4092989" y="783083"/>
                        <a:pt x="4062318" y="772033"/>
                        <a:pt x="4030503" y="767271"/>
                      </a:cubicBezTo>
                      <a:cubicBezTo>
                        <a:pt x="3977925" y="759461"/>
                        <a:pt x="3932394" y="785749"/>
                        <a:pt x="3885338" y="802896"/>
                      </a:cubicBezTo>
                      <a:cubicBezTo>
                        <a:pt x="3840569" y="819089"/>
                        <a:pt x="3802467" y="855666"/>
                        <a:pt x="3749506" y="847473"/>
                      </a:cubicBezTo>
                      <a:cubicBezTo>
                        <a:pt x="3744173" y="846711"/>
                        <a:pt x="3738267" y="851856"/>
                        <a:pt x="3732361" y="853190"/>
                      </a:cubicBezTo>
                      <a:cubicBezTo>
                        <a:pt x="3716168" y="856810"/>
                        <a:pt x="3699976" y="861190"/>
                        <a:pt x="3683591" y="862906"/>
                      </a:cubicBezTo>
                      <a:cubicBezTo>
                        <a:pt x="3663589" y="865192"/>
                        <a:pt x="3643204" y="864430"/>
                        <a:pt x="3623201" y="866334"/>
                      </a:cubicBezTo>
                      <a:cubicBezTo>
                        <a:pt x="3597482" y="868620"/>
                        <a:pt x="3572146" y="874716"/>
                        <a:pt x="3546617" y="874716"/>
                      </a:cubicBezTo>
                      <a:cubicBezTo>
                        <a:pt x="3526042" y="874716"/>
                        <a:pt x="3505657" y="867668"/>
                        <a:pt x="3485275" y="864238"/>
                      </a:cubicBezTo>
                      <a:cubicBezTo>
                        <a:pt x="3456508" y="859476"/>
                        <a:pt x="3424883" y="860810"/>
                        <a:pt x="3399546" y="848618"/>
                      </a:cubicBezTo>
                      <a:cubicBezTo>
                        <a:pt x="3372495" y="835663"/>
                        <a:pt x="3346776" y="829757"/>
                        <a:pt x="3318771" y="833757"/>
                      </a:cubicBezTo>
                      <a:cubicBezTo>
                        <a:pt x="3309437" y="835091"/>
                        <a:pt x="3297434" y="843093"/>
                        <a:pt x="3293244" y="851284"/>
                      </a:cubicBezTo>
                      <a:cubicBezTo>
                        <a:pt x="3283908" y="869572"/>
                        <a:pt x="3271145" y="872812"/>
                        <a:pt x="3253809" y="866524"/>
                      </a:cubicBezTo>
                      <a:cubicBezTo>
                        <a:pt x="3238758" y="861190"/>
                        <a:pt x="3220280" y="858524"/>
                        <a:pt x="3209993" y="848235"/>
                      </a:cubicBezTo>
                      <a:cubicBezTo>
                        <a:pt x="3180844" y="819089"/>
                        <a:pt x="3143695" y="818136"/>
                        <a:pt x="3107500" y="810326"/>
                      </a:cubicBezTo>
                      <a:cubicBezTo>
                        <a:pt x="3085403" y="805562"/>
                        <a:pt x="3064827" y="805372"/>
                        <a:pt x="3042728" y="808610"/>
                      </a:cubicBezTo>
                      <a:cubicBezTo>
                        <a:pt x="2994722" y="815850"/>
                        <a:pt x="2948047" y="805562"/>
                        <a:pt x="2901943" y="792418"/>
                      </a:cubicBezTo>
                      <a:cubicBezTo>
                        <a:pt x="2871462" y="783655"/>
                        <a:pt x="2840219" y="778321"/>
                        <a:pt x="2809930" y="769367"/>
                      </a:cubicBezTo>
                      <a:cubicBezTo>
                        <a:pt x="2787259" y="762509"/>
                        <a:pt x="2764590" y="754316"/>
                        <a:pt x="2743826" y="743268"/>
                      </a:cubicBezTo>
                      <a:cubicBezTo>
                        <a:pt x="2713723" y="727073"/>
                        <a:pt x="2687436" y="702689"/>
                        <a:pt x="2649143" y="709167"/>
                      </a:cubicBezTo>
                      <a:cubicBezTo>
                        <a:pt x="2615421" y="714881"/>
                        <a:pt x="2584942" y="702881"/>
                        <a:pt x="2554079" y="691450"/>
                      </a:cubicBezTo>
                      <a:cubicBezTo>
                        <a:pt x="2531409" y="683068"/>
                        <a:pt x="2508742" y="674494"/>
                        <a:pt x="2485307" y="669160"/>
                      </a:cubicBezTo>
                      <a:cubicBezTo>
                        <a:pt x="2457492" y="662873"/>
                        <a:pt x="2426059" y="665541"/>
                        <a:pt x="2401292" y="653919"/>
                      </a:cubicBezTo>
                      <a:cubicBezTo>
                        <a:pt x="2375383" y="641727"/>
                        <a:pt x="2353859" y="649919"/>
                        <a:pt x="2330806" y="653349"/>
                      </a:cubicBezTo>
                      <a:cubicBezTo>
                        <a:pt x="2294039" y="658683"/>
                        <a:pt x="2257459" y="668590"/>
                        <a:pt x="2220312" y="656015"/>
                      </a:cubicBezTo>
                      <a:cubicBezTo>
                        <a:pt x="2175163" y="640775"/>
                        <a:pt x="2130393" y="624392"/>
                        <a:pt x="2085054" y="609914"/>
                      </a:cubicBezTo>
                      <a:cubicBezTo>
                        <a:pt x="2067525" y="604387"/>
                        <a:pt x="2048668" y="602101"/>
                        <a:pt x="2030378" y="599625"/>
                      </a:cubicBezTo>
                      <a:cubicBezTo>
                        <a:pt x="2013043" y="597529"/>
                        <a:pt x="1992279" y="602863"/>
                        <a:pt x="1978940" y="594863"/>
                      </a:cubicBezTo>
                      <a:cubicBezTo>
                        <a:pt x="1944649" y="574288"/>
                        <a:pt x="1909408" y="564192"/>
                        <a:pt x="1869780" y="564192"/>
                      </a:cubicBezTo>
                      <a:cubicBezTo>
                        <a:pt x="1854920" y="564192"/>
                        <a:pt x="1840441" y="555618"/>
                        <a:pt x="1825393" y="554094"/>
                      </a:cubicBezTo>
                      <a:cubicBezTo>
                        <a:pt x="1804816" y="552190"/>
                        <a:pt x="1781194" y="547045"/>
                        <a:pt x="1763287" y="554286"/>
                      </a:cubicBezTo>
                      <a:cubicBezTo>
                        <a:pt x="1721185" y="571430"/>
                        <a:pt x="1687086" y="557142"/>
                        <a:pt x="1650317" y="540187"/>
                      </a:cubicBezTo>
                      <a:cubicBezTo>
                        <a:pt x="1614120" y="523423"/>
                        <a:pt x="1576019" y="510088"/>
                        <a:pt x="1537537" y="499038"/>
                      </a:cubicBezTo>
                      <a:cubicBezTo>
                        <a:pt x="1523059" y="495038"/>
                        <a:pt x="1505724" y="501706"/>
                        <a:pt x="1489720" y="503038"/>
                      </a:cubicBezTo>
                      <a:cubicBezTo>
                        <a:pt x="1484004" y="503420"/>
                        <a:pt x="1477717" y="503992"/>
                        <a:pt x="1472575" y="502086"/>
                      </a:cubicBezTo>
                      <a:cubicBezTo>
                        <a:pt x="1422854" y="483797"/>
                        <a:pt x="1372368" y="469891"/>
                        <a:pt x="1318456" y="479415"/>
                      </a:cubicBezTo>
                      <a:cubicBezTo>
                        <a:pt x="1313504" y="480369"/>
                        <a:pt x="1307978" y="478273"/>
                        <a:pt x="1303024" y="476939"/>
                      </a:cubicBezTo>
                      <a:cubicBezTo>
                        <a:pt x="1278829" y="470081"/>
                        <a:pt x="1255206" y="459223"/>
                        <a:pt x="1230633" y="456746"/>
                      </a:cubicBezTo>
                      <a:cubicBezTo>
                        <a:pt x="1170051" y="450650"/>
                        <a:pt x="1109091" y="448172"/>
                        <a:pt x="1048125" y="444172"/>
                      </a:cubicBezTo>
                      <a:cubicBezTo>
                        <a:pt x="1044315" y="443982"/>
                        <a:pt x="1040315" y="443982"/>
                        <a:pt x="1036887" y="442648"/>
                      </a:cubicBezTo>
                      <a:cubicBezTo>
                        <a:pt x="1014406" y="434456"/>
                        <a:pt x="994785" y="437124"/>
                        <a:pt x="975733" y="452744"/>
                      </a:cubicBezTo>
                      <a:cubicBezTo>
                        <a:pt x="967350" y="459603"/>
                        <a:pt x="955920" y="463223"/>
                        <a:pt x="945444" y="467033"/>
                      </a:cubicBezTo>
                      <a:cubicBezTo>
                        <a:pt x="930011" y="472749"/>
                        <a:pt x="914200" y="478273"/>
                        <a:pt x="898198" y="481893"/>
                      </a:cubicBezTo>
                      <a:cubicBezTo>
                        <a:pt x="882384" y="485321"/>
                        <a:pt x="865430" y="490084"/>
                        <a:pt x="850189" y="487417"/>
                      </a:cubicBezTo>
                      <a:cubicBezTo>
                        <a:pt x="822756" y="482655"/>
                        <a:pt x="796655" y="471987"/>
                        <a:pt x="769605" y="464937"/>
                      </a:cubicBezTo>
                      <a:cubicBezTo>
                        <a:pt x="760270" y="462461"/>
                        <a:pt x="749982" y="462843"/>
                        <a:pt x="740268" y="462651"/>
                      </a:cubicBezTo>
                      <a:cubicBezTo>
                        <a:pt x="717977" y="462081"/>
                        <a:pt x="695116" y="467605"/>
                        <a:pt x="674923" y="451792"/>
                      </a:cubicBezTo>
                      <a:cubicBezTo>
                        <a:pt x="656255" y="436934"/>
                        <a:pt x="637392" y="441314"/>
                        <a:pt x="617772" y="452554"/>
                      </a:cubicBezTo>
                      <a:cubicBezTo>
                        <a:pt x="603673" y="460557"/>
                        <a:pt x="587672" y="466843"/>
                        <a:pt x="571860" y="469891"/>
                      </a:cubicBezTo>
                      <a:cubicBezTo>
                        <a:pt x="550141" y="474081"/>
                        <a:pt x="528615" y="475797"/>
                        <a:pt x="505182" y="473319"/>
                      </a:cubicBezTo>
                      <a:cubicBezTo>
                        <a:pt x="488607" y="471605"/>
                        <a:pt x="475081" y="470843"/>
                        <a:pt x="462126" y="460747"/>
                      </a:cubicBezTo>
                      <a:cubicBezTo>
                        <a:pt x="460032" y="459223"/>
                        <a:pt x="456222" y="458841"/>
                        <a:pt x="453364" y="459033"/>
                      </a:cubicBezTo>
                      <a:cubicBezTo>
                        <a:pt x="415835" y="462271"/>
                        <a:pt x="378686" y="460557"/>
                        <a:pt x="340774" y="458268"/>
                      </a:cubicBezTo>
                      <a:cubicBezTo>
                        <a:pt x="292579" y="455222"/>
                        <a:pt x="241901" y="464175"/>
                        <a:pt x="200182" y="496180"/>
                      </a:cubicBezTo>
                      <a:cubicBezTo>
                        <a:pt x="194085" y="500944"/>
                        <a:pt x="184941" y="503038"/>
                        <a:pt x="176939" y="504182"/>
                      </a:cubicBezTo>
                      <a:cubicBezTo>
                        <a:pt x="139219" y="509134"/>
                        <a:pt x="101308" y="512564"/>
                        <a:pt x="63587" y="518088"/>
                      </a:cubicBezTo>
                      <a:cubicBezTo>
                        <a:pt x="43012" y="521137"/>
                        <a:pt x="21486" y="523805"/>
                        <a:pt x="2817" y="532187"/>
                      </a:cubicBezTo>
                      <a:lnTo>
                        <a:pt x="0" y="533314"/>
                      </a:lnTo>
                      <a:close/>
                    </a:path>
                  </a:pathLst>
                </a:cu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F8841A98-AA1D-4F65-A368-EF31110B07CD}"/>
                    </a:ext>
                    <a:ext uri="{C183D7F6-B498-43B3-948B-1728B52AA6E4}">
                      <adec:decorative xmlns:adec="http://schemas.microsoft.com/office/drawing/2017/decorative" val="1"/>
                    </a:ext>
                  </a:extLst>
                </p:cNvPr>
                <p:cNvSpPr/>
                <p:nvPr>
                  <p:extLst>
                    <p:ext uri="{386F3935-93C4-4BCD-93E2-E3B085C9AB24}">
                      <p16:designElem xmlns:p16="http://schemas.microsoft.com/office/powerpoint/2015/main" val="1"/>
                    </p:ext>
                  </p:extLst>
                </p:nvPr>
              </p:nvSpPr>
              <p:spPr>
                <a:xfrm rot="16200000" flipH="1">
                  <a:off x="715166" y="2991642"/>
                  <a:ext cx="6858001" cy="874716"/>
                </a:xfrm>
                <a:custGeom>
                  <a:avLst/>
                  <a:gdLst>
                    <a:gd name="connsiteX0" fmla="*/ 0 w 6858001"/>
                    <a:gd name="connsiteY0" fmla="*/ 533314 h 874716"/>
                    <a:gd name="connsiteX1" fmla="*/ 0 w 6858001"/>
                    <a:gd name="connsiteY1" fmla="*/ 69206 h 874716"/>
                    <a:gd name="connsiteX2" fmla="*/ 21486 w 6858001"/>
                    <a:gd name="connsiteY2" fmla="*/ 71924 h 874716"/>
                    <a:gd name="connsiteX3" fmla="*/ 228948 w 6858001"/>
                    <a:gd name="connsiteY3" fmla="*/ 88116 h 874716"/>
                    <a:gd name="connsiteX4" fmla="*/ 313533 w 6858001"/>
                    <a:gd name="connsiteY4" fmla="*/ 62779 h 874716"/>
                    <a:gd name="connsiteX5" fmla="*/ 338870 w 6858001"/>
                    <a:gd name="connsiteY5" fmla="*/ 62207 h 874716"/>
                    <a:gd name="connsiteX6" fmla="*/ 395640 w 6858001"/>
                    <a:gd name="connsiteY6" fmla="*/ 72114 h 874716"/>
                    <a:gd name="connsiteX7" fmla="*/ 512802 w 6858001"/>
                    <a:gd name="connsiteY7" fmla="*/ 65446 h 874716"/>
                    <a:gd name="connsiteX8" fmla="*/ 556047 w 6858001"/>
                    <a:gd name="connsiteY8" fmla="*/ 55349 h 874716"/>
                    <a:gd name="connsiteX9" fmla="*/ 580050 w 6858001"/>
                    <a:gd name="connsiteY9" fmla="*/ 48871 h 874716"/>
                    <a:gd name="connsiteX10" fmla="*/ 703308 w 6858001"/>
                    <a:gd name="connsiteY10" fmla="*/ 30964 h 874716"/>
                    <a:gd name="connsiteX11" fmla="*/ 758174 w 6858001"/>
                    <a:gd name="connsiteY11" fmla="*/ 11724 h 874716"/>
                    <a:gd name="connsiteX12" fmla="*/ 773035 w 6858001"/>
                    <a:gd name="connsiteY12" fmla="*/ 8866 h 874716"/>
                    <a:gd name="connsiteX13" fmla="*/ 854379 w 6858001"/>
                    <a:gd name="connsiteY13" fmla="*/ 16866 h 874716"/>
                    <a:gd name="connsiteX14" fmla="*/ 915343 w 6858001"/>
                    <a:gd name="connsiteY14" fmla="*/ 47919 h 874716"/>
                    <a:gd name="connsiteX15" fmla="*/ 927155 w 6858001"/>
                    <a:gd name="connsiteY15" fmla="*/ 58397 h 874716"/>
                    <a:gd name="connsiteX16" fmla="*/ 1097087 w 6858001"/>
                    <a:gd name="connsiteY16" fmla="*/ 54777 h 874716"/>
                    <a:gd name="connsiteX17" fmla="*/ 1123185 w 6858001"/>
                    <a:gd name="connsiteY17" fmla="*/ 50395 h 874716"/>
                    <a:gd name="connsiteX18" fmla="*/ 1249302 w 6858001"/>
                    <a:gd name="connsiteY18" fmla="*/ 68684 h 874716"/>
                    <a:gd name="connsiteX19" fmla="*/ 1286069 w 6858001"/>
                    <a:gd name="connsiteY19" fmla="*/ 72304 h 874716"/>
                    <a:gd name="connsiteX20" fmla="*/ 1417899 w 6858001"/>
                    <a:gd name="connsiteY20" fmla="*/ 88688 h 874716"/>
                    <a:gd name="connsiteX21" fmla="*/ 1436568 w 6858001"/>
                    <a:gd name="connsiteY21" fmla="*/ 73448 h 874716"/>
                    <a:gd name="connsiteX22" fmla="*/ 1490292 w 6858001"/>
                    <a:gd name="connsiteY22" fmla="*/ 35154 h 874716"/>
                    <a:gd name="connsiteX23" fmla="*/ 1596213 w 6858001"/>
                    <a:gd name="connsiteY23" fmla="*/ 1245 h 874716"/>
                    <a:gd name="connsiteX24" fmla="*/ 1624980 w 6858001"/>
                    <a:gd name="connsiteY24" fmla="*/ 3150 h 874716"/>
                    <a:gd name="connsiteX25" fmla="*/ 1697753 w 6858001"/>
                    <a:gd name="connsiteY25" fmla="*/ 59731 h 874716"/>
                    <a:gd name="connsiteX26" fmla="*/ 1733188 w 6858001"/>
                    <a:gd name="connsiteY26" fmla="*/ 82400 h 874716"/>
                    <a:gd name="connsiteX27" fmla="*/ 1833775 w 6858001"/>
                    <a:gd name="connsiteY27" fmla="*/ 124121 h 874716"/>
                    <a:gd name="connsiteX28" fmla="*/ 1842158 w 6858001"/>
                    <a:gd name="connsiteY28" fmla="*/ 131742 h 874716"/>
                    <a:gd name="connsiteX29" fmla="*/ 1916454 w 6858001"/>
                    <a:gd name="connsiteY29" fmla="*/ 222233 h 874716"/>
                    <a:gd name="connsiteX30" fmla="*/ 1933219 w 6858001"/>
                    <a:gd name="connsiteY30" fmla="*/ 237663 h 874716"/>
                    <a:gd name="connsiteX31" fmla="*/ 1953413 w 6858001"/>
                    <a:gd name="connsiteY31" fmla="*/ 261668 h 874716"/>
                    <a:gd name="connsiteX32" fmla="*/ 2016469 w 6858001"/>
                    <a:gd name="connsiteY32" fmla="*/ 308151 h 874716"/>
                    <a:gd name="connsiteX33" fmla="*/ 2094578 w 6858001"/>
                    <a:gd name="connsiteY33" fmla="*/ 323010 h 874716"/>
                    <a:gd name="connsiteX34" fmla="*/ 2188879 w 6858001"/>
                    <a:gd name="connsiteY34" fmla="*/ 345681 h 874716"/>
                    <a:gd name="connsiteX35" fmla="*/ 2228314 w 6858001"/>
                    <a:gd name="connsiteY35" fmla="*/ 360921 h 874716"/>
                    <a:gd name="connsiteX36" fmla="*/ 2334044 w 6858001"/>
                    <a:gd name="connsiteY36" fmla="*/ 389878 h 874716"/>
                    <a:gd name="connsiteX37" fmla="*/ 2409485 w 6858001"/>
                    <a:gd name="connsiteY37" fmla="*/ 414263 h 874716"/>
                    <a:gd name="connsiteX38" fmla="*/ 2518264 w 6858001"/>
                    <a:gd name="connsiteY38" fmla="*/ 428552 h 874716"/>
                    <a:gd name="connsiteX39" fmla="*/ 2571034 w 6858001"/>
                    <a:gd name="connsiteY39" fmla="*/ 429122 h 874716"/>
                    <a:gd name="connsiteX40" fmla="*/ 2668001 w 6858001"/>
                    <a:gd name="connsiteY40" fmla="*/ 502276 h 874716"/>
                    <a:gd name="connsiteX41" fmla="*/ 2745348 w 6858001"/>
                    <a:gd name="connsiteY41" fmla="*/ 550666 h 874716"/>
                    <a:gd name="connsiteX42" fmla="*/ 2826694 w 6858001"/>
                    <a:gd name="connsiteY42" fmla="*/ 527233 h 874716"/>
                    <a:gd name="connsiteX43" fmla="*/ 2848793 w 6858001"/>
                    <a:gd name="connsiteY43" fmla="*/ 505134 h 874716"/>
                    <a:gd name="connsiteX44" fmla="*/ 2982148 w 6858001"/>
                    <a:gd name="connsiteY44" fmla="*/ 484179 h 874716"/>
                    <a:gd name="connsiteX45" fmla="*/ 3172654 w 6858001"/>
                    <a:gd name="connsiteY45" fmla="*/ 483417 h 874716"/>
                    <a:gd name="connsiteX46" fmla="*/ 3489467 w 6858001"/>
                    <a:gd name="connsiteY46" fmla="*/ 435790 h 874716"/>
                    <a:gd name="connsiteX47" fmla="*/ 3544713 w 6858001"/>
                    <a:gd name="connsiteY47" fmla="*/ 413691 h 874716"/>
                    <a:gd name="connsiteX48" fmla="*/ 3606817 w 6858001"/>
                    <a:gd name="connsiteY48" fmla="*/ 408167 h 874716"/>
                    <a:gd name="connsiteX49" fmla="*/ 3630632 w 6858001"/>
                    <a:gd name="connsiteY49" fmla="*/ 421693 h 874716"/>
                    <a:gd name="connsiteX50" fmla="*/ 3734837 w 6858001"/>
                    <a:gd name="connsiteY50" fmla="*/ 441886 h 874716"/>
                    <a:gd name="connsiteX51" fmla="*/ 3754652 w 6858001"/>
                    <a:gd name="connsiteY51" fmla="*/ 442268 h 874716"/>
                    <a:gd name="connsiteX52" fmla="*/ 3822472 w 6858001"/>
                    <a:gd name="connsiteY52" fmla="*/ 433694 h 874716"/>
                    <a:gd name="connsiteX53" fmla="*/ 3885338 w 6858001"/>
                    <a:gd name="connsiteY53" fmla="*/ 428742 h 874716"/>
                    <a:gd name="connsiteX54" fmla="*/ 4043839 w 6858001"/>
                    <a:gd name="connsiteY54" fmla="*/ 444934 h 874716"/>
                    <a:gd name="connsiteX55" fmla="*/ 4165383 w 6858001"/>
                    <a:gd name="connsiteY55" fmla="*/ 441124 h 874716"/>
                    <a:gd name="connsiteX56" fmla="*/ 4221391 w 6858001"/>
                    <a:gd name="connsiteY56" fmla="*/ 444934 h 874716"/>
                    <a:gd name="connsiteX57" fmla="*/ 4253014 w 6858001"/>
                    <a:gd name="connsiteY57" fmla="*/ 450650 h 874716"/>
                    <a:gd name="connsiteX58" fmla="*/ 4324645 w 6858001"/>
                    <a:gd name="connsiteY58" fmla="*/ 490466 h 874716"/>
                    <a:gd name="connsiteX59" fmla="*/ 4363890 w 6858001"/>
                    <a:gd name="connsiteY59" fmla="*/ 499420 h 874716"/>
                    <a:gd name="connsiteX60" fmla="*/ 4482004 w 6858001"/>
                    <a:gd name="connsiteY60" fmla="*/ 498658 h 874716"/>
                    <a:gd name="connsiteX61" fmla="*/ 4659174 w 6858001"/>
                    <a:gd name="connsiteY61" fmla="*/ 438648 h 874716"/>
                    <a:gd name="connsiteX62" fmla="*/ 4677655 w 6858001"/>
                    <a:gd name="connsiteY62" fmla="*/ 430646 h 874716"/>
                    <a:gd name="connsiteX63" fmla="*/ 4767764 w 6858001"/>
                    <a:gd name="connsiteY63" fmla="*/ 420739 h 874716"/>
                    <a:gd name="connsiteX64" fmla="*/ 4828916 w 6858001"/>
                    <a:gd name="connsiteY64" fmla="*/ 434266 h 874716"/>
                    <a:gd name="connsiteX65" fmla="*/ 4912168 w 6858001"/>
                    <a:gd name="connsiteY65" fmla="*/ 462271 h 874716"/>
                    <a:gd name="connsiteX66" fmla="*/ 4987037 w 6858001"/>
                    <a:gd name="connsiteY66" fmla="*/ 485703 h 874716"/>
                    <a:gd name="connsiteX67" fmla="*/ 5041521 w 6858001"/>
                    <a:gd name="connsiteY67" fmla="*/ 512182 h 874716"/>
                    <a:gd name="connsiteX68" fmla="*/ 5166113 w 6858001"/>
                    <a:gd name="connsiteY68" fmla="*/ 531615 h 874716"/>
                    <a:gd name="connsiteX69" fmla="*/ 5179067 w 6858001"/>
                    <a:gd name="connsiteY69" fmla="*/ 534853 h 874716"/>
                    <a:gd name="connsiteX70" fmla="*/ 5272796 w 6858001"/>
                    <a:gd name="connsiteY70" fmla="*/ 511230 h 874716"/>
                    <a:gd name="connsiteX71" fmla="*/ 5385384 w 6858001"/>
                    <a:gd name="connsiteY71" fmla="*/ 487227 h 874716"/>
                    <a:gd name="connsiteX72" fmla="*/ 5425582 w 6858001"/>
                    <a:gd name="connsiteY72" fmla="*/ 495418 h 874716"/>
                    <a:gd name="connsiteX73" fmla="*/ 5480637 w 6858001"/>
                    <a:gd name="connsiteY73" fmla="*/ 507040 h 874716"/>
                    <a:gd name="connsiteX74" fmla="*/ 5531693 w 6858001"/>
                    <a:gd name="connsiteY74" fmla="*/ 500944 h 874716"/>
                    <a:gd name="connsiteX75" fmla="*/ 5562746 w 6858001"/>
                    <a:gd name="connsiteY75" fmla="*/ 500372 h 874716"/>
                    <a:gd name="connsiteX76" fmla="*/ 5704483 w 6858001"/>
                    <a:gd name="connsiteY76" fmla="*/ 571620 h 874716"/>
                    <a:gd name="connsiteX77" fmla="*/ 5740488 w 6858001"/>
                    <a:gd name="connsiteY77" fmla="*/ 577526 h 874716"/>
                    <a:gd name="connsiteX78" fmla="*/ 5760873 w 6858001"/>
                    <a:gd name="connsiteY78" fmla="*/ 586291 h 874716"/>
                    <a:gd name="connsiteX79" fmla="*/ 5883751 w 6858001"/>
                    <a:gd name="connsiteY79" fmla="*/ 674686 h 874716"/>
                    <a:gd name="connsiteX80" fmla="*/ 5935949 w 6858001"/>
                    <a:gd name="connsiteY80" fmla="*/ 692592 h 874716"/>
                    <a:gd name="connsiteX81" fmla="*/ 5993291 w 6858001"/>
                    <a:gd name="connsiteY81" fmla="*/ 688972 h 874716"/>
                    <a:gd name="connsiteX82" fmla="*/ 6026440 w 6858001"/>
                    <a:gd name="connsiteY82" fmla="*/ 682496 h 874716"/>
                    <a:gd name="connsiteX83" fmla="*/ 6108738 w 6858001"/>
                    <a:gd name="connsiteY83" fmla="*/ 626296 h 874716"/>
                    <a:gd name="connsiteX84" fmla="*/ 6155602 w 6858001"/>
                    <a:gd name="connsiteY84" fmla="*/ 628202 h 874716"/>
                    <a:gd name="connsiteX85" fmla="*/ 6228756 w 6858001"/>
                    <a:gd name="connsiteY85" fmla="*/ 666873 h 874716"/>
                    <a:gd name="connsiteX86" fmla="*/ 6361539 w 6858001"/>
                    <a:gd name="connsiteY86" fmla="*/ 684210 h 874716"/>
                    <a:gd name="connsiteX87" fmla="*/ 6428979 w 6858001"/>
                    <a:gd name="connsiteY87" fmla="*/ 630106 h 874716"/>
                    <a:gd name="connsiteX88" fmla="*/ 6463840 w 6858001"/>
                    <a:gd name="connsiteY88" fmla="*/ 578098 h 874716"/>
                    <a:gd name="connsiteX89" fmla="*/ 6564620 w 6858001"/>
                    <a:gd name="connsiteY89" fmla="*/ 517708 h 874716"/>
                    <a:gd name="connsiteX90" fmla="*/ 6588625 w 6858001"/>
                    <a:gd name="connsiteY90" fmla="*/ 540187 h 874716"/>
                    <a:gd name="connsiteX91" fmla="*/ 6662541 w 6858001"/>
                    <a:gd name="connsiteY91" fmla="*/ 549714 h 874716"/>
                    <a:gd name="connsiteX92" fmla="*/ 6742552 w 6858001"/>
                    <a:gd name="connsiteY92" fmla="*/ 548952 h 874716"/>
                    <a:gd name="connsiteX93" fmla="*/ 6812063 w 6858001"/>
                    <a:gd name="connsiteY93" fmla="*/ 568430 h 874716"/>
                    <a:gd name="connsiteX94" fmla="*/ 6858001 w 6858001"/>
                    <a:gd name="connsiteY94" fmla="*/ 562267 h 874716"/>
                    <a:gd name="connsiteX95" fmla="*/ 6858001 w 6858001"/>
                    <a:gd name="connsiteY95" fmla="*/ 734520 h 874716"/>
                    <a:gd name="connsiteX96" fmla="*/ 6815516 w 6858001"/>
                    <a:gd name="connsiteY96" fmla="*/ 744220 h 874716"/>
                    <a:gd name="connsiteX97" fmla="*/ 6748458 w 6858001"/>
                    <a:gd name="connsiteY97" fmla="*/ 763271 h 874716"/>
                    <a:gd name="connsiteX98" fmla="*/ 6584812 w 6858001"/>
                    <a:gd name="connsiteY98" fmla="*/ 784797 h 874716"/>
                    <a:gd name="connsiteX99" fmla="*/ 6415833 w 6858001"/>
                    <a:gd name="connsiteY99" fmla="*/ 805562 h 874716"/>
                    <a:gd name="connsiteX100" fmla="*/ 6323058 w 6858001"/>
                    <a:gd name="connsiteY100" fmla="*/ 812420 h 874716"/>
                    <a:gd name="connsiteX101" fmla="*/ 6242093 w 6858001"/>
                    <a:gd name="connsiteY101" fmla="*/ 823281 h 874716"/>
                    <a:gd name="connsiteX102" fmla="*/ 6171605 w 6858001"/>
                    <a:gd name="connsiteY102" fmla="*/ 830139 h 874716"/>
                    <a:gd name="connsiteX103" fmla="*/ 6059397 w 6858001"/>
                    <a:gd name="connsiteY103" fmla="*/ 844045 h 874716"/>
                    <a:gd name="connsiteX104" fmla="*/ 6012723 w 6858001"/>
                    <a:gd name="connsiteY104" fmla="*/ 847665 h 874716"/>
                    <a:gd name="connsiteX105" fmla="*/ 5902610 w 6858001"/>
                    <a:gd name="connsiteY105" fmla="*/ 847473 h 874716"/>
                    <a:gd name="connsiteX106" fmla="*/ 5864318 w 6858001"/>
                    <a:gd name="connsiteY106" fmla="*/ 845569 h 874716"/>
                    <a:gd name="connsiteX107" fmla="*/ 5790592 w 6858001"/>
                    <a:gd name="connsiteY107" fmla="*/ 821947 h 874716"/>
                    <a:gd name="connsiteX108" fmla="*/ 5781830 w 6858001"/>
                    <a:gd name="connsiteY108" fmla="*/ 820233 h 874716"/>
                    <a:gd name="connsiteX109" fmla="*/ 5733440 w 6858001"/>
                    <a:gd name="connsiteY109" fmla="*/ 810896 h 874716"/>
                    <a:gd name="connsiteX110" fmla="*/ 5706959 w 6858001"/>
                    <a:gd name="connsiteY110" fmla="*/ 807848 h 874716"/>
                    <a:gd name="connsiteX111" fmla="*/ 5606372 w 6858001"/>
                    <a:gd name="connsiteY111" fmla="*/ 788417 h 874716"/>
                    <a:gd name="connsiteX112" fmla="*/ 5548460 w 6858001"/>
                    <a:gd name="connsiteY112" fmla="*/ 779273 h 874716"/>
                    <a:gd name="connsiteX113" fmla="*/ 5501594 w 6858001"/>
                    <a:gd name="connsiteY113" fmla="*/ 780607 h 874716"/>
                    <a:gd name="connsiteX114" fmla="*/ 5419295 w 6858001"/>
                    <a:gd name="connsiteY114" fmla="*/ 782321 h 874716"/>
                    <a:gd name="connsiteX115" fmla="*/ 5393005 w 6858001"/>
                    <a:gd name="connsiteY115" fmla="*/ 786703 h 874716"/>
                    <a:gd name="connsiteX116" fmla="*/ 5274129 w 6858001"/>
                    <a:gd name="connsiteY116" fmla="*/ 774129 h 874716"/>
                    <a:gd name="connsiteX117" fmla="*/ 5206308 w 6858001"/>
                    <a:gd name="connsiteY117" fmla="*/ 773177 h 874716"/>
                    <a:gd name="connsiteX118" fmla="*/ 5129916 w 6858001"/>
                    <a:gd name="connsiteY118" fmla="*/ 757554 h 874716"/>
                    <a:gd name="connsiteX119" fmla="*/ 5107627 w 6858001"/>
                    <a:gd name="connsiteY119" fmla="*/ 758316 h 874716"/>
                    <a:gd name="connsiteX120" fmla="*/ 5082670 w 6858001"/>
                    <a:gd name="connsiteY120" fmla="*/ 759651 h 874716"/>
                    <a:gd name="connsiteX121" fmla="*/ 5006086 w 6858001"/>
                    <a:gd name="connsiteY121" fmla="*/ 760795 h 874716"/>
                    <a:gd name="connsiteX122" fmla="*/ 4959602 w 6858001"/>
                    <a:gd name="connsiteY122" fmla="*/ 766509 h 874716"/>
                    <a:gd name="connsiteX123" fmla="*/ 4871019 w 6858001"/>
                    <a:gd name="connsiteY123" fmla="*/ 763081 h 874716"/>
                    <a:gd name="connsiteX124" fmla="*/ 4838250 w 6858001"/>
                    <a:gd name="connsiteY124" fmla="*/ 768033 h 874716"/>
                    <a:gd name="connsiteX125" fmla="*/ 4755381 w 6858001"/>
                    <a:gd name="connsiteY125" fmla="*/ 768605 h 874716"/>
                    <a:gd name="connsiteX126" fmla="*/ 4681083 w 6858001"/>
                    <a:gd name="connsiteY126" fmla="*/ 765747 h 874716"/>
                    <a:gd name="connsiteX127" fmla="*/ 4609452 w 6858001"/>
                    <a:gd name="connsiteY127" fmla="*/ 767271 h 874716"/>
                    <a:gd name="connsiteX128" fmla="*/ 4558207 w 6858001"/>
                    <a:gd name="connsiteY128" fmla="*/ 773557 h 874716"/>
                    <a:gd name="connsiteX129" fmla="*/ 4502579 w 6858001"/>
                    <a:gd name="connsiteY129" fmla="*/ 777367 h 874716"/>
                    <a:gd name="connsiteX130" fmla="*/ 4349222 w 6858001"/>
                    <a:gd name="connsiteY130" fmla="*/ 800038 h 874716"/>
                    <a:gd name="connsiteX131" fmla="*/ 4320837 w 6858001"/>
                    <a:gd name="connsiteY131" fmla="*/ 794514 h 874716"/>
                    <a:gd name="connsiteX132" fmla="*/ 4159667 w 6858001"/>
                    <a:gd name="connsiteY132" fmla="*/ 789370 h 874716"/>
                    <a:gd name="connsiteX133" fmla="*/ 4124614 w 6858001"/>
                    <a:gd name="connsiteY133" fmla="*/ 789752 h 874716"/>
                    <a:gd name="connsiteX134" fmla="*/ 4030503 w 6858001"/>
                    <a:gd name="connsiteY134" fmla="*/ 767271 h 874716"/>
                    <a:gd name="connsiteX135" fmla="*/ 3885338 w 6858001"/>
                    <a:gd name="connsiteY135" fmla="*/ 802896 h 874716"/>
                    <a:gd name="connsiteX136" fmla="*/ 3749506 w 6858001"/>
                    <a:gd name="connsiteY136" fmla="*/ 847473 h 874716"/>
                    <a:gd name="connsiteX137" fmla="*/ 3732361 w 6858001"/>
                    <a:gd name="connsiteY137" fmla="*/ 853190 h 874716"/>
                    <a:gd name="connsiteX138" fmla="*/ 3683591 w 6858001"/>
                    <a:gd name="connsiteY138" fmla="*/ 862906 h 874716"/>
                    <a:gd name="connsiteX139" fmla="*/ 3623201 w 6858001"/>
                    <a:gd name="connsiteY139" fmla="*/ 866334 h 874716"/>
                    <a:gd name="connsiteX140" fmla="*/ 3546617 w 6858001"/>
                    <a:gd name="connsiteY140" fmla="*/ 874716 h 874716"/>
                    <a:gd name="connsiteX141" fmla="*/ 3485275 w 6858001"/>
                    <a:gd name="connsiteY141" fmla="*/ 864238 h 874716"/>
                    <a:gd name="connsiteX142" fmla="*/ 3399546 w 6858001"/>
                    <a:gd name="connsiteY142" fmla="*/ 848618 h 874716"/>
                    <a:gd name="connsiteX143" fmla="*/ 3318771 w 6858001"/>
                    <a:gd name="connsiteY143" fmla="*/ 833757 h 874716"/>
                    <a:gd name="connsiteX144" fmla="*/ 3293244 w 6858001"/>
                    <a:gd name="connsiteY144" fmla="*/ 851284 h 874716"/>
                    <a:gd name="connsiteX145" fmla="*/ 3253809 w 6858001"/>
                    <a:gd name="connsiteY145" fmla="*/ 866524 h 874716"/>
                    <a:gd name="connsiteX146" fmla="*/ 3209993 w 6858001"/>
                    <a:gd name="connsiteY146" fmla="*/ 848235 h 874716"/>
                    <a:gd name="connsiteX147" fmla="*/ 3107500 w 6858001"/>
                    <a:gd name="connsiteY147" fmla="*/ 810326 h 874716"/>
                    <a:gd name="connsiteX148" fmla="*/ 3042728 w 6858001"/>
                    <a:gd name="connsiteY148" fmla="*/ 808610 h 874716"/>
                    <a:gd name="connsiteX149" fmla="*/ 2901943 w 6858001"/>
                    <a:gd name="connsiteY149" fmla="*/ 792418 h 874716"/>
                    <a:gd name="connsiteX150" fmla="*/ 2809930 w 6858001"/>
                    <a:gd name="connsiteY150" fmla="*/ 769367 h 874716"/>
                    <a:gd name="connsiteX151" fmla="*/ 2743826 w 6858001"/>
                    <a:gd name="connsiteY151" fmla="*/ 743268 h 874716"/>
                    <a:gd name="connsiteX152" fmla="*/ 2649143 w 6858001"/>
                    <a:gd name="connsiteY152" fmla="*/ 709167 h 874716"/>
                    <a:gd name="connsiteX153" fmla="*/ 2554079 w 6858001"/>
                    <a:gd name="connsiteY153" fmla="*/ 691450 h 874716"/>
                    <a:gd name="connsiteX154" fmla="*/ 2485307 w 6858001"/>
                    <a:gd name="connsiteY154" fmla="*/ 669160 h 874716"/>
                    <a:gd name="connsiteX155" fmla="*/ 2401292 w 6858001"/>
                    <a:gd name="connsiteY155" fmla="*/ 653919 h 874716"/>
                    <a:gd name="connsiteX156" fmla="*/ 2330806 w 6858001"/>
                    <a:gd name="connsiteY156" fmla="*/ 653349 h 874716"/>
                    <a:gd name="connsiteX157" fmla="*/ 2220312 w 6858001"/>
                    <a:gd name="connsiteY157" fmla="*/ 656015 h 874716"/>
                    <a:gd name="connsiteX158" fmla="*/ 2085054 w 6858001"/>
                    <a:gd name="connsiteY158" fmla="*/ 609914 h 874716"/>
                    <a:gd name="connsiteX159" fmla="*/ 2030378 w 6858001"/>
                    <a:gd name="connsiteY159" fmla="*/ 599625 h 874716"/>
                    <a:gd name="connsiteX160" fmla="*/ 1978940 w 6858001"/>
                    <a:gd name="connsiteY160" fmla="*/ 594863 h 874716"/>
                    <a:gd name="connsiteX161" fmla="*/ 1869780 w 6858001"/>
                    <a:gd name="connsiteY161" fmla="*/ 564192 h 874716"/>
                    <a:gd name="connsiteX162" fmla="*/ 1825393 w 6858001"/>
                    <a:gd name="connsiteY162" fmla="*/ 554094 h 874716"/>
                    <a:gd name="connsiteX163" fmla="*/ 1763287 w 6858001"/>
                    <a:gd name="connsiteY163" fmla="*/ 554286 h 874716"/>
                    <a:gd name="connsiteX164" fmla="*/ 1650317 w 6858001"/>
                    <a:gd name="connsiteY164" fmla="*/ 540187 h 874716"/>
                    <a:gd name="connsiteX165" fmla="*/ 1537537 w 6858001"/>
                    <a:gd name="connsiteY165" fmla="*/ 499038 h 874716"/>
                    <a:gd name="connsiteX166" fmla="*/ 1489720 w 6858001"/>
                    <a:gd name="connsiteY166" fmla="*/ 503038 h 874716"/>
                    <a:gd name="connsiteX167" fmla="*/ 1472575 w 6858001"/>
                    <a:gd name="connsiteY167" fmla="*/ 502086 h 874716"/>
                    <a:gd name="connsiteX168" fmla="*/ 1318456 w 6858001"/>
                    <a:gd name="connsiteY168" fmla="*/ 479415 h 874716"/>
                    <a:gd name="connsiteX169" fmla="*/ 1303024 w 6858001"/>
                    <a:gd name="connsiteY169" fmla="*/ 476939 h 874716"/>
                    <a:gd name="connsiteX170" fmla="*/ 1230633 w 6858001"/>
                    <a:gd name="connsiteY170" fmla="*/ 456746 h 874716"/>
                    <a:gd name="connsiteX171" fmla="*/ 1048125 w 6858001"/>
                    <a:gd name="connsiteY171" fmla="*/ 444172 h 874716"/>
                    <a:gd name="connsiteX172" fmla="*/ 1036887 w 6858001"/>
                    <a:gd name="connsiteY172" fmla="*/ 442648 h 874716"/>
                    <a:gd name="connsiteX173" fmla="*/ 975733 w 6858001"/>
                    <a:gd name="connsiteY173" fmla="*/ 452744 h 874716"/>
                    <a:gd name="connsiteX174" fmla="*/ 945444 w 6858001"/>
                    <a:gd name="connsiteY174" fmla="*/ 467033 h 874716"/>
                    <a:gd name="connsiteX175" fmla="*/ 898198 w 6858001"/>
                    <a:gd name="connsiteY175" fmla="*/ 481893 h 874716"/>
                    <a:gd name="connsiteX176" fmla="*/ 850189 w 6858001"/>
                    <a:gd name="connsiteY176" fmla="*/ 487417 h 874716"/>
                    <a:gd name="connsiteX177" fmla="*/ 769605 w 6858001"/>
                    <a:gd name="connsiteY177" fmla="*/ 464937 h 874716"/>
                    <a:gd name="connsiteX178" fmla="*/ 740268 w 6858001"/>
                    <a:gd name="connsiteY178" fmla="*/ 462651 h 874716"/>
                    <a:gd name="connsiteX179" fmla="*/ 674923 w 6858001"/>
                    <a:gd name="connsiteY179" fmla="*/ 451792 h 874716"/>
                    <a:gd name="connsiteX180" fmla="*/ 617772 w 6858001"/>
                    <a:gd name="connsiteY180" fmla="*/ 452554 h 874716"/>
                    <a:gd name="connsiteX181" fmla="*/ 571860 w 6858001"/>
                    <a:gd name="connsiteY181" fmla="*/ 469891 h 874716"/>
                    <a:gd name="connsiteX182" fmla="*/ 505182 w 6858001"/>
                    <a:gd name="connsiteY182" fmla="*/ 473319 h 874716"/>
                    <a:gd name="connsiteX183" fmla="*/ 462126 w 6858001"/>
                    <a:gd name="connsiteY183" fmla="*/ 460747 h 874716"/>
                    <a:gd name="connsiteX184" fmla="*/ 453364 w 6858001"/>
                    <a:gd name="connsiteY184" fmla="*/ 459033 h 874716"/>
                    <a:gd name="connsiteX185" fmla="*/ 340774 w 6858001"/>
                    <a:gd name="connsiteY185" fmla="*/ 458268 h 874716"/>
                    <a:gd name="connsiteX186" fmla="*/ 200182 w 6858001"/>
                    <a:gd name="connsiteY186" fmla="*/ 496180 h 874716"/>
                    <a:gd name="connsiteX187" fmla="*/ 176939 w 6858001"/>
                    <a:gd name="connsiteY187" fmla="*/ 504182 h 874716"/>
                    <a:gd name="connsiteX188" fmla="*/ 63587 w 6858001"/>
                    <a:gd name="connsiteY188" fmla="*/ 518088 h 874716"/>
                    <a:gd name="connsiteX189" fmla="*/ 2817 w 6858001"/>
                    <a:gd name="connsiteY189" fmla="*/ 532187 h 874716"/>
                    <a:gd name="connsiteX190" fmla="*/ 0 w 6858001"/>
                    <a:gd name="connsiteY190" fmla="*/ 533314 h 874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</a:cxnLst>
                  <a:rect l="l" t="t" r="r" b="b"/>
                  <a:pathLst>
                    <a:path w="6858001" h="874716">
                      <a:moveTo>
                        <a:pt x="0" y="533314"/>
                      </a:moveTo>
                      <a:lnTo>
                        <a:pt x="0" y="69206"/>
                      </a:lnTo>
                      <a:lnTo>
                        <a:pt x="21486" y="71924"/>
                      </a:lnTo>
                      <a:cubicBezTo>
                        <a:pt x="92546" y="60493"/>
                        <a:pt x="159604" y="87354"/>
                        <a:pt x="228948" y="88116"/>
                      </a:cubicBezTo>
                      <a:cubicBezTo>
                        <a:pt x="260382" y="88496"/>
                        <a:pt x="291435" y="94592"/>
                        <a:pt x="313533" y="62779"/>
                      </a:cubicBezTo>
                      <a:cubicBezTo>
                        <a:pt x="316389" y="58587"/>
                        <a:pt x="330298" y="60873"/>
                        <a:pt x="338870" y="62207"/>
                      </a:cubicBezTo>
                      <a:cubicBezTo>
                        <a:pt x="357921" y="65066"/>
                        <a:pt x="376781" y="72304"/>
                        <a:pt x="395640" y="72114"/>
                      </a:cubicBezTo>
                      <a:cubicBezTo>
                        <a:pt x="434695" y="71924"/>
                        <a:pt x="473939" y="68876"/>
                        <a:pt x="512802" y="65446"/>
                      </a:cubicBezTo>
                      <a:cubicBezTo>
                        <a:pt x="527470" y="64112"/>
                        <a:pt x="541569" y="58969"/>
                        <a:pt x="556047" y="55349"/>
                      </a:cubicBezTo>
                      <a:cubicBezTo>
                        <a:pt x="564048" y="53253"/>
                        <a:pt x="572622" y="47729"/>
                        <a:pt x="580050" y="48871"/>
                      </a:cubicBezTo>
                      <a:cubicBezTo>
                        <a:pt x="623106" y="55539"/>
                        <a:pt x="662541" y="39157"/>
                        <a:pt x="703308" y="30964"/>
                      </a:cubicBezTo>
                      <a:cubicBezTo>
                        <a:pt x="722169" y="27154"/>
                        <a:pt x="739886" y="18010"/>
                        <a:pt x="758174" y="11724"/>
                      </a:cubicBezTo>
                      <a:cubicBezTo>
                        <a:pt x="762936" y="10008"/>
                        <a:pt x="768271" y="8484"/>
                        <a:pt x="773035" y="8866"/>
                      </a:cubicBezTo>
                      <a:cubicBezTo>
                        <a:pt x="800276" y="11152"/>
                        <a:pt x="827329" y="14390"/>
                        <a:pt x="854379" y="16866"/>
                      </a:cubicBezTo>
                      <a:cubicBezTo>
                        <a:pt x="878956" y="19152"/>
                        <a:pt x="903722" y="19914"/>
                        <a:pt x="915343" y="47919"/>
                      </a:cubicBezTo>
                      <a:cubicBezTo>
                        <a:pt x="917059" y="52301"/>
                        <a:pt x="922773" y="55539"/>
                        <a:pt x="927155" y="58397"/>
                      </a:cubicBezTo>
                      <a:cubicBezTo>
                        <a:pt x="994785" y="102405"/>
                        <a:pt x="1030980" y="101261"/>
                        <a:pt x="1097087" y="54777"/>
                      </a:cubicBezTo>
                      <a:cubicBezTo>
                        <a:pt x="1103945" y="50015"/>
                        <a:pt x="1118613" y="46585"/>
                        <a:pt x="1123185" y="50395"/>
                      </a:cubicBezTo>
                      <a:cubicBezTo>
                        <a:pt x="1162049" y="82020"/>
                        <a:pt x="1204532" y="78590"/>
                        <a:pt x="1249302" y="68684"/>
                      </a:cubicBezTo>
                      <a:cubicBezTo>
                        <a:pt x="1260922" y="66018"/>
                        <a:pt x="1277307" y="66018"/>
                        <a:pt x="1286069" y="72304"/>
                      </a:cubicBezTo>
                      <a:cubicBezTo>
                        <a:pt x="1327790" y="101451"/>
                        <a:pt x="1372560" y="97261"/>
                        <a:pt x="1417899" y="88688"/>
                      </a:cubicBezTo>
                      <a:cubicBezTo>
                        <a:pt x="1424948" y="87354"/>
                        <a:pt x="1433522" y="80114"/>
                        <a:pt x="1436568" y="73448"/>
                      </a:cubicBezTo>
                      <a:cubicBezTo>
                        <a:pt x="1447428" y="49825"/>
                        <a:pt x="1467813" y="41823"/>
                        <a:pt x="1490292" y="35154"/>
                      </a:cubicBezTo>
                      <a:cubicBezTo>
                        <a:pt x="1525727" y="24296"/>
                        <a:pt x="1560588" y="11532"/>
                        <a:pt x="1596213" y="1245"/>
                      </a:cubicBezTo>
                      <a:cubicBezTo>
                        <a:pt x="1604978" y="-1231"/>
                        <a:pt x="1615836" y="293"/>
                        <a:pt x="1624980" y="3150"/>
                      </a:cubicBezTo>
                      <a:cubicBezTo>
                        <a:pt x="1656223" y="12866"/>
                        <a:pt x="1676036" y="37251"/>
                        <a:pt x="1697753" y="59731"/>
                      </a:cubicBezTo>
                      <a:cubicBezTo>
                        <a:pt x="1707279" y="69638"/>
                        <a:pt x="1720423" y="76686"/>
                        <a:pt x="1733188" y="82400"/>
                      </a:cubicBezTo>
                      <a:cubicBezTo>
                        <a:pt x="1766335" y="97071"/>
                        <a:pt x="1800246" y="110215"/>
                        <a:pt x="1833775" y="124121"/>
                      </a:cubicBezTo>
                      <a:cubicBezTo>
                        <a:pt x="1837013" y="125455"/>
                        <a:pt x="1839679" y="128884"/>
                        <a:pt x="1842158" y="131742"/>
                      </a:cubicBezTo>
                      <a:cubicBezTo>
                        <a:pt x="1866922" y="161843"/>
                        <a:pt x="1891497" y="192132"/>
                        <a:pt x="1916454" y="222233"/>
                      </a:cubicBezTo>
                      <a:cubicBezTo>
                        <a:pt x="1921216" y="227947"/>
                        <a:pt x="1928076" y="232139"/>
                        <a:pt x="1933219" y="237663"/>
                      </a:cubicBezTo>
                      <a:cubicBezTo>
                        <a:pt x="1940459" y="245283"/>
                        <a:pt x="1949603" y="252524"/>
                        <a:pt x="1953413" y="261668"/>
                      </a:cubicBezTo>
                      <a:cubicBezTo>
                        <a:pt x="1965224" y="290433"/>
                        <a:pt x="1987894" y="302817"/>
                        <a:pt x="2016469" y="308151"/>
                      </a:cubicBezTo>
                      <a:cubicBezTo>
                        <a:pt x="2042570" y="313104"/>
                        <a:pt x="2068669" y="317296"/>
                        <a:pt x="2094578" y="323010"/>
                      </a:cubicBezTo>
                      <a:cubicBezTo>
                        <a:pt x="2126201" y="329868"/>
                        <a:pt x="2157636" y="337298"/>
                        <a:pt x="2188879" y="345681"/>
                      </a:cubicBezTo>
                      <a:cubicBezTo>
                        <a:pt x="2202404" y="349301"/>
                        <a:pt x="2216692" y="353491"/>
                        <a:pt x="2228314" y="360921"/>
                      </a:cubicBezTo>
                      <a:cubicBezTo>
                        <a:pt x="2260890" y="381496"/>
                        <a:pt x="2295753" y="395402"/>
                        <a:pt x="2334044" y="389878"/>
                      </a:cubicBezTo>
                      <a:cubicBezTo>
                        <a:pt x="2364715" y="385496"/>
                        <a:pt x="2390434" y="396736"/>
                        <a:pt x="2409485" y="414263"/>
                      </a:cubicBezTo>
                      <a:cubicBezTo>
                        <a:pt x="2444158" y="446078"/>
                        <a:pt x="2481305" y="438838"/>
                        <a:pt x="2518264" y="428552"/>
                      </a:cubicBezTo>
                      <a:cubicBezTo>
                        <a:pt x="2537315" y="423217"/>
                        <a:pt x="2552935" y="423979"/>
                        <a:pt x="2571034" y="429122"/>
                      </a:cubicBezTo>
                      <a:cubicBezTo>
                        <a:pt x="2612945" y="441124"/>
                        <a:pt x="2640950" y="473701"/>
                        <a:pt x="2668001" y="502276"/>
                      </a:cubicBezTo>
                      <a:cubicBezTo>
                        <a:pt x="2691054" y="526661"/>
                        <a:pt x="2716963" y="540377"/>
                        <a:pt x="2745348" y="550666"/>
                      </a:cubicBezTo>
                      <a:cubicBezTo>
                        <a:pt x="2781163" y="563810"/>
                        <a:pt x="2809548" y="558858"/>
                        <a:pt x="2826694" y="527233"/>
                      </a:cubicBezTo>
                      <a:cubicBezTo>
                        <a:pt x="2831457" y="518278"/>
                        <a:pt x="2839839" y="507800"/>
                        <a:pt x="2848793" y="505134"/>
                      </a:cubicBezTo>
                      <a:cubicBezTo>
                        <a:pt x="2892037" y="491800"/>
                        <a:pt x="2935854" y="472367"/>
                        <a:pt x="2982148" y="484179"/>
                      </a:cubicBezTo>
                      <a:cubicBezTo>
                        <a:pt x="3046158" y="500372"/>
                        <a:pt x="3108644" y="499420"/>
                        <a:pt x="3172654" y="483417"/>
                      </a:cubicBezTo>
                      <a:cubicBezTo>
                        <a:pt x="3276480" y="457508"/>
                        <a:pt x="3380305" y="430076"/>
                        <a:pt x="3489467" y="435790"/>
                      </a:cubicBezTo>
                      <a:cubicBezTo>
                        <a:pt x="3507563" y="436742"/>
                        <a:pt x="3529090" y="425121"/>
                        <a:pt x="3544713" y="413691"/>
                      </a:cubicBezTo>
                      <a:cubicBezTo>
                        <a:pt x="3574622" y="391974"/>
                        <a:pt x="3573288" y="390258"/>
                        <a:pt x="3606817" y="408167"/>
                      </a:cubicBezTo>
                      <a:cubicBezTo>
                        <a:pt x="3614819" y="412549"/>
                        <a:pt x="3624725" y="415215"/>
                        <a:pt x="3630632" y="421693"/>
                      </a:cubicBezTo>
                      <a:cubicBezTo>
                        <a:pt x="3660731" y="454650"/>
                        <a:pt x="3697880" y="446648"/>
                        <a:pt x="3734837" y="441886"/>
                      </a:cubicBezTo>
                      <a:cubicBezTo>
                        <a:pt x="3741315" y="440934"/>
                        <a:pt x="3749125" y="439600"/>
                        <a:pt x="3754652" y="442268"/>
                      </a:cubicBezTo>
                      <a:cubicBezTo>
                        <a:pt x="3779607" y="454268"/>
                        <a:pt x="3800753" y="450078"/>
                        <a:pt x="3822472" y="433694"/>
                      </a:cubicBezTo>
                      <a:cubicBezTo>
                        <a:pt x="3841331" y="419597"/>
                        <a:pt x="3863049" y="411215"/>
                        <a:pt x="3885338" y="428742"/>
                      </a:cubicBezTo>
                      <a:cubicBezTo>
                        <a:pt x="3934870" y="467605"/>
                        <a:pt x="3987829" y="469509"/>
                        <a:pt x="4043839" y="444934"/>
                      </a:cubicBezTo>
                      <a:cubicBezTo>
                        <a:pt x="4083845" y="427407"/>
                        <a:pt x="4123280" y="423407"/>
                        <a:pt x="4165383" y="441124"/>
                      </a:cubicBezTo>
                      <a:cubicBezTo>
                        <a:pt x="4181576" y="447982"/>
                        <a:pt x="4202531" y="443410"/>
                        <a:pt x="4221391" y="444934"/>
                      </a:cubicBezTo>
                      <a:cubicBezTo>
                        <a:pt x="4232060" y="445696"/>
                        <a:pt x="4243872" y="445886"/>
                        <a:pt x="4253014" y="450650"/>
                      </a:cubicBezTo>
                      <a:cubicBezTo>
                        <a:pt x="4277401" y="462843"/>
                        <a:pt x="4300070" y="478463"/>
                        <a:pt x="4324645" y="490466"/>
                      </a:cubicBezTo>
                      <a:cubicBezTo>
                        <a:pt x="4336457" y="496180"/>
                        <a:pt x="4350554" y="499228"/>
                        <a:pt x="4363890" y="499420"/>
                      </a:cubicBezTo>
                      <a:cubicBezTo>
                        <a:pt x="4403325" y="500372"/>
                        <a:pt x="4442761" y="500372"/>
                        <a:pt x="4482004" y="498658"/>
                      </a:cubicBezTo>
                      <a:cubicBezTo>
                        <a:pt x="4546776" y="495990"/>
                        <a:pt x="4612500" y="495418"/>
                        <a:pt x="4659174" y="438648"/>
                      </a:cubicBezTo>
                      <a:cubicBezTo>
                        <a:pt x="4662986" y="434076"/>
                        <a:pt x="4671176" y="431408"/>
                        <a:pt x="4677655" y="430646"/>
                      </a:cubicBezTo>
                      <a:cubicBezTo>
                        <a:pt x="4707564" y="427027"/>
                        <a:pt x="4738235" y="426645"/>
                        <a:pt x="4767764" y="420739"/>
                      </a:cubicBezTo>
                      <a:cubicBezTo>
                        <a:pt x="4791386" y="415977"/>
                        <a:pt x="4811009" y="417501"/>
                        <a:pt x="4828916" y="434266"/>
                      </a:cubicBezTo>
                      <a:cubicBezTo>
                        <a:pt x="4852348" y="456364"/>
                        <a:pt x="4880925" y="469319"/>
                        <a:pt x="4912168" y="462271"/>
                      </a:cubicBezTo>
                      <a:cubicBezTo>
                        <a:pt x="4943409" y="455412"/>
                        <a:pt x="4963984" y="470271"/>
                        <a:pt x="4987037" y="485703"/>
                      </a:cubicBezTo>
                      <a:cubicBezTo>
                        <a:pt x="5003801" y="496942"/>
                        <a:pt x="5022852" y="511040"/>
                        <a:pt x="5041521" y="512182"/>
                      </a:cubicBezTo>
                      <a:cubicBezTo>
                        <a:pt x="5083814" y="514658"/>
                        <a:pt x="5120201" y="553904"/>
                        <a:pt x="5166113" y="531615"/>
                      </a:cubicBezTo>
                      <a:cubicBezTo>
                        <a:pt x="5169161" y="530091"/>
                        <a:pt x="5174685" y="533901"/>
                        <a:pt x="5179067" y="534853"/>
                      </a:cubicBezTo>
                      <a:cubicBezTo>
                        <a:pt x="5214121" y="542093"/>
                        <a:pt x="5247078" y="535043"/>
                        <a:pt x="5272796" y="511230"/>
                      </a:cubicBezTo>
                      <a:cubicBezTo>
                        <a:pt x="5306516" y="480177"/>
                        <a:pt x="5343855" y="477129"/>
                        <a:pt x="5385384" y="487227"/>
                      </a:cubicBezTo>
                      <a:cubicBezTo>
                        <a:pt x="5398721" y="490466"/>
                        <a:pt x="5412057" y="492752"/>
                        <a:pt x="5425582" y="495418"/>
                      </a:cubicBezTo>
                      <a:cubicBezTo>
                        <a:pt x="5443870" y="499228"/>
                        <a:pt x="5462351" y="503230"/>
                        <a:pt x="5480637" y="507040"/>
                      </a:cubicBezTo>
                      <a:cubicBezTo>
                        <a:pt x="5498356" y="510850"/>
                        <a:pt x="5517979" y="517326"/>
                        <a:pt x="5531693" y="500944"/>
                      </a:cubicBezTo>
                      <a:cubicBezTo>
                        <a:pt x="5543506" y="486845"/>
                        <a:pt x="5551888" y="488179"/>
                        <a:pt x="5562746" y="500372"/>
                      </a:cubicBezTo>
                      <a:cubicBezTo>
                        <a:pt x="5600467" y="543045"/>
                        <a:pt x="5646189" y="569716"/>
                        <a:pt x="5704483" y="571620"/>
                      </a:cubicBezTo>
                      <a:cubicBezTo>
                        <a:pt x="5716485" y="572002"/>
                        <a:pt x="5728678" y="574668"/>
                        <a:pt x="5740488" y="577526"/>
                      </a:cubicBezTo>
                      <a:cubicBezTo>
                        <a:pt x="5747728" y="579241"/>
                        <a:pt x="5756493" y="581147"/>
                        <a:pt x="5760873" y="586291"/>
                      </a:cubicBezTo>
                      <a:cubicBezTo>
                        <a:pt x="5794974" y="625534"/>
                        <a:pt x="5837457" y="652777"/>
                        <a:pt x="5883751" y="674686"/>
                      </a:cubicBezTo>
                      <a:cubicBezTo>
                        <a:pt x="5900323" y="682496"/>
                        <a:pt x="5918042" y="690306"/>
                        <a:pt x="5935949" y="692592"/>
                      </a:cubicBezTo>
                      <a:cubicBezTo>
                        <a:pt x="5954617" y="694878"/>
                        <a:pt x="5974240" y="691068"/>
                        <a:pt x="5993291" y="688972"/>
                      </a:cubicBezTo>
                      <a:cubicBezTo>
                        <a:pt x="6004531" y="687830"/>
                        <a:pt x="6017485" y="688020"/>
                        <a:pt x="6026440" y="682496"/>
                      </a:cubicBezTo>
                      <a:cubicBezTo>
                        <a:pt x="6054825" y="665159"/>
                        <a:pt x="6082258" y="646491"/>
                        <a:pt x="6108738" y="626296"/>
                      </a:cubicBezTo>
                      <a:cubicBezTo>
                        <a:pt x="6131409" y="608960"/>
                        <a:pt x="6135981" y="606483"/>
                        <a:pt x="6155602" y="628202"/>
                      </a:cubicBezTo>
                      <a:cubicBezTo>
                        <a:pt x="6175797" y="650491"/>
                        <a:pt x="6200944" y="662111"/>
                        <a:pt x="6228756" y="666873"/>
                      </a:cubicBezTo>
                      <a:cubicBezTo>
                        <a:pt x="6272764" y="674304"/>
                        <a:pt x="6317151" y="680590"/>
                        <a:pt x="6361539" y="684210"/>
                      </a:cubicBezTo>
                      <a:cubicBezTo>
                        <a:pt x="6401736" y="687448"/>
                        <a:pt x="6420977" y="669922"/>
                        <a:pt x="6428979" y="630106"/>
                      </a:cubicBezTo>
                      <a:cubicBezTo>
                        <a:pt x="6433551" y="608007"/>
                        <a:pt x="6439458" y="584003"/>
                        <a:pt x="6463840" y="578098"/>
                      </a:cubicBezTo>
                      <a:cubicBezTo>
                        <a:pt x="6503658" y="568572"/>
                        <a:pt x="6544997" y="564382"/>
                        <a:pt x="6564620" y="517708"/>
                      </a:cubicBezTo>
                      <a:cubicBezTo>
                        <a:pt x="6575478" y="527995"/>
                        <a:pt x="6582146" y="534091"/>
                        <a:pt x="6588625" y="540187"/>
                      </a:cubicBezTo>
                      <a:cubicBezTo>
                        <a:pt x="6606531" y="557142"/>
                        <a:pt x="6643678" y="564382"/>
                        <a:pt x="6662541" y="549714"/>
                      </a:cubicBezTo>
                      <a:cubicBezTo>
                        <a:pt x="6690354" y="528377"/>
                        <a:pt x="6715883" y="532377"/>
                        <a:pt x="6742552" y="548952"/>
                      </a:cubicBezTo>
                      <a:cubicBezTo>
                        <a:pt x="6764841" y="562668"/>
                        <a:pt x="6788417" y="567954"/>
                        <a:pt x="6812063" y="568430"/>
                      </a:cubicBezTo>
                      <a:lnTo>
                        <a:pt x="6858001" y="562267"/>
                      </a:lnTo>
                      <a:lnTo>
                        <a:pt x="6858001" y="734520"/>
                      </a:lnTo>
                      <a:lnTo>
                        <a:pt x="6815516" y="744220"/>
                      </a:lnTo>
                      <a:cubicBezTo>
                        <a:pt x="6793035" y="749744"/>
                        <a:pt x="6771319" y="759651"/>
                        <a:pt x="6748458" y="763271"/>
                      </a:cubicBezTo>
                      <a:cubicBezTo>
                        <a:pt x="6694164" y="771843"/>
                        <a:pt x="6639488" y="777939"/>
                        <a:pt x="6584812" y="784797"/>
                      </a:cubicBezTo>
                      <a:cubicBezTo>
                        <a:pt x="6528424" y="791846"/>
                        <a:pt x="6472225" y="799276"/>
                        <a:pt x="6415833" y="805562"/>
                      </a:cubicBezTo>
                      <a:cubicBezTo>
                        <a:pt x="6384972" y="808802"/>
                        <a:pt x="6353919" y="809372"/>
                        <a:pt x="6323058" y="812420"/>
                      </a:cubicBezTo>
                      <a:cubicBezTo>
                        <a:pt x="6296005" y="815088"/>
                        <a:pt x="6269144" y="820041"/>
                        <a:pt x="6242093" y="823281"/>
                      </a:cubicBezTo>
                      <a:cubicBezTo>
                        <a:pt x="6218660" y="825947"/>
                        <a:pt x="6195037" y="827471"/>
                        <a:pt x="6171605" y="830139"/>
                      </a:cubicBezTo>
                      <a:cubicBezTo>
                        <a:pt x="6134075" y="834519"/>
                        <a:pt x="6096736" y="839473"/>
                        <a:pt x="6059397" y="844045"/>
                      </a:cubicBezTo>
                      <a:cubicBezTo>
                        <a:pt x="6043776" y="845759"/>
                        <a:pt x="6027392" y="850522"/>
                        <a:pt x="6012723" y="847665"/>
                      </a:cubicBezTo>
                      <a:cubicBezTo>
                        <a:pt x="5975764" y="840425"/>
                        <a:pt x="5939377" y="842521"/>
                        <a:pt x="5902610" y="847473"/>
                      </a:cubicBezTo>
                      <a:cubicBezTo>
                        <a:pt x="5890037" y="849190"/>
                        <a:pt x="5876511" y="848808"/>
                        <a:pt x="5864318" y="845569"/>
                      </a:cubicBezTo>
                      <a:cubicBezTo>
                        <a:pt x="5839361" y="839091"/>
                        <a:pt x="5815169" y="829947"/>
                        <a:pt x="5790592" y="821947"/>
                      </a:cubicBezTo>
                      <a:cubicBezTo>
                        <a:pt x="5787924" y="820995"/>
                        <a:pt x="5784686" y="820803"/>
                        <a:pt x="5781830" y="820233"/>
                      </a:cubicBezTo>
                      <a:cubicBezTo>
                        <a:pt x="5765635" y="816992"/>
                        <a:pt x="5749634" y="813754"/>
                        <a:pt x="5733440" y="810896"/>
                      </a:cubicBezTo>
                      <a:cubicBezTo>
                        <a:pt x="5724678" y="809372"/>
                        <a:pt x="5715723" y="809182"/>
                        <a:pt x="5706959" y="807848"/>
                      </a:cubicBezTo>
                      <a:cubicBezTo>
                        <a:pt x="5673050" y="802514"/>
                        <a:pt x="5635711" y="811468"/>
                        <a:pt x="5606372" y="788417"/>
                      </a:cubicBezTo>
                      <a:cubicBezTo>
                        <a:pt x="5587321" y="773557"/>
                        <a:pt x="5568842" y="776987"/>
                        <a:pt x="5548460" y="779273"/>
                      </a:cubicBezTo>
                      <a:cubicBezTo>
                        <a:pt x="5533027" y="780987"/>
                        <a:pt x="5517215" y="780415"/>
                        <a:pt x="5501594" y="780607"/>
                      </a:cubicBezTo>
                      <a:cubicBezTo>
                        <a:pt x="5474161" y="781177"/>
                        <a:pt x="5446728" y="781369"/>
                        <a:pt x="5419295" y="782321"/>
                      </a:cubicBezTo>
                      <a:cubicBezTo>
                        <a:pt x="5410531" y="782701"/>
                        <a:pt x="5401579" y="787465"/>
                        <a:pt x="5393005" y="786703"/>
                      </a:cubicBezTo>
                      <a:cubicBezTo>
                        <a:pt x="5353379" y="783083"/>
                        <a:pt x="5313754" y="777367"/>
                        <a:pt x="5274129" y="774129"/>
                      </a:cubicBezTo>
                      <a:cubicBezTo>
                        <a:pt x="5251650" y="772225"/>
                        <a:pt x="5228597" y="775843"/>
                        <a:pt x="5206308" y="773177"/>
                      </a:cubicBezTo>
                      <a:cubicBezTo>
                        <a:pt x="5180591" y="770129"/>
                        <a:pt x="5155445" y="762319"/>
                        <a:pt x="5129916" y="757554"/>
                      </a:cubicBezTo>
                      <a:cubicBezTo>
                        <a:pt x="5122867" y="756222"/>
                        <a:pt x="5115057" y="757936"/>
                        <a:pt x="5107627" y="758316"/>
                      </a:cubicBezTo>
                      <a:cubicBezTo>
                        <a:pt x="5099245" y="758699"/>
                        <a:pt x="5091052" y="759461"/>
                        <a:pt x="5082670" y="759651"/>
                      </a:cubicBezTo>
                      <a:cubicBezTo>
                        <a:pt x="5057141" y="760033"/>
                        <a:pt x="5031614" y="759461"/>
                        <a:pt x="5006086" y="760795"/>
                      </a:cubicBezTo>
                      <a:cubicBezTo>
                        <a:pt x="4990465" y="761557"/>
                        <a:pt x="4974082" y="769367"/>
                        <a:pt x="4959602" y="766509"/>
                      </a:cubicBezTo>
                      <a:cubicBezTo>
                        <a:pt x="4930075" y="760985"/>
                        <a:pt x="4900546" y="773367"/>
                        <a:pt x="4871019" y="763081"/>
                      </a:cubicBezTo>
                      <a:cubicBezTo>
                        <a:pt x="4861873" y="760033"/>
                        <a:pt x="4849300" y="767653"/>
                        <a:pt x="4838250" y="768033"/>
                      </a:cubicBezTo>
                      <a:cubicBezTo>
                        <a:pt x="4810627" y="768985"/>
                        <a:pt x="4783004" y="768795"/>
                        <a:pt x="4755381" y="768605"/>
                      </a:cubicBezTo>
                      <a:cubicBezTo>
                        <a:pt x="4730614" y="768415"/>
                        <a:pt x="4704895" y="771081"/>
                        <a:pt x="4681083" y="765747"/>
                      </a:cubicBezTo>
                      <a:cubicBezTo>
                        <a:pt x="4656126" y="760033"/>
                        <a:pt x="4633647" y="760795"/>
                        <a:pt x="4609452" y="767271"/>
                      </a:cubicBezTo>
                      <a:cubicBezTo>
                        <a:pt x="4592878" y="771653"/>
                        <a:pt x="4575351" y="772225"/>
                        <a:pt x="4558207" y="773557"/>
                      </a:cubicBezTo>
                      <a:cubicBezTo>
                        <a:pt x="4539728" y="775081"/>
                        <a:pt x="4519343" y="771081"/>
                        <a:pt x="4502579" y="777367"/>
                      </a:cubicBezTo>
                      <a:cubicBezTo>
                        <a:pt x="4452665" y="796038"/>
                        <a:pt x="4401419" y="800038"/>
                        <a:pt x="4349222" y="800038"/>
                      </a:cubicBezTo>
                      <a:cubicBezTo>
                        <a:pt x="4339695" y="800038"/>
                        <a:pt x="4329979" y="797372"/>
                        <a:pt x="4320837" y="794514"/>
                      </a:cubicBezTo>
                      <a:cubicBezTo>
                        <a:pt x="4267493" y="777367"/>
                        <a:pt x="4213961" y="778891"/>
                        <a:pt x="4159667" y="789370"/>
                      </a:cubicBezTo>
                      <a:cubicBezTo>
                        <a:pt x="4148427" y="791656"/>
                        <a:pt x="4135854" y="792038"/>
                        <a:pt x="4124614" y="789752"/>
                      </a:cubicBezTo>
                      <a:cubicBezTo>
                        <a:pt x="4092989" y="783083"/>
                        <a:pt x="4062318" y="772033"/>
                        <a:pt x="4030503" y="767271"/>
                      </a:cubicBezTo>
                      <a:cubicBezTo>
                        <a:pt x="3977925" y="759461"/>
                        <a:pt x="3932394" y="785749"/>
                        <a:pt x="3885338" y="802896"/>
                      </a:cubicBezTo>
                      <a:cubicBezTo>
                        <a:pt x="3840569" y="819089"/>
                        <a:pt x="3802467" y="855666"/>
                        <a:pt x="3749506" y="847473"/>
                      </a:cubicBezTo>
                      <a:cubicBezTo>
                        <a:pt x="3744173" y="846711"/>
                        <a:pt x="3738267" y="851856"/>
                        <a:pt x="3732361" y="853190"/>
                      </a:cubicBezTo>
                      <a:cubicBezTo>
                        <a:pt x="3716168" y="856810"/>
                        <a:pt x="3699976" y="861190"/>
                        <a:pt x="3683591" y="862906"/>
                      </a:cubicBezTo>
                      <a:cubicBezTo>
                        <a:pt x="3663589" y="865192"/>
                        <a:pt x="3643204" y="864430"/>
                        <a:pt x="3623201" y="866334"/>
                      </a:cubicBezTo>
                      <a:cubicBezTo>
                        <a:pt x="3597482" y="868620"/>
                        <a:pt x="3572146" y="874716"/>
                        <a:pt x="3546617" y="874716"/>
                      </a:cubicBezTo>
                      <a:cubicBezTo>
                        <a:pt x="3526042" y="874716"/>
                        <a:pt x="3505657" y="867668"/>
                        <a:pt x="3485275" y="864238"/>
                      </a:cubicBezTo>
                      <a:cubicBezTo>
                        <a:pt x="3456508" y="859476"/>
                        <a:pt x="3424883" y="860810"/>
                        <a:pt x="3399546" y="848618"/>
                      </a:cubicBezTo>
                      <a:cubicBezTo>
                        <a:pt x="3372495" y="835663"/>
                        <a:pt x="3346776" y="829757"/>
                        <a:pt x="3318771" y="833757"/>
                      </a:cubicBezTo>
                      <a:cubicBezTo>
                        <a:pt x="3309437" y="835091"/>
                        <a:pt x="3297434" y="843093"/>
                        <a:pt x="3293244" y="851284"/>
                      </a:cubicBezTo>
                      <a:cubicBezTo>
                        <a:pt x="3283908" y="869572"/>
                        <a:pt x="3271145" y="872812"/>
                        <a:pt x="3253809" y="866524"/>
                      </a:cubicBezTo>
                      <a:cubicBezTo>
                        <a:pt x="3238758" y="861190"/>
                        <a:pt x="3220280" y="858524"/>
                        <a:pt x="3209993" y="848235"/>
                      </a:cubicBezTo>
                      <a:cubicBezTo>
                        <a:pt x="3180844" y="819089"/>
                        <a:pt x="3143695" y="818136"/>
                        <a:pt x="3107500" y="810326"/>
                      </a:cubicBezTo>
                      <a:cubicBezTo>
                        <a:pt x="3085403" y="805562"/>
                        <a:pt x="3064827" y="805372"/>
                        <a:pt x="3042728" y="808610"/>
                      </a:cubicBezTo>
                      <a:cubicBezTo>
                        <a:pt x="2994722" y="815850"/>
                        <a:pt x="2948047" y="805562"/>
                        <a:pt x="2901943" y="792418"/>
                      </a:cubicBezTo>
                      <a:cubicBezTo>
                        <a:pt x="2871462" y="783655"/>
                        <a:pt x="2840219" y="778321"/>
                        <a:pt x="2809930" y="769367"/>
                      </a:cubicBezTo>
                      <a:cubicBezTo>
                        <a:pt x="2787259" y="762509"/>
                        <a:pt x="2764590" y="754316"/>
                        <a:pt x="2743826" y="743268"/>
                      </a:cubicBezTo>
                      <a:cubicBezTo>
                        <a:pt x="2713723" y="727073"/>
                        <a:pt x="2687436" y="702689"/>
                        <a:pt x="2649143" y="709167"/>
                      </a:cubicBezTo>
                      <a:cubicBezTo>
                        <a:pt x="2615421" y="714881"/>
                        <a:pt x="2584942" y="702881"/>
                        <a:pt x="2554079" y="691450"/>
                      </a:cubicBezTo>
                      <a:cubicBezTo>
                        <a:pt x="2531409" y="683068"/>
                        <a:pt x="2508742" y="674494"/>
                        <a:pt x="2485307" y="669160"/>
                      </a:cubicBezTo>
                      <a:cubicBezTo>
                        <a:pt x="2457492" y="662873"/>
                        <a:pt x="2426059" y="665541"/>
                        <a:pt x="2401292" y="653919"/>
                      </a:cubicBezTo>
                      <a:cubicBezTo>
                        <a:pt x="2375383" y="641727"/>
                        <a:pt x="2353859" y="649919"/>
                        <a:pt x="2330806" y="653349"/>
                      </a:cubicBezTo>
                      <a:cubicBezTo>
                        <a:pt x="2294039" y="658683"/>
                        <a:pt x="2257459" y="668590"/>
                        <a:pt x="2220312" y="656015"/>
                      </a:cubicBezTo>
                      <a:cubicBezTo>
                        <a:pt x="2175163" y="640775"/>
                        <a:pt x="2130393" y="624392"/>
                        <a:pt x="2085054" y="609914"/>
                      </a:cubicBezTo>
                      <a:cubicBezTo>
                        <a:pt x="2067525" y="604387"/>
                        <a:pt x="2048668" y="602101"/>
                        <a:pt x="2030378" y="599625"/>
                      </a:cubicBezTo>
                      <a:cubicBezTo>
                        <a:pt x="2013043" y="597529"/>
                        <a:pt x="1992279" y="602863"/>
                        <a:pt x="1978940" y="594863"/>
                      </a:cubicBezTo>
                      <a:cubicBezTo>
                        <a:pt x="1944649" y="574288"/>
                        <a:pt x="1909408" y="564192"/>
                        <a:pt x="1869780" y="564192"/>
                      </a:cubicBezTo>
                      <a:cubicBezTo>
                        <a:pt x="1854920" y="564192"/>
                        <a:pt x="1840441" y="555618"/>
                        <a:pt x="1825393" y="554094"/>
                      </a:cubicBezTo>
                      <a:cubicBezTo>
                        <a:pt x="1804816" y="552190"/>
                        <a:pt x="1781194" y="547045"/>
                        <a:pt x="1763287" y="554286"/>
                      </a:cubicBezTo>
                      <a:cubicBezTo>
                        <a:pt x="1721185" y="571430"/>
                        <a:pt x="1687086" y="557142"/>
                        <a:pt x="1650317" y="540187"/>
                      </a:cubicBezTo>
                      <a:cubicBezTo>
                        <a:pt x="1614120" y="523423"/>
                        <a:pt x="1576019" y="510088"/>
                        <a:pt x="1537537" y="499038"/>
                      </a:cubicBezTo>
                      <a:cubicBezTo>
                        <a:pt x="1523059" y="495038"/>
                        <a:pt x="1505724" y="501706"/>
                        <a:pt x="1489720" y="503038"/>
                      </a:cubicBezTo>
                      <a:cubicBezTo>
                        <a:pt x="1484004" y="503420"/>
                        <a:pt x="1477717" y="503992"/>
                        <a:pt x="1472575" y="502086"/>
                      </a:cubicBezTo>
                      <a:cubicBezTo>
                        <a:pt x="1422854" y="483797"/>
                        <a:pt x="1372368" y="469891"/>
                        <a:pt x="1318456" y="479415"/>
                      </a:cubicBezTo>
                      <a:cubicBezTo>
                        <a:pt x="1313504" y="480369"/>
                        <a:pt x="1307978" y="478273"/>
                        <a:pt x="1303024" y="476939"/>
                      </a:cubicBezTo>
                      <a:cubicBezTo>
                        <a:pt x="1278829" y="470081"/>
                        <a:pt x="1255206" y="459223"/>
                        <a:pt x="1230633" y="456746"/>
                      </a:cubicBezTo>
                      <a:cubicBezTo>
                        <a:pt x="1170051" y="450650"/>
                        <a:pt x="1109091" y="448172"/>
                        <a:pt x="1048125" y="444172"/>
                      </a:cubicBezTo>
                      <a:cubicBezTo>
                        <a:pt x="1044315" y="443982"/>
                        <a:pt x="1040315" y="443982"/>
                        <a:pt x="1036887" y="442648"/>
                      </a:cubicBezTo>
                      <a:cubicBezTo>
                        <a:pt x="1014406" y="434456"/>
                        <a:pt x="994785" y="437124"/>
                        <a:pt x="975733" y="452744"/>
                      </a:cubicBezTo>
                      <a:cubicBezTo>
                        <a:pt x="967350" y="459603"/>
                        <a:pt x="955920" y="463223"/>
                        <a:pt x="945444" y="467033"/>
                      </a:cubicBezTo>
                      <a:cubicBezTo>
                        <a:pt x="930011" y="472749"/>
                        <a:pt x="914200" y="478273"/>
                        <a:pt x="898198" y="481893"/>
                      </a:cubicBezTo>
                      <a:cubicBezTo>
                        <a:pt x="882384" y="485321"/>
                        <a:pt x="865430" y="490084"/>
                        <a:pt x="850189" y="487417"/>
                      </a:cubicBezTo>
                      <a:cubicBezTo>
                        <a:pt x="822756" y="482655"/>
                        <a:pt x="796655" y="471987"/>
                        <a:pt x="769605" y="464937"/>
                      </a:cubicBezTo>
                      <a:cubicBezTo>
                        <a:pt x="760270" y="462461"/>
                        <a:pt x="749982" y="462843"/>
                        <a:pt x="740268" y="462651"/>
                      </a:cubicBezTo>
                      <a:cubicBezTo>
                        <a:pt x="717977" y="462081"/>
                        <a:pt x="695116" y="467605"/>
                        <a:pt x="674923" y="451792"/>
                      </a:cubicBezTo>
                      <a:cubicBezTo>
                        <a:pt x="656255" y="436934"/>
                        <a:pt x="637392" y="441314"/>
                        <a:pt x="617772" y="452554"/>
                      </a:cubicBezTo>
                      <a:cubicBezTo>
                        <a:pt x="603673" y="460557"/>
                        <a:pt x="587672" y="466843"/>
                        <a:pt x="571860" y="469891"/>
                      </a:cubicBezTo>
                      <a:cubicBezTo>
                        <a:pt x="550141" y="474081"/>
                        <a:pt x="528615" y="475797"/>
                        <a:pt x="505182" y="473319"/>
                      </a:cubicBezTo>
                      <a:cubicBezTo>
                        <a:pt x="488607" y="471605"/>
                        <a:pt x="475081" y="470843"/>
                        <a:pt x="462126" y="460747"/>
                      </a:cubicBezTo>
                      <a:cubicBezTo>
                        <a:pt x="460032" y="459223"/>
                        <a:pt x="456222" y="458841"/>
                        <a:pt x="453364" y="459033"/>
                      </a:cubicBezTo>
                      <a:cubicBezTo>
                        <a:pt x="415835" y="462271"/>
                        <a:pt x="378686" y="460557"/>
                        <a:pt x="340774" y="458268"/>
                      </a:cubicBezTo>
                      <a:cubicBezTo>
                        <a:pt x="292579" y="455222"/>
                        <a:pt x="241901" y="464175"/>
                        <a:pt x="200182" y="496180"/>
                      </a:cubicBezTo>
                      <a:cubicBezTo>
                        <a:pt x="194085" y="500944"/>
                        <a:pt x="184941" y="503038"/>
                        <a:pt x="176939" y="504182"/>
                      </a:cubicBezTo>
                      <a:cubicBezTo>
                        <a:pt x="139219" y="509134"/>
                        <a:pt x="101308" y="512564"/>
                        <a:pt x="63587" y="518088"/>
                      </a:cubicBezTo>
                      <a:cubicBezTo>
                        <a:pt x="43012" y="521137"/>
                        <a:pt x="21486" y="523805"/>
                        <a:pt x="2817" y="532187"/>
                      </a:cubicBezTo>
                      <a:lnTo>
                        <a:pt x="0" y="533314"/>
                      </a:lnTo>
                      <a:close/>
                    </a:path>
                  </a:pathLst>
                </a:cu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E6609F08-9B2C-4879-AC68-E3E537BED78C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Grp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GrpSpPr>
            <p:grpSpPr>
              <a:xfrm>
                <a:off x="3697284" y="0"/>
                <a:ext cx="884241" cy="6858001"/>
                <a:chOff x="3697284" y="-1"/>
                <a:chExt cx="884241" cy="6858001"/>
              </a:xfrm>
              <a:blipFill>
                <a:blip r:embed="rId2">
                  <a:alphaModFix amt="57000"/>
                </a:blip>
                <a:tile tx="0" ty="0" sx="100000" sy="100000" flip="none" algn="tl"/>
              </a:blipFill>
              <a:effectLst/>
            </p:grpSpPr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6910EFC9-D70D-42FD-BCCD-AB1F710BFD43}"/>
                    </a:ext>
                    <a:ext uri="{C183D7F6-B498-43B3-948B-1728B52AA6E4}">
                      <adec:decorative xmlns:adec="http://schemas.microsoft.com/office/drawing/2017/decorative" val="1"/>
                    </a:ext>
                  </a:extLst>
                </p:cNvPr>
                <p:cNvSpPr/>
                <p:nvPr>
                  <p:extLst>
                    <p:ext uri="{386F3935-93C4-4BCD-93E2-E3B085C9AB24}">
                      <p16:designElem xmlns:p16="http://schemas.microsoft.com/office/powerpoint/2015/main" val="1"/>
                    </p:ext>
                  </p:extLst>
                </p:nvPr>
              </p:nvSpPr>
              <p:spPr>
                <a:xfrm rot="16200000" flipH="1">
                  <a:off x="705641" y="2991642"/>
                  <a:ext cx="6858001" cy="874716"/>
                </a:xfrm>
                <a:custGeom>
                  <a:avLst/>
                  <a:gdLst>
                    <a:gd name="connsiteX0" fmla="*/ 0 w 6858001"/>
                    <a:gd name="connsiteY0" fmla="*/ 533314 h 874716"/>
                    <a:gd name="connsiteX1" fmla="*/ 0 w 6858001"/>
                    <a:gd name="connsiteY1" fmla="*/ 69206 h 874716"/>
                    <a:gd name="connsiteX2" fmla="*/ 21486 w 6858001"/>
                    <a:gd name="connsiteY2" fmla="*/ 71924 h 874716"/>
                    <a:gd name="connsiteX3" fmla="*/ 228948 w 6858001"/>
                    <a:gd name="connsiteY3" fmla="*/ 88116 h 874716"/>
                    <a:gd name="connsiteX4" fmla="*/ 313533 w 6858001"/>
                    <a:gd name="connsiteY4" fmla="*/ 62779 h 874716"/>
                    <a:gd name="connsiteX5" fmla="*/ 338870 w 6858001"/>
                    <a:gd name="connsiteY5" fmla="*/ 62207 h 874716"/>
                    <a:gd name="connsiteX6" fmla="*/ 395640 w 6858001"/>
                    <a:gd name="connsiteY6" fmla="*/ 72114 h 874716"/>
                    <a:gd name="connsiteX7" fmla="*/ 512802 w 6858001"/>
                    <a:gd name="connsiteY7" fmla="*/ 65446 h 874716"/>
                    <a:gd name="connsiteX8" fmla="*/ 556047 w 6858001"/>
                    <a:gd name="connsiteY8" fmla="*/ 55349 h 874716"/>
                    <a:gd name="connsiteX9" fmla="*/ 580050 w 6858001"/>
                    <a:gd name="connsiteY9" fmla="*/ 48871 h 874716"/>
                    <a:gd name="connsiteX10" fmla="*/ 703308 w 6858001"/>
                    <a:gd name="connsiteY10" fmla="*/ 30964 h 874716"/>
                    <a:gd name="connsiteX11" fmla="*/ 758174 w 6858001"/>
                    <a:gd name="connsiteY11" fmla="*/ 11724 h 874716"/>
                    <a:gd name="connsiteX12" fmla="*/ 773035 w 6858001"/>
                    <a:gd name="connsiteY12" fmla="*/ 8866 h 874716"/>
                    <a:gd name="connsiteX13" fmla="*/ 854379 w 6858001"/>
                    <a:gd name="connsiteY13" fmla="*/ 16866 h 874716"/>
                    <a:gd name="connsiteX14" fmla="*/ 915343 w 6858001"/>
                    <a:gd name="connsiteY14" fmla="*/ 47919 h 874716"/>
                    <a:gd name="connsiteX15" fmla="*/ 927155 w 6858001"/>
                    <a:gd name="connsiteY15" fmla="*/ 58397 h 874716"/>
                    <a:gd name="connsiteX16" fmla="*/ 1097087 w 6858001"/>
                    <a:gd name="connsiteY16" fmla="*/ 54777 h 874716"/>
                    <a:gd name="connsiteX17" fmla="*/ 1123185 w 6858001"/>
                    <a:gd name="connsiteY17" fmla="*/ 50395 h 874716"/>
                    <a:gd name="connsiteX18" fmla="*/ 1249302 w 6858001"/>
                    <a:gd name="connsiteY18" fmla="*/ 68684 h 874716"/>
                    <a:gd name="connsiteX19" fmla="*/ 1286069 w 6858001"/>
                    <a:gd name="connsiteY19" fmla="*/ 72304 h 874716"/>
                    <a:gd name="connsiteX20" fmla="*/ 1417899 w 6858001"/>
                    <a:gd name="connsiteY20" fmla="*/ 88688 h 874716"/>
                    <a:gd name="connsiteX21" fmla="*/ 1436568 w 6858001"/>
                    <a:gd name="connsiteY21" fmla="*/ 73448 h 874716"/>
                    <a:gd name="connsiteX22" fmla="*/ 1490292 w 6858001"/>
                    <a:gd name="connsiteY22" fmla="*/ 35154 h 874716"/>
                    <a:gd name="connsiteX23" fmla="*/ 1596213 w 6858001"/>
                    <a:gd name="connsiteY23" fmla="*/ 1245 h 874716"/>
                    <a:gd name="connsiteX24" fmla="*/ 1624980 w 6858001"/>
                    <a:gd name="connsiteY24" fmla="*/ 3150 h 874716"/>
                    <a:gd name="connsiteX25" fmla="*/ 1697753 w 6858001"/>
                    <a:gd name="connsiteY25" fmla="*/ 59731 h 874716"/>
                    <a:gd name="connsiteX26" fmla="*/ 1733188 w 6858001"/>
                    <a:gd name="connsiteY26" fmla="*/ 82400 h 874716"/>
                    <a:gd name="connsiteX27" fmla="*/ 1833775 w 6858001"/>
                    <a:gd name="connsiteY27" fmla="*/ 124121 h 874716"/>
                    <a:gd name="connsiteX28" fmla="*/ 1842158 w 6858001"/>
                    <a:gd name="connsiteY28" fmla="*/ 131742 h 874716"/>
                    <a:gd name="connsiteX29" fmla="*/ 1916454 w 6858001"/>
                    <a:gd name="connsiteY29" fmla="*/ 222233 h 874716"/>
                    <a:gd name="connsiteX30" fmla="*/ 1933219 w 6858001"/>
                    <a:gd name="connsiteY30" fmla="*/ 237663 h 874716"/>
                    <a:gd name="connsiteX31" fmla="*/ 1953413 w 6858001"/>
                    <a:gd name="connsiteY31" fmla="*/ 261668 h 874716"/>
                    <a:gd name="connsiteX32" fmla="*/ 2016469 w 6858001"/>
                    <a:gd name="connsiteY32" fmla="*/ 308151 h 874716"/>
                    <a:gd name="connsiteX33" fmla="*/ 2094578 w 6858001"/>
                    <a:gd name="connsiteY33" fmla="*/ 323010 h 874716"/>
                    <a:gd name="connsiteX34" fmla="*/ 2188879 w 6858001"/>
                    <a:gd name="connsiteY34" fmla="*/ 345681 h 874716"/>
                    <a:gd name="connsiteX35" fmla="*/ 2228314 w 6858001"/>
                    <a:gd name="connsiteY35" fmla="*/ 360921 h 874716"/>
                    <a:gd name="connsiteX36" fmla="*/ 2334044 w 6858001"/>
                    <a:gd name="connsiteY36" fmla="*/ 389878 h 874716"/>
                    <a:gd name="connsiteX37" fmla="*/ 2409485 w 6858001"/>
                    <a:gd name="connsiteY37" fmla="*/ 414263 h 874716"/>
                    <a:gd name="connsiteX38" fmla="*/ 2518264 w 6858001"/>
                    <a:gd name="connsiteY38" fmla="*/ 428552 h 874716"/>
                    <a:gd name="connsiteX39" fmla="*/ 2571034 w 6858001"/>
                    <a:gd name="connsiteY39" fmla="*/ 429122 h 874716"/>
                    <a:gd name="connsiteX40" fmla="*/ 2668001 w 6858001"/>
                    <a:gd name="connsiteY40" fmla="*/ 502276 h 874716"/>
                    <a:gd name="connsiteX41" fmla="*/ 2745348 w 6858001"/>
                    <a:gd name="connsiteY41" fmla="*/ 550666 h 874716"/>
                    <a:gd name="connsiteX42" fmla="*/ 2826694 w 6858001"/>
                    <a:gd name="connsiteY42" fmla="*/ 527233 h 874716"/>
                    <a:gd name="connsiteX43" fmla="*/ 2848793 w 6858001"/>
                    <a:gd name="connsiteY43" fmla="*/ 505134 h 874716"/>
                    <a:gd name="connsiteX44" fmla="*/ 2982148 w 6858001"/>
                    <a:gd name="connsiteY44" fmla="*/ 484179 h 874716"/>
                    <a:gd name="connsiteX45" fmla="*/ 3172654 w 6858001"/>
                    <a:gd name="connsiteY45" fmla="*/ 483417 h 874716"/>
                    <a:gd name="connsiteX46" fmla="*/ 3489467 w 6858001"/>
                    <a:gd name="connsiteY46" fmla="*/ 435790 h 874716"/>
                    <a:gd name="connsiteX47" fmla="*/ 3544713 w 6858001"/>
                    <a:gd name="connsiteY47" fmla="*/ 413691 h 874716"/>
                    <a:gd name="connsiteX48" fmla="*/ 3606817 w 6858001"/>
                    <a:gd name="connsiteY48" fmla="*/ 408167 h 874716"/>
                    <a:gd name="connsiteX49" fmla="*/ 3630632 w 6858001"/>
                    <a:gd name="connsiteY49" fmla="*/ 421693 h 874716"/>
                    <a:gd name="connsiteX50" fmla="*/ 3734837 w 6858001"/>
                    <a:gd name="connsiteY50" fmla="*/ 441886 h 874716"/>
                    <a:gd name="connsiteX51" fmla="*/ 3754652 w 6858001"/>
                    <a:gd name="connsiteY51" fmla="*/ 442268 h 874716"/>
                    <a:gd name="connsiteX52" fmla="*/ 3822472 w 6858001"/>
                    <a:gd name="connsiteY52" fmla="*/ 433694 h 874716"/>
                    <a:gd name="connsiteX53" fmla="*/ 3885338 w 6858001"/>
                    <a:gd name="connsiteY53" fmla="*/ 428742 h 874716"/>
                    <a:gd name="connsiteX54" fmla="*/ 4043839 w 6858001"/>
                    <a:gd name="connsiteY54" fmla="*/ 444934 h 874716"/>
                    <a:gd name="connsiteX55" fmla="*/ 4165383 w 6858001"/>
                    <a:gd name="connsiteY55" fmla="*/ 441124 h 874716"/>
                    <a:gd name="connsiteX56" fmla="*/ 4221391 w 6858001"/>
                    <a:gd name="connsiteY56" fmla="*/ 444934 h 874716"/>
                    <a:gd name="connsiteX57" fmla="*/ 4253014 w 6858001"/>
                    <a:gd name="connsiteY57" fmla="*/ 450650 h 874716"/>
                    <a:gd name="connsiteX58" fmla="*/ 4324645 w 6858001"/>
                    <a:gd name="connsiteY58" fmla="*/ 490466 h 874716"/>
                    <a:gd name="connsiteX59" fmla="*/ 4363890 w 6858001"/>
                    <a:gd name="connsiteY59" fmla="*/ 499420 h 874716"/>
                    <a:gd name="connsiteX60" fmla="*/ 4482004 w 6858001"/>
                    <a:gd name="connsiteY60" fmla="*/ 498658 h 874716"/>
                    <a:gd name="connsiteX61" fmla="*/ 4659174 w 6858001"/>
                    <a:gd name="connsiteY61" fmla="*/ 438648 h 874716"/>
                    <a:gd name="connsiteX62" fmla="*/ 4677655 w 6858001"/>
                    <a:gd name="connsiteY62" fmla="*/ 430646 h 874716"/>
                    <a:gd name="connsiteX63" fmla="*/ 4767764 w 6858001"/>
                    <a:gd name="connsiteY63" fmla="*/ 420739 h 874716"/>
                    <a:gd name="connsiteX64" fmla="*/ 4828916 w 6858001"/>
                    <a:gd name="connsiteY64" fmla="*/ 434266 h 874716"/>
                    <a:gd name="connsiteX65" fmla="*/ 4912168 w 6858001"/>
                    <a:gd name="connsiteY65" fmla="*/ 462271 h 874716"/>
                    <a:gd name="connsiteX66" fmla="*/ 4987037 w 6858001"/>
                    <a:gd name="connsiteY66" fmla="*/ 485703 h 874716"/>
                    <a:gd name="connsiteX67" fmla="*/ 5041521 w 6858001"/>
                    <a:gd name="connsiteY67" fmla="*/ 512182 h 874716"/>
                    <a:gd name="connsiteX68" fmla="*/ 5166113 w 6858001"/>
                    <a:gd name="connsiteY68" fmla="*/ 531615 h 874716"/>
                    <a:gd name="connsiteX69" fmla="*/ 5179067 w 6858001"/>
                    <a:gd name="connsiteY69" fmla="*/ 534853 h 874716"/>
                    <a:gd name="connsiteX70" fmla="*/ 5272796 w 6858001"/>
                    <a:gd name="connsiteY70" fmla="*/ 511230 h 874716"/>
                    <a:gd name="connsiteX71" fmla="*/ 5385384 w 6858001"/>
                    <a:gd name="connsiteY71" fmla="*/ 487227 h 874716"/>
                    <a:gd name="connsiteX72" fmla="*/ 5425582 w 6858001"/>
                    <a:gd name="connsiteY72" fmla="*/ 495418 h 874716"/>
                    <a:gd name="connsiteX73" fmla="*/ 5480637 w 6858001"/>
                    <a:gd name="connsiteY73" fmla="*/ 507040 h 874716"/>
                    <a:gd name="connsiteX74" fmla="*/ 5531693 w 6858001"/>
                    <a:gd name="connsiteY74" fmla="*/ 500944 h 874716"/>
                    <a:gd name="connsiteX75" fmla="*/ 5562746 w 6858001"/>
                    <a:gd name="connsiteY75" fmla="*/ 500372 h 874716"/>
                    <a:gd name="connsiteX76" fmla="*/ 5704483 w 6858001"/>
                    <a:gd name="connsiteY76" fmla="*/ 571620 h 874716"/>
                    <a:gd name="connsiteX77" fmla="*/ 5740488 w 6858001"/>
                    <a:gd name="connsiteY77" fmla="*/ 577526 h 874716"/>
                    <a:gd name="connsiteX78" fmla="*/ 5760873 w 6858001"/>
                    <a:gd name="connsiteY78" fmla="*/ 586291 h 874716"/>
                    <a:gd name="connsiteX79" fmla="*/ 5883751 w 6858001"/>
                    <a:gd name="connsiteY79" fmla="*/ 674686 h 874716"/>
                    <a:gd name="connsiteX80" fmla="*/ 5935949 w 6858001"/>
                    <a:gd name="connsiteY80" fmla="*/ 692592 h 874716"/>
                    <a:gd name="connsiteX81" fmla="*/ 5993291 w 6858001"/>
                    <a:gd name="connsiteY81" fmla="*/ 688972 h 874716"/>
                    <a:gd name="connsiteX82" fmla="*/ 6026440 w 6858001"/>
                    <a:gd name="connsiteY82" fmla="*/ 682496 h 874716"/>
                    <a:gd name="connsiteX83" fmla="*/ 6108738 w 6858001"/>
                    <a:gd name="connsiteY83" fmla="*/ 626296 h 874716"/>
                    <a:gd name="connsiteX84" fmla="*/ 6155602 w 6858001"/>
                    <a:gd name="connsiteY84" fmla="*/ 628202 h 874716"/>
                    <a:gd name="connsiteX85" fmla="*/ 6228756 w 6858001"/>
                    <a:gd name="connsiteY85" fmla="*/ 666873 h 874716"/>
                    <a:gd name="connsiteX86" fmla="*/ 6361539 w 6858001"/>
                    <a:gd name="connsiteY86" fmla="*/ 684210 h 874716"/>
                    <a:gd name="connsiteX87" fmla="*/ 6428979 w 6858001"/>
                    <a:gd name="connsiteY87" fmla="*/ 630106 h 874716"/>
                    <a:gd name="connsiteX88" fmla="*/ 6463840 w 6858001"/>
                    <a:gd name="connsiteY88" fmla="*/ 578098 h 874716"/>
                    <a:gd name="connsiteX89" fmla="*/ 6564620 w 6858001"/>
                    <a:gd name="connsiteY89" fmla="*/ 517708 h 874716"/>
                    <a:gd name="connsiteX90" fmla="*/ 6588625 w 6858001"/>
                    <a:gd name="connsiteY90" fmla="*/ 540187 h 874716"/>
                    <a:gd name="connsiteX91" fmla="*/ 6662541 w 6858001"/>
                    <a:gd name="connsiteY91" fmla="*/ 549714 h 874716"/>
                    <a:gd name="connsiteX92" fmla="*/ 6742552 w 6858001"/>
                    <a:gd name="connsiteY92" fmla="*/ 548952 h 874716"/>
                    <a:gd name="connsiteX93" fmla="*/ 6812063 w 6858001"/>
                    <a:gd name="connsiteY93" fmla="*/ 568430 h 874716"/>
                    <a:gd name="connsiteX94" fmla="*/ 6858001 w 6858001"/>
                    <a:gd name="connsiteY94" fmla="*/ 562267 h 874716"/>
                    <a:gd name="connsiteX95" fmla="*/ 6858001 w 6858001"/>
                    <a:gd name="connsiteY95" fmla="*/ 734520 h 874716"/>
                    <a:gd name="connsiteX96" fmla="*/ 6815516 w 6858001"/>
                    <a:gd name="connsiteY96" fmla="*/ 744220 h 874716"/>
                    <a:gd name="connsiteX97" fmla="*/ 6748458 w 6858001"/>
                    <a:gd name="connsiteY97" fmla="*/ 763271 h 874716"/>
                    <a:gd name="connsiteX98" fmla="*/ 6584812 w 6858001"/>
                    <a:gd name="connsiteY98" fmla="*/ 784797 h 874716"/>
                    <a:gd name="connsiteX99" fmla="*/ 6415833 w 6858001"/>
                    <a:gd name="connsiteY99" fmla="*/ 805562 h 874716"/>
                    <a:gd name="connsiteX100" fmla="*/ 6323058 w 6858001"/>
                    <a:gd name="connsiteY100" fmla="*/ 812420 h 874716"/>
                    <a:gd name="connsiteX101" fmla="*/ 6242093 w 6858001"/>
                    <a:gd name="connsiteY101" fmla="*/ 823281 h 874716"/>
                    <a:gd name="connsiteX102" fmla="*/ 6171605 w 6858001"/>
                    <a:gd name="connsiteY102" fmla="*/ 830139 h 874716"/>
                    <a:gd name="connsiteX103" fmla="*/ 6059397 w 6858001"/>
                    <a:gd name="connsiteY103" fmla="*/ 844045 h 874716"/>
                    <a:gd name="connsiteX104" fmla="*/ 6012723 w 6858001"/>
                    <a:gd name="connsiteY104" fmla="*/ 847665 h 874716"/>
                    <a:gd name="connsiteX105" fmla="*/ 5902610 w 6858001"/>
                    <a:gd name="connsiteY105" fmla="*/ 847473 h 874716"/>
                    <a:gd name="connsiteX106" fmla="*/ 5864318 w 6858001"/>
                    <a:gd name="connsiteY106" fmla="*/ 845569 h 874716"/>
                    <a:gd name="connsiteX107" fmla="*/ 5790592 w 6858001"/>
                    <a:gd name="connsiteY107" fmla="*/ 821947 h 874716"/>
                    <a:gd name="connsiteX108" fmla="*/ 5781830 w 6858001"/>
                    <a:gd name="connsiteY108" fmla="*/ 820233 h 874716"/>
                    <a:gd name="connsiteX109" fmla="*/ 5733440 w 6858001"/>
                    <a:gd name="connsiteY109" fmla="*/ 810896 h 874716"/>
                    <a:gd name="connsiteX110" fmla="*/ 5706959 w 6858001"/>
                    <a:gd name="connsiteY110" fmla="*/ 807848 h 874716"/>
                    <a:gd name="connsiteX111" fmla="*/ 5606372 w 6858001"/>
                    <a:gd name="connsiteY111" fmla="*/ 788417 h 874716"/>
                    <a:gd name="connsiteX112" fmla="*/ 5548460 w 6858001"/>
                    <a:gd name="connsiteY112" fmla="*/ 779273 h 874716"/>
                    <a:gd name="connsiteX113" fmla="*/ 5501594 w 6858001"/>
                    <a:gd name="connsiteY113" fmla="*/ 780607 h 874716"/>
                    <a:gd name="connsiteX114" fmla="*/ 5419295 w 6858001"/>
                    <a:gd name="connsiteY114" fmla="*/ 782321 h 874716"/>
                    <a:gd name="connsiteX115" fmla="*/ 5393005 w 6858001"/>
                    <a:gd name="connsiteY115" fmla="*/ 786703 h 874716"/>
                    <a:gd name="connsiteX116" fmla="*/ 5274129 w 6858001"/>
                    <a:gd name="connsiteY116" fmla="*/ 774129 h 874716"/>
                    <a:gd name="connsiteX117" fmla="*/ 5206308 w 6858001"/>
                    <a:gd name="connsiteY117" fmla="*/ 773177 h 874716"/>
                    <a:gd name="connsiteX118" fmla="*/ 5129916 w 6858001"/>
                    <a:gd name="connsiteY118" fmla="*/ 757554 h 874716"/>
                    <a:gd name="connsiteX119" fmla="*/ 5107627 w 6858001"/>
                    <a:gd name="connsiteY119" fmla="*/ 758316 h 874716"/>
                    <a:gd name="connsiteX120" fmla="*/ 5082670 w 6858001"/>
                    <a:gd name="connsiteY120" fmla="*/ 759651 h 874716"/>
                    <a:gd name="connsiteX121" fmla="*/ 5006086 w 6858001"/>
                    <a:gd name="connsiteY121" fmla="*/ 760795 h 874716"/>
                    <a:gd name="connsiteX122" fmla="*/ 4959602 w 6858001"/>
                    <a:gd name="connsiteY122" fmla="*/ 766509 h 874716"/>
                    <a:gd name="connsiteX123" fmla="*/ 4871019 w 6858001"/>
                    <a:gd name="connsiteY123" fmla="*/ 763081 h 874716"/>
                    <a:gd name="connsiteX124" fmla="*/ 4838250 w 6858001"/>
                    <a:gd name="connsiteY124" fmla="*/ 768033 h 874716"/>
                    <a:gd name="connsiteX125" fmla="*/ 4755381 w 6858001"/>
                    <a:gd name="connsiteY125" fmla="*/ 768605 h 874716"/>
                    <a:gd name="connsiteX126" fmla="*/ 4681083 w 6858001"/>
                    <a:gd name="connsiteY126" fmla="*/ 765747 h 874716"/>
                    <a:gd name="connsiteX127" fmla="*/ 4609452 w 6858001"/>
                    <a:gd name="connsiteY127" fmla="*/ 767271 h 874716"/>
                    <a:gd name="connsiteX128" fmla="*/ 4558207 w 6858001"/>
                    <a:gd name="connsiteY128" fmla="*/ 773557 h 874716"/>
                    <a:gd name="connsiteX129" fmla="*/ 4502579 w 6858001"/>
                    <a:gd name="connsiteY129" fmla="*/ 777367 h 874716"/>
                    <a:gd name="connsiteX130" fmla="*/ 4349222 w 6858001"/>
                    <a:gd name="connsiteY130" fmla="*/ 800038 h 874716"/>
                    <a:gd name="connsiteX131" fmla="*/ 4320837 w 6858001"/>
                    <a:gd name="connsiteY131" fmla="*/ 794514 h 874716"/>
                    <a:gd name="connsiteX132" fmla="*/ 4159667 w 6858001"/>
                    <a:gd name="connsiteY132" fmla="*/ 789370 h 874716"/>
                    <a:gd name="connsiteX133" fmla="*/ 4124614 w 6858001"/>
                    <a:gd name="connsiteY133" fmla="*/ 789752 h 874716"/>
                    <a:gd name="connsiteX134" fmla="*/ 4030503 w 6858001"/>
                    <a:gd name="connsiteY134" fmla="*/ 767271 h 874716"/>
                    <a:gd name="connsiteX135" fmla="*/ 3885338 w 6858001"/>
                    <a:gd name="connsiteY135" fmla="*/ 802896 h 874716"/>
                    <a:gd name="connsiteX136" fmla="*/ 3749506 w 6858001"/>
                    <a:gd name="connsiteY136" fmla="*/ 847473 h 874716"/>
                    <a:gd name="connsiteX137" fmla="*/ 3732361 w 6858001"/>
                    <a:gd name="connsiteY137" fmla="*/ 853190 h 874716"/>
                    <a:gd name="connsiteX138" fmla="*/ 3683591 w 6858001"/>
                    <a:gd name="connsiteY138" fmla="*/ 862906 h 874716"/>
                    <a:gd name="connsiteX139" fmla="*/ 3623201 w 6858001"/>
                    <a:gd name="connsiteY139" fmla="*/ 866334 h 874716"/>
                    <a:gd name="connsiteX140" fmla="*/ 3546617 w 6858001"/>
                    <a:gd name="connsiteY140" fmla="*/ 874716 h 874716"/>
                    <a:gd name="connsiteX141" fmla="*/ 3485275 w 6858001"/>
                    <a:gd name="connsiteY141" fmla="*/ 864238 h 874716"/>
                    <a:gd name="connsiteX142" fmla="*/ 3399546 w 6858001"/>
                    <a:gd name="connsiteY142" fmla="*/ 848618 h 874716"/>
                    <a:gd name="connsiteX143" fmla="*/ 3318771 w 6858001"/>
                    <a:gd name="connsiteY143" fmla="*/ 833757 h 874716"/>
                    <a:gd name="connsiteX144" fmla="*/ 3293244 w 6858001"/>
                    <a:gd name="connsiteY144" fmla="*/ 851284 h 874716"/>
                    <a:gd name="connsiteX145" fmla="*/ 3253809 w 6858001"/>
                    <a:gd name="connsiteY145" fmla="*/ 866524 h 874716"/>
                    <a:gd name="connsiteX146" fmla="*/ 3209993 w 6858001"/>
                    <a:gd name="connsiteY146" fmla="*/ 848235 h 874716"/>
                    <a:gd name="connsiteX147" fmla="*/ 3107500 w 6858001"/>
                    <a:gd name="connsiteY147" fmla="*/ 810326 h 874716"/>
                    <a:gd name="connsiteX148" fmla="*/ 3042728 w 6858001"/>
                    <a:gd name="connsiteY148" fmla="*/ 808610 h 874716"/>
                    <a:gd name="connsiteX149" fmla="*/ 2901943 w 6858001"/>
                    <a:gd name="connsiteY149" fmla="*/ 792418 h 874716"/>
                    <a:gd name="connsiteX150" fmla="*/ 2809930 w 6858001"/>
                    <a:gd name="connsiteY150" fmla="*/ 769367 h 874716"/>
                    <a:gd name="connsiteX151" fmla="*/ 2743826 w 6858001"/>
                    <a:gd name="connsiteY151" fmla="*/ 743268 h 874716"/>
                    <a:gd name="connsiteX152" fmla="*/ 2649143 w 6858001"/>
                    <a:gd name="connsiteY152" fmla="*/ 709167 h 874716"/>
                    <a:gd name="connsiteX153" fmla="*/ 2554079 w 6858001"/>
                    <a:gd name="connsiteY153" fmla="*/ 691450 h 874716"/>
                    <a:gd name="connsiteX154" fmla="*/ 2485307 w 6858001"/>
                    <a:gd name="connsiteY154" fmla="*/ 669160 h 874716"/>
                    <a:gd name="connsiteX155" fmla="*/ 2401292 w 6858001"/>
                    <a:gd name="connsiteY155" fmla="*/ 653919 h 874716"/>
                    <a:gd name="connsiteX156" fmla="*/ 2330806 w 6858001"/>
                    <a:gd name="connsiteY156" fmla="*/ 653349 h 874716"/>
                    <a:gd name="connsiteX157" fmla="*/ 2220312 w 6858001"/>
                    <a:gd name="connsiteY157" fmla="*/ 656015 h 874716"/>
                    <a:gd name="connsiteX158" fmla="*/ 2085054 w 6858001"/>
                    <a:gd name="connsiteY158" fmla="*/ 609914 h 874716"/>
                    <a:gd name="connsiteX159" fmla="*/ 2030378 w 6858001"/>
                    <a:gd name="connsiteY159" fmla="*/ 599625 h 874716"/>
                    <a:gd name="connsiteX160" fmla="*/ 1978940 w 6858001"/>
                    <a:gd name="connsiteY160" fmla="*/ 594863 h 874716"/>
                    <a:gd name="connsiteX161" fmla="*/ 1869780 w 6858001"/>
                    <a:gd name="connsiteY161" fmla="*/ 564192 h 874716"/>
                    <a:gd name="connsiteX162" fmla="*/ 1825393 w 6858001"/>
                    <a:gd name="connsiteY162" fmla="*/ 554094 h 874716"/>
                    <a:gd name="connsiteX163" fmla="*/ 1763287 w 6858001"/>
                    <a:gd name="connsiteY163" fmla="*/ 554286 h 874716"/>
                    <a:gd name="connsiteX164" fmla="*/ 1650317 w 6858001"/>
                    <a:gd name="connsiteY164" fmla="*/ 540187 h 874716"/>
                    <a:gd name="connsiteX165" fmla="*/ 1537537 w 6858001"/>
                    <a:gd name="connsiteY165" fmla="*/ 499038 h 874716"/>
                    <a:gd name="connsiteX166" fmla="*/ 1489720 w 6858001"/>
                    <a:gd name="connsiteY166" fmla="*/ 503038 h 874716"/>
                    <a:gd name="connsiteX167" fmla="*/ 1472575 w 6858001"/>
                    <a:gd name="connsiteY167" fmla="*/ 502086 h 874716"/>
                    <a:gd name="connsiteX168" fmla="*/ 1318456 w 6858001"/>
                    <a:gd name="connsiteY168" fmla="*/ 479415 h 874716"/>
                    <a:gd name="connsiteX169" fmla="*/ 1303024 w 6858001"/>
                    <a:gd name="connsiteY169" fmla="*/ 476939 h 874716"/>
                    <a:gd name="connsiteX170" fmla="*/ 1230633 w 6858001"/>
                    <a:gd name="connsiteY170" fmla="*/ 456746 h 874716"/>
                    <a:gd name="connsiteX171" fmla="*/ 1048125 w 6858001"/>
                    <a:gd name="connsiteY171" fmla="*/ 444172 h 874716"/>
                    <a:gd name="connsiteX172" fmla="*/ 1036887 w 6858001"/>
                    <a:gd name="connsiteY172" fmla="*/ 442648 h 874716"/>
                    <a:gd name="connsiteX173" fmla="*/ 975733 w 6858001"/>
                    <a:gd name="connsiteY173" fmla="*/ 452744 h 874716"/>
                    <a:gd name="connsiteX174" fmla="*/ 945444 w 6858001"/>
                    <a:gd name="connsiteY174" fmla="*/ 467033 h 874716"/>
                    <a:gd name="connsiteX175" fmla="*/ 898198 w 6858001"/>
                    <a:gd name="connsiteY175" fmla="*/ 481893 h 874716"/>
                    <a:gd name="connsiteX176" fmla="*/ 850189 w 6858001"/>
                    <a:gd name="connsiteY176" fmla="*/ 487417 h 874716"/>
                    <a:gd name="connsiteX177" fmla="*/ 769605 w 6858001"/>
                    <a:gd name="connsiteY177" fmla="*/ 464937 h 874716"/>
                    <a:gd name="connsiteX178" fmla="*/ 740268 w 6858001"/>
                    <a:gd name="connsiteY178" fmla="*/ 462651 h 874716"/>
                    <a:gd name="connsiteX179" fmla="*/ 674923 w 6858001"/>
                    <a:gd name="connsiteY179" fmla="*/ 451792 h 874716"/>
                    <a:gd name="connsiteX180" fmla="*/ 617772 w 6858001"/>
                    <a:gd name="connsiteY180" fmla="*/ 452554 h 874716"/>
                    <a:gd name="connsiteX181" fmla="*/ 571860 w 6858001"/>
                    <a:gd name="connsiteY181" fmla="*/ 469891 h 874716"/>
                    <a:gd name="connsiteX182" fmla="*/ 505182 w 6858001"/>
                    <a:gd name="connsiteY182" fmla="*/ 473319 h 874716"/>
                    <a:gd name="connsiteX183" fmla="*/ 462126 w 6858001"/>
                    <a:gd name="connsiteY183" fmla="*/ 460747 h 874716"/>
                    <a:gd name="connsiteX184" fmla="*/ 453364 w 6858001"/>
                    <a:gd name="connsiteY184" fmla="*/ 459033 h 874716"/>
                    <a:gd name="connsiteX185" fmla="*/ 340774 w 6858001"/>
                    <a:gd name="connsiteY185" fmla="*/ 458268 h 874716"/>
                    <a:gd name="connsiteX186" fmla="*/ 200182 w 6858001"/>
                    <a:gd name="connsiteY186" fmla="*/ 496180 h 874716"/>
                    <a:gd name="connsiteX187" fmla="*/ 176939 w 6858001"/>
                    <a:gd name="connsiteY187" fmla="*/ 504182 h 874716"/>
                    <a:gd name="connsiteX188" fmla="*/ 63587 w 6858001"/>
                    <a:gd name="connsiteY188" fmla="*/ 518088 h 874716"/>
                    <a:gd name="connsiteX189" fmla="*/ 2817 w 6858001"/>
                    <a:gd name="connsiteY189" fmla="*/ 532187 h 874716"/>
                    <a:gd name="connsiteX190" fmla="*/ 0 w 6858001"/>
                    <a:gd name="connsiteY190" fmla="*/ 533314 h 874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</a:cxnLst>
                  <a:rect l="l" t="t" r="r" b="b"/>
                  <a:pathLst>
                    <a:path w="6858001" h="874716">
                      <a:moveTo>
                        <a:pt x="0" y="533314"/>
                      </a:moveTo>
                      <a:lnTo>
                        <a:pt x="0" y="69206"/>
                      </a:lnTo>
                      <a:lnTo>
                        <a:pt x="21486" y="71924"/>
                      </a:lnTo>
                      <a:cubicBezTo>
                        <a:pt x="92546" y="60493"/>
                        <a:pt x="159604" y="87354"/>
                        <a:pt x="228948" y="88116"/>
                      </a:cubicBezTo>
                      <a:cubicBezTo>
                        <a:pt x="260382" y="88496"/>
                        <a:pt x="291435" y="94592"/>
                        <a:pt x="313533" y="62779"/>
                      </a:cubicBezTo>
                      <a:cubicBezTo>
                        <a:pt x="316389" y="58587"/>
                        <a:pt x="330298" y="60873"/>
                        <a:pt x="338870" y="62207"/>
                      </a:cubicBezTo>
                      <a:cubicBezTo>
                        <a:pt x="357921" y="65066"/>
                        <a:pt x="376781" y="72304"/>
                        <a:pt x="395640" y="72114"/>
                      </a:cubicBezTo>
                      <a:cubicBezTo>
                        <a:pt x="434695" y="71924"/>
                        <a:pt x="473939" y="68876"/>
                        <a:pt x="512802" y="65446"/>
                      </a:cubicBezTo>
                      <a:cubicBezTo>
                        <a:pt x="527470" y="64112"/>
                        <a:pt x="541569" y="58969"/>
                        <a:pt x="556047" y="55349"/>
                      </a:cubicBezTo>
                      <a:cubicBezTo>
                        <a:pt x="564048" y="53253"/>
                        <a:pt x="572622" y="47729"/>
                        <a:pt x="580050" y="48871"/>
                      </a:cubicBezTo>
                      <a:cubicBezTo>
                        <a:pt x="623106" y="55539"/>
                        <a:pt x="662541" y="39157"/>
                        <a:pt x="703308" y="30964"/>
                      </a:cubicBezTo>
                      <a:cubicBezTo>
                        <a:pt x="722169" y="27154"/>
                        <a:pt x="739886" y="18010"/>
                        <a:pt x="758174" y="11724"/>
                      </a:cubicBezTo>
                      <a:cubicBezTo>
                        <a:pt x="762936" y="10008"/>
                        <a:pt x="768271" y="8484"/>
                        <a:pt x="773035" y="8866"/>
                      </a:cubicBezTo>
                      <a:cubicBezTo>
                        <a:pt x="800276" y="11152"/>
                        <a:pt x="827329" y="14390"/>
                        <a:pt x="854379" y="16866"/>
                      </a:cubicBezTo>
                      <a:cubicBezTo>
                        <a:pt x="878956" y="19152"/>
                        <a:pt x="903722" y="19914"/>
                        <a:pt x="915343" y="47919"/>
                      </a:cubicBezTo>
                      <a:cubicBezTo>
                        <a:pt x="917059" y="52301"/>
                        <a:pt x="922773" y="55539"/>
                        <a:pt x="927155" y="58397"/>
                      </a:cubicBezTo>
                      <a:cubicBezTo>
                        <a:pt x="994785" y="102405"/>
                        <a:pt x="1030980" y="101261"/>
                        <a:pt x="1097087" y="54777"/>
                      </a:cubicBezTo>
                      <a:cubicBezTo>
                        <a:pt x="1103945" y="50015"/>
                        <a:pt x="1118613" y="46585"/>
                        <a:pt x="1123185" y="50395"/>
                      </a:cubicBezTo>
                      <a:cubicBezTo>
                        <a:pt x="1162049" y="82020"/>
                        <a:pt x="1204532" y="78590"/>
                        <a:pt x="1249302" y="68684"/>
                      </a:cubicBezTo>
                      <a:cubicBezTo>
                        <a:pt x="1260922" y="66018"/>
                        <a:pt x="1277307" y="66018"/>
                        <a:pt x="1286069" y="72304"/>
                      </a:cubicBezTo>
                      <a:cubicBezTo>
                        <a:pt x="1327790" y="101451"/>
                        <a:pt x="1372560" y="97261"/>
                        <a:pt x="1417899" y="88688"/>
                      </a:cubicBezTo>
                      <a:cubicBezTo>
                        <a:pt x="1424948" y="87354"/>
                        <a:pt x="1433522" y="80114"/>
                        <a:pt x="1436568" y="73448"/>
                      </a:cubicBezTo>
                      <a:cubicBezTo>
                        <a:pt x="1447428" y="49825"/>
                        <a:pt x="1467813" y="41823"/>
                        <a:pt x="1490292" y="35154"/>
                      </a:cubicBezTo>
                      <a:cubicBezTo>
                        <a:pt x="1525727" y="24296"/>
                        <a:pt x="1560588" y="11532"/>
                        <a:pt x="1596213" y="1245"/>
                      </a:cubicBezTo>
                      <a:cubicBezTo>
                        <a:pt x="1604978" y="-1231"/>
                        <a:pt x="1615836" y="293"/>
                        <a:pt x="1624980" y="3150"/>
                      </a:cubicBezTo>
                      <a:cubicBezTo>
                        <a:pt x="1656223" y="12866"/>
                        <a:pt x="1676036" y="37251"/>
                        <a:pt x="1697753" y="59731"/>
                      </a:cubicBezTo>
                      <a:cubicBezTo>
                        <a:pt x="1707279" y="69638"/>
                        <a:pt x="1720423" y="76686"/>
                        <a:pt x="1733188" y="82400"/>
                      </a:cubicBezTo>
                      <a:cubicBezTo>
                        <a:pt x="1766335" y="97071"/>
                        <a:pt x="1800246" y="110215"/>
                        <a:pt x="1833775" y="124121"/>
                      </a:cubicBezTo>
                      <a:cubicBezTo>
                        <a:pt x="1837013" y="125455"/>
                        <a:pt x="1839679" y="128884"/>
                        <a:pt x="1842158" y="131742"/>
                      </a:cubicBezTo>
                      <a:cubicBezTo>
                        <a:pt x="1866922" y="161843"/>
                        <a:pt x="1891497" y="192132"/>
                        <a:pt x="1916454" y="222233"/>
                      </a:cubicBezTo>
                      <a:cubicBezTo>
                        <a:pt x="1921216" y="227947"/>
                        <a:pt x="1928076" y="232139"/>
                        <a:pt x="1933219" y="237663"/>
                      </a:cubicBezTo>
                      <a:cubicBezTo>
                        <a:pt x="1940459" y="245283"/>
                        <a:pt x="1949603" y="252524"/>
                        <a:pt x="1953413" y="261668"/>
                      </a:cubicBezTo>
                      <a:cubicBezTo>
                        <a:pt x="1965224" y="290433"/>
                        <a:pt x="1987894" y="302817"/>
                        <a:pt x="2016469" y="308151"/>
                      </a:cubicBezTo>
                      <a:cubicBezTo>
                        <a:pt x="2042570" y="313104"/>
                        <a:pt x="2068669" y="317296"/>
                        <a:pt x="2094578" y="323010"/>
                      </a:cubicBezTo>
                      <a:cubicBezTo>
                        <a:pt x="2126201" y="329868"/>
                        <a:pt x="2157636" y="337298"/>
                        <a:pt x="2188879" y="345681"/>
                      </a:cubicBezTo>
                      <a:cubicBezTo>
                        <a:pt x="2202404" y="349301"/>
                        <a:pt x="2216692" y="353491"/>
                        <a:pt x="2228314" y="360921"/>
                      </a:cubicBezTo>
                      <a:cubicBezTo>
                        <a:pt x="2260890" y="381496"/>
                        <a:pt x="2295753" y="395402"/>
                        <a:pt x="2334044" y="389878"/>
                      </a:cubicBezTo>
                      <a:cubicBezTo>
                        <a:pt x="2364715" y="385496"/>
                        <a:pt x="2390434" y="396736"/>
                        <a:pt x="2409485" y="414263"/>
                      </a:cubicBezTo>
                      <a:cubicBezTo>
                        <a:pt x="2444158" y="446078"/>
                        <a:pt x="2481305" y="438838"/>
                        <a:pt x="2518264" y="428552"/>
                      </a:cubicBezTo>
                      <a:cubicBezTo>
                        <a:pt x="2537315" y="423217"/>
                        <a:pt x="2552935" y="423979"/>
                        <a:pt x="2571034" y="429122"/>
                      </a:cubicBezTo>
                      <a:cubicBezTo>
                        <a:pt x="2612945" y="441124"/>
                        <a:pt x="2640950" y="473701"/>
                        <a:pt x="2668001" y="502276"/>
                      </a:cubicBezTo>
                      <a:cubicBezTo>
                        <a:pt x="2691054" y="526661"/>
                        <a:pt x="2716963" y="540377"/>
                        <a:pt x="2745348" y="550666"/>
                      </a:cubicBezTo>
                      <a:cubicBezTo>
                        <a:pt x="2781163" y="563810"/>
                        <a:pt x="2809548" y="558858"/>
                        <a:pt x="2826694" y="527233"/>
                      </a:cubicBezTo>
                      <a:cubicBezTo>
                        <a:pt x="2831457" y="518278"/>
                        <a:pt x="2839839" y="507800"/>
                        <a:pt x="2848793" y="505134"/>
                      </a:cubicBezTo>
                      <a:cubicBezTo>
                        <a:pt x="2892037" y="491800"/>
                        <a:pt x="2935854" y="472367"/>
                        <a:pt x="2982148" y="484179"/>
                      </a:cubicBezTo>
                      <a:cubicBezTo>
                        <a:pt x="3046158" y="500372"/>
                        <a:pt x="3108644" y="499420"/>
                        <a:pt x="3172654" y="483417"/>
                      </a:cubicBezTo>
                      <a:cubicBezTo>
                        <a:pt x="3276480" y="457508"/>
                        <a:pt x="3380305" y="430076"/>
                        <a:pt x="3489467" y="435790"/>
                      </a:cubicBezTo>
                      <a:cubicBezTo>
                        <a:pt x="3507563" y="436742"/>
                        <a:pt x="3529090" y="425121"/>
                        <a:pt x="3544713" y="413691"/>
                      </a:cubicBezTo>
                      <a:cubicBezTo>
                        <a:pt x="3574622" y="391974"/>
                        <a:pt x="3573288" y="390258"/>
                        <a:pt x="3606817" y="408167"/>
                      </a:cubicBezTo>
                      <a:cubicBezTo>
                        <a:pt x="3614819" y="412549"/>
                        <a:pt x="3624725" y="415215"/>
                        <a:pt x="3630632" y="421693"/>
                      </a:cubicBezTo>
                      <a:cubicBezTo>
                        <a:pt x="3660731" y="454650"/>
                        <a:pt x="3697880" y="446648"/>
                        <a:pt x="3734837" y="441886"/>
                      </a:cubicBezTo>
                      <a:cubicBezTo>
                        <a:pt x="3741315" y="440934"/>
                        <a:pt x="3749125" y="439600"/>
                        <a:pt x="3754652" y="442268"/>
                      </a:cubicBezTo>
                      <a:cubicBezTo>
                        <a:pt x="3779607" y="454268"/>
                        <a:pt x="3800753" y="450078"/>
                        <a:pt x="3822472" y="433694"/>
                      </a:cubicBezTo>
                      <a:cubicBezTo>
                        <a:pt x="3841331" y="419597"/>
                        <a:pt x="3863049" y="411215"/>
                        <a:pt x="3885338" y="428742"/>
                      </a:cubicBezTo>
                      <a:cubicBezTo>
                        <a:pt x="3934870" y="467605"/>
                        <a:pt x="3987829" y="469509"/>
                        <a:pt x="4043839" y="444934"/>
                      </a:cubicBezTo>
                      <a:cubicBezTo>
                        <a:pt x="4083845" y="427407"/>
                        <a:pt x="4123280" y="423407"/>
                        <a:pt x="4165383" y="441124"/>
                      </a:cubicBezTo>
                      <a:cubicBezTo>
                        <a:pt x="4181576" y="447982"/>
                        <a:pt x="4202531" y="443410"/>
                        <a:pt x="4221391" y="444934"/>
                      </a:cubicBezTo>
                      <a:cubicBezTo>
                        <a:pt x="4232060" y="445696"/>
                        <a:pt x="4243872" y="445886"/>
                        <a:pt x="4253014" y="450650"/>
                      </a:cubicBezTo>
                      <a:cubicBezTo>
                        <a:pt x="4277401" y="462843"/>
                        <a:pt x="4300070" y="478463"/>
                        <a:pt x="4324645" y="490466"/>
                      </a:cubicBezTo>
                      <a:cubicBezTo>
                        <a:pt x="4336457" y="496180"/>
                        <a:pt x="4350554" y="499228"/>
                        <a:pt x="4363890" y="499420"/>
                      </a:cubicBezTo>
                      <a:cubicBezTo>
                        <a:pt x="4403325" y="500372"/>
                        <a:pt x="4442761" y="500372"/>
                        <a:pt x="4482004" y="498658"/>
                      </a:cubicBezTo>
                      <a:cubicBezTo>
                        <a:pt x="4546776" y="495990"/>
                        <a:pt x="4612500" y="495418"/>
                        <a:pt x="4659174" y="438648"/>
                      </a:cubicBezTo>
                      <a:cubicBezTo>
                        <a:pt x="4662986" y="434076"/>
                        <a:pt x="4671176" y="431408"/>
                        <a:pt x="4677655" y="430646"/>
                      </a:cubicBezTo>
                      <a:cubicBezTo>
                        <a:pt x="4707564" y="427027"/>
                        <a:pt x="4738235" y="426645"/>
                        <a:pt x="4767764" y="420739"/>
                      </a:cubicBezTo>
                      <a:cubicBezTo>
                        <a:pt x="4791386" y="415977"/>
                        <a:pt x="4811009" y="417501"/>
                        <a:pt x="4828916" y="434266"/>
                      </a:cubicBezTo>
                      <a:cubicBezTo>
                        <a:pt x="4852348" y="456364"/>
                        <a:pt x="4880925" y="469319"/>
                        <a:pt x="4912168" y="462271"/>
                      </a:cubicBezTo>
                      <a:cubicBezTo>
                        <a:pt x="4943409" y="455412"/>
                        <a:pt x="4963984" y="470271"/>
                        <a:pt x="4987037" y="485703"/>
                      </a:cubicBezTo>
                      <a:cubicBezTo>
                        <a:pt x="5003801" y="496942"/>
                        <a:pt x="5022852" y="511040"/>
                        <a:pt x="5041521" y="512182"/>
                      </a:cubicBezTo>
                      <a:cubicBezTo>
                        <a:pt x="5083814" y="514658"/>
                        <a:pt x="5120201" y="553904"/>
                        <a:pt x="5166113" y="531615"/>
                      </a:cubicBezTo>
                      <a:cubicBezTo>
                        <a:pt x="5169161" y="530091"/>
                        <a:pt x="5174685" y="533901"/>
                        <a:pt x="5179067" y="534853"/>
                      </a:cubicBezTo>
                      <a:cubicBezTo>
                        <a:pt x="5214121" y="542093"/>
                        <a:pt x="5247078" y="535043"/>
                        <a:pt x="5272796" y="511230"/>
                      </a:cubicBezTo>
                      <a:cubicBezTo>
                        <a:pt x="5306516" y="480177"/>
                        <a:pt x="5343855" y="477129"/>
                        <a:pt x="5385384" y="487227"/>
                      </a:cubicBezTo>
                      <a:cubicBezTo>
                        <a:pt x="5398721" y="490466"/>
                        <a:pt x="5412057" y="492752"/>
                        <a:pt x="5425582" y="495418"/>
                      </a:cubicBezTo>
                      <a:cubicBezTo>
                        <a:pt x="5443870" y="499228"/>
                        <a:pt x="5462351" y="503230"/>
                        <a:pt x="5480637" y="507040"/>
                      </a:cubicBezTo>
                      <a:cubicBezTo>
                        <a:pt x="5498356" y="510850"/>
                        <a:pt x="5517979" y="517326"/>
                        <a:pt x="5531693" y="500944"/>
                      </a:cubicBezTo>
                      <a:cubicBezTo>
                        <a:pt x="5543506" y="486845"/>
                        <a:pt x="5551888" y="488179"/>
                        <a:pt x="5562746" y="500372"/>
                      </a:cubicBezTo>
                      <a:cubicBezTo>
                        <a:pt x="5600467" y="543045"/>
                        <a:pt x="5646189" y="569716"/>
                        <a:pt x="5704483" y="571620"/>
                      </a:cubicBezTo>
                      <a:cubicBezTo>
                        <a:pt x="5716485" y="572002"/>
                        <a:pt x="5728678" y="574668"/>
                        <a:pt x="5740488" y="577526"/>
                      </a:cubicBezTo>
                      <a:cubicBezTo>
                        <a:pt x="5747728" y="579241"/>
                        <a:pt x="5756493" y="581147"/>
                        <a:pt x="5760873" y="586291"/>
                      </a:cubicBezTo>
                      <a:cubicBezTo>
                        <a:pt x="5794974" y="625534"/>
                        <a:pt x="5837457" y="652777"/>
                        <a:pt x="5883751" y="674686"/>
                      </a:cubicBezTo>
                      <a:cubicBezTo>
                        <a:pt x="5900323" y="682496"/>
                        <a:pt x="5918042" y="690306"/>
                        <a:pt x="5935949" y="692592"/>
                      </a:cubicBezTo>
                      <a:cubicBezTo>
                        <a:pt x="5954617" y="694878"/>
                        <a:pt x="5974240" y="691068"/>
                        <a:pt x="5993291" y="688972"/>
                      </a:cubicBezTo>
                      <a:cubicBezTo>
                        <a:pt x="6004531" y="687830"/>
                        <a:pt x="6017485" y="688020"/>
                        <a:pt x="6026440" y="682496"/>
                      </a:cubicBezTo>
                      <a:cubicBezTo>
                        <a:pt x="6054825" y="665159"/>
                        <a:pt x="6082258" y="646491"/>
                        <a:pt x="6108738" y="626296"/>
                      </a:cubicBezTo>
                      <a:cubicBezTo>
                        <a:pt x="6131409" y="608960"/>
                        <a:pt x="6135981" y="606483"/>
                        <a:pt x="6155602" y="628202"/>
                      </a:cubicBezTo>
                      <a:cubicBezTo>
                        <a:pt x="6175797" y="650491"/>
                        <a:pt x="6200944" y="662111"/>
                        <a:pt x="6228756" y="666873"/>
                      </a:cubicBezTo>
                      <a:cubicBezTo>
                        <a:pt x="6272764" y="674304"/>
                        <a:pt x="6317151" y="680590"/>
                        <a:pt x="6361539" y="684210"/>
                      </a:cubicBezTo>
                      <a:cubicBezTo>
                        <a:pt x="6401736" y="687448"/>
                        <a:pt x="6420977" y="669922"/>
                        <a:pt x="6428979" y="630106"/>
                      </a:cubicBezTo>
                      <a:cubicBezTo>
                        <a:pt x="6433551" y="608007"/>
                        <a:pt x="6439458" y="584003"/>
                        <a:pt x="6463840" y="578098"/>
                      </a:cubicBezTo>
                      <a:cubicBezTo>
                        <a:pt x="6503658" y="568572"/>
                        <a:pt x="6544997" y="564382"/>
                        <a:pt x="6564620" y="517708"/>
                      </a:cubicBezTo>
                      <a:cubicBezTo>
                        <a:pt x="6575478" y="527995"/>
                        <a:pt x="6582146" y="534091"/>
                        <a:pt x="6588625" y="540187"/>
                      </a:cubicBezTo>
                      <a:cubicBezTo>
                        <a:pt x="6606531" y="557142"/>
                        <a:pt x="6643678" y="564382"/>
                        <a:pt x="6662541" y="549714"/>
                      </a:cubicBezTo>
                      <a:cubicBezTo>
                        <a:pt x="6690354" y="528377"/>
                        <a:pt x="6715883" y="532377"/>
                        <a:pt x="6742552" y="548952"/>
                      </a:cubicBezTo>
                      <a:cubicBezTo>
                        <a:pt x="6764841" y="562668"/>
                        <a:pt x="6788417" y="567954"/>
                        <a:pt x="6812063" y="568430"/>
                      </a:cubicBezTo>
                      <a:lnTo>
                        <a:pt x="6858001" y="562267"/>
                      </a:lnTo>
                      <a:lnTo>
                        <a:pt x="6858001" y="734520"/>
                      </a:lnTo>
                      <a:lnTo>
                        <a:pt x="6815516" y="744220"/>
                      </a:lnTo>
                      <a:cubicBezTo>
                        <a:pt x="6793035" y="749744"/>
                        <a:pt x="6771319" y="759651"/>
                        <a:pt x="6748458" y="763271"/>
                      </a:cubicBezTo>
                      <a:cubicBezTo>
                        <a:pt x="6694164" y="771843"/>
                        <a:pt x="6639488" y="777939"/>
                        <a:pt x="6584812" y="784797"/>
                      </a:cubicBezTo>
                      <a:cubicBezTo>
                        <a:pt x="6528424" y="791846"/>
                        <a:pt x="6472225" y="799276"/>
                        <a:pt x="6415833" y="805562"/>
                      </a:cubicBezTo>
                      <a:cubicBezTo>
                        <a:pt x="6384972" y="808802"/>
                        <a:pt x="6353919" y="809372"/>
                        <a:pt x="6323058" y="812420"/>
                      </a:cubicBezTo>
                      <a:cubicBezTo>
                        <a:pt x="6296005" y="815088"/>
                        <a:pt x="6269144" y="820041"/>
                        <a:pt x="6242093" y="823281"/>
                      </a:cubicBezTo>
                      <a:cubicBezTo>
                        <a:pt x="6218660" y="825947"/>
                        <a:pt x="6195037" y="827471"/>
                        <a:pt x="6171605" y="830139"/>
                      </a:cubicBezTo>
                      <a:cubicBezTo>
                        <a:pt x="6134075" y="834519"/>
                        <a:pt x="6096736" y="839473"/>
                        <a:pt x="6059397" y="844045"/>
                      </a:cubicBezTo>
                      <a:cubicBezTo>
                        <a:pt x="6043776" y="845759"/>
                        <a:pt x="6027392" y="850522"/>
                        <a:pt x="6012723" y="847665"/>
                      </a:cubicBezTo>
                      <a:cubicBezTo>
                        <a:pt x="5975764" y="840425"/>
                        <a:pt x="5939377" y="842521"/>
                        <a:pt x="5902610" y="847473"/>
                      </a:cubicBezTo>
                      <a:cubicBezTo>
                        <a:pt x="5890037" y="849190"/>
                        <a:pt x="5876511" y="848808"/>
                        <a:pt x="5864318" y="845569"/>
                      </a:cubicBezTo>
                      <a:cubicBezTo>
                        <a:pt x="5839361" y="839091"/>
                        <a:pt x="5815169" y="829947"/>
                        <a:pt x="5790592" y="821947"/>
                      </a:cubicBezTo>
                      <a:cubicBezTo>
                        <a:pt x="5787924" y="820995"/>
                        <a:pt x="5784686" y="820803"/>
                        <a:pt x="5781830" y="820233"/>
                      </a:cubicBezTo>
                      <a:cubicBezTo>
                        <a:pt x="5765635" y="816992"/>
                        <a:pt x="5749634" y="813754"/>
                        <a:pt x="5733440" y="810896"/>
                      </a:cubicBezTo>
                      <a:cubicBezTo>
                        <a:pt x="5724678" y="809372"/>
                        <a:pt x="5715723" y="809182"/>
                        <a:pt x="5706959" y="807848"/>
                      </a:cubicBezTo>
                      <a:cubicBezTo>
                        <a:pt x="5673050" y="802514"/>
                        <a:pt x="5635711" y="811468"/>
                        <a:pt x="5606372" y="788417"/>
                      </a:cubicBezTo>
                      <a:cubicBezTo>
                        <a:pt x="5587321" y="773557"/>
                        <a:pt x="5568842" y="776987"/>
                        <a:pt x="5548460" y="779273"/>
                      </a:cubicBezTo>
                      <a:cubicBezTo>
                        <a:pt x="5533027" y="780987"/>
                        <a:pt x="5517215" y="780415"/>
                        <a:pt x="5501594" y="780607"/>
                      </a:cubicBezTo>
                      <a:cubicBezTo>
                        <a:pt x="5474161" y="781177"/>
                        <a:pt x="5446728" y="781369"/>
                        <a:pt x="5419295" y="782321"/>
                      </a:cubicBezTo>
                      <a:cubicBezTo>
                        <a:pt x="5410531" y="782701"/>
                        <a:pt x="5401579" y="787465"/>
                        <a:pt x="5393005" y="786703"/>
                      </a:cubicBezTo>
                      <a:cubicBezTo>
                        <a:pt x="5353379" y="783083"/>
                        <a:pt x="5313754" y="777367"/>
                        <a:pt x="5274129" y="774129"/>
                      </a:cubicBezTo>
                      <a:cubicBezTo>
                        <a:pt x="5251650" y="772225"/>
                        <a:pt x="5228597" y="775843"/>
                        <a:pt x="5206308" y="773177"/>
                      </a:cubicBezTo>
                      <a:cubicBezTo>
                        <a:pt x="5180591" y="770129"/>
                        <a:pt x="5155445" y="762319"/>
                        <a:pt x="5129916" y="757554"/>
                      </a:cubicBezTo>
                      <a:cubicBezTo>
                        <a:pt x="5122867" y="756222"/>
                        <a:pt x="5115057" y="757936"/>
                        <a:pt x="5107627" y="758316"/>
                      </a:cubicBezTo>
                      <a:cubicBezTo>
                        <a:pt x="5099245" y="758699"/>
                        <a:pt x="5091052" y="759461"/>
                        <a:pt x="5082670" y="759651"/>
                      </a:cubicBezTo>
                      <a:cubicBezTo>
                        <a:pt x="5057141" y="760033"/>
                        <a:pt x="5031614" y="759461"/>
                        <a:pt x="5006086" y="760795"/>
                      </a:cubicBezTo>
                      <a:cubicBezTo>
                        <a:pt x="4990465" y="761557"/>
                        <a:pt x="4974082" y="769367"/>
                        <a:pt x="4959602" y="766509"/>
                      </a:cubicBezTo>
                      <a:cubicBezTo>
                        <a:pt x="4930075" y="760985"/>
                        <a:pt x="4900546" y="773367"/>
                        <a:pt x="4871019" y="763081"/>
                      </a:cubicBezTo>
                      <a:cubicBezTo>
                        <a:pt x="4861873" y="760033"/>
                        <a:pt x="4849300" y="767653"/>
                        <a:pt x="4838250" y="768033"/>
                      </a:cubicBezTo>
                      <a:cubicBezTo>
                        <a:pt x="4810627" y="768985"/>
                        <a:pt x="4783004" y="768795"/>
                        <a:pt x="4755381" y="768605"/>
                      </a:cubicBezTo>
                      <a:cubicBezTo>
                        <a:pt x="4730614" y="768415"/>
                        <a:pt x="4704895" y="771081"/>
                        <a:pt x="4681083" y="765747"/>
                      </a:cubicBezTo>
                      <a:cubicBezTo>
                        <a:pt x="4656126" y="760033"/>
                        <a:pt x="4633647" y="760795"/>
                        <a:pt x="4609452" y="767271"/>
                      </a:cubicBezTo>
                      <a:cubicBezTo>
                        <a:pt x="4592878" y="771653"/>
                        <a:pt x="4575351" y="772225"/>
                        <a:pt x="4558207" y="773557"/>
                      </a:cubicBezTo>
                      <a:cubicBezTo>
                        <a:pt x="4539728" y="775081"/>
                        <a:pt x="4519343" y="771081"/>
                        <a:pt x="4502579" y="777367"/>
                      </a:cubicBezTo>
                      <a:cubicBezTo>
                        <a:pt x="4452665" y="796038"/>
                        <a:pt x="4401419" y="800038"/>
                        <a:pt x="4349222" y="800038"/>
                      </a:cubicBezTo>
                      <a:cubicBezTo>
                        <a:pt x="4339695" y="800038"/>
                        <a:pt x="4329979" y="797372"/>
                        <a:pt x="4320837" y="794514"/>
                      </a:cubicBezTo>
                      <a:cubicBezTo>
                        <a:pt x="4267493" y="777367"/>
                        <a:pt x="4213961" y="778891"/>
                        <a:pt x="4159667" y="789370"/>
                      </a:cubicBezTo>
                      <a:cubicBezTo>
                        <a:pt x="4148427" y="791656"/>
                        <a:pt x="4135854" y="792038"/>
                        <a:pt x="4124614" y="789752"/>
                      </a:cubicBezTo>
                      <a:cubicBezTo>
                        <a:pt x="4092989" y="783083"/>
                        <a:pt x="4062318" y="772033"/>
                        <a:pt x="4030503" y="767271"/>
                      </a:cubicBezTo>
                      <a:cubicBezTo>
                        <a:pt x="3977925" y="759461"/>
                        <a:pt x="3932394" y="785749"/>
                        <a:pt x="3885338" y="802896"/>
                      </a:cubicBezTo>
                      <a:cubicBezTo>
                        <a:pt x="3840569" y="819089"/>
                        <a:pt x="3802467" y="855666"/>
                        <a:pt x="3749506" y="847473"/>
                      </a:cubicBezTo>
                      <a:cubicBezTo>
                        <a:pt x="3744173" y="846711"/>
                        <a:pt x="3738267" y="851856"/>
                        <a:pt x="3732361" y="853190"/>
                      </a:cubicBezTo>
                      <a:cubicBezTo>
                        <a:pt x="3716168" y="856810"/>
                        <a:pt x="3699976" y="861190"/>
                        <a:pt x="3683591" y="862906"/>
                      </a:cubicBezTo>
                      <a:cubicBezTo>
                        <a:pt x="3663589" y="865192"/>
                        <a:pt x="3643204" y="864430"/>
                        <a:pt x="3623201" y="866334"/>
                      </a:cubicBezTo>
                      <a:cubicBezTo>
                        <a:pt x="3597482" y="868620"/>
                        <a:pt x="3572146" y="874716"/>
                        <a:pt x="3546617" y="874716"/>
                      </a:cubicBezTo>
                      <a:cubicBezTo>
                        <a:pt x="3526042" y="874716"/>
                        <a:pt x="3505657" y="867668"/>
                        <a:pt x="3485275" y="864238"/>
                      </a:cubicBezTo>
                      <a:cubicBezTo>
                        <a:pt x="3456508" y="859476"/>
                        <a:pt x="3424883" y="860810"/>
                        <a:pt x="3399546" y="848618"/>
                      </a:cubicBezTo>
                      <a:cubicBezTo>
                        <a:pt x="3372495" y="835663"/>
                        <a:pt x="3346776" y="829757"/>
                        <a:pt x="3318771" y="833757"/>
                      </a:cubicBezTo>
                      <a:cubicBezTo>
                        <a:pt x="3309437" y="835091"/>
                        <a:pt x="3297434" y="843093"/>
                        <a:pt x="3293244" y="851284"/>
                      </a:cubicBezTo>
                      <a:cubicBezTo>
                        <a:pt x="3283908" y="869572"/>
                        <a:pt x="3271145" y="872812"/>
                        <a:pt x="3253809" y="866524"/>
                      </a:cubicBezTo>
                      <a:cubicBezTo>
                        <a:pt x="3238758" y="861190"/>
                        <a:pt x="3220280" y="858524"/>
                        <a:pt x="3209993" y="848235"/>
                      </a:cubicBezTo>
                      <a:cubicBezTo>
                        <a:pt x="3180844" y="819089"/>
                        <a:pt x="3143695" y="818136"/>
                        <a:pt x="3107500" y="810326"/>
                      </a:cubicBezTo>
                      <a:cubicBezTo>
                        <a:pt x="3085403" y="805562"/>
                        <a:pt x="3064827" y="805372"/>
                        <a:pt x="3042728" y="808610"/>
                      </a:cubicBezTo>
                      <a:cubicBezTo>
                        <a:pt x="2994722" y="815850"/>
                        <a:pt x="2948047" y="805562"/>
                        <a:pt x="2901943" y="792418"/>
                      </a:cubicBezTo>
                      <a:cubicBezTo>
                        <a:pt x="2871462" y="783655"/>
                        <a:pt x="2840219" y="778321"/>
                        <a:pt x="2809930" y="769367"/>
                      </a:cubicBezTo>
                      <a:cubicBezTo>
                        <a:pt x="2787259" y="762509"/>
                        <a:pt x="2764590" y="754316"/>
                        <a:pt x="2743826" y="743268"/>
                      </a:cubicBezTo>
                      <a:cubicBezTo>
                        <a:pt x="2713723" y="727073"/>
                        <a:pt x="2687436" y="702689"/>
                        <a:pt x="2649143" y="709167"/>
                      </a:cubicBezTo>
                      <a:cubicBezTo>
                        <a:pt x="2615421" y="714881"/>
                        <a:pt x="2584942" y="702881"/>
                        <a:pt x="2554079" y="691450"/>
                      </a:cubicBezTo>
                      <a:cubicBezTo>
                        <a:pt x="2531409" y="683068"/>
                        <a:pt x="2508742" y="674494"/>
                        <a:pt x="2485307" y="669160"/>
                      </a:cubicBezTo>
                      <a:cubicBezTo>
                        <a:pt x="2457492" y="662873"/>
                        <a:pt x="2426059" y="665541"/>
                        <a:pt x="2401292" y="653919"/>
                      </a:cubicBezTo>
                      <a:cubicBezTo>
                        <a:pt x="2375383" y="641727"/>
                        <a:pt x="2353859" y="649919"/>
                        <a:pt x="2330806" y="653349"/>
                      </a:cubicBezTo>
                      <a:cubicBezTo>
                        <a:pt x="2294039" y="658683"/>
                        <a:pt x="2257459" y="668590"/>
                        <a:pt x="2220312" y="656015"/>
                      </a:cubicBezTo>
                      <a:cubicBezTo>
                        <a:pt x="2175163" y="640775"/>
                        <a:pt x="2130393" y="624392"/>
                        <a:pt x="2085054" y="609914"/>
                      </a:cubicBezTo>
                      <a:cubicBezTo>
                        <a:pt x="2067525" y="604387"/>
                        <a:pt x="2048668" y="602101"/>
                        <a:pt x="2030378" y="599625"/>
                      </a:cubicBezTo>
                      <a:cubicBezTo>
                        <a:pt x="2013043" y="597529"/>
                        <a:pt x="1992279" y="602863"/>
                        <a:pt x="1978940" y="594863"/>
                      </a:cubicBezTo>
                      <a:cubicBezTo>
                        <a:pt x="1944649" y="574288"/>
                        <a:pt x="1909408" y="564192"/>
                        <a:pt x="1869780" y="564192"/>
                      </a:cubicBezTo>
                      <a:cubicBezTo>
                        <a:pt x="1854920" y="564192"/>
                        <a:pt x="1840441" y="555618"/>
                        <a:pt x="1825393" y="554094"/>
                      </a:cubicBezTo>
                      <a:cubicBezTo>
                        <a:pt x="1804816" y="552190"/>
                        <a:pt x="1781194" y="547045"/>
                        <a:pt x="1763287" y="554286"/>
                      </a:cubicBezTo>
                      <a:cubicBezTo>
                        <a:pt x="1721185" y="571430"/>
                        <a:pt x="1687086" y="557142"/>
                        <a:pt x="1650317" y="540187"/>
                      </a:cubicBezTo>
                      <a:cubicBezTo>
                        <a:pt x="1614120" y="523423"/>
                        <a:pt x="1576019" y="510088"/>
                        <a:pt x="1537537" y="499038"/>
                      </a:cubicBezTo>
                      <a:cubicBezTo>
                        <a:pt x="1523059" y="495038"/>
                        <a:pt x="1505724" y="501706"/>
                        <a:pt x="1489720" y="503038"/>
                      </a:cubicBezTo>
                      <a:cubicBezTo>
                        <a:pt x="1484004" y="503420"/>
                        <a:pt x="1477717" y="503992"/>
                        <a:pt x="1472575" y="502086"/>
                      </a:cubicBezTo>
                      <a:cubicBezTo>
                        <a:pt x="1422854" y="483797"/>
                        <a:pt x="1372368" y="469891"/>
                        <a:pt x="1318456" y="479415"/>
                      </a:cubicBezTo>
                      <a:cubicBezTo>
                        <a:pt x="1313504" y="480369"/>
                        <a:pt x="1307978" y="478273"/>
                        <a:pt x="1303024" y="476939"/>
                      </a:cubicBezTo>
                      <a:cubicBezTo>
                        <a:pt x="1278829" y="470081"/>
                        <a:pt x="1255206" y="459223"/>
                        <a:pt x="1230633" y="456746"/>
                      </a:cubicBezTo>
                      <a:cubicBezTo>
                        <a:pt x="1170051" y="450650"/>
                        <a:pt x="1109091" y="448172"/>
                        <a:pt x="1048125" y="444172"/>
                      </a:cubicBezTo>
                      <a:cubicBezTo>
                        <a:pt x="1044315" y="443982"/>
                        <a:pt x="1040315" y="443982"/>
                        <a:pt x="1036887" y="442648"/>
                      </a:cubicBezTo>
                      <a:cubicBezTo>
                        <a:pt x="1014406" y="434456"/>
                        <a:pt x="994785" y="437124"/>
                        <a:pt x="975733" y="452744"/>
                      </a:cubicBezTo>
                      <a:cubicBezTo>
                        <a:pt x="967350" y="459603"/>
                        <a:pt x="955920" y="463223"/>
                        <a:pt x="945444" y="467033"/>
                      </a:cubicBezTo>
                      <a:cubicBezTo>
                        <a:pt x="930011" y="472749"/>
                        <a:pt x="914200" y="478273"/>
                        <a:pt x="898198" y="481893"/>
                      </a:cubicBezTo>
                      <a:cubicBezTo>
                        <a:pt x="882384" y="485321"/>
                        <a:pt x="865430" y="490084"/>
                        <a:pt x="850189" y="487417"/>
                      </a:cubicBezTo>
                      <a:cubicBezTo>
                        <a:pt x="822756" y="482655"/>
                        <a:pt x="796655" y="471987"/>
                        <a:pt x="769605" y="464937"/>
                      </a:cubicBezTo>
                      <a:cubicBezTo>
                        <a:pt x="760270" y="462461"/>
                        <a:pt x="749982" y="462843"/>
                        <a:pt x="740268" y="462651"/>
                      </a:cubicBezTo>
                      <a:cubicBezTo>
                        <a:pt x="717977" y="462081"/>
                        <a:pt x="695116" y="467605"/>
                        <a:pt x="674923" y="451792"/>
                      </a:cubicBezTo>
                      <a:cubicBezTo>
                        <a:pt x="656255" y="436934"/>
                        <a:pt x="637392" y="441314"/>
                        <a:pt x="617772" y="452554"/>
                      </a:cubicBezTo>
                      <a:cubicBezTo>
                        <a:pt x="603673" y="460557"/>
                        <a:pt x="587672" y="466843"/>
                        <a:pt x="571860" y="469891"/>
                      </a:cubicBezTo>
                      <a:cubicBezTo>
                        <a:pt x="550141" y="474081"/>
                        <a:pt x="528615" y="475797"/>
                        <a:pt x="505182" y="473319"/>
                      </a:cubicBezTo>
                      <a:cubicBezTo>
                        <a:pt x="488607" y="471605"/>
                        <a:pt x="475081" y="470843"/>
                        <a:pt x="462126" y="460747"/>
                      </a:cubicBezTo>
                      <a:cubicBezTo>
                        <a:pt x="460032" y="459223"/>
                        <a:pt x="456222" y="458841"/>
                        <a:pt x="453364" y="459033"/>
                      </a:cubicBezTo>
                      <a:cubicBezTo>
                        <a:pt x="415835" y="462271"/>
                        <a:pt x="378686" y="460557"/>
                        <a:pt x="340774" y="458268"/>
                      </a:cubicBezTo>
                      <a:cubicBezTo>
                        <a:pt x="292579" y="455222"/>
                        <a:pt x="241901" y="464175"/>
                        <a:pt x="200182" y="496180"/>
                      </a:cubicBezTo>
                      <a:cubicBezTo>
                        <a:pt x="194085" y="500944"/>
                        <a:pt x="184941" y="503038"/>
                        <a:pt x="176939" y="504182"/>
                      </a:cubicBezTo>
                      <a:cubicBezTo>
                        <a:pt x="139219" y="509134"/>
                        <a:pt x="101308" y="512564"/>
                        <a:pt x="63587" y="518088"/>
                      </a:cubicBezTo>
                      <a:cubicBezTo>
                        <a:pt x="43012" y="521137"/>
                        <a:pt x="21486" y="523805"/>
                        <a:pt x="2817" y="532187"/>
                      </a:cubicBezTo>
                      <a:lnTo>
                        <a:pt x="0" y="533314"/>
                      </a:lnTo>
                      <a:close/>
                    </a:path>
                  </a:pathLst>
                </a:cu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" name="Freeform: Shape 15">
                  <a:extLst>
                    <a:ext uri="{FF2B5EF4-FFF2-40B4-BE49-F238E27FC236}">
                      <a16:creationId xmlns:a16="http://schemas.microsoft.com/office/drawing/2014/main" id="{83BEF371-1E22-4C4F-A62F-AC6B92CAE0B5}"/>
                    </a:ext>
                    <a:ext uri="{C183D7F6-B498-43B3-948B-1728B52AA6E4}">
                      <adec:decorative xmlns:adec="http://schemas.microsoft.com/office/drawing/2017/decorative" val="1"/>
                    </a:ext>
                  </a:extLst>
                </p:cNvPr>
                <p:cNvSpPr/>
                <p:nvPr>
                  <p:extLst>
                    <p:ext uri="{386F3935-93C4-4BCD-93E2-E3B085C9AB24}">
                      <p16:designElem xmlns:p16="http://schemas.microsoft.com/office/powerpoint/2015/main" val="1"/>
                    </p:ext>
                  </p:extLst>
                </p:nvPr>
              </p:nvSpPr>
              <p:spPr>
                <a:xfrm rot="16200000" flipH="1">
                  <a:off x="715166" y="2991642"/>
                  <a:ext cx="6858001" cy="874716"/>
                </a:xfrm>
                <a:custGeom>
                  <a:avLst/>
                  <a:gdLst>
                    <a:gd name="connsiteX0" fmla="*/ 0 w 6858001"/>
                    <a:gd name="connsiteY0" fmla="*/ 533314 h 874716"/>
                    <a:gd name="connsiteX1" fmla="*/ 0 w 6858001"/>
                    <a:gd name="connsiteY1" fmla="*/ 69206 h 874716"/>
                    <a:gd name="connsiteX2" fmla="*/ 21486 w 6858001"/>
                    <a:gd name="connsiteY2" fmla="*/ 71924 h 874716"/>
                    <a:gd name="connsiteX3" fmla="*/ 228948 w 6858001"/>
                    <a:gd name="connsiteY3" fmla="*/ 88116 h 874716"/>
                    <a:gd name="connsiteX4" fmla="*/ 313533 w 6858001"/>
                    <a:gd name="connsiteY4" fmla="*/ 62779 h 874716"/>
                    <a:gd name="connsiteX5" fmla="*/ 338870 w 6858001"/>
                    <a:gd name="connsiteY5" fmla="*/ 62207 h 874716"/>
                    <a:gd name="connsiteX6" fmla="*/ 395640 w 6858001"/>
                    <a:gd name="connsiteY6" fmla="*/ 72114 h 874716"/>
                    <a:gd name="connsiteX7" fmla="*/ 512802 w 6858001"/>
                    <a:gd name="connsiteY7" fmla="*/ 65446 h 874716"/>
                    <a:gd name="connsiteX8" fmla="*/ 556047 w 6858001"/>
                    <a:gd name="connsiteY8" fmla="*/ 55349 h 874716"/>
                    <a:gd name="connsiteX9" fmla="*/ 580050 w 6858001"/>
                    <a:gd name="connsiteY9" fmla="*/ 48871 h 874716"/>
                    <a:gd name="connsiteX10" fmla="*/ 703308 w 6858001"/>
                    <a:gd name="connsiteY10" fmla="*/ 30964 h 874716"/>
                    <a:gd name="connsiteX11" fmla="*/ 758174 w 6858001"/>
                    <a:gd name="connsiteY11" fmla="*/ 11724 h 874716"/>
                    <a:gd name="connsiteX12" fmla="*/ 773035 w 6858001"/>
                    <a:gd name="connsiteY12" fmla="*/ 8866 h 874716"/>
                    <a:gd name="connsiteX13" fmla="*/ 854379 w 6858001"/>
                    <a:gd name="connsiteY13" fmla="*/ 16866 h 874716"/>
                    <a:gd name="connsiteX14" fmla="*/ 915343 w 6858001"/>
                    <a:gd name="connsiteY14" fmla="*/ 47919 h 874716"/>
                    <a:gd name="connsiteX15" fmla="*/ 927155 w 6858001"/>
                    <a:gd name="connsiteY15" fmla="*/ 58397 h 874716"/>
                    <a:gd name="connsiteX16" fmla="*/ 1097087 w 6858001"/>
                    <a:gd name="connsiteY16" fmla="*/ 54777 h 874716"/>
                    <a:gd name="connsiteX17" fmla="*/ 1123185 w 6858001"/>
                    <a:gd name="connsiteY17" fmla="*/ 50395 h 874716"/>
                    <a:gd name="connsiteX18" fmla="*/ 1249302 w 6858001"/>
                    <a:gd name="connsiteY18" fmla="*/ 68684 h 874716"/>
                    <a:gd name="connsiteX19" fmla="*/ 1286069 w 6858001"/>
                    <a:gd name="connsiteY19" fmla="*/ 72304 h 874716"/>
                    <a:gd name="connsiteX20" fmla="*/ 1417899 w 6858001"/>
                    <a:gd name="connsiteY20" fmla="*/ 88688 h 874716"/>
                    <a:gd name="connsiteX21" fmla="*/ 1436568 w 6858001"/>
                    <a:gd name="connsiteY21" fmla="*/ 73448 h 874716"/>
                    <a:gd name="connsiteX22" fmla="*/ 1490292 w 6858001"/>
                    <a:gd name="connsiteY22" fmla="*/ 35154 h 874716"/>
                    <a:gd name="connsiteX23" fmla="*/ 1596213 w 6858001"/>
                    <a:gd name="connsiteY23" fmla="*/ 1245 h 874716"/>
                    <a:gd name="connsiteX24" fmla="*/ 1624980 w 6858001"/>
                    <a:gd name="connsiteY24" fmla="*/ 3150 h 874716"/>
                    <a:gd name="connsiteX25" fmla="*/ 1697753 w 6858001"/>
                    <a:gd name="connsiteY25" fmla="*/ 59731 h 874716"/>
                    <a:gd name="connsiteX26" fmla="*/ 1733188 w 6858001"/>
                    <a:gd name="connsiteY26" fmla="*/ 82400 h 874716"/>
                    <a:gd name="connsiteX27" fmla="*/ 1833775 w 6858001"/>
                    <a:gd name="connsiteY27" fmla="*/ 124121 h 874716"/>
                    <a:gd name="connsiteX28" fmla="*/ 1842158 w 6858001"/>
                    <a:gd name="connsiteY28" fmla="*/ 131742 h 874716"/>
                    <a:gd name="connsiteX29" fmla="*/ 1916454 w 6858001"/>
                    <a:gd name="connsiteY29" fmla="*/ 222233 h 874716"/>
                    <a:gd name="connsiteX30" fmla="*/ 1933219 w 6858001"/>
                    <a:gd name="connsiteY30" fmla="*/ 237663 h 874716"/>
                    <a:gd name="connsiteX31" fmla="*/ 1953413 w 6858001"/>
                    <a:gd name="connsiteY31" fmla="*/ 261668 h 874716"/>
                    <a:gd name="connsiteX32" fmla="*/ 2016469 w 6858001"/>
                    <a:gd name="connsiteY32" fmla="*/ 308151 h 874716"/>
                    <a:gd name="connsiteX33" fmla="*/ 2094578 w 6858001"/>
                    <a:gd name="connsiteY33" fmla="*/ 323010 h 874716"/>
                    <a:gd name="connsiteX34" fmla="*/ 2188879 w 6858001"/>
                    <a:gd name="connsiteY34" fmla="*/ 345681 h 874716"/>
                    <a:gd name="connsiteX35" fmla="*/ 2228314 w 6858001"/>
                    <a:gd name="connsiteY35" fmla="*/ 360921 h 874716"/>
                    <a:gd name="connsiteX36" fmla="*/ 2334044 w 6858001"/>
                    <a:gd name="connsiteY36" fmla="*/ 389878 h 874716"/>
                    <a:gd name="connsiteX37" fmla="*/ 2409485 w 6858001"/>
                    <a:gd name="connsiteY37" fmla="*/ 414263 h 874716"/>
                    <a:gd name="connsiteX38" fmla="*/ 2518264 w 6858001"/>
                    <a:gd name="connsiteY38" fmla="*/ 428552 h 874716"/>
                    <a:gd name="connsiteX39" fmla="*/ 2571034 w 6858001"/>
                    <a:gd name="connsiteY39" fmla="*/ 429122 h 874716"/>
                    <a:gd name="connsiteX40" fmla="*/ 2668001 w 6858001"/>
                    <a:gd name="connsiteY40" fmla="*/ 502276 h 874716"/>
                    <a:gd name="connsiteX41" fmla="*/ 2745348 w 6858001"/>
                    <a:gd name="connsiteY41" fmla="*/ 550666 h 874716"/>
                    <a:gd name="connsiteX42" fmla="*/ 2826694 w 6858001"/>
                    <a:gd name="connsiteY42" fmla="*/ 527233 h 874716"/>
                    <a:gd name="connsiteX43" fmla="*/ 2848793 w 6858001"/>
                    <a:gd name="connsiteY43" fmla="*/ 505134 h 874716"/>
                    <a:gd name="connsiteX44" fmla="*/ 2982148 w 6858001"/>
                    <a:gd name="connsiteY44" fmla="*/ 484179 h 874716"/>
                    <a:gd name="connsiteX45" fmla="*/ 3172654 w 6858001"/>
                    <a:gd name="connsiteY45" fmla="*/ 483417 h 874716"/>
                    <a:gd name="connsiteX46" fmla="*/ 3489467 w 6858001"/>
                    <a:gd name="connsiteY46" fmla="*/ 435790 h 874716"/>
                    <a:gd name="connsiteX47" fmla="*/ 3544713 w 6858001"/>
                    <a:gd name="connsiteY47" fmla="*/ 413691 h 874716"/>
                    <a:gd name="connsiteX48" fmla="*/ 3606817 w 6858001"/>
                    <a:gd name="connsiteY48" fmla="*/ 408167 h 874716"/>
                    <a:gd name="connsiteX49" fmla="*/ 3630632 w 6858001"/>
                    <a:gd name="connsiteY49" fmla="*/ 421693 h 874716"/>
                    <a:gd name="connsiteX50" fmla="*/ 3734837 w 6858001"/>
                    <a:gd name="connsiteY50" fmla="*/ 441886 h 874716"/>
                    <a:gd name="connsiteX51" fmla="*/ 3754652 w 6858001"/>
                    <a:gd name="connsiteY51" fmla="*/ 442268 h 874716"/>
                    <a:gd name="connsiteX52" fmla="*/ 3822472 w 6858001"/>
                    <a:gd name="connsiteY52" fmla="*/ 433694 h 874716"/>
                    <a:gd name="connsiteX53" fmla="*/ 3885338 w 6858001"/>
                    <a:gd name="connsiteY53" fmla="*/ 428742 h 874716"/>
                    <a:gd name="connsiteX54" fmla="*/ 4043839 w 6858001"/>
                    <a:gd name="connsiteY54" fmla="*/ 444934 h 874716"/>
                    <a:gd name="connsiteX55" fmla="*/ 4165383 w 6858001"/>
                    <a:gd name="connsiteY55" fmla="*/ 441124 h 874716"/>
                    <a:gd name="connsiteX56" fmla="*/ 4221391 w 6858001"/>
                    <a:gd name="connsiteY56" fmla="*/ 444934 h 874716"/>
                    <a:gd name="connsiteX57" fmla="*/ 4253014 w 6858001"/>
                    <a:gd name="connsiteY57" fmla="*/ 450650 h 874716"/>
                    <a:gd name="connsiteX58" fmla="*/ 4324645 w 6858001"/>
                    <a:gd name="connsiteY58" fmla="*/ 490466 h 874716"/>
                    <a:gd name="connsiteX59" fmla="*/ 4363890 w 6858001"/>
                    <a:gd name="connsiteY59" fmla="*/ 499420 h 874716"/>
                    <a:gd name="connsiteX60" fmla="*/ 4482004 w 6858001"/>
                    <a:gd name="connsiteY60" fmla="*/ 498658 h 874716"/>
                    <a:gd name="connsiteX61" fmla="*/ 4659174 w 6858001"/>
                    <a:gd name="connsiteY61" fmla="*/ 438648 h 874716"/>
                    <a:gd name="connsiteX62" fmla="*/ 4677655 w 6858001"/>
                    <a:gd name="connsiteY62" fmla="*/ 430646 h 874716"/>
                    <a:gd name="connsiteX63" fmla="*/ 4767764 w 6858001"/>
                    <a:gd name="connsiteY63" fmla="*/ 420739 h 874716"/>
                    <a:gd name="connsiteX64" fmla="*/ 4828916 w 6858001"/>
                    <a:gd name="connsiteY64" fmla="*/ 434266 h 874716"/>
                    <a:gd name="connsiteX65" fmla="*/ 4912168 w 6858001"/>
                    <a:gd name="connsiteY65" fmla="*/ 462271 h 874716"/>
                    <a:gd name="connsiteX66" fmla="*/ 4987037 w 6858001"/>
                    <a:gd name="connsiteY66" fmla="*/ 485703 h 874716"/>
                    <a:gd name="connsiteX67" fmla="*/ 5041521 w 6858001"/>
                    <a:gd name="connsiteY67" fmla="*/ 512182 h 874716"/>
                    <a:gd name="connsiteX68" fmla="*/ 5166113 w 6858001"/>
                    <a:gd name="connsiteY68" fmla="*/ 531615 h 874716"/>
                    <a:gd name="connsiteX69" fmla="*/ 5179067 w 6858001"/>
                    <a:gd name="connsiteY69" fmla="*/ 534853 h 874716"/>
                    <a:gd name="connsiteX70" fmla="*/ 5272796 w 6858001"/>
                    <a:gd name="connsiteY70" fmla="*/ 511230 h 874716"/>
                    <a:gd name="connsiteX71" fmla="*/ 5385384 w 6858001"/>
                    <a:gd name="connsiteY71" fmla="*/ 487227 h 874716"/>
                    <a:gd name="connsiteX72" fmla="*/ 5425582 w 6858001"/>
                    <a:gd name="connsiteY72" fmla="*/ 495418 h 874716"/>
                    <a:gd name="connsiteX73" fmla="*/ 5480637 w 6858001"/>
                    <a:gd name="connsiteY73" fmla="*/ 507040 h 874716"/>
                    <a:gd name="connsiteX74" fmla="*/ 5531693 w 6858001"/>
                    <a:gd name="connsiteY74" fmla="*/ 500944 h 874716"/>
                    <a:gd name="connsiteX75" fmla="*/ 5562746 w 6858001"/>
                    <a:gd name="connsiteY75" fmla="*/ 500372 h 874716"/>
                    <a:gd name="connsiteX76" fmla="*/ 5704483 w 6858001"/>
                    <a:gd name="connsiteY76" fmla="*/ 571620 h 874716"/>
                    <a:gd name="connsiteX77" fmla="*/ 5740488 w 6858001"/>
                    <a:gd name="connsiteY77" fmla="*/ 577526 h 874716"/>
                    <a:gd name="connsiteX78" fmla="*/ 5760873 w 6858001"/>
                    <a:gd name="connsiteY78" fmla="*/ 586291 h 874716"/>
                    <a:gd name="connsiteX79" fmla="*/ 5883751 w 6858001"/>
                    <a:gd name="connsiteY79" fmla="*/ 674686 h 874716"/>
                    <a:gd name="connsiteX80" fmla="*/ 5935949 w 6858001"/>
                    <a:gd name="connsiteY80" fmla="*/ 692592 h 874716"/>
                    <a:gd name="connsiteX81" fmla="*/ 5993291 w 6858001"/>
                    <a:gd name="connsiteY81" fmla="*/ 688972 h 874716"/>
                    <a:gd name="connsiteX82" fmla="*/ 6026440 w 6858001"/>
                    <a:gd name="connsiteY82" fmla="*/ 682496 h 874716"/>
                    <a:gd name="connsiteX83" fmla="*/ 6108738 w 6858001"/>
                    <a:gd name="connsiteY83" fmla="*/ 626296 h 874716"/>
                    <a:gd name="connsiteX84" fmla="*/ 6155602 w 6858001"/>
                    <a:gd name="connsiteY84" fmla="*/ 628202 h 874716"/>
                    <a:gd name="connsiteX85" fmla="*/ 6228756 w 6858001"/>
                    <a:gd name="connsiteY85" fmla="*/ 666873 h 874716"/>
                    <a:gd name="connsiteX86" fmla="*/ 6361539 w 6858001"/>
                    <a:gd name="connsiteY86" fmla="*/ 684210 h 874716"/>
                    <a:gd name="connsiteX87" fmla="*/ 6428979 w 6858001"/>
                    <a:gd name="connsiteY87" fmla="*/ 630106 h 874716"/>
                    <a:gd name="connsiteX88" fmla="*/ 6463840 w 6858001"/>
                    <a:gd name="connsiteY88" fmla="*/ 578098 h 874716"/>
                    <a:gd name="connsiteX89" fmla="*/ 6564620 w 6858001"/>
                    <a:gd name="connsiteY89" fmla="*/ 517708 h 874716"/>
                    <a:gd name="connsiteX90" fmla="*/ 6588625 w 6858001"/>
                    <a:gd name="connsiteY90" fmla="*/ 540187 h 874716"/>
                    <a:gd name="connsiteX91" fmla="*/ 6662541 w 6858001"/>
                    <a:gd name="connsiteY91" fmla="*/ 549714 h 874716"/>
                    <a:gd name="connsiteX92" fmla="*/ 6742552 w 6858001"/>
                    <a:gd name="connsiteY92" fmla="*/ 548952 h 874716"/>
                    <a:gd name="connsiteX93" fmla="*/ 6812063 w 6858001"/>
                    <a:gd name="connsiteY93" fmla="*/ 568430 h 874716"/>
                    <a:gd name="connsiteX94" fmla="*/ 6858001 w 6858001"/>
                    <a:gd name="connsiteY94" fmla="*/ 562267 h 874716"/>
                    <a:gd name="connsiteX95" fmla="*/ 6858001 w 6858001"/>
                    <a:gd name="connsiteY95" fmla="*/ 734520 h 874716"/>
                    <a:gd name="connsiteX96" fmla="*/ 6815516 w 6858001"/>
                    <a:gd name="connsiteY96" fmla="*/ 744220 h 874716"/>
                    <a:gd name="connsiteX97" fmla="*/ 6748458 w 6858001"/>
                    <a:gd name="connsiteY97" fmla="*/ 763271 h 874716"/>
                    <a:gd name="connsiteX98" fmla="*/ 6584812 w 6858001"/>
                    <a:gd name="connsiteY98" fmla="*/ 784797 h 874716"/>
                    <a:gd name="connsiteX99" fmla="*/ 6415833 w 6858001"/>
                    <a:gd name="connsiteY99" fmla="*/ 805562 h 874716"/>
                    <a:gd name="connsiteX100" fmla="*/ 6323058 w 6858001"/>
                    <a:gd name="connsiteY100" fmla="*/ 812420 h 874716"/>
                    <a:gd name="connsiteX101" fmla="*/ 6242093 w 6858001"/>
                    <a:gd name="connsiteY101" fmla="*/ 823281 h 874716"/>
                    <a:gd name="connsiteX102" fmla="*/ 6171605 w 6858001"/>
                    <a:gd name="connsiteY102" fmla="*/ 830139 h 874716"/>
                    <a:gd name="connsiteX103" fmla="*/ 6059397 w 6858001"/>
                    <a:gd name="connsiteY103" fmla="*/ 844045 h 874716"/>
                    <a:gd name="connsiteX104" fmla="*/ 6012723 w 6858001"/>
                    <a:gd name="connsiteY104" fmla="*/ 847665 h 874716"/>
                    <a:gd name="connsiteX105" fmla="*/ 5902610 w 6858001"/>
                    <a:gd name="connsiteY105" fmla="*/ 847473 h 874716"/>
                    <a:gd name="connsiteX106" fmla="*/ 5864318 w 6858001"/>
                    <a:gd name="connsiteY106" fmla="*/ 845569 h 874716"/>
                    <a:gd name="connsiteX107" fmla="*/ 5790592 w 6858001"/>
                    <a:gd name="connsiteY107" fmla="*/ 821947 h 874716"/>
                    <a:gd name="connsiteX108" fmla="*/ 5781830 w 6858001"/>
                    <a:gd name="connsiteY108" fmla="*/ 820233 h 874716"/>
                    <a:gd name="connsiteX109" fmla="*/ 5733440 w 6858001"/>
                    <a:gd name="connsiteY109" fmla="*/ 810896 h 874716"/>
                    <a:gd name="connsiteX110" fmla="*/ 5706959 w 6858001"/>
                    <a:gd name="connsiteY110" fmla="*/ 807848 h 874716"/>
                    <a:gd name="connsiteX111" fmla="*/ 5606372 w 6858001"/>
                    <a:gd name="connsiteY111" fmla="*/ 788417 h 874716"/>
                    <a:gd name="connsiteX112" fmla="*/ 5548460 w 6858001"/>
                    <a:gd name="connsiteY112" fmla="*/ 779273 h 874716"/>
                    <a:gd name="connsiteX113" fmla="*/ 5501594 w 6858001"/>
                    <a:gd name="connsiteY113" fmla="*/ 780607 h 874716"/>
                    <a:gd name="connsiteX114" fmla="*/ 5419295 w 6858001"/>
                    <a:gd name="connsiteY114" fmla="*/ 782321 h 874716"/>
                    <a:gd name="connsiteX115" fmla="*/ 5393005 w 6858001"/>
                    <a:gd name="connsiteY115" fmla="*/ 786703 h 874716"/>
                    <a:gd name="connsiteX116" fmla="*/ 5274129 w 6858001"/>
                    <a:gd name="connsiteY116" fmla="*/ 774129 h 874716"/>
                    <a:gd name="connsiteX117" fmla="*/ 5206308 w 6858001"/>
                    <a:gd name="connsiteY117" fmla="*/ 773177 h 874716"/>
                    <a:gd name="connsiteX118" fmla="*/ 5129916 w 6858001"/>
                    <a:gd name="connsiteY118" fmla="*/ 757554 h 874716"/>
                    <a:gd name="connsiteX119" fmla="*/ 5107627 w 6858001"/>
                    <a:gd name="connsiteY119" fmla="*/ 758316 h 874716"/>
                    <a:gd name="connsiteX120" fmla="*/ 5082670 w 6858001"/>
                    <a:gd name="connsiteY120" fmla="*/ 759651 h 874716"/>
                    <a:gd name="connsiteX121" fmla="*/ 5006086 w 6858001"/>
                    <a:gd name="connsiteY121" fmla="*/ 760795 h 874716"/>
                    <a:gd name="connsiteX122" fmla="*/ 4959602 w 6858001"/>
                    <a:gd name="connsiteY122" fmla="*/ 766509 h 874716"/>
                    <a:gd name="connsiteX123" fmla="*/ 4871019 w 6858001"/>
                    <a:gd name="connsiteY123" fmla="*/ 763081 h 874716"/>
                    <a:gd name="connsiteX124" fmla="*/ 4838250 w 6858001"/>
                    <a:gd name="connsiteY124" fmla="*/ 768033 h 874716"/>
                    <a:gd name="connsiteX125" fmla="*/ 4755381 w 6858001"/>
                    <a:gd name="connsiteY125" fmla="*/ 768605 h 874716"/>
                    <a:gd name="connsiteX126" fmla="*/ 4681083 w 6858001"/>
                    <a:gd name="connsiteY126" fmla="*/ 765747 h 874716"/>
                    <a:gd name="connsiteX127" fmla="*/ 4609452 w 6858001"/>
                    <a:gd name="connsiteY127" fmla="*/ 767271 h 874716"/>
                    <a:gd name="connsiteX128" fmla="*/ 4558207 w 6858001"/>
                    <a:gd name="connsiteY128" fmla="*/ 773557 h 874716"/>
                    <a:gd name="connsiteX129" fmla="*/ 4502579 w 6858001"/>
                    <a:gd name="connsiteY129" fmla="*/ 777367 h 874716"/>
                    <a:gd name="connsiteX130" fmla="*/ 4349222 w 6858001"/>
                    <a:gd name="connsiteY130" fmla="*/ 800038 h 874716"/>
                    <a:gd name="connsiteX131" fmla="*/ 4320837 w 6858001"/>
                    <a:gd name="connsiteY131" fmla="*/ 794514 h 874716"/>
                    <a:gd name="connsiteX132" fmla="*/ 4159667 w 6858001"/>
                    <a:gd name="connsiteY132" fmla="*/ 789370 h 874716"/>
                    <a:gd name="connsiteX133" fmla="*/ 4124614 w 6858001"/>
                    <a:gd name="connsiteY133" fmla="*/ 789752 h 874716"/>
                    <a:gd name="connsiteX134" fmla="*/ 4030503 w 6858001"/>
                    <a:gd name="connsiteY134" fmla="*/ 767271 h 874716"/>
                    <a:gd name="connsiteX135" fmla="*/ 3885338 w 6858001"/>
                    <a:gd name="connsiteY135" fmla="*/ 802896 h 874716"/>
                    <a:gd name="connsiteX136" fmla="*/ 3749506 w 6858001"/>
                    <a:gd name="connsiteY136" fmla="*/ 847473 h 874716"/>
                    <a:gd name="connsiteX137" fmla="*/ 3732361 w 6858001"/>
                    <a:gd name="connsiteY137" fmla="*/ 853190 h 874716"/>
                    <a:gd name="connsiteX138" fmla="*/ 3683591 w 6858001"/>
                    <a:gd name="connsiteY138" fmla="*/ 862906 h 874716"/>
                    <a:gd name="connsiteX139" fmla="*/ 3623201 w 6858001"/>
                    <a:gd name="connsiteY139" fmla="*/ 866334 h 874716"/>
                    <a:gd name="connsiteX140" fmla="*/ 3546617 w 6858001"/>
                    <a:gd name="connsiteY140" fmla="*/ 874716 h 874716"/>
                    <a:gd name="connsiteX141" fmla="*/ 3485275 w 6858001"/>
                    <a:gd name="connsiteY141" fmla="*/ 864238 h 874716"/>
                    <a:gd name="connsiteX142" fmla="*/ 3399546 w 6858001"/>
                    <a:gd name="connsiteY142" fmla="*/ 848618 h 874716"/>
                    <a:gd name="connsiteX143" fmla="*/ 3318771 w 6858001"/>
                    <a:gd name="connsiteY143" fmla="*/ 833757 h 874716"/>
                    <a:gd name="connsiteX144" fmla="*/ 3293244 w 6858001"/>
                    <a:gd name="connsiteY144" fmla="*/ 851284 h 874716"/>
                    <a:gd name="connsiteX145" fmla="*/ 3253809 w 6858001"/>
                    <a:gd name="connsiteY145" fmla="*/ 866524 h 874716"/>
                    <a:gd name="connsiteX146" fmla="*/ 3209993 w 6858001"/>
                    <a:gd name="connsiteY146" fmla="*/ 848235 h 874716"/>
                    <a:gd name="connsiteX147" fmla="*/ 3107500 w 6858001"/>
                    <a:gd name="connsiteY147" fmla="*/ 810326 h 874716"/>
                    <a:gd name="connsiteX148" fmla="*/ 3042728 w 6858001"/>
                    <a:gd name="connsiteY148" fmla="*/ 808610 h 874716"/>
                    <a:gd name="connsiteX149" fmla="*/ 2901943 w 6858001"/>
                    <a:gd name="connsiteY149" fmla="*/ 792418 h 874716"/>
                    <a:gd name="connsiteX150" fmla="*/ 2809930 w 6858001"/>
                    <a:gd name="connsiteY150" fmla="*/ 769367 h 874716"/>
                    <a:gd name="connsiteX151" fmla="*/ 2743826 w 6858001"/>
                    <a:gd name="connsiteY151" fmla="*/ 743268 h 874716"/>
                    <a:gd name="connsiteX152" fmla="*/ 2649143 w 6858001"/>
                    <a:gd name="connsiteY152" fmla="*/ 709167 h 874716"/>
                    <a:gd name="connsiteX153" fmla="*/ 2554079 w 6858001"/>
                    <a:gd name="connsiteY153" fmla="*/ 691450 h 874716"/>
                    <a:gd name="connsiteX154" fmla="*/ 2485307 w 6858001"/>
                    <a:gd name="connsiteY154" fmla="*/ 669160 h 874716"/>
                    <a:gd name="connsiteX155" fmla="*/ 2401292 w 6858001"/>
                    <a:gd name="connsiteY155" fmla="*/ 653919 h 874716"/>
                    <a:gd name="connsiteX156" fmla="*/ 2330806 w 6858001"/>
                    <a:gd name="connsiteY156" fmla="*/ 653349 h 874716"/>
                    <a:gd name="connsiteX157" fmla="*/ 2220312 w 6858001"/>
                    <a:gd name="connsiteY157" fmla="*/ 656015 h 874716"/>
                    <a:gd name="connsiteX158" fmla="*/ 2085054 w 6858001"/>
                    <a:gd name="connsiteY158" fmla="*/ 609914 h 874716"/>
                    <a:gd name="connsiteX159" fmla="*/ 2030378 w 6858001"/>
                    <a:gd name="connsiteY159" fmla="*/ 599625 h 874716"/>
                    <a:gd name="connsiteX160" fmla="*/ 1978940 w 6858001"/>
                    <a:gd name="connsiteY160" fmla="*/ 594863 h 874716"/>
                    <a:gd name="connsiteX161" fmla="*/ 1869780 w 6858001"/>
                    <a:gd name="connsiteY161" fmla="*/ 564192 h 874716"/>
                    <a:gd name="connsiteX162" fmla="*/ 1825393 w 6858001"/>
                    <a:gd name="connsiteY162" fmla="*/ 554094 h 874716"/>
                    <a:gd name="connsiteX163" fmla="*/ 1763287 w 6858001"/>
                    <a:gd name="connsiteY163" fmla="*/ 554286 h 874716"/>
                    <a:gd name="connsiteX164" fmla="*/ 1650317 w 6858001"/>
                    <a:gd name="connsiteY164" fmla="*/ 540187 h 874716"/>
                    <a:gd name="connsiteX165" fmla="*/ 1537537 w 6858001"/>
                    <a:gd name="connsiteY165" fmla="*/ 499038 h 874716"/>
                    <a:gd name="connsiteX166" fmla="*/ 1489720 w 6858001"/>
                    <a:gd name="connsiteY166" fmla="*/ 503038 h 874716"/>
                    <a:gd name="connsiteX167" fmla="*/ 1472575 w 6858001"/>
                    <a:gd name="connsiteY167" fmla="*/ 502086 h 874716"/>
                    <a:gd name="connsiteX168" fmla="*/ 1318456 w 6858001"/>
                    <a:gd name="connsiteY168" fmla="*/ 479415 h 874716"/>
                    <a:gd name="connsiteX169" fmla="*/ 1303024 w 6858001"/>
                    <a:gd name="connsiteY169" fmla="*/ 476939 h 874716"/>
                    <a:gd name="connsiteX170" fmla="*/ 1230633 w 6858001"/>
                    <a:gd name="connsiteY170" fmla="*/ 456746 h 874716"/>
                    <a:gd name="connsiteX171" fmla="*/ 1048125 w 6858001"/>
                    <a:gd name="connsiteY171" fmla="*/ 444172 h 874716"/>
                    <a:gd name="connsiteX172" fmla="*/ 1036887 w 6858001"/>
                    <a:gd name="connsiteY172" fmla="*/ 442648 h 874716"/>
                    <a:gd name="connsiteX173" fmla="*/ 975733 w 6858001"/>
                    <a:gd name="connsiteY173" fmla="*/ 452744 h 874716"/>
                    <a:gd name="connsiteX174" fmla="*/ 945444 w 6858001"/>
                    <a:gd name="connsiteY174" fmla="*/ 467033 h 874716"/>
                    <a:gd name="connsiteX175" fmla="*/ 898198 w 6858001"/>
                    <a:gd name="connsiteY175" fmla="*/ 481893 h 874716"/>
                    <a:gd name="connsiteX176" fmla="*/ 850189 w 6858001"/>
                    <a:gd name="connsiteY176" fmla="*/ 487417 h 874716"/>
                    <a:gd name="connsiteX177" fmla="*/ 769605 w 6858001"/>
                    <a:gd name="connsiteY177" fmla="*/ 464937 h 874716"/>
                    <a:gd name="connsiteX178" fmla="*/ 740268 w 6858001"/>
                    <a:gd name="connsiteY178" fmla="*/ 462651 h 874716"/>
                    <a:gd name="connsiteX179" fmla="*/ 674923 w 6858001"/>
                    <a:gd name="connsiteY179" fmla="*/ 451792 h 874716"/>
                    <a:gd name="connsiteX180" fmla="*/ 617772 w 6858001"/>
                    <a:gd name="connsiteY180" fmla="*/ 452554 h 874716"/>
                    <a:gd name="connsiteX181" fmla="*/ 571860 w 6858001"/>
                    <a:gd name="connsiteY181" fmla="*/ 469891 h 874716"/>
                    <a:gd name="connsiteX182" fmla="*/ 505182 w 6858001"/>
                    <a:gd name="connsiteY182" fmla="*/ 473319 h 874716"/>
                    <a:gd name="connsiteX183" fmla="*/ 462126 w 6858001"/>
                    <a:gd name="connsiteY183" fmla="*/ 460747 h 874716"/>
                    <a:gd name="connsiteX184" fmla="*/ 453364 w 6858001"/>
                    <a:gd name="connsiteY184" fmla="*/ 459033 h 874716"/>
                    <a:gd name="connsiteX185" fmla="*/ 340774 w 6858001"/>
                    <a:gd name="connsiteY185" fmla="*/ 458268 h 874716"/>
                    <a:gd name="connsiteX186" fmla="*/ 200182 w 6858001"/>
                    <a:gd name="connsiteY186" fmla="*/ 496180 h 874716"/>
                    <a:gd name="connsiteX187" fmla="*/ 176939 w 6858001"/>
                    <a:gd name="connsiteY187" fmla="*/ 504182 h 874716"/>
                    <a:gd name="connsiteX188" fmla="*/ 63587 w 6858001"/>
                    <a:gd name="connsiteY188" fmla="*/ 518088 h 874716"/>
                    <a:gd name="connsiteX189" fmla="*/ 2817 w 6858001"/>
                    <a:gd name="connsiteY189" fmla="*/ 532187 h 874716"/>
                    <a:gd name="connsiteX190" fmla="*/ 0 w 6858001"/>
                    <a:gd name="connsiteY190" fmla="*/ 533314 h 874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</a:cxnLst>
                  <a:rect l="l" t="t" r="r" b="b"/>
                  <a:pathLst>
                    <a:path w="6858001" h="874716">
                      <a:moveTo>
                        <a:pt x="0" y="533314"/>
                      </a:moveTo>
                      <a:lnTo>
                        <a:pt x="0" y="69206"/>
                      </a:lnTo>
                      <a:lnTo>
                        <a:pt x="21486" y="71924"/>
                      </a:lnTo>
                      <a:cubicBezTo>
                        <a:pt x="92546" y="60493"/>
                        <a:pt x="159604" y="87354"/>
                        <a:pt x="228948" y="88116"/>
                      </a:cubicBezTo>
                      <a:cubicBezTo>
                        <a:pt x="260382" y="88496"/>
                        <a:pt x="291435" y="94592"/>
                        <a:pt x="313533" y="62779"/>
                      </a:cubicBezTo>
                      <a:cubicBezTo>
                        <a:pt x="316389" y="58587"/>
                        <a:pt x="330298" y="60873"/>
                        <a:pt x="338870" y="62207"/>
                      </a:cubicBezTo>
                      <a:cubicBezTo>
                        <a:pt x="357921" y="65066"/>
                        <a:pt x="376781" y="72304"/>
                        <a:pt x="395640" y="72114"/>
                      </a:cubicBezTo>
                      <a:cubicBezTo>
                        <a:pt x="434695" y="71924"/>
                        <a:pt x="473939" y="68876"/>
                        <a:pt x="512802" y="65446"/>
                      </a:cubicBezTo>
                      <a:cubicBezTo>
                        <a:pt x="527470" y="64112"/>
                        <a:pt x="541569" y="58969"/>
                        <a:pt x="556047" y="55349"/>
                      </a:cubicBezTo>
                      <a:cubicBezTo>
                        <a:pt x="564048" y="53253"/>
                        <a:pt x="572622" y="47729"/>
                        <a:pt x="580050" y="48871"/>
                      </a:cubicBezTo>
                      <a:cubicBezTo>
                        <a:pt x="623106" y="55539"/>
                        <a:pt x="662541" y="39157"/>
                        <a:pt x="703308" y="30964"/>
                      </a:cubicBezTo>
                      <a:cubicBezTo>
                        <a:pt x="722169" y="27154"/>
                        <a:pt x="739886" y="18010"/>
                        <a:pt x="758174" y="11724"/>
                      </a:cubicBezTo>
                      <a:cubicBezTo>
                        <a:pt x="762936" y="10008"/>
                        <a:pt x="768271" y="8484"/>
                        <a:pt x="773035" y="8866"/>
                      </a:cubicBezTo>
                      <a:cubicBezTo>
                        <a:pt x="800276" y="11152"/>
                        <a:pt x="827329" y="14390"/>
                        <a:pt x="854379" y="16866"/>
                      </a:cubicBezTo>
                      <a:cubicBezTo>
                        <a:pt x="878956" y="19152"/>
                        <a:pt x="903722" y="19914"/>
                        <a:pt x="915343" y="47919"/>
                      </a:cubicBezTo>
                      <a:cubicBezTo>
                        <a:pt x="917059" y="52301"/>
                        <a:pt x="922773" y="55539"/>
                        <a:pt x="927155" y="58397"/>
                      </a:cubicBezTo>
                      <a:cubicBezTo>
                        <a:pt x="994785" y="102405"/>
                        <a:pt x="1030980" y="101261"/>
                        <a:pt x="1097087" y="54777"/>
                      </a:cubicBezTo>
                      <a:cubicBezTo>
                        <a:pt x="1103945" y="50015"/>
                        <a:pt x="1118613" y="46585"/>
                        <a:pt x="1123185" y="50395"/>
                      </a:cubicBezTo>
                      <a:cubicBezTo>
                        <a:pt x="1162049" y="82020"/>
                        <a:pt x="1204532" y="78590"/>
                        <a:pt x="1249302" y="68684"/>
                      </a:cubicBezTo>
                      <a:cubicBezTo>
                        <a:pt x="1260922" y="66018"/>
                        <a:pt x="1277307" y="66018"/>
                        <a:pt x="1286069" y="72304"/>
                      </a:cubicBezTo>
                      <a:cubicBezTo>
                        <a:pt x="1327790" y="101451"/>
                        <a:pt x="1372560" y="97261"/>
                        <a:pt x="1417899" y="88688"/>
                      </a:cubicBezTo>
                      <a:cubicBezTo>
                        <a:pt x="1424948" y="87354"/>
                        <a:pt x="1433522" y="80114"/>
                        <a:pt x="1436568" y="73448"/>
                      </a:cubicBezTo>
                      <a:cubicBezTo>
                        <a:pt x="1447428" y="49825"/>
                        <a:pt x="1467813" y="41823"/>
                        <a:pt x="1490292" y="35154"/>
                      </a:cubicBezTo>
                      <a:cubicBezTo>
                        <a:pt x="1525727" y="24296"/>
                        <a:pt x="1560588" y="11532"/>
                        <a:pt x="1596213" y="1245"/>
                      </a:cubicBezTo>
                      <a:cubicBezTo>
                        <a:pt x="1604978" y="-1231"/>
                        <a:pt x="1615836" y="293"/>
                        <a:pt x="1624980" y="3150"/>
                      </a:cubicBezTo>
                      <a:cubicBezTo>
                        <a:pt x="1656223" y="12866"/>
                        <a:pt x="1676036" y="37251"/>
                        <a:pt x="1697753" y="59731"/>
                      </a:cubicBezTo>
                      <a:cubicBezTo>
                        <a:pt x="1707279" y="69638"/>
                        <a:pt x="1720423" y="76686"/>
                        <a:pt x="1733188" y="82400"/>
                      </a:cubicBezTo>
                      <a:cubicBezTo>
                        <a:pt x="1766335" y="97071"/>
                        <a:pt x="1800246" y="110215"/>
                        <a:pt x="1833775" y="124121"/>
                      </a:cubicBezTo>
                      <a:cubicBezTo>
                        <a:pt x="1837013" y="125455"/>
                        <a:pt x="1839679" y="128884"/>
                        <a:pt x="1842158" y="131742"/>
                      </a:cubicBezTo>
                      <a:cubicBezTo>
                        <a:pt x="1866922" y="161843"/>
                        <a:pt x="1891497" y="192132"/>
                        <a:pt x="1916454" y="222233"/>
                      </a:cubicBezTo>
                      <a:cubicBezTo>
                        <a:pt x="1921216" y="227947"/>
                        <a:pt x="1928076" y="232139"/>
                        <a:pt x="1933219" y="237663"/>
                      </a:cubicBezTo>
                      <a:cubicBezTo>
                        <a:pt x="1940459" y="245283"/>
                        <a:pt x="1949603" y="252524"/>
                        <a:pt x="1953413" y="261668"/>
                      </a:cubicBezTo>
                      <a:cubicBezTo>
                        <a:pt x="1965224" y="290433"/>
                        <a:pt x="1987894" y="302817"/>
                        <a:pt x="2016469" y="308151"/>
                      </a:cubicBezTo>
                      <a:cubicBezTo>
                        <a:pt x="2042570" y="313104"/>
                        <a:pt x="2068669" y="317296"/>
                        <a:pt x="2094578" y="323010"/>
                      </a:cubicBezTo>
                      <a:cubicBezTo>
                        <a:pt x="2126201" y="329868"/>
                        <a:pt x="2157636" y="337298"/>
                        <a:pt x="2188879" y="345681"/>
                      </a:cubicBezTo>
                      <a:cubicBezTo>
                        <a:pt x="2202404" y="349301"/>
                        <a:pt x="2216692" y="353491"/>
                        <a:pt x="2228314" y="360921"/>
                      </a:cubicBezTo>
                      <a:cubicBezTo>
                        <a:pt x="2260890" y="381496"/>
                        <a:pt x="2295753" y="395402"/>
                        <a:pt x="2334044" y="389878"/>
                      </a:cubicBezTo>
                      <a:cubicBezTo>
                        <a:pt x="2364715" y="385496"/>
                        <a:pt x="2390434" y="396736"/>
                        <a:pt x="2409485" y="414263"/>
                      </a:cubicBezTo>
                      <a:cubicBezTo>
                        <a:pt x="2444158" y="446078"/>
                        <a:pt x="2481305" y="438838"/>
                        <a:pt x="2518264" y="428552"/>
                      </a:cubicBezTo>
                      <a:cubicBezTo>
                        <a:pt x="2537315" y="423217"/>
                        <a:pt x="2552935" y="423979"/>
                        <a:pt x="2571034" y="429122"/>
                      </a:cubicBezTo>
                      <a:cubicBezTo>
                        <a:pt x="2612945" y="441124"/>
                        <a:pt x="2640950" y="473701"/>
                        <a:pt x="2668001" y="502276"/>
                      </a:cubicBezTo>
                      <a:cubicBezTo>
                        <a:pt x="2691054" y="526661"/>
                        <a:pt x="2716963" y="540377"/>
                        <a:pt x="2745348" y="550666"/>
                      </a:cubicBezTo>
                      <a:cubicBezTo>
                        <a:pt x="2781163" y="563810"/>
                        <a:pt x="2809548" y="558858"/>
                        <a:pt x="2826694" y="527233"/>
                      </a:cubicBezTo>
                      <a:cubicBezTo>
                        <a:pt x="2831457" y="518278"/>
                        <a:pt x="2839839" y="507800"/>
                        <a:pt x="2848793" y="505134"/>
                      </a:cubicBezTo>
                      <a:cubicBezTo>
                        <a:pt x="2892037" y="491800"/>
                        <a:pt x="2935854" y="472367"/>
                        <a:pt x="2982148" y="484179"/>
                      </a:cubicBezTo>
                      <a:cubicBezTo>
                        <a:pt x="3046158" y="500372"/>
                        <a:pt x="3108644" y="499420"/>
                        <a:pt x="3172654" y="483417"/>
                      </a:cubicBezTo>
                      <a:cubicBezTo>
                        <a:pt x="3276480" y="457508"/>
                        <a:pt x="3380305" y="430076"/>
                        <a:pt x="3489467" y="435790"/>
                      </a:cubicBezTo>
                      <a:cubicBezTo>
                        <a:pt x="3507563" y="436742"/>
                        <a:pt x="3529090" y="425121"/>
                        <a:pt x="3544713" y="413691"/>
                      </a:cubicBezTo>
                      <a:cubicBezTo>
                        <a:pt x="3574622" y="391974"/>
                        <a:pt x="3573288" y="390258"/>
                        <a:pt x="3606817" y="408167"/>
                      </a:cubicBezTo>
                      <a:cubicBezTo>
                        <a:pt x="3614819" y="412549"/>
                        <a:pt x="3624725" y="415215"/>
                        <a:pt x="3630632" y="421693"/>
                      </a:cubicBezTo>
                      <a:cubicBezTo>
                        <a:pt x="3660731" y="454650"/>
                        <a:pt x="3697880" y="446648"/>
                        <a:pt x="3734837" y="441886"/>
                      </a:cubicBezTo>
                      <a:cubicBezTo>
                        <a:pt x="3741315" y="440934"/>
                        <a:pt x="3749125" y="439600"/>
                        <a:pt x="3754652" y="442268"/>
                      </a:cubicBezTo>
                      <a:cubicBezTo>
                        <a:pt x="3779607" y="454268"/>
                        <a:pt x="3800753" y="450078"/>
                        <a:pt x="3822472" y="433694"/>
                      </a:cubicBezTo>
                      <a:cubicBezTo>
                        <a:pt x="3841331" y="419597"/>
                        <a:pt x="3863049" y="411215"/>
                        <a:pt x="3885338" y="428742"/>
                      </a:cubicBezTo>
                      <a:cubicBezTo>
                        <a:pt x="3934870" y="467605"/>
                        <a:pt x="3987829" y="469509"/>
                        <a:pt x="4043839" y="444934"/>
                      </a:cubicBezTo>
                      <a:cubicBezTo>
                        <a:pt x="4083845" y="427407"/>
                        <a:pt x="4123280" y="423407"/>
                        <a:pt x="4165383" y="441124"/>
                      </a:cubicBezTo>
                      <a:cubicBezTo>
                        <a:pt x="4181576" y="447982"/>
                        <a:pt x="4202531" y="443410"/>
                        <a:pt x="4221391" y="444934"/>
                      </a:cubicBezTo>
                      <a:cubicBezTo>
                        <a:pt x="4232060" y="445696"/>
                        <a:pt x="4243872" y="445886"/>
                        <a:pt x="4253014" y="450650"/>
                      </a:cubicBezTo>
                      <a:cubicBezTo>
                        <a:pt x="4277401" y="462843"/>
                        <a:pt x="4300070" y="478463"/>
                        <a:pt x="4324645" y="490466"/>
                      </a:cubicBezTo>
                      <a:cubicBezTo>
                        <a:pt x="4336457" y="496180"/>
                        <a:pt x="4350554" y="499228"/>
                        <a:pt x="4363890" y="499420"/>
                      </a:cubicBezTo>
                      <a:cubicBezTo>
                        <a:pt x="4403325" y="500372"/>
                        <a:pt x="4442761" y="500372"/>
                        <a:pt x="4482004" y="498658"/>
                      </a:cubicBezTo>
                      <a:cubicBezTo>
                        <a:pt x="4546776" y="495990"/>
                        <a:pt x="4612500" y="495418"/>
                        <a:pt x="4659174" y="438648"/>
                      </a:cubicBezTo>
                      <a:cubicBezTo>
                        <a:pt x="4662986" y="434076"/>
                        <a:pt x="4671176" y="431408"/>
                        <a:pt x="4677655" y="430646"/>
                      </a:cubicBezTo>
                      <a:cubicBezTo>
                        <a:pt x="4707564" y="427027"/>
                        <a:pt x="4738235" y="426645"/>
                        <a:pt x="4767764" y="420739"/>
                      </a:cubicBezTo>
                      <a:cubicBezTo>
                        <a:pt x="4791386" y="415977"/>
                        <a:pt x="4811009" y="417501"/>
                        <a:pt x="4828916" y="434266"/>
                      </a:cubicBezTo>
                      <a:cubicBezTo>
                        <a:pt x="4852348" y="456364"/>
                        <a:pt x="4880925" y="469319"/>
                        <a:pt x="4912168" y="462271"/>
                      </a:cubicBezTo>
                      <a:cubicBezTo>
                        <a:pt x="4943409" y="455412"/>
                        <a:pt x="4963984" y="470271"/>
                        <a:pt x="4987037" y="485703"/>
                      </a:cubicBezTo>
                      <a:cubicBezTo>
                        <a:pt x="5003801" y="496942"/>
                        <a:pt x="5022852" y="511040"/>
                        <a:pt x="5041521" y="512182"/>
                      </a:cubicBezTo>
                      <a:cubicBezTo>
                        <a:pt x="5083814" y="514658"/>
                        <a:pt x="5120201" y="553904"/>
                        <a:pt x="5166113" y="531615"/>
                      </a:cubicBezTo>
                      <a:cubicBezTo>
                        <a:pt x="5169161" y="530091"/>
                        <a:pt x="5174685" y="533901"/>
                        <a:pt x="5179067" y="534853"/>
                      </a:cubicBezTo>
                      <a:cubicBezTo>
                        <a:pt x="5214121" y="542093"/>
                        <a:pt x="5247078" y="535043"/>
                        <a:pt x="5272796" y="511230"/>
                      </a:cubicBezTo>
                      <a:cubicBezTo>
                        <a:pt x="5306516" y="480177"/>
                        <a:pt x="5343855" y="477129"/>
                        <a:pt x="5385384" y="487227"/>
                      </a:cubicBezTo>
                      <a:cubicBezTo>
                        <a:pt x="5398721" y="490466"/>
                        <a:pt x="5412057" y="492752"/>
                        <a:pt x="5425582" y="495418"/>
                      </a:cubicBezTo>
                      <a:cubicBezTo>
                        <a:pt x="5443870" y="499228"/>
                        <a:pt x="5462351" y="503230"/>
                        <a:pt x="5480637" y="507040"/>
                      </a:cubicBezTo>
                      <a:cubicBezTo>
                        <a:pt x="5498356" y="510850"/>
                        <a:pt x="5517979" y="517326"/>
                        <a:pt x="5531693" y="500944"/>
                      </a:cubicBezTo>
                      <a:cubicBezTo>
                        <a:pt x="5543506" y="486845"/>
                        <a:pt x="5551888" y="488179"/>
                        <a:pt x="5562746" y="500372"/>
                      </a:cubicBezTo>
                      <a:cubicBezTo>
                        <a:pt x="5600467" y="543045"/>
                        <a:pt x="5646189" y="569716"/>
                        <a:pt x="5704483" y="571620"/>
                      </a:cubicBezTo>
                      <a:cubicBezTo>
                        <a:pt x="5716485" y="572002"/>
                        <a:pt x="5728678" y="574668"/>
                        <a:pt x="5740488" y="577526"/>
                      </a:cubicBezTo>
                      <a:cubicBezTo>
                        <a:pt x="5747728" y="579241"/>
                        <a:pt x="5756493" y="581147"/>
                        <a:pt x="5760873" y="586291"/>
                      </a:cubicBezTo>
                      <a:cubicBezTo>
                        <a:pt x="5794974" y="625534"/>
                        <a:pt x="5837457" y="652777"/>
                        <a:pt x="5883751" y="674686"/>
                      </a:cubicBezTo>
                      <a:cubicBezTo>
                        <a:pt x="5900323" y="682496"/>
                        <a:pt x="5918042" y="690306"/>
                        <a:pt x="5935949" y="692592"/>
                      </a:cubicBezTo>
                      <a:cubicBezTo>
                        <a:pt x="5954617" y="694878"/>
                        <a:pt x="5974240" y="691068"/>
                        <a:pt x="5993291" y="688972"/>
                      </a:cubicBezTo>
                      <a:cubicBezTo>
                        <a:pt x="6004531" y="687830"/>
                        <a:pt x="6017485" y="688020"/>
                        <a:pt x="6026440" y="682496"/>
                      </a:cubicBezTo>
                      <a:cubicBezTo>
                        <a:pt x="6054825" y="665159"/>
                        <a:pt x="6082258" y="646491"/>
                        <a:pt x="6108738" y="626296"/>
                      </a:cubicBezTo>
                      <a:cubicBezTo>
                        <a:pt x="6131409" y="608960"/>
                        <a:pt x="6135981" y="606483"/>
                        <a:pt x="6155602" y="628202"/>
                      </a:cubicBezTo>
                      <a:cubicBezTo>
                        <a:pt x="6175797" y="650491"/>
                        <a:pt x="6200944" y="662111"/>
                        <a:pt x="6228756" y="666873"/>
                      </a:cubicBezTo>
                      <a:cubicBezTo>
                        <a:pt x="6272764" y="674304"/>
                        <a:pt x="6317151" y="680590"/>
                        <a:pt x="6361539" y="684210"/>
                      </a:cubicBezTo>
                      <a:cubicBezTo>
                        <a:pt x="6401736" y="687448"/>
                        <a:pt x="6420977" y="669922"/>
                        <a:pt x="6428979" y="630106"/>
                      </a:cubicBezTo>
                      <a:cubicBezTo>
                        <a:pt x="6433551" y="608007"/>
                        <a:pt x="6439458" y="584003"/>
                        <a:pt x="6463840" y="578098"/>
                      </a:cubicBezTo>
                      <a:cubicBezTo>
                        <a:pt x="6503658" y="568572"/>
                        <a:pt x="6544997" y="564382"/>
                        <a:pt x="6564620" y="517708"/>
                      </a:cubicBezTo>
                      <a:cubicBezTo>
                        <a:pt x="6575478" y="527995"/>
                        <a:pt x="6582146" y="534091"/>
                        <a:pt x="6588625" y="540187"/>
                      </a:cubicBezTo>
                      <a:cubicBezTo>
                        <a:pt x="6606531" y="557142"/>
                        <a:pt x="6643678" y="564382"/>
                        <a:pt x="6662541" y="549714"/>
                      </a:cubicBezTo>
                      <a:cubicBezTo>
                        <a:pt x="6690354" y="528377"/>
                        <a:pt x="6715883" y="532377"/>
                        <a:pt x="6742552" y="548952"/>
                      </a:cubicBezTo>
                      <a:cubicBezTo>
                        <a:pt x="6764841" y="562668"/>
                        <a:pt x="6788417" y="567954"/>
                        <a:pt x="6812063" y="568430"/>
                      </a:cubicBezTo>
                      <a:lnTo>
                        <a:pt x="6858001" y="562267"/>
                      </a:lnTo>
                      <a:lnTo>
                        <a:pt x="6858001" y="734520"/>
                      </a:lnTo>
                      <a:lnTo>
                        <a:pt x="6815516" y="744220"/>
                      </a:lnTo>
                      <a:cubicBezTo>
                        <a:pt x="6793035" y="749744"/>
                        <a:pt x="6771319" y="759651"/>
                        <a:pt x="6748458" y="763271"/>
                      </a:cubicBezTo>
                      <a:cubicBezTo>
                        <a:pt x="6694164" y="771843"/>
                        <a:pt x="6639488" y="777939"/>
                        <a:pt x="6584812" y="784797"/>
                      </a:cubicBezTo>
                      <a:cubicBezTo>
                        <a:pt x="6528424" y="791846"/>
                        <a:pt x="6472225" y="799276"/>
                        <a:pt x="6415833" y="805562"/>
                      </a:cubicBezTo>
                      <a:cubicBezTo>
                        <a:pt x="6384972" y="808802"/>
                        <a:pt x="6353919" y="809372"/>
                        <a:pt x="6323058" y="812420"/>
                      </a:cubicBezTo>
                      <a:cubicBezTo>
                        <a:pt x="6296005" y="815088"/>
                        <a:pt x="6269144" y="820041"/>
                        <a:pt x="6242093" y="823281"/>
                      </a:cubicBezTo>
                      <a:cubicBezTo>
                        <a:pt x="6218660" y="825947"/>
                        <a:pt x="6195037" y="827471"/>
                        <a:pt x="6171605" y="830139"/>
                      </a:cubicBezTo>
                      <a:cubicBezTo>
                        <a:pt x="6134075" y="834519"/>
                        <a:pt x="6096736" y="839473"/>
                        <a:pt x="6059397" y="844045"/>
                      </a:cubicBezTo>
                      <a:cubicBezTo>
                        <a:pt x="6043776" y="845759"/>
                        <a:pt x="6027392" y="850522"/>
                        <a:pt x="6012723" y="847665"/>
                      </a:cubicBezTo>
                      <a:cubicBezTo>
                        <a:pt x="5975764" y="840425"/>
                        <a:pt x="5939377" y="842521"/>
                        <a:pt x="5902610" y="847473"/>
                      </a:cubicBezTo>
                      <a:cubicBezTo>
                        <a:pt x="5890037" y="849190"/>
                        <a:pt x="5876511" y="848808"/>
                        <a:pt x="5864318" y="845569"/>
                      </a:cubicBezTo>
                      <a:cubicBezTo>
                        <a:pt x="5839361" y="839091"/>
                        <a:pt x="5815169" y="829947"/>
                        <a:pt x="5790592" y="821947"/>
                      </a:cubicBezTo>
                      <a:cubicBezTo>
                        <a:pt x="5787924" y="820995"/>
                        <a:pt x="5784686" y="820803"/>
                        <a:pt x="5781830" y="820233"/>
                      </a:cubicBezTo>
                      <a:cubicBezTo>
                        <a:pt x="5765635" y="816992"/>
                        <a:pt x="5749634" y="813754"/>
                        <a:pt x="5733440" y="810896"/>
                      </a:cubicBezTo>
                      <a:cubicBezTo>
                        <a:pt x="5724678" y="809372"/>
                        <a:pt x="5715723" y="809182"/>
                        <a:pt x="5706959" y="807848"/>
                      </a:cubicBezTo>
                      <a:cubicBezTo>
                        <a:pt x="5673050" y="802514"/>
                        <a:pt x="5635711" y="811468"/>
                        <a:pt x="5606372" y="788417"/>
                      </a:cubicBezTo>
                      <a:cubicBezTo>
                        <a:pt x="5587321" y="773557"/>
                        <a:pt x="5568842" y="776987"/>
                        <a:pt x="5548460" y="779273"/>
                      </a:cubicBezTo>
                      <a:cubicBezTo>
                        <a:pt x="5533027" y="780987"/>
                        <a:pt x="5517215" y="780415"/>
                        <a:pt x="5501594" y="780607"/>
                      </a:cubicBezTo>
                      <a:cubicBezTo>
                        <a:pt x="5474161" y="781177"/>
                        <a:pt x="5446728" y="781369"/>
                        <a:pt x="5419295" y="782321"/>
                      </a:cubicBezTo>
                      <a:cubicBezTo>
                        <a:pt x="5410531" y="782701"/>
                        <a:pt x="5401579" y="787465"/>
                        <a:pt x="5393005" y="786703"/>
                      </a:cubicBezTo>
                      <a:cubicBezTo>
                        <a:pt x="5353379" y="783083"/>
                        <a:pt x="5313754" y="777367"/>
                        <a:pt x="5274129" y="774129"/>
                      </a:cubicBezTo>
                      <a:cubicBezTo>
                        <a:pt x="5251650" y="772225"/>
                        <a:pt x="5228597" y="775843"/>
                        <a:pt x="5206308" y="773177"/>
                      </a:cubicBezTo>
                      <a:cubicBezTo>
                        <a:pt x="5180591" y="770129"/>
                        <a:pt x="5155445" y="762319"/>
                        <a:pt x="5129916" y="757554"/>
                      </a:cubicBezTo>
                      <a:cubicBezTo>
                        <a:pt x="5122867" y="756222"/>
                        <a:pt x="5115057" y="757936"/>
                        <a:pt x="5107627" y="758316"/>
                      </a:cubicBezTo>
                      <a:cubicBezTo>
                        <a:pt x="5099245" y="758699"/>
                        <a:pt x="5091052" y="759461"/>
                        <a:pt x="5082670" y="759651"/>
                      </a:cubicBezTo>
                      <a:cubicBezTo>
                        <a:pt x="5057141" y="760033"/>
                        <a:pt x="5031614" y="759461"/>
                        <a:pt x="5006086" y="760795"/>
                      </a:cubicBezTo>
                      <a:cubicBezTo>
                        <a:pt x="4990465" y="761557"/>
                        <a:pt x="4974082" y="769367"/>
                        <a:pt x="4959602" y="766509"/>
                      </a:cubicBezTo>
                      <a:cubicBezTo>
                        <a:pt x="4930075" y="760985"/>
                        <a:pt x="4900546" y="773367"/>
                        <a:pt x="4871019" y="763081"/>
                      </a:cubicBezTo>
                      <a:cubicBezTo>
                        <a:pt x="4861873" y="760033"/>
                        <a:pt x="4849300" y="767653"/>
                        <a:pt x="4838250" y="768033"/>
                      </a:cubicBezTo>
                      <a:cubicBezTo>
                        <a:pt x="4810627" y="768985"/>
                        <a:pt x="4783004" y="768795"/>
                        <a:pt x="4755381" y="768605"/>
                      </a:cubicBezTo>
                      <a:cubicBezTo>
                        <a:pt x="4730614" y="768415"/>
                        <a:pt x="4704895" y="771081"/>
                        <a:pt x="4681083" y="765747"/>
                      </a:cubicBezTo>
                      <a:cubicBezTo>
                        <a:pt x="4656126" y="760033"/>
                        <a:pt x="4633647" y="760795"/>
                        <a:pt x="4609452" y="767271"/>
                      </a:cubicBezTo>
                      <a:cubicBezTo>
                        <a:pt x="4592878" y="771653"/>
                        <a:pt x="4575351" y="772225"/>
                        <a:pt x="4558207" y="773557"/>
                      </a:cubicBezTo>
                      <a:cubicBezTo>
                        <a:pt x="4539728" y="775081"/>
                        <a:pt x="4519343" y="771081"/>
                        <a:pt x="4502579" y="777367"/>
                      </a:cubicBezTo>
                      <a:cubicBezTo>
                        <a:pt x="4452665" y="796038"/>
                        <a:pt x="4401419" y="800038"/>
                        <a:pt x="4349222" y="800038"/>
                      </a:cubicBezTo>
                      <a:cubicBezTo>
                        <a:pt x="4339695" y="800038"/>
                        <a:pt x="4329979" y="797372"/>
                        <a:pt x="4320837" y="794514"/>
                      </a:cubicBezTo>
                      <a:cubicBezTo>
                        <a:pt x="4267493" y="777367"/>
                        <a:pt x="4213961" y="778891"/>
                        <a:pt x="4159667" y="789370"/>
                      </a:cubicBezTo>
                      <a:cubicBezTo>
                        <a:pt x="4148427" y="791656"/>
                        <a:pt x="4135854" y="792038"/>
                        <a:pt x="4124614" y="789752"/>
                      </a:cubicBezTo>
                      <a:cubicBezTo>
                        <a:pt x="4092989" y="783083"/>
                        <a:pt x="4062318" y="772033"/>
                        <a:pt x="4030503" y="767271"/>
                      </a:cubicBezTo>
                      <a:cubicBezTo>
                        <a:pt x="3977925" y="759461"/>
                        <a:pt x="3932394" y="785749"/>
                        <a:pt x="3885338" y="802896"/>
                      </a:cubicBezTo>
                      <a:cubicBezTo>
                        <a:pt x="3840569" y="819089"/>
                        <a:pt x="3802467" y="855666"/>
                        <a:pt x="3749506" y="847473"/>
                      </a:cubicBezTo>
                      <a:cubicBezTo>
                        <a:pt x="3744173" y="846711"/>
                        <a:pt x="3738267" y="851856"/>
                        <a:pt x="3732361" y="853190"/>
                      </a:cubicBezTo>
                      <a:cubicBezTo>
                        <a:pt x="3716168" y="856810"/>
                        <a:pt x="3699976" y="861190"/>
                        <a:pt x="3683591" y="862906"/>
                      </a:cubicBezTo>
                      <a:cubicBezTo>
                        <a:pt x="3663589" y="865192"/>
                        <a:pt x="3643204" y="864430"/>
                        <a:pt x="3623201" y="866334"/>
                      </a:cubicBezTo>
                      <a:cubicBezTo>
                        <a:pt x="3597482" y="868620"/>
                        <a:pt x="3572146" y="874716"/>
                        <a:pt x="3546617" y="874716"/>
                      </a:cubicBezTo>
                      <a:cubicBezTo>
                        <a:pt x="3526042" y="874716"/>
                        <a:pt x="3505657" y="867668"/>
                        <a:pt x="3485275" y="864238"/>
                      </a:cubicBezTo>
                      <a:cubicBezTo>
                        <a:pt x="3456508" y="859476"/>
                        <a:pt x="3424883" y="860810"/>
                        <a:pt x="3399546" y="848618"/>
                      </a:cubicBezTo>
                      <a:cubicBezTo>
                        <a:pt x="3372495" y="835663"/>
                        <a:pt x="3346776" y="829757"/>
                        <a:pt x="3318771" y="833757"/>
                      </a:cubicBezTo>
                      <a:cubicBezTo>
                        <a:pt x="3309437" y="835091"/>
                        <a:pt x="3297434" y="843093"/>
                        <a:pt x="3293244" y="851284"/>
                      </a:cubicBezTo>
                      <a:cubicBezTo>
                        <a:pt x="3283908" y="869572"/>
                        <a:pt x="3271145" y="872812"/>
                        <a:pt x="3253809" y="866524"/>
                      </a:cubicBezTo>
                      <a:cubicBezTo>
                        <a:pt x="3238758" y="861190"/>
                        <a:pt x="3220280" y="858524"/>
                        <a:pt x="3209993" y="848235"/>
                      </a:cubicBezTo>
                      <a:cubicBezTo>
                        <a:pt x="3180844" y="819089"/>
                        <a:pt x="3143695" y="818136"/>
                        <a:pt x="3107500" y="810326"/>
                      </a:cubicBezTo>
                      <a:cubicBezTo>
                        <a:pt x="3085403" y="805562"/>
                        <a:pt x="3064827" y="805372"/>
                        <a:pt x="3042728" y="808610"/>
                      </a:cubicBezTo>
                      <a:cubicBezTo>
                        <a:pt x="2994722" y="815850"/>
                        <a:pt x="2948047" y="805562"/>
                        <a:pt x="2901943" y="792418"/>
                      </a:cubicBezTo>
                      <a:cubicBezTo>
                        <a:pt x="2871462" y="783655"/>
                        <a:pt x="2840219" y="778321"/>
                        <a:pt x="2809930" y="769367"/>
                      </a:cubicBezTo>
                      <a:cubicBezTo>
                        <a:pt x="2787259" y="762509"/>
                        <a:pt x="2764590" y="754316"/>
                        <a:pt x="2743826" y="743268"/>
                      </a:cubicBezTo>
                      <a:cubicBezTo>
                        <a:pt x="2713723" y="727073"/>
                        <a:pt x="2687436" y="702689"/>
                        <a:pt x="2649143" y="709167"/>
                      </a:cubicBezTo>
                      <a:cubicBezTo>
                        <a:pt x="2615421" y="714881"/>
                        <a:pt x="2584942" y="702881"/>
                        <a:pt x="2554079" y="691450"/>
                      </a:cubicBezTo>
                      <a:cubicBezTo>
                        <a:pt x="2531409" y="683068"/>
                        <a:pt x="2508742" y="674494"/>
                        <a:pt x="2485307" y="669160"/>
                      </a:cubicBezTo>
                      <a:cubicBezTo>
                        <a:pt x="2457492" y="662873"/>
                        <a:pt x="2426059" y="665541"/>
                        <a:pt x="2401292" y="653919"/>
                      </a:cubicBezTo>
                      <a:cubicBezTo>
                        <a:pt x="2375383" y="641727"/>
                        <a:pt x="2353859" y="649919"/>
                        <a:pt x="2330806" y="653349"/>
                      </a:cubicBezTo>
                      <a:cubicBezTo>
                        <a:pt x="2294039" y="658683"/>
                        <a:pt x="2257459" y="668590"/>
                        <a:pt x="2220312" y="656015"/>
                      </a:cubicBezTo>
                      <a:cubicBezTo>
                        <a:pt x="2175163" y="640775"/>
                        <a:pt x="2130393" y="624392"/>
                        <a:pt x="2085054" y="609914"/>
                      </a:cubicBezTo>
                      <a:cubicBezTo>
                        <a:pt x="2067525" y="604387"/>
                        <a:pt x="2048668" y="602101"/>
                        <a:pt x="2030378" y="599625"/>
                      </a:cubicBezTo>
                      <a:cubicBezTo>
                        <a:pt x="2013043" y="597529"/>
                        <a:pt x="1992279" y="602863"/>
                        <a:pt x="1978940" y="594863"/>
                      </a:cubicBezTo>
                      <a:cubicBezTo>
                        <a:pt x="1944649" y="574288"/>
                        <a:pt x="1909408" y="564192"/>
                        <a:pt x="1869780" y="564192"/>
                      </a:cubicBezTo>
                      <a:cubicBezTo>
                        <a:pt x="1854920" y="564192"/>
                        <a:pt x="1840441" y="555618"/>
                        <a:pt x="1825393" y="554094"/>
                      </a:cubicBezTo>
                      <a:cubicBezTo>
                        <a:pt x="1804816" y="552190"/>
                        <a:pt x="1781194" y="547045"/>
                        <a:pt x="1763287" y="554286"/>
                      </a:cubicBezTo>
                      <a:cubicBezTo>
                        <a:pt x="1721185" y="571430"/>
                        <a:pt x="1687086" y="557142"/>
                        <a:pt x="1650317" y="540187"/>
                      </a:cubicBezTo>
                      <a:cubicBezTo>
                        <a:pt x="1614120" y="523423"/>
                        <a:pt x="1576019" y="510088"/>
                        <a:pt x="1537537" y="499038"/>
                      </a:cubicBezTo>
                      <a:cubicBezTo>
                        <a:pt x="1523059" y="495038"/>
                        <a:pt x="1505724" y="501706"/>
                        <a:pt x="1489720" y="503038"/>
                      </a:cubicBezTo>
                      <a:cubicBezTo>
                        <a:pt x="1484004" y="503420"/>
                        <a:pt x="1477717" y="503992"/>
                        <a:pt x="1472575" y="502086"/>
                      </a:cubicBezTo>
                      <a:cubicBezTo>
                        <a:pt x="1422854" y="483797"/>
                        <a:pt x="1372368" y="469891"/>
                        <a:pt x="1318456" y="479415"/>
                      </a:cubicBezTo>
                      <a:cubicBezTo>
                        <a:pt x="1313504" y="480369"/>
                        <a:pt x="1307978" y="478273"/>
                        <a:pt x="1303024" y="476939"/>
                      </a:cubicBezTo>
                      <a:cubicBezTo>
                        <a:pt x="1278829" y="470081"/>
                        <a:pt x="1255206" y="459223"/>
                        <a:pt x="1230633" y="456746"/>
                      </a:cubicBezTo>
                      <a:cubicBezTo>
                        <a:pt x="1170051" y="450650"/>
                        <a:pt x="1109091" y="448172"/>
                        <a:pt x="1048125" y="444172"/>
                      </a:cubicBezTo>
                      <a:cubicBezTo>
                        <a:pt x="1044315" y="443982"/>
                        <a:pt x="1040315" y="443982"/>
                        <a:pt x="1036887" y="442648"/>
                      </a:cubicBezTo>
                      <a:cubicBezTo>
                        <a:pt x="1014406" y="434456"/>
                        <a:pt x="994785" y="437124"/>
                        <a:pt x="975733" y="452744"/>
                      </a:cubicBezTo>
                      <a:cubicBezTo>
                        <a:pt x="967350" y="459603"/>
                        <a:pt x="955920" y="463223"/>
                        <a:pt x="945444" y="467033"/>
                      </a:cubicBezTo>
                      <a:cubicBezTo>
                        <a:pt x="930011" y="472749"/>
                        <a:pt x="914200" y="478273"/>
                        <a:pt x="898198" y="481893"/>
                      </a:cubicBezTo>
                      <a:cubicBezTo>
                        <a:pt x="882384" y="485321"/>
                        <a:pt x="865430" y="490084"/>
                        <a:pt x="850189" y="487417"/>
                      </a:cubicBezTo>
                      <a:cubicBezTo>
                        <a:pt x="822756" y="482655"/>
                        <a:pt x="796655" y="471987"/>
                        <a:pt x="769605" y="464937"/>
                      </a:cubicBezTo>
                      <a:cubicBezTo>
                        <a:pt x="760270" y="462461"/>
                        <a:pt x="749982" y="462843"/>
                        <a:pt x="740268" y="462651"/>
                      </a:cubicBezTo>
                      <a:cubicBezTo>
                        <a:pt x="717977" y="462081"/>
                        <a:pt x="695116" y="467605"/>
                        <a:pt x="674923" y="451792"/>
                      </a:cubicBezTo>
                      <a:cubicBezTo>
                        <a:pt x="656255" y="436934"/>
                        <a:pt x="637392" y="441314"/>
                        <a:pt x="617772" y="452554"/>
                      </a:cubicBezTo>
                      <a:cubicBezTo>
                        <a:pt x="603673" y="460557"/>
                        <a:pt x="587672" y="466843"/>
                        <a:pt x="571860" y="469891"/>
                      </a:cubicBezTo>
                      <a:cubicBezTo>
                        <a:pt x="550141" y="474081"/>
                        <a:pt x="528615" y="475797"/>
                        <a:pt x="505182" y="473319"/>
                      </a:cubicBezTo>
                      <a:cubicBezTo>
                        <a:pt x="488607" y="471605"/>
                        <a:pt x="475081" y="470843"/>
                        <a:pt x="462126" y="460747"/>
                      </a:cubicBezTo>
                      <a:cubicBezTo>
                        <a:pt x="460032" y="459223"/>
                        <a:pt x="456222" y="458841"/>
                        <a:pt x="453364" y="459033"/>
                      </a:cubicBezTo>
                      <a:cubicBezTo>
                        <a:pt x="415835" y="462271"/>
                        <a:pt x="378686" y="460557"/>
                        <a:pt x="340774" y="458268"/>
                      </a:cubicBezTo>
                      <a:cubicBezTo>
                        <a:pt x="292579" y="455222"/>
                        <a:pt x="241901" y="464175"/>
                        <a:pt x="200182" y="496180"/>
                      </a:cubicBezTo>
                      <a:cubicBezTo>
                        <a:pt x="194085" y="500944"/>
                        <a:pt x="184941" y="503038"/>
                        <a:pt x="176939" y="504182"/>
                      </a:cubicBezTo>
                      <a:cubicBezTo>
                        <a:pt x="139219" y="509134"/>
                        <a:pt x="101308" y="512564"/>
                        <a:pt x="63587" y="518088"/>
                      </a:cubicBezTo>
                      <a:cubicBezTo>
                        <a:pt x="43012" y="521137"/>
                        <a:pt x="21486" y="523805"/>
                        <a:pt x="2817" y="532187"/>
                      </a:cubicBezTo>
                      <a:lnTo>
                        <a:pt x="0" y="533314"/>
                      </a:lnTo>
                      <a:close/>
                    </a:path>
                  </a:pathLst>
                </a:cu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2" name="Rubrik 1">
            <a:extLst>
              <a:ext uri="{FF2B5EF4-FFF2-40B4-BE49-F238E27FC236}">
                <a16:creationId xmlns:a16="http://schemas.microsoft.com/office/drawing/2014/main" id="{D8684925-47C0-FBD5-F7F4-44E8259619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7088" y="1641752"/>
            <a:ext cx="2655887" cy="3213277"/>
          </a:xfrm>
        </p:spPr>
        <p:txBody>
          <a:bodyPr anchor="t">
            <a:normAutofit/>
          </a:bodyPr>
          <a:lstStyle/>
          <a:p>
            <a:r>
              <a:rPr lang="sv-SE" sz="4000">
                <a:ea typeface="+mj-lt"/>
                <a:cs typeface="+mj-lt"/>
              </a:rPr>
              <a:t>Steg 1 – Skapa inventory.ini</a:t>
            </a:r>
            <a:endParaRPr lang="sv-SE" sz="4000"/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52D9FE3F-CB97-76E8-8E5C-0DFC7116A74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10290" y="804357"/>
            <a:ext cx="7481004" cy="5758869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None/>
            </a:pP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ea typeface="+mn-lt"/>
                <a:cs typeface="+mn-lt"/>
              </a:rPr>
              <a:t>ini</a:t>
            </a:r>
            <a:endParaRPr lang="sv-SE" sz="2400">
              <a:solidFill>
                <a:srgbClr val="0F1115"/>
              </a:solidFill>
              <a:ea typeface="+mn-lt"/>
              <a:cs typeface="+mn-lt"/>
            </a:endParaRPr>
          </a:p>
          <a:p>
            <a:pPr>
              <a:buNone/>
            </a:pP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  <a:ea typeface="+mn-lt"/>
                <a:cs typeface="+mn-lt"/>
              </a:rPr>
              <a:t>[</a:t>
            </a:r>
            <a:r>
              <a:rPr lang="sv-SE">
                <a:solidFill>
                  <a:srgbClr val="50A14F"/>
                </a:solidFill>
                <a:highlight>
                  <a:srgbClr val="F9FAFB"/>
                </a:highlight>
                <a:latin typeface="Consolas"/>
                <a:ea typeface="+mn-lt"/>
                <a:cs typeface="+mn-lt"/>
              </a:rPr>
              <a:t>windows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  <a:ea typeface="+mn-lt"/>
                <a:cs typeface="+mn-lt"/>
              </a:rPr>
              <a:t>]</a:t>
            </a:r>
            <a:r>
              <a:rPr lang="sv-SE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  <a:ea typeface="+mn-lt"/>
                <a:cs typeface="+mn-lt"/>
              </a:rPr>
              <a:t>
</a:t>
            </a:r>
            <a:r>
              <a:rPr lang="sv-SE">
                <a:solidFill>
                  <a:srgbClr val="B76B01"/>
                </a:solidFill>
                <a:highlight>
                  <a:srgbClr val="F9FAFB"/>
                </a:highlight>
                <a:latin typeface="Consolas"/>
                <a:ea typeface="+mn-lt"/>
                <a:cs typeface="+mn-lt"/>
              </a:rPr>
              <a:t>win01 ansible_host</a:t>
            </a:r>
            <a:r>
              <a:rPr lang="sv-SE">
                <a:solidFill>
                  <a:srgbClr val="383A42"/>
                </a:solidFill>
                <a:highlight>
                  <a:srgbClr val="F9FAFB"/>
                </a:highlight>
                <a:latin typeface="Consolas"/>
                <a:ea typeface="+mn-lt"/>
                <a:cs typeface="+mn-lt"/>
              </a:rPr>
              <a:t>=</a:t>
            </a:r>
            <a:r>
              <a:rPr lang="sv-SE">
                <a:solidFill>
                  <a:srgbClr val="50A14F"/>
                </a:solidFill>
                <a:highlight>
                  <a:srgbClr val="F9FAFB"/>
                </a:highlight>
                <a:latin typeface="Consolas"/>
                <a:ea typeface="+mn-lt"/>
                <a:cs typeface="+mn-lt"/>
              </a:rPr>
              <a:t>192.168.1.100 ansible_user=Administrator ansible_password=YourPassword! ansible_connection=winrm ansible_winrm_transport=basic ansible_winrm_port=5985</a:t>
            </a:r>
            <a:endParaRPr lang="sv-SE">
              <a:solidFill>
                <a:srgbClr val="50A14F"/>
              </a:solidFill>
              <a:highlight>
                <a:srgbClr val="F9FAFB"/>
              </a:highlight>
            </a:endParaRPr>
          </a:p>
        </p:txBody>
      </p:sp>
    </p:spTree>
    <p:extLst>
      <p:ext uri="{BB962C8B-B14F-4D97-AF65-F5344CB8AC3E}">
        <p14:creationId xmlns:p14="http://schemas.microsoft.com/office/powerpoint/2010/main" val="307291620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B95B9BA8-1D69-4796-85F5-B6D0BD52354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F892E19-92E7-4BB2-8C3F-DBDFE8D9D32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" y="-1"/>
            <a:ext cx="4581527" cy="6858002"/>
            <a:chOff x="-2" y="-1"/>
            <a:chExt cx="4581527" cy="6858002"/>
          </a:xfrm>
          <a:effectLst>
            <a:outerShdw blurRad="381000" dist="50800" algn="ctr" rotWithShape="0">
              <a:srgbClr val="000000">
                <a:alpha val="10000"/>
              </a:srgbClr>
            </a:outerShdw>
          </a:effectLst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81E493D3-31D9-4B80-9798-EEA082E12A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GrpSpPr>
          <p:grpSpPr>
            <a:xfrm>
              <a:off x="-2" y="-1"/>
              <a:ext cx="4572002" cy="6858002"/>
              <a:chOff x="-2" y="-1"/>
              <a:chExt cx="4572002" cy="6858002"/>
            </a:xfrm>
            <a:effectLst/>
          </p:grpSpPr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62E6AA4D-EC17-45B5-B621-DF0FD91FD4BF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SpPr>
            <p:spPr>
              <a:xfrm>
                <a:off x="-2" y="-1"/>
                <a:ext cx="4572002" cy="6858002"/>
              </a:xfrm>
              <a:custGeom>
                <a:avLst/>
                <a:gdLst>
                  <a:gd name="connsiteX0" fmla="*/ 4214994 w 4572002"/>
                  <a:gd name="connsiteY0" fmla="*/ 6564620 h 6858002"/>
                  <a:gd name="connsiteX1" fmla="*/ 4214994 w 4572002"/>
                  <a:gd name="connsiteY1" fmla="*/ 6564621 h 6858002"/>
                  <a:gd name="connsiteX2" fmla="*/ 4237474 w 4572002"/>
                  <a:gd name="connsiteY2" fmla="*/ 6588626 h 6858002"/>
                  <a:gd name="connsiteX3" fmla="*/ 4254096 w 4572002"/>
                  <a:gd name="connsiteY3" fmla="*/ 6625225 h 6858002"/>
                  <a:gd name="connsiteX4" fmla="*/ 4247001 w 4572002"/>
                  <a:gd name="connsiteY4" fmla="*/ 6662540 h 6858002"/>
                  <a:gd name="connsiteX5" fmla="*/ 4247000 w 4572002"/>
                  <a:gd name="connsiteY5" fmla="*/ 6662541 h 6858002"/>
                  <a:gd name="connsiteX6" fmla="*/ 4246999 w 4572002"/>
                  <a:gd name="connsiteY6" fmla="*/ 6662544 h 6858002"/>
                  <a:gd name="connsiteX7" fmla="*/ 4235550 w 4572002"/>
                  <a:gd name="connsiteY7" fmla="*/ 6683027 h 6858002"/>
                  <a:gd name="connsiteX8" fmla="*/ 4232403 w 4572002"/>
                  <a:gd name="connsiteY8" fmla="*/ 6702976 h 6858002"/>
                  <a:gd name="connsiteX9" fmla="*/ 4232403 w 4572002"/>
                  <a:gd name="connsiteY9" fmla="*/ 6702977 h 6858002"/>
                  <a:gd name="connsiteX10" fmla="*/ 4246238 w 4572002"/>
                  <a:gd name="connsiteY10" fmla="*/ 6742553 h 6858002"/>
                  <a:gd name="connsiteX11" fmla="*/ 4246239 w 4572002"/>
                  <a:gd name="connsiteY11" fmla="*/ 6742555 h 6858002"/>
                  <a:gd name="connsiteX12" fmla="*/ 4265716 w 4572002"/>
                  <a:gd name="connsiteY12" fmla="*/ 6812062 h 6858002"/>
                  <a:gd name="connsiteX13" fmla="*/ 4265717 w 4572002"/>
                  <a:gd name="connsiteY13" fmla="*/ 6812064 h 6858002"/>
                  <a:gd name="connsiteX14" fmla="*/ 4265717 w 4572002"/>
                  <a:gd name="connsiteY14" fmla="*/ 6812063 h 6858002"/>
                  <a:gd name="connsiteX15" fmla="*/ 4265716 w 4572002"/>
                  <a:gd name="connsiteY15" fmla="*/ 6812062 h 6858002"/>
                  <a:gd name="connsiteX16" fmla="*/ 4260942 w 4572002"/>
                  <a:gd name="connsiteY16" fmla="*/ 6776800 h 6858002"/>
                  <a:gd name="connsiteX17" fmla="*/ 4246239 w 4572002"/>
                  <a:gd name="connsiteY17" fmla="*/ 6742555 h 6858002"/>
                  <a:gd name="connsiteX18" fmla="*/ 4246238 w 4572002"/>
                  <a:gd name="connsiteY18" fmla="*/ 6742552 h 6858002"/>
                  <a:gd name="connsiteX19" fmla="*/ 4232403 w 4572002"/>
                  <a:gd name="connsiteY19" fmla="*/ 6702976 h 6858002"/>
                  <a:gd name="connsiteX20" fmla="*/ 4246999 w 4572002"/>
                  <a:gd name="connsiteY20" fmla="*/ 6662544 h 6858002"/>
                  <a:gd name="connsiteX21" fmla="*/ 4247000 w 4572002"/>
                  <a:gd name="connsiteY21" fmla="*/ 6662542 h 6858002"/>
                  <a:gd name="connsiteX22" fmla="*/ 4247001 w 4572002"/>
                  <a:gd name="connsiteY22" fmla="*/ 6662540 h 6858002"/>
                  <a:gd name="connsiteX23" fmla="*/ 4254084 w 4572002"/>
                  <a:gd name="connsiteY23" fmla="*/ 6645552 h 6858002"/>
                  <a:gd name="connsiteX24" fmla="*/ 4254096 w 4572002"/>
                  <a:gd name="connsiteY24" fmla="*/ 6625225 h 6858002"/>
                  <a:gd name="connsiteX25" fmla="*/ 4254096 w 4572002"/>
                  <a:gd name="connsiteY25" fmla="*/ 6625224 h 6858002"/>
                  <a:gd name="connsiteX26" fmla="*/ 4237474 w 4572002"/>
                  <a:gd name="connsiteY26" fmla="*/ 6588625 h 6858002"/>
                  <a:gd name="connsiteX27" fmla="*/ 4295315 w 4572002"/>
                  <a:gd name="connsiteY27" fmla="*/ 6438981 h 6858002"/>
                  <a:gd name="connsiteX28" fmla="*/ 4275385 w 4572002"/>
                  <a:gd name="connsiteY28" fmla="*/ 6463840 h 6858002"/>
                  <a:gd name="connsiteX29" fmla="*/ 4275382 w 4572002"/>
                  <a:gd name="connsiteY29" fmla="*/ 6463849 h 6858002"/>
                  <a:gd name="connsiteX30" fmla="*/ 4261587 w 4572002"/>
                  <a:gd name="connsiteY30" fmla="*/ 6513012 h 6858002"/>
                  <a:gd name="connsiteX31" fmla="*/ 4242781 w 4572002"/>
                  <a:gd name="connsiteY31" fmla="*/ 6546194 h 6858002"/>
                  <a:gd name="connsiteX32" fmla="*/ 4242781 w 4572002"/>
                  <a:gd name="connsiteY32" fmla="*/ 6546195 h 6858002"/>
                  <a:gd name="connsiteX33" fmla="*/ 4259120 w 4572002"/>
                  <a:gd name="connsiteY33" fmla="*/ 6521804 h 6858002"/>
                  <a:gd name="connsiteX34" fmla="*/ 4261587 w 4572002"/>
                  <a:gd name="connsiteY34" fmla="*/ 6513012 h 6858002"/>
                  <a:gd name="connsiteX35" fmla="*/ 4264398 w 4572002"/>
                  <a:gd name="connsiteY35" fmla="*/ 6508052 h 6858002"/>
                  <a:gd name="connsiteX36" fmla="*/ 4275382 w 4572002"/>
                  <a:gd name="connsiteY36" fmla="*/ 6463849 h 6858002"/>
                  <a:gd name="connsiteX37" fmla="*/ 4275385 w 4572002"/>
                  <a:gd name="connsiteY37" fmla="*/ 6463841 h 6858002"/>
                  <a:gd name="connsiteX38" fmla="*/ 4295315 w 4572002"/>
                  <a:gd name="connsiteY38" fmla="*/ 6438981 h 6858002"/>
                  <a:gd name="connsiteX39" fmla="*/ 4381289 w 4572002"/>
                  <a:gd name="connsiteY39" fmla="*/ 6365204 h 6858002"/>
                  <a:gd name="connsiteX40" fmla="*/ 4380008 w 4572002"/>
                  <a:gd name="connsiteY40" fmla="*/ 6387910 h 6858002"/>
                  <a:gd name="connsiteX41" fmla="*/ 4378243 w 4572002"/>
                  <a:gd name="connsiteY41" fmla="*/ 6391549 h 6858002"/>
                  <a:gd name="connsiteX42" fmla="*/ 4370589 w 4572002"/>
                  <a:gd name="connsiteY42" fmla="*/ 6407332 h 6858002"/>
                  <a:gd name="connsiteX43" fmla="*/ 4370589 w 4572002"/>
                  <a:gd name="connsiteY43" fmla="*/ 6407333 h 6858002"/>
                  <a:gd name="connsiteX44" fmla="*/ 4378243 w 4572002"/>
                  <a:gd name="connsiteY44" fmla="*/ 6391549 h 6858002"/>
                  <a:gd name="connsiteX45" fmla="*/ 4380008 w 4572002"/>
                  <a:gd name="connsiteY45" fmla="*/ 6387910 h 6858002"/>
                  <a:gd name="connsiteX46" fmla="*/ 4142220 w 4572002"/>
                  <a:gd name="connsiteY46" fmla="*/ 4221391 h 6858002"/>
                  <a:gd name="connsiteX47" fmla="*/ 4142220 w 4572002"/>
                  <a:gd name="connsiteY47" fmla="*/ 4221392 h 6858002"/>
                  <a:gd name="connsiteX48" fmla="*/ 4147936 w 4572002"/>
                  <a:gd name="connsiteY48" fmla="*/ 4253015 h 6858002"/>
                  <a:gd name="connsiteX49" fmla="*/ 4187752 w 4572002"/>
                  <a:gd name="connsiteY49" fmla="*/ 4324646 h 6858002"/>
                  <a:gd name="connsiteX50" fmla="*/ 4196706 w 4572002"/>
                  <a:gd name="connsiteY50" fmla="*/ 4363891 h 6858002"/>
                  <a:gd name="connsiteX51" fmla="*/ 4195944 w 4572002"/>
                  <a:gd name="connsiteY51" fmla="*/ 4482004 h 6858002"/>
                  <a:gd name="connsiteX52" fmla="*/ 4135934 w 4572002"/>
                  <a:gd name="connsiteY52" fmla="*/ 4659174 h 6858002"/>
                  <a:gd name="connsiteX53" fmla="*/ 4127932 w 4572002"/>
                  <a:gd name="connsiteY53" fmla="*/ 4677655 h 6858002"/>
                  <a:gd name="connsiteX54" fmla="*/ 4118025 w 4572002"/>
                  <a:gd name="connsiteY54" fmla="*/ 4767764 h 6858002"/>
                  <a:gd name="connsiteX55" fmla="*/ 4116716 w 4572002"/>
                  <a:gd name="connsiteY55" fmla="*/ 4800483 h 6858002"/>
                  <a:gd name="connsiteX56" fmla="*/ 4116716 w 4572002"/>
                  <a:gd name="connsiteY56" fmla="*/ 4800484 h 6858002"/>
                  <a:gd name="connsiteX57" fmla="*/ 4131552 w 4572002"/>
                  <a:gd name="connsiteY57" fmla="*/ 4828917 h 6858002"/>
                  <a:gd name="connsiteX58" fmla="*/ 4153733 w 4572002"/>
                  <a:gd name="connsiteY58" fmla="*/ 4863343 h 6858002"/>
                  <a:gd name="connsiteX59" fmla="*/ 4161262 w 4572002"/>
                  <a:gd name="connsiteY59" fmla="*/ 4889275 h 6858002"/>
                  <a:gd name="connsiteX60" fmla="*/ 4159557 w 4572002"/>
                  <a:gd name="connsiteY60" fmla="*/ 4912168 h 6858002"/>
                  <a:gd name="connsiteX61" fmla="*/ 4158155 w 4572002"/>
                  <a:gd name="connsiteY61" fmla="*/ 4933804 h 6858002"/>
                  <a:gd name="connsiteX62" fmla="*/ 4158155 w 4572002"/>
                  <a:gd name="connsiteY62" fmla="*/ 4933805 h 6858002"/>
                  <a:gd name="connsiteX63" fmla="*/ 4162914 w 4572002"/>
                  <a:gd name="connsiteY63" fmla="*/ 4952673 h 6858002"/>
                  <a:gd name="connsiteX64" fmla="*/ 4165707 w 4572002"/>
                  <a:gd name="connsiteY64" fmla="*/ 4957454 h 6858002"/>
                  <a:gd name="connsiteX65" fmla="*/ 4166985 w 4572002"/>
                  <a:gd name="connsiteY65" fmla="*/ 4961456 h 6858002"/>
                  <a:gd name="connsiteX66" fmla="*/ 4182989 w 4572002"/>
                  <a:gd name="connsiteY66" fmla="*/ 4987038 h 6858002"/>
                  <a:gd name="connsiteX67" fmla="*/ 4209468 w 4572002"/>
                  <a:gd name="connsiteY67" fmla="*/ 5041522 h 6858002"/>
                  <a:gd name="connsiteX68" fmla="*/ 4216684 w 4572002"/>
                  <a:gd name="connsiteY68" fmla="*/ 5072376 h 6858002"/>
                  <a:gd name="connsiteX69" fmla="*/ 4222587 w 4572002"/>
                  <a:gd name="connsiteY69" fmla="*/ 5087441 h 6858002"/>
                  <a:gd name="connsiteX70" fmla="*/ 4235615 w 4572002"/>
                  <a:gd name="connsiteY70" fmla="*/ 5133220 h 6858002"/>
                  <a:gd name="connsiteX71" fmla="*/ 4235616 w 4572002"/>
                  <a:gd name="connsiteY71" fmla="*/ 5133225 h 6858002"/>
                  <a:gd name="connsiteX72" fmla="*/ 4228901 w 4572002"/>
                  <a:gd name="connsiteY72" fmla="*/ 5166113 h 6858002"/>
                  <a:gd name="connsiteX73" fmla="*/ 4228901 w 4572002"/>
                  <a:gd name="connsiteY73" fmla="*/ 5166114 h 6858002"/>
                  <a:gd name="connsiteX74" fmla="*/ 4229593 w 4572002"/>
                  <a:gd name="connsiteY74" fmla="*/ 5172091 h 6858002"/>
                  <a:gd name="connsiteX75" fmla="*/ 4232139 w 4572002"/>
                  <a:gd name="connsiteY75" fmla="*/ 5179068 h 6858002"/>
                  <a:gd name="connsiteX76" fmla="*/ 4231973 w 4572002"/>
                  <a:gd name="connsiteY76" fmla="*/ 5229434 h 6858002"/>
                  <a:gd name="connsiteX77" fmla="*/ 4225669 w 4572002"/>
                  <a:gd name="connsiteY77" fmla="*/ 5241089 h 6858002"/>
                  <a:gd name="connsiteX78" fmla="*/ 4208517 w 4572002"/>
                  <a:gd name="connsiteY78" fmla="*/ 5272796 h 6858002"/>
                  <a:gd name="connsiteX79" fmla="*/ 4184613 w 4572002"/>
                  <a:gd name="connsiteY79" fmla="*/ 5312288 h 6858002"/>
                  <a:gd name="connsiteX80" fmla="*/ 4183557 w 4572002"/>
                  <a:gd name="connsiteY80" fmla="*/ 5321350 h 6858002"/>
                  <a:gd name="connsiteX81" fmla="*/ 4181083 w 4572002"/>
                  <a:gd name="connsiteY81" fmla="*/ 5326163 h 6858002"/>
                  <a:gd name="connsiteX82" fmla="*/ 4179637 w 4572002"/>
                  <a:gd name="connsiteY82" fmla="*/ 5355014 h 6858002"/>
                  <a:gd name="connsiteX83" fmla="*/ 4179637 w 4572002"/>
                  <a:gd name="connsiteY83" fmla="*/ 5355015 h 6858002"/>
                  <a:gd name="connsiteX84" fmla="*/ 4184513 w 4572002"/>
                  <a:gd name="connsiteY84" fmla="*/ 5385385 h 6858002"/>
                  <a:gd name="connsiteX85" fmla="*/ 4192704 w 4572002"/>
                  <a:gd name="connsiteY85" fmla="*/ 5425583 h 6858002"/>
                  <a:gd name="connsiteX86" fmla="*/ 4204327 w 4572002"/>
                  <a:gd name="connsiteY86" fmla="*/ 5480638 h 6858002"/>
                  <a:gd name="connsiteX87" fmla="*/ 4208850 w 4572002"/>
                  <a:gd name="connsiteY87" fmla="*/ 5507668 h 6858002"/>
                  <a:gd name="connsiteX88" fmla="*/ 4198232 w 4572002"/>
                  <a:gd name="connsiteY88" fmla="*/ 5531692 h 6858002"/>
                  <a:gd name="connsiteX89" fmla="*/ 4198231 w 4572002"/>
                  <a:gd name="connsiteY89" fmla="*/ 5531693 h 6858002"/>
                  <a:gd name="connsiteX90" fmla="*/ 4188085 w 4572002"/>
                  <a:gd name="connsiteY90" fmla="*/ 5547578 h 6858002"/>
                  <a:gd name="connsiteX91" fmla="*/ 4188085 w 4572002"/>
                  <a:gd name="connsiteY91" fmla="*/ 5547579 h 6858002"/>
                  <a:gd name="connsiteX92" fmla="*/ 4197659 w 4572002"/>
                  <a:gd name="connsiteY92" fmla="*/ 5562747 h 6858002"/>
                  <a:gd name="connsiteX93" fmla="*/ 4268907 w 4572002"/>
                  <a:gd name="connsiteY93" fmla="*/ 5704484 h 6858002"/>
                  <a:gd name="connsiteX94" fmla="*/ 4274812 w 4572002"/>
                  <a:gd name="connsiteY94" fmla="*/ 5740489 h 6858002"/>
                  <a:gd name="connsiteX95" fmla="*/ 4283578 w 4572002"/>
                  <a:gd name="connsiteY95" fmla="*/ 5760874 h 6858002"/>
                  <a:gd name="connsiteX96" fmla="*/ 4371973 w 4572002"/>
                  <a:gd name="connsiteY96" fmla="*/ 5883752 h 6858002"/>
                  <a:gd name="connsiteX97" fmla="*/ 4371974 w 4572002"/>
                  <a:gd name="connsiteY97" fmla="*/ 5883757 h 6858002"/>
                  <a:gd name="connsiteX98" fmla="*/ 4389877 w 4572002"/>
                  <a:gd name="connsiteY98" fmla="*/ 5935946 h 6858002"/>
                  <a:gd name="connsiteX99" fmla="*/ 4389878 w 4572002"/>
                  <a:gd name="connsiteY99" fmla="*/ 5935950 h 6858002"/>
                  <a:gd name="connsiteX100" fmla="*/ 4386259 w 4572002"/>
                  <a:gd name="connsiteY100" fmla="*/ 5993290 h 6858002"/>
                  <a:gd name="connsiteX101" fmla="*/ 4386259 w 4572002"/>
                  <a:gd name="connsiteY101" fmla="*/ 5993291 h 6858002"/>
                  <a:gd name="connsiteX102" fmla="*/ 4379782 w 4572002"/>
                  <a:gd name="connsiteY102" fmla="*/ 6026440 h 6858002"/>
                  <a:gd name="connsiteX103" fmla="*/ 4323583 w 4572002"/>
                  <a:gd name="connsiteY103" fmla="*/ 6108738 h 6858002"/>
                  <a:gd name="connsiteX104" fmla="*/ 4309890 w 4572002"/>
                  <a:gd name="connsiteY104" fmla="*/ 6133314 h 6858002"/>
                  <a:gd name="connsiteX105" fmla="*/ 4309890 w 4572002"/>
                  <a:gd name="connsiteY105" fmla="*/ 6133315 h 6858002"/>
                  <a:gd name="connsiteX106" fmla="*/ 4313591 w 4572002"/>
                  <a:gd name="connsiteY106" fmla="*/ 6143190 h 6858002"/>
                  <a:gd name="connsiteX107" fmla="*/ 4325486 w 4572002"/>
                  <a:gd name="connsiteY107" fmla="*/ 6155600 h 6858002"/>
                  <a:gd name="connsiteX108" fmla="*/ 4325488 w 4572002"/>
                  <a:gd name="connsiteY108" fmla="*/ 6155603 h 6858002"/>
                  <a:gd name="connsiteX109" fmla="*/ 4364160 w 4572002"/>
                  <a:gd name="connsiteY109" fmla="*/ 6228757 h 6858002"/>
                  <a:gd name="connsiteX110" fmla="*/ 4381497 w 4572002"/>
                  <a:gd name="connsiteY110" fmla="*/ 6361540 h 6858002"/>
                  <a:gd name="connsiteX111" fmla="*/ 4381497 w 4572002"/>
                  <a:gd name="connsiteY111" fmla="*/ 6361539 h 6858002"/>
                  <a:gd name="connsiteX112" fmla="*/ 4364160 w 4572002"/>
                  <a:gd name="connsiteY112" fmla="*/ 6228756 h 6858002"/>
                  <a:gd name="connsiteX113" fmla="*/ 4325488 w 4572002"/>
                  <a:gd name="connsiteY113" fmla="*/ 6155602 h 6858002"/>
                  <a:gd name="connsiteX114" fmla="*/ 4325486 w 4572002"/>
                  <a:gd name="connsiteY114" fmla="*/ 6155600 h 6858002"/>
                  <a:gd name="connsiteX115" fmla="*/ 4309890 w 4572002"/>
                  <a:gd name="connsiteY115" fmla="*/ 6133315 h 6858002"/>
                  <a:gd name="connsiteX116" fmla="*/ 4323583 w 4572002"/>
                  <a:gd name="connsiteY116" fmla="*/ 6108739 h 6858002"/>
                  <a:gd name="connsiteX117" fmla="*/ 4379782 w 4572002"/>
                  <a:gd name="connsiteY117" fmla="*/ 6026441 h 6858002"/>
                  <a:gd name="connsiteX118" fmla="*/ 4386259 w 4572002"/>
                  <a:gd name="connsiteY118" fmla="*/ 5993292 h 6858002"/>
                  <a:gd name="connsiteX119" fmla="*/ 4386259 w 4572002"/>
                  <a:gd name="connsiteY119" fmla="*/ 5993290 h 6858002"/>
                  <a:gd name="connsiteX120" fmla="*/ 4389712 w 4572002"/>
                  <a:gd name="connsiteY120" fmla="*/ 5964477 h 6858002"/>
                  <a:gd name="connsiteX121" fmla="*/ 4389878 w 4572002"/>
                  <a:gd name="connsiteY121" fmla="*/ 5935950 h 6858002"/>
                  <a:gd name="connsiteX122" fmla="*/ 4389878 w 4572002"/>
                  <a:gd name="connsiteY122" fmla="*/ 5935949 h 6858002"/>
                  <a:gd name="connsiteX123" fmla="*/ 4389877 w 4572002"/>
                  <a:gd name="connsiteY123" fmla="*/ 5935946 h 6858002"/>
                  <a:gd name="connsiteX124" fmla="*/ 4382997 w 4572002"/>
                  <a:gd name="connsiteY124" fmla="*/ 5909351 h 6858002"/>
                  <a:gd name="connsiteX125" fmla="*/ 4371974 w 4572002"/>
                  <a:gd name="connsiteY125" fmla="*/ 5883757 h 6858002"/>
                  <a:gd name="connsiteX126" fmla="*/ 4371973 w 4572002"/>
                  <a:gd name="connsiteY126" fmla="*/ 5883751 h 6858002"/>
                  <a:gd name="connsiteX127" fmla="*/ 4283578 w 4572002"/>
                  <a:gd name="connsiteY127" fmla="*/ 5760873 h 6858002"/>
                  <a:gd name="connsiteX128" fmla="*/ 4274812 w 4572002"/>
                  <a:gd name="connsiteY128" fmla="*/ 5740488 h 6858002"/>
                  <a:gd name="connsiteX129" fmla="*/ 4268907 w 4572002"/>
                  <a:gd name="connsiteY129" fmla="*/ 5704483 h 6858002"/>
                  <a:gd name="connsiteX130" fmla="*/ 4197659 w 4572002"/>
                  <a:gd name="connsiteY130" fmla="*/ 5562746 h 6858002"/>
                  <a:gd name="connsiteX131" fmla="*/ 4188085 w 4572002"/>
                  <a:gd name="connsiteY131" fmla="*/ 5547578 h 6858002"/>
                  <a:gd name="connsiteX132" fmla="*/ 4198231 w 4572002"/>
                  <a:gd name="connsiteY132" fmla="*/ 5531694 h 6858002"/>
                  <a:gd name="connsiteX133" fmla="*/ 4198232 w 4572002"/>
                  <a:gd name="connsiteY133" fmla="*/ 5531692 h 6858002"/>
                  <a:gd name="connsiteX134" fmla="*/ 4206630 w 4572002"/>
                  <a:gd name="connsiteY134" fmla="*/ 5520422 h 6858002"/>
                  <a:gd name="connsiteX135" fmla="*/ 4208850 w 4572002"/>
                  <a:gd name="connsiteY135" fmla="*/ 5507668 h 6858002"/>
                  <a:gd name="connsiteX136" fmla="*/ 4208850 w 4572002"/>
                  <a:gd name="connsiteY136" fmla="*/ 5507667 h 6858002"/>
                  <a:gd name="connsiteX137" fmla="*/ 4204327 w 4572002"/>
                  <a:gd name="connsiteY137" fmla="*/ 5480637 h 6858002"/>
                  <a:gd name="connsiteX138" fmla="*/ 4192704 w 4572002"/>
                  <a:gd name="connsiteY138" fmla="*/ 5425582 h 6858002"/>
                  <a:gd name="connsiteX139" fmla="*/ 4184513 w 4572002"/>
                  <a:gd name="connsiteY139" fmla="*/ 5385384 h 6858002"/>
                  <a:gd name="connsiteX140" fmla="*/ 4179637 w 4572002"/>
                  <a:gd name="connsiteY140" fmla="*/ 5355014 h 6858002"/>
                  <a:gd name="connsiteX141" fmla="*/ 4183557 w 4572002"/>
                  <a:gd name="connsiteY141" fmla="*/ 5321350 h 6858002"/>
                  <a:gd name="connsiteX142" fmla="*/ 4208517 w 4572002"/>
                  <a:gd name="connsiteY142" fmla="*/ 5272797 h 6858002"/>
                  <a:gd name="connsiteX143" fmla="*/ 4225669 w 4572002"/>
                  <a:gd name="connsiteY143" fmla="*/ 5241089 h 6858002"/>
                  <a:gd name="connsiteX144" fmla="*/ 4231973 w 4572002"/>
                  <a:gd name="connsiteY144" fmla="*/ 5229433 h 6858002"/>
                  <a:gd name="connsiteX145" fmla="*/ 4232139 w 4572002"/>
                  <a:gd name="connsiteY145" fmla="*/ 5179068 h 6858002"/>
                  <a:gd name="connsiteX146" fmla="*/ 4232139 w 4572002"/>
                  <a:gd name="connsiteY146" fmla="*/ 5179067 h 6858002"/>
                  <a:gd name="connsiteX147" fmla="*/ 4229593 w 4572002"/>
                  <a:gd name="connsiteY147" fmla="*/ 5172090 h 6858002"/>
                  <a:gd name="connsiteX148" fmla="*/ 4228901 w 4572002"/>
                  <a:gd name="connsiteY148" fmla="*/ 5166114 h 6858002"/>
                  <a:gd name="connsiteX149" fmla="*/ 4235616 w 4572002"/>
                  <a:gd name="connsiteY149" fmla="*/ 5133225 h 6858002"/>
                  <a:gd name="connsiteX150" fmla="*/ 4235616 w 4572002"/>
                  <a:gd name="connsiteY150" fmla="*/ 5133224 h 6858002"/>
                  <a:gd name="connsiteX151" fmla="*/ 4235615 w 4572002"/>
                  <a:gd name="connsiteY151" fmla="*/ 5133220 h 6858002"/>
                  <a:gd name="connsiteX152" fmla="*/ 4228473 w 4572002"/>
                  <a:gd name="connsiteY152" fmla="*/ 5102461 h 6858002"/>
                  <a:gd name="connsiteX153" fmla="*/ 4222587 w 4572002"/>
                  <a:gd name="connsiteY153" fmla="*/ 5087441 h 6858002"/>
                  <a:gd name="connsiteX154" fmla="*/ 4222582 w 4572002"/>
                  <a:gd name="connsiteY154" fmla="*/ 5087423 h 6858002"/>
                  <a:gd name="connsiteX155" fmla="*/ 4209468 w 4572002"/>
                  <a:gd name="connsiteY155" fmla="*/ 5041521 h 6858002"/>
                  <a:gd name="connsiteX156" fmla="*/ 4182989 w 4572002"/>
                  <a:gd name="connsiteY156" fmla="*/ 4987037 h 6858002"/>
                  <a:gd name="connsiteX157" fmla="*/ 4165707 w 4572002"/>
                  <a:gd name="connsiteY157" fmla="*/ 4957454 h 6858002"/>
                  <a:gd name="connsiteX158" fmla="*/ 4158155 w 4572002"/>
                  <a:gd name="connsiteY158" fmla="*/ 4933805 h 6858002"/>
                  <a:gd name="connsiteX159" fmla="*/ 4159557 w 4572002"/>
                  <a:gd name="connsiteY159" fmla="*/ 4912169 h 6858002"/>
                  <a:gd name="connsiteX160" fmla="*/ 4161262 w 4572002"/>
                  <a:gd name="connsiteY160" fmla="*/ 4889276 h 6858002"/>
                  <a:gd name="connsiteX161" fmla="*/ 4161262 w 4572002"/>
                  <a:gd name="connsiteY161" fmla="*/ 4889275 h 6858002"/>
                  <a:gd name="connsiteX162" fmla="*/ 4156484 w 4572002"/>
                  <a:gd name="connsiteY162" fmla="*/ 4867614 h 6858002"/>
                  <a:gd name="connsiteX163" fmla="*/ 4153733 w 4572002"/>
                  <a:gd name="connsiteY163" fmla="*/ 4863343 h 6858002"/>
                  <a:gd name="connsiteX164" fmla="*/ 4151983 w 4572002"/>
                  <a:gd name="connsiteY164" fmla="*/ 4857317 h 6858002"/>
                  <a:gd name="connsiteX165" fmla="*/ 4131552 w 4572002"/>
                  <a:gd name="connsiteY165" fmla="*/ 4828916 h 6858002"/>
                  <a:gd name="connsiteX166" fmla="*/ 4116716 w 4572002"/>
                  <a:gd name="connsiteY166" fmla="*/ 4800483 h 6858002"/>
                  <a:gd name="connsiteX167" fmla="*/ 4118025 w 4572002"/>
                  <a:gd name="connsiteY167" fmla="*/ 4767765 h 6858002"/>
                  <a:gd name="connsiteX168" fmla="*/ 4127932 w 4572002"/>
                  <a:gd name="connsiteY168" fmla="*/ 4677656 h 6858002"/>
                  <a:gd name="connsiteX169" fmla="*/ 4135934 w 4572002"/>
                  <a:gd name="connsiteY169" fmla="*/ 4659175 h 6858002"/>
                  <a:gd name="connsiteX170" fmla="*/ 4195944 w 4572002"/>
                  <a:gd name="connsiteY170" fmla="*/ 4482005 h 6858002"/>
                  <a:gd name="connsiteX171" fmla="*/ 4196706 w 4572002"/>
                  <a:gd name="connsiteY171" fmla="*/ 4363891 h 6858002"/>
                  <a:gd name="connsiteX172" fmla="*/ 4196706 w 4572002"/>
                  <a:gd name="connsiteY172" fmla="*/ 4363890 h 6858002"/>
                  <a:gd name="connsiteX173" fmla="*/ 4187752 w 4572002"/>
                  <a:gd name="connsiteY173" fmla="*/ 4324645 h 6858002"/>
                  <a:gd name="connsiteX174" fmla="*/ 4147936 w 4572002"/>
                  <a:gd name="connsiteY174" fmla="*/ 4253014 h 6858002"/>
                  <a:gd name="connsiteX175" fmla="*/ 4211111 w 4572002"/>
                  <a:gd name="connsiteY175" fmla="*/ 2836172 h 6858002"/>
                  <a:gd name="connsiteX176" fmla="*/ 4202421 w 4572002"/>
                  <a:gd name="connsiteY176" fmla="*/ 2848793 h 6858002"/>
                  <a:gd name="connsiteX177" fmla="*/ 4186816 w 4572002"/>
                  <a:gd name="connsiteY177" fmla="*/ 2897785 h 6858002"/>
                  <a:gd name="connsiteX178" fmla="*/ 4185787 w 4572002"/>
                  <a:gd name="connsiteY178" fmla="*/ 2903551 h 6858002"/>
                  <a:gd name="connsiteX179" fmla="*/ 4182513 w 4572002"/>
                  <a:gd name="connsiteY179" fmla="*/ 2914328 h 6858002"/>
                  <a:gd name="connsiteX180" fmla="*/ 4177882 w 4572002"/>
                  <a:gd name="connsiteY180" fmla="*/ 2947858 h 6858002"/>
                  <a:gd name="connsiteX181" fmla="*/ 4177881 w 4572002"/>
                  <a:gd name="connsiteY181" fmla="*/ 2947862 h 6858002"/>
                  <a:gd name="connsiteX182" fmla="*/ 4177881 w 4572002"/>
                  <a:gd name="connsiteY182" fmla="*/ 2947863 h 6858002"/>
                  <a:gd name="connsiteX183" fmla="*/ 4181465 w 4572002"/>
                  <a:gd name="connsiteY183" fmla="*/ 2982149 h 6858002"/>
                  <a:gd name="connsiteX184" fmla="*/ 4193158 w 4572002"/>
                  <a:gd name="connsiteY184" fmla="*/ 3077402 h 6858002"/>
                  <a:gd name="connsiteX185" fmla="*/ 4180703 w 4572002"/>
                  <a:gd name="connsiteY185" fmla="*/ 3172654 h 6858002"/>
                  <a:gd name="connsiteX186" fmla="*/ 4133076 w 4572002"/>
                  <a:gd name="connsiteY186" fmla="*/ 3489467 h 6858002"/>
                  <a:gd name="connsiteX187" fmla="*/ 4110977 w 4572002"/>
                  <a:gd name="connsiteY187" fmla="*/ 3544713 h 6858002"/>
                  <a:gd name="connsiteX188" fmla="*/ 4093355 w 4572002"/>
                  <a:gd name="connsiteY188" fmla="*/ 3574408 h 6858002"/>
                  <a:gd name="connsiteX189" fmla="*/ 4093355 w 4572002"/>
                  <a:gd name="connsiteY189" fmla="*/ 3574409 h 6858002"/>
                  <a:gd name="connsiteX190" fmla="*/ 4105453 w 4572002"/>
                  <a:gd name="connsiteY190" fmla="*/ 3606818 h 6858002"/>
                  <a:gd name="connsiteX191" fmla="*/ 4118979 w 4572002"/>
                  <a:gd name="connsiteY191" fmla="*/ 3630633 h 6858002"/>
                  <a:gd name="connsiteX192" fmla="*/ 4136708 w 4572002"/>
                  <a:gd name="connsiteY192" fmla="*/ 3654416 h 6858002"/>
                  <a:gd name="connsiteX193" fmla="*/ 4140382 w 4572002"/>
                  <a:gd name="connsiteY193" fmla="*/ 3668940 h 6858002"/>
                  <a:gd name="connsiteX194" fmla="*/ 4143220 w 4572002"/>
                  <a:gd name="connsiteY194" fmla="*/ 3680164 h 6858002"/>
                  <a:gd name="connsiteX195" fmla="*/ 4139172 w 4572002"/>
                  <a:gd name="connsiteY195" fmla="*/ 3734837 h 6858002"/>
                  <a:gd name="connsiteX196" fmla="*/ 4139172 w 4572002"/>
                  <a:gd name="connsiteY196" fmla="*/ 3734838 h 6858002"/>
                  <a:gd name="connsiteX197" fmla="*/ 4139554 w 4572002"/>
                  <a:gd name="connsiteY197" fmla="*/ 3754653 h 6858002"/>
                  <a:gd name="connsiteX198" fmla="*/ 4145911 w 4572002"/>
                  <a:gd name="connsiteY198" fmla="*/ 3789776 h 6858002"/>
                  <a:gd name="connsiteX199" fmla="*/ 4130980 w 4572002"/>
                  <a:gd name="connsiteY199" fmla="*/ 3822472 h 6858002"/>
                  <a:gd name="connsiteX200" fmla="*/ 4116645 w 4572002"/>
                  <a:gd name="connsiteY200" fmla="*/ 3852619 h 6858002"/>
                  <a:gd name="connsiteX201" fmla="*/ 4116645 w 4572002"/>
                  <a:gd name="connsiteY201" fmla="*/ 3852620 h 6858002"/>
                  <a:gd name="connsiteX202" fmla="*/ 4117425 w 4572002"/>
                  <a:gd name="connsiteY202" fmla="*/ 3868764 h 6858002"/>
                  <a:gd name="connsiteX203" fmla="*/ 4126028 w 4572002"/>
                  <a:gd name="connsiteY203" fmla="*/ 3885337 h 6858002"/>
                  <a:gd name="connsiteX204" fmla="*/ 4126028 w 4572002"/>
                  <a:gd name="connsiteY204" fmla="*/ 3885339 h 6858002"/>
                  <a:gd name="connsiteX205" fmla="*/ 4148409 w 4572002"/>
                  <a:gd name="connsiteY205" fmla="*/ 3923125 h 6858002"/>
                  <a:gd name="connsiteX206" fmla="*/ 4157913 w 4572002"/>
                  <a:gd name="connsiteY206" fmla="*/ 3962160 h 6858002"/>
                  <a:gd name="connsiteX207" fmla="*/ 4142221 w 4572002"/>
                  <a:gd name="connsiteY207" fmla="*/ 4043838 h 6858002"/>
                  <a:gd name="connsiteX208" fmla="*/ 4142220 w 4572002"/>
                  <a:gd name="connsiteY208" fmla="*/ 4043839 h 6858002"/>
                  <a:gd name="connsiteX209" fmla="*/ 4127099 w 4572002"/>
                  <a:gd name="connsiteY209" fmla="*/ 4103825 h 6858002"/>
                  <a:gd name="connsiteX210" fmla="*/ 4127099 w 4572002"/>
                  <a:gd name="connsiteY210" fmla="*/ 4103826 h 6858002"/>
                  <a:gd name="connsiteX211" fmla="*/ 4129066 w 4572002"/>
                  <a:gd name="connsiteY211" fmla="*/ 4134256 h 6858002"/>
                  <a:gd name="connsiteX212" fmla="*/ 4138410 w 4572002"/>
                  <a:gd name="connsiteY212" fmla="*/ 4165382 h 6858002"/>
                  <a:gd name="connsiteX213" fmla="*/ 4138410 w 4572002"/>
                  <a:gd name="connsiteY213" fmla="*/ 4165384 h 6858002"/>
                  <a:gd name="connsiteX214" fmla="*/ 4142315 w 4572002"/>
                  <a:gd name="connsiteY214" fmla="*/ 4192388 h 6858002"/>
                  <a:gd name="connsiteX215" fmla="*/ 4142315 w 4572002"/>
                  <a:gd name="connsiteY215" fmla="*/ 4192387 h 6858002"/>
                  <a:gd name="connsiteX216" fmla="*/ 4138410 w 4572002"/>
                  <a:gd name="connsiteY216" fmla="*/ 4165383 h 6858002"/>
                  <a:gd name="connsiteX217" fmla="*/ 4138410 w 4572002"/>
                  <a:gd name="connsiteY217" fmla="*/ 4165382 h 6858002"/>
                  <a:gd name="connsiteX218" fmla="*/ 4127099 w 4572002"/>
                  <a:gd name="connsiteY218" fmla="*/ 4103826 h 6858002"/>
                  <a:gd name="connsiteX219" fmla="*/ 4142220 w 4572002"/>
                  <a:gd name="connsiteY219" fmla="*/ 4043840 h 6858002"/>
                  <a:gd name="connsiteX220" fmla="*/ 4142221 w 4572002"/>
                  <a:gd name="connsiteY220" fmla="*/ 4043838 h 6858002"/>
                  <a:gd name="connsiteX221" fmla="*/ 4155523 w 4572002"/>
                  <a:gd name="connsiteY221" fmla="*/ 4002410 h 6858002"/>
                  <a:gd name="connsiteX222" fmla="*/ 4157913 w 4572002"/>
                  <a:gd name="connsiteY222" fmla="*/ 3962160 h 6858002"/>
                  <a:gd name="connsiteX223" fmla="*/ 4157913 w 4572002"/>
                  <a:gd name="connsiteY223" fmla="*/ 3962159 h 6858002"/>
                  <a:gd name="connsiteX224" fmla="*/ 4126028 w 4572002"/>
                  <a:gd name="connsiteY224" fmla="*/ 3885338 h 6858002"/>
                  <a:gd name="connsiteX225" fmla="*/ 4126028 w 4572002"/>
                  <a:gd name="connsiteY225" fmla="*/ 3885337 h 6858002"/>
                  <a:gd name="connsiteX226" fmla="*/ 4116645 w 4572002"/>
                  <a:gd name="connsiteY226" fmla="*/ 3852620 h 6858002"/>
                  <a:gd name="connsiteX227" fmla="*/ 4130980 w 4572002"/>
                  <a:gd name="connsiteY227" fmla="*/ 3822473 h 6858002"/>
                  <a:gd name="connsiteX228" fmla="*/ 4145911 w 4572002"/>
                  <a:gd name="connsiteY228" fmla="*/ 3789777 h 6858002"/>
                  <a:gd name="connsiteX229" fmla="*/ 4145911 w 4572002"/>
                  <a:gd name="connsiteY229" fmla="*/ 3789776 h 6858002"/>
                  <a:gd name="connsiteX230" fmla="*/ 4139554 w 4572002"/>
                  <a:gd name="connsiteY230" fmla="*/ 3754652 h 6858002"/>
                  <a:gd name="connsiteX231" fmla="*/ 4139172 w 4572002"/>
                  <a:gd name="connsiteY231" fmla="*/ 3734838 h 6858002"/>
                  <a:gd name="connsiteX232" fmla="*/ 4143220 w 4572002"/>
                  <a:gd name="connsiteY232" fmla="*/ 3680164 h 6858002"/>
                  <a:gd name="connsiteX233" fmla="*/ 4143220 w 4572002"/>
                  <a:gd name="connsiteY233" fmla="*/ 3680163 h 6858002"/>
                  <a:gd name="connsiteX234" fmla="*/ 4140382 w 4572002"/>
                  <a:gd name="connsiteY234" fmla="*/ 3668940 h 6858002"/>
                  <a:gd name="connsiteX235" fmla="*/ 4136708 w 4572002"/>
                  <a:gd name="connsiteY235" fmla="*/ 3654416 h 6858002"/>
                  <a:gd name="connsiteX236" fmla="*/ 4136708 w 4572002"/>
                  <a:gd name="connsiteY236" fmla="*/ 3654416 h 6858002"/>
                  <a:gd name="connsiteX237" fmla="*/ 4136708 w 4572002"/>
                  <a:gd name="connsiteY237" fmla="*/ 3654415 h 6858002"/>
                  <a:gd name="connsiteX238" fmla="*/ 4118979 w 4572002"/>
                  <a:gd name="connsiteY238" fmla="*/ 3630632 h 6858002"/>
                  <a:gd name="connsiteX239" fmla="*/ 4105453 w 4572002"/>
                  <a:gd name="connsiteY239" fmla="*/ 3606817 h 6858002"/>
                  <a:gd name="connsiteX240" fmla="*/ 4095707 w 4572002"/>
                  <a:gd name="connsiteY240" fmla="*/ 3587174 h 6858002"/>
                  <a:gd name="connsiteX241" fmla="*/ 4093355 w 4572002"/>
                  <a:gd name="connsiteY241" fmla="*/ 3574408 h 6858002"/>
                  <a:gd name="connsiteX242" fmla="*/ 4098434 w 4572002"/>
                  <a:gd name="connsiteY242" fmla="*/ 3562321 h 6858002"/>
                  <a:gd name="connsiteX243" fmla="*/ 4110977 w 4572002"/>
                  <a:gd name="connsiteY243" fmla="*/ 3544714 h 6858002"/>
                  <a:gd name="connsiteX244" fmla="*/ 4133076 w 4572002"/>
                  <a:gd name="connsiteY244" fmla="*/ 3489468 h 6858002"/>
                  <a:gd name="connsiteX245" fmla="*/ 4180703 w 4572002"/>
                  <a:gd name="connsiteY245" fmla="*/ 3172655 h 6858002"/>
                  <a:gd name="connsiteX246" fmla="*/ 4193158 w 4572002"/>
                  <a:gd name="connsiteY246" fmla="*/ 3077402 h 6858002"/>
                  <a:gd name="connsiteX247" fmla="*/ 4193158 w 4572002"/>
                  <a:gd name="connsiteY247" fmla="*/ 3077401 h 6858002"/>
                  <a:gd name="connsiteX248" fmla="*/ 4181465 w 4572002"/>
                  <a:gd name="connsiteY248" fmla="*/ 2982148 h 6858002"/>
                  <a:gd name="connsiteX249" fmla="*/ 4177881 w 4572002"/>
                  <a:gd name="connsiteY249" fmla="*/ 2947863 h 6858002"/>
                  <a:gd name="connsiteX250" fmla="*/ 4177882 w 4572002"/>
                  <a:gd name="connsiteY250" fmla="*/ 2947858 h 6858002"/>
                  <a:gd name="connsiteX251" fmla="*/ 4185787 w 4572002"/>
                  <a:gd name="connsiteY251" fmla="*/ 2903551 h 6858002"/>
                  <a:gd name="connsiteX252" fmla="*/ 4202421 w 4572002"/>
                  <a:gd name="connsiteY252" fmla="*/ 2848794 h 6858002"/>
                  <a:gd name="connsiteX253" fmla="*/ 4211111 w 4572002"/>
                  <a:gd name="connsiteY253" fmla="*/ 2836173 h 6858002"/>
                  <a:gd name="connsiteX254" fmla="*/ 3726625 w 4572002"/>
                  <a:gd name="connsiteY254" fmla="*/ 1508458 h 6858002"/>
                  <a:gd name="connsiteX255" fmla="*/ 3698531 w 4572002"/>
                  <a:gd name="connsiteY255" fmla="*/ 1596214 h 6858002"/>
                  <a:gd name="connsiteX256" fmla="*/ 3700436 w 4572002"/>
                  <a:gd name="connsiteY256" fmla="*/ 1624981 h 6858002"/>
                  <a:gd name="connsiteX257" fmla="*/ 3757017 w 4572002"/>
                  <a:gd name="connsiteY257" fmla="*/ 1697754 h 6858002"/>
                  <a:gd name="connsiteX258" fmla="*/ 3779686 w 4572002"/>
                  <a:gd name="connsiteY258" fmla="*/ 1733189 h 6858002"/>
                  <a:gd name="connsiteX259" fmla="*/ 3821407 w 4572002"/>
                  <a:gd name="connsiteY259" fmla="*/ 1833776 h 6858002"/>
                  <a:gd name="connsiteX260" fmla="*/ 3829028 w 4572002"/>
                  <a:gd name="connsiteY260" fmla="*/ 1842159 h 6858002"/>
                  <a:gd name="connsiteX261" fmla="*/ 3919519 w 4572002"/>
                  <a:gd name="connsiteY261" fmla="*/ 1916455 h 6858002"/>
                  <a:gd name="connsiteX262" fmla="*/ 3934949 w 4572002"/>
                  <a:gd name="connsiteY262" fmla="*/ 1933220 h 6858002"/>
                  <a:gd name="connsiteX263" fmla="*/ 3958954 w 4572002"/>
                  <a:gd name="connsiteY263" fmla="*/ 1953414 h 6858002"/>
                  <a:gd name="connsiteX264" fmla="*/ 4005437 w 4572002"/>
                  <a:gd name="connsiteY264" fmla="*/ 2016470 h 6858002"/>
                  <a:gd name="connsiteX265" fmla="*/ 4020296 w 4572002"/>
                  <a:gd name="connsiteY265" fmla="*/ 2094579 h 6858002"/>
                  <a:gd name="connsiteX266" fmla="*/ 4042967 w 4572002"/>
                  <a:gd name="connsiteY266" fmla="*/ 2188880 h 6858002"/>
                  <a:gd name="connsiteX267" fmla="*/ 4058207 w 4572002"/>
                  <a:gd name="connsiteY267" fmla="*/ 2228315 h 6858002"/>
                  <a:gd name="connsiteX268" fmla="*/ 4087164 w 4572002"/>
                  <a:gd name="connsiteY268" fmla="*/ 2334045 h 6858002"/>
                  <a:gd name="connsiteX269" fmla="*/ 4111549 w 4572002"/>
                  <a:gd name="connsiteY269" fmla="*/ 2409486 h 6858002"/>
                  <a:gd name="connsiteX270" fmla="*/ 4128650 w 4572002"/>
                  <a:gd name="connsiteY270" fmla="*/ 2435913 h 6858002"/>
                  <a:gd name="connsiteX271" fmla="*/ 4134481 w 4572002"/>
                  <a:gd name="connsiteY271" fmla="*/ 2463018 h 6858002"/>
                  <a:gd name="connsiteX272" fmla="*/ 4125839 w 4572002"/>
                  <a:gd name="connsiteY272" fmla="*/ 2518262 h 6858002"/>
                  <a:gd name="connsiteX273" fmla="*/ 4125838 w 4572002"/>
                  <a:gd name="connsiteY273" fmla="*/ 2518264 h 6858002"/>
                  <a:gd name="connsiteX274" fmla="*/ 4122194 w 4572002"/>
                  <a:gd name="connsiteY274" fmla="*/ 2545006 h 6858002"/>
                  <a:gd name="connsiteX275" fmla="*/ 4122194 w 4572002"/>
                  <a:gd name="connsiteY275" fmla="*/ 2545007 h 6858002"/>
                  <a:gd name="connsiteX276" fmla="*/ 4126408 w 4572002"/>
                  <a:gd name="connsiteY276" fmla="*/ 2571035 h 6858002"/>
                  <a:gd name="connsiteX277" fmla="*/ 4199563 w 4572002"/>
                  <a:gd name="connsiteY277" fmla="*/ 2668002 h 6858002"/>
                  <a:gd name="connsiteX278" fmla="*/ 4247953 w 4572002"/>
                  <a:gd name="connsiteY278" fmla="*/ 2745349 h 6858002"/>
                  <a:gd name="connsiteX279" fmla="*/ 4247954 w 4572002"/>
                  <a:gd name="connsiteY279" fmla="*/ 2745352 h 6858002"/>
                  <a:gd name="connsiteX280" fmla="*/ 4253873 w 4572002"/>
                  <a:gd name="connsiteY280" fmla="*/ 2778006 h 6858002"/>
                  <a:gd name="connsiteX281" fmla="*/ 4253453 w 4572002"/>
                  <a:gd name="connsiteY281" fmla="*/ 2785440 h 6858002"/>
                  <a:gd name="connsiteX282" fmla="*/ 4243374 w 4572002"/>
                  <a:gd name="connsiteY282" fmla="*/ 2811780 h 6858002"/>
                  <a:gd name="connsiteX283" fmla="*/ 4243371 w 4572002"/>
                  <a:gd name="connsiteY283" fmla="*/ 2811787 h 6858002"/>
                  <a:gd name="connsiteX284" fmla="*/ 4243372 w 4572002"/>
                  <a:gd name="connsiteY284" fmla="*/ 2811787 h 6858002"/>
                  <a:gd name="connsiteX285" fmla="*/ 4243374 w 4572002"/>
                  <a:gd name="connsiteY285" fmla="*/ 2811780 h 6858002"/>
                  <a:gd name="connsiteX286" fmla="*/ 4253025 w 4572002"/>
                  <a:gd name="connsiteY286" fmla="*/ 2793023 h 6858002"/>
                  <a:gd name="connsiteX287" fmla="*/ 4253453 w 4572002"/>
                  <a:gd name="connsiteY287" fmla="*/ 2785440 h 6858002"/>
                  <a:gd name="connsiteX288" fmla="*/ 4254654 w 4572002"/>
                  <a:gd name="connsiteY288" fmla="*/ 2782305 h 6858002"/>
                  <a:gd name="connsiteX289" fmla="*/ 4253873 w 4572002"/>
                  <a:gd name="connsiteY289" fmla="*/ 2778006 h 6858002"/>
                  <a:gd name="connsiteX290" fmla="*/ 4254284 w 4572002"/>
                  <a:gd name="connsiteY290" fmla="*/ 2770758 h 6858002"/>
                  <a:gd name="connsiteX291" fmla="*/ 4247954 w 4572002"/>
                  <a:gd name="connsiteY291" fmla="*/ 2745352 h 6858002"/>
                  <a:gd name="connsiteX292" fmla="*/ 4247953 w 4572002"/>
                  <a:gd name="connsiteY292" fmla="*/ 2745348 h 6858002"/>
                  <a:gd name="connsiteX293" fmla="*/ 4199563 w 4572002"/>
                  <a:gd name="connsiteY293" fmla="*/ 2668001 h 6858002"/>
                  <a:gd name="connsiteX294" fmla="*/ 4126408 w 4572002"/>
                  <a:gd name="connsiteY294" fmla="*/ 2571034 h 6858002"/>
                  <a:gd name="connsiteX295" fmla="*/ 4122194 w 4572002"/>
                  <a:gd name="connsiteY295" fmla="*/ 2545007 h 6858002"/>
                  <a:gd name="connsiteX296" fmla="*/ 4125838 w 4572002"/>
                  <a:gd name="connsiteY296" fmla="*/ 2518265 h 6858002"/>
                  <a:gd name="connsiteX297" fmla="*/ 4125839 w 4572002"/>
                  <a:gd name="connsiteY297" fmla="*/ 2518262 h 6858002"/>
                  <a:gd name="connsiteX298" fmla="*/ 4132419 w 4572002"/>
                  <a:gd name="connsiteY298" fmla="*/ 2490551 h 6858002"/>
                  <a:gd name="connsiteX299" fmla="*/ 4134481 w 4572002"/>
                  <a:gd name="connsiteY299" fmla="*/ 2463018 h 6858002"/>
                  <a:gd name="connsiteX300" fmla="*/ 4134481 w 4572002"/>
                  <a:gd name="connsiteY300" fmla="*/ 2463017 h 6858002"/>
                  <a:gd name="connsiteX301" fmla="*/ 4111549 w 4572002"/>
                  <a:gd name="connsiteY301" fmla="*/ 2409485 h 6858002"/>
                  <a:gd name="connsiteX302" fmla="*/ 4087164 w 4572002"/>
                  <a:gd name="connsiteY302" fmla="*/ 2334044 h 6858002"/>
                  <a:gd name="connsiteX303" fmla="*/ 4058207 w 4572002"/>
                  <a:gd name="connsiteY303" fmla="*/ 2228314 h 6858002"/>
                  <a:gd name="connsiteX304" fmla="*/ 4042967 w 4572002"/>
                  <a:gd name="connsiteY304" fmla="*/ 2188879 h 6858002"/>
                  <a:gd name="connsiteX305" fmla="*/ 4020296 w 4572002"/>
                  <a:gd name="connsiteY305" fmla="*/ 2094578 h 6858002"/>
                  <a:gd name="connsiteX306" fmla="*/ 4005437 w 4572002"/>
                  <a:gd name="connsiteY306" fmla="*/ 2016469 h 6858002"/>
                  <a:gd name="connsiteX307" fmla="*/ 3958954 w 4572002"/>
                  <a:gd name="connsiteY307" fmla="*/ 1953413 h 6858002"/>
                  <a:gd name="connsiteX308" fmla="*/ 3934949 w 4572002"/>
                  <a:gd name="connsiteY308" fmla="*/ 1933219 h 6858002"/>
                  <a:gd name="connsiteX309" fmla="*/ 3919519 w 4572002"/>
                  <a:gd name="connsiteY309" fmla="*/ 1916454 h 6858002"/>
                  <a:gd name="connsiteX310" fmla="*/ 3829028 w 4572002"/>
                  <a:gd name="connsiteY310" fmla="*/ 1842158 h 6858002"/>
                  <a:gd name="connsiteX311" fmla="*/ 3821407 w 4572002"/>
                  <a:gd name="connsiteY311" fmla="*/ 1833775 h 6858002"/>
                  <a:gd name="connsiteX312" fmla="*/ 3779686 w 4572002"/>
                  <a:gd name="connsiteY312" fmla="*/ 1733188 h 6858002"/>
                  <a:gd name="connsiteX313" fmla="*/ 3757018 w 4572002"/>
                  <a:gd name="connsiteY313" fmla="*/ 1697753 h 6858002"/>
                  <a:gd name="connsiteX314" fmla="*/ 3700436 w 4572002"/>
                  <a:gd name="connsiteY314" fmla="*/ 1624980 h 6858002"/>
                  <a:gd name="connsiteX315" fmla="*/ 3698532 w 4572002"/>
                  <a:gd name="connsiteY315" fmla="*/ 1596213 h 6858002"/>
                  <a:gd name="connsiteX316" fmla="*/ 3745230 w 4572002"/>
                  <a:gd name="connsiteY316" fmla="*/ 1459073 h 6858002"/>
                  <a:gd name="connsiteX317" fmla="*/ 3745229 w 4572002"/>
                  <a:gd name="connsiteY317" fmla="*/ 1459074 h 6858002"/>
                  <a:gd name="connsiteX318" fmla="*/ 3736012 w 4572002"/>
                  <a:gd name="connsiteY318" fmla="*/ 1481572 h 6858002"/>
                  <a:gd name="connsiteX319" fmla="*/ 3764423 w 4572002"/>
                  <a:gd name="connsiteY319" fmla="*/ 1268758 h 6858002"/>
                  <a:gd name="connsiteX320" fmla="*/ 3769590 w 4572002"/>
                  <a:gd name="connsiteY320" fmla="*/ 1286070 h 6858002"/>
                  <a:gd name="connsiteX321" fmla="*/ 3791927 w 4572002"/>
                  <a:gd name="connsiteY321" fmla="*/ 1350628 h 6858002"/>
                  <a:gd name="connsiteX322" fmla="*/ 3786333 w 4572002"/>
                  <a:gd name="connsiteY322" fmla="*/ 1413840 h 6858002"/>
                  <a:gd name="connsiteX323" fmla="*/ 3791928 w 4572002"/>
                  <a:gd name="connsiteY323" fmla="*/ 1350627 h 6858002"/>
                  <a:gd name="connsiteX324" fmla="*/ 3769590 w 4572002"/>
                  <a:gd name="connsiteY324" fmla="*/ 1286069 h 6858002"/>
                  <a:gd name="connsiteX325" fmla="*/ 3706152 w 4572002"/>
                  <a:gd name="connsiteY325" fmla="*/ 773035 h 6858002"/>
                  <a:gd name="connsiteX326" fmla="*/ 3706152 w 4572002"/>
                  <a:gd name="connsiteY326" fmla="*/ 773036 h 6858002"/>
                  <a:gd name="connsiteX327" fmla="*/ 3714152 w 4572002"/>
                  <a:gd name="connsiteY327" fmla="*/ 854380 h 6858002"/>
                  <a:gd name="connsiteX328" fmla="*/ 3745205 w 4572002"/>
                  <a:gd name="connsiteY328" fmla="*/ 915344 h 6858002"/>
                  <a:gd name="connsiteX329" fmla="*/ 3755683 w 4572002"/>
                  <a:gd name="connsiteY329" fmla="*/ 927156 h 6858002"/>
                  <a:gd name="connsiteX330" fmla="*/ 3752063 w 4572002"/>
                  <a:gd name="connsiteY330" fmla="*/ 1097088 h 6858002"/>
                  <a:gd name="connsiteX331" fmla="*/ 3747681 w 4572002"/>
                  <a:gd name="connsiteY331" fmla="*/ 1123186 h 6858002"/>
                  <a:gd name="connsiteX332" fmla="*/ 3772400 w 4572002"/>
                  <a:gd name="connsiteY332" fmla="*/ 1184029 h 6858002"/>
                  <a:gd name="connsiteX333" fmla="*/ 3747682 w 4572002"/>
                  <a:gd name="connsiteY333" fmla="*/ 1123185 h 6858002"/>
                  <a:gd name="connsiteX334" fmla="*/ 3752064 w 4572002"/>
                  <a:gd name="connsiteY334" fmla="*/ 1097087 h 6858002"/>
                  <a:gd name="connsiteX335" fmla="*/ 3755684 w 4572002"/>
                  <a:gd name="connsiteY335" fmla="*/ 927155 h 6858002"/>
                  <a:gd name="connsiteX336" fmla="*/ 3745206 w 4572002"/>
                  <a:gd name="connsiteY336" fmla="*/ 915343 h 6858002"/>
                  <a:gd name="connsiteX337" fmla="*/ 3714152 w 4572002"/>
                  <a:gd name="connsiteY337" fmla="*/ 854379 h 6858002"/>
                  <a:gd name="connsiteX338" fmla="*/ 3761553 w 4572002"/>
                  <a:gd name="connsiteY338" fmla="*/ 517851 h 6858002"/>
                  <a:gd name="connsiteX339" fmla="*/ 3752635 w 4572002"/>
                  <a:gd name="connsiteY339" fmla="*/ 556048 h 6858002"/>
                  <a:gd name="connsiteX340" fmla="*/ 3746157 w 4572002"/>
                  <a:gd name="connsiteY340" fmla="*/ 580051 h 6858002"/>
                  <a:gd name="connsiteX341" fmla="*/ 3742776 w 4572002"/>
                  <a:gd name="connsiteY341" fmla="*/ 642538 h 6858002"/>
                  <a:gd name="connsiteX342" fmla="*/ 3730253 w 4572002"/>
                  <a:gd name="connsiteY342" fmla="*/ 694928 h 6858002"/>
                  <a:gd name="connsiteX343" fmla="*/ 3742777 w 4572002"/>
                  <a:gd name="connsiteY343" fmla="*/ 642537 h 6858002"/>
                  <a:gd name="connsiteX344" fmla="*/ 3746158 w 4572002"/>
                  <a:gd name="connsiteY344" fmla="*/ 580050 h 6858002"/>
                  <a:gd name="connsiteX345" fmla="*/ 3752636 w 4572002"/>
                  <a:gd name="connsiteY345" fmla="*/ 556047 h 6858002"/>
                  <a:gd name="connsiteX346" fmla="*/ 3774848 w 4572002"/>
                  <a:gd name="connsiteY346" fmla="*/ 298169 h 6858002"/>
                  <a:gd name="connsiteX347" fmla="*/ 3760065 w 4572002"/>
                  <a:gd name="connsiteY347" fmla="*/ 313534 h 6858002"/>
                  <a:gd name="connsiteX348" fmla="*/ 3759493 w 4572002"/>
                  <a:gd name="connsiteY348" fmla="*/ 338871 h 6858002"/>
                  <a:gd name="connsiteX349" fmla="*/ 3759500 w 4572002"/>
                  <a:gd name="connsiteY349" fmla="*/ 338900 h 6858002"/>
                  <a:gd name="connsiteX350" fmla="*/ 3769400 w 4572002"/>
                  <a:gd name="connsiteY350" fmla="*/ 395640 h 6858002"/>
                  <a:gd name="connsiteX351" fmla="*/ 3765590 w 4572002"/>
                  <a:gd name="connsiteY351" fmla="*/ 367328 h 6858002"/>
                  <a:gd name="connsiteX352" fmla="*/ 3759500 w 4572002"/>
                  <a:gd name="connsiteY352" fmla="*/ 338900 h 6858002"/>
                  <a:gd name="connsiteX353" fmla="*/ 3759494 w 4572002"/>
                  <a:gd name="connsiteY353" fmla="*/ 338870 h 6858002"/>
                  <a:gd name="connsiteX354" fmla="*/ 3760066 w 4572002"/>
                  <a:gd name="connsiteY354" fmla="*/ 313533 h 6858002"/>
                  <a:gd name="connsiteX355" fmla="*/ 3782393 w 4572002"/>
                  <a:gd name="connsiteY355" fmla="*/ 281568 h 6858002"/>
                  <a:gd name="connsiteX356" fmla="*/ 3777498 w 4572002"/>
                  <a:gd name="connsiteY356" fmla="*/ 295415 h 6858002"/>
                  <a:gd name="connsiteX357" fmla="*/ 3777499 w 4572002"/>
                  <a:gd name="connsiteY357" fmla="*/ 295415 h 6858002"/>
                  <a:gd name="connsiteX358" fmla="*/ 3769073 w 4572002"/>
                  <a:gd name="connsiteY358" fmla="*/ 24486 h 6858002"/>
                  <a:gd name="connsiteX359" fmla="*/ 3766810 w 4572002"/>
                  <a:gd name="connsiteY359" fmla="*/ 74129 h 6858002"/>
                  <a:gd name="connsiteX360" fmla="*/ 3772734 w 4572002"/>
                  <a:gd name="connsiteY360" fmla="*/ 125861 h 6858002"/>
                  <a:gd name="connsiteX361" fmla="*/ 3777129 w 4572002"/>
                  <a:gd name="connsiteY361" fmla="*/ 153387 h 6858002"/>
                  <a:gd name="connsiteX362" fmla="*/ 3785402 w 4572002"/>
                  <a:gd name="connsiteY362" fmla="*/ 228944 h 6858002"/>
                  <a:gd name="connsiteX363" fmla="*/ 3780943 w 4572002"/>
                  <a:gd name="connsiteY363" fmla="*/ 177271 h 6858002"/>
                  <a:gd name="connsiteX364" fmla="*/ 3777129 w 4572002"/>
                  <a:gd name="connsiteY364" fmla="*/ 153387 h 6858002"/>
                  <a:gd name="connsiteX365" fmla="*/ 3776930 w 4572002"/>
                  <a:gd name="connsiteY365" fmla="*/ 151569 h 6858002"/>
                  <a:gd name="connsiteX366" fmla="*/ 3766811 w 4572002"/>
                  <a:gd name="connsiteY366" fmla="*/ 74129 h 6858002"/>
                  <a:gd name="connsiteX367" fmla="*/ 3766492 w 4572002"/>
                  <a:gd name="connsiteY367" fmla="*/ 0 h 6858002"/>
                  <a:gd name="connsiteX368" fmla="*/ 4230600 w 4572002"/>
                  <a:gd name="connsiteY368" fmla="*/ 0 h 6858002"/>
                  <a:gd name="connsiteX369" fmla="*/ 4229473 w 4572002"/>
                  <a:gd name="connsiteY369" fmla="*/ 2817 h 6858002"/>
                  <a:gd name="connsiteX370" fmla="*/ 4215375 w 4572002"/>
                  <a:gd name="connsiteY370" fmla="*/ 63587 h 6858002"/>
                  <a:gd name="connsiteX371" fmla="*/ 4201468 w 4572002"/>
                  <a:gd name="connsiteY371" fmla="*/ 176939 h 6858002"/>
                  <a:gd name="connsiteX372" fmla="*/ 4193466 w 4572002"/>
                  <a:gd name="connsiteY372" fmla="*/ 200182 h 6858002"/>
                  <a:gd name="connsiteX373" fmla="*/ 4155554 w 4572002"/>
                  <a:gd name="connsiteY373" fmla="*/ 340774 h 6858002"/>
                  <a:gd name="connsiteX374" fmla="*/ 4156319 w 4572002"/>
                  <a:gd name="connsiteY374" fmla="*/ 453364 h 6858002"/>
                  <a:gd name="connsiteX375" fmla="*/ 4158033 w 4572002"/>
                  <a:gd name="connsiteY375" fmla="*/ 462126 h 6858002"/>
                  <a:gd name="connsiteX376" fmla="*/ 4170605 w 4572002"/>
                  <a:gd name="connsiteY376" fmla="*/ 505182 h 6858002"/>
                  <a:gd name="connsiteX377" fmla="*/ 4167177 w 4572002"/>
                  <a:gd name="connsiteY377" fmla="*/ 571860 h 6858002"/>
                  <a:gd name="connsiteX378" fmla="*/ 4149840 w 4572002"/>
                  <a:gd name="connsiteY378" fmla="*/ 617772 h 6858002"/>
                  <a:gd name="connsiteX379" fmla="*/ 4149078 w 4572002"/>
                  <a:gd name="connsiteY379" fmla="*/ 674923 h 6858002"/>
                  <a:gd name="connsiteX380" fmla="*/ 4159937 w 4572002"/>
                  <a:gd name="connsiteY380" fmla="*/ 740268 h 6858002"/>
                  <a:gd name="connsiteX381" fmla="*/ 4162223 w 4572002"/>
                  <a:gd name="connsiteY381" fmla="*/ 769605 h 6858002"/>
                  <a:gd name="connsiteX382" fmla="*/ 4184703 w 4572002"/>
                  <a:gd name="connsiteY382" fmla="*/ 850189 h 6858002"/>
                  <a:gd name="connsiteX383" fmla="*/ 4179179 w 4572002"/>
                  <a:gd name="connsiteY383" fmla="*/ 898198 h 6858002"/>
                  <a:gd name="connsiteX384" fmla="*/ 4164319 w 4572002"/>
                  <a:gd name="connsiteY384" fmla="*/ 945444 h 6858002"/>
                  <a:gd name="connsiteX385" fmla="*/ 4150030 w 4572002"/>
                  <a:gd name="connsiteY385" fmla="*/ 975733 h 6858002"/>
                  <a:gd name="connsiteX386" fmla="*/ 4139934 w 4572002"/>
                  <a:gd name="connsiteY386" fmla="*/ 1036887 h 6858002"/>
                  <a:gd name="connsiteX387" fmla="*/ 4141458 w 4572002"/>
                  <a:gd name="connsiteY387" fmla="*/ 1048125 h 6858002"/>
                  <a:gd name="connsiteX388" fmla="*/ 4154032 w 4572002"/>
                  <a:gd name="connsiteY388" fmla="*/ 1230633 h 6858002"/>
                  <a:gd name="connsiteX389" fmla="*/ 4174225 w 4572002"/>
                  <a:gd name="connsiteY389" fmla="*/ 1303024 h 6858002"/>
                  <a:gd name="connsiteX390" fmla="*/ 4176701 w 4572002"/>
                  <a:gd name="connsiteY390" fmla="*/ 1318456 h 6858002"/>
                  <a:gd name="connsiteX391" fmla="*/ 4199372 w 4572002"/>
                  <a:gd name="connsiteY391" fmla="*/ 1472575 h 6858002"/>
                  <a:gd name="connsiteX392" fmla="*/ 4200325 w 4572002"/>
                  <a:gd name="connsiteY392" fmla="*/ 1489720 h 6858002"/>
                  <a:gd name="connsiteX393" fmla="*/ 4196324 w 4572002"/>
                  <a:gd name="connsiteY393" fmla="*/ 1537537 h 6858002"/>
                  <a:gd name="connsiteX394" fmla="*/ 4237474 w 4572002"/>
                  <a:gd name="connsiteY394" fmla="*/ 1650317 h 6858002"/>
                  <a:gd name="connsiteX395" fmla="*/ 4251572 w 4572002"/>
                  <a:gd name="connsiteY395" fmla="*/ 1763287 h 6858002"/>
                  <a:gd name="connsiteX396" fmla="*/ 4251380 w 4572002"/>
                  <a:gd name="connsiteY396" fmla="*/ 1825393 h 6858002"/>
                  <a:gd name="connsiteX397" fmla="*/ 4261478 w 4572002"/>
                  <a:gd name="connsiteY397" fmla="*/ 1869780 h 6858002"/>
                  <a:gd name="connsiteX398" fmla="*/ 4292149 w 4572002"/>
                  <a:gd name="connsiteY398" fmla="*/ 1978940 h 6858002"/>
                  <a:gd name="connsiteX399" fmla="*/ 4296911 w 4572002"/>
                  <a:gd name="connsiteY399" fmla="*/ 2030378 h 6858002"/>
                  <a:gd name="connsiteX400" fmla="*/ 4307201 w 4572002"/>
                  <a:gd name="connsiteY400" fmla="*/ 2085054 h 6858002"/>
                  <a:gd name="connsiteX401" fmla="*/ 4353302 w 4572002"/>
                  <a:gd name="connsiteY401" fmla="*/ 2220312 h 6858002"/>
                  <a:gd name="connsiteX402" fmla="*/ 4350636 w 4572002"/>
                  <a:gd name="connsiteY402" fmla="*/ 2330806 h 6858002"/>
                  <a:gd name="connsiteX403" fmla="*/ 4351206 w 4572002"/>
                  <a:gd name="connsiteY403" fmla="*/ 2401292 h 6858002"/>
                  <a:gd name="connsiteX404" fmla="*/ 4366446 w 4572002"/>
                  <a:gd name="connsiteY404" fmla="*/ 2485307 h 6858002"/>
                  <a:gd name="connsiteX405" fmla="*/ 4388736 w 4572002"/>
                  <a:gd name="connsiteY405" fmla="*/ 2554079 h 6858002"/>
                  <a:gd name="connsiteX406" fmla="*/ 4406453 w 4572002"/>
                  <a:gd name="connsiteY406" fmla="*/ 2649143 h 6858002"/>
                  <a:gd name="connsiteX407" fmla="*/ 4440554 w 4572002"/>
                  <a:gd name="connsiteY407" fmla="*/ 2743826 h 6858002"/>
                  <a:gd name="connsiteX408" fmla="*/ 4466653 w 4572002"/>
                  <a:gd name="connsiteY408" fmla="*/ 2809930 h 6858002"/>
                  <a:gd name="connsiteX409" fmla="*/ 4489705 w 4572002"/>
                  <a:gd name="connsiteY409" fmla="*/ 2901943 h 6858002"/>
                  <a:gd name="connsiteX410" fmla="*/ 4505897 w 4572002"/>
                  <a:gd name="connsiteY410" fmla="*/ 3042728 h 6858002"/>
                  <a:gd name="connsiteX411" fmla="*/ 4507613 w 4572002"/>
                  <a:gd name="connsiteY411" fmla="*/ 3107500 h 6858002"/>
                  <a:gd name="connsiteX412" fmla="*/ 4545521 w 4572002"/>
                  <a:gd name="connsiteY412" fmla="*/ 3209993 h 6858002"/>
                  <a:gd name="connsiteX413" fmla="*/ 4563811 w 4572002"/>
                  <a:gd name="connsiteY413" fmla="*/ 3253809 h 6858002"/>
                  <a:gd name="connsiteX414" fmla="*/ 4548570 w 4572002"/>
                  <a:gd name="connsiteY414" fmla="*/ 3293244 h 6858002"/>
                  <a:gd name="connsiteX415" fmla="*/ 4531043 w 4572002"/>
                  <a:gd name="connsiteY415" fmla="*/ 3318771 h 6858002"/>
                  <a:gd name="connsiteX416" fmla="*/ 4545904 w 4572002"/>
                  <a:gd name="connsiteY416" fmla="*/ 3399546 h 6858002"/>
                  <a:gd name="connsiteX417" fmla="*/ 4561524 w 4572002"/>
                  <a:gd name="connsiteY417" fmla="*/ 3485275 h 6858002"/>
                  <a:gd name="connsiteX418" fmla="*/ 4572002 w 4572002"/>
                  <a:gd name="connsiteY418" fmla="*/ 3546617 h 6858002"/>
                  <a:gd name="connsiteX419" fmla="*/ 4563620 w 4572002"/>
                  <a:gd name="connsiteY419" fmla="*/ 3623201 h 6858002"/>
                  <a:gd name="connsiteX420" fmla="*/ 4560192 w 4572002"/>
                  <a:gd name="connsiteY420" fmla="*/ 3683591 h 6858002"/>
                  <a:gd name="connsiteX421" fmla="*/ 4550476 w 4572002"/>
                  <a:gd name="connsiteY421" fmla="*/ 3732361 h 6858002"/>
                  <a:gd name="connsiteX422" fmla="*/ 4544759 w 4572002"/>
                  <a:gd name="connsiteY422" fmla="*/ 3749506 h 6858002"/>
                  <a:gd name="connsiteX423" fmla="*/ 4500182 w 4572002"/>
                  <a:gd name="connsiteY423" fmla="*/ 3885338 h 6858002"/>
                  <a:gd name="connsiteX424" fmla="*/ 4464557 w 4572002"/>
                  <a:gd name="connsiteY424" fmla="*/ 4030503 h 6858002"/>
                  <a:gd name="connsiteX425" fmla="*/ 4487039 w 4572002"/>
                  <a:gd name="connsiteY425" fmla="*/ 4124614 h 6858002"/>
                  <a:gd name="connsiteX426" fmla="*/ 4486656 w 4572002"/>
                  <a:gd name="connsiteY426" fmla="*/ 4159667 h 6858002"/>
                  <a:gd name="connsiteX427" fmla="*/ 4491801 w 4572002"/>
                  <a:gd name="connsiteY427" fmla="*/ 4320837 h 6858002"/>
                  <a:gd name="connsiteX428" fmla="*/ 4497325 w 4572002"/>
                  <a:gd name="connsiteY428" fmla="*/ 4349222 h 6858002"/>
                  <a:gd name="connsiteX429" fmla="*/ 4474653 w 4572002"/>
                  <a:gd name="connsiteY429" fmla="*/ 4502579 h 6858002"/>
                  <a:gd name="connsiteX430" fmla="*/ 4470844 w 4572002"/>
                  <a:gd name="connsiteY430" fmla="*/ 4558207 h 6858002"/>
                  <a:gd name="connsiteX431" fmla="*/ 4464557 w 4572002"/>
                  <a:gd name="connsiteY431" fmla="*/ 4609452 h 6858002"/>
                  <a:gd name="connsiteX432" fmla="*/ 4463033 w 4572002"/>
                  <a:gd name="connsiteY432" fmla="*/ 4681083 h 6858002"/>
                  <a:gd name="connsiteX433" fmla="*/ 4465891 w 4572002"/>
                  <a:gd name="connsiteY433" fmla="*/ 4755381 h 6858002"/>
                  <a:gd name="connsiteX434" fmla="*/ 4465319 w 4572002"/>
                  <a:gd name="connsiteY434" fmla="*/ 4838250 h 6858002"/>
                  <a:gd name="connsiteX435" fmla="*/ 4460367 w 4572002"/>
                  <a:gd name="connsiteY435" fmla="*/ 4871019 h 6858002"/>
                  <a:gd name="connsiteX436" fmla="*/ 4463795 w 4572002"/>
                  <a:gd name="connsiteY436" fmla="*/ 4959602 h 6858002"/>
                  <a:gd name="connsiteX437" fmla="*/ 4458082 w 4572002"/>
                  <a:gd name="connsiteY437" fmla="*/ 5006086 h 6858002"/>
                  <a:gd name="connsiteX438" fmla="*/ 4456937 w 4572002"/>
                  <a:gd name="connsiteY438" fmla="*/ 5082670 h 6858002"/>
                  <a:gd name="connsiteX439" fmla="*/ 4455603 w 4572002"/>
                  <a:gd name="connsiteY439" fmla="*/ 5107627 h 6858002"/>
                  <a:gd name="connsiteX440" fmla="*/ 4454840 w 4572002"/>
                  <a:gd name="connsiteY440" fmla="*/ 5129916 h 6858002"/>
                  <a:gd name="connsiteX441" fmla="*/ 4470464 w 4572002"/>
                  <a:gd name="connsiteY441" fmla="*/ 5206308 h 6858002"/>
                  <a:gd name="connsiteX442" fmla="*/ 4471415 w 4572002"/>
                  <a:gd name="connsiteY442" fmla="*/ 5274129 h 6858002"/>
                  <a:gd name="connsiteX443" fmla="*/ 4483990 w 4572002"/>
                  <a:gd name="connsiteY443" fmla="*/ 5393005 h 6858002"/>
                  <a:gd name="connsiteX444" fmla="*/ 4479607 w 4572002"/>
                  <a:gd name="connsiteY444" fmla="*/ 5419295 h 6858002"/>
                  <a:gd name="connsiteX445" fmla="*/ 4477894 w 4572002"/>
                  <a:gd name="connsiteY445" fmla="*/ 5501594 h 6858002"/>
                  <a:gd name="connsiteX446" fmla="*/ 4476560 w 4572002"/>
                  <a:gd name="connsiteY446" fmla="*/ 5548460 h 6858002"/>
                  <a:gd name="connsiteX447" fmla="*/ 4485703 w 4572002"/>
                  <a:gd name="connsiteY447" fmla="*/ 5606372 h 6858002"/>
                  <a:gd name="connsiteX448" fmla="*/ 4505134 w 4572002"/>
                  <a:gd name="connsiteY448" fmla="*/ 5706959 h 6858002"/>
                  <a:gd name="connsiteX449" fmla="*/ 4508183 w 4572002"/>
                  <a:gd name="connsiteY449" fmla="*/ 5733440 h 6858002"/>
                  <a:gd name="connsiteX450" fmla="*/ 4517519 w 4572002"/>
                  <a:gd name="connsiteY450" fmla="*/ 5781830 h 6858002"/>
                  <a:gd name="connsiteX451" fmla="*/ 4519234 w 4572002"/>
                  <a:gd name="connsiteY451" fmla="*/ 5790592 h 6858002"/>
                  <a:gd name="connsiteX452" fmla="*/ 4542855 w 4572002"/>
                  <a:gd name="connsiteY452" fmla="*/ 5864318 h 6858002"/>
                  <a:gd name="connsiteX453" fmla="*/ 4544759 w 4572002"/>
                  <a:gd name="connsiteY453" fmla="*/ 5902610 h 6858002"/>
                  <a:gd name="connsiteX454" fmla="*/ 4544951 w 4572002"/>
                  <a:gd name="connsiteY454" fmla="*/ 6012723 h 6858002"/>
                  <a:gd name="connsiteX455" fmla="*/ 4541332 w 4572002"/>
                  <a:gd name="connsiteY455" fmla="*/ 6059397 h 6858002"/>
                  <a:gd name="connsiteX456" fmla="*/ 4527426 w 4572002"/>
                  <a:gd name="connsiteY456" fmla="*/ 6171605 h 6858002"/>
                  <a:gd name="connsiteX457" fmla="*/ 4520568 w 4572002"/>
                  <a:gd name="connsiteY457" fmla="*/ 6242093 h 6858002"/>
                  <a:gd name="connsiteX458" fmla="*/ 4509706 w 4572002"/>
                  <a:gd name="connsiteY458" fmla="*/ 6323058 h 6858002"/>
                  <a:gd name="connsiteX459" fmla="*/ 4502848 w 4572002"/>
                  <a:gd name="connsiteY459" fmla="*/ 6415833 h 6858002"/>
                  <a:gd name="connsiteX460" fmla="*/ 4482084 w 4572002"/>
                  <a:gd name="connsiteY460" fmla="*/ 6584812 h 6858002"/>
                  <a:gd name="connsiteX461" fmla="*/ 4460557 w 4572002"/>
                  <a:gd name="connsiteY461" fmla="*/ 6748458 h 6858002"/>
                  <a:gd name="connsiteX462" fmla="*/ 4441507 w 4572002"/>
                  <a:gd name="connsiteY462" fmla="*/ 6815516 h 6858002"/>
                  <a:gd name="connsiteX463" fmla="*/ 4431806 w 4572002"/>
                  <a:gd name="connsiteY463" fmla="*/ 6858001 h 6858002"/>
                  <a:gd name="connsiteX464" fmla="*/ 4259554 w 4572002"/>
                  <a:gd name="connsiteY464" fmla="*/ 6858001 h 6858002"/>
                  <a:gd name="connsiteX465" fmla="*/ 4259554 w 4572002"/>
                  <a:gd name="connsiteY465" fmla="*/ 6858002 h 6858002"/>
                  <a:gd name="connsiteX466" fmla="*/ 0 w 4572002"/>
                  <a:gd name="connsiteY466" fmla="*/ 6858002 h 6858002"/>
                  <a:gd name="connsiteX467" fmla="*/ 0 w 4572002"/>
                  <a:gd name="connsiteY467" fmla="*/ 2 h 6858002"/>
                  <a:gd name="connsiteX468" fmla="*/ 3766492 w 4572002"/>
                  <a:gd name="connsiteY468" fmla="*/ 1 h 6858002"/>
                  <a:gd name="connsiteX469" fmla="*/ 3769210 w 4572002"/>
                  <a:gd name="connsiteY469" fmla="*/ 21486 h 6858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4572002" h="6858002">
                    <a:moveTo>
                      <a:pt x="4214994" y="6564620"/>
                    </a:moveTo>
                    <a:lnTo>
                      <a:pt x="4214994" y="6564621"/>
                    </a:lnTo>
                    <a:cubicBezTo>
                      <a:pt x="4225281" y="6575479"/>
                      <a:pt x="4231378" y="6582147"/>
                      <a:pt x="4237474" y="6588626"/>
                    </a:cubicBezTo>
                    <a:lnTo>
                      <a:pt x="4254096" y="6625225"/>
                    </a:lnTo>
                    <a:lnTo>
                      <a:pt x="4247001" y="6662540"/>
                    </a:lnTo>
                    <a:lnTo>
                      <a:pt x="4247000" y="6662541"/>
                    </a:lnTo>
                    <a:lnTo>
                      <a:pt x="4246999" y="6662544"/>
                    </a:lnTo>
                    <a:lnTo>
                      <a:pt x="4235550" y="6683027"/>
                    </a:lnTo>
                    <a:lnTo>
                      <a:pt x="4232403" y="6702976"/>
                    </a:lnTo>
                    <a:lnTo>
                      <a:pt x="4232403" y="6702977"/>
                    </a:lnTo>
                    <a:cubicBezTo>
                      <a:pt x="4232808" y="6716169"/>
                      <a:pt x="4237951" y="6729219"/>
                      <a:pt x="4246238" y="6742553"/>
                    </a:cubicBezTo>
                    <a:lnTo>
                      <a:pt x="4246239" y="6742555"/>
                    </a:lnTo>
                    <a:lnTo>
                      <a:pt x="4265716" y="6812062"/>
                    </a:lnTo>
                    <a:lnTo>
                      <a:pt x="4265717" y="6812064"/>
                    </a:lnTo>
                    <a:lnTo>
                      <a:pt x="4265717" y="6812063"/>
                    </a:lnTo>
                    <a:lnTo>
                      <a:pt x="4265716" y="6812062"/>
                    </a:lnTo>
                    <a:lnTo>
                      <a:pt x="4260942" y="6776800"/>
                    </a:lnTo>
                    <a:lnTo>
                      <a:pt x="4246239" y="6742555"/>
                    </a:lnTo>
                    <a:lnTo>
                      <a:pt x="4246238" y="6742552"/>
                    </a:lnTo>
                    <a:lnTo>
                      <a:pt x="4232403" y="6702976"/>
                    </a:lnTo>
                    <a:lnTo>
                      <a:pt x="4246999" y="6662544"/>
                    </a:lnTo>
                    <a:lnTo>
                      <a:pt x="4247000" y="6662542"/>
                    </a:lnTo>
                    <a:lnTo>
                      <a:pt x="4247001" y="6662540"/>
                    </a:lnTo>
                    <a:lnTo>
                      <a:pt x="4254084" y="6645552"/>
                    </a:lnTo>
                    <a:lnTo>
                      <a:pt x="4254096" y="6625225"/>
                    </a:lnTo>
                    <a:lnTo>
                      <a:pt x="4254096" y="6625224"/>
                    </a:lnTo>
                    <a:cubicBezTo>
                      <a:pt x="4252000" y="6611341"/>
                      <a:pt x="4245951" y="6597578"/>
                      <a:pt x="4237474" y="6588625"/>
                    </a:cubicBezTo>
                    <a:close/>
                    <a:moveTo>
                      <a:pt x="4295315" y="6438981"/>
                    </a:moveTo>
                    <a:lnTo>
                      <a:pt x="4275385" y="6463840"/>
                    </a:lnTo>
                    <a:lnTo>
                      <a:pt x="4275382" y="6463849"/>
                    </a:lnTo>
                    <a:lnTo>
                      <a:pt x="4261587" y="6513012"/>
                    </a:lnTo>
                    <a:lnTo>
                      <a:pt x="4242781" y="6546194"/>
                    </a:lnTo>
                    <a:lnTo>
                      <a:pt x="4242781" y="6546195"/>
                    </a:lnTo>
                    <a:lnTo>
                      <a:pt x="4259120" y="6521804"/>
                    </a:lnTo>
                    <a:lnTo>
                      <a:pt x="4261587" y="6513012"/>
                    </a:lnTo>
                    <a:lnTo>
                      <a:pt x="4264398" y="6508052"/>
                    </a:lnTo>
                    <a:lnTo>
                      <a:pt x="4275382" y="6463849"/>
                    </a:lnTo>
                    <a:lnTo>
                      <a:pt x="4275385" y="6463841"/>
                    </a:lnTo>
                    <a:cubicBezTo>
                      <a:pt x="4278336" y="6451650"/>
                      <a:pt x="4285813" y="6444077"/>
                      <a:pt x="4295315" y="6438981"/>
                    </a:cubicBezTo>
                    <a:close/>
                    <a:moveTo>
                      <a:pt x="4381289" y="6365204"/>
                    </a:moveTo>
                    <a:lnTo>
                      <a:pt x="4380008" y="6387910"/>
                    </a:lnTo>
                    <a:lnTo>
                      <a:pt x="4378243" y="6391549"/>
                    </a:lnTo>
                    <a:lnTo>
                      <a:pt x="4370589" y="6407332"/>
                    </a:lnTo>
                    <a:lnTo>
                      <a:pt x="4370589" y="6407333"/>
                    </a:lnTo>
                    <a:lnTo>
                      <a:pt x="4378243" y="6391549"/>
                    </a:lnTo>
                    <a:lnTo>
                      <a:pt x="4380008" y="6387910"/>
                    </a:lnTo>
                    <a:close/>
                    <a:moveTo>
                      <a:pt x="4142220" y="4221391"/>
                    </a:moveTo>
                    <a:lnTo>
                      <a:pt x="4142220" y="4221392"/>
                    </a:lnTo>
                    <a:cubicBezTo>
                      <a:pt x="4142982" y="4232061"/>
                      <a:pt x="4143172" y="4243873"/>
                      <a:pt x="4147936" y="4253015"/>
                    </a:cubicBezTo>
                    <a:cubicBezTo>
                      <a:pt x="4160129" y="4277402"/>
                      <a:pt x="4175749" y="4300071"/>
                      <a:pt x="4187752" y="4324646"/>
                    </a:cubicBezTo>
                    <a:lnTo>
                      <a:pt x="4196706" y="4363891"/>
                    </a:lnTo>
                    <a:lnTo>
                      <a:pt x="4195944" y="4482004"/>
                    </a:lnTo>
                    <a:cubicBezTo>
                      <a:pt x="4193276" y="4546776"/>
                      <a:pt x="4192704" y="4612500"/>
                      <a:pt x="4135934" y="4659174"/>
                    </a:cubicBezTo>
                    <a:cubicBezTo>
                      <a:pt x="4131362" y="4662986"/>
                      <a:pt x="4128694" y="4671176"/>
                      <a:pt x="4127932" y="4677655"/>
                    </a:cubicBezTo>
                    <a:cubicBezTo>
                      <a:pt x="4124313" y="4707564"/>
                      <a:pt x="4123931" y="4738235"/>
                      <a:pt x="4118025" y="4767764"/>
                    </a:cubicBezTo>
                    <a:cubicBezTo>
                      <a:pt x="4115644" y="4779575"/>
                      <a:pt x="4114835" y="4790387"/>
                      <a:pt x="4116716" y="4800483"/>
                    </a:cubicBezTo>
                    <a:lnTo>
                      <a:pt x="4116716" y="4800484"/>
                    </a:lnTo>
                    <a:cubicBezTo>
                      <a:pt x="4118597" y="4810581"/>
                      <a:pt x="4123170" y="4819964"/>
                      <a:pt x="4131552" y="4828917"/>
                    </a:cubicBezTo>
                    <a:lnTo>
                      <a:pt x="4153733" y="4863343"/>
                    </a:lnTo>
                    <a:lnTo>
                      <a:pt x="4161262" y="4889275"/>
                    </a:lnTo>
                    <a:lnTo>
                      <a:pt x="4159557" y="4912168"/>
                    </a:lnTo>
                    <a:cubicBezTo>
                      <a:pt x="4157842" y="4919978"/>
                      <a:pt x="4157485" y="4927122"/>
                      <a:pt x="4158155" y="4933804"/>
                    </a:cubicBezTo>
                    <a:lnTo>
                      <a:pt x="4158155" y="4933805"/>
                    </a:lnTo>
                    <a:lnTo>
                      <a:pt x="4162914" y="4952673"/>
                    </a:lnTo>
                    <a:lnTo>
                      <a:pt x="4165707" y="4957454"/>
                    </a:lnTo>
                    <a:lnTo>
                      <a:pt x="4166985" y="4961456"/>
                    </a:lnTo>
                    <a:cubicBezTo>
                      <a:pt x="4171496" y="4970097"/>
                      <a:pt x="4177202" y="4978394"/>
                      <a:pt x="4182989" y="4987038"/>
                    </a:cubicBezTo>
                    <a:cubicBezTo>
                      <a:pt x="4194228" y="5003802"/>
                      <a:pt x="4208326" y="5022853"/>
                      <a:pt x="4209468" y="5041522"/>
                    </a:cubicBezTo>
                    <a:cubicBezTo>
                      <a:pt x="4210087" y="5052096"/>
                      <a:pt x="4213005" y="5062300"/>
                      <a:pt x="4216684" y="5072376"/>
                    </a:cubicBezTo>
                    <a:lnTo>
                      <a:pt x="4222587" y="5087441"/>
                    </a:lnTo>
                    <a:lnTo>
                      <a:pt x="4235615" y="5133220"/>
                    </a:lnTo>
                    <a:lnTo>
                      <a:pt x="4235616" y="5133225"/>
                    </a:lnTo>
                    <a:lnTo>
                      <a:pt x="4228901" y="5166113"/>
                    </a:lnTo>
                    <a:lnTo>
                      <a:pt x="4228901" y="5166114"/>
                    </a:lnTo>
                    <a:cubicBezTo>
                      <a:pt x="4228139" y="5167638"/>
                      <a:pt x="4228712" y="5169781"/>
                      <a:pt x="4229593" y="5172091"/>
                    </a:cubicBezTo>
                    <a:lnTo>
                      <a:pt x="4232139" y="5179068"/>
                    </a:lnTo>
                    <a:cubicBezTo>
                      <a:pt x="4235759" y="5196595"/>
                      <a:pt x="4235807" y="5213598"/>
                      <a:pt x="4231973" y="5229434"/>
                    </a:cubicBezTo>
                    <a:lnTo>
                      <a:pt x="4225669" y="5241089"/>
                    </a:lnTo>
                    <a:lnTo>
                      <a:pt x="4208517" y="5272796"/>
                    </a:lnTo>
                    <a:cubicBezTo>
                      <a:pt x="4196871" y="5285441"/>
                      <a:pt x="4189165" y="5298595"/>
                      <a:pt x="4184613" y="5312288"/>
                    </a:cubicBezTo>
                    <a:lnTo>
                      <a:pt x="4183557" y="5321350"/>
                    </a:lnTo>
                    <a:lnTo>
                      <a:pt x="4181083" y="5326163"/>
                    </a:lnTo>
                    <a:lnTo>
                      <a:pt x="4179637" y="5355014"/>
                    </a:lnTo>
                    <a:lnTo>
                      <a:pt x="4179637" y="5355015"/>
                    </a:lnTo>
                    <a:cubicBezTo>
                      <a:pt x="4180286" y="5364883"/>
                      <a:pt x="4181989" y="5375003"/>
                      <a:pt x="4184513" y="5385385"/>
                    </a:cubicBezTo>
                    <a:cubicBezTo>
                      <a:pt x="4187752" y="5398722"/>
                      <a:pt x="4190038" y="5412058"/>
                      <a:pt x="4192704" y="5425583"/>
                    </a:cubicBezTo>
                    <a:cubicBezTo>
                      <a:pt x="4196514" y="5443871"/>
                      <a:pt x="4200516" y="5462352"/>
                      <a:pt x="4204327" y="5480638"/>
                    </a:cubicBezTo>
                    <a:lnTo>
                      <a:pt x="4208850" y="5507668"/>
                    </a:lnTo>
                    <a:lnTo>
                      <a:pt x="4198232" y="5531692"/>
                    </a:lnTo>
                    <a:lnTo>
                      <a:pt x="4198231" y="5531693"/>
                    </a:lnTo>
                    <a:cubicBezTo>
                      <a:pt x="4191181" y="5537600"/>
                      <a:pt x="4187989" y="5542649"/>
                      <a:pt x="4188085" y="5547578"/>
                    </a:cubicBezTo>
                    <a:lnTo>
                      <a:pt x="4188085" y="5547579"/>
                    </a:lnTo>
                    <a:cubicBezTo>
                      <a:pt x="4188180" y="5552508"/>
                      <a:pt x="4191562" y="5557318"/>
                      <a:pt x="4197659" y="5562747"/>
                    </a:cubicBezTo>
                    <a:cubicBezTo>
                      <a:pt x="4240332" y="5600468"/>
                      <a:pt x="4267003" y="5646190"/>
                      <a:pt x="4268907" y="5704484"/>
                    </a:cubicBezTo>
                    <a:cubicBezTo>
                      <a:pt x="4269289" y="5716486"/>
                      <a:pt x="4271954" y="5728679"/>
                      <a:pt x="4274812" y="5740489"/>
                    </a:cubicBezTo>
                    <a:cubicBezTo>
                      <a:pt x="4276527" y="5747729"/>
                      <a:pt x="4278433" y="5756494"/>
                      <a:pt x="4283578" y="5760874"/>
                    </a:cubicBezTo>
                    <a:cubicBezTo>
                      <a:pt x="4322821" y="5794975"/>
                      <a:pt x="4350063" y="5837458"/>
                      <a:pt x="4371973" y="5883752"/>
                    </a:cubicBezTo>
                    <a:lnTo>
                      <a:pt x="4371974" y="5883757"/>
                    </a:lnTo>
                    <a:lnTo>
                      <a:pt x="4389877" y="5935946"/>
                    </a:lnTo>
                    <a:lnTo>
                      <a:pt x="4389878" y="5935950"/>
                    </a:lnTo>
                    <a:lnTo>
                      <a:pt x="4386259" y="5993290"/>
                    </a:lnTo>
                    <a:lnTo>
                      <a:pt x="4386259" y="5993291"/>
                    </a:lnTo>
                    <a:cubicBezTo>
                      <a:pt x="4385116" y="6004531"/>
                      <a:pt x="4385306" y="6017485"/>
                      <a:pt x="4379782" y="6026440"/>
                    </a:cubicBezTo>
                    <a:cubicBezTo>
                      <a:pt x="4362445" y="6054825"/>
                      <a:pt x="4343778" y="6082258"/>
                      <a:pt x="4323583" y="6108738"/>
                    </a:cubicBezTo>
                    <a:cubicBezTo>
                      <a:pt x="4314914" y="6120074"/>
                      <a:pt x="4309961" y="6126884"/>
                      <a:pt x="4309890" y="6133314"/>
                    </a:cubicBezTo>
                    <a:lnTo>
                      <a:pt x="4309890" y="6133315"/>
                    </a:lnTo>
                    <a:lnTo>
                      <a:pt x="4313591" y="6143190"/>
                    </a:lnTo>
                    <a:lnTo>
                      <a:pt x="4325486" y="6155600"/>
                    </a:lnTo>
                    <a:lnTo>
                      <a:pt x="4325488" y="6155603"/>
                    </a:lnTo>
                    <a:cubicBezTo>
                      <a:pt x="4347778" y="6175798"/>
                      <a:pt x="4359398" y="6200945"/>
                      <a:pt x="4364160" y="6228757"/>
                    </a:cubicBezTo>
                    <a:lnTo>
                      <a:pt x="4381497" y="6361540"/>
                    </a:lnTo>
                    <a:lnTo>
                      <a:pt x="4381497" y="6361539"/>
                    </a:lnTo>
                    <a:cubicBezTo>
                      <a:pt x="4377877" y="6317151"/>
                      <a:pt x="4371590" y="6272764"/>
                      <a:pt x="4364160" y="6228756"/>
                    </a:cubicBezTo>
                    <a:cubicBezTo>
                      <a:pt x="4359398" y="6200944"/>
                      <a:pt x="4347778" y="6175797"/>
                      <a:pt x="4325488" y="6155602"/>
                    </a:cubicBezTo>
                    <a:lnTo>
                      <a:pt x="4325486" y="6155600"/>
                    </a:lnTo>
                    <a:lnTo>
                      <a:pt x="4309890" y="6133315"/>
                    </a:lnTo>
                    <a:lnTo>
                      <a:pt x="4323583" y="6108739"/>
                    </a:lnTo>
                    <a:cubicBezTo>
                      <a:pt x="4343778" y="6082259"/>
                      <a:pt x="4362445" y="6054826"/>
                      <a:pt x="4379782" y="6026441"/>
                    </a:cubicBezTo>
                    <a:cubicBezTo>
                      <a:pt x="4385306" y="6017486"/>
                      <a:pt x="4385116" y="6004532"/>
                      <a:pt x="4386259" y="5993292"/>
                    </a:cubicBezTo>
                    <a:lnTo>
                      <a:pt x="4386259" y="5993290"/>
                    </a:lnTo>
                    <a:lnTo>
                      <a:pt x="4389712" y="5964477"/>
                    </a:lnTo>
                    <a:lnTo>
                      <a:pt x="4389878" y="5935950"/>
                    </a:lnTo>
                    <a:lnTo>
                      <a:pt x="4389878" y="5935949"/>
                    </a:lnTo>
                    <a:lnTo>
                      <a:pt x="4389877" y="5935946"/>
                    </a:lnTo>
                    <a:lnTo>
                      <a:pt x="4382997" y="5909351"/>
                    </a:lnTo>
                    <a:lnTo>
                      <a:pt x="4371974" y="5883757"/>
                    </a:lnTo>
                    <a:lnTo>
                      <a:pt x="4371973" y="5883751"/>
                    </a:lnTo>
                    <a:cubicBezTo>
                      <a:pt x="4350063" y="5837457"/>
                      <a:pt x="4322821" y="5794974"/>
                      <a:pt x="4283578" y="5760873"/>
                    </a:cubicBezTo>
                    <a:cubicBezTo>
                      <a:pt x="4278433" y="5756493"/>
                      <a:pt x="4276527" y="5747728"/>
                      <a:pt x="4274812" y="5740488"/>
                    </a:cubicBezTo>
                    <a:cubicBezTo>
                      <a:pt x="4271954" y="5728678"/>
                      <a:pt x="4269289" y="5716485"/>
                      <a:pt x="4268907" y="5704483"/>
                    </a:cubicBezTo>
                    <a:cubicBezTo>
                      <a:pt x="4267003" y="5646189"/>
                      <a:pt x="4240332" y="5600467"/>
                      <a:pt x="4197659" y="5562746"/>
                    </a:cubicBezTo>
                    <a:lnTo>
                      <a:pt x="4188085" y="5547578"/>
                    </a:lnTo>
                    <a:lnTo>
                      <a:pt x="4198231" y="5531694"/>
                    </a:lnTo>
                    <a:lnTo>
                      <a:pt x="4198232" y="5531692"/>
                    </a:lnTo>
                    <a:lnTo>
                      <a:pt x="4206630" y="5520422"/>
                    </a:lnTo>
                    <a:lnTo>
                      <a:pt x="4208850" y="5507668"/>
                    </a:lnTo>
                    <a:lnTo>
                      <a:pt x="4208850" y="5507667"/>
                    </a:lnTo>
                    <a:cubicBezTo>
                      <a:pt x="4208803" y="5498832"/>
                      <a:pt x="4206231" y="5489497"/>
                      <a:pt x="4204327" y="5480637"/>
                    </a:cubicBezTo>
                    <a:cubicBezTo>
                      <a:pt x="4200516" y="5462351"/>
                      <a:pt x="4196514" y="5443870"/>
                      <a:pt x="4192704" y="5425582"/>
                    </a:cubicBezTo>
                    <a:cubicBezTo>
                      <a:pt x="4190038" y="5412057"/>
                      <a:pt x="4187752" y="5398721"/>
                      <a:pt x="4184513" y="5385384"/>
                    </a:cubicBezTo>
                    <a:lnTo>
                      <a:pt x="4179637" y="5355014"/>
                    </a:lnTo>
                    <a:lnTo>
                      <a:pt x="4183557" y="5321350"/>
                    </a:lnTo>
                    <a:lnTo>
                      <a:pt x="4208517" y="5272797"/>
                    </a:lnTo>
                    <a:lnTo>
                      <a:pt x="4225669" y="5241089"/>
                    </a:lnTo>
                    <a:lnTo>
                      <a:pt x="4231973" y="5229433"/>
                    </a:lnTo>
                    <a:lnTo>
                      <a:pt x="4232139" y="5179068"/>
                    </a:lnTo>
                    <a:lnTo>
                      <a:pt x="4232139" y="5179067"/>
                    </a:lnTo>
                    <a:cubicBezTo>
                      <a:pt x="4231663" y="5176876"/>
                      <a:pt x="4230473" y="5174400"/>
                      <a:pt x="4229593" y="5172090"/>
                    </a:cubicBezTo>
                    <a:lnTo>
                      <a:pt x="4228901" y="5166114"/>
                    </a:lnTo>
                    <a:lnTo>
                      <a:pt x="4235616" y="5133225"/>
                    </a:lnTo>
                    <a:lnTo>
                      <a:pt x="4235616" y="5133224"/>
                    </a:lnTo>
                    <a:lnTo>
                      <a:pt x="4235615" y="5133220"/>
                    </a:lnTo>
                    <a:lnTo>
                      <a:pt x="4228473" y="5102461"/>
                    </a:lnTo>
                    <a:lnTo>
                      <a:pt x="4222587" y="5087441"/>
                    </a:lnTo>
                    <a:lnTo>
                      <a:pt x="4222582" y="5087423"/>
                    </a:lnTo>
                    <a:cubicBezTo>
                      <a:pt x="4216496" y="5072411"/>
                      <a:pt x="4210397" y="5057381"/>
                      <a:pt x="4209468" y="5041521"/>
                    </a:cubicBezTo>
                    <a:cubicBezTo>
                      <a:pt x="4208326" y="5022852"/>
                      <a:pt x="4194228" y="5003801"/>
                      <a:pt x="4182989" y="4987037"/>
                    </a:cubicBezTo>
                    <a:lnTo>
                      <a:pt x="4165707" y="4957454"/>
                    </a:lnTo>
                    <a:lnTo>
                      <a:pt x="4158155" y="4933805"/>
                    </a:lnTo>
                    <a:lnTo>
                      <a:pt x="4159557" y="4912169"/>
                    </a:lnTo>
                    <a:cubicBezTo>
                      <a:pt x="4161319" y="4904358"/>
                      <a:pt x="4161831" y="4896714"/>
                      <a:pt x="4161262" y="4889276"/>
                    </a:cubicBezTo>
                    <a:lnTo>
                      <a:pt x="4161262" y="4889275"/>
                    </a:lnTo>
                    <a:lnTo>
                      <a:pt x="4156484" y="4867614"/>
                    </a:lnTo>
                    <a:lnTo>
                      <a:pt x="4153733" y="4863343"/>
                    </a:lnTo>
                    <a:lnTo>
                      <a:pt x="4151983" y="4857317"/>
                    </a:lnTo>
                    <a:cubicBezTo>
                      <a:pt x="4146840" y="4847214"/>
                      <a:pt x="4139839" y="4837703"/>
                      <a:pt x="4131552" y="4828916"/>
                    </a:cubicBezTo>
                    <a:lnTo>
                      <a:pt x="4116716" y="4800483"/>
                    </a:lnTo>
                    <a:lnTo>
                      <a:pt x="4118025" y="4767765"/>
                    </a:lnTo>
                    <a:cubicBezTo>
                      <a:pt x="4123931" y="4738236"/>
                      <a:pt x="4124313" y="4707565"/>
                      <a:pt x="4127932" y="4677656"/>
                    </a:cubicBezTo>
                    <a:cubicBezTo>
                      <a:pt x="4128694" y="4671177"/>
                      <a:pt x="4131362" y="4662987"/>
                      <a:pt x="4135934" y="4659175"/>
                    </a:cubicBezTo>
                    <a:cubicBezTo>
                      <a:pt x="4192704" y="4612501"/>
                      <a:pt x="4193276" y="4546777"/>
                      <a:pt x="4195944" y="4482005"/>
                    </a:cubicBezTo>
                    <a:cubicBezTo>
                      <a:pt x="4197659" y="4442762"/>
                      <a:pt x="4197659" y="4403326"/>
                      <a:pt x="4196706" y="4363891"/>
                    </a:cubicBezTo>
                    <a:lnTo>
                      <a:pt x="4196706" y="4363890"/>
                    </a:lnTo>
                    <a:cubicBezTo>
                      <a:pt x="4196514" y="4350554"/>
                      <a:pt x="4193466" y="4336457"/>
                      <a:pt x="4187752" y="4324645"/>
                    </a:cubicBezTo>
                    <a:cubicBezTo>
                      <a:pt x="4175749" y="4300070"/>
                      <a:pt x="4160129" y="4277401"/>
                      <a:pt x="4147936" y="4253014"/>
                    </a:cubicBezTo>
                    <a:close/>
                    <a:moveTo>
                      <a:pt x="4211111" y="2836172"/>
                    </a:moveTo>
                    <a:lnTo>
                      <a:pt x="4202421" y="2848793"/>
                    </a:lnTo>
                    <a:cubicBezTo>
                      <a:pt x="4197421" y="2865010"/>
                      <a:pt x="4191562" y="2881307"/>
                      <a:pt x="4186816" y="2897785"/>
                    </a:cubicBezTo>
                    <a:lnTo>
                      <a:pt x="4185787" y="2903551"/>
                    </a:lnTo>
                    <a:lnTo>
                      <a:pt x="4182513" y="2914328"/>
                    </a:lnTo>
                    <a:lnTo>
                      <a:pt x="4177882" y="2947858"/>
                    </a:lnTo>
                    <a:lnTo>
                      <a:pt x="4177881" y="2947862"/>
                    </a:lnTo>
                    <a:lnTo>
                      <a:pt x="4177881" y="2947863"/>
                    </a:lnTo>
                    <a:cubicBezTo>
                      <a:pt x="4177512" y="2959157"/>
                      <a:pt x="4178512" y="2970576"/>
                      <a:pt x="4181465" y="2982149"/>
                    </a:cubicBezTo>
                    <a:lnTo>
                      <a:pt x="4193158" y="3077402"/>
                    </a:lnTo>
                    <a:lnTo>
                      <a:pt x="4180703" y="3172654"/>
                    </a:lnTo>
                    <a:cubicBezTo>
                      <a:pt x="4154794" y="3276480"/>
                      <a:pt x="4127362" y="3380305"/>
                      <a:pt x="4133076" y="3489467"/>
                    </a:cubicBezTo>
                    <a:cubicBezTo>
                      <a:pt x="4134028" y="3507563"/>
                      <a:pt x="4122407" y="3529090"/>
                      <a:pt x="4110977" y="3544713"/>
                    </a:cubicBezTo>
                    <a:cubicBezTo>
                      <a:pt x="4100119" y="3559668"/>
                      <a:pt x="4094260" y="3566812"/>
                      <a:pt x="4093355" y="3574408"/>
                    </a:cubicBezTo>
                    <a:lnTo>
                      <a:pt x="4093355" y="3574409"/>
                    </a:lnTo>
                    <a:cubicBezTo>
                      <a:pt x="4092450" y="3582005"/>
                      <a:pt x="4096499" y="3590054"/>
                      <a:pt x="4105453" y="3606818"/>
                    </a:cubicBezTo>
                    <a:cubicBezTo>
                      <a:pt x="4109835" y="3614820"/>
                      <a:pt x="4112501" y="3624726"/>
                      <a:pt x="4118979" y="3630633"/>
                    </a:cubicBezTo>
                    <a:lnTo>
                      <a:pt x="4136708" y="3654416"/>
                    </a:lnTo>
                    <a:lnTo>
                      <a:pt x="4140382" y="3668940"/>
                    </a:lnTo>
                    <a:lnTo>
                      <a:pt x="4143220" y="3680164"/>
                    </a:lnTo>
                    <a:lnTo>
                      <a:pt x="4139172" y="3734837"/>
                    </a:lnTo>
                    <a:lnTo>
                      <a:pt x="4139172" y="3734838"/>
                    </a:lnTo>
                    <a:cubicBezTo>
                      <a:pt x="4138220" y="3741316"/>
                      <a:pt x="4136886" y="3749126"/>
                      <a:pt x="4139554" y="3754653"/>
                    </a:cubicBezTo>
                    <a:lnTo>
                      <a:pt x="4145911" y="3789776"/>
                    </a:lnTo>
                    <a:lnTo>
                      <a:pt x="4130980" y="3822472"/>
                    </a:lnTo>
                    <a:cubicBezTo>
                      <a:pt x="4123932" y="3831902"/>
                      <a:pt x="4118312" y="3842046"/>
                      <a:pt x="4116645" y="3852619"/>
                    </a:cubicBezTo>
                    <a:lnTo>
                      <a:pt x="4116645" y="3852620"/>
                    </a:lnTo>
                    <a:lnTo>
                      <a:pt x="4117425" y="3868764"/>
                    </a:lnTo>
                    <a:lnTo>
                      <a:pt x="4126028" y="3885337"/>
                    </a:lnTo>
                    <a:lnTo>
                      <a:pt x="4126028" y="3885339"/>
                    </a:lnTo>
                    <a:cubicBezTo>
                      <a:pt x="4135744" y="3897722"/>
                      <a:pt x="4143150" y="3910319"/>
                      <a:pt x="4148409" y="3923125"/>
                    </a:cubicBezTo>
                    <a:lnTo>
                      <a:pt x="4157913" y="3962160"/>
                    </a:lnTo>
                    <a:lnTo>
                      <a:pt x="4142221" y="4043838"/>
                    </a:lnTo>
                    <a:lnTo>
                      <a:pt x="4142220" y="4043839"/>
                    </a:lnTo>
                    <a:cubicBezTo>
                      <a:pt x="4133457" y="4063842"/>
                      <a:pt x="4128075" y="4083702"/>
                      <a:pt x="4127099" y="4103825"/>
                    </a:cubicBezTo>
                    <a:lnTo>
                      <a:pt x="4127099" y="4103826"/>
                    </a:lnTo>
                    <a:lnTo>
                      <a:pt x="4129066" y="4134256"/>
                    </a:lnTo>
                    <a:lnTo>
                      <a:pt x="4138410" y="4165382"/>
                    </a:lnTo>
                    <a:lnTo>
                      <a:pt x="4138410" y="4165384"/>
                    </a:lnTo>
                    <a:lnTo>
                      <a:pt x="4142315" y="4192388"/>
                    </a:lnTo>
                    <a:lnTo>
                      <a:pt x="4142315" y="4192387"/>
                    </a:lnTo>
                    <a:cubicBezTo>
                      <a:pt x="4142411" y="4182767"/>
                      <a:pt x="4141839" y="4173480"/>
                      <a:pt x="4138410" y="4165383"/>
                    </a:cubicBezTo>
                    <a:lnTo>
                      <a:pt x="4138410" y="4165382"/>
                    </a:lnTo>
                    <a:lnTo>
                      <a:pt x="4127099" y="4103826"/>
                    </a:lnTo>
                    <a:lnTo>
                      <a:pt x="4142220" y="4043840"/>
                    </a:lnTo>
                    <a:lnTo>
                      <a:pt x="4142221" y="4043838"/>
                    </a:lnTo>
                    <a:lnTo>
                      <a:pt x="4155523" y="4002410"/>
                    </a:lnTo>
                    <a:lnTo>
                      <a:pt x="4157913" y="3962160"/>
                    </a:lnTo>
                    <a:lnTo>
                      <a:pt x="4157913" y="3962159"/>
                    </a:lnTo>
                    <a:cubicBezTo>
                      <a:pt x="4155651" y="3935727"/>
                      <a:pt x="4145460" y="3910104"/>
                      <a:pt x="4126028" y="3885338"/>
                    </a:cubicBezTo>
                    <a:lnTo>
                      <a:pt x="4126028" y="3885337"/>
                    </a:lnTo>
                    <a:lnTo>
                      <a:pt x="4116645" y="3852620"/>
                    </a:lnTo>
                    <a:lnTo>
                      <a:pt x="4130980" y="3822473"/>
                    </a:lnTo>
                    <a:cubicBezTo>
                      <a:pt x="4139172" y="3811614"/>
                      <a:pt x="4144316" y="3800897"/>
                      <a:pt x="4145911" y="3789777"/>
                    </a:cubicBezTo>
                    <a:lnTo>
                      <a:pt x="4145911" y="3789776"/>
                    </a:lnTo>
                    <a:cubicBezTo>
                      <a:pt x="4147507" y="3778655"/>
                      <a:pt x="4145554" y="3767130"/>
                      <a:pt x="4139554" y="3754652"/>
                    </a:cubicBezTo>
                    <a:lnTo>
                      <a:pt x="4139172" y="3734838"/>
                    </a:lnTo>
                    <a:lnTo>
                      <a:pt x="4143220" y="3680164"/>
                    </a:lnTo>
                    <a:lnTo>
                      <a:pt x="4143220" y="3680163"/>
                    </a:lnTo>
                    <a:lnTo>
                      <a:pt x="4140382" y="3668940"/>
                    </a:lnTo>
                    <a:lnTo>
                      <a:pt x="4136708" y="3654416"/>
                    </a:lnTo>
                    <a:lnTo>
                      <a:pt x="4136708" y="3654416"/>
                    </a:lnTo>
                    <a:lnTo>
                      <a:pt x="4136708" y="3654415"/>
                    </a:lnTo>
                    <a:cubicBezTo>
                      <a:pt x="4132898" y="3646123"/>
                      <a:pt x="4127219" y="3638157"/>
                      <a:pt x="4118979" y="3630632"/>
                    </a:cubicBezTo>
                    <a:cubicBezTo>
                      <a:pt x="4112501" y="3624725"/>
                      <a:pt x="4109835" y="3614819"/>
                      <a:pt x="4105453" y="3606817"/>
                    </a:cubicBezTo>
                    <a:cubicBezTo>
                      <a:pt x="4100976" y="3598435"/>
                      <a:pt x="4097725" y="3592232"/>
                      <a:pt x="4095707" y="3587174"/>
                    </a:cubicBezTo>
                    <a:lnTo>
                      <a:pt x="4093355" y="3574408"/>
                    </a:lnTo>
                    <a:lnTo>
                      <a:pt x="4098434" y="3562321"/>
                    </a:lnTo>
                    <a:cubicBezTo>
                      <a:pt x="4101369" y="3557716"/>
                      <a:pt x="4105548" y="3552191"/>
                      <a:pt x="4110977" y="3544714"/>
                    </a:cubicBezTo>
                    <a:cubicBezTo>
                      <a:pt x="4122407" y="3529091"/>
                      <a:pt x="4134028" y="3507564"/>
                      <a:pt x="4133076" y="3489468"/>
                    </a:cubicBezTo>
                    <a:cubicBezTo>
                      <a:pt x="4127362" y="3380306"/>
                      <a:pt x="4154794" y="3276481"/>
                      <a:pt x="4180703" y="3172655"/>
                    </a:cubicBezTo>
                    <a:cubicBezTo>
                      <a:pt x="4188705" y="3140650"/>
                      <a:pt x="4192943" y="3109026"/>
                      <a:pt x="4193158" y="3077402"/>
                    </a:cubicBezTo>
                    <a:lnTo>
                      <a:pt x="4193158" y="3077401"/>
                    </a:lnTo>
                    <a:cubicBezTo>
                      <a:pt x="4193372" y="3045777"/>
                      <a:pt x="4189562" y="3014153"/>
                      <a:pt x="4181465" y="2982148"/>
                    </a:cubicBezTo>
                    <a:lnTo>
                      <a:pt x="4177881" y="2947863"/>
                    </a:lnTo>
                    <a:lnTo>
                      <a:pt x="4177882" y="2947858"/>
                    </a:lnTo>
                    <a:lnTo>
                      <a:pt x="4185787" y="2903551"/>
                    </a:lnTo>
                    <a:lnTo>
                      <a:pt x="4202421" y="2848794"/>
                    </a:lnTo>
                    <a:cubicBezTo>
                      <a:pt x="4203754" y="2844317"/>
                      <a:pt x="4207040" y="2839983"/>
                      <a:pt x="4211111" y="2836173"/>
                    </a:cubicBezTo>
                    <a:close/>
                    <a:moveTo>
                      <a:pt x="3726625" y="1508458"/>
                    </a:moveTo>
                    <a:lnTo>
                      <a:pt x="3698531" y="1596214"/>
                    </a:lnTo>
                    <a:cubicBezTo>
                      <a:pt x="3696054" y="1604979"/>
                      <a:pt x="3697579" y="1615837"/>
                      <a:pt x="3700436" y="1624981"/>
                    </a:cubicBezTo>
                    <a:cubicBezTo>
                      <a:pt x="3710152" y="1656224"/>
                      <a:pt x="3734537" y="1676037"/>
                      <a:pt x="3757017" y="1697754"/>
                    </a:cubicBezTo>
                    <a:cubicBezTo>
                      <a:pt x="3766924" y="1707280"/>
                      <a:pt x="3773972" y="1720424"/>
                      <a:pt x="3779686" y="1733189"/>
                    </a:cubicBezTo>
                    <a:cubicBezTo>
                      <a:pt x="3794357" y="1766336"/>
                      <a:pt x="3807501" y="1800247"/>
                      <a:pt x="3821407" y="1833776"/>
                    </a:cubicBezTo>
                    <a:cubicBezTo>
                      <a:pt x="3822741" y="1837014"/>
                      <a:pt x="3826170" y="1839680"/>
                      <a:pt x="3829028" y="1842159"/>
                    </a:cubicBezTo>
                    <a:cubicBezTo>
                      <a:pt x="3859129" y="1866923"/>
                      <a:pt x="3889418" y="1891498"/>
                      <a:pt x="3919519" y="1916455"/>
                    </a:cubicBezTo>
                    <a:cubicBezTo>
                      <a:pt x="3925233" y="1921217"/>
                      <a:pt x="3929425" y="1928077"/>
                      <a:pt x="3934949" y="1933220"/>
                    </a:cubicBezTo>
                    <a:cubicBezTo>
                      <a:pt x="3942569" y="1940460"/>
                      <a:pt x="3949810" y="1949604"/>
                      <a:pt x="3958954" y="1953414"/>
                    </a:cubicBezTo>
                    <a:cubicBezTo>
                      <a:pt x="3987719" y="1965225"/>
                      <a:pt x="4000103" y="1987895"/>
                      <a:pt x="4005437" y="2016470"/>
                    </a:cubicBezTo>
                    <a:cubicBezTo>
                      <a:pt x="4010390" y="2042571"/>
                      <a:pt x="4014582" y="2068670"/>
                      <a:pt x="4020296" y="2094579"/>
                    </a:cubicBezTo>
                    <a:cubicBezTo>
                      <a:pt x="4027154" y="2126202"/>
                      <a:pt x="4034584" y="2157637"/>
                      <a:pt x="4042967" y="2188880"/>
                    </a:cubicBezTo>
                    <a:cubicBezTo>
                      <a:pt x="4046587" y="2202405"/>
                      <a:pt x="4050777" y="2216693"/>
                      <a:pt x="4058207" y="2228315"/>
                    </a:cubicBezTo>
                    <a:cubicBezTo>
                      <a:pt x="4078782" y="2260891"/>
                      <a:pt x="4092688" y="2295754"/>
                      <a:pt x="4087164" y="2334045"/>
                    </a:cubicBezTo>
                    <a:cubicBezTo>
                      <a:pt x="4082782" y="2364716"/>
                      <a:pt x="4094022" y="2390435"/>
                      <a:pt x="4111549" y="2409486"/>
                    </a:cubicBezTo>
                    <a:cubicBezTo>
                      <a:pt x="4119503" y="2418155"/>
                      <a:pt x="4125016" y="2426977"/>
                      <a:pt x="4128650" y="2435913"/>
                    </a:cubicBezTo>
                    <a:lnTo>
                      <a:pt x="4134481" y="2463018"/>
                    </a:lnTo>
                    <a:lnTo>
                      <a:pt x="4125839" y="2518262"/>
                    </a:lnTo>
                    <a:lnTo>
                      <a:pt x="4125838" y="2518264"/>
                    </a:lnTo>
                    <a:cubicBezTo>
                      <a:pt x="4123171" y="2527790"/>
                      <a:pt x="4122027" y="2536457"/>
                      <a:pt x="4122194" y="2545006"/>
                    </a:cubicBezTo>
                    <a:lnTo>
                      <a:pt x="4122194" y="2545007"/>
                    </a:lnTo>
                    <a:cubicBezTo>
                      <a:pt x="4122360" y="2553556"/>
                      <a:pt x="4123837" y="2561986"/>
                      <a:pt x="4126408" y="2571035"/>
                    </a:cubicBezTo>
                    <a:cubicBezTo>
                      <a:pt x="4138410" y="2612946"/>
                      <a:pt x="4170987" y="2640951"/>
                      <a:pt x="4199563" y="2668002"/>
                    </a:cubicBezTo>
                    <a:cubicBezTo>
                      <a:pt x="4223947" y="2691055"/>
                      <a:pt x="4237663" y="2716964"/>
                      <a:pt x="4247953" y="2745349"/>
                    </a:cubicBezTo>
                    <a:lnTo>
                      <a:pt x="4247954" y="2745352"/>
                    </a:lnTo>
                    <a:lnTo>
                      <a:pt x="4253873" y="2778006"/>
                    </a:lnTo>
                    <a:lnTo>
                      <a:pt x="4253453" y="2785440"/>
                    </a:lnTo>
                    <a:lnTo>
                      <a:pt x="4243374" y="2811780"/>
                    </a:lnTo>
                    <a:lnTo>
                      <a:pt x="4243371" y="2811787"/>
                    </a:lnTo>
                    <a:lnTo>
                      <a:pt x="4243372" y="2811787"/>
                    </a:lnTo>
                    <a:lnTo>
                      <a:pt x="4243374" y="2811780"/>
                    </a:lnTo>
                    <a:lnTo>
                      <a:pt x="4253025" y="2793023"/>
                    </a:lnTo>
                    <a:lnTo>
                      <a:pt x="4253453" y="2785440"/>
                    </a:lnTo>
                    <a:lnTo>
                      <a:pt x="4254654" y="2782305"/>
                    </a:lnTo>
                    <a:lnTo>
                      <a:pt x="4253873" y="2778006"/>
                    </a:lnTo>
                    <a:lnTo>
                      <a:pt x="4254284" y="2770758"/>
                    </a:lnTo>
                    <a:lnTo>
                      <a:pt x="4247954" y="2745352"/>
                    </a:lnTo>
                    <a:lnTo>
                      <a:pt x="4247953" y="2745348"/>
                    </a:lnTo>
                    <a:cubicBezTo>
                      <a:pt x="4237663" y="2716963"/>
                      <a:pt x="4223947" y="2691054"/>
                      <a:pt x="4199563" y="2668001"/>
                    </a:cubicBezTo>
                    <a:cubicBezTo>
                      <a:pt x="4170987" y="2640950"/>
                      <a:pt x="4138410" y="2612945"/>
                      <a:pt x="4126408" y="2571034"/>
                    </a:cubicBezTo>
                    <a:lnTo>
                      <a:pt x="4122194" y="2545007"/>
                    </a:lnTo>
                    <a:lnTo>
                      <a:pt x="4125838" y="2518265"/>
                    </a:lnTo>
                    <a:lnTo>
                      <a:pt x="4125839" y="2518262"/>
                    </a:lnTo>
                    <a:lnTo>
                      <a:pt x="4132419" y="2490551"/>
                    </a:lnTo>
                    <a:lnTo>
                      <a:pt x="4134481" y="2463018"/>
                    </a:lnTo>
                    <a:lnTo>
                      <a:pt x="4134481" y="2463017"/>
                    </a:lnTo>
                    <a:cubicBezTo>
                      <a:pt x="4133600" y="2444777"/>
                      <a:pt x="4127457" y="2426822"/>
                      <a:pt x="4111549" y="2409485"/>
                    </a:cubicBezTo>
                    <a:cubicBezTo>
                      <a:pt x="4094022" y="2390434"/>
                      <a:pt x="4082782" y="2364715"/>
                      <a:pt x="4087164" y="2334044"/>
                    </a:cubicBezTo>
                    <a:cubicBezTo>
                      <a:pt x="4092688" y="2295753"/>
                      <a:pt x="4078782" y="2260890"/>
                      <a:pt x="4058207" y="2228314"/>
                    </a:cubicBezTo>
                    <a:cubicBezTo>
                      <a:pt x="4050777" y="2216692"/>
                      <a:pt x="4046587" y="2202404"/>
                      <a:pt x="4042967" y="2188879"/>
                    </a:cubicBezTo>
                    <a:cubicBezTo>
                      <a:pt x="4034584" y="2157636"/>
                      <a:pt x="4027154" y="2126201"/>
                      <a:pt x="4020296" y="2094578"/>
                    </a:cubicBezTo>
                    <a:cubicBezTo>
                      <a:pt x="4014582" y="2068669"/>
                      <a:pt x="4010390" y="2042570"/>
                      <a:pt x="4005437" y="2016469"/>
                    </a:cubicBezTo>
                    <a:cubicBezTo>
                      <a:pt x="4000103" y="1987894"/>
                      <a:pt x="3987719" y="1965224"/>
                      <a:pt x="3958954" y="1953413"/>
                    </a:cubicBezTo>
                    <a:cubicBezTo>
                      <a:pt x="3949810" y="1949603"/>
                      <a:pt x="3942569" y="1940459"/>
                      <a:pt x="3934949" y="1933219"/>
                    </a:cubicBezTo>
                    <a:cubicBezTo>
                      <a:pt x="3929425" y="1928076"/>
                      <a:pt x="3925233" y="1921216"/>
                      <a:pt x="3919519" y="1916454"/>
                    </a:cubicBezTo>
                    <a:cubicBezTo>
                      <a:pt x="3889418" y="1891497"/>
                      <a:pt x="3859129" y="1866922"/>
                      <a:pt x="3829028" y="1842158"/>
                    </a:cubicBezTo>
                    <a:cubicBezTo>
                      <a:pt x="3826170" y="1839679"/>
                      <a:pt x="3822741" y="1837013"/>
                      <a:pt x="3821407" y="1833775"/>
                    </a:cubicBezTo>
                    <a:cubicBezTo>
                      <a:pt x="3807501" y="1800246"/>
                      <a:pt x="3794358" y="1766335"/>
                      <a:pt x="3779686" y="1733188"/>
                    </a:cubicBezTo>
                    <a:cubicBezTo>
                      <a:pt x="3773972" y="1720423"/>
                      <a:pt x="3766924" y="1707279"/>
                      <a:pt x="3757018" y="1697753"/>
                    </a:cubicBezTo>
                    <a:cubicBezTo>
                      <a:pt x="3734538" y="1676036"/>
                      <a:pt x="3710152" y="1656223"/>
                      <a:pt x="3700436" y="1624980"/>
                    </a:cubicBezTo>
                    <a:cubicBezTo>
                      <a:pt x="3697580" y="1615836"/>
                      <a:pt x="3696055" y="1604978"/>
                      <a:pt x="3698532" y="1596213"/>
                    </a:cubicBezTo>
                    <a:close/>
                    <a:moveTo>
                      <a:pt x="3745230" y="1459073"/>
                    </a:moveTo>
                    <a:lnTo>
                      <a:pt x="3745229" y="1459074"/>
                    </a:lnTo>
                    <a:lnTo>
                      <a:pt x="3736012" y="1481572"/>
                    </a:lnTo>
                    <a:close/>
                    <a:moveTo>
                      <a:pt x="3764423" y="1268758"/>
                    </a:moveTo>
                    <a:cubicBezTo>
                      <a:pt x="3764875" y="1275402"/>
                      <a:pt x="3766447" y="1281689"/>
                      <a:pt x="3769590" y="1286070"/>
                    </a:cubicBezTo>
                    <a:cubicBezTo>
                      <a:pt x="3784163" y="1306930"/>
                      <a:pt x="3790403" y="1328553"/>
                      <a:pt x="3791927" y="1350628"/>
                    </a:cubicBezTo>
                    <a:lnTo>
                      <a:pt x="3786333" y="1413840"/>
                    </a:lnTo>
                    <a:lnTo>
                      <a:pt x="3791928" y="1350627"/>
                    </a:lnTo>
                    <a:cubicBezTo>
                      <a:pt x="3790403" y="1328552"/>
                      <a:pt x="3784164" y="1306930"/>
                      <a:pt x="3769590" y="1286069"/>
                    </a:cubicBezTo>
                    <a:close/>
                    <a:moveTo>
                      <a:pt x="3706152" y="773035"/>
                    </a:moveTo>
                    <a:lnTo>
                      <a:pt x="3706152" y="773036"/>
                    </a:lnTo>
                    <a:cubicBezTo>
                      <a:pt x="3708438" y="800277"/>
                      <a:pt x="3711676" y="827330"/>
                      <a:pt x="3714152" y="854380"/>
                    </a:cubicBezTo>
                    <a:cubicBezTo>
                      <a:pt x="3716438" y="878957"/>
                      <a:pt x="3717200" y="903723"/>
                      <a:pt x="3745205" y="915344"/>
                    </a:cubicBezTo>
                    <a:cubicBezTo>
                      <a:pt x="3749587" y="917060"/>
                      <a:pt x="3752825" y="922774"/>
                      <a:pt x="3755683" y="927156"/>
                    </a:cubicBezTo>
                    <a:cubicBezTo>
                      <a:pt x="3799691" y="994786"/>
                      <a:pt x="3798547" y="1030981"/>
                      <a:pt x="3752063" y="1097088"/>
                    </a:cubicBezTo>
                    <a:cubicBezTo>
                      <a:pt x="3747301" y="1103946"/>
                      <a:pt x="3743871" y="1118614"/>
                      <a:pt x="3747681" y="1123186"/>
                    </a:cubicBezTo>
                    <a:cubicBezTo>
                      <a:pt x="3763493" y="1142618"/>
                      <a:pt x="3770542" y="1162954"/>
                      <a:pt x="3772400" y="1184029"/>
                    </a:cubicBezTo>
                    <a:cubicBezTo>
                      <a:pt x="3770542" y="1162954"/>
                      <a:pt x="3763494" y="1142617"/>
                      <a:pt x="3747682" y="1123185"/>
                    </a:cubicBezTo>
                    <a:cubicBezTo>
                      <a:pt x="3743872" y="1118613"/>
                      <a:pt x="3747302" y="1103945"/>
                      <a:pt x="3752064" y="1097087"/>
                    </a:cubicBezTo>
                    <a:cubicBezTo>
                      <a:pt x="3798548" y="1030980"/>
                      <a:pt x="3799692" y="994785"/>
                      <a:pt x="3755684" y="927155"/>
                    </a:cubicBezTo>
                    <a:cubicBezTo>
                      <a:pt x="3752826" y="922773"/>
                      <a:pt x="3749588" y="917059"/>
                      <a:pt x="3745206" y="915343"/>
                    </a:cubicBezTo>
                    <a:cubicBezTo>
                      <a:pt x="3717200" y="903722"/>
                      <a:pt x="3716438" y="878956"/>
                      <a:pt x="3714152" y="854379"/>
                    </a:cubicBezTo>
                    <a:close/>
                    <a:moveTo>
                      <a:pt x="3761553" y="517851"/>
                    </a:moveTo>
                    <a:lnTo>
                      <a:pt x="3752635" y="556048"/>
                    </a:lnTo>
                    <a:cubicBezTo>
                      <a:pt x="3750539" y="564049"/>
                      <a:pt x="3745015" y="572623"/>
                      <a:pt x="3746157" y="580051"/>
                    </a:cubicBezTo>
                    <a:cubicBezTo>
                      <a:pt x="3749491" y="601579"/>
                      <a:pt x="3747062" y="622201"/>
                      <a:pt x="3742776" y="642538"/>
                    </a:cubicBezTo>
                    <a:lnTo>
                      <a:pt x="3730253" y="694928"/>
                    </a:lnTo>
                    <a:lnTo>
                      <a:pt x="3742777" y="642537"/>
                    </a:lnTo>
                    <a:cubicBezTo>
                      <a:pt x="3747063" y="622201"/>
                      <a:pt x="3749492" y="601578"/>
                      <a:pt x="3746158" y="580050"/>
                    </a:cubicBezTo>
                    <a:cubicBezTo>
                      <a:pt x="3745016" y="572622"/>
                      <a:pt x="3750540" y="564048"/>
                      <a:pt x="3752636" y="556047"/>
                    </a:cubicBezTo>
                    <a:close/>
                    <a:moveTo>
                      <a:pt x="3774848" y="298169"/>
                    </a:moveTo>
                    <a:lnTo>
                      <a:pt x="3760065" y="313534"/>
                    </a:lnTo>
                    <a:cubicBezTo>
                      <a:pt x="3755873" y="316390"/>
                      <a:pt x="3758159" y="330299"/>
                      <a:pt x="3759493" y="338871"/>
                    </a:cubicBezTo>
                    <a:lnTo>
                      <a:pt x="3759500" y="338900"/>
                    </a:lnTo>
                    <a:lnTo>
                      <a:pt x="3769400" y="395640"/>
                    </a:lnTo>
                    <a:lnTo>
                      <a:pt x="3765590" y="367328"/>
                    </a:lnTo>
                    <a:lnTo>
                      <a:pt x="3759500" y="338900"/>
                    </a:lnTo>
                    <a:lnTo>
                      <a:pt x="3759494" y="338870"/>
                    </a:lnTo>
                    <a:cubicBezTo>
                      <a:pt x="3758160" y="330298"/>
                      <a:pt x="3755874" y="316389"/>
                      <a:pt x="3760066" y="313533"/>
                    </a:cubicBezTo>
                    <a:close/>
                    <a:moveTo>
                      <a:pt x="3782393" y="281568"/>
                    </a:moveTo>
                    <a:lnTo>
                      <a:pt x="3777498" y="295415"/>
                    </a:lnTo>
                    <a:lnTo>
                      <a:pt x="3777499" y="295415"/>
                    </a:lnTo>
                    <a:close/>
                    <a:moveTo>
                      <a:pt x="3769073" y="24486"/>
                    </a:moveTo>
                    <a:lnTo>
                      <a:pt x="3766810" y="74129"/>
                    </a:lnTo>
                    <a:cubicBezTo>
                      <a:pt x="3767733" y="91492"/>
                      <a:pt x="3770043" y="108703"/>
                      <a:pt x="3772734" y="125861"/>
                    </a:cubicBezTo>
                    <a:lnTo>
                      <a:pt x="3777129" y="153387"/>
                    </a:lnTo>
                    <a:lnTo>
                      <a:pt x="3785402" y="228944"/>
                    </a:lnTo>
                    <a:lnTo>
                      <a:pt x="3780943" y="177271"/>
                    </a:lnTo>
                    <a:lnTo>
                      <a:pt x="3777129" y="153387"/>
                    </a:lnTo>
                    <a:lnTo>
                      <a:pt x="3776930" y="151569"/>
                    </a:lnTo>
                    <a:cubicBezTo>
                      <a:pt x="3772700" y="125876"/>
                      <a:pt x="3768195" y="100174"/>
                      <a:pt x="3766811" y="74129"/>
                    </a:cubicBezTo>
                    <a:close/>
                    <a:moveTo>
                      <a:pt x="3766492" y="0"/>
                    </a:moveTo>
                    <a:lnTo>
                      <a:pt x="4230600" y="0"/>
                    </a:lnTo>
                    <a:lnTo>
                      <a:pt x="4229473" y="2817"/>
                    </a:lnTo>
                    <a:cubicBezTo>
                      <a:pt x="4221092" y="21486"/>
                      <a:pt x="4218423" y="43012"/>
                      <a:pt x="4215375" y="63587"/>
                    </a:cubicBezTo>
                    <a:cubicBezTo>
                      <a:pt x="4209851" y="101308"/>
                      <a:pt x="4206421" y="139219"/>
                      <a:pt x="4201468" y="176939"/>
                    </a:cubicBezTo>
                    <a:cubicBezTo>
                      <a:pt x="4200325" y="184941"/>
                      <a:pt x="4198231" y="194085"/>
                      <a:pt x="4193466" y="200182"/>
                    </a:cubicBezTo>
                    <a:cubicBezTo>
                      <a:pt x="4161461" y="241901"/>
                      <a:pt x="4152508" y="292579"/>
                      <a:pt x="4155554" y="340774"/>
                    </a:cubicBezTo>
                    <a:cubicBezTo>
                      <a:pt x="4157843" y="378686"/>
                      <a:pt x="4159557" y="415835"/>
                      <a:pt x="4156319" y="453364"/>
                    </a:cubicBezTo>
                    <a:cubicBezTo>
                      <a:pt x="4156127" y="456222"/>
                      <a:pt x="4156509" y="460032"/>
                      <a:pt x="4158033" y="462126"/>
                    </a:cubicBezTo>
                    <a:cubicBezTo>
                      <a:pt x="4168129" y="475081"/>
                      <a:pt x="4168891" y="488607"/>
                      <a:pt x="4170605" y="505182"/>
                    </a:cubicBezTo>
                    <a:cubicBezTo>
                      <a:pt x="4173083" y="528615"/>
                      <a:pt x="4171367" y="550141"/>
                      <a:pt x="4167177" y="571860"/>
                    </a:cubicBezTo>
                    <a:cubicBezTo>
                      <a:pt x="4164129" y="587672"/>
                      <a:pt x="4157843" y="603673"/>
                      <a:pt x="4149840" y="617772"/>
                    </a:cubicBezTo>
                    <a:cubicBezTo>
                      <a:pt x="4138600" y="637392"/>
                      <a:pt x="4134220" y="656255"/>
                      <a:pt x="4149078" y="674923"/>
                    </a:cubicBezTo>
                    <a:cubicBezTo>
                      <a:pt x="4164891" y="695116"/>
                      <a:pt x="4159367" y="717977"/>
                      <a:pt x="4159937" y="740268"/>
                    </a:cubicBezTo>
                    <a:cubicBezTo>
                      <a:pt x="4160129" y="749982"/>
                      <a:pt x="4159747" y="760270"/>
                      <a:pt x="4162223" y="769605"/>
                    </a:cubicBezTo>
                    <a:cubicBezTo>
                      <a:pt x="4169273" y="796655"/>
                      <a:pt x="4179941" y="822756"/>
                      <a:pt x="4184703" y="850189"/>
                    </a:cubicBezTo>
                    <a:cubicBezTo>
                      <a:pt x="4187370" y="865430"/>
                      <a:pt x="4182607" y="882384"/>
                      <a:pt x="4179179" y="898198"/>
                    </a:cubicBezTo>
                    <a:cubicBezTo>
                      <a:pt x="4175559" y="914200"/>
                      <a:pt x="4170035" y="930011"/>
                      <a:pt x="4164319" y="945444"/>
                    </a:cubicBezTo>
                    <a:cubicBezTo>
                      <a:pt x="4160509" y="955920"/>
                      <a:pt x="4156889" y="967350"/>
                      <a:pt x="4150030" y="975733"/>
                    </a:cubicBezTo>
                    <a:cubicBezTo>
                      <a:pt x="4134410" y="994785"/>
                      <a:pt x="4131742" y="1014406"/>
                      <a:pt x="4139934" y="1036887"/>
                    </a:cubicBezTo>
                    <a:cubicBezTo>
                      <a:pt x="4141268" y="1040315"/>
                      <a:pt x="4141268" y="1044315"/>
                      <a:pt x="4141458" y="1048125"/>
                    </a:cubicBezTo>
                    <a:cubicBezTo>
                      <a:pt x="4145458" y="1109091"/>
                      <a:pt x="4147936" y="1170051"/>
                      <a:pt x="4154032" y="1230633"/>
                    </a:cubicBezTo>
                    <a:cubicBezTo>
                      <a:pt x="4156509" y="1255206"/>
                      <a:pt x="4167367" y="1278829"/>
                      <a:pt x="4174225" y="1303024"/>
                    </a:cubicBezTo>
                    <a:cubicBezTo>
                      <a:pt x="4175559" y="1307978"/>
                      <a:pt x="4177655" y="1313504"/>
                      <a:pt x="4176701" y="1318456"/>
                    </a:cubicBezTo>
                    <a:cubicBezTo>
                      <a:pt x="4167177" y="1372368"/>
                      <a:pt x="4181083" y="1422854"/>
                      <a:pt x="4199372" y="1472575"/>
                    </a:cubicBezTo>
                    <a:cubicBezTo>
                      <a:pt x="4201278" y="1477717"/>
                      <a:pt x="4200706" y="1484004"/>
                      <a:pt x="4200325" y="1489720"/>
                    </a:cubicBezTo>
                    <a:cubicBezTo>
                      <a:pt x="4198993" y="1505724"/>
                      <a:pt x="4192324" y="1523059"/>
                      <a:pt x="4196324" y="1537537"/>
                    </a:cubicBezTo>
                    <a:cubicBezTo>
                      <a:pt x="4207374" y="1576019"/>
                      <a:pt x="4220709" y="1614120"/>
                      <a:pt x="4237474" y="1650317"/>
                    </a:cubicBezTo>
                    <a:cubicBezTo>
                      <a:pt x="4254428" y="1687086"/>
                      <a:pt x="4268716" y="1721185"/>
                      <a:pt x="4251572" y="1763287"/>
                    </a:cubicBezTo>
                    <a:cubicBezTo>
                      <a:pt x="4244332" y="1781194"/>
                      <a:pt x="4249476" y="1804816"/>
                      <a:pt x="4251380" y="1825393"/>
                    </a:cubicBezTo>
                    <a:cubicBezTo>
                      <a:pt x="4252904" y="1840441"/>
                      <a:pt x="4261478" y="1854920"/>
                      <a:pt x="4261478" y="1869780"/>
                    </a:cubicBezTo>
                    <a:cubicBezTo>
                      <a:pt x="4261478" y="1909408"/>
                      <a:pt x="4271574" y="1944649"/>
                      <a:pt x="4292149" y="1978940"/>
                    </a:cubicBezTo>
                    <a:cubicBezTo>
                      <a:pt x="4300150" y="1992279"/>
                      <a:pt x="4294815" y="2013043"/>
                      <a:pt x="4296911" y="2030378"/>
                    </a:cubicBezTo>
                    <a:cubicBezTo>
                      <a:pt x="4299388" y="2048668"/>
                      <a:pt x="4301673" y="2067525"/>
                      <a:pt x="4307201" y="2085054"/>
                    </a:cubicBezTo>
                    <a:cubicBezTo>
                      <a:pt x="4321679" y="2130393"/>
                      <a:pt x="4338062" y="2175163"/>
                      <a:pt x="4353302" y="2220312"/>
                    </a:cubicBezTo>
                    <a:cubicBezTo>
                      <a:pt x="4365877" y="2257459"/>
                      <a:pt x="4355970" y="2294039"/>
                      <a:pt x="4350636" y="2330806"/>
                    </a:cubicBezTo>
                    <a:cubicBezTo>
                      <a:pt x="4347205" y="2353859"/>
                      <a:pt x="4339013" y="2375383"/>
                      <a:pt x="4351206" y="2401292"/>
                    </a:cubicBezTo>
                    <a:cubicBezTo>
                      <a:pt x="4362828" y="2426059"/>
                      <a:pt x="4360160" y="2457492"/>
                      <a:pt x="4366446" y="2485307"/>
                    </a:cubicBezTo>
                    <a:cubicBezTo>
                      <a:pt x="4371781" y="2508742"/>
                      <a:pt x="4380354" y="2531409"/>
                      <a:pt x="4388736" y="2554079"/>
                    </a:cubicBezTo>
                    <a:cubicBezTo>
                      <a:pt x="4400168" y="2584942"/>
                      <a:pt x="4412167" y="2615421"/>
                      <a:pt x="4406453" y="2649143"/>
                    </a:cubicBezTo>
                    <a:cubicBezTo>
                      <a:pt x="4399976" y="2687436"/>
                      <a:pt x="4424359" y="2713723"/>
                      <a:pt x="4440554" y="2743826"/>
                    </a:cubicBezTo>
                    <a:cubicBezTo>
                      <a:pt x="4451603" y="2764590"/>
                      <a:pt x="4459795" y="2787259"/>
                      <a:pt x="4466653" y="2809930"/>
                    </a:cubicBezTo>
                    <a:cubicBezTo>
                      <a:pt x="4475607" y="2840219"/>
                      <a:pt x="4480941" y="2871462"/>
                      <a:pt x="4489705" y="2901943"/>
                    </a:cubicBezTo>
                    <a:cubicBezTo>
                      <a:pt x="4502848" y="2948047"/>
                      <a:pt x="4513137" y="2994722"/>
                      <a:pt x="4505897" y="3042728"/>
                    </a:cubicBezTo>
                    <a:cubicBezTo>
                      <a:pt x="4502659" y="3064827"/>
                      <a:pt x="4502848" y="3085403"/>
                      <a:pt x="4507613" y="3107500"/>
                    </a:cubicBezTo>
                    <a:cubicBezTo>
                      <a:pt x="4515422" y="3143695"/>
                      <a:pt x="4516376" y="3180844"/>
                      <a:pt x="4545521" y="3209993"/>
                    </a:cubicBezTo>
                    <a:cubicBezTo>
                      <a:pt x="4555811" y="3220280"/>
                      <a:pt x="4558477" y="3238758"/>
                      <a:pt x="4563811" y="3253809"/>
                    </a:cubicBezTo>
                    <a:cubicBezTo>
                      <a:pt x="4570099" y="3271145"/>
                      <a:pt x="4566858" y="3283908"/>
                      <a:pt x="4548570" y="3293244"/>
                    </a:cubicBezTo>
                    <a:cubicBezTo>
                      <a:pt x="4540379" y="3297434"/>
                      <a:pt x="4532378" y="3309437"/>
                      <a:pt x="4531043" y="3318771"/>
                    </a:cubicBezTo>
                    <a:cubicBezTo>
                      <a:pt x="4527043" y="3346776"/>
                      <a:pt x="4532950" y="3372495"/>
                      <a:pt x="4545904" y="3399546"/>
                    </a:cubicBezTo>
                    <a:cubicBezTo>
                      <a:pt x="4558096" y="3424883"/>
                      <a:pt x="4556762" y="3456508"/>
                      <a:pt x="4561524" y="3485275"/>
                    </a:cubicBezTo>
                    <a:cubicBezTo>
                      <a:pt x="4564954" y="3505657"/>
                      <a:pt x="4572002" y="3526042"/>
                      <a:pt x="4572002" y="3546617"/>
                    </a:cubicBezTo>
                    <a:cubicBezTo>
                      <a:pt x="4572002" y="3572146"/>
                      <a:pt x="4565907" y="3597482"/>
                      <a:pt x="4563620" y="3623201"/>
                    </a:cubicBezTo>
                    <a:cubicBezTo>
                      <a:pt x="4561716" y="3643204"/>
                      <a:pt x="4562478" y="3663589"/>
                      <a:pt x="4560192" y="3683591"/>
                    </a:cubicBezTo>
                    <a:cubicBezTo>
                      <a:pt x="4558477" y="3699976"/>
                      <a:pt x="4554096" y="3716168"/>
                      <a:pt x="4550476" y="3732361"/>
                    </a:cubicBezTo>
                    <a:cubicBezTo>
                      <a:pt x="4549142" y="3738267"/>
                      <a:pt x="4543998" y="3744173"/>
                      <a:pt x="4544759" y="3749506"/>
                    </a:cubicBezTo>
                    <a:cubicBezTo>
                      <a:pt x="4552953" y="3802467"/>
                      <a:pt x="4516376" y="3840569"/>
                      <a:pt x="4500182" y="3885338"/>
                    </a:cubicBezTo>
                    <a:cubicBezTo>
                      <a:pt x="4483035" y="3932394"/>
                      <a:pt x="4456748" y="3977925"/>
                      <a:pt x="4464557" y="4030503"/>
                    </a:cubicBezTo>
                    <a:cubicBezTo>
                      <a:pt x="4469319" y="4062318"/>
                      <a:pt x="4480369" y="4092989"/>
                      <a:pt x="4487039" y="4124614"/>
                    </a:cubicBezTo>
                    <a:cubicBezTo>
                      <a:pt x="4489324" y="4135854"/>
                      <a:pt x="4488943" y="4148427"/>
                      <a:pt x="4486656" y="4159667"/>
                    </a:cubicBezTo>
                    <a:cubicBezTo>
                      <a:pt x="4476177" y="4213961"/>
                      <a:pt x="4474653" y="4267493"/>
                      <a:pt x="4491801" y="4320837"/>
                    </a:cubicBezTo>
                    <a:cubicBezTo>
                      <a:pt x="4494659" y="4329979"/>
                      <a:pt x="4497325" y="4339695"/>
                      <a:pt x="4497325" y="4349222"/>
                    </a:cubicBezTo>
                    <a:cubicBezTo>
                      <a:pt x="4497325" y="4401419"/>
                      <a:pt x="4493324" y="4452665"/>
                      <a:pt x="4474653" y="4502579"/>
                    </a:cubicBezTo>
                    <a:cubicBezTo>
                      <a:pt x="4468368" y="4519343"/>
                      <a:pt x="4472368" y="4539728"/>
                      <a:pt x="4470844" y="4558207"/>
                    </a:cubicBezTo>
                    <a:cubicBezTo>
                      <a:pt x="4469511" y="4575351"/>
                      <a:pt x="4468940" y="4592878"/>
                      <a:pt x="4464557" y="4609452"/>
                    </a:cubicBezTo>
                    <a:cubicBezTo>
                      <a:pt x="4458082" y="4633647"/>
                      <a:pt x="4457320" y="4656126"/>
                      <a:pt x="4463033" y="4681083"/>
                    </a:cubicBezTo>
                    <a:cubicBezTo>
                      <a:pt x="4468368" y="4704895"/>
                      <a:pt x="4465702" y="4730614"/>
                      <a:pt x="4465891" y="4755381"/>
                    </a:cubicBezTo>
                    <a:cubicBezTo>
                      <a:pt x="4466082" y="4783004"/>
                      <a:pt x="4466272" y="4810627"/>
                      <a:pt x="4465319" y="4838250"/>
                    </a:cubicBezTo>
                    <a:cubicBezTo>
                      <a:pt x="4464940" y="4849300"/>
                      <a:pt x="4457320" y="4861873"/>
                      <a:pt x="4460367" y="4871019"/>
                    </a:cubicBezTo>
                    <a:cubicBezTo>
                      <a:pt x="4470653" y="4900546"/>
                      <a:pt x="4458271" y="4930075"/>
                      <a:pt x="4463795" y="4959602"/>
                    </a:cubicBezTo>
                    <a:cubicBezTo>
                      <a:pt x="4466653" y="4974082"/>
                      <a:pt x="4458844" y="4990465"/>
                      <a:pt x="4458082" y="5006086"/>
                    </a:cubicBezTo>
                    <a:cubicBezTo>
                      <a:pt x="4456748" y="5031614"/>
                      <a:pt x="4457320" y="5057141"/>
                      <a:pt x="4456937" y="5082670"/>
                    </a:cubicBezTo>
                    <a:cubicBezTo>
                      <a:pt x="4456748" y="5091052"/>
                      <a:pt x="4455986" y="5099245"/>
                      <a:pt x="4455603" y="5107627"/>
                    </a:cubicBezTo>
                    <a:cubicBezTo>
                      <a:pt x="4455223" y="5115057"/>
                      <a:pt x="4453508" y="5122867"/>
                      <a:pt x="4454840" y="5129916"/>
                    </a:cubicBezTo>
                    <a:cubicBezTo>
                      <a:pt x="4459605" y="5155445"/>
                      <a:pt x="4467415" y="5180591"/>
                      <a:pt x="4470464" y="5206308"/>
                    </a:cubicBezTo>
                    <a:cubicBezTo>
                      <a:pt x="4473130" y="5228597"/>
                      <a:pt x="4469511" y="5251650"/>
                      <a:pt x="4471415" y="5274129"/>
                    </a:cubicBezTo>
                    <a:cubicBezTo>
                      <a:pt x="4474653" y="5313754"/>
                      <a:pt x="4480369" y="5353379"/>
                      <a:pt x="4483990" y="5393005"/>
                    </a:cubicBezTo>
                    <a:cubicBezTo>
                      <a:pt x="4484752" y="5401579"/>
                      <a:pt x="4479988" y="5410531"/>
                      <a:pt x="4479607" y="5419295"/>
                    </a:cubicBezTo>
                    <a:cubicBezTo>
                      <a:pt x="4478656" y="5446728"/>
                      <a:pt x="4478464" y="5474161"/>
                      <a:pt x="4477894" y="5501594"/>
                    </a:cubicBezTo>
                    <a:cubicBezTo>
                      <a:pt x="4477702" y="5517215"/>
                      <a:pt x="4478273" y="5533027"/>
                      <a:pt x="4476560" y="5548460"/>
                    </a:cubicBezTo>
                    <a:cubicBezTo>
                      <a:pt x="4474273" y="5568842"/>
                      <a:pt x="4470844" y="5587321"/>
                      <a:pt x="4485703" y="5606372"/>
                    </a:cubicBezTo>
                    <a:cubicBezTo>
                      <a:pt x="4508755" y="5635711"/>
                      <a:pt x="4499801" y="5673050"/>
                      <a:pt x="4505134" y="5706959"/>
                    </a:cubicBezTo>
                    <a:cubicBezTo>
                      <a:pt x="4506468" y="5715723"/>
                      <a:pt x="4506659" y="5724678"/>
                      <a:pt x="4508183" y="5733440"/>
                    </a:cubicBezTo>
                    <a:cubicBezTo>
                      <a:pt x="4511041" y="5749634"/>
                      <a:pt x="4514279" y="5765635"/>
                      <a:pt x="4517519" y="5781830"/>
                    </a:cubicBezTo>
                    <a:cubicBezTo>
                      <a:pt x="4518089" y="5784686"/>
                      <a:pt x="4518281" y="5787924"/>
                      <a:pt x="4519234" y="5790592"/>
                    </a:cubicBezTo>
                    <a:cubicBezTo>
                      <a:pt x="4527233" y="5815169"/>
                      <a:pt x="4536378" y="5839361"/>
                      <a:pt x="4542855" y="5864318"/>
                    </a:cubicBezTo>
                    <a:cubicBezTo>
                      <a:pt x="4546095" y="5876511"/>
                      <a:pt x="4546476" y="5890037"/>
                      <a:pt x="4544759" y="5902610"/>
                    </a:cubicBezTo>
                    <a:cubicBezTo>
                      <a:pt x="4539808" y="5939377"/>
                      <a:pt x="4537712" y="5975764"/>
                      <a:pt x="4544951" y="6012723"/>
                    </a:cubicBezTo>
                    <a:cubicBezTo>
                      <a:pt x="4547808" y="6027392"/>
                      <a:pt x="4543045" y="6043776"/>
                      <a:pt x="4541332" y="6059397"/>
                    </a:cubicBezTo>
                    <a:cubicBezTo>
                      <a:pt x="4536759" y="6096736"/>
                      <a:pt x="4531805" y="6134075"/>
                      <a:pt x="4527426" y="6171605"/>
                    </a:cubicBezTo>
                    <a:cubicBezTo>
                      <a:pt x="4524758" y="6195037"/>
                      <a:pt x="4523234" y="6218660"/>
                      <a:pt x="4520568" y="6242093"/>
                    </a:cubicBezTo>
                    <a:cubicBezTo>
                      <a:pt x="4517327" y="6269144"/>
                      <a:pt x="4512375" y="6296005"/>
                      <a:pt x="4509706" y="6323058"/>
                    </a:cubicBezTo>
                    <a:cubicBezTo>
                      <a:pt x="4506659" y="6353919"/>
                      <a:pt x="4506089" y="6384972"/>
                      <a:pt x="4502848" y="6415833"/>
                    </a:cubicBezTo>
                    <a:cubicBezTo>
                      <a:pt x="4496563" y="6472225"/>
                      <a:pt x="4489132" y="6528424"/>
                      <a:pt x="4482084" y="6584812"/>
                    </a:cubicBezTo>
                    <a:cubicBezTo>
                      <a:pt x="4475226" y="6639488"/>
                      <a:pt x="4469129" y="6694164"/>
                      <a:pt x="4460557" y="6748458"/>
                    </a:cubicBezTo>
                    <a:cubicBezTo>
                      <a:pt x="4456937" y="6771319"/>
                      <a:pt x="4447030" y="6793035"/>
                      <a:pt x="4441507" y="6815516"/>
                    </a:cubicBezTo>
                    <a:lnTo>
                      <a:pt x="4431806" y="6858001"/>
                    </a:lnTo>
                    <a:lnTo>
                      <a:pt x="4259554" y="6858001"/>
                    </a:lnTo>
                    <a:lnTo>
                      <a:pt x="4259554" y="6858002"/>
                    </a:lnTo>
                    <a:lnTo>
                      <a:pt x="0" y="6858002"/>
                    </a:lnTo>
                    <a:lnTo>
                      <a:pt x="0" y="2"/>
                    </a:lnTo>
                    <a:lnTo>
                      <a:pt x="3766492" y="1"/>
                    </a:lnTo>
                    <a:lnTo>
                      <a:pt x="3769210" y="21486"/>
                    </a:lnTo>
                    <a:close/>
                  </a:path>
                </a:pathLst>
              </a:custGeom>
              <a:solidFill>
                <a:schemeClr val="tx1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D56F11D0-7966-41FE-AAB9-EC0C54F11F6E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SpPr>
            <p:spPr>
              <a:xfrm>
                <a:off x="-2" y="-1"/>
                <a:ext cx="4572002" cy="6858002"/>
              </a:xfrm>
              <a:custGeom>
                <a:avLst/>
                <a:gdLst>
                  <a:gd name="connsiteX0" fmla="*/ 4214994 w 4572002"/>
                  <a:gd name="connsiteY0" fmla="*/ 6564620 h 6858002"/>
                  <a:gd name="connsiteX1" fmla="*/ 4214994 w 4572002"/>
                  <a:gd name="connsiteY1" fmla="*/ 6564621 h 6858002"/>
                  <a:gd name="connsiteX2" fmla="*/ 4237474 w 4572002"/>
                  <a:gd name="connsiteY2" fmla="*/ 6588626 h 6858002"/>
                  <a:gd name="connsiteX3" fmla="*/ 4254096 w 4572002"/>
                  <a:gd name="connsiteY3" fmla="*/ 6625225 h 6858002"/>
                  <a:gd name="connsiteX4" fmla="*/ 4247001 w 4572002"/>
                  <a:gd name="connsiteY4" fmla="*/ 6662540 h 6858002"/>
                  <a:gd name="connsiteX5" fmla="*/ 4247000 w 4572002"/>
                  <a:gd name="connsiteY5" fmla="*/ 6662541 h 6858002"/>
                  <a:gd name="connsiteX6" fmla="*/ 4246999 w 4572002"/>
                  <a:gd name="connsiteY6" fmla="*/ 6662544 h 6858002"/>
                  <a:gd name="connsiteX7" fmla="*/ 4235550 w 4572002"/>
                  <a:gd name="connsiteY7" fmla="*/ 6683027 h 6858002"/>
                  <a:gd name="connsiteX8" fmla="*/ 4232403 w 4572002"/>
                  <a:gd name="connsiteY8" fmla="*/ 6702976 h 6858002"/>
                  <a:gd name="connsiteX9" fmla="*/ 4232403 w 4572002"/>
                  <a:gd name="connsiteY9" fmla="*/ 6702977 h 6858002"/>
                  <a:gd name="connsiteX10" fmla="*/ 4246238 w 4572002"/>
                  <a:gd name="connsiteY10" fmla="*/ 6742553 h 6858002"/>
                  <a:gd name="connsiteX11" fmla="*/ 4246239 w 4572002"/>
                  <a:gd name="connsiteY11" fmla="*/ 6742555 h 6858002"/>
                  <a:gd name="connsiteX12" fmla="*/ 4265716 w 4572002"/>
                  <a:gd name="connsiteY12" fmla="*/ 6812062 h 6858002"/>
                  <a:gd name="connsiteX13" fmla="*/ 4265717 w 4572002"/>
                  <a:gd name="connsiteY13" fmla="*/ 6812064 h 6858002"/>
                  <a:gd name="connsiteX14" fmla="*/ 4265717 w 4572002"/>
                  <a:gd name="connsiteY14" fmla="*/ 6812063 h 6858002"/>
                  <a:gd name="connsiteX15" fmla="*/ 4265716 w 4572002"/>
                  <a:gd name="connsiteY15" fmla="*/ 6812062 h 6858002"/>
                  <a:gd name="connsiteX16" fmla="*/ 4260942 w 4572002"/>
                  <a:gd name="connsiteY16" fmla="*/ 6776800 h 6858002"/>
                  <a:gd name="connsiteX17" fmla="*/ 4246239 w 4572002"/>
                  <a:gd name="connsiteY17" fmla="*/ 6742555 h 6858002"/>
                  <a:gd name="connsiteX18" fmla="*/ 4246238 w 4572002"/>
                  <a:gd name="connsiteY18" fmla="*/ 6742552 h 6858002"/>
                  <a:gd name="connsiteX19" fmla="*/ 4232403 w 4572002"/>
                  <a:gd name="connsiteY19" fmla="*/ 6702976 h 6858002"/>
                  <a:gd name="connsiteX20" fmla="*/ 4246999 w 4572002"/>
                  <a:gd name="connsiteY20" fmla="*/ 6662544 h 6858002"/>
                  <a:gd name="connsiteX21" fmla="*/ 4247000 w 4572002"/>
                  <a:gd name="connsiteY21" fmla="*/ 6662542 h 6858002"/>
                  <a:gd name="connsiteX22" fmla="*/ 4247001 w 4572002"/>
                  <a:gd name="connsiteY22" fmla="*/ 6662540 h 6858002"/>
                  <a:gd name="connsiteX23" fmla="*/ 4254084 w 4572002"/>
                  <a:gd name="connsiteY23" fmla="*/ 6645552 h 6858002"/>
                  <a:gd name="connsiteX24" fmla="*/ 4254096 w 4572002"/>
                  <a:gd name="connsiteY24" fmla="*/ 6625225 h 6858002"/>
                  <a:gd name="connsiteX25" fmla="*/ 4254096 w 4572002"/>
                  <a:gd name="connsiteY25" fmla="*/ 6625224 h 6858002"/>
                  <a:gd name="connsiteX26" fmla="*/ 4237474 w 4572002"/>
                  <a:gd name="connsiteY26" fmla="*/ 6588625 h 6858002"/>
                  <a:gd name="connsiteX27" fmla="*/ 4295315 w 4572002"/>
                  <a:gd name="connsiteY27" fmla="*/ 6438981 h 6858002"/>
                  <a:gd name="connsiteX28" fmla="*/ 4275385 w 4572002"/>
                  <a:gd name="connsiteY28" fmla="*/ 6463840 h 6858002"/>
                  <a:gd name="connsiteX29" fmla="*/ 4275382 w 4572002"/>
                  <a:gd name="connsiteY29" fmla="*/ 6463849 h 6858002"/>
                  <a:gd name="connsiteX30" fmla="*/ 4261587 w 4572002"/>
                  <a:gd name="connsiteY30" fmla="*/ 6513012 h 6858002"/>
                  <a:gd name="connsiteX31" fmla="*/ 4242781 w 4572002"/>
                  <a:gd name="connsiteY31" fmla="*/ 6546194 h 6858002"/>
                  <a:gd name="connsiteX32" fmla="*/ 4242781 w 4572002"/>
                  <a:gd name="connsiteY32" fmla="*/ 6546195 h 6858002"/>
                  <a:gd name="connsiteX33" fmla="*/ 4259120 w 4572002"/>
                  <a:gd name="connsiteY33" fmla="*/ 6521804 h 6858002"/>
                  <a:gd name="connsiteX34" fmla="*/ 4261587 w 4572002"/>
                  <a:gd name="connsiteY34" fmla="*/ 6513012 h 6858002"/>
                  <a:gd name="connsiteX35" fmla="*/ 4264398 w 4572002"/>
                  <a:gd name="connsiteY35" fmla="*/ 6508052 h 6858002"/>
                  <a:gd name="connsiteX36" fmla="*/ 4275382 w 4572002"/>
                  <a:gd name="connsiteY36" fmla="*/ 6463849 h 6858002"/>
                  <a:gd name="connsiteX37" fmla="*/ 4275385 w 4572002"/>
                  <a:gd name="connsiteY37" fmla="*/ 6463841 h 6858002"/>
                  <a:gd name="connsiteX38" fmla="*/ 4295315 w 4572002"/>
                  <a:gd name="connsiteY38" fmla="*/ 6438981 h 6858002"/>
                  <a:gd name="connsiteX39" fmla="*/ 4381289 w 4572002"/>
                  <a:gd name="connsiteY39" fmla="*/ 6365204 h 6858002"/>
                  <a:gd name="connsiteX40" fmla="*/ 4380008 w 4572002"/>
                  <a:gd name="connsiteY40" fmla="*/ 6387910 h 6858002"/>
                  <a:gd name="connsiteX41" fmla="*/ 4378243 w 4572002"/>
                  <a:gd name="connsiteY41" fmla="*/ 6391549 h 6858002"/>
                  <a:gd name="connsiteX42" fmla="*/ 4370589 w 4572002"/>
                  <a:gd name="connsiteY42" fmla="*/ 6407332 h 6858002"/>
                  <a:gd name="connsiteX43" fmla="*/ 4370589 w 4572002"/>
                  <a:gd name="connsiteY43" fmla="*/ 6407333 h 6858002"/>
                  <a:gd name="connsiteX44" fmla="*/ 4378243 w 4572002"/>
                  <a:gd name="connsiteY44" fmla="*/ 6391549 h 6858002"/>
                  <a:gd name="connsiteX45" fmla="*/ 4380008 w 4572002"/>
                  <a:gd name="connsiteY45" fmla="*/ 6387910 h 6858002"/>
                  <a:gd name="connsiteX46" fmla="*/ 4142220 w 4572002"/>
                  <a:gd name="connsiteY46" fmla="*/ 4221391 h 6858002"/>
                  <a:gd name="connsiteX47" fmla="*/ 4142220 w 4572002"/>
                  <a:gd name="connsiteY47" fmla="*/ 4221392 h 6858002"/>
                  <a:gd name="connsiteX48" fmla="*/ 4147936 w 4572002"/>
                  <a:gd name="connsiteY48" fmla="*/ 4253015 h 6858002"/>
                  <a:gd name="connsiteX49" fmla="*/ 4187752 w 4572002"/>
                  <a:gd name="connsiteY49" fmla="*/ 4324646 h 6858002"/>
                  <a:gd name="connsiteX50" fmla="*/ 4196706 w 4572002"/>
                  <a:gd name="connsiteY50" fmla="*/ 4363891 h 6858002"/>
                  <a:gd name="connsiteX51" fmla="*/ 4195944 w 4572002"/>
                  <a:gd name="connsiteY51" fmla="*/ 4482004 h 6858002"/>
                  <a:gd name="connsiteX52" fmla="*/ 4135934 w 4572002"/>
                  <a:gd name="connsiteY52" fmla="*/ 4659174 h 6858002"/>
                  <a:gd name="connsiteX53" fmla="*/ 4127932 w 4572002"/>
                  <a:gd name="connsiteY53" fmla="*/ 4677655 h 6858002"/>
                  <a:gd name="connsiteX54" fmla="*/ 4118025 w 4572002"/>
                  <a:gd name="connsiteY54" fmla="*/ 4767764 h 6858002"/>
                  <a:gd name="connsiteX55" fmla="*/ 4116716 w 4572002"/>
                  <a:gd name="connsiteY55" fmla="*/ 4800483 h 6858002"/>
                  <a:gd name="connsiteX56" fmla="*/ 4116716 w 4572002"/>
                  <a:gd name="connsiteY56" fmla="*/ 4800484 h 6858002"/>
                  <a:gd name="connsiteX57" fmla="*/ 4131552 w 4572002"/>
                  <a:gd name="connsiteY57" fmla="*/ 4828917 h 6858002"/>
                  <a:gd name="connsiteX58" fmla="*/ 4153733 w 4572002"/>
                  <a:gd name="connsiteY58" fmla="*/ 4863343 h 6858002"/>
                  <a:gd name="connsiteX59" fmla="*/ 4161262 w 4572002"/>
                  <a:gd name="connsiteY59" fmla="*/ 4889275 h 6858002"/>
                  <a:gd name="connsiteX60" fmla="*/ 4159557 w 4572002"/>
                  <a:gd name="connsiteY60" fmla="*/ 4912168 h 6858002"/>
                  <a:gd name="connsiteX61" fmla="*/ 4158155 w 4572002"/>
                  <a:gd name="connsiteY61" fmla="*/ 4933804 h 6858002"/>
                  <a:gd name="connsiteX62" fmla="*/ 4158155 w 4572002"/>
                  <a:gd name="connsiteY62" fmla="*/ 4933805 h 6858002"/>
                  <a:gd name="connsiteX63" fmla="*/ 4162914 w 4572002"/>
                  <a:gd name="connsiteY63" fmla="*/ 4952673 h 6858002"/>
                  <a:gd name="connsiteX64" fmla="*/ 4165707 w 4572002"/>
                  <a:gd name="connsiteY64" fmla="*/ 4957454 h 6858002"/>
                  <a:gd name="connsiteX65" fmla="*/ 4166985 w 4572002"/>
                  <a:gd name="connsiteY65" fmla="*/ 4961456 h 6858002"/>
                  <a:gd name="connsiteX66" fmla="*/ 4182989 w 4572002"/>
                  <a:gd name="connsiteY66" fmla="*/ 4987038 h 6858002"/>
                  <a:gd name="connsiteX67" fmla="*/ 4209468 w 4572002"/>
                  <a:gd name="connsiteY67" fmla="*/ 5041522 h 6858002"/>
                  <a:gd name="connsiteX68" fmla="*/ 4216684 w 4572002"/>
                  <a:gd name="connsiteY68" fmla="*/ 5072376 h 6858002"/>
                  <a:gd name="connsiteX69" fmla="*/ 4222587 w 4572002"/>
                  <a:gd name="connsiteY69" fmla="*/ 5087441 h 6858002"/>
                  <a:gd name="connsiteX70" fmla="*/ 4235615 w 4572002"/>
                  <a:gd name="connsiteY70" fmla="*/ 5133220 h 6858002"/>
                  <a:gd name="connsiteX71" fmla="*/ 4235616 w 4572002"/>
                  <a:gd name="connsiteY71" fmla="*/ 5133225 h 6858002"/>
                  <a:gd name="connsiteX72" fmla="*/ 4228901 w 4572002"/>
                  <a:gd name="connsiteY72" fmla="*/ 5166113 h 6858002"/>
                  <a:gd name="connsiteX73" fmla="*/ 4228901 w 4572002"/>
                  <a:gd name="connsiteY73" fmla="*/ 5166114 h 6858002"/>
                  <a:gd name="connsiteX74" fmla="*/ 4229593 w 4572002"/>
                  <a:gd name="connsiteY74" fmla="*/ 5172091 h 6858002"/>
                  <a:gd name="connsiteX75" fmla="*/ 4232139 w 4572002"/>
                  <a:gd name="connsiteY75" fmla="*/ 5179068 h 6858002"/>
                  <a:gd name="connsiteX76" fmla="*/ 4231973 w 4572002"/>
                  <a:gd name="connsiteY76" fmla="*/ 5229434 h 6858002"/>
                  <a:gd name="connsiteX77" fmla="*/ 4225669 w 4572002"/>
                  <a:gd name="connsiteY77" fmla="*/ 5241089 h 6858002"/>
                  <a:gd name="connsiteX78" fmla="*/ 4208517 w 4572002"/>
                  <a:gd name="connsiteY78" fmla="*/ 5272796 h 6858002"/>
                  <a:gd name="connsiteX79" fmla="*/ 4184613 w 4572002"/>
                  <a:gd name="connsiteY79" fmla="*/ 5312288 h 6858002"/>
                  <a:gd name="connsiteX80" fmla="*/ 4183557 w 4572002"/>
                  <a:gd name="connsiteY80" fmla="*/ 5321350 h 6858002"/>
                  <a:gd name="connsiteX81" fmla="*/ 4181083 w 4572002"/>
                  <a:gd name="connsiteY81" fmla="*/ 5326163 h 6858002"/>
                  <a:gd name="connsiteX82" fmla="*/ 4179637 w 4572002"/>
                  <a:gd name="connsiteY82" fmla="*/ 5355014 h 6858002"/>
                  <a:gd name="connsiteX83" fmla="*/ 4179637 w 4572002"/>
                  <a:gd name="connsiteY83" fmla="*/ 5355015 h 6858002"/>
                  <a:gd name="connsiteX84" fmla="*/ 4184513 w 4572002"/>
                  <a:gd name="connsiteY84" fmla="*/ 5385385 h 6858002"/>
                  <a:gd name="connsiteX85" fmla="*/ 4192704 w 4572002"/>
                  <a:gd name="connsiteY85" fmla="*/ 5425583 h 6858002"/>
                  <a:gd name="connsiteX86" fmla="*/ 4204327 w 4572002"/>
                  <a:gd name="connsiteY86" fmla="*/ 5480638 h 6858002"/>
                  <a:gd name="connsiteX87" fmla="*/ 4208850 w 4572002"/>
                  <a:gd name="connsiteY87" fmla="*/ 5507668 h 6858002"/>
                  <a:gd name="connsiteX88" fmla="*/ 4198232 w 4572002"/>
                  <a:gd name="connsiteY88" fmla="*/ 5531692 h 6858002"/>
                  <a:gd name="connsiteX89" fmla="*/ 4198231 w 4572002"/>
                  <a:gd name="connsiteY89" fmla="*/ 5531693 h 6858002"/>
                  <a:gd name="connsiteX90" fmla="*/ 4188085 w 4572002"/>
                  <a:gd name="connsiteY90" fmla="*/ 5547578 h 6858002"/>
                  <a:gd name="connsiteX91" fmla="*/ 4188085 w 4572002"/>
                  <a:gd name="connsiteY91" fmla="*/ 5547579 h 6858002"/>
                  <a:gd name="connsiteX92" fmla="*/ 4197659 w 4572002"/>
                  <a:gd name="connsiteY92" fmla="*/ 5562747 h 6858002"/>
                  <a:gd name="connsiteX93" fmla="*/ 4268907 w 4572002"/>
                  <a:gd name="connsiteY93" fmla="*/ 5704484 h 6858002"/>
                  <a:gd name="connsiteX94" fmla="*/ 4274812 w 4572002"/>
                  <a:gd name="connsiteY94" fmla="*/ 5740489 h 6858002"/>
                  <a:gd name="connsiteX95" fmla="*/ 4283578 w 4572002"/>
                  <a:gd name="connsiteY95" fmla="*/ 5760874 h 6858002"/>
                  <a:gd name="connsiteX96" fmla="*/ 4371973 w 4572002"/>
                  <a:gd name="connsiteY96" fmla="*/ 5883752 h 6858002"/>
                  <a:gd name="connsiteX97" fmla="*/ 4371974 w 4572002"/>
                  <a:gd name="connsiteY97" fmla="*/ 5883757 h 6858002"/>
                  <a:gd name="connsiteX98" fmla="*/ 4389877 w 4572002"/>
                  <a:gd name="connsiteY98" fmla="*/ 5935946 h 6858002"/>
                  <a:gd name="connsiteX99" fmla="*/ 4389878 w 4572002"/>
                  <a:gd name="connsiteY99" fmla="*/ 5935950 h 6858002"/>
                  <a:gd name="connsiteX100" fmla="*/ 4386259 w 4572002"/>
                  <a:gd name="connsiteY100" fmla="*/ 5993290 h 6858002"/>
                  <a:gd name="connsiteX101" fmla="*/ 4386259 w 4572002"/>
                  <a:gd name="connsiteY101" fmla="*/ 5993291 h 6858002"/>
                  <a:gd name="connsiteX102" fmla="*/ 4379782 w 4572002"/>
                  <a:gd name="connsiteY102" fmla="*/ 6026440 h 6858002"/>
                  <a:gd name="connsiteX103" fmla="*/ 4323583 w 4572002"/>
                  <a:gd name="connsiteY103" fmla="*/ 6108738 h 6858002"/>
                  <a:gd name="connsiteX104" fmla="*/ 4309890 w 4572002"/>
                  <a:gd name="connsiteY104" fmla="*/ 6133314 h 6858002"/>
                  <a:gd name="connsiteX105" fmla="*/ 4309890 w 4572002"/>
                  <a:gd name="connsiteY105" fmla="*/ 6133315 h 6858002"/>
                  <a:gd name="connsiteX106" fmla="*/ 4313591 w 4572002"/>
                  <a:gd name="connsiteY106" fmla="*/ 6143190 h 6858002"/>
                  <a:gd name="connsiteX107" fmla="*/ 4325486 w 4572002"/>
                  <a:gd name="connsiteY107" fmla="*/ 6155600 h 6858002"/>
                  <a:gd name="connsiteX108" fmla="*/ 4325488 w 4572002"/>
                  <a:gd name="connsiteY108" fmla="*/ 6155603 h 6858002"/>
                  <a:gd name="connsiteX109" fmla="*/ 4364160 w 4572002"/>
                  <a:gd name="connsiteY109" fmla="*/ 6228757 h 6858002"/>
                  <a:gd name="connsiteX110" fmla="*/ 4381497 w 4572002"/>
                  <a:gd name="connsiteY110" fmla="*/ 6361540 h 6858002"/>
                  <a:gd name="connsiteX111" fmla="*/ 4381497 w 4572002"/>
                  <a:gd name="connsiteY111" fmla="*/ 6361539 h 6858002"/>
                  <a:gd name="connsiteX112" fmla="*/ 4364160 w 4572002"/>
                  <a:gd name="connsiteY112" fmla="*/ 6228756 h 6858002"/>
                  <a:gd name="connsiteX113" fmla="*/ 4325488 w 4572002"/>
                  <a:gd name="connsiteY113" fmla="*/ 6155602 h 6858002"/>
                  <a:gd name="connsiteX114" fmla="*/ 4325486 w 4572002"/>
                  <a:gd name="connsiteY114" fmla="*/ 6155600 h 6858002"/>
                  <a:gd name="connsiteX115" fmla="*/ 4309890 w 4572002"/>
                  <a:gd name="connsiteY115" fmla="*/ 6133315 h 6858002"/>
                  <a:gd name="connsiteX116" fmla="*/ 4323583 w 4572002"/>
                  <a:gd name="connsiteY116" fmla="*/ 6108739 h 6858002"/>
                  <a:gd name="connsiteX117" fmla="*/ 4379782 w 4572002"/>
                  <a:gd name="connsiteY117" fmla="*/ 6026441 h 6858002"/>
                  <a:gd name="connsiteX118" fmla="*/ 4386259 w 4572002"/>
                  <a:gd name="connsiteY118" fmla="*/ 5993292 h 6858002"/>
                  <a:gd name="connsiteX119" fmla="*/ 4386259 w 4572002"/>
                  <a:gd name="connsiteY119" fmla="*/ 5993290 h 6858002"/>
                  <a:gd name="connsiteX120" fmla="*/ 4389712 w 4572002"/>
                  <a:gd name="connsiteY120" fmla="*/ 5964477 h 6858002"/>
                  <a:gd name="connsiteX121" fmla="*/ 4389878 w 4572002"/>
                  <a:gd name="connsiteY121" fmla="*/ 5935950 h 6858002"/>
                  <a:gd name="connsiteX122" fmla="*/ 4389878 w 4572002"/>
                  <a:gd name="connsiteY122" fmla="*/ 5935949 h 6858002"/>
                  <a:gd name="connsiteX123" fmla="*/ 4389877 w 4572002"/>
                  <a:gd name="connsiteY123" fmla="*/ 5935946 h 6858002"/>
                  <a:gd name="connsiteX124" fmla="*/ 4382997 w 4572002"/>
                  <a:gd name="connsiteY124" fmla="*/ 5909351 h 6858002"/>
                  <a:gd name="connsiteX125" fmla="*/ 4371974 w 4572002"/>
                  <a:gd name="connsiteY125" fmla="*/ 5883757 h 6858002"/>
                  <a:gd name="connsiteX126" fmla="*/ 4371973 w 4572002"/>
                  <a:gd name="connsiteY126" fmla="*/ 5883751 h 6858002"/>
                  <a:gd name="connsiteX127" fmla="*/ 4283578 w 4572002"/>
                  <a:gd name="connsiteY127" fmla="*/ 5760873 h 6858002"/>
                  <a:gd name="connsiteX128" fmla="*/ 4274812 w 4572002"/>
                  <a:gd name="connsiteY128" fmla="*/ 5740488 h 6858002"/>
                  <a:gd name="connsiteX129" fmla="*/ 4268907 w 4572002"/>
                  <a:gd name="connsiteY129" fmla="*/ 5704483 h 6858002"/>
                  <a:gd name="connsiteX130" fmla="*/ 4197659 w 4572002"/>
                  <a:gd name="connsiteY130" fmla="*/ 5562746 h 6858002"/>
                  <a:gd name="connsiteX131" fmla="*/ 4188085 w 4572002"/>
                  <a:gd name="connsiteY131" fmla="*/ 5547578 h 6858002"/>
                  <a:gd name="connsiteX132" fmla="*/ 4198231 w 4572002"/>
                  <a:gd name="connsiteY132" fmla="*/ 5531694 h 6858002"/>
                  <a:gd name="connsiteX133" fmla="*/ 4198232 w 4572002"/>
                  <a:gd name="connsiteY133" fmla="*/ 5531692 h 6858002"/>
                  <a:gd name="connsiteX134" fmla="*/ 4206630 w 4572002"/>
                  <a:gd name="connsiteY134" fmla="*/ 5520422 h 6858002"/>
                  <a:gd name="connsiteX135" fmla="*/ 4208850 w 4572002"/>
                  <a:gd name="connsiteY135" fmla="*/ 5507668 h 6858002"/>
                  <a:gd name="connsiteX136" fmla="*/ 4208850 w 4572002"/>
                  <a:gd name="connsiteY136" fmla="*/ 5507667 h 6858002"/>
                  <a:gd name="connsiteX137" fmla="*/ 4204327 w 4572002"/>
                  <a:gd name="connsiteY137" fmla="*/ 5480637 h 6858002"/>
                  <a:gd name="connsiteX138" fmla="*/ 4192704 w 4572002"/>
                  <a:gd name="connsiteY138" fmla="*/ 5425582 h 6858002"/>
                  <a:gd name="connsiteX139" fmla="*/ 4184513 w 4572002"/>
                  <a:gd name="connsiteY139" fmla="*/ 5385384 h 6858002"/>
                  <a:gd name="connsiteX140" fmla="*/ 4179637 w 4572002"/>
                  <a:gd name="connsiteY140" fmla="*/ 5355014 h 6858002"/>
                  <a:gd name="connsiteX141" fmla="*/ 4183557 w 4572002"/>
                  <a:gd name="connsiteY141" fmla="*/ 5321350 h 6858002"/>
                  <a:gd name="connsiteX142" fmla="*/ 4208517 w 4572002"/>
                  <a:gd name="connsiteY142" fmla="*/ 5272797 h 6858002"/>
                  <a:gd name="connsiteX143" fmla="*/ 4225669 w 4572002"/>
                  <a:gd name="connsiteY143" fmla="*/ 5241089 h 6858002"/>
                  <a:gd name="connsiteX144" fmla="*/ 4231973 w 4572002"/>
                  <a:gd name="connsiteY144" fmla="*/ 5229433 h 6858002"/>
                  <a:gd name="connsiteX145" fmla="*/ 4232139 w 4572002"/>
                  <a:gd name="connsiteY145" fmla="*/ 5179068 h 6858002"/>
                  <a:gd name="connsiteX146" fmla="*/ 4232139 w 4572002"/>
                  <a:gd name="connsiteY146" fmla="*/ 5179067 h 6858002"/>
                  <a:gd name="connsiteX147" fmla="*/ 4229593 w 4572002"/>
                  <a:gd name="connsiteY147" fmla="*/ 5172090 h 6858002"/>
                  <a:gd name="connsiteX148" fmla="*/ 4228901 w 4572002"/>
                  <a:gd name="connsiteY148" fmla="*/ 5166114 h 6858002"/>
                  <a:gd name="connsiteX149" fmla="*/ 4235616 w 4572002"/>
                  <a:gd name="connsiteY149" fmla="*/ 5133225 h 6858002"/>
                  <a:gd name="connsiteX150" fmla="*/ 4235616 w 4572002"/>
                  <a:gd name="connsiteY150" fmla="*/ 5133224 h 6858002"/>
                  <a:gd name="connsiteX151" fmla="*/ 4235615 w 4572002"/>
                  <a:gd name="connsiteY151" fmla="*/ 5133220 h 6858002"/>
                  <a:gd name="connsiteX152" fmla="*/ 4228473 w 4572002"/>
                  <a:gd name="connsiteY152" fmla="*/ 5102461 h 6858002"/>
                  <a:gd name="connsiteX153" fmla="*/ 4222587 w 4572002"/>
                  <a:gd name="connsiteY153" fmla="*/ 5087441 h 6858002"/>
                  <a:gd name="connsiteX154" fmla="*/ 4222582 w 4572002"/>
                  <a:gd name="connsiteY154" fmla="*/ 5087423 h 6858002"/>
                  <a:gd name="connsiteX155" fmla="*/ 4209468 w 4572002"/>
                  <a:gd name="connsiteY155" fmla="*/ 5041521 h 6858002"/>
                  <a:gd name="connsiteX156" fmla="*/ 4182989 w 4572002"/>
                  <a:gd name="connsiteY156" fmla="*/ 4987037 h 6858002"/>
                  <a:gd name="connsiteX157" fmla="*/ 4165707 w 4572002"/>
                  <a:gd name="connsiteY157" fmla="*/ 4957454 h 6858002"/>
                  <a:gd name="connsiteX158" fmla="*/ 4158155 w 4572002"/>
                  <a:gd name="connsiteY158" fmla="*/ 4933805 h 6858002"/>
                  <a:gd name="connsiteX159" fmla="*/ 4159557 w 4572002"/>
                  <a:gd name="connsiteY159" fmla="*/ 4912169 h 6858002"/>
                  <a:gd name="connsiteX160" fmla="*/ 4161262 w 4572002"/>
                  <a:gd name="connsiteY160" fmla="*/ 4889276 h 6858002"/>
                  <a:gd name="connsiteX161" fmla="*/ 4161262 w 4572002"/>
                  <a:gd name="connsiteY161" fmla="*/ 4889275 h 6858002"/>
                  <a:gd name="connsiteX162" fmla="*/ 4156484 w 4572002"/>
                  <a:gd name="connsiteY162" fmla="*/ 4867614 h 6858002"/>
                  <a:gd name="connsiteX163" fmla="*/ 4153733 w 4572002"/>
                  <a:gd name="connsiteY163" fmla="*/ 4863343 h 6858002"/>
                  <a:gd name="connsiteX164" fmla="*/ 4151983 w 4572002"/>
                  <a:gd name="connsiteY164" fmla="*/ 4857317 h 6858002"/>
                  <a:gd name="connsiteX165" fmla="*/ 4131552 w 4572002"/>
                  <a:gd name="connsiteY165" fmla="*/ 4828916 h 6858002"/>
                  <a:gd name="connsiteX166" fmla="*/ 4116716 w 4572002"/>
                  <a:gd name="connsiteY166" fmla="*/ 4800483 h 6858002"/>
                  <a:gd name="connsiteX167" fmla="*/ 4118025 w 4572002"/>
                  <a:gd name="connsiteY167" fmla="*/ 4767765 h 6858002"/>
                  <a:gd name="connsiteX168" fmla="*/ 4127932 w 4572002"/>
                  <a:gd name="connsiteY168" fmla="*/ 4677656 h 6858002"/>
                  <a:gd name="connsiteX169" fmla="*/ 4135934 w 4572002"/>
                  <a:gd name="connsiteY169" fmla="*/ 4659175 h 6858002"/>
                  <a:gd name="connsiteX170" fmla="*/ 4195944 w 4572002"/>
                  <a:gd name="connsiteY170" fmla="*/ 4482005 h 6858002"/>
                  <a:gd name="connsiteX171" fmla="*/ 4196706 w 4572002"/>
                  <a:gd name="connsiteY171" fmla="*/ 4363891 h 6858002"/>
                  <a:gd name="connsiteX172" fmla="*/ 4196706 w 4572002"/>
                  <a:gd name="connsiteY172" fmla="*/ 4363890 h 6858002"/>
                  <a:gd name="connsiteX173" fmla="*/ 4187752 w 4572002"/>
                  <a:gd name="connsiteY173" fmla="*/ 4324645 h 6858002"/>
                  <a:gd name="connsiteX174" fmla="*/ 4147936 w 4572002"/>
                  <a:gd name="connsiteY174" fmla="*/ 4253014 h 6858002"/>
                  <a:gd name="connsiteX175" fmla="*/ 4211111 w 4572002"/>
                  <a:gd name="connsiteY175" fmla="*/ 2836172 h 6858002"/>
                  <a:gd name="connsiteX176" fmla="*/ 4202421 w 4572002"/>
                  <a:gd name="connsiteY176" fmla="*/ 2848793 h 6858002"/>
                  <a:gd name="connsiteX177" fmla="*/ 4186816 w 4572002"/>
                  <a:gd name="connsiteY177" fmla="*/ 2897785 h 6858002"/>
                  <a:gd name="connsiteX178" fmla="*/ 4185787 w 4572002"/>
                  <a:gd name="connsiteY178" fmla="*/ 2903551 h 6858002"/>
                  <a:gd name="connsiteX179" fmla="*/ 4182513 w 4572002"/>
                  <a:gd name="connsiteY179" fmla="*/ 2914328 h 6858002"/>
                  <a:gd name="connsiteX180" fmla="*/ 4177882 w 4572002"/>
                  <a:gd name="connsiteY180" fmla="*/ 2947858 h 6858002"/>
                  <a:gd name="connsiteX181" fmla="*/ 4177881 w 4572002"/>
                  <a:gd name="connsiteY181" fmla="*/ 2947862 h 6858002"/>
                  <a:gd name="connsiteX182" fmla="*/ 4177881 w 4572002"/>
                  <a:gd name="connsiteY182" fmla="*/ 2947863 h 6858002"/>
                  <a:gd name="connsiteX183" fmla="*/ 4181465 w 4572002"/>
                  <a:gd name="connsiteY183" fmla="*/ 2982149 h 6858002"/>
                  <a:gd name="connsiteX184" fmla="*/ 4193158 w 4572002"/>
                  <a:gd name="connsiteY184" fmla="*/ 3077402 h 6858002"/>
                  <a:gd name="connsiteX185" fmla="*/ 4180703 w 4572002"/>
                  <a:gd name="connsiteY185" fmla="*/ 3172654 h 6858002"/>
                  <a:gd name="connsiteX186" fmla="*/ 4133076 w 4572002"/>
                  <a:gd name="connsiteY186" fmla="*/ 3489467 h 6858002"/>
                  <a:gd name="connsiteX187" fmla="*/ 4110977 w 4572002"/>
                  <a:gd name="connsiteY187" fmla="*/ 3544713 h 6858002"/>
                  <a:gd name="connsiteX188" fmla="*/ 4093355 w 4572002"/>
                  <a:gd name="connsiteY188" fmla="*/ 3574408 h 6858002"/>
                  <a:gd name="connsiteX189" fmla="*/ 4093355 w 4572002"/>
                  <a:gd name="connsiteY189" fmla="*/ 3574409 h 6858002"/>
                  <a:gd name="connsiteX190" fmla="*/ 4105453 w 4572002"/>
                  <a:gd name="connsiteY190" fmla="*/ 3606818 h 6858002"/>
                  <a:gd name="connsiteX191" fmla="*/ 4118979 w 4572002"/>
                  <a:gd name="connsiteY191" fmla="*/ 3630633 h 6858002"/>
                  <a:gd name="connsiteX192" fmla="*/ 4136708 w 4572002"/>
                  <a:gd name="connsiteY192" fmla="*/ 3654416 h 6858002"/>
                  <a:gd name="connsiteX193" fmla="*/ 4140382 w 4572002"/>
                  <a:gd name="connsiteY193" fmla="*/ 3668940 h 6858002"/>
                  <a:gd name="connsiteX194" fmla="*/ 4143220 w 4572002"/>
                  <a:gd name="connsiteY194" fmla="*/ 3680164 h 6858002"/>
                  <a:gd name="connsiteX195" fmla="*/ 4139172 w 4572002"/>
                  <a:gd name="connsiteY195" fmla="*/ 3734837 h 6858002"/>
                  <a:gd name="connsiteX196" fmla="*/ 4139172 w 4572002"/>
                  <a:gd name="connsiteY196" fmla="*/ 3734838 h 6858002"/>
                  <a:gd name="connsiteX197" fmla="*/ 4139554 w 4572002"/>
                  <a:gd name="connsiteY197" fmla="*/ 3754653 h 6858002"/>
                  <a:gd name="connsiteX198" fmla="*/ 4145911 w 4572002"/>
                  <a:gd name="connsiteY198" fmla="*/ 3789776 h 6858002"/>
                  <a:gd name="connsiteX199" fmla="*/ 4130980 w 4572002"/>
                  <a:gd name="connsiteY199" fmla="*/ 3822472 h 6858002"/>
                  <a:gd name="connsiteX200" fmla="*/ 4116645 w 4572002"/>
                  <a:gd name="connsiteY200" fmla="*/ 3852619 h 6858002"/>
                  <a:gd name="connsiteX201" fmla="*/ 4116645 w 4572002"/>
                  <a:gd name="connsiteY201" fmla="*/ 3852620 h 6858002"/>
                  <a:gd name="connsiteX202" fmla="*/ 4117425 w 4572002"/>
                  <a:gd name="connsiteY202" fmla="*/ 3868764 h 6858002"/>
                  <a:gd name="connsiteX203" fmla="*/ 4126028 w 4572002"/>
                  <a:gd name="connsiteY203" fmla="*/ 3885337 h 6858002"/>
                  <a:gd name="connsiteX204" fmla="*/ 4126028 w 4572002"/>
                  <a:gd name="connsiteY204" fmla="*/ 3885339 h 6858002"/>
                  <a:gd name="connsiteX205" fmla="*/ 4148409 w 4572002"/>
                  <a:gd name="connsiteY205" fmla="*/ 3923125 h 6858002"/>
                  <a:gd name="connsiteX206" fmla="*/ 4157913 w 4572002"/>
                  <a:gd name="connsiteY206" fmla="*/ 3962160 h 6858002"/>
                  <a:gd name="connsiteX207" fmla="*/ 4142221 w 4572002"/>
                  <a:gd name="connsiteY207" fmla="*/ 4043838 h 6858002"/>
                  <a:gd name="connsiteX208" fmla="*/ 4142220 w 4572002"/>
                  <a:gd name="connsiteY208" fmla="*/ 4043839 h 6858002"/>
                  <a:gd name="connsiteX209" fmla="*/ 4127099 w 4572002"/>
                  <a:gd name="connsiteY209" fmla="*/ 4103825 h 6858002"/>
                  <a:gd name="connsiteX210" fmla="*/ 4127099 w 4572002"/>
                  <a:gd name="connsiteY210" fmla="*/ 4103826 h 6858002"/>
                  <a:gd name="connsiteX211" fmla="*/ 4129066 w 4572002"/>
                  <a:gd name="connsiteY211" fmla="*/ 4134256 h 6858002"/>
                  <a:gd name="connsiteX212" fmla="*/ 4138410 w 4572002"/>
                  <a:gd name="connsiteY212" fmla="*/ 4165382 h 6858002"/>
                  <a:gd name="connsiteX213" fmla="*/ 4138410 w 4572002"/>
                  <a:gd name="connsiteY213" fmla="*/ 4165384 h 6858002"/>
                  <a:gd name="connsiteX214" fmla="*/ 4142315 w 4572002"/>
                  <a:gd name="connsiteY214" fmla="*/ 4192388 h 6858002"/>
                  <a:gd name="connsiteX215" fmla="*/ 4142315 w 4572002"/>
                  <a:gd name="connsiteY215" fmla="*/ 4192387 h 6858002"/>
                  <a:gd name="connsiteX216" fmla="*/ 4138410 w 4572002"/>
                  <a:gd name="connsiteY216" fmla="*/ 4165383 h 6858002"/>
                  <a:gd name="connsiteX217" fmla="*/ 4138410 w 4572002"/>
                  <a:gd name="connsiteY217" fmla="*/ 4165382 h 6858002"/>
                  <a:gd name="connsiteX218" fmla="*/ 4127099 w 4572002"/>
                  <a:gd name="connsiteY218" fmla="*/ 4103826 h 6858002"/>
                  <a:gd name="connsiteX219" fmla="*/ 4142220 w 4572002"/>
                  <a:gd name="connsiteY219" fmla="*/ 4043840 h 6858002"/>
                  <a:gd name="connsiteX220" fmla="*/ 4142221 w 4572002"/>
                  <a:gd name="connsiteY220" fmla="*/ 4043838 h 6858002"/>
                  <a:gd name="connsiteX221" fmla="*/ 4155523 w 4572002"/>
                  <a:gd name="connsiteY221" fmla="*/ 4002410 h 6858002"/>
                  <a:gd name="connsiteX222" fmla="*/ 4157913 w 4572002"/>
                  <a:gd name="connsiteY222" fmla="*/ 3962160 h 6858002"/>
                  <a:gd name="connsiteX223" fmla="*/ 4157913 w 4572002"/>
                  <a:gd name="connsiteY223" fmla="*/ 3962159 h 6858002"/>
                  <a:gd name="connsiteX224" fmla="*/ 4126028 w 4572002"/>
                  <a:gd name="connsiteY224" fmla="*/ 3885338 h 6858002"/>
                  <a:gd name="connsiteX225" fmla="*/ 4126028 w 4572002"/>
                  <a:gd name="connsiteY225" fmla="*/ 3885337 h 6858002"/>
                  <a:gd name="connsiteX226" fmla="*/ 4116645 w 4572002"/>
                  <a:gd name="connsiteY226" fmla="*/ 3852620 h 6858002"/>
                  <a:gd name="connsiteX227" fmla="*/ 4130980 w 4572002"/>
                  <a:gd name="connsiteY227" fmla="*/ 3822473 h 6858002"/>
                  <a:gd name="connsiteX228" fmla="*/ 4145911 w 4572002"/>
                  <a:gd name="connsiteY228" fmla="*/ 3789777 h 6858002"/>
                  <a:gd name="connsiteX229" fmla="*/ 4145911 w 4572002"/>
                  <a:gd name="connsiteY229" fmla="*/ 3789776 h 6858002"/>
                  <a:gd name="connsiteX230" fmla="*/ 4139554 w 4572002"/>
                  <a:gd name="connsiteY230" fmla="*/ 3754652 h 6858002"/>
                  <a:gd name="connsiteX231" fmla="*/ 4139172 w 4572002"/>
                  <a:gd name="connsiteY231" fmla="*/ 3734838 h 6858002"/>
                  <a:gd name="connsiteX232" fmla="*/ 4143220 w 4572002"/>
                  <a:gd name="connsiteY232" fmla="*/ 3680164 h 6858002"/>
                  <a:gd name="connsiteX233" fmla="*/ 4143220 w 4572002"/>
                  <a:gd name="connsiteY233" fmla="*/ 3680163 h 6858002"/>
                  <a:gd name="connsiteX234" fmla="*/ 4140382 w 4572002"/>
                  <a:gd name="connsiteY234" fmla="*/ 3668940 h 6858002"/>
                  <a:gd name="connsiteX235" fmla="*/ 4136708 w 4572002"/>
                  <a:gd name="connsiteY235" fmla="*/ 3654416 h 6858002"/>
                  <a:gd name="connsiteX236" fmla="*/ 4136708 w 4572002"/>
                  <a:gd name="connsiteY236" fmla="*/ 3654416 h 6858002"/>
                  <a:gd name="connsiteX237" fmla="*/ 4136708 w 4572002"/>
                  <a:gd name="connsiteY237" fmla="*/ 3654415 h 6858002"/>
                  <a:gd name="connsiteX238" fmla="*/ 4118979 w 4572002"/>
                  <a:gd name="connsiteY238" fmla="*/ 3630632 h 6858002"/>
                  <a:gd name="connsiteX239" fmla="*/ 4105453 w 4572002"/>
                  <a:gd name="connsiteY239" fmla="*/ 3606817 h 6858002"/>
                  <a:gd name="connsiteX240" fmla="*/ 4095707 w 4572002"/>
                  <a:gd name="connsiteY240" fmla="*/ 3587174 h 6858002"/>
                  <a:gd name="connsiteX241" fmla="*/ 4093355 w 4572002"/>
                  <a:gd name="connsiteY241" fmla="*/ 3574408 h 6858002"/>
                  <a:gd name="connsiteX242" fmla="*/ 4098434 w 4572002"/>
                  <a:gd name="connsiteY242" fmla="*/ 3562321 h 6858002"/>
                  <a:gd name="connsiteX243" fmla="*/ 4110977 w 4572002"/>
                  <a:gd name="connsiteY243" fmla="*/ 3544714 h 6858002"/>
                  <a:gd name="connsiteX244" fmla="*/ 4133076 w 4572002"/>
                  <a:gd name="connsiteY244" fmla="*/ 3489468 h 6858002"/>
                  <a:gd name="connsiteX245" fmla="*/ 4180703 w 4572002"/>
                  <a:gd name="connsiteY245" fmla="*/ 3172655 h 6858002"/>
                  <a:gd name="connsiteX246" fmla="*/ 4193158 w 4572002"/>
                  <a:gd name="connsiteY246" fmla="*/ 3077402 h 6858002"/>
                  <a:gd name="connsiteX247" fmla="*/ 4193158 w 4572002"/>
                  <a:gd name="connsiteY247" fmla="*/ 3077401 h 6858002"/>
                  <a:gd name="connsiteX248" fmla="*/ 4181465 w 4572002"/>
                  <a:gd name="connsiteY248" fmla="*/ 2982148 h 6858002"/>
                  <a:gd name="connsiteX249" fmla="*/ 4177881 w 4572002"/>
                  <a:gd name="connsiteY249" fmla="*/ 2947863 h 6858002"/>
                  <a:gd name="connsiteX250" fmla="*/ 4177882 w 4572002"/>
                  <a:gd name="connsiteY250" fmla="*/ 2947858 h 6858002"/>
                  <a:gd name="connsiteX251" fmla="*/ 4185787 w 4572002"/>
                  <a:gd name="connsiteY251" fmla="*/ 2903551 h 6858002"/>
                  <a:gd name="connsiteX252" fmla="*/ 4202421 w 4572002"/>
                  <a:gd name="connsiteY252" fmla="*/ 2848794 h 6858002"/>
                  <a:gd name="connsiteX253" fmla="*/ 4211111 w 4572002"/>
                  <a:gd name="connsiteY253" fmla="*/ 2836173 h 6858002"/>
                  <a:gd name="connsiteX254" fmla="*/ 3726625 w 4572002"/>
                  <a:gd name="connsiteY254" fmla="*/ 1508458 h 6858002"/>
                  <a:gd name="connsiteX255" fmla="*/ 3698531 w 4572002"/>
                  <a:gd name="connsiteY255" fmla="*/ 1596214 h 6858002"/>
                  <a:gd name="connsiteX256" fmla="*/ 3700436 w 4572002"/>
                  <a:gd name="connsiteY256" fmla="*/ 1624981 h 6858002"/>
                  <a:gd name="connsiteX257" fmla="*/ 3757017 w 4572002"/>
                  <a:gd name="connsiteY257" fmla="*/ 1697754 h 6858002"/>
                  <a:gd name="connsiteX258" fmla="*/ 3779686 w 4572002"/>
                  <a:gd name="connsiteY258" fmla="*/ 1733189 h 6858002"/>
                  <a:gd name="connsiteX259" fmla="*/ 3821407 w 4572002"/>
                  <a:gd name="connsiteY259" fmla="*/ 1833776 h 6858002"/>
                  <a:gd name="connsiteX260" fmla="*/ 3829028 w 4572002"/>
                  <a:gd name="connsiteY260" fmla="*/ 1842159 h 6858002"/>
                  <a:gd name="connsiteX261" fmla="*/ 3919519 w 4572002"/>
                  <a:gd name="connsiteY261" fmla="*/ 1916455 h 6858002"/>
                  <a:gd name="connsiteX262" fmla="*/ 3934949 w 4572002"/>
                  <a:gd name="connsiteY262" fmla="*/ 1933220 h 6858002"/>
                  <a:gd name="connsiteX263" fmla="*/ 3958954 w 4572002"/>
                  <a:gd name="connsiteY263" fmla="*/ 1953414 h 6858002"/>
                  <a:gd name="connsiteX264" fmla="*/ 4005437 w 4572002"/>
                  <a:gd name="connsiteY264" fmla="*/ 2016470 h 6858002"/>
                  <a:gd name="connsiteX265" fmla="*/ 4020296 w 4572002"/>
                  <a:gd name="connsiteY265" fmla="*/ 2094579 h 6858002"/>
                  <a:gd name="connsiteX266" fmla="*/ 4042967 w 4572002"/>
                  <a:gd name="connsiteY266" fmla="*/ 2188880 h 6858002"/>
                  <a:gd name="connsiteX267" fmla="*/ 4058207 w 4572002"/>
                  <a:gd name="connsiteY267" fmla="*/ 2228315 h 6858002"/>
                  <a:gd name="connsiteX268" fmla="*/ 4087164 w 4572002"/>
                  <a:gd name="connsiteY268" fmla="*/ 2334045 h 6858002"/>
                  <a:gd name="connsiteX269" fmla="*/ 4111549 w 4572002"/>
                  <a:gd name="connsiteY269" fmla="*/ 2409486 h 6858002"/>
                  <a:gd name="connsiteX270" fmla="*/ 4128650 w 4572002"/>
                  <a:gd name="connsiteY270" fmla="*/ 2435913 h 6858002"/>
                  <a:gd name="connsiteX271" fmla="*/ 4134481 w 4572002"/>
                  <a:gd name="connsiteY271" fmla="*/ 2463018 h 6858002"/>
                  <a:gd name="connsiteX272" fmla="*/ 4125839 w 4572002"/>
                  <a:gd name="connsiteY272" fmla="*/ 2518262 h 6858002"/>
                  <a:gd name="connsiteX273" fmla="*/ 4125838 w 4572002"/>
                  <a:gd name="connsiteY273" fmla="*/ 2518264 h 6858002"/>
                  <a:gd name="connsiteX274" fmla="*/ 4122194 w 4572002"/>
                  <a:gd name="connsiteY274" fmla="*/ 2545006 h 6858002"/>
                  <a:gd name="connsiteX275" fmla="*/ 4122194 w 4572002"/>
                  <a:gd name="connsiteY275" fmla="*/ 2545007 h 6858002"/>
                  <a:gd name="connsiteX276" fmla="*/ 4126408 w 4572002"/>
                  <a:gd name="connsiteY276" fmla="*/ 2571035 h 6858002"/>
                  <a:gd name="connsiteX277" fmla="*/ 4199563 w 4572002"/>
                  <a:gd name="connsiteY277" fmla="*/ 2668002 h 6858002"/>
                  <a:gd name="connsiteX278" fmla="*/ 4247953 w 4572002"/>
                  <a:gd name="connsiteY278" fmla="*/ 2745349 h 6858002"/>
                  <a:gd name="connsiteX279" fmla="*/ 4247954 w 4572002"/>
                  <a:gd name="connsiteY279" fmla="*/ 2745352 h 6858002"/>
                  <a:gd name="connsiteX280" fmla="*/ 4253873 w 4572002"/>
                  <a:gd name="connsiteY280" fmla="*/ 2778006 h 6858002"/>
                  <a:gd name="connsiteX281" fmla="*/ 4253453 w 4572002"/>
                  <a:gd name="connsiteY281" fmla="*/ 2785440 h 6858002"/>
                  <a:gd name="connsiteX282" fmla="*/ 4243374 w 4572002"/>
                  <a:gd name="connsiteY282" fmla="*/ 2811780 h 6858002"/>
                  <a:gd name="connsiteX283" fmla="*/ 4243371 w 4572002"/>
                  <a:gd name="connsiteY283" fmla="*/ 2811787 h 6858002"/>
                  <a:gd name="connsiteX284" fmla="*/ 4243372 w 4572002"/>
                  <a:gd name="connsiteY284" fmla="*/ 2811787 h 6858002"/>
                  <a:gd name="connsiteX285" fmla="*/ 4243374 w 4572002"/>
                  <a:gd name="connsiteY285" fmla="*/ 2811780 h 6858002"/>
                  <a:gd name="connsiteX286" fmla="*/ 4253025 w 4572002"/>
                  <a:gd name="connsiteY286" fmla="*/ 2793023 h 6858002"/>
                  <a:gd name="connsiteX287" fmla="*/ 4253453 w 4572002"/>
                  <a:gd name="connsiteY287" fmla="*/ 2785440 h 6858002"/>
                  <a:gd name="connsiteX288" fmla="*/ 4254654 w 4572002"/>
                  <a:gd name="connsiteY288" fmla="*/ 2782305 h 6858002"/>
                  <a:gd name="connsiteX289" fmla="*/ 4253873 w 4572002"/>
                  <a:gd name="connsiteY289" fmla="*/ 2778006 h 6858002"/>
                  <a:gd name="connsiteX290" fmla="*/ 4254284 w 4572002"/>
                  <a:gd name="connsiteY290" fmla="*/ 2770758 h 6858002"/>
                  <a:gd name="connsiteX291" fmla="*/ 4247954 w 4572002"/>
                  <a:gd name="connsiteY291" fmla="*/ 2745352 h 6858002"/>
                  <a:gd name="connsiteX292" fmla="*/ 4247953 w 4572002"/>
                  <a:gd name="connsiteY292" fmla="*/ 2745348 h 6858002"/>
                  <a:gd name="connsiteX293" fmla="*/ 4199563 w 4572002"/>
                  <a:gd name="connsiteY293" fmla="*/ 2668001 h 6858002"/>
                  <a:gd name="connsiteX294" fmla="*/ 4126408 w 4572002"/>
                  <a:gd name="connsiteY294" fmla="*/ 2571034 h 6858002"/>
                  <a:gd name="connsiteX295" fmla="*/ 4122194 w 4572002"/>
                  <a:gd name="connsiteY295" fmla="*/ 2545007 h 6858002"/>
                  <a:gd name="connsiteX296" fmla="*/ 4125838 w 4572002"/>
                  <a:gd name="connsiteY296" fmla="*/ 2518265 h 6858002"/>
                  <a:gd name="connsiteX297" fmla="*/ 4125839 w 4572002"/>
                  <a:gd name="connsiteY297" fmla="*/ 2518262 h 6858002"/>
                  <a:gd name="connsiteX298" fmla="*/ 4132419 w 4572002"/>
                  <a:gd name="connsiteY298" fmla="*/ 2490551 h 6858002"/>
                  <a:gd name="connsiteX299" fmla="*/ 4134481 w 4572002"/>
                  <a:gd name="connsiteY299" fmla="*/ 2463018 h 6858002"/>
                  <a:gd name="connsiteX300" fmla="*/ 4134481 w 4572002"/>
                  <a:gd name="connsiteY300" fmla="*/ 2463017 h 6858002"/>
                  <a:gd name="connsiteX301" fmla="*/ 4111549 w 4572002"/>
                  <a:gd name="connsiteY301" fmla="*/ 2409485 h 6858002"/>
                  <a:gd name="connsiteX302" fmla="*/ 4087164 w 4572002"/>
                  <a:gd name="connsiteY302" fmla="*/ 2334044 h 6858002"/>
                  <a:gd name="connsiteX303" fmla="*/ 4058207 w 4572002"/>
                  <a:gd name="connsiteY303" fmla="*/ 2228314 h 6858002"/>
                  <a:gd name="connsiteX304" fmla="*/ 4042967 w 4572002"/>
                  <a:gd name="connsiteY304" fmla="*/ 2188879 h 6858002"/>
                  <a:gd name="connsiteX305" fmla="*/ 4020296 w 4572002"/>
                  <a:gd name="connsiteY305" fmla="*/ 2094578 h 6858002"/>
                  <a:gd name="connsiteX306" fmla="*/ 4005437 w 4572002"/>
                  <a:gd name="connsiteY306" fmla="*/ 2016469 h 6858002"/>
                  <a:gd name="connsiteX307" fmla="*/ 3958954 w 4572002"/>
                  <a:gd name="connsiteY307" fmla="*/ 1953413 h 6858002"/>
                  <a:gd name="connsiteX308" fmla="*/ 3934949 w 4572002"/>
                  <a:gd name="connsiteY308" fmla="*/ 1933219 h 6858002"/>
                  <a:gd name="connsiteX309" fmla="*/ 3919519 w 4572002"/>
                  <a:gd name="connsiteY309" fmla="*/ 1916454 h 6858002"/>
                  <a:gd name="connsiteX310" fmla="*/ 3829028 w 4572002"/>
                  <a:gd name="connsiteY310" fmla="*/ 1842158 h 6858002"/>
                  <a:gd name="connsiteX311" fmla="*/ 3821407 w 4572002"/>
                  <a:gd name="connsiteY311" fmla="*/ 1833775 h 6858002"/>
                  <a:gd name="connsiteX312" fmla="*/ 3779686 w 4572002"/>
                  <a:gd name="connsiteY312" fmla="*/ 1733188 h 6858002"/>
                  <a:gd name="connsiteX313" fmla="*/ 3757018 w 4572002"/>
                  <a:gd name="connsiteY313" fmla="*/ 1697753 h 6858002"/>
                  <a:gd name="connsiteX314" fmla="*/ 3700436 w 4572002"/>
                  <a:gd name="connsiteY314" fmla="*/ 1624980 h 6858002"/>
                  <a:gd name="connsiteX315" fmla="*/ 3698532 w 4572002"/>
                  <a:gd name="connsiteY315" fmla="*/ 1596213 h 6858002"/>
                  <a:gd name="connsiteX316" fmla="*/ 3745230 w 4572002"/>
                  <a:gd name="connsiteY316" fmla="*/ 1459073 h 6858002"/>
                  <a:gd name="connsiteX317" fmla="*/ 3745229 w 4572002"/>
                  <a:gd name="connsiteY317" fmla="*/ 1459074 h 6858002"/>
                  <a:gd name="connsiteX318" fmla="*/ 3736012 w 4572002"/>
                  <a:gd name="connsiteY318" fmla="*/ 1481572 h 6858002"/>
                  <a:gd name="connsiteX319" fmla="*/ 3764423 w 4572002"/>
                  <a:gd name="connsiteY319" fmla="*/ 1268758 h 6858002"/>
                  <a:gd name="connsiteX320" fmla="*/ 3769590 w 4572002"/>
                  <a:gd name="connsiteY320" fmla="*/ 1286070 h 6858002"/>
                  <a:gd name="connsiteX321" fmla="*/ 3791927 w 4572002"/>
                  <a:gd name="connsiteY321" fmla="*/ 1350628 h 6858002"/>
                  <a:gd name="connsiteX322" fmla="*/ 3786333 w 4572002"/>
                  <a:gd name="connsiteY322" fmla="*/ 1413840 h 6858002"/>
                  <a:gd name="connsiteX323" fmla="*/ 3791928 w 4572002"/>
                  <a:gd name="connsiteY323" fmla="*/ 1350627 h 6858002"/>
                  <a:gd name="connsiteX324" fmla="*/ 3769590 w 4572002"/>
                  <a:gd name="connsiteY324" fmla="*/ 1286069 h 6858002"/>
                  <a:gd name="connsiteX325" fmla="*/ 3706152 w 4572002"/>
                  <a:gd name="connsiteY325" fmla="*/ 773035 h 6858002"/>
                  <a:gd name="connsiteX326" fmla="*/ 3706152 w 4572002"/>
                  <a:gd name="connsiteY326" fmla="*/ 773036 h 6858002"/>
                  <a:gd name="connsiteX327" fmla="*/ 3714152 w 4572002"/>
                  <a:gd name="connsiteY327" fmla="*/ 854380 h 6858002"/>
                  <a:gd name="connsiteX328" fmla="*/ 3745205 w 4572002"/>
                  <a:gd name="connsiteY328" fmla="*/ 915344 h 6858002"/>
                  <a:gd name="connsiteX329" fmla="*/ 3755683 w 4572002"/>
                  <a:gd name="connsiteY329" fmla="*/ 927156 h 6858002"/>
                  <a:gd name="connsiteX330" fmla="*/ 3752063 w 4572002"/>
                  <a:gd name="connsiteY330" fmla="*/ 1097088 h 6858002"/>
                  <a:gd name="connsiteX331" fmla="*/ 3747681 w 4572002"/>
                  <a:gd name="connsiteY331" fmla="*/ 1123186 h 6858002"/>
                  <a:gd name="connsiteX332" fmla="*/ 3772400 w 4572002"/>
                  <a:gd name="connsiteY332" fmla="*/ 1184029 h 6858002"/>
                  <a:gd name="connsiteX333" fmla="*/ 3747682 w 4572002"/>
                  <a:gd name="connsiteY333" fmla="*/ 1123185 h 6858002"/>
                  <a:gd name="connsiteX334" fmla="*/ 3752064 w 4572002"/>
                  <a:gd name="connsiteY334" fmla="*/ 1097087 h 6858002"/>
                  <a:gd name="connsiteX335" fmla="*/ 3755684 w 4572002"/>
                  <a:gd name="connsiteY335" fmla="*/ 927155 h 6858002"/>
                  <a:gd name="connsiteX336" fmla="*/ 3745206 w 4572002"/>
                  <a:gd name="connsiteY336" fmla="*/ 915343 h 6858002"/>
                  <a:gd name="connsiteX337" fmla="*/ 3714152 w 4572002"/>
                  <a:gd name="connsiteY337" fmla="*/ 854379 h 6858002"/>
                  <a:gd name="connsiteX338" fmla="*/ 3761553 w 4572002"/>
                  <a:gd name="connsiteY338" fmla="*/ 517851 h 6858002"/>
                  <a:gd name="connsiteX339" fmla="*/ 3752635 w 4572002"/>
                  <a:gd name="connsiteY339" fmla="*/ 556048 h 6858002"/>
                  <a:gd name="connsiteX340" fmla="*/ 3746157 w 4572002"/>
                  <a:gd name="connsiteY340" fmla="*/ 580051 h 6858002"/>
                  <a:gd name="connsiteX341" fmla="*/ 3742776 w 4572002"/>
                  <a:gd name="connsiteY341" fmla="*/ 642538 h 6858002"/>
                  <a:gd name="connsiteX342" fmla="*/ 3730253 w 4572002"/>
                  <a:gd name="connsiteY342" fmla="*/ 694928 h 6858002"/>
                  <a:gd name="connsiteX343" fmla="*/ 3742777 w 4572002"/>
                  <a:gd name="connsiteY343" fmla="*/ 642537 h 6858002"/>
                  <a:gd name="connsiteX344" fmla="*/ 3746158 w 4572002"/>
                  <a:gd name="connsiteY344" fmla="*/ 580050 h 6858002"/>
                  <a:gd name="connsiteX345" fmla="*/ 3752636 w 4572002"/>
                  <a:gd name="connsiteY345" fmla="*/ 556047 h 6858002"/>
                  <a:gd name="connsiteX346" fmla="*/ 3774848 w 4572002"/>
                  <a:gd name="connsiteY346" fmla="*/ 298169 h 6858002"/>
                  <a:gd name="connsiteX347" fmla="*/ 3760065 w 4572002"/>
                  <a:gd name="connsiteY347" fmla="*/ 313534 h 6858002"/>
                  <a:gd name="connsiteX348" fmla="*/ 3759493 w 4572002"/>
                  <a:gd name="connsiteY348" fmla="*/ 338871 h 6858002"/>
                  <a:gd name="connsiteX349" fmla="*/ 3759500 w 4572002"/>
                  <a:gd name="connsiteY349" fmla="*/ 338900 h 6858002"/>
                  <a:gd name="connsiteX350" fmla="*/ 3769400 w 4572002"/>
                  <a:gd name="connsiteY350" fmla="*/ 395640 h 6858002"/>
                  <a:gd name="connsiteX351" fmla="*/ 3765590 w 4572002"/>
                  <a:gd name="connsiteY351" fmla="*/ 367328 h 6858002"/>
                  <a:gd name="connsiteX352" fmla="*/ 3759500 w 4572002"/>
                  <a:gd name="connsiteY352" fmla="*/ 338900 h 6858002"/>
                  <a:gd name="connsiteX353" fmla="*/ 3759494 w 4572002"/>
                  <a:gd name="connsiteY353" fmla="*/ 338870 h 6858002"/>
                  <a:gd name="connsiteX354" fmla="*/ 3760066 w 4572002"/>
                  <a:gd name="connsiteY354" fmla="*/ 313533 h 6858002"/>
                  <a:gd name="connsiteX355" fmla="*/ 3782393 w 4572002"/>
                  <a:gd name="connsiteY355" fmla="*/ 281568 h 6858002"/>
                  <a:gd name="connsiteX356" fmla="*/ 3777498 w 4572002"/>
                  <a:gd name="connsiteY356" fmla="*/ 295415 h 6858002"/>
                  <a:gd name="connsiteX357" fmla="*/ 3777499 w 4572002"/>
                  <a:gd name="connsiteY357" fmla="*/ 295415 h 6858002"/>
                  <a:gd name="connsiteX358" fmla="*/ 3769073 w 4572002"/>
                  <a:gd name="connsiteY358" fmla="*/ 24486 h 6858002"/>
                  <a:gd name="connsiteX359" fmla="*/ 3766810 w 4572002"/>
                  <a:gd name="connsiteY359" fmla="*/ 74129 h 6858002"/>
                  <a:gd name="connsiteX360" fmla="*/ 3772734 w 4572002"/>
                  <a:gd name="connsiteY360" fmla="*/ 125861 h 6858002"/>
                  <a:gd name="connsiteX361" fmla="*/ 3777129 w 4572002"/>
                  <a:gd name="connsiteY361" fmla="*/ 153387 h 6858002"/>
                  <a:gd name="connsiteX362" fmla="*/ 3785402 w 4572002"/>
                  <a:gd name="connsiteY362" fmla="*/ 228944 h 6858002"/>
                  <a:gd name="connsiteX363" fmla="*/ 3780943 w 4572002"/>
                  <a:gd name="connsiteY363" fmla="*/ 177271 h 6858002"/>
                  <a:gd name="connsiteX364" fmla="*/ 3777129 w 4572002"/>
                  <a:gd name="connsiteY364" fmla="*/ 153387 h 6858002"/>
                  <a:gd name="connsiteX365" fmla="*/ 3776930 w 4572002"/>
                  <a:gd name="connsiteY365" fmla="*/ 151569 h 6858002"/>
                  <a:gd name="connsiteX366" fmla="*/ 3766811 w 4572002"/>
                  <a:gd name="connsiteY366" fmla="*/ 74129 h 6858002"/>
                  <a:gd name="connsiteX367" fmla="*/ 3766492 w 4572002"/>
                  <a:gd name="connsiteY367" fmla="*/ 0 h 6858002"/>
                  <a:gd name="connsiteX368" fmla="*/ 4230600 w 4572002"/>
                  <a:gd name="connsiteY368" fmla="*/ 0 h 6858002"/>
                  <a:gd name="connsiteX369" fmla="*/ 4229473 w 4572002"/>
                  <a:gd name="connsiteY369" fmla="*/ 2817 h 6858002"/>
                  <a:gd name="connsiteX370" fmla="*/ 4215375 w 4572002"/>
                  <a:gd name="connsiteY370" fmla="*/ 63587 h 6858002"/>
                  <a:gd name="connsiteX371" fmla="*/ 4201468 w 4572002"/>
                  <a:gd name="connsiteY371" fmla="*/ 176939 h 6858002"/>
                  <a:gd name="connsiteX372" fmla="*/ 4193466 w 4572002"/>
                  <a:gd name="connsiteY372" fmla="*/ 200182 h 6858002"/>
                  <a:gd name="connsiteX373" fmla="*/ 4155554 w 4572002"/>
                  <a:gd name="connsiteY373" fmla="*/ 340774 h 6858002"/>
                  <a:gd name="connsiteX374" fmla="*/ 4156319 w 4572002"/>
                  <a:gd name="connsiteY374" fmla="*/ 453364 h 6858002"/>
                  <a:gd name="connsiteX375" fmla="*/ 4158033 w 4572002"/>
                  <a:gd name="connsiteY375" fmla="*/ 462126 h 6858002"/>
                  <a:gd name="connsiteX376" fmla="*/ 4170605 w 4572002"/>
                  <a:gd name="connsiteY376" fmla="*/ 505182 h 6858002"/>
                  <a:gd name="connsiteX377" fmla="*/ 4167177 w 4572002"/>
                  <a:gd name="connsiteY377" fmla="*/ 571860 h 6858002"/>
                  <a:gd name="connsiteX378" fmla="*/ 4149840 w 4572002"/>
                  <a:gd name="connsiteY378" fmla="*/ 617772 h 6858002"/>
                  <a:gd name="connsiteX379" fmla="*/ 4149078 w 4572002"/>
                  <a:gd name="connsiteY379" fmla="*/ 674923 h 6858002"/>
                  <a:gd name="connsiteX380" fmla="*/ 4159937 w 4572002"/>
                  <a:gd name="connsiteY380" fmla="*/ 740268 h 6858002"/>
                  <a:gd name="connsiteX381" fmla="*/ 4162223 w 4572002"/>
                  <a:gd name="connsiteY381" fmla="*/ 769605 h 6858002"/>
                  <a:gd name="connsiteX382" fmla="*/ 4184703 w 4572002"/>
                  <a:gd name="connsiteY382" fmla="*/ 850189 h 6858002"/>
                  <a:gd name="connsiteX383" fmla="*/ 4179179 w 4572002"/>
                  <a:gd name="connsiteY383" fmla="*/ 898198 h 6858002"/>
                  <a:gd name="connsiteX384" fmla="*/ 4164319 w 4572002"/>
                  <a:gd name="connsiteY384" fmla="*/ 945444 h 6858002"/>
                  <a:gd name="connsiteX385" fmla="*/ 4150030 w 4572002"/>
                  <a:gd name="connsiteY385" fmla="*/ 975733 h 6858002"/>
                  <a:gd name="connsiteX386" fmla="*/ 4139934 w 4572002"/>
                  <a:gd name="connsiteY386" fmla="*/ 1036887 h 6858002"/>
                  <a:gd name="connsiteX387" fmla="*/ 4141458 w 4572002"/>
                  <a:gd name="connsiteY387" fmla="*/ 1048125 h 6858002"/>
                  <a:gd name="connsiteX388" fmla="*/ 4154032 w 4572002"/>
                  <a:gd name="connsiteY388" fmla="*/ 1230633 h 6858002"/>
                  <a:gd name="connsiteX389" fmla="*/ 4174225 w 4572002"/>
                  <a:gd name="connsiteY389" fmla="*/ 1303024 h 6858002"/>
                  <a:gd name="connsiteX390" fmla="*/ 4176701 w 4572002"/>
                  <a:gd name="connsiteY390" fmla="*/ 1318456 h 6858002"/>
                  <a:gd name="connsiteX391" fmla="*/ 4199372 w 4572002"/>
                  <a:gd name="connsiteY391" fmla="*/ 1472575 h 6858002"/>
                  <a:gd name="connsiteX392" fmla="*/ 4200325 w 4572002"/>
                  <a:gd name="connsiteY392" fmla="*/ 1489720 h 6858002"/>
                  <a:gd name="connsiteX393" fmla="*/ 4196324 w 4572002"/>
                  <a:gd name="connsiteY393" fmla="*/ 1537537 h 6858002"/>
                  <a:gd name="connsiteX394" fmla="*/ 4237474 w 4572002"/>
                  <a:gd name="connsiteY394" fmla="*/ 1650317 h 6858002"/>
                  <a:gd name="connsiteX395" fmla="*/ 4251572 w 4572002"/>
                  <a:gd name="connsiteY395" fmla="*/ 1763287 h 6858002"/>
                  <a:gd name="connsiteX396" fmla="*/ 4251380 w 4572002"/>
                  <a:gd name="connsiteY396" fmla="*/ 1825393 h 6858002"/>
                  <a:gd name="connsiteX397" fmla="*/ 4261478 w 4572002"/>
                  <a:gd name="connsiteY397" fmla="*/ 1869780 h 6858002"/>
                  <a:gd name="connsiteX398" fmla="*/ 4292149 w 4572002"/>
                  <a:gd name="connsiteY398" fmla="*/ 1978940 h 6858002"/>
                  <a:gd name="connsiteX399" fmla="*/ 4296911 w 4572002"/>
                  <a:gd name="connsiteY399" fmla="*/ 2030378 h 6858002"/>
                  <a:gd name="connsiteX400" fmla="*/ 4307201 w 4572002"/>
                  <a:gd name="connsiteY400" fmla="*/ 2085054 h 6858002"/>
                  <a:gd name="connsiteX401" fmla="*/ 4353302 w 4572002"/>
                  <a:gd name="connsiteY401" fmla="*/ 2220312 h 6858002"/>
                  <a:gd name="connsiteX402" fmla="*/ 4350636 w 4572002"/>
                  <a:gd name="connsiteY402" fmla="*/ 2330806 h 6858002"/>
                  <a:gd name="connsiteX403" fmla="*/ 4351206 w 4572002"/>
                  <a:gd name="connsiteY403" fmla="*/ 2401292 h 6858002"/>
                  <a:gd name="connsiteX404" fmla="*/ 4366446 w 4572002"/>
                  <a:gd name="connsiteY404" fmla="*/ 2485307 h 6858002"/>
                  <a:gd name="connsiteX405" fmla="*/ 4388736 w 4572002"/>
                  <a:gd name="connsiteY405" fmla="*/ 2554079 h 6858002"/>
                  <a:gd name="connsiteX406" fmla="*/ 4406453 w 4572002"/>
                  <a:gd name="connsiteY406" fmla="*/ 2649143 h 6858002"/>
                  <a:gd name="connsiteX407" fmla="*/ 4440554 w 4572002"/>
                  <a:gd name="connsiteY407" fmla="*/ 2743826 h 6858002"/>
                  <a:gd name="connsiteX408" fmla="*/ 4466653 w 4572002"/>
                  <a:gd name="connsiteY408" fmla="*/ 2809930 h 6858002"/>
                  <a:gd name="connsiteX409" fmla="*/ 4489705 w 4572002"/>
                  <a:gd name="connsiteY409" fmla="*/ 2901943 h 6858002"/>
                  <a:gd name="connsiteX410" fmla="*/ 4505897 w 4572002"/>
                  <a:gd name="connsiteY410" fmla="*/ 3042728 h 6858002"/>
                  <a:gd name="connsiteX411" fmla="*/ 4507613 w 4572002"/>
                  <a:gd name="connsiteY411" fmla="*/ 3107500 h 6858002"/>
                  <a:gd name="connsiteX412" fmla="*/ 4545521 w 4572002"/>
                  <a:gd name="connsiteY412" fmla="*/ 3209993 h 6858002"/>
                  <a:gd name="connsiteX413" fmla="*/ 4563811 w 4572002"/>
                  <a:gd name="connsiteY413" fmla="*/ 3253809 h 6858002"/>
                  <a:gd name="connsiteX414" fmla="*/ 4548570 w 4572002"/>
                  <a:gd name="connsiteY414" fmla="*/ 3293244 h 6858002"/>
                  <a:gd name="connsiteX415" fmla="*/ 4531043 w 4572002"/>
                  <a:gd name="connsiteY415" fmla="*/ 3318771 h 6858002"/>
                  <a:gd name="connsiteX416" fmla="*/ 4545904 w 4572002"/>
                  <a:gd name="connsiteY416" fmla="*/ 3399546 h 6858002"/>
                  <a:gd name="connsiteX417" fmla="*/ 4561524 w 4572002"/>
                  <a:gd name="connsiteY417" fmla="*/ 3485275 h 6858002"/>
                  <a:gd name="connsiteX418" fmla="*/ 4572002 w 4572002"/>
                  <a:gd name="connsiteY418" fmla="*/ 3546617 h 6858002"/>
                  <a:gd name="connsiteX419" fmla="*/ 4563620 w 4572002"/>
                  <a:gd name="connsiteY419" fmla="*/ 3623201 h 6858002"/>
                  <a:gd name="connsiteX420" fmla="*/ 4560192 w 4572002"/>
                  <a:gd name="connsiteY420" fmla="*/ 3683591 h 6858002"/>
                  <a:gd name="connsiteX421" fmla="*/ 4550476 w 4572002"/>
                  <a:gd name="connsiteY421" fmla="*/ 3732361 h 6858002"/>
                  <a:gd name="connsiteX422" fmla="*/ 4544759 w 4572002"/>
                  <a:gd name="connsiteY422" fmla="*/ 3749506 h 6858002"/>
                  <a:gd name="connsiteX423" fmla="*/ 4500182 w 4572002"/>
                  <a:gd name="connsiteY423" fmla="*/ 3885338 h 6858002"/>
                  <a:gd name="connsiteX424" fmla="*/ 4464557 w 4572002"/>
                  <a:gd name="connsiteY424" fmla="*/ 4030503 h 6858002"/>
                  <a:gd name="connsiteX425" fmla="*/ 4487039 w 4572002"/>
                  <a:gd name="connsiteY425" fmla="*/ 4124614 h 6858002"/>
                  <a:gd name="connsiteX426" fmla="*/ 4486656 w 4572002"/>
                  <a:gd name="connsiteY426" fmla="*/ 4159667 h 6858002"/>
                  <a:gd name="connsiteX427" fmla="*/ 4491801 w 4572002"/>
                  <a:gd name="connsiteY427" fmla="*/ 4320837 h 6858002"/>
                  <a:gd name="connsiteX428" fmla="*/ 4497325 w 4572002"/>
                  <a:gd name="connsiteY428" fmla="*/ 4349222 h 6858002"/>
                  <a:gd name="connsiteX429" fmla="*/ 4474653 w 4572002"/>
                  <a:gd name="connsiteY429" fmla="*/ 4502579 h 6858002"/>
                  <a:gd name="connsiteX430" fmla="*/ 4470844 w 4572002"/>
                  <a:gd name="connsiteY430" fmla="*/ 4558207 h 6858002"/>
                  <a:gd name="connsiteX431" fmla="*/ 4464557 w 4572002"/>
                  <a:gd name="connsiteY431" fmla="*/ 4609452 h 6858002"/>
                  <a:gd name="connsiteX432" fmla="*/ 4463033 w 4572002"/>
                  <a:gd name="connsiteY432" fmla="*/ 4681083 h 6858002"/>
                  <a:gd name="connsiteX433" fmla="*/ 4465891 w 4572002"/>
                  <a:gd name="connsiteY433" fmla="*/ 4755381 h 6858002"/>
                  <a:gd name="connsiteX434" fmla="*/ 4465319 w 4572002"/>
                  <a:gd name="connsiteY434" fmla="*/ 4838250 h 6858002"/>
                  <a:gd name="connsiteX435" fmla="*/ 4460367 w 4572002"/>
                  <a:gd name="connsiteY435" fmla="*/ 4871019 h 6858002"/>
                  <a:gd name="connsiteX436" fmla="*/ 4463795 w 4572002"/>
                  <a:gd name="connsiteY436" fmla="*/ 4959602 h 6858002"/>
                  <a:gd name="connsiteX437" fmla="*/ 4458082 w 4572002"/>
                  <a:gd name="connsiteY437" fmla="*/ 5006086 h 6858002"/>
                  <a:gd name="connsiteX438" fmla="*/ 4456937 w 4572002"/>
                  <a:gd name="connsiteY438" fmla="*/ 5082670 h 6858002"/>
                  <a:gd name="connsiteX439" fmla="*/ 4455603 w 4572002"/>
                  <a:gd name="connsiteY439" fmla="*/ 5107627 h 6858002"/>
                  <a:gd name="connsiteX440" fmla="*/ 4454840 w 4572002"/>
                  <a:gd name="connsiteY440" fmla="*/ 5129916 h 6858002"/>
                  <a:gd name="connsiteX441" fmla="*/ 4470464 w 4572002"/>
                  <a:gd name="connsiteY441" fmla="*/ 5206308 h 6858002"/>
                  <a:gd name="connsiteX442" fmla="*/ 4471415 w 4572002"/>
                  <a:gd name="connsiteY442" fmla="*/ 5274129 h 6858002"/>
                  <a:gd name="connsiteX443" fmla="*/ 4483990 w 4572002"/>
                  <a:gd name="connsiteY443" fmla="*/ 5393005 h 6858002"/>
                  <a:gd name="connsiteX444" fmla="*/ 4479607 w 4572002"/>
                  <a:gd name="connsiteY444" fmla="*/ 5419295 h 6858002"/>
                  <a:gd name="connsiteX445" fmla="*/ 4477894 w 4572002"/>
                  <a:gd name="connsiteY445" fmla="*/ 5501594 h 6858002"/>
                  <a:gd name="connsiteX446" fmla="*/ 4476560 w 4572002"/>
                  <a:gd name="connsiteY446" fmla="*/ 5548460 h 6858002"/>
                  <a:gd name="connsiteX447" fmla="*/ 4485703 w 4572002"/>
                  <a:gd name="connsiteY447" fmla="*/ 5606372 h 6858002"/>
                  <a:gd name="connsiteX448" fmla="*/ 4505134 w 4572002"/>
                  <a:gd name="connsiteY448" fmla="*/ 5706959 h 6858002"/>
                  <a:gd name="connsiteX449" fmla="*/ 4508183 w 4572002"/>
                  <a:gd name="connsiteY449" fmla="*/ 5733440 h 6858002"/>
                  <a:gd name="connsiteX450" fmla="*/ 4517519 w 4572002"/>
                  <a:gd name="connsiteY450" fmla="*/ 5781830 h 6858002"/>
                  <a:gd name="connsiteX451" fmla="*/ 4519234 w 4572002"/>
                  <a:gd name="connsiteY451" fmla="*/ 5790592 h 6858002"/>
                  <a:gd name="connsiteX452" fmla="*/ 4542855 w 4572002"/>
                  <a:gd name="connsiteY452" fmla="*/ 5864318 h 6858002"/>
                  <a:gd name="connsiteX453" fmla="*/ 4544759 w 4572002"/>
                  <a:gd name="connsiteY453" fmla="*/ 5902610 h 6858002"/>
                  <a:gd name="connsiteX454" fmla="*/ 4544951 w 4572002"/>
                  <a:gd name="connsiteY454" fmla="*/ 6012723 h 6858002"/>
                  <a:gd name="connsiteX455" fmla="*/ 4541332 w 4572002"/>
                  <a:gd name="connsiteY455" fmla="*/ 6059397 h 6858002"/>
                  <a:gd name="connsiteX456" fmla="*/ 4527426 w 4572002"/>
                  <a:gd name="connsiteY456" fmla="*/ 6171605 h 6858002"/>
                  <a:gd name="connsiteX457" fmla="*/ 4520568 w 4572002"/>
                  <a:gd name="connsiteY457" fmla="*/ 6242093 h 6858002"/>
                  <a:gd name="connsiteX458" fmla="*/ 4509706 w 4572002"/>
                  <a:gd name="connsiteY458" fmla="*/ 6323058 h 6858002"/>
                  <a:gd name="connsiteX459" fmla="*/ 4502848 w 4572002"/>
                  <a:gd name="connsiteY459" fmla="*/ 6415833 h 6858002"/>
                  <a:gd name="connsiteX460" fmla="*/ 4482084 w 4572002"/>
                  <a:gd name="connsiteY460" fmla="*/ 6584812 h 6858002"/>
                  <a:gd name="connsiteX461" fmla="*/ 4460557 w 4572002"/>
                  <a:gd name="connsiteY461" fmla="*/ 6748458 h 6858002"/>
                  <a:gd name="connsiteX462" fmla="*/ 4441507 w 4572002"/>
                  <a:gd name="connsiteY462" fmla="*/ 6815516 h 6858002"/>
                  <a:gd name="connsiteX463" fmla="*/ 4431806 w 4572002"/>
                  <a:gd name="connsiteY463" fmla="*/ 6858001 h 6858002"/>
                  <a:gd name="connsiteX464" fmla="*/ 4259554 w 4572002"/>
                  <a:gd name="connsiteY464" fmla="*/ 6858001 h 6858002"/>
                  <a:gd name="connsiteX465" fmla="*/ 4259554 w 4572002"/>
                  <a:gd name="connsiteY465" fmla="*/ 6858002 h 6858002"/>
                  <a:gd name="connsiteX466" fmla="*/ 0 w 4572002"/>
                  <a:gd name="connsiteY466" fmla="*/ 6858002 h 6858002"/>
                  <a:gd name="connsiteX467" fmla="*/ 0 w 4572002"/>
                  <a:gd name="connsiteY467" fmla="*/ 2 h 6858002"/>
                  <a:gd name="connsiteX468" fmla="*/ 3766492 w 4572002"/>
                  <a:gd name="connsiteY468" fmla="*/ 1 h 6858002"/>
                  <a:gd name="connsiteX469" fmla="*/ 3769210 w 4572002"/>
                  <a:gd name="connsiteY469" fmla="*/ 21486 h 6858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4572002" h="6858002">
                    <a:moveTo>
                      <a:pt x="4214994" y="6564620"/>
                    </a:moveTo>
                    <a:lnTo>
                      <a:pt x="4214994" y="6564621"/>
                    </a:lnTo>
                    <a:cubicBezTo>
                      <a:pt x="4225281" y="6575479"/>
                      <a:pt x="4231378" y="6582147"/>
                      <a:pt x="4237474" y="6588626"/>
                    </a:cubicBezTo>
                    <a:lnTo>
                      <a:pt x="4254096" y="6625225"/>
                    </a:lnTo>
                    <a:lnTo>
                      <a:pt x="4247001" y="6662540"/>
                    </a:lnTo>
                    <a:lnTo>
                      <a:pt x="4247000" y="6662541"/>
                    </a:lnTo>
                    <a:lnTo>
                      <a:pt x="4246999" y="6662544"/>
                    </a:lnTo>
                    <a:lnTo>
                      <a:pt x="4235550" y="6683027"/>
                    </a:lnTo>
                    <a:lnTo>
                      <a:pt x="4232403" y="6702976"/>
                    </a:lnTo>
                    <a:lnTo>
                      <a:pt x="4232403" y="6702977"/>
                    </a:lnTo>
                    <a:cubicBezTo>
                      <a:pt x="4232808" y="6716169"/>
                      <a:pt x="4237951" y="6729219"/>
                      <a:pt x="4246238" y="6742553"/>
                    </a:cubicBezTo>
                    <a:lnTo>
                      <a:pt x="4246239" y="6742555"/>
                    </a:lnTo>
                    <a:lnTo>
                      <a:pt x="4265716" y="6812062"/>
                    </a:lnTo>
                    <a:lnTo>
                      <a:pt x="4265717" y="6812064"/>
                    </a:lnTo>
                    <a:lnTo>
                      <a:pt x="4265717" y="6812063"/>
                    </a:lnTo>
                    <a:lnTo>
                      <a:pt x="4265716" y="6812062"/>
                    </a:lnTo>
                    <a:lnTo>
                      <a:pt x="4260942" y="6776800"/>
                    </a:lnTo>
                    <a:lnTo>
                      <a:pt x="4246239" y="6742555"/>
                    </a:lnTo>
                    <a:lnTo>
                      <a:pt x="4246238" y="6742552"/>
                    </a:lnTo>
                    <a:lnTo>
                      <a:pt x="4232403" y="6702976"/>
                    </a:lnTo>
                    <a:lnTo>
                      <a:pt x="4246999" y="6662544"/>
                    </a:lnTo>
                    <a:lnTo>
                      <a:pt x="4247000" y="6662542"/>
                    </a:lnTo>
                    <a:lnTo>
                      <a:pt x="4247001" y="6662540"/>
                    </a:lnTo>
                    <a:lnTo>
                      <a:pt x="4254084" y="6645552"/>
                    </a:lnTo>
                    <a:lnTo>
                      <a:pt x="4254096" y="6625225"/>
                    </a:lnTo>
                    <a:lnTo>
                      <a:pt x="4254096" y="6625224"/>
                    </a:lnTo>
                    <a:cubicBezTo>
                      <a:pt x="4252000" y="6611341"/>
                      <a:pt x="4245951" y="6597578"/>
                      <a:pt x="4237474" y="6588625"/>
                    </a:cubicBezTo>
                    <a:close/>
                    <a:moveTo>
                      <a:pt x="4295315" y="6438981"/>
                    </a:moveTo>
                    <a:lnTo>
                      <a:pt x="4275385" y="6463840"/>
                    </a:lnTo>
                    <a:lnTo>
                      <a:pt x="4275382" y="6463849"/>
                    </a:lnTo>
                    <a:lnTo>
                      <a:pt x="4261587" y="6513012"/>
                    </a:lnTo>
                    <a:lnTo>
                      <a:pt x="4242781" y="6546194"/>
                    </a:lnTo>
                    <a:lnTo>
                      <a:pt x="4242781" y="6546195"/>
                    </a:lnTo>
                    <a:lnTo>
                      <a:pt x="4259120" y="6521804"/>
                    </a:lnTo>
                    <a:lnTo>
                      <a:pt x="4261587" y="6513012"/>
                    </a:lnTo>
                    <a:lnTo>
                      <a:pt x="4264398" y="6508052"/>
                    </a:lnTo>
                    <a:lnTo>
                      <a:pt x="4275382" y="6463849"/>
                    </a:lnTo>
                    <a:lnTo>
                      <a:pt x="4275385" y="6463841"/>
                    </a:lnTo>
                    <a:cubicBezTo>
                      <a:pt x="4278336" y="6451650"/>
                      <a:pt x="4285813" y="6444077"/>
                      <a:pt x="4295315" y="6438981"/>
                    </a:cubicBezTo>
                    <a:close/>
                    <a:moveTo>
                      <a:pt x="4381289" y="6365204"/>
                    </a:moveTo>
                    <a:lnTo>
                      <a:pt x="4380008" y="6387910"/>
                    </a:lnTo>
                    <a:lnTo>
                      <a:pt x="4378243" y="6391549"/>
                    </a:lnTo>
                    <a:lnTo>
                      <a:pt x="4370589" y="6407332"/>
                    </a:lnTo>
                    <a:lnTo>
                      <a:pt x="4370589" y="6407333"/>
                    </a:lnTo>
                    <a:lnTo>
                      <a:pt x="4378243" y="6391549"/>
                    </a:lnTo>
                    <a:lnTo>
                      <a:pt x="4380008" y="6387910"/>
                    </a:lnTo>
                    <a:close/>
                    <a:moveTo>
                      <a:pt x="4142220" y="4221391"/>
                    </a:moveTo>
                    <a:lnTo>
                      <a:pt x="4142220" y="4221392"/>
                    </a:lnTo>
                    <a:cubicBezTo>
                      <a:pt x="4142982" y="4232061"/>
                      <a:pt x="4143172" y="4243873"/>
                      <a:pt x="4147936" y="4253015"/>
                    </a:cubicBezTo>
                    <a:cubicBezTo>
                      <a:pt x="4160129" y="4277402"/>
                      <a:pt x="4175749" y="4300071"/>
                      <a:pt x="4187752" y="4324646"/>
                    </a:cubicBezTo>
                    <a:lnTo>
                      <a:pt x="4196706" y="4363891"/>
                    </a:lnTo>
                    <a:lnTo>
                      <a:pt x="4195944" y="4482004"/>
                    </a:lnTo>
                    <a:cubicBezTo>
                      <a:pt x="4193276" y="4546776"/>
                      <a:pt x="4192704" y="4612500"/>
                      <a:pt x="4135934" y="4659174"/>
                    </a:cubicBezTo>
                    <a:cubicBezTo>
                      <a:pt x="4131362" y="4662986"/>
                      <a:pt x="4128694" y="4671176"/>
                      <a:pt x="4127932" y="4677655"/>
                    </a:cubicBezTo>
                    <a:cubicBezTo>
                      <a:pt x="4124313" y="4707564"/>
                      <a:pt x="4123931" y="4738235"/>
                      <a:pt x="4118025" y="4767764"/>
                    </a:cubicBezTo>
                    <a:cubicBezTo>
                      <a:pt x="4115644" y="4779575"/>
                      <a:pt x="4114835" y="4790387"/>
                      <a:pt x="4116716" y="4800483"/>
                    </a:cubicBezTo>
                    <a:lnTo>
                      <a:pt x="4116716" y="4800484"/>
                    </a:lnTo>
                    <a:cubicBezTo>
                      <a:pt x="4118597" y="4810581"/>
                      <a:pt x="4123170" y="4819964"/>
                      <a:pt x="4131552" y="4828917"/>
                    </a:cubicBezTo>
                    <a:lnTo>
                      <a:pt x="4153733" y="4863343"/>
                    </a:lnTo>
                    <a:lnTo>
                      <a:pt x="4161262" y="4889275"/>
                    </a:lnTo>
                    <a:lnTo>
                      <a:pt x="4159557" y="4912168"/>
                    </a:lnTo>
                    <a:cubicBezTo>
                      <a:pt x="4157842" y="4919978"/>
                      <a:pt x="4157485" y="4927122"/>
                      <a:pt x="4158155" y="4933804"/>
                    </a:cubicBezTo>
                    <a:lnTo>
                      <a:pt x="4158155" y="4933805"/>
                    </a:lnTo>
                    <a:lnTo>
                      <a:pt x="4162914" y="4952673"/>
                    </a:lnTo>
                    <a:lnTo>
                      <a:pt x="4165707" y="4957454"/>
                    </a:lnTo>
                    <a:lnTo>
                      <a:pt x="4166985" y="4961456"/>
                    </a:lnTo>
                    <a:cubicBezTo>
                      <a:pt x="4171496" y="4970097"/>
                      <a:pt x="4177202" y="4978394"/>
                      <a:pt x="4182989" y="4987038"/>
                    </a:cubicBezTo>
                    <a:cubicBezTo>
                      <a:pt x="4194228" y="5003802"/>
                      <a:pt x="4208326" y="5022853"/>
                      <a:pt x="4209468" y="5041522"/>
                    </a:cubicBezTo>
                    <a:cubicBezTo>
                      <a:pt x="4210087" y="5052096"/>
                      <a:pt x="4213005" y="5062300"/>
                      <a:pt x="4216684" y="5072376"/>
                    </a:cubicBezTo>
                    <a:lnTo>
                      <a:pt x="4222587" y="5087441"/>
                    </a:lnTo>
                    <a:lnTo>
                      <a:pt x="4235615" y="5133220"/>
                    </a:lnTo>
                    <a:lnTo>
                      <a:pt x="4235616" y="5133225"/>
                    </a:lnTo>
                    <a:lnTo>
                      <a:pt x="4228901" y="5166113"/>
                    </a:lnTo>
                    <a:lnTo>
                      <a:pt x="4228901" y="5166114"/>
                    </a:lnTo>
                    <a:cubicBezTo>
                      <a:pt x="4228139" y="5167638"/>
                      <a:pt x="4228712" y="5169781"/>
                      <a:pt x="4229593" y="5172091"/>
                    </a:cubicBezTo>
                    <a:lnTo>
                      <a:pt x="4232139" y="5179068"/>
                    </a:lnTo>
                    <a:cubicBezTo>
                      <a:pt x="4235759" y="5196595"/>
                      <a:pt x="4235807" y="5213598"/>
                      <a:pt x="4231973" y="5229434"/>
                    </a:cubicBezTo>
                    <a:lnTo>
                      <a:pt x="4225669" y="5241089"/>
                    </a:lnTo>
                    <a:lnTo>
                      <a:pt x="4208517" y="5272796"/>
                    </a:lnTo>
                    <a:cubicBezTo>
                      <a:pt x="4196871" y="5285441"/>
                      <a:pt x="4189165" y="5298595"/>
                      <a:pt x="4184613" y="5312288"/>
                    </a:cubicBezTo>
                    <a:lnTo>
                      <a:pt x="4183557" y="5321350"/>
                    </a:lnTo>
                    <a:lnTo>
                      <a:pt x="4181083" y="5326163"/>
                    </a:lnTo>
                    <a:lnTo>
                      <a:pt x="4179637" y="5355014"/>
                    </a:lnTo>
                    <a:lnTo>
                      <a:pt x="4179637" y="5355015"/>
                    </a:lnTo>
                    <a:cubicBezTo>
                      <a:pt x="4180286" y="5364883"/>
                      <a:pt x="4181989" y="5375003"/>
                      <a:pt x="4184513" y="5385385"/>
                    </a:cubicBezTo>
                    <a:cubicBezTo>
                      <a:pt x="4187752" y="5398722"/>
                      <a:pt x="4190038" y="5412058"/>
                      <a:pt x="4192704" y="5425583"/>
                    </a:cubicBezTo>
                    <a:cubicBezTo>
                      <a:pt x="4196514" y="5443871"/>
                      <a:pt x="4200516" y="5462352"/>
                      <a:pt x="4204327" y="5480638"/>
                    </a:cubicBezTo>
                    <a:lnTo>
                      <a:pt x="4208850" y="5507668"/>
                    </a:lnTo>
                    <a:lnTo>
                      <a:pt x="4198232" y="5531692"/>
                    </a:lnTo>
                    <a:lnTo>
                      <a:pt x="4198231" y="5531693"/>
                    </a:lnTo>
                    <a:cubicBezTo>
                      <a:pt x="4191181" y="5537600"/>
                      <a:pt x="4187989" y="5542649"/>
                      <a:pt x="4188085" y="5547578"/>
                    </a:cubicBezTo>
                    <a:lnTo>
                      <a:pt x="4188085" y="5547579"/>
                    </a:lnTo>
                    <a:cubicBezTo>
                      <a:pt x="4188180" y="5552508"/>
                      <a:pt x="4191562" y="5557318"/>
                      <a:pt x="4197659" y="5562747"/>
                    </a:cubicBezTo>
                    <a:cubicBezTo>
                      <a:pt x="4240332" y="5600468"/>
                      <a:pt x="4267003" y="5646190"/>
                      <a:pt x="4268907" y="5704484"/>
                    </a:cubicBezTo>
                    <a:cubicBezTo>
                      <a:pt x="4269289" y="5716486"/>
                      <a:pt x="4271954" y="5728679"/>
                      <a:pt x="4274812" y="5740489"/>
                    </a:cubicBezTo>
                    <a:cubicBezTo>
                      <a:pt x="4276527" y="5747729"/>
                      <a:pt x="4278433" y="5756494"/>
                      <a:pt x="4283578" y="5760874"/>
                    </a:cubicBezTo>
                    <a:cubicBezTo>
                      <a:pt x="4322821" y="5794975"/>
                      <a:pt x="4350063" y="5837458"/>
                      <a:pt x="4371973" y="5883752"/>
                    </a:cubicBezTo>
                    <a:lnTo>
                      <a:pt x="4371974" y="5883757"/>
                    </a:lnTo>
                    <a:lnTo>
                      <a:pt x="4389877" y="5935946"/>
                    </a:lnTo>
                    <a:lnTo>
                      <a:pt x="4389878" y="5935950"/>
                    </a:lnTo>
                    <a:lnTo>
                      <a:pt x="4386259" y="5993290"/>
                    </a:lnTo>
                    <a:lnTo>
                      <a:pt x="4386259" y="5993291"/>
                    </a:lnTo>
                    <a:cubicBezTo>
                      <a:pt x="4385116" y="6004531"/>
                      <a:pt x="4385306" y="6017485"/>
                      <a:pt x="4379782" y="6026440"/>
                    </a:cubicBezTo>
                    <a:cubicBezTo>
                      <a:pt x="4362445" y="6054825"/>
                      <a:pt x="4343778" y="6082258"/>
                      <a:pt x="4323583" y="6108738"/>
                    </a:cubicBezTo>
                    <a:cubicBezTo>
                      <a:pt x="4314914" y="6120074"/>
                      <a:pt x="4309961" y="6126884"/>
                      <a:pt x="4309890" y="6133314"/>
                    </a:cubicBezTo>
                    <a:lnTo>
                      <a:pt x="4309890" y="6133315"/>
                    </a:lnTo>
                    <a:lnTo>
                      <a:pt x="4313591" y="6143190"/>
                    </a:lnTo>
                    <a:lnTo>
                      <a:pt x="4325486" y="6155600"/>
                    </a:lnTo>
                    <a:lnTo>
                      <a:pt x="4325488" y="6155603"/>
                    </a:lnTo>
                    <a:cubicBezTo>
                      <a:pt x="4347778" y="6175798"/>
                      <a:pt x="4359398" y="6200945"/>
                      <a:pt x="4364160" y="6228757"/>
                    </a:cubicBezTo>
                    <a:lnTo>
                      <a:pt x="4381497" y="6361540"/>
                    </a:lnTo>
                    <a:lnTo>
                      <a:pt x="4381497" y="6361539"/>
                    </a:lnTo>
                    <a:cubicBezTo>
                      <a:pt x="4377877" y="6317151"/>
                      <a:pt x="4371590" y="6272764"/>
                      <a:pt x="4364160" y="6228756"/>
                    </a:cubicBezTo>
                    <a:cubicBezTo>
                      <a:pt x="4359398" y="6200944"/>
                      <a:pt x="4347778" y="6175797"/>
                      <a:pt x="4325488" y="6155602"/>
                    </a:cubicBezTo>
                    <a:lnTo>
                      <a:pt x="4325486" y="6155600"/>
                    </a:lnTo>
                    <a:lnTo>
                      <a:pt x="4309890" y="6133315"/>
                    </a:lnTo>
                    <a:lnTo>
                      <a:pt x="4323583" y="6108739"/>
                    </a:lnTo>
                    <a:cubicBezTo>
                      <a:pt x="4343778" y="6082259"/>
                      <a:pt x="4362445" y="6054826"/>
                      <a:pt x="4379782" y="6026441"/>
                    </a:cubicBezTo>
                    <a:cubicBezTo>
                      <a:pt x="4385306" y="6017486"/>
                      <a:pt x="4385116" y="6004532"/>
                      <a:pt x="4386259" y="5993292"/>
                    </a:cubicBezTo>
                    <a:lnTo>
                      <a:pt x="4386259" y="5993290"/>
                    </a:lnTo>
                    <a:lnTo>
                      <a:pt x="4389712" y="5964477"/>
                    </a:lnTo>
                    <a:lnTo>
                      <a:pt x="4389878" y="5935950"/>
                    </a:lnTo>
                    <a:lnTo>
                      <a:pt x="4389878" y="5935949"/>
                    </a:lnTo>
                    <a:lnTo>
                      <a:pt x="4389877" y="5935946"/>
                    </a:lnTo>
                    <a:lnTo>
                      <a:pt x="4382997" y="5909351"/>
                    </a:lnTo>
                    <a:lnTo>
                      <a:pt x="4371974" y="5883757"/>
                    </a:lnTo>
                    <a:lnTo>
                      <a:pt x="4371973" y="5883751"/>
                    </a:lnTo>
                    <a:cubicBezTo>
                      <a:pt x="4350063" y="5837457"/>
                      <a:pt x="4322821" y="5794974"/>
                      <a:pt x="4283578" y="5760873"/>
                    </a:cubicBezTo>
                    <a:cubicBezTo>
                      <a:pt x="4278433" y="5756493"/>
                      <a:pt x="4276527" y="5747728"/>
                      <a:pt x="4274812" y="5740488"/>
                    </a:cubicBezTo>
                    <a:cubicBezTo>
                      <a:pt x="4271954" y="5728678"/>
                      <a:pt x="4269289" y="5716485"/>
                      <a:pt x="4268907" y="5704483"/>
                    </a:cubicBezTo>
                    <a:cubicBezTo>
                      <a:pt x="4267003" y="5646189"/>
                      <a:pt x="4240332" y="5600467"/>
                      <a:pt x="4197659" y="5562746"/>
                    </a:cubicBezTo>
                    <a:lnTo>
                      <a:pt x="4188085" y="5547578"/>
                    </a:lnTo>
                    <a:lnTo>
                      <a:pt x="4198231" y="5531694"/>
                    </a:lnTo>
                    <a:lnTo>
                      <a:pt x="4198232" y="5531692"/>
                    </a:lnTo>
                    <a:lnTo>
                      <a:pt x="4206630" y="5520422"/>
                    </a:lnTo>
                    <a:lnTo>
                      <a:pt x="4208850" y="5507668"/>
                    </a:lnTo>
                    <a:lnTo>
                      <a:pt x="4208850" y="5507667"/>
                    </a:lnTo>
                    <a:cubicBezTo>
                      <a:pt x="4208803" y="5498832"/>
                      <a:pt x="4206231" y="5489497"/>
                      <a:pt x="4204327" y="5480637"/>
                    </a:cubicBezTo>
                    <a:cubicBezTo>
                      <a:pt x="4200516" y="5462351"/>
                      <a:pt x="4196514" y="5443870"/>
                      <a:pt x="4192704" y="5425582"/>
                    </a:cubicBezTo>
                    <a:cubicBezTo>
                      <a:pt x="4190038" y="5412057"/>
                      <a:pt x="4187752" y="5398721"/>
                      <a:pt x="4184513" y="5385384"/>
                    </a:cubicBezTo>
                    <a:lnTo>
                      <a:pt x="4179637" y="5355014"/>
                    </a:lnTo>
                    <a:lnTo>
                      <a:pt x="4183557" y="5321350"/>
                    </a:lnTo>
                    <a:lnTo>
                      <a:pt x="4208517" y="5272797"/>
                    </a:lnTo>
                    <a:lnTo>
                      <a:pt x="4225669" y="5241089"/>
                    </a:lnTo>
                    <a:lnTo>
                      <a:pt x="4231973" y="5229433"/>
                    </a:lnTo>
                    <a:lnTo>
                      <a:pt x="4232139" y="5179068"/>
                    </a:lnTo>
                    <a:lnTo>
                      <a:pt x="4232139" y="5179067"/>
                    </a:lnTo>
                    <a:cubicBezTo>
                      <a:pt x="4231663" y="5176876"/>
                      <a:pt x="4230473" y="5174400"/>
                      <a:pt x="4229593" y="5172090"/>
                    </a:cubicBezTo>
                    <a:lnTo>
                      <a:pt x="4228901" y="5166114"/>
                    </a:lnTo>
                    <a:lnTo>
                      <a:pt x="4235616" y="5133225"/>
                    </a:lnTo>
                    <a:lnTo>
                      <a:pt x="4235616" y="5133224"/>
                    </a:lnTo>
                    <a:lnTo>
                      <a:pt x="4235615" y="5133220"/>
                    </a:lnTo>
                    <a:lnTo>
                      <a:pt x="4228473" y="5102461"/>
                    </a:lnTo>
                    <a:lnTo>
                      <a:pt x="4222587" y="5087441"/>
                    </a:lnTo>
                    <a:lnTo>
                      <a:pt x="4222582" y="5087423"/>
                    </a:lnTo>
                    <a:cubicBezTo>
                      <a:pt x="4216496" y="5072411"/>
                      <a:pt x="4210397" y="5057381"/>
                      <a:pt x="4209468" y="5041521"/>
                    </a:cubicBezTo>
                    <a:cubicBezTo>
                      <a:pt x="4208326" y="5022852"/>
                      <a:pt x="4194228" y="5003801"/>
                      <a:pt x="4182989" y="4987037"/>
                    </a:cubicBezTo>
                    <a:lnTo>
                      <a:pt x="4165707" y="4957454"/>
                    </a:lnTo>
                    <a:lnTo>
                      <a:pt x="4158155" y="4933805"/>
                    </a:lnTo>
                    <a:lnTo>
                      <a:pt x="4159557" y="4912169"/>
                    </a:lnTo>
                    <a:cubicBezTo>
                      <a:pt x="4161319" y="4904358"/>
                      <a:pt x="4161831" y="4896714"/>
                      <a:pt x="4161262" y="4889276"/>
                    </a:cubicBezTo>
                    <a:lnTo>
                      <a:pt x="4161262" y="4889275"/>
                    </a:lnTo>
                    <a:lnTo>
                      <a:pt x="4156484" y="4867614"/>
                    </a:lnTo>
                    <a:lnTo>
                      <a:pt x="4153733" y="4863343"/>
                    </a:lnTo>
                    <a:lnTo>
                      <a:pt x="4151983" y="4857317"/>
                    </a:lnTo>
                    <a:cubicBezTo>
                      <a:pt x="4146840" y="4847214"/>
                      <a:pt x="4139839" y="4837703"/>
                      <a:pt x="4131552" y="4828916"/>
                    </a:cubicBezTo>
                    <a:lnTo>
                      <a:pt x="4116716" y="4800483"/>
                    </a:lnTo>
                    <a:lnTo>
                      <a:pt x="4118025" y="4767765"/>
                    </a:lnTo>
                    <a:cubicBezTo>
                      <a:pt x="4123931" y="4738236"/>
                      <a:pt x="4124313" y="4707565"/>
                      <a:pt x="4127932" y="4677656"/>
                    </a:cubicBezTo>
                    <a:cubicBezTo>
                      <a:pt x="4128694" y="4671177"/>
                      <a:pt x="4131362" y="4662987"/>
                      <a:pt x="4135934" y="4659175"/>
                    </a:cubicBezTo>
                    <a:cubicBezTo>
                      <a:pt x="4192704" y="4612501"/>
                      <a:pt x="4193276" y="4546777"/>
                      <a:pt x="4195944" y="4482005"/>
                    </a:cubicBezTo>
                    <a:cubicBezTo>
                      <a:pt x="4197659" y="4442762"/>
                      <a:pt x="4197659" y="4403326"/>
                      <a:pt x="4196706" y="4363891"/>
                    </a:cubicBezTo>
                    <a:lnTo>
                      <a:pt x="4196706" y="4363890"/>
                    </a:lnTo>
                    <a:cubicBezTo>
                      <a:pt x="4196514" y="4350554"/>
                      <a:pt x="4193466" y="4336457"/>
                      <a:pt x="4187752" y="4324645"/>
                    </a:cubicBezTo>
                    <a:cubicBezTo>
                      <a:pt x="4175749" y="4300070"/>
                      <a:pt x="4160129" y="4277401"/>
                      <a:pt x="4147936" y="4253014"/>
                    </a:cubicBezTo>
                    <a:close/>
                    <a:moveTo>
                      <a:pt x="4211111" y="2836172"/>
                    </a:moveTo>
                    <a:lnTo>
                      <a:pt x="4202421" y="2848793"/>
                    </a:lnTo>
                    <a:cubicBezTo>
                      <a:pt x="4197421" y="2865010"/>
                      <a:pt x="4191562" y="2881307"/>
                      <a:pt x="4186816" y="2897785"/>
                    </a:cubicBezTo>
                    <a:lnTo>
                      <a:pt x="4185787" y="2903551"/>
                    </a:lnTo>
                    <a:lnTo>
                      <a:pt x="4182513" y="2914328"/>
                    </a:lnTo>
                    <a:lnTo>
                      <a:pt x="4177882" y="2947858"/>
                    </a:lnTo>
                    <a:lnTo>
                      <a:pt x="4177881" y="2947862"/>
                    </a:lnTo>
                    <a:lnTo>
                      <a:pt x="4177881" y="2947863"/>
                    </a:lnTo>
                    <a:cubicBezTo>
                      <a:pt x="4177512" y="2959157"/>
                      <a:pt x="4178512" y="2970576"/>
                      <a:pt x="4181465" y="2982149"/>
                    </a:cubicBezTo>
                    <a:lnTo>
                      <a:pt x="4193158" y="3077402"/>
                    </a:lnTo>
                    <a:lnTo>
                      <a:pt x="4180703" y="3172654"/>
                    </a:lnTo>
                    <a:cubicBezTo>
                      <a:pt x="4154794" y="3276480"/>
                      <a:pt x="4127362" y="3380305"/>
                      <a:pt x="4133076" y="3489467"/>
                    </a:cubicBezTo>
                    <a:cubicBezTo>
                      <a:pt x="4134028" y="3507563"/>
                      <a:pt x="4122407" y="3529090"/>
                      <a:pt x="4110977" y="3544713"/>
                    </a:cubicBezTo>
                    <a:cubicBezTo>
                      <a:pt x="4100119" y="3559668"/>
                      <a:pt x="4094260" y="3566812"/>
                      <a:pt x="4093355" y="3574408"/>
                    </a:cubicBezTo>
                    <a:lnTo>
                      <a:pt x="4093355" y="3574409"/>
                    </a:lnTo>
                    <a:cubicBezTo>
                      <a:pt x="4092450" y="3582005"/>
                      <a:pt x="4096499" y="3590054"/>
                      <a:pt x="4105453" y="3606818"/>
                    </a:cubicBezTo>
                    <a:cubicBezTo>
                      <a:pt x="4109835" y="3614820"/>
                      <a:pt x="4112501" y="3624726"/>
                      <a:pt x="4118979" y="3630633"/>
                    </a:cubicBezTo>
                    <a:lnTo>
                      <a:pt x="4136708" y="3654416"/>
                    </a:lnTo>
                    <a:lnTo>
                      <a:pt x="4140382" y="3668940"/>
                    </a:lnTo>
                    <a:lnTo>
                      <a:pt x="4143220" y="3680164"/>
                    </a:lnTo>
                    <a:lnTo>
                      <a:pt x="4139172" y="3734837"/>
                    </a:lnTo>
                    <a:lnTo>
                      <a:pt x="4139172" y="3734838"/>
                    </a:lnTo>
                    <a:cubicBezTo>
                      <a:pt x="4138220" y="3741316"/>
                      <a:pt x="4136886" y="3749126"/>
                      <a:pt x="4139554" y="3754653"/>
                    </a:cubicBezTo>
                    <a:lnTo>
                      <a:pt x="4145911" y="3789776"/>
                    </a:lnTo>
                    <a:lnTo>
                      <a:pt x="4130980" y="3822472"/>
                    </a:lnTo>
                    <a:cubicBezTo>
                      <a:pt x="4123932" y="3831902"/>
                      <a:pt x="4118312" y="3842046"/>
                      <a:pt x="4116645" y="3852619"/>
                    </a:cubicBezTo>
                    <a:lnTo>
                      <a:pt x="4116645" y="3852620"/>
                    </a:lnTo>
                    <a:lnTo>
                      <a:pt x="4117425" y="3868764"/>
                    </a:lnTo>
                    <a:lnTo>
                      <a:pt x="4126028" y="3885337"/>
                    </a:lnTo>
                    <a:lnTo>
                      <a:pt x="4126028" y="3885339"/>
                    </a:lnTo>
                    <a:cubicBezTo>
                      <a:pt x="4135744" y="3897722"/>
                      <a:pt x="4143150" y="3910319"/>
                      <a:pt x="4148409" y="3923125"/>
                    </a:cubicBezTo>
                    <a:lnTo>
                      <a:pt x="4157913" y="3962160"/>
                    </a:lnTo>
                    <a:lnTo>
                      <a:pt x="4142221" y="4043838"/>
                    </a:lnTo>
                    <a:lnTo>
                      <a:pt x="4142220" y="4043839"/>
                    </a:lnTo>
                    <a:cubicBezTo>
                      <a:pt x="4133457" y="4063842"/>
                      <a:pt x="4128075" y="4083702"/>
                      <a:pt x="4127099" y="4103825"/>
                    </a:cubicBezTo>
                    <a:lnTo>
                      <a:pt x="4127099" y="4103826"/>
                    </a:lnTo>
                    <a:lnTo>
                      <a:pt x="4129066" y="4134256"/>
                    </a:lnTo>
                    <a:lnTo>
                      <a:pt x="4138410" y="4165382"/>
                    </a:lnTo>
                    <a:lnTo>
                      <a:pt x="4138410" y="4165384"/>
                    </a:lnTo>
                    <a:lnTo>
                      <a:pt x="4142315" y="4192388"/>
                    </a:lnTo>
                    <a:lnTo>
                      <a:pt x="4142315" y="4192387"/>
                    </a:lnTo>
                    <a:cubicBezTo>
                      <a:pt x="4142411" y="4182767"/>
                      <a:pt x="4141839" y="4173480"/>
                      <a:pt x="4138410" y="4165383"/>
                    </a:cubicBezTo>
                    <a:lnTo>
                      <a:pt x="4138410" y="4165382"/>
                    </a:lnTo>
                    <a:lnTo>
                      <a:pt x="4127099" y="4103826"/>
                    </a:lnTo>
                    <a:lnTo>
                      <a:pt x="4142220" y="4043840"/>
                    </a:lnTo>
                    <a:lnTo>
                      <a:pt x="4142221" y="4043838"/>
                    </a:lnTo>
                    <a:lnTo>
                      <a:pt x="4155523" y="4002410"/>
                    </a:lnTo>
                    <a:lnTo>
                      <a:pt x="4157913" y="3962160"/>
                    </a:lnTo>
                    <a:lnTo>
                      <a:pt x="4157913" y="3962159"/>
                    </a:lnTo>
                    <a:cubicBezTo>
                      <a:pt x="4155651" y="3935727"/>
                      <a:pt x="4145460" y="3910104"/>
                      <a:pt x="4126028" y="3885338"/>
                    </a:cubicBezTo>
                    <a:lnTo>
                      <a:pt x="4126028" y="3885337"/>
                    </a:lnTo>
                    <a:lnTo>
                      <a:pt x="4116645" y="3852620"/>
                    </a:lnTo>
                    <a:lnTo>
                      <a:pt x="4130980" y="3822473"/>
                    </a:lnTo>
                    <a:cubicBezTo>
                      <a:pt x="4139172" y="3811614"/>
                      <a:pt x="4144316" y="3800897"/>
                      <a:pt x="4145911" y="3789777"/>
                    </a:cubicBezTo>
                    <a:lnTo>
                      <a:pt x="4145911" y="3789776"/>
                    </a:lnTo>
                    <a:cubicBezTo>
                      <a:pt x="4147507" y="3778655"/>
                      <a:pt x="4145554" y="3767130"/>
                      <a:pt x="4139554" y="3754652"/>
                    </a:cubicBezTo>
                    <a:lnTo>
                      <a:pt x="4139172" y="3734838"/>
                    </a:lnTo>
                    <a:lnTo>
                      <a:pt x="4143220" y="3680164"/>
                    </a:lnTo>
                    <a:lnTo>
                      <a:pt x="4143220" y="3680163"/>
                    </a:lnTo>
                    <a:lnTo>
                      <a:pt x="4140382" y="3668940"/>
                    </a:lnTo>
                    <a:lnTo>
                      <a:pt x="4136708" y="3654416"/>
                    </a:lnTo>
                    <a:lnTo>
                      <a:pt x="4136708" y="3654416"/>
                    </a:lnTo>
                    <a:lnTo>
                      <a:pt x="4136708" y="3654415"/>
                    </a:lnTo>
                    <a:cubicBezTo>
                      <a:pt x="4132898" y="3646123"/>
                      <a:pt x="4127219" y="3638157"/>
                      <a:pt x="4118979" y="3630632"/>
                    </a:cubicBezTo>
                    <a:cubicBezTo>
                      <a:pt x="4112501" y="3624725"/>
                      <a:pt x="4109835" y="3614819"/>
                      <a:pt x="4105453" y="3606817"/>
                    </a:cubicBezTo>
                    <a:cubicBezTo>
                      <a:pt x="4100976" y="3598435"/>
                      <a:pt x="4097725" y="3592232"/>
                      <a:pt x="4095707" y="3587174"/>
                    </a:cubicBezTo>
                    <a:lnTo>
                      <a:pt x="4093355" y="3574408"/>
                    </a:lnTo>
                    <a:lnTo>
                      <a:pt x="4098434" y="3562321"/>
                    </a:lnTo>
                    <a:cubicBezTo>
                      <a:pt x="4101369" y="3557716"/>
                      <a:pt x="4105548" y="3552191"/>
                      <a:pt x="4110977" y="3544714"/>
                    </a:cubicBezTo>
                    <a:cubicBezTo>
                      <a:pt x="4122407" y="3529091"/>
                      <a:pt x="4134028" y="3507564"/>
                      <a:pt x="4133076" y="3489468"/>
                    </a:cubicBezTo>
                    <a:cubicBezTo>
                      <a:pt x="4127362" y="3380306"/>
                      <a:pt x="4154794" y="3276481"/>
                      <a:pt x="4180703" y="3172655"/>
                    </a:cubicBezTo>
                    <a:cubicBezTo>
                      <a:pt x="4188705" y="3140650"/>
                      <a:pt x="4192943" y="3109026"/>
                      <a:pt x="4193158" y="3077402"/>
                    </a:cubicBezTo>
                    <a:lnTo>
                      <a:pt x="4193158" y="3077401"/>
                    </a:lnTo>
                    <a:cubicBezTo>
                      <a:pt x="4193372" y="3045777"/>
                      <a:pt x="4189562" y="3014153"/>
                      <a:pt x="4181465" y="2982148"/>
                    </a:cubicBezTo>
                    <a:lnTo>
                      <a:pt x="4177881" y="2947863"/>
                    </a:lnTo>
                    <a:lnTo>
                      <a:pt x="4177882" y="2947858"/>
                    </a:lnTo>
                    <a:lnTo>
                      <a:pt x="4185787" y="2903551"/>
                    </a:lnTo>
                    <a:lnTo>
                      <a:pt x="4202421" y="2848794"/>
                    </a:lnTo>
                    <a:cubicBezTo>
                      <a:pt x="4203754" y="2844317"/>
                      <a:pt x="4207040" y="2839983"/>
                      <a:pt x="4211111" y="2836173"/>
                    </a:cubicBezTo>
                    <a:close/>
                    <a:moveTo>
                      <a:pt x="3726625" y="1508458"/>
                    </a:moveTo>
                    <a:lnTo>
                      <a:pt x="3698531" y="1596214"/>
                    </a:lnTo>
                    <a:cubicBezTo>
                      <a:pt x="3696054" y="1604979"/>
                      <a:pt x="3697579" y="1615837"/>
                      <a:pt x="3700436" y="1624981"/>
                    </a:cubicBezTo>
                    <a:cubicBezTo>
                      <a:pt x="3710152" y="1656224"/>
                      <a:pt x="3734537" y="1676037"/>
                      <a:pt x="3757017" y="1697754"/>
                    </a:cubicBezTo>
                    <a:cubicBezTo>
                      <a:pt x="3766924" y="1707280"/>
                      <a:pt x="3773972" y="1720424"/>
                      <a:pt x="3779686" y="1733189"/>
                    </a:cubicBezTo>
                    <a:cubicBezTo>
                      <a:pt x="3794357" y="1766336"/>
                      <a:pt x="3807501" y="1800247"/>
                      <a:pt x="3821407" y="1833776"/>
                    </a:cubicBezTo>
                    <a:cubicBezTo>
                      <a:pt x="3822741" y="1837014"/>
                      <a:pt x="3826170" y="1839680"/>
                      <a:pt x="3829028" y="1842159"/>
                    </a:cubicBezTo>
                    <a:cubicBezTo>
                      <a:pt x="3859129" y="1866923"/>
                      <a:pt x="3889418" y="1891498"/>
                      <a:pt x="3919519" y="1916455"/>
                    </a:cubicBezTo>
                    <a:cubicBezTo>
                      <a:pt x="3925233" y="1921217"/>
                      <a:pt x="3929425" y="1928077"/>
                      <a:pt x="3934949" y="1933220"/>
                    </a:cubicBezTo>
                    <a:cubicBezTo>
                      <a:pt x="3942569" y="1940460"/>
                      <a:pt x="3949810" y="1949604"/>
                      <a:pt x="3958954" y="1953414"/>
                    </a:cubicBezTo>
                    <a:cubicBezTo>
                      <a:pt x="3987719" y="1965225"/>
                      <a:pt x="4000103" y="1987895"/>
                      <a:pt x="4005437" y="2016470"/>
                    </a:cubicBezTo>
                    <a:cubicBezTo>
                      <a:pt x="4010390" y="2042571"/>
                      <a:pt x="4014582" y="2068670"/>
                      <a:pt x="4020296" y="2094579"/>
                    </a:cubicBezTo>
                    <a:cubicBezTo>
                      <a:pt x="4027154" y="2126202"/>
                      <a:pt x="4034584" y="2157637"/>
                      <a:pt x="4042967" y="2188880"/>
                    </a:cubicBezTo>
                    <a:cubicBezTo>
                      <a:pt x="4046587" y="2202405"/>
                      <a:pt x="4050777" y="2216693"/>
                      <a:pt x="4058207" y="2228315"/>
                    </a:cubicBezTo>
                    <a:cubicBezTo>
                      <a:pt x="4078782" y="2260891"/>
                      <a:pt x="4092688" y="2295754"/>
                      <a:pt x="4087164" y="2334045"/>
                    </a:cubicBezTo>
                    <a:cubicBezTo>
                      <a:pt x="4082782" y="2364716"/>
                      <a:pt x="4094022" y="2390435"/>
                      <a:pt x="4111549" y="2409486"/>
                    </a:cubicBezTo>
                    <a:cubicBezTo>
                      <a:pt x="4119503" y="2418155"/>
                      <a:pt x="4125016" y="2426977"/>
                      <a:pt x="4128650" y="2435913"/>
                    </a:cubicBezTo>
                    <a:lnTo>
                      <a:pt x="4134481" y="2463018"/>
                    </a:lnTo>
                    <a:lnTo>
                      <a:pt x="4125839" y="2518262"/>
                    </a:lnTo>
                    <a:lnTo>
                      <a:pt x="4125838" y="2518264"/>
                    </a:lnTo>
                    <a:cubicBezTo>
                      <a:pt x="4123171" y="2527790"/>
                      <a:pt x="4122027" y="2536457"/>
                      <a:pt x="4122194" y="2545006"/>
                    </a:cubicBezTo>
                    <a:lnTo>
                      <a:pt x="4122194" y="2545007"/>
                    </a:lnTo>
                    <a:cubicBezTo>
                      <a:pt x="4122360" y="2553556"/>
                      <a:pt x="4123837" y="2561986"/>
                      <a:pt x="4126408" y="2571035"/>
                    </a:cubicBezTo>
                    <a:cubicBezTo>
                      <a:pt x="4138410" y="2612946"/>
                      <a:pt x="4170987" y="2640951"/>
                      <a:pt x="4199563" y="2668002"/>
                    </a:cubicBezTo>
                    <a:cubicBezTo>
                      <a:pt x="4223947" y="2691055"/>
                      <a:pt x="4237663" y="2716964"/>
                      <a:pt x="4247953" y="2745349"/>
                    </a:cubicBezTo>
                    <a:lnTo>
                      <a:pt x="4247954" y="2745352"/>
                    </a:lnTo>
                    <a:lnTo>
                      <a:pt x="4253873" y="2778006"/>
                    </a:lnTo>
                    <a:lnTo>
                      <a:pt x="4253453" y="2785440"/>
                    </a:lnTo>
                    <a:lnTo>
                      <a:pt x="4243374" y="2811780"/>
                    </a:lnTo>
                    <a:lnTo>
                      <a:pt x="4243371" y="2811787"/>
                    </a:lnTo>
                    <a:lnTo>
                      <a:pt x="4243372" y="2811787"/>
                    </a:lnTo>
                    <a:lnTo>
                      <a:pt x="4243374" y="2811780"/>
                    </a:lnTo>
                    <a:lnTo>
                      <a:pt x="4253025" y="2793023"/>
                    </a:lnTo>
                    <a:lnTo>
                      <a:pt x="4253453" y="2785440"/>
                    </a:lnTo>
                    <a:lnTo>
                      <a:pt x="4254654" y="2782305"/>
                    </a:lnTo>
                    <a:lnTo>
                      <a:pt x="4253873" y="2778006"/>
                    </a:lnTo>
                    <a:lnTo>
                      <a:pt x="4254284" y="2770758"/>
                    </a:lnTo>
                    <a:lnTo>
                      <a:pt x="4247954" y="2745352"/>
                    </a:lnTo>
                    <a:lnTo>
                      <a:pt x="4247953" y="2745348"/>
                    </a:lnTo>
                    <a:cubicBezTo>
                      <a:pt x="4237663" y="2716963"/>
                      <a:pt x="4223947" y="2691054"/>
                      <a:pt x="4199563" y="2668001"/>
                    </a:cubicBezTo>
                    <a:cubicBezTo>
                      <a:pt x="4170987" y="2640950"/>
                      <a:pt x="4138410" y="2612945"/>
                      <a:pt x="4126408" y="2571034"/>
                    </a:cubicBezTo>
                    <a:lnTo>
                      <a:pt x="4122194" y="2545007"/>
                    </a:lnTo>
                    <a:lnTo>
                      <a:pt x="4125838" y="2518265"/>
                    </a:lnTo>
                    <a:lnTo>
                      <a:pt x="4125839" y="2518262"/>
                    </a:lnTo>
                    <a:lnTo>
                      <a:pt x="4132419" y="2490551"/>
                    </a:lnTo>
                    <a:lnTo>
                      <a:pt x="4134481" y="2463018"/>
                    </a:lnTo>
                    <a:lnTo>
                      <a:pt x="4134481" y="2463017"/>
                    </a:lnTo>
                    <a:cubicBezTo>
                      <a:pt x="4133600" y="2444777"/>
                      <a:pt x="4127457" y="2426822"/>
                      <a:pt x="4111549" y="2409485"/>
                    </a:cubicBezTo>
                    <a:cubicBezTo>
                      <a:pt x="4094022" y="2390434"/>
                      <a:pt x="4082782" y="2364715"/>
                      <a:pt x="4087164" y="2334044"/>
                    </a:cubicBezTo>
                    <a:cubicBezTo>
                      <a:pt x="4092688" y="2295753"/>
                      <a:pt x="4078782" y="2260890"/>
                      <a:pt x="4058207" y="2228314"/>
                    </a:cubicBezTo>
                    <a:cubicBezTo>
                      <a:pt x="4050777" y="2216692"/>
                      <a:pt x="4046587" y="2202404"/>
                      <a:pt x="4042967" y="2188879"/>
                    </a:cubicBezTo>
                    <a:cubicBezTo>
                      <a:pt x="4034584" y="2157636"/>
                      <a:pt x="4027154" y="2126201"/>
                      <a:pt x="4020296" y="2094578"/>
                    </a:cubicBezTo>
                    <a:cubicBezTo>
                      <a:pt x="4014582" y="2068669"/>
                      <a:pt x="4010390" y="2042570"/>
                      <a:pt x="4005437" y="2016469"/>
                    </a:cubicBezTo>
                    <a:cubicBezTo>
                      <a:pt x="4000103" y="1987894"/>
                      <a:pt x="3987719" y="1965224"/>
                      <a:pt x="3958954" y="1953413"/>
                    </a:cubicBezTo>
                    <a:cubicBezTo>
                      <a:pt x="3949810" y="1949603"/>
                      <a:pt x="3942569" y="1940459"/>
                      <a:pt x="3934949" y="1933219"/>
                    </a:cubicBezTo>
                    <a:cubicBezTo>
                      <a:pt x="3929425" y="1928076"/>
                      <a:pt x="3925233" y="1921216"/>
                      <a:pt x="3919519" y="1916454"/>
                    </a:cubicBezTo>
                    <a:cubicBezTo>
                      <a:pt x="3889418" y="1891497"/>
                      <a:pt x="3859129" y="1866922"/>
                      <a:pt x="3829028" y="1842158"/>
                    </a:cubicBezTo>
                    <a:cubicBezTo>
                      <a:pt x="3826170" y="1839679"/>
                      <a:pt x="3822741" y="1837013"/>
                      <a:pt x="3821407" y="1833775"/>
                    </a:cubicBezTo>
                    <a:cubicBezTo>
                      <a:pt x="3807501" y="1800246"/>
                      <a:pt x="3794358" y="1766335"/>
                      <a:pt x="3779686" y="1733188"/>
                    </a:cubicBezTo>
                    <a:cubicBezTo>
                      <a:pt x="3773972" y="1720423"/>
                      <a:pt x="3766924" y="1707279"/>
                      <a:pt x="3757018" y="1697753"/>
                    </a:cubicBezTo>
                    <a:cubicBezTo>
                      <a:pt x="3734538" y="1676036"/>
                      <a:pt x="3710152" y="1656223"/>
                      <a:pt x="3700436" y="1624980"/>
                    </a:cubicBezTo>
                    <a:cubicBezTo>
                      <a:pt x="3697580" y="1615836"/>
                      <a:pt x="3696055" y="1604978"/>
                      <a:pt x="3698532" y="1596213"/>
                    </a:cubicBezTo>
                    <a:close/>
                    <a:moveTo>
                      <a:pt x="3745230" y="1459073"/>
                    </a:moveTo>
                    <a:lnTo>
                      <a:pt x="3745229" y="1459074"/>
                    </a:lnTo>
                    <a:lnTo>
                      <a:pt x="3736012" y="1481572"/>
                    </a:lnTo>
                    <a:close/>
                    <a:moveTo>
                      <a:pt x="3764423" y="1268758"/>
                    </a:moveTo>
                    <a:cubicBezTo>
                      <a:pt x="3764875" y="1275402"/>
                      <a:pt x="3766447" y="1281689"/>
                      <a:pt x="3769590" y="1286070"/>
                    </a:cubicBezTo>
                    <a:cubicBezTo>
                      <a:pt x="3784163" y="1306930"/>
                      <a:pt x="3790403" y="1328553"/>
                      <a:pt x="3791927" y="1350628"/>
                    </a:cubicBezTo>
                    <a:lnTo>
                      <a:pt x="3786333" y="1413840"/>
                    </a:lnTo>
                    <a:lnTo>
                      <a:pt x="3791928" y="1350627"/>
                    </a:lnTo>
                    <a:cubicBezTo>
                      <a:pt x="3790403" y="1328552"/>
                      <a:pt x="3784164" y="1306930"/>
                      <a:pt x="3769590" y="1286069"/>
                    </a:cubicBezTo>
                    <a:close/>
                    <a:moveTo>
                      <a:pt x="3706152" y="773035"/>
                    </a:moveTo>
                    <a:lnTo>
                      <a:pt x="3706152" y="773036"/>
                    </a:lnTo>
                    <a:cubicBezTo>
                      <a:pt x="3708438" y="800277"/>
                      <a:pt x="3711676" y="827330"/>
                      <a:pt x="3714152" y="854380"/>
                    </a:cubicBezTo>
                    <a:cubicBezTo>
                      <a:pt x="3716438" y="878957"/>
                      <a:pt x="3717200" y="903723"/>
                      <a:pt x="3745205" y="915344"/>
                    </a:cubicBezTo>
                    <a:cubicBezTo>
                      <a:pt x="3749587" y="917060"/>
                      <a:pt x="3752825" y="922774"/>
                      <a:pt x="3755683" y="927156"/>
                    </a:cubicBezTo>
                    <a:cubicBezTo>
                      <a:pt x="3799691" y="994786"/>
                      <a:pt x="3798547" y="1030981"/>
                      <a:pt x="3752063" y="1097088"/>
                    </a:cubicBezTo>
                    <a:cubicBezTo>
                      <a:pt x="3747301" y="1103946"/>
                      <a:pt x="3743871" y="1118614"/>
                      <a:pt x="3747681" y="1123186"/>
                    </a:cubicBezTo>
                    <a:cubicBezTo>
                      <a:pt x="3763493" y="1142618"/>
                      <a:pt x="3770542" y="1162954"/>
                      <a:pt x="3772400" y="1184029"/>
                    </a:cubicBezTo>
                    <a:cubicBezTo>
                      <a:pt x="3770542" y="1162954"/>
                      <a:pt x="3763494" y="1142617"/>
                      <a:pt x="3747682" y="1123185"/>
                    </a:cubicBezTo>
                    <a:cubicBezTo>
                      <a:pt x="3743872" y="1118613"/>
                      <a:pt x="3747302" y="1103945"/>
                      <a:pt x="3752064" y="1097087"/>
                    </a:cubicBezTo>
                    <a:cubicBezTo>
                      <a:pt x="3798548" y="1030980"/>
                      <a:pt x="3799692" y="994785"/>
                      <a:pt x="3755684" y="927155"/>
                    </a:cubicBezTo>
                    <a:cubicBezTo>
                      <a:pt x="3752826" y="922773"/>
                      <a:pt x="3749588" y="917059"/>
                      <a:pt x="3745206" y="915343"/>
                    </a:cubicBezTo>
                    <a:cubicBezTo>
                      <a:pt x="3717200" y="903722"/>
                      <a:pt x="3716438" y="878956"/>
                      <a:pt x="3714152" y="854379"/>
                    </a:cubicBezTo>
                    <a:close/>
                    <a:moveTo>
                      <a:pt x="3761553" y="517851"/>
                    </a:moveTo>
                    <a:lnTo>
                      <a:pt x="3752635" y="556048"/>
                    </a:lnTo>
                    <a:cubicBezTo>
                      <a:pt x="3750539" y="564049"/>
                      <a:pt x="3745015" y="572623"/>
                      <a:pt x="3746157" y="580051"/>
                    </a:cubicBezTo>
                    <a:cubicBezTo>
                      <a:pt x="3749491" y="601579"/>
                      <a:pt x="3747062" y="622201"/>
                      <a:pt x="3742776" y="642538"/>
                    </a:cubicBezTo>
                    <a:lnTo>
                      <a:pt x="3730253" y="694928"/>
                    </a:lnTo>
                    <a:lnTo>
                      <a:pt x="3742777" y="642537"/>
                    </a:lnTo>
                    <a:cubicBezTo>
                      <a:pt x="3747063" y="622201"/>
                      <a:pt x="3749492" y="601578"/>
                      <a:pt x="3746158" y="580050"/>
                    </a:cubicBezTo>
                    <a:cubicBezTo>
                      <a:pt x="3745016" y="572622"/>
                      <a:pt x="3750540" y="564048"/>
                      <a:pt x="3752636" y="556047"/>
                    </a:cubicBezTo>
                    <a:close/>
                    <a:moveTo>
                      <a:pt x="3774848" y="298169"/>
                    </a:moveTo>
                    <a:lnTo>
                      <a:pt x="3760065" y="313534"/>
                    </a:lnTo>
                    <a:cubicBezTo>
                      <a:pt x="3755873" y="316390"/>
                      <a:pt x="3758159" y="330299"/>
                      <a:pt x="3759493" y="338871"/>
                    </a:cubicBezTo>
                    <a:lnTo>
                      <a:pt x="3759500" y="338900"/>
                    </a:lnTo>
                    <a:lnTo>
                      <a:pt x="3769400" y="395640"/>
                    </a:lnTo>
                    <a:lnTo>
                      <a:pt x="3765590" y="367328"/>
                    </a:lnTo>
                    <a:lnTo>
                      <a:pt x="3759500" y="338900"/>
                    </a:lnTo>
                    <a:lnTo>
                      <a:pt x="3759494" y="338870"/>
                    </a:lnTo>
                    <a:cubicBezTo>
                      <a:pt x="3758160" y="330298"/>
                      <a:pt x="3755874" y="316389"/>
                      <a:pt x="3760066" y="313533"/>
                    </a:cubicBezTo>
                    <a:close/>
                    <a:moveTo>
                      <a:pt x="3782393" y="281568"/>
                    </a:moveTo>
                    <a:lnTo>
                      <a:pt x="3777498" y="295415"/>
                    </a:lnTo>
                    <a:lnTo>
                      <a:pt x="3777499" y="295415"/>
                    </a:lnTo>
                    <a:close/>
                    <a:moveTo>
                      <a:pt x="3769073" y="24486"/>
                    </a:moveTo>
                    <a:lnTo>
                      <a:pt x="3766810" y="74129"/>
                    </a:lnTo>
                    <a:cubicBezTo>
                      <a:pt x="3767733" y="91492"/>
                      <a:pt x="3770043" y="108703"/>
                      <a:pt x="3772734" y="125861"/>
                    </a:cubicBezTo>
                    <a:lnTo>
                      <a:pt x="3777129" y="153387"/>
                    </a:lnTo>
                    <a:lnTo>
                      <a:pt x="3785402" y="228944"/>
                    </a:lnTo>
                    <a:lnTo>
                      <a:pt x="3780943" y="177271"/>
                    </a:lnTo>
                    <a:lnTo>
                      <a:pt x="3777129" y="153387"/>
                    </a:lnTo>
                    <a:lnTo>
                      <a:pt x="3776930" y="151569"/>
                    </a:lnTo>
                    <a:cubicBezTo>
                      <a:pt x="3772700" y="125876"/>
                      <a:pt x="3768195" y="100174"/>
                      <a:pt x="3766811" y="74129"/>
                    </a:cubicBezTo>
                    <a:close/>
                    <a:moveTo>
                      <a:pt x="3766492" y="0"/>
                    </a:moveTo>
                    <a:lnTo>
                      <a:pt x="4230600" y="0"/>
                    </a:lnTo>
                    <a:lnTo>
                      <a:pt x="4229473" y="2817"/>
                    </a:lnTo>
                    <a:cubicBezTo>
                      <a:pt x="4221092" y="21486"/>
                      <a:pt x="4218423" y="43012"/>
                      <a:pt x="4215375" y="63587"/>
                    </a:cubicBezTo>
                    <a:cubicBezTo>
                      <a:pt x="4209851" y="101308"/>
                      <a:pt x="4206421" y="139219"/>
                      <a:pt x="4201468" y="176939"/>
                    </a:cubicBezTo>
                    <a:cubicBezTo>
                      <a:pt x="4200325" y="184941"/>
                      <a:pt x="4198231" y="194085"/>
                      <a:pt x="4193466" y="200182"/>
                    </a:cubicBezTo>
                    <a:cubicBezTo>
                      <a:pt x="4161461" y="241901"/>
                      <a:pt x="4152508" y="292579"/>
                      <a:pt x="4155554" y="340774"/>
                    </a:cubicBezTo>
                    <a:cubicBezTo>
                      <a:pt x="4157843" y="378686"/>
                      <a:pt x="4159557" y="415835"/>
                      <a:pt x="4156319" y="453364"/>
                    </a:cubicBezTo>
                    <a:cubicBezTo>
                      <a:pt x="4156127" y="456222"/>
                      <a:pt x="4156509" y="460032"/>
                      <a:pt x="4158033" y="462126"/>
                    </a:cubicBezTo>
                    <a:cubicBezTo>
                      <a:pt x="4168129" y="475081"/>
                      <a:pt x="4168891" y="488607"/>
                      <a:pt x="4170605" y="505182"/>
                    </a:cubicBezTo>
                    <a:cubicBezTo>
                      <a:pt x="4173083" y="528615"/>
                      <a:pt x="4171367" y="550141"/>
                      <a:pt x="4167177" y="571860"/>
                    </a:cubicBezTo>
                    <a:cubicBezTo>
                      <a:pt x="4164129" y="587672"/>
                      <a:pt x="4157843" y="603673"/>
                      <a:pt x="4149840" y="617772"/>
                    </a:cubicBezTo>
                    <a:cubicBezTo>
                      <a:pt x="4138600" y="637392"/>
                      <a:pt x="4134220" y="656255"/>
                      <a:pt x="4149078" y="674923"/>
                    </a:cubicBezTo>
                    <a:cubicBezTo>
                      <a:pt x="4164891" y="695116"/>
                      <a:pt x="4159367" y="717977"/>
                      <a:pt x="4159937" y="740268"/>
                    </a:cubicBezTo>
                    <a:cubicBezTo>
                      <a:pt x="4160129" y="749982"/>
                      <a:pt x="4159747" y="760270"/>
                      <a:pt x="4162223" y="769605"/>
                    </a:cubicBezTo>
                    <a:cubicBezTo>
                      <a:pt x="4169273" y="796655"/>
                      <a:pt x="4179941" y="822756"/>
                      <a:pt x="4184703" y="850189"/>
                    </a:cubicBezTo>
                    <a:cubicBezTo>
                      <a:pt x="4187370" y="865430"/>
                      <a:pt x="4182607" y="882384"/>
                      <a:pt x="4179179" y="898198"/>
                    </a:cubicBezTo>
                    <a:cubicBezTo>
                      <a:pt x="4175559" y="914200"/>
                      <a:pt x="4170035" y="930011"/>
                      <a:pt x="4164319" y="945444"/>
                    </a:cubicBezTo>
                    <a:cubicBezTo>
                      <a:pt x="4160509" y="955920"/>
                      <a:pt x="4156889" y="967350"/>
                      <a:pt x="4150030" y="975733"/>
                    </a:cubicBezTo>
                    <a:cubicBezTo>
                      <a:pt x="4134410" y="994785"/>
                      <a:pt x="4131742" y="1014406"/>
                      <a:pt x="4139934" y="1036887"/>
                    </a:cubicBezTo>
                    <a:cubicBezTo>
                      <a:pt x="4141268" y="1040315"/>
                      <a:pt x="4141268" y="1044315"/>
                      <a:pt x="4141458" y="1048125"/>
                    </a:cubicBezTo>
                    <a:cubicBezTo>
                      <a:pt x="4145458" y="1109091"/>
                      <a:pt x="4147936" y="1170051"/>
                      <a:pt x="4154032" y="1230633"/>
                    </a:cubicBezTo>
                    <a:cubicBezTo>
                      <a:pt x="4156509" y="1255206"/>
                      <a:pt x="4167367" y="1278829"/>
                      <a:pt x="4174225" y="1303024"/>
                    </a:cubicBezTo>
                    <a:cubicBezTo>
                      <a:pt x="4175559" y="1307978"/>
                      <a:pt x="4177655" y="1313504"/>
                      <a:pt x="4176701" y="1318456"/>
                    </a:cubicBezTo>
                    <a:cubicBezTo>
                      <a:pt x="4167177" y="1372368"/>
                      <a:pt x="4181083" y="1422854"/>
                      <a:pt x="4199372" y="1472575"/>
                    </a:cubicBezTo>
                    <a:cubicBezTo>
                      <a:pt x="4201278" y="1477717"/>
                      <a:pt x="4200706" y="1484004"/>
                      <a:pt x="4200325" y="1489720"/>
                    </a:cubicBezTo>
                    <a:cubicBezTo>
                      <a:pt x="4198993" y="1505724"/>
                      <a:pt x="4192324" y="1523059"/>
                      <a:pt x="4196324" y="1537537"/>
                    </a:cubicBezTo>
                    <a:cubicBezTo>
                      <a:pt x="4207374" y="1576019"/>
                      <a:pt x="4220709" y="1614120"/>
                      <a:pt x="4237474" y="1650317"/>
                    </a:cubicBezTo>
                    <a:cubicBezTo>
                      <a:pt x="4254428" y="1687086"/>
                      <a:pt x="4268716" y="1721185"/>
                      <a:pt x="4251572" y="1763287"/>
                    </a:cubicBezTo>
                    <a:cubicBezTo>
                      <a:pt x="4244332" y="1781194"/>
                      <a:pt x="4249476" y="1804816"/>
                      <a:pt x="4251380" y="1825393"/>
                    </a:cubicBezTo>
                    <a:cubicBezTo>
                      <a:pt x="4252904" y="1840441"/>
                      <a:pt x="4261478" y="1854920"/>
                      <a:pt x="4261478" y="1869780"/>
                    </a:cubicBezTo>
                    <a:cubicBezTo>
                      <a:pt x="4261478" y="1909408"/>
                      <a:pt x="4271574" y="1944649"/>
                      <a:pt x="4292149" y="1978940"/>
                    </a:cubicBezTo>
                    <a:cubicBezTo>
                      <a:pt x="4300150" y="1992279"/>
                      <a:pt x="4294815" y="2013043"/>
                      <a:pt x="4296911" y="2030378"/>
                    </a:cubicBezTo>
                    <a:cubicBezTo>
                      <a:pt x="4299388" y="2048668"/>
                      <a:pt x="4301673" y="2067525"/>
                      <a:pt x="4307201" y="2085054"/>
                    </a:cubicBezTo>
                    <a:cubicBezTo>
                      <a:pt x="4321679" y="2130393"/>
                      <a:pt x="4338062" y="2175163"/>
                      <a:pt x="4353302" y="2220312"/>
                    </a:cubicBezTo>
                    <a:cubicBezTo>
                      <a:pt x="4365877" y="2257459"/>
                      <a:pt x="4355970" y="2294039"/>
                      <a:pt x="4350636" y="2330806"/>
                    </a:cubicBezTo>
                    <a:cubicBezTo>
                      <a:pt x="4347205" y="2353859"/>
                      <a:pt x="4339013" y="2375383"/>
                      <a:pt x="4351206" y="2401292"/>
                    </a:cubicBezTo>
                    <a:cubicBezTo>
                      <a:pt x="4362828" y="2426059"/>
                      <a:pt x="4360160" y="2457492"/>
                      <a:pt x="4366446" y="2485307"/>
                    </a:cubicBezTo>
                    <a:cubicBezTo>
                      <a:pt x="4371781" y="2508742"/>
                      <a:pt x="4380354" y="2531409"/>
                      <a:pt x="4388736" y="2554079"/>
                    </a:cubicBezTo>
                    <a:cubicBezTo>
                      <a:pt x="4400168" y="2584942"/>
                      <a:pt x="4412167" y="2615421"/>
                      <a:pt x="4406453" y="2649143"/>
                    </a:cubicBezTo>
                    <a:cubicBezTo>
                      <a:pt x="4399976" y="2687436"/>
                      <a:pt x="4424359" y="2713723"/>
                      <a:pt x="4440554" y="2743826"/>
                    </a:cubicBezTo>
                    <a:cubicBezTo>
                      <a:pt x="4451603" y="2764590"/>
                      <a:pt x="4459795" y="2787259"/>
                      <a:pt x="4466653" y="2809930"/>
                    </a:cubicBezTo>
                    <a:cubicBezTo>
                      <a:pt x="4475607" y="2840219"/>
                      <a:pt x="4480941" y="2871462"/>
                      <a:pt x="4489705" y="2901943"/>
                    </a:cubicBezTo>
                    <a:cubicBezTo>
                      <a:pt x="4502848" y="2948047"/>
                      <a:pt x="4513137" y="2994722"/>
                      <a:pt x="4505897" y="3042728"/>
                    </a:cubicBezTo>
                    <a:cubicBezTo>
                      <a:pt x="4502659" y="3064827"/>
                      <a:pt x="4502848" y="3085403"/>
                      <a:pt x="4507613" y="3107500"/>
                    </a:cubicBezTo>
                    <a:cubicBezTo>
                      <a:pt x="4515422" y="3143695"/>
                      <a:pt x="4516376" y="3180844"/>
                      <a:pt x="4545521" y="3209993"/>
                    </a:cubicBezTo>
                    <a:cubicBezTo>
                      <a:pt x="4555811" y="3220280"/>
                      <a:pt x="4558477" y="3238758"/>
                      <a:pt x="4563811" y="3253809"/>
                    </a:cubicBezTo>
                    <a:cubicBezTo>
                      <a:pt x="4570099" y="3271145"/>
                      <a:pt x="4566858" y="3283908"/>
                      <a:pt x="4548570" y="3293244"/>
                    </a:cubicBezTo>
                    <a:cubicBezTo>
                      <a:pt x="4540379" y="3297434"/>
                      <a:pt x="4532378" y="3309437"/>
                      <a:pt x="4531043" y="3318771"/>
                    </a:cubicBezTo>
                    <a:cubicBezTo>
                      <a:pt x="4527043" y="3346776"/>
                      <a:pt x="4532950" y="3372495"/>
                      <a:pt x="4545904" y="3399546"/>
                    </a:cubicBezTo>
                    <a:cubicBezTo>
                      <a:pt x="4558096" y="3424883"/>
                      <a:pt x="4556762" y="3456508"/>
                      <a:pt x="4561524" y="3485275"/>
                    </a:cubicBezTo>
                    <a:cubicBezTo>
                      <a:pt x="4564954" y="3505657"/>
                      <a:pt x="4572002" y="3526042"/>
                      <a:pt x="4572002" y="3546617"/>
                    </a:cubicBezTo>
                    <a:cubicBezTo>
                      <a:pt x="4572002" y="3572146"/>
                      <a:pt x="4565907" y="3597482"/>
                      <a:pt x="4563620" y="3623201"/>
                    </a:cubicBezTo>
                    <a:cubicBezTo>
                      <a:pt x="4561716" y="3643204"/>
                      <a:pt x="4562478" y="3663589"/>
                      <a:pt x="4560192" y="3683591"/>
                    </a:cubicBezTo>
                    <a:cubicBezTo>
                      <a:pt x="4558477" y="3699976"/>
                      <a:pt x="4554096" y="3716168"/>
                      <a:pt x="4550476" y="3732361"/>
                    </a:cubicBezTo>
                    <a:cubicBezTo>
                      <a:pt x="4549142" y="3738267"/>
                      <a:pt x="4543998" y="3744173"/>
                      <a:pt x="4544759" y="3749506"/>
                    </a:cubicBezTo>
                    <a:cubicBezTo>
                      <a:pt x="4552953" y="3802467"/>
                      <a:pt x="4516376" y="3840569"/>
                      <a:pt x="4500182" y="3885338"/>
                    </a:cubicBezTo>
                    <a:cubicBezTo>
                      <a:pt x="4483035" y="3932394"/>
                      <a:pt x="4456748" y="3977925"/>
                      <a:pt x="4464557" y="4030503"/>
                    </a:cubicBezTo>
                    <a:cubicBezTo>
                      <a:pt x="4469319" y="4062318"/>
                      <a:pt x="4480369" y="4092989"/>
                      <a:pt x="4487039" y="4124614"/>
                    </a:cubicBezTo>
                    <a:cubicBezTo>
                      <a:pt x="4489324" y="4135854"/>
                      <a:pt x="4488943" y="4148427"/>
                      <a:pt x="4486656" y="4159667"/>
                    </a:cubicBezTo>
                    <a:cubicBezTo>
                      <a:pt x="4476177" y="4213961"/>
                      <a:pt x="4474653" y="4267493"/>
                      <a:pt x="4491801" y="4320837"/>
                    </a:cubicBezTo>
                    <a:cubicBezTo>
                      <a:pt x="4494659" y="4329979"/>
                      <a:pt x="4497325" y="4339695"/>
                      <a:pt x="4497325" y="4349222"/>
                    </a:cubicBezTo>
                    <a:cubicBezTo>
                      <a:pt x="4497325" y="4401419"/>
                      <a:pt x="4493324" y="4452665"/>
                      <a:pt x="4474653" y="4502579"/>
                    </a:cubicBezTo>
                    <a:cubicBezTo>
                      <a:pt x="4468368" y="4519343"/>
                      <a:pt x="4472368" y="4539728"/>
                      <a:pt x="4470844" y="4558207"/>
                    </a:cubicBezTo>
                    <a:cubicBezTo>
                      <a:pt x="4469511" y="4575351"/>
                      <a:pt x="4468940" y="4592878"/>
                      <a:pt x="4464557" y="4609452"/>
                    </a:cubicBezTo>
                    <a:cubicBezTo>
                      <a:pt x="4458082" y="4633647"/>
                      <a:pt x="4457320" y="4656126"/>
                      <a:pt x="4463033" y="4681083"/>
                    </a:cubicBezTo>
                    <a:cubicBezTo>
                      <a:pt x="4468368" y="4704895"/>
                      <a:pt x="4465702" y="4730614"/>
                      <a:pt x="4465891" y="4755381"/>
                    </a:cubicBezTo>
                    <a:cubicBezTo>
                      <a:pt x="4466082" y="4783004"/>
                      <a:pt x="4466272" y="4810627"/>
                      <a:pt x="4465319" y="4838250"/>
                    </a:cubicBezTo>
                    <a:cubicBezTo>
                      <a:pt x="4464940" y="4849300"/>
                      <a:pt x="4457320" y="4861873"/>
                      <a:pt x="4460367" y="4871019"/>
                    </a:cubicBezTo>
                    <a:cubicBezTo>
                      <a:pt x="4470653" y="4900546"/>
                      <a:pt x="4458271" y="4930075"/>
                      <a:pt x="4463795" y="4959602"/>
                    </a:cubicBezTo>
                    <a:cubicBezTo>
                      <a:pt x="4466653" y="4974082"/>
                      <a:pt x="4458844" y="4990465"/>
                      <a:pt x="4458082" y="5006086"/>
                    </a:cubicBezTo>
                    <a:cubicBezTo>
                      <a:pt x="4456748" y="5031614"/>
                      <a:pt x="4457320" y="5057141"/>
                      <a:pt x="4456937" y="5082670"/>
                    </a:cubicBezTo>
                    <a:cubicBezTo>
                      <a:pt x="4456748" y="5091052"/>
                      <a:pt x="4455986" y="5099245"/>
                      <a:pt x="4455603" y="5107627"/>
                    </a:cubicBezTo>
                    <a:cubicBezTo>
                      <a:pt x="4455223" y="5115057"/>
                      <a:pt x="4453508" y="5122867"/>
                      <a:pt x="4454840" y="5129916"/>
                    </a:cubicBezTo>
                    <a:cubicBezTo>
                      <a:pt x="4459605" y="5155445"/>
                      <a:pt x="4467415" y="5180591"/>
                      <a:pt x="4470464" y="5206308"/>
                    </a:cubicBezTo>
                    <a:cubicBezTo>
                      <a:pt x="4473130" y="5228597"/>
                      <a:pt x="4469511" y="5251650"/>
                      <a:pt x="4471415" y="5274129"/>
                    </a:cubicBezTo>
                    <a:cubicBezTo>
                      <a:pt x="4474653" y="5313754"/>
                      <a:pt x="4480369" y="5353379"/>
                      <a:pt x="4483990" y="5393005"/>
                    </a:cubicBezTo>
                    <a:cubicBezTo>
                      <a:pt x="4484752" y="5401579"/>
                      <a:pt x="4479988" y="5410531"/>
                      <a:pt x="4479607" y="5419295"/>
                    </a:cubicBezTo>
                    <a:cubicBezTo>
                      <a:pt x="4478656" y="5446728"/>
                      <a:pt x="4478464" y="5474161"/>
                      <a:pt x="4477894" y="5501594"/>
                    </a:cubicBezTo>
                    <a:cubicBezTo>
                      <a:pt x="4477702" y="5517215"/>
                      <a:pt x="4478273" y="5533027"/>
                      <a:pt x="4476560" y="5548460"/>
                    </a:cubicBezTo>
                    <a:cubicBezTo>
                      <a:pt x="4474273" y="5568842"/>
                      <a:pt x="4470844" y="5587321"/>
                      <a:pt x="4485703" y="5606372"/>
                    </a:cubicBezTo>
                    <a:cubicBezTo>
                      <a:pt x="4508755" y="5635711"/>
                      <a:pt x="4499801" y="5673050"/>
                      <a:pt x="4505134" y="5706959"/>
                    </a:cubicBezTo>
                    <a:cubicBezTo>
                      <a:pt x="4506468" y="5715723"/>
                      <a:pt x="4506659" y="5724678"/>
                      <a:pt x="4508183" y="5733440"/>
                    </a:cubicBezTo>
                    <a:cubicBezTo>
                      <a:pt x="4511041" y="5749634"/>
                      <a:pt x="4514279" y="5765635"/>
                      <a:pt x="4517519" y="5781830"/>
                    </a:cubicBezTo>
                    <a:cubicBezTo>
                      <a:pt x="4518089" y="5784686"/>
                      <a:pt x="4518281" y="5787924"/>
                      <a:pt x="4519234" y="5790592"/>
                    </a:cubicBezTo>
                    <a:cubicBezTo>
                      <a:pt x="4527233" y="5815169"/>
                      <a:pt x="4536378" y="5839361"/>
                      <a:pt x="4542855" y="5864318"/>
                    </a:cubicBezTo>
                    <a:cubicBezTo>
                      <a:pt x="4546095" y="5876511"/>
                      <a:pt x="4546476" y="5890037"/>
                      <a:pt x="4544759" y="5902610"/>
                    </a:cubicBezTo>
                    <a:cubicBezTo>
                      <a:pt x="4539808" y="5939377"/>
                      <a:pt x="4537712" y="5975764"/>
                      <a:pt x="4544951" y="6012723"/>
                    </a:cubicBezTo>
                    <a:cubicBezTo>
                      <a:pt x="4547808" y="6027392"/>
                      <a:pt x="4543045" y="6043776"/>
                      <a:pt x="4541332" y="6059397"/>
                    </a:cubicBezTo>
                    <a:cubicBezTo>
                      <a:pt x="4536759" y="6096736"/>
                      <a:pt x="4531805" y="6134075"/>
                      <a:pt x="4527426" y="6171605"/>
                    </a:cubicBezTo>
                    <a:cubicBezTo>
                      <a:pt x="4524758" y="6195037"/>
                      <a:pt x="4523234" y="6218660"/>
                      <a:pt x="4520568" y="6242093"/>
                    </a:cubicBezTo>
                    <a:cubicBezTo>
                      <a:pt x="4517327" y="6269144"/>
                      <a:pt x="4512375" y="6296005"/>
                      <a:pt x="4509706" y="6323058"/>
                    </a:cubicBezTo>
                    <a:cubicBezTo>
                      <a:pt x="4506659" y="6353919"/>
                      <a:pt x="4506089" y="6384972"/>
                      <a:pt x="4502848" y="6415833"/>
                    </a:cubicBezTo>
                    <a:cubicBezTo>
                      <a:pt x="4496563" y="6472225"/>
                      <a:pt x="4489132" y="6528424"/>
                      <a:pt x="4482084" y="6584812"/>
                    </a:cubicBezTo>
                    <a:cubicBezTo>
                      <a:pt x="4475226" y="6639488"/>
                      <a:pt x="4469129" y="6694164"/>
                      <a:pt x="4460557" y="6748458"/>
                    </a:cubicBezTo>
                    <a:cubicBezTo>
                      <a:pt x="4456937" y="6771319"/>
                      <a:pt x="4447030" y="6793035"/>
                      <a:pt x="4441507" y="6815516"/>
                    </a:cubicBezTo>
                    <a:lnTo>
                      <a:pt x="4431806" y="6858001"/>
                    </a:lnTo>
                    <a:lnTo>
                      <a:pt x="4259554" y="6858001"/>
                    </a:lnTo>
                    <a:lnTo>
                      <a:pt x="4259554" y="6858002"/>
                    </a:lnTo>
                    <a:lnTo>
                      <a:pt x="0" y="6858002"/>
                    </a:lnTo>
                    <a:lnTo>
                      <a:pt x="0" y="2"/>
                    </a:lnTo>
                    <a:lnTo>
                      <a:pt x="3766492" y="1"/>
                    </a:lnTo>
                    <a:lnTo>
                      <a:pt x="3769210" y="21486"/>
                    </a:lnTo>
                    <a:close/>
                  </a:path>
                </a:pathLst>
              </a:custGeom>
              <a:solidFill>
                <a:schemeClr val="bg1">
                  <a:alpha val="86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CEDE579A-0A12-4A10-85D4-A8DA1663B89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GrpSpPr>
          <p:grpSpPr>
            <a:xfrm>
              <a:off x="3697284" y="-1"/>
              <a:ext cx="884241" cy="6858002"/>
              <a:chOff x="3697284" y="-1"/>
              <a:chExt cx="884241" cy="6858002"/>
            </a:xfrm>
          </p:grpSpPr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15CA79E3-BA58-419A-8541-7498AC2633F2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Grp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GrpSpPr>
            <p:grpSpPr>
              <a:xfrm>
                <a:off x="3697284" y="-1"/>
                <a:ext cx="884241" cy="6858001"/>
                <a:chOff x="3697284" y="-1"/>
                <a:chExt cx="884241" cy="6858001"/>
              </a:xfrm>
              <a:solidFill>
                <a:srgbClr val="FFFFFF"/>
              </a:solidFill>
              <a:effectLst/>
            </p:grpSpPr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2348C622-BC44-4959-B64E-427015FD1FFA}"/>
                    </a:ext>
                    <a:ext uri="{C183D7F6-B498-43B3-948B-1728B52AA6E4}">
                      <adec:decorative xmlns:adec="http://schemas.microsoft.com/office/drawing/2017/decorative" val="1"/>
                    </a:ext>
                  </a:extLst>
                </p:cNvPr>
                <p:cNvSpPr/>
                <p:nvPr>
                  <p:extLst>
                    <p:ext uri="{386F3935-93C4-4BCD-93E2-E3B085C9AB24}">
                      <p16:designElem xmlns:p16="http://schemas.microsoft.com/office/powerpoint/2015/main" val="1"/>
                    </p:ext>
                  </p:extLst>
                </p:nvPr>
              </p:nvSpPr>
              <p:spPr>
                <a:xfrm rot="16200000" flipH="1">
                  <a:off x="705641" y="2991642"/>
                  <a:ext cx="6858001" cy="874716"/>
                </a:xfrm>
                <a:custGeom>
                  <a:avLst/>
                  <a:gdLst>
                    <a:gd name="connsiteX0" fmla="*/ 0 w 6858001"/>
                    <a:gd name="connsiteY0" fmla="*/ 533314 h 874716"/>
                    <a:gd name="connsiteX1" fmla="*/ 0 w 6858001"/>
                    <a:gd name="connsiteY1" fmla="*/ 69206 h 874716"/>
                    <a:gd name="connsiteX2" fmla="*/ 21486 w 6858001"/>
                    <a:gd name="connsiteY2" fmla="*/ 71924 h 874716"/>
                    <a:gd name="connsiteX3" fmla="*/ 228948 w 6858001"/>
                    <a:gd name="connsiteY3" fmla="*/ 88116 h 874716"/>
                    <a:gd name="connsiteX4" fmla="*/ 313533 w 6858001"/>
                    <a:gd name="connsiteY4" fmla="*/ 62779 h 874716"/>
                    <a:gd name="connsiteX5" fmla="*/ 338870 w 6858001"/>
                    <a:gd name="connsiteY5" fmla="*/ 62207 h 874716"/>
                    <a:gd name="connsiteX6" fmla="*/ 395640 w 6858001"/>
                    <a:gd name="connsiteY6" fmla="*/ 72114 h 874716"/>
                    <a:gd name="connsiteX7" fmla="*/ 512802 w 6858001"/>
                    <a:gd name="connsiteY7" fmla="*/ 65446 h 874716"/>
                    <a:gd name="connsiteX8" fmla="*/ 556047 w 6858001"/>
                    <a:gd name="connsiteY8" fmla="*/ 55349 h 874716"/>
                    <a:gd name="connsiteX9" fmla="*/ 580050 w 6858001"/>
                    <a:gd name="connsiteY9" fmla="*/ 48871 h 874716"/>
                    <a:gd name="connsiteX10" fmla="*/ 703308 w 6858001"/>
                    <a:gd name="connsiteY10" fmla="*/ 30964 h 874716"/>
                    <a:gd name="connsiteX11" fmla="*/ 758174 w 6858001"/>
                    <a:gd name="connsiteY11" fmla="*/ 11724 h 874716"/>
                    <a:gd name="connsiteX12" fmla="*/ 773035 w 6858001"/>
                    <a:gd name="connsiteY12" fmla="*/ 8866 h 874716"/>
                    <a:gd name="connsiteX13" fmla="*/ 854379 w 6858001"/>
                    <a:gd name="connsiteY13" fmla="*/ 16866 h 874716"/>
                    <a:gd name="connsiteX14" fmla="*/ 915343 w 6858001"/>
                    <a:gd name="connsiteY14" fmla="*/ 47919 h 874716"/>
                    <a:gd name="connsiteX15" fmla="*/ 927155 w 6858001"/>
                    <a:gd name="connsiteY15" fmla="*/ 58397 h 874716"/>
                    <a:gd name="connsiteX16" fmla="*/ 1097087 w 6858001"/>
                    <a:gd name="connsiteY16" fmla="*/ 54777 h 874716"/>
                    <a:gd name="connsiteX17" fmla="*/ 1123185 w 6858001"/>
                    <a:gd name="connsiteY17" fmla="*/ 50395 h 874716"/>
                    <a:gd name="connsiteX18" fmla="*/ 1249302 w 6858001"/>
                    <a:gd name="connsiteY18" fmla="*/ 68684 h 874716"/>
                    <a:gd name="connsiteX19" fmla="*/ 1286069 w 6858001"/>
                    <a:gd name="connsiteY19" fmla="*/ 72304 h 874716"/>
                    <a:gd name="connsiteX20" fmla="*/ 1417899 w 6858001"/>
                    <a:gd name="connsiteY20" fmla="*/ 88688 h 874716"/>
                    <a:gd name="connsiteX21" fmla="*/ 1436568 w 6858001"/>
                    <a:gd name="connsiteY21" fmla="*/ 73448 h 874716"/>
                    <a:gd name="connsiteX22" fmla="*/ 1490292 w 6858001"/>
                    <a:gd name="connsiteY22" fmla="*/ 35154 h 874716"/>
                    <a:gd name="connsiteX23" fmla="*/ 1596213 w 6858001"/>
                    <a:gd name="connsiteY23" fmla="*/ 1245 h 874716"/>
                    <a:gd name="connsiteX24" fmla="*/ 1624980 w 6858001"/>
                    <a:gd name="connsiteY24" fmla="*/ 3150 h 874716"/>
                    <a:gd name="connsiteX25" fmla="*/ 1697753 w 6858001"/>
                    <a:gd name="connsiteY25" fmla="*/ 59731 h 874716"/>
                    <a:gd name="connsiteX26" fmla="*/ 1733188 w 6858001"/>
                    <a:gd name="connsiteY26" fmla="*/ 82400 h 874716"/>
                    <a:gd name="connsiteX27" fmla="*/ 1833775 w 6858001"/>
                    <a:gd name="connsiteY27" fmla="*/ 124121 h 874716"/>
                    <a:gd name="connsiteX28" fmla="*/ 1842158 w 6858001"/>
                    <a:gd name="connsiteY28" fmla="*/ 131742 h 874716"/>
                    <a:gd name="connsiteX29" fmla="*/ 1916454 w 6858001"/>
                    <a:gd name="connsiteY29" fmla="*/ 222233 h 874716"/>
                    <a:gd name="connsiteX30" fmla="*/ 1933219 w 6858001"/>
                    <a:gd name="connsiteY30" fmla="*/ 237663 h 874716"/>
                    <a:gd name="connsiteX31" fmla="*/ 1953413 w 6858001"/>
                    <a:gd name="connsiteY31" fmla="*/ 261668 h 874716"/>
                    <a:gd name="connsiteX32" fmla="*/ 2016469 w 6858001"/>
                    <a:gd name="connsiteY32" fmla="*/ 308151 h 874716"/>
                    <a:gd name="connsiteX33" fmla="*/ 2094578 w 6858001"/>
                    <a:gd name="connsiteY33" fmla="*/ 323010 h 874716"/>
                    <a:gd name="connsiteX34" fmla="*/ 2188879 w 6858001"/>
                    <a:gd name="connsiteY34" fmla="*/ 345681 h 874716"/>
                    <a:gd name="connsiteX35" fmla="*/ 2228314 w 6858001"/>
                    <a:gd name="connsiteY35" fmla="*/ 360921 h 874716"/>
                    <a:gd name="connsiteX36" fmla="*/ 2334044 w 6858001"/>
                    <a:gd name="connsiteY36" fmla="*/ 389878 h 874716"/>
                    <a:gd name="connsiteX37" fmla="*/ 2409485 w 6858001"/>
                    <a:gd name="connsiteY37" fmla="*/ 414263 h 874716"/>
                    <a:gd name="connsiteX38" fmla="*/ 2518264 w 6858001"/>
                    <a:gd name="connsiteY38" fmla="*/ 428552 h 874716"/>
                    <a:gd name="connsiteX39" fmla="*/ 2571034 w 6858001"/>
                    <a:gd name="connsiteY39" fmla="*/ 429122 h 874716"/>
                    <a:gd name="connsiteX40" fmla="*/ 2668001 w 6858001"/>
                    <a:gd name="connsiteY40" fmla="*/ 502276 h 874716"/>
                    <a:gd name="connsiteX41" fmla="*/ 2745348 w 6858001"/>
                    <a:gd name="connsiteY41" fmla="*/ 550666 h 874716"/>
                    <a:gd name="connsiteX42" fmla="*/ 2826694 w 6858001"/>
                    <a:gd name="connsiteY42" fmla="*/ 527233 h 874716"/>
                    <a:gd name="connsiteX43" fmla="*/ 2848793 w 6858001"/>
                    <a:gd name="connsiteY43" fmla="*/ 505134 h 874716"/>
                    <a:gd name="connsiteX44" fmla="*/ 2982148 w 6858001"/>
                    <a:gd name="connsiteY44" fmla="*/ 484179 h 874716"/>
                    <a:gd name="connsiteX45" fmla="*/ 3172654 w 6858001"/>
                    <a:gd name="connsiteY45" fmla="*/ 483417 h 874716"/>
                    <a:gd name="connsiteX46" fmla="*/ 3489467 w 6858001"/>
                    <a:gd name="connsiteY46" fmla="*/ 435790 h 874716"/>
                    <a:gd name="connsiteX47" fmla="*/ 3544713 w 6858001"/>
                    <a:gd name="connsiteY47" fmla="*/ 413691 h 874716"/>
                    <a:gd name="connsiteX48" fmla="*/ 3606817 w 6858001"/>
                    <a:gd name="connsiteY48" fmla="*/ 408167 h 874716"/>
                    <a:gd name="connsiteX49" fmla="*/ 3630632 w 6858001"/>
                    <a:gd name="connsiteY49" fmla="*/ 421693 h 874716"/>
                    <a:gd name="connsiteX50" fmla="*/ 3734837 w 6858001"/>
                    <a:gd name="connsiteY50" fmla="*/ 441886 h 874716"/>
                    <a:gd name="connsiteX51" fmla="*/ 3754652 w 6858001"/>
                    <a:gd name="connsiteY51" fmla="*/ 442268 h 874716"/>
                    <a:gd name="connsiteX52" fmla="*/ 3822472 w 6858001"/>
                    <a:gd name="connsiteY52" fmla="*/ 433694 h 874716"/>
                    <a:gd name="connsiteX53" fmla="*/ 3885338 w 6858001"/>
                    <a:gd name="connsiteY53" fmla="*/ 428742 h 874716"/>
                    <a:gd name="connsiteX54" fmla="*/ 4043839 w 6858001"/>
                    <a:gd name="connsiteY54" fmla="*/ 444934 h 874716"/>
                    <a:gd name="connsiteX55" fmla="*/ 4165383 w 6858001"/>
                    <a:gd name="connsiteY55" fmla="*/ 441124 h 874716"/>
                    <a:gd name="connsiteX56" fmla="*/ 4221391 w 6858001"/>
                    <a:gd name="connsiteY56" fmla="*/ 444934 h 874716"/>
                    <a:gd name="connsiteX57" fmla="*/ 4253014 w 6858001"/>
                    <a:gd name="connsiteY57" fmla="*/ 450650 h 874716"/>
                    <a:gd name="connsiteX58" fmla="*/ 4324645 w 6858001"/>
                    <a:gd name="connsiteY58" fmla="*/ 490466 h 874716"/>
                    <a:gd name="connsiteX59" fmla="*/ 4363890 w 6858001"/>
                    <a:gd name="connsiteY59" fmla="*/ 499420 h 874716"/>
                    <a:gd name="connsiteX60" fmla="*/ 4482004 w 6858001"/>
                    <a:gd name="connsiteY60" fmla="*/ 498658 h 874716"/>
                    <a:gd name="connsiteX61" fmla="*/ 4659174 w 6858001"/>
                    <a:gd name="connsiteY61" fmla="*/ 438648 h 874716"/>
                    <a:gd name="connsiteX62" fmla="*/ 4677655 w 6858001"/>
                    <a:gd name="connsiteY62" fmla="*/ 430646 h 874716"/>
                    <a:gd name="connsiteX63" fmla="*/ 4767764 w 6858001"/>
                    <a:gd name="connsiteY63" fmla="*/ 420739 h 874716"/>
                    <a:gd name="connsiteX64" fmla="*/ 4828916 w 6858001"/>
                    <a:gd name="connsiteY64" fmla="*/ 434266 h 874716"/>
                    <a:gd name="connsiteX65" fmla="*/ 4912168 w 6858001"/>
                    <a:gd name="connsiteY65" fmla="*/ 462271 h 874716"/>
                    <a:gd name="connsiteX66" fmla="*/ 4987037 w 6858001"/>
                    <a:gd name="connsiteY66" fmla="*/ 485703 h 874716"/>
                    <a:gd name="connsiteX67" fmla="*/ 5041521 w 6858001"/>
                    <a:gd name="connsiteY67" fmla="*/ 512182 h 874716"/>
                    <a:gd name="connsiteX68" fmla="*/ 5166113 w 6858001"/>
                    <a:gd name="connsiteY68" fmla="*/ 531615 h 874716"/>
                    <a:gd name="connsiteX69" fmla="*/ 5179067 w 6858001"/>
                    <a:gd name="connsiteY69" fmla="*/ 534853 h 874716"/>
                    <a:gd name="connsiteX70" fmla="*/ 5272796 w 6858001"/>
                    <a:gd name="connsiteY70" fmla="*/ 511230 h 874716"/>
                    <a:gd name="connsiteX71" fmla="*/ 5385384 w 6858001"/>
                    <a:gd name="connsiteY71" fmla="*/ 487227 h 874716"/>
                    <a:gd name="connsiteX72" fmla="*/ 5425582 w 6858001"/>
                    <a:gd name="connsiteY72" fmla="*/ 495418 h 874716"/>
                    <a:gd name="connsiteX73" fmla="*/ 5480637 w 6858001"/>
                    <a:gd name="connsiteY73" fmla="*/ 507040 h 874716"/>
                    <a:gd name="connsiteX74" fmla="*/ 5531693 w 6858001"/>
                    <a:gd name="connsiteY74" fmla="*/ 500944 h 874716"/>
                    <a:gd name="connsiteX75" fmla="*/ 5562746 w 6858001"/>
                    <a:gd name="connsiteY75" fmla="*/ 500372 h 874716"/>
                    <a:gd name="connsiteX76" fmla="*/ 5704483 w 6858001"/>
                    <a:gd name="connsiteY76" fmla="*/ 571620 h 874716"/>
                    <a:gd name="connsiteX77" fmla="*/ 5740488 w 6858001"/>
                    <a:gd name="connsiteY77" fmla="*/ 577526 h 874716"/>
                    <a:gd name="connsiteX78" fmla="*/ 5760873 w 6858001"/>
                    <a:gd name="connsiteY78" fmla="*/ 586291 h 874716"/>
                    <a:gd name="connsiteX79" fmla="*/ 5883751 w 6858001"/>
                    <a:gd name="connsiteY79" fmla="*/ 674686 h 874716"/>
                    <a:gd name="connsiteX80" fmla="*/ 5935949 w 6858001"/>
                    <a:gd name="connsiteY80" fmla="*/ 692592 h 874716"/>
                    <a:gd name="connsiteX81" fmla="*/ 5993291 w 6858001"/>
                    <a:gd name="connsiteY81" fmla="*/ 688972 h 874716"/>
                    <a:gd name="connsiteX82" fmla="*/ 6026440 w 6858001"/>
                    <a:gd name="connsiteY82" fmla="*/ 682496 h 874716"/>
                    <a:gd name="connsiteX83" fmla="*/ 6108738 w 6858001"/>
                    <a:gd name="connsiteY83" fmla="*/ 626296 h 874716"/>
                    <a:gd name="connsiteX84" fmla="*/ 6155602 w 6858001"/>
                    <a:gd name="connsiteY84" fmla="*/ 628202 h 874716"/>
                    <a:gd name="connsiteX85" fmla="*/ 6228756 w 6858001"/>
                    <a:gd name="connsiteY85" fmla="*/ 666873 h 874716"/>
                    <a:gd name="connsiteX86" fmla="*/ 6361539 w 6858001"/>
                    <a:gd name="connsiteY86" fmla="*/ 684210 h 874716"/>
                    <a:gd name="connsiteX87" fmla="*/ 6428979 w 6858001"/>
                    <a:gd name="connsiteY87" fmla="*/ 630106 h 874716"/>
                    <a:gd name="connsiteX88" fmla="*/ 6463840 w 6858001"/>
                    <a:gd name="connsiteY88" fmla="*/ 578098 h 874716"/>
                    <a:gd name="connsiteX89" fmla="*/ 6564620 w 6858001"/>
                    <a:gd name="connsiteY89" fmla="*/ 517708 h 874716"/>
                    <a:gd name="connsiteX90" fmla="*/ 6588625 w 6858001"/>
                    <a:gd name="connsiteY90" fmla="*/ 540187 h 874716"/>
                    <a:gd name="connsiteX91" fmla="*/ 6662541 w 6858001"/>
                    <a:gd name="connsiteY91" fmla="*/ 549714 h 874716"/>
                    <a:gd name="connsiteX92" fmla="*/ 6742552 w 6858001"/>
                    <a:gd name="connsiteY92" fmla="*/ 548952 h 874716"/>
                    <a:gd name="connsiteX93" fmla="*/ 6812063 w 6858001"/>
                    <a:gd name="connsiteY93" fmla="*/ 568430 h 874716"/>
                    <a:gd name="connsiteX94" fmla="*/ 6858001 w 6858001"/>
                    <a:gd name="connsiteY94" fmla="*/ 562267 h 874716"/>
                    <a:gd name="connsiteX95" fmla="*/ 6858001 w 6858001"/>
                    <a:gd name="connsiteY95" fmla="*/ 734520 h 874716"/>
                    <a:gd name="connsiteX96" fmla="*/ 6815516 w 6858001"/>
                    <a:gd name="connsiteY96" fmla="*/ 744220 h 874716"/>
                    <a:gd name="connsiteX97" fmla="*/ 6748458 w 6858001"/>
                    <a:gd name="connsiteY97" fmla="*/ 763271 h 874716"/>
                    <a:gd name="connsiteX98" fmla="*/ 6584812 w 6858001"/>
                    <a:gd name="connsiteY98" fmla="*/ 784797 h 874716"/>
                    <a:gd name="connsiteX99" fmla="*/ 6415833 w 6858001"/>
                    <a:gd name="connsiteY99" fmla="*/ 805562 h 874716"/>
                    <a:gd name="connsiteX100" fmla="*/ 6323058 w 6858001"/>
                    <a:gd name="connsiteY100" fmla="*/ 812420 h 874716"/>
                    <a:gd name="connsiteX101" fmla="*/ 6242093 w 6858001"/>
                    <a:gd name="connsiteY101" fmla="*/ 823281 h 874716"/>
                    <a:gd name="connsiteX102" fmla="*/ 6171605 w 6858001"/>
                    <a:gd name="connsiteY102" fmla="*/ 830139 h 874716"/>
                    <a:gd name="connsiteX103" fmla="*/ 6059397 w 6858001"/>
                    <a:gd name="connsiteY103" fmla="*/ 844045 h 874716"/>
                    <a:gd name="connsiteX104" fmla="*/ 6012723 w 6858001"/>
                    <a:gd name="connsiteY104" fmla="*/ 847665 h 874716"/>
                    <a:gd name="connsiteX105" fmla="*/ 5902610 w 6858001"/>
                    <a:gd name="connsiteY105" fmla="*/ 847473 h 874716"/>
                    <a:gd name="connsiteX106" fmla="*/ 5864318 w 6858001"/>
                    <a:gd name="connsiteY106" fmla="*/ 845569 h 874716"/>
                    <a:gd name="connsiteX107" fmla="*/ 5790592 w 6858001"/>
                    <a:gd name="connsiteY107" fmla="*/ 821947 h 874716"/>
                    <a:gd name="connsiteX108" fmla="*/ 5781830 w 6858001"/>
                    <a:gd name="connsiteY108" fmla="*/ 820233 h 874716"/>
                    <a:gd name="connsiteX109" fmla="*/ 5733440 w 6858001"/>
                    <a:gd name="connsiteY109" fmla="*/ 810896 h 874716"/>
                    <a:gd name="connsiteX110" fmla="*/ 5706959 w 6858001"/>
                    <a:gd name="connsiteY110" fmla="*/ 807848 h 874716"/>
                    <a:gd name="connsiteX111" fmla="*/ 5606372 w 6858001"/>
                    <a:gd name="connsiteY111" fmla="*/ 788417 h 874716"/>
                    <a:gd name="connsiteX112" fmla="*/ 5548460 w 6858001"/>
                    <a:gd name="connsiteY112" fmla="*/ 779273 h 874716"/>
                    <a:gd name="connsiteX113" fmla="*/ 5501594 w 6858001"/>
                    <a:gd name="connsiteY113" fmla="*/ 780607 h 874716"/>
                    <a:gd name="connsiteX114" fmla="*/ 5419295 w 6858001"/>
                    <a:gd name="connsiteY114" fmla="*/ 782321 h 874716"/>
                    <a:gd name="connsiteX115" fmla="*/ 5393005 w 6858001"/>
                    <a:gd name="connsiteY115" fmla="*/ 786703 h 874716"/>
                    <a:gd name="connsiteX116" fmla="*/ 5274129 w 6858001"/>
                    <a:gd name="connsiteY116" fmla="*/ 774129 h 874716"/>
                    <a:gd name="connsiteX117" fmla="*/ 5206308 w 6858001"/>
                    <a:gd name="connsiteY117" fmla="*/ 773177 h 874716"/>
                    <a:gd name="connsiteX118" fmla="*/ 5129916 w 6858001"/>
                    <a:gd name="connsiteY118" fmla="*/ 757554 h 874716"/>
                    <a:gd name="connsiteX119" fmla="*/ 5107627 w 6858001"/>
                    <a:gd name="connsiteY119" fmla="*/ 758316 h 874716"/>
                    <a:gd name="connsiteX120" fmla="*/ 5082670 w 6858001"/>
                    <a:gd name="connsiteY120" fmla="*/ 759651 h 874716"/>
                    <a:gd name="connsiteX121" fmla="*/ 5006086 w 6858001"/>
                    <a:gd name="connsiteY121" fmla="*/ 760795 h 874716"/>
                    <a:gd name="connsiteX122" fmla="*/ 4959602 w 6858001"/>
                    <a:gd name="connsiteY122" fmla="*/ 766509 h 874716"/>
                    <a:gd name="connsiteX123" fmla="*/ 4871019 w 6858001"/>
                    <a:gd name="connsiteY123" fmla="*/ 763081 h 874716"/>
                    <a:gd name="connsiteX124" fmla="*/ 4838250 w 6858001"/>
                    <a:gd name="connsiteY124" fmla="*/ 768033 h 874716"/>
                    <a:gd name="connsiteX125" fmla="*/ 4755381 w 6858001"/>
                    <a:gd name="connsiteY125" fmla="*/ 768605 h 874716"/>
                    <a:gd name="connsiteX126" fmla="*/ 4681083 w 6858001"/>
                    <a:gd name="connsiteY126" fmla="*/ 765747 h 874716"/>
                    <a:gd name="connsiteX127" fmla="*/ 4609452 w 6858001"/>
                    <a:gd name="connsiteY127" fmla="*/ 767271 h 874716"/>
                    <a:gd name="connsiteX128" fmla="*/ 4558207 w 6858001"/>
                    <a:gd name="connsiteY128" fmla="*/ 773557 h 874716"/>
                    <a:gd name="connsiteX129" fmla="*/ 4502579 w 6858001"/>
                    <a:gd name="connsiteY129" fmla="*/ 777367 h 874716"/>
                    <a:gd name="connsiteX130" fmla="*/ 4349222 w 6858001"/>
                    <a:gd name="connsiteY130" fmla="*/ 800038 h 874716"/>
                    <a:gd name="connsiteX131" fmla="*/ 4320837 w 6858001"/>
                    <a:gd name="connsiteY131" fmla="*/ 794514 h 874716"/>
                    <a:gd name="connsiteX132" fmla="*/ 4159667 w 6858001"/>
                    <a:gd name="connsiteY132" fmla="*/ 789370 h 874716"/>
                    <a:gd name="connsiteX133" fmla="*/ 4124614 w 6858001"/>
                    <a:gd name="connsiteY133" fmla="*/ 789752 h 874716"/>
                    <a:gd name="connsiteX134" fmla="*/ 4030503 w 6858001"/>
                    <a:gd name="connsiteY134" fmla="*/ 767271 h 874716"/>
                    <a:gd name="connsiteX135" fmla="*/ 3885338 w 6858001"/>
                    <a:gd name="connsiteY135" fmla="*/ 802896 h 874716"/>
                    <a:gd name="connsiteX136" fmla="*/ 3749506 w 6858001"/>
                    <a:gd name="connsiteY136" fmla="*/ 847473 h 874716"/>
                    <a:gd name="connsiteX137" fmla="*/ 3732361 w 6858001"/>
                    <a:gd name="connsiteY137" fmla="*/ 853190 h 874716"/>
                    <a:gd name="connsiteX138" fmla="*/ 3683591 w 6858001"/>
                    <a:gd name="connsiteY138" fmla="*/ 862906 h 874716"/>
                    <a:gd name="connsiteX139" fmla="*/ 3623201 w 6858001"/>
                    <a:gd name="connsiteY139" fmla="*/ 866334 h 874716"/>
                    <a:gd name="connsiteX140" fmla="*/ 3546617 w 6858001"/>
                    <a:gd name="connsiteY140" fmla="*/ 874716 h 874716"/>
                    <a:gd name="connsiteX141" fmla="*/ 3485275 w 6858001"/>
                    <a:gd name="connsiteY141" fmla="*/ 864238 h 874716"/>
                    <a:gd name="connsiteX142" fmla="*/ 3399546 w 6858001"/>
                    <a:gd name="connsiteY142" fmla="*/ 848618 h 874716"/>
                    <a:gd name="connsiteX143" fmla="*/ 3318771 w 6858001"/>
                    <a:gd name="connsiteY143" fmla="*/ 833757 h 874716"/>
                    <a:gd name="connsiteX144" fmla="*/ 3293244 w 6858001"/>
                    <a:gd name="connsiteY144" fmla="*/ 851284 h 874716"/>
                    <a:gd name="connsiteX145" fmla="*/ 3253809 w 6858001"/>
                    <a:gd name="connsiteY145" fmla="*/ 866524 h 874716"/>
                    <a:gd name="connsiteX146" fmla="*/ 3209993 w 6858001"/>
                    <a:gd name="connsiteY146" fmla="*/ 848235 h 874716"/>
                    <a:gd name="connsiteX147" fmla="*/ 3107500 w 6858001"/>
                    <a:gd name="connsiteY147" fmla="*/ 810326 h 874716"/>
                    <a:gd name="connsiteX148" fmla="*/ 3042728 w 6858001"/>
                    <a:gd name="connsiteY148" fmla="*/ 808610 h 874716"/>
                    <a:gd name="connsiteX149" fmla="*/ 2901943 w 6858001"/>
                    <a:gd name="connsiteY149" fmla="*/ 792418 h 874716"/>
                    <a:gd name="connsiteX150" fmla="*/ 2809930 w 6858001"/>
                    <a:gd name="connsiteY150" fmla="*/ 769367 h 874716"/>
                    <a:gd name="connsiteX151" fmla="*/ 2743826 w 6858001"/>
                    <a:gd name="connsiteY151" fmla="*/ 743268 h 874716"/>
                    <a:gd name="connsiteX152" fmla="*/ 2649143 w 6858001"/>
                    <a:gd name="connsiteY152" fmla="*/ 709167 h 874716"/>
                    <a:gd name="connsiteX153" fmla="*/ 2554079 w 6858001"/>
                    <a:gd name="connsiteY153" fmla="*/ 691450 h 874716"/>
                    <a:gd name="connsiteX154" fmla="*/ 2485307 w 6858001"/>
                    <a:gd name="connsiteY154" fmla="*/ 669160 h 874716"/>
                    <a:gd name="connsiteX155" fmla="*/ 2401292 w 6858001"/>
                    <a:gd name="connsiteY155" fmla="*/ 653919 h 874716"/>
                    <a:gd name="connsiteX156" fmla="*/ 2330806 w 6858001"/>
                    <a:gd name="connsiteY156" fmla="*/ 653349 h 874716"/>
                    <a:gd name="connsiteX157" fmla="*/ 2220312 w 6858001"/>
                    <a:gd name="connsiteY157" fmla="*/ 656015 h 874716"/>
                    <a:gd name="connsiteX158" fmla="*/ 2085054 w 6858001"/>
                    <a:gd name="connsiteY158" fmla="*/ 609914 h 874716"/>
                    <a:gd name="connsiteX159" fmla="*/ 2030378 w 6858001"/>
                    <a:gd name="connsiteY159" fmla="*/ 599625 h 874716"/>
                    <a:gd name="connsiteX160" fmla="*/ 1978940 w 6858001"/>
                    <a:gd name="connsiteY160" fmla="*/ 594863 h 874716"/>
                    <a:gd name="connsiteX161" fmla="*/ 1869780 w 6858001"/>
                    <a:gd name="connsiteY161" fmla="*/ 564192 h 874716"/>
                    <a:gd name="connsiteX162" fmla="*/ 1825393 w 6858001"/>
                    <a:gd name="connsiteY162" fmla="*/ 554094 h 874716"/>
                    <a:gd name="connsiteX163" fmla="*/ 1763287 w 6858001"/>
                    <a:gd name="connsiteY163" fmla="*/ 554286 h 874716"/>
                    <a:gd name="connsiteX164" fmla="*/ 1650317 w 6858001"/>
                    <a:gd name="connsiteY164" fmla="*/ 540187 h 874716"/>
                    <a:gd name="connsiteX165" fmla="*/ 1537537 w 6858001"/>
                    <a:gd name="connsiteY165" fmla="*/ 499038 h 874716"/>
                    <a:gd name="connsiteX166" fmla="*/ 1489720 w 6858001"/>
                    <a:gd name="connsiteY166" fmla="*/ 503038 h 874716"/>
                    <a:gd name="connsiteX167" fmla="*/ 1472575 w 6858001"/>
                    <a:gd name="connsiteY167" fmla="*/ 502086 h 874716"/>
                    <a:gd name="connsiteX168" fmla="*/ 1318456 w 6858001"/>
                    <a:gd name="connsiteY168" fmla="*/ 479415 h 874716"/>
                    <a:gd name="connsiteX169" fmla="*/ 1303024 w 6858001"/>
                    <a:gd name="connsiteY169" fmla="*/ 476939 h 874716"/>
                    <a:gd name="connsiteX170" fmla="*/ 1230633 w 6858001"/>
                    <a:gd name="connsiteY170" fmla="*/ 456746 h 874716"/>
                    <a:gd name="connsiteX171" fmla="*/ 1048125 w 6858001"/>
                    <a:gd name="connsiteY171" fmla="*/ 444172 h 874716"/>
                    <a:gd name="connsiteX172" fmla="*/ 1036887 w 6858001"/>
                    <a:gd name="connsiteY172" fmla="*/ 442648 h 874716"/>
                    <a:gd name="connsiteX173" fmla="*/ 975733 w 6858001"/>
                    <a:gd name="connsiteY173" fmla="*/ 452744 h 874716"/>
                    <a:gd name="connsiteX174" fmla="*/ 945444 w 6858001"/>
                    <a:gd name="connsiteY174" fmla="*/ 467033 h 874716"/>
                    <a:gd name="connsiteX175" fmla="*/ 898198 w 6858001"/>
                    <a:gd name="connsiteY175" fmla="*/ 481893 h 874716"/>
                    <a:gd name="connsiteX176" fmla="*/ 850189 w 6858001"/>
                    <a:gd name="connsiteY176" fmla="*/ 487417 h 874716"/>
                    <a:gd name="connsiteX177" fmla="*/ 769605 w 6858001"/>
                    <a:gd name="connsiteY177" fmla="*/ 464937 h 874716"/>
                    <a:gd name="connsiteX178" fmla="*/ 740268 w 6858001"/>
                    <a:gd name="connsiteY178" fmla="*/ 462651 h 874716"/>
                    <a:gd name="connsiteX179" fmla="*/ 674923 w 6858001"/>
                    <a:gd name="connsiteY179" fmla="*/ 451792 h 874716"/>
                    <a:gd name="connsiteX180" fmla="*/ 617772 w 6858001"/>
                    <a:gd name="connsiteY180" fmla="*/ 452554 h 874716"/>
                    <a:gd name="connsiteX181" fmla="*/ 571860 w 6858001"/>
                    <a:gd name="connsiteY181" fmla="*/ 469891 h 874716"/>
                    <a:gd name="connsiteX182" fmla="*/ 505182 w 6858001"/>
                    <a:gd name="connsiteY182" fmla="*/ 473319 h 874716"/>
                    <a:gd name="connsiteX183" fmla="*/ 462126 w 6858001"/>
                    <a:gd name="connsiteY183" fmla="*/ 460747 h 874716"/>
                    <a:gd name="connsiteX184" fmla="*/ 453364 w 6858001"/>
                    <a:gd name="connsiteY184" fmla="*/ 459033 h 874716"/>
                    <a:gd name="connsiteX185" fmla="*/ 340774 w 6858001"/>
                    <a:gd name="connsiteY185" fmla="*/ 458268 h 874716"/>
                    <a:gd name="connsiteX186" fmla="*/ 200182 w 6858001"/>
                    <a:gd name="connsiteY186" fmla="*/ 496180 h 874716"/>
                    <a:gd name="connsiteX187" fmla="*/ 176939 w 6858001"/>
                    <a:gd name="connsiteY187" fmla="*/ 504182 h 874716"/>
                    <a:gd name="connsiteX188" fmla="*/ 63587 w 6858001"/>
                    <a:gd name="connsiteY188" fmla="*/ 518088 h 874716"/>
                    <a:gd name="connsiteX189" fmla="*/ 2817 w 6858001"/>
                    <a:gd name="connsiteY189" fmla="*/ 532187 h 874716"/>
                    <a:gd name="connsiteX190" fmla="*/ 0 w 6858001"/>
                    <a:gd name="connsiteY190" fmla="*/ 533314 h 874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</a:cxnLst>
                  <a:rect l="l" t="t" r="r" b="b"/>
                  <a:pathLst>
                    <a:path w="6858001" h="874716">
                      <a:moveTo>
                        <a:pt x="0" y="533314"/>
                      </a:moveTo>
                      <a:lnTo>
                        <a:pt x="0" y="69206"/>
                      </a:lnTo>
                      <a:lnTo>
                        <a:pt x="21486" y="71924"/>
                      </a:lnTo>
                      <a:cubicBezTo>
                        <a:pt x="92546" y="60493"/>
                        <a:pt x="159604" y="87354"/>
                        <a:pt x="228948" y="88116"/>
                      </a:cubicBezTo>
                      <a:cubicBezTo>
                        <a:pt x="260382" y="88496"/>
                        <a:pt x="291435" y="94592"/>
                        <a:pt x="313533" y="62779"/>
                      </a:cubicBezTo>
                      <a:cubicBezTo>
                        <a:pt x="316389" y="58587"/>
                        <a:pt x="330298" y="60873"/>
                        <a:pt x="338870" y="62207"/>
                      </a:cubicBezTo>
                      <a:cubicBezTo>
                        <a:pt x="357921" y="65066"/>
                        <a:pt x="376781" y="72304"/>
                        <a:pt x="395640" y="72114"/>
                      </a:cubicBezTo>
                      <a:cubicBezTo>
                        <a:pt x="434695" y="71924"/>
                        <a:pt x="473939" y="68876"/>
                        <a:pt x="512802" y="65446"/>
                      </a:cubicBezTo>
                      <a:cubicBezTo>
                        <a:pt x="527470" y="64112"/>
                        <a:pt x="541569" y="58969"/>
                        <a:pt x="556047" y="55349"/>
                      </a:cubicBezTo>
                      <a:cubicBezTo>
                        <a:pt x="564048" y="53253"/>
                        <a:pt x="572622" y="47729"/>
                        <a:pt x="580050" y="48871"/>
                      </a:cubicBezTo>
                      <a:cubicBezTo>
                        <a:pt x="623106" y="55539"/>
                        <a:pt x="662541" y="39157"/>
                        <a:pt x="703308" y="30964"/>
                      </a:cubicBezTo>
                      <a:cubicBezTo>
                        <a:pt x="722169" y="27154"/>
                        <a:pt x="739886" y="18010"/>
                        <a:pt x="758174" y="11724"/>
                      </a:cubicBezTo>
                      <a:cubicBezTo>
                        <a:pt x="762936" y="10008"/>
                        <a:pt x="768271" y="8484"/>
                        <a:pt x="773035" y="8866"/>
                      </a:cubicBezTo>
                      <a:cubicBezTo>
                        <a:pt x="800276" y="11152"/>
                        <a:pt x="827329" y="14390"/>
                        <a:pt x="854379" y="16866"/>
                      </a:cubicBezTo>
                      <a:cubicBezTo>
                        <a:pt x="878956" y="19152"/>
                        <a:pt x="903722" y="19914"/>
                        <a:pt x="915343" y="47919"/>
                      </a:cubicBezTo>
                      <a:cubicBezTo>
                        <a:pt x="917059" y="52301"/>
                        <a:pt x="922773" y="55539"/>
                        <a:pt x="927155" y="58397"/>
                      </a:cubicBezTo>
                      <a:cubicBezTo>
                        <a:pt x="994785" y="102405"/>
                        <a:pt x="1030980" y="101261"/>
                        <a:pt x="1097087" y="54777"/>
                      </a:cubicBezTo>
                      <a:cubicBezTo>
                        <a:pt x="1103945" y="50015"/>
                        <a:pt x="1118613" y="46585"/>
                        <a:pt x="1123185" y="50395"/>
                      </a:cubicBezTo>
                      <a:cubicBezTo>
                        <a:pt x="1162049" y="82020"/>
                        <a:pt x="1204532" y="78590"/>
                        <a:pt x="1249302" y="68684"/>
                      </a:cubicBezTo>
                      <a:cubicBezTo>
                        <a:pt x="1260922" y="66018"/>
                        <a:pt x="1277307" y="66018"/>
                        <a:pt x="1286069" y="72304"/>
                      </a:cubicBezTo>
                      <a:cubicBezTo>
                        <a:pt x="1327790" y="101451"/>
                        <a:pt x="1372560" y="97261"/>
                        <a:pt x="1417899" y="88688"/>
                      </a:cubicBezTo>
                      <a:cubicBezTo>
                        <a:pt x="1424948" y="87354"/>
                        <a:pt x="1433522" y="80114"/>
                        <a:pt x="1436568" y="73448"/>
                      </a:cubicBezTo>
                      <a:cubicBezTo>
                        <a:pt x="1447428" y="49825"/>
                        <a:pt x="1467813" y="41823"/>
                        <a:pt x="1490292" y="35154"/>
                      </a:cubicBezTo>
                      <a:cubicBezTo>
                        <a:pt x="1525727" y="24296"/>
                        <a:pt x="1560588" y="11532"/>
                        <a:pt x="1596213" y="1245"/>
                      </a:cubicBezTo>
                      <a:cubicBezTo>
                        <a:pt x="1604978" y="-1231"/>
                        <a:pt x="1615836" y="293"/>
                        <a:pt x="1624980" y="3150"/>
                      </a:cubicBezTo>
                      <a:cubicBezTo>
                        <a:pt x="1656223" y="12866"/>
                        <a:pt x="1676036" y="37251"/>
                        <a:pt x="1697753" y="59731"/>
                      </a:cubicBezTo>
                      <a:cubicBezTo>
                        <a:pt x="1707279" y="69638"/>
                        <a:pt x="1720423" y="76686"/>
                        <a:pt x="1733188" y="82400"/>
                      </a:cubicBezTo>
                      <a:cubicBezTo>
                        <a:pt x="1766335" y="97071"/>
                        <a:pt x="1800246" y="110215"/>
                        <a:pt x="1833775" y="124121"/>
                      </a:cubicBezTo>
                      <a:cubicBezTo>
                        <a:pt x="1837013" y="125455"/>
                        <a:pt x="1839679" y="128884"/>
                        <a:pt x="1842158" y="131742"/>
                      </a:cubicBezTo>
                      <a:cubicBezTo>
                        <a:pt x="1866922" y="161843"/>
                        <a:pt x="1891497" y="192132"/>
                        <a:pt x="1916454" y="222233"/>
                      </a:cubicBezTo>
                      <a:cubicBezTo>
                        <a:pt x="1921216" y="227947"/>
                        <a:pt x="1928076" y="232139"/>
                        <a:pt x="1933219" y="237663"/>
                      </a:cubicBezTo>
                      <a:cubicBezTo>
                        <a:pt x="1940459" y="245283"/>
                        <a:pt x="1949603" y="252524"/>
                        <a:pt x="1953413" y="261668"/>
                      </a:cubicBezTo>
                      <a:cubicBezTo>
                        <a:pt x="1965224" y="290433"/>
                        <a:pt x="1987894" y="302817"/>
                        <a:pt x="2016469" y="308151"/>
                      </a:cubicBezTo>
                      <a:cubicBezTo>
                        <a:pt x="2042570" y="313104"/>
                        <a:pt x="2068669" y="317296"/>
                        <a:pt x="2094578" y="323010"/>
                      </a:cubicBezTo>
                      <a:cubicBezTo>
                        <a:pt x="2126201" y="329868"/>
                        <a:pt x="2157636" y="337298"/>
                        <a:pt x="2188879" y="345681"/>
                      </a:cubicBezTo>
                      <a:cubicBezTo>
                        <a:pt x="2202404" y="349301"/>
                        <a:pt x="2216692" y="353491"/>
                        <a:pt x="2228314" y="360921"/>
                      </a:cubicBezTo>
                      <a:cubicBezTo>
                        <a:pt x="2260890" y="381496"/>
                        <a:pt x="2295753" y="395402"/>
                        <a:pt x="2334044" y="389878"/>
                      </a:cubicBezTo>
                      <a:cubicBezTo>
                        <a:pt x="2364715" y="385496"/>
                        <a:pt x="2390434" y="396736"/>
                        <a:pt x="2409485" y="414263"/>
                      </a:cubicBezTo>
                      <a:cubicBezTo>
                        <a:pt x="2444158" y="446078"/>
                        <a:pt x="2481305" y="438838"/>
                        <a:pt x="2518264" y="428552"/>
                      </a:cubicBezTo>
                      <a:cubicBezTo>
                        <a:pt x="2537315" y="423217"/>
                        <a:pt x="2552935" y="423979"/>
                        <a:pt x="2571034" y="429122"/>
                      </a:cubicBezTo>
                      <a:cubicBezTo>
                        <a:pt x="2612945" y="441124"/>
                        <a:pt x="2640950" y="473701"/>
                        <a:pt x="2668001" y="502276"/>
                      </a:cubicBezTo>
                      <a:cubicBezTo>
                        <a:pt x="2691054" y="526661"/>
                        <a:pt x="2716963" y="540377"/>
                        <a:pt x="2745348" y="550666"/>
                      </a:cubicBezTo>
                      <a:cubicBezTo>
                        <a:pt x="2781163" y="563810"/>
                        <a:pt x="2809548" y="558858"/>
                        <a:pt x="2826694" y="527233"/>
                      </a:cubicBezTo>
                      <a:cubicBezTo>
                        <a:pt x="2831457" y="518278"/>
                        <a:pt x="2839839" y="507800"/>
                        <a:pt x="2848793" y="505134"/>
                      </a:cubicBezTo>
                      <a:cubicBezTo>
                        <a:pt x="2892037" y="491800"/>
                        <a:pt x="2935854" y="472367"/>
                        <a:pt x="2982148" y="484179"/>
                      </a:cubicBezTo>
                      <a:cubicBezTo>
                        <a:pt x="3046158" y="500372"/>
                        <a:pt x="3108644" y="499420"/>
                        <a:pt x="3172654" y="483417"/>
                      </a:cubicBezTo>
                      <a:cubicBezTo>
                        <a:pt x="3276480" y="457508"/>
                        <a:pt x="3380305" y="430076"/>
                        <a:pt x="3489467" y="435790"/>
                      </a:cubicBezTo>
                      <a:cubicBezTo>
                        <a:pt x="3507563" y="436742"/>
                        <a:pt x="3529090" y="425121"/>
                        <a:pt x="3544713" y="413691"/>
                      </a:cubicBezTo>
                      <a:cubicBezTo>
                        <a:pt x="3574622" y="391974"/>
                        <a:pt x="3573288" y="390258"/>
                        <a:pt x="3606817" y="408167"/>
                      </a:cubicBezTo>
                      <a:cubicBezTo>
                        <a:pt x="3614819" y="412549"/>
                        <a:pt x="3624725" y="415215"/>
                        <a:pt x="3630632" y="421693"/>
                      </a:cubicBezTo>
                      <a:cubicBezTo>
                        <a:pt x="3660731" y="454650"/>
                        <a:pt x="3697880" y="446648"/>
                        <a:pt x="3734837" y="441886"/>
                      </a:cubicBezTo>
                      <a:cubicBezTo>
                        <a:pt x="3741315" y="440934"/>
                        <a:pt x="3749125" y="439600"/>
                        <a:pt x="3754652" y="442268"/>
                      </a:cubicBezTo>
                      <a:cubicBezTo>
                        <a:pt x="3779607" y="454268"/>
                        <a:pt x="3800753" y="450078"/>
                        <a:pt x="3822472" y="433694"/>
                      </a:cubicBezTo>
                      <a:cubicBezTo>
                        <a:pt x="3841331" y="419597"/>
                        <a:pt x="3863049" y="411215"/>
                        <a:pt x="3885338" y="428742"/>
                      </a:cubicBezTo>
                      <a:cubicBezTo>
                        <a:pt x="3934870" y="467605"/>
                        <a:pt x="3987829" y="469509"/>
                        <a:pt x="4043839" y="444934"/>
                      </a:cubicBezTo>
                      <a:cubicBezTo>
                        <a:pt x="4083845" y="427407"/>
                        <a:pt x="4123280" y="423407"/>
                        <a:pt x="4165383" y="441124"/>
                      </a:cubicBezTo>
                      <a:cubicBezTo>
                        <a:pt x="4181576" y="447982"/>
                        <a:pt x="4202531" y="443410"/>
                        <a:pt x="4221391" y="444934"/>
                      </a:cubicBezTo>
                      <a:cubicBezTo>
                        <a:pt x="4232060" y="445696"/>
                        <a:pt x="4243872" y="445886"/>
                        <a:pt x="4253014" y="450650"/>
                      </a:cubicBezTo>
                      <a:cubicBezTo>
                        <a:pt x="4277401" y="462843"/>
                        <a:pt x="4300070" y="478463"/>
                        <a:pt x="4324645" y="490466"/>
                      </a:cubicBezTo>
                      <a:cubicBezTo>
                        <a:pt x="4336457" y="496180"/>
                        <a:pt x="4350554" y="499228"/>
                        <a:pt x="4363890" y="499420"/>
                      </a:cubicBezTo>
                      <a:cubicBezTo>
                        <a:pt x="4403325" y="500372"/>
                        <a:pt x="4442761" y="500372"/>
                        <a:pt x="4482004" y="498658"/>
                      </a:cubicBezTo>
                      <a:cubicBezTo>
                        <a:pt x="4546776" y="495990"/>
                        <a:pt x="4612500" y="495418"/>
                        <a:pt x="4659174" y="438648"/>
                      </a:cubicBezTo>
                      <a:cubicBezTo>
                        <a:pt x="4662986" y="434076"/>
                        <a:pt x="4671176" y="431408"/>
                        <a:pt x="4677655" y="430646"/>
                      </a:cubicBezTo>
                      <a:cubicBezTo>
                        <a:pt x="4707564" y="427027"/>
                        <a:pt x="4738235" y="426645"/>
                        <a:pt x="4767764" y="420739"/>
                      </a:cubicBezTo>
                      <a:cubicBezTo>
                        <a:pt x="4791386" y="415977"/>
                        <a:pt x="4811009" y="417501"/>
                        <a:pt x="4828916" y="434266"/>
                      </a:cubicBezTo>
                      <a:cubicBezTo>
                        <a:pt x="4852348" y="456364"/>
                        <a:pt x="4880925" y="469319"/>
                        <a:pt x="4912168" y="462271"/>
                      </a:cubicBezTo>
                      <a:cubicBezTo>
                        <a:pt x="4943409" y="455412"/>
                        <a:pt x="4963984" y="470271"/>
                        <a:pt x="4987037" y="485703"/>
                      </a:cubicBezTo>
                      <a:cubicBezTo>
                        <a:pt x="5003801" y="496942"/>
                        <a:pt x="5022852" y="511040"/>
                        <a:pt x="5041521" y="512182"/>
                      </a:cubicBezTo>
                      <a:cubicBezTo>
                        <a:pt x="5083814" y="514658"/>
                        <a:pt x="5120201" y="553904"/>
                        <a:pt x="5166113" y="531615"/>
                      </a:cubicBezTo>
                      <a:cubicBezTo>
                        <a:pt x="5169161" y="530091"/>
                        <a:pt x="5174685" y="533901"/>
                        <a:pt x="5179067" y="534853"/>
                      </a:cubicBezTo>
                      <a:cubicBezTo>
                        <a:pt x="5214121" y="542093"/>
                        <a:pt x="5247078" y="535043"/>
                        <a:pt x="5272796" y="511230"/>
                      </a:cubicBezTo>
                      <a:cubicBezTo>
                        <a:pt x="5306516" y="480177"/>
                        <a:pt x="5343855" y="477129"/>
                        <a:pt x="5385384" y="487227"/>
                      </a:cubicBezTo>
                      <a:cubicBezTo>
                        <a:pt x="5398721" y="490466"/>
                        <a:pt x="5412057" y="492752"/>
                        <a:pt x="5425582" y="495418"/>
                      </a:cubicBezTo>
                      <a:cubicBezTo>
                        <a:pt x="5443870" y="499228"/>
                        <a:pt x="5462351" y="503230"/>
                        <a:pt x="5480637" y="507040"/>
                      </a:cubicBezTo>
                      <a:cubicBezTo>
                        <a:pt x="5498356" y="510850"/>
                        <a:pt x="5517979" y="517326"/>
                        <a:pt x="5531693" y="500944"/>
                      </a:cubicBezTo>
                      <a:cubicBezTo>
                        <a:pt x="5543506" y="486845"/>
                        <a:pt x="5551888" y="488179"/>
                        <a:pt x="5562746" y="500372"/>
                      </a:cubicBezTo>
                      <a:cubicBezTo>
                        <a:pt x="5600467" y="543045"/>
                        <a:pt x="5646189" y="569716"/>
                        <a:pt x="5704483" y="571620"/>
                      </a:cubicBezTo>
                      <a:cubicBezTo>
                        <a:pt x="5716485" y="572002"/>
                        <a:pt x="5728678" y="574668"/>
                        <a:pt x="5740488" y="577526"/>
                      </a:cubicBezTo>
                      <a:cubicBezTo>
                        <a:pt x="5747728" y="579241"/>
                        <a:pt x="5756493" y="581147"/>
                        <a:pt x="5760873" y="586291"/>
                      </a:cubicBezTo>
                      <a:cubicBezTo>
                        <a:pt x="5794974" y="625534"/>
                        <a:pt x="5837457" y="652777"/>
                        <a:pt x="5883751" y="674686"/>
                      </a:cubicBezTo>
                      <a:cubicBezTo>
                        <a:pt x="5900323" y="682496"/>
                        <a:pt x="5918042" y="690306"/>
                        <a:pt x="5935949" y="692592"/>
                      </a:cubicBezTo>
                      <a:cubicBezTo>
                        <a:pt x="5954617" y="694878"/>
                        <a:pt x="5974240" y="691068"/>
                        <a:pt x="5993291" y="688972"/>
                      </a:cubicBezTo>
                      <a:cubicBezTo>
                        <a:pt x="6004531" y="687830"/>
                        <a:pt x="6017485" y="688020"/>
                        <a:pt x="6026440" y="682496"/>
                      </a:cubicBezTo>
                      <a:cubicBezTo>
                        <a:pt x="6054825" y="665159"/>
                        <a:pt x="6082258" y="646491"/>
                        <a:pt x="6108738" y="626296"/>
                      </a:cubicBezTo>
                      <a:cubicBezTo>
                        <a:pt x="6131409" y="608960"/>
                        <a:pt x="6135981" y="606483"/>
                        <a:pt x="6155602" y="628202"/>
                      </a:cubicBezTo>
                      <a:cubicBezTo>
                        <a:pt x="6175797" y="650491"/>
                        <a:pt x="6200944" y="662111"/>
                        <a:pt x="6228756" y="666873"/>
                      </a:cubicBezTo>
                      <a:cubicBezTo>
                        <a:pt x="6272764" y="674304"/>
                        <a:pt x="6317151" y="680590"/>
                        <a:pt x="6361539" y="684210"/>
                      </a:cubicBezTo>
                      <a:cubicBezTo>
                        <a:pt x="6401736" y="687448"/>
                        <a:pt x="6420977" y="669922"/>
                        <a:pt x="6428979" y="630106"/>
                      </a:cubicBezTo>
                      <a:cubicBezTo>
                        <a:pt x="6433551" y="608007"/>
                        <a:pt x="6439458" y="584003"/>
                        <a:pt x="6463840" y="578098"/>
                      </a:cubicBezTo>
                      <a:cubicBezTo>
                        <a:pt x="6503658" y="568572"/>
                        <a:pt x="6544997" y="564382"/>
                        <a:pt x="6564620" y="517708"/>
                      </a:cubicBezTo>
                      <a:cubicBezTo>
                        <a:pt x="6575478" y="527995"/>
                        <a:pt x="6582146" y="534091"/>
                        <a:pt x="6588625" y="540187"/>
                      </a:cubicBezTo>
                      <a:cubicBezTo>
                        <a:pt x="6606531" y="557142"/>
                        <a:pt x="6643678" y="564382"/>
                        <a:pt x="6662541" y="549714"/>
                      </a:cubicBezTo>
                      <a:cubicBezTo>
                        <a:pt x="6690354" y="528377"/>
                        <a:pt x="6715883" y="532377"/>
                        <a:pt x="6742552" y="548952"/>
                      </a:cubicBezTo>
                      <a:cubicBezTo>
                        <a:pt x="6764841" y="562668"/>
                        <a:pt x="6788417" y="567954"/>
                        <a:pt x="6812063" y="568430"/>
                      </a:cubicBezTo>
                      <a:lnTo>
                        <a:pt x="6858001" y="562267"/>
                      </a:lnTo>
                      <a:lnTo>
                        <a:pt x="6858001" y="734520"/>
                      </a:lnTo>
                      <a:lnTo>
                        <a:pt x="6815516" y="744220"/>
                      </a:lnTo>
                      <a:cubicBezTo>
                        <a:pt x="6793035" y="749744"/>
                        <a:pt x="6771319" y="759651"/>
                        <a:pt x="6748458" y="763271"/>
                      </a:cubicBezTo>
                      <a:cubicBezTo>
                        <a:pt x="6694164" y="771843"/>
                        <a:pt x="6639488" y="777939"/>
                        <a:pt x="6584812" y="784797"/>
                      </a:cubicBezTo>
                      <a:cubicBezTo>
                        <a:pt x="6528424" y="791846"/>
                        <a:pt x="6472225" y="799276"/>
                        <a:pt x="6415833" y="805562"/>
                      </a:cubicBezTo>
                      <a:cubicBezTo>
                        <a:pt x="6384972" y="808802"/>
                        <a:pt x="6353919" y="809372"/>
                        <a:pt x="6323058" y="812420"/>
                      </a:cubicBezTo>
                      <a:cubicBezTo>
                        <a:pt x="6296005" y="815088"/>
                        <a:pt x="6269144" y="820041"/>
                        <a:pt x="6242093" y="823281"/>
                      </a:cubicBezTo>
                      <a:cubicBezTo>
                        <a:pt x="6218660" y="825947"/>
                        <a:pt x="6195037" y="827471"/>
                        <a:pt x="6171605" y="830139"/>
                      </a:cubicBezTo>
                      <a:cubicBezTo>
                        <a:pt x="6134075" y="834519"/>
                        <a:pt x="6096736" y="839473"/>
                        <a:pt x="6059397" y="844045"/>
                      </a:cubicBezTo>
                      <a:cubicBezTo>
                        <a:pt x="6043776" y="845759"/>
                        <a:pt x="6027392" y="850522"/>
                        <a:pt x="6012723" y="847665"/>
                      </a:cubicBezTo>
                      <a:cubicBezTo>
                        <a:pt x="5975764" y="840425"/>
                        <a:pt x="5939377" y="842521"/>
                        <a:pt x="5902610" y="847473"/>
                      </a:cubicBezTo>
                      <a:cubicBezTo>
                        <a:pt x="5890037" y="849190"/>
                        <a:pt x="5876511" y="848808"/>
                        <a:pt x="5864318" y="845569"/>
                      </a:cubicBezTo>
                      <a:cubicBezTo>
                        <a:pt x="5839361" y="839091"/>
                        <a:pt x="5815169" y="829947"/>
                        <a:pt x="5790592" y="821947"/>
                      </a:cubicBezTo>
                      <a:cubicBezTo>
                        <a:pt x="5787924" y="820995"/>
                        <a:pt x="5784686" y="820803"/>
                        <a:pt x="5781830" y="820233"/>
                      </a:cubicBezTo>
                      <a:cubicBezTo>
                        <a:pt x="5765635" y="816992"/>
                        <a:pt x="5749634" y="813754"/>
                        <a:pt x="5733440" y="810896"/>
                      </a:cubicBezTo>
                      <a:cubicBezTo>
                        <a:pt x="5724678" y="809372"/>
                        <a:pt x="5715723" y="809182"/>
                        <a:pt x="5706959" y="807848"/>
                      </a:cubicBezTo>
                      <a:cubicBezTo>
                        <a:pt x="5673050" y="802514"/>
                        <a:pt x="5635711" y="811468"/>
                        <a:pt x="5606372" y="788417"/>
                      </a:cubicBezTo>
                      <a:cubicBezTo>
                        <a:pt x="5587321" y="773557"/>
                        <a:pt x="5568842" y="776987"/>
                        <a:pt x="5548460" y="779273"/>
                      </a:cubicBezTo>
                      <a:cubicBezTo>
                        <a:pt x="5533027" y="780987"/>
                        <a:pt x="5517215" y="780415"/>
                        <a:pt x="5501594" y="780607"/>
                      </a:cubicBezTo>
                      <a:cubicBezTo>
                        <a:pt x="5474161" y="781177"/>
                        <a:pt x="5446728" y="781369"/>
                        <a:pt x="5419295" y="782321"/>
                      </a:cubicBezTo>
                      <a:cubicBezTo>
                        <a:pt x="5410531" y="782701"/>
                        <a:pt x="5401579" y="787465"/>
                        <a:pt x="5393005" y="786703"/>
                      </a:cubicBezTo>
                      <a:cubicBezTo>
                        <a:pt x="5353379" y="783083"/>
                        <a:pt x="5313754" y="777367"/>
                        <a:pt x="5274129" y="774129"/>
                      </a:cubicBezTo>
                      <a:cubicBezTo>
                        <a:pt x="5251650" y="772225"/>
                        <a:pt x="5228597" y="775843"/>
                        <a:pt x="5206308" y="773177"/>
                      </a:cubicBezTo>
                      <a:cubicBezTo>
                        <a:pt x="5180591" y="770129"/>
                        <a:pt x="5155445" y="762319"/>
                        <a:pt x="5129916" y="757554"/>
                      </a:cubicBezTo>
                      <a:cubicBezTo>
                        <a:pt x="5122867" y="756222"/>
                        <a:pt x="5115057" y="757936"/>
                        <a:pt x="5107627" y="758316"/>
                      </a:cubicBezTo>
                      <a:cubicBezTo>
                        <a:pt x="5099245" y="758699"/>
                        <a:pt x="5091052" y="759461"/>
                        <a:pt x="5082670" y="759651"/>
                      </a:cubicBezTo>
                      <a:cubicBezTo>
                        <a:pt x="5057141" y="760033"/>
                        <a:pt x="5031614" y="759461"/>
                        <a:pt x="5006086" y="760795"/>
                      </a:cubicBezTo>
                      <a:cubicBezTo>
                        <a:pt x="4990465" y="761557"/>
                        <a:pt x="4974082" y="769367"/>
                        <a:pt x="4959602" y="766509"/>
                      </a:cubicBezTo>
                      <a:cubicBezTo>
                        <a:pt x="4930075" y="760985"/>
                        <a:pt x="4900546" y="773367"/>
                        <a:pt x="4871019" y="763081"/>
                      </a:cubicBezTo>
                      <a:cubicBezTo>
                        <a:pt x="4861873" y="760033"/>
                        <a:pt x="4849300" y="767653"/>
                        <a:pt x="4838250" y="768033"/>
                      </a:cubicBezTo>
                      <a:cubicBezTo>
                        <a:pt x="4810627" y="768985"/>
                        <a:pt x="4783004" y="768795"/>
                        <a:pt x="4755381" y="768605"/>
                      </a:cubicBezTo>
                      <a:cubicBezTo>
                        <a:pt x="4730614" y="768415"/>
                        <a:pt x="4704895" y="771081"/>
                        <a:pt x="4681083" y="765747"/>
                      </a:cubicBezTo>
                      <a:cubicBezTo>
                        <a:pt x="4656126" y="760033"/>
                        <a:pt x="4633647" y="760795"/>
                        <a:pt x="4609452" y="767271"/>
                      </a:cubicBezTo>
                      <a:cubicBezTo>
                        <a:pt x="4592878" y="771653"/>
                        <a:pt x="4575351" y="772225"/>
                        <a:pt x="4558207" y="773557"/>
                      </a:cubicBezTo>
                      <a:cubicBezTo>
                        <a:pt x="4539728" y="775081"/>
                        <a:pt x="4519343" y="771081"/>
                        <a:pt x="4502579" y="777367"/>
                      </a:cubicBezTo>
                      <a:cubicBezTo>
                        <a:pt x="4452665" y="796038"/>
                        <a:pt x="4401419" y="800038"/>
                        <a:pt x="4349222" y="800038"/>
                      </a:cubicBezTo>
                      <a:cubicBezTo>
                        <a:pt x="4339695" y="800038"/>
                        <a:pt x="4329979" y="797372"/>
                        <a:pt x="4320837" y="794514"/>
                      </a:cubicBezTo>
                      <a:cubicBezTo>
                        <a:pt x="4267493" y="777367"/>
                        <a:pt x="4213961" y="778891"/>
                        <a:pt x="4159667" y="789370"/>
                      </a:cubicBezTo>
                      <a:cubicBezTo>
                        <a:pt x="4148427" y="791656"/>
                        <a:pt x="4135854" y="792038"/>
                        <a:pt x="4124614" y="789752"/>
                      </a:cubicBezTo>
                      <a:cubicBezTo>
                        <a:pt x="4092989" y="783083"/>
                        <a:pt x="4062318" y="772033"/>
                        <a:pt x="4030503" y="767271"/>
                      </a:cubicBezTo>
                      <a:cubicBezTo>
                        <a:pt x="3977925" y="759461"/>
                        <a:pt x="3932394" y="785749"/>
                        <a:pt x="3885338" y="802896"/>
                      </a:cubicBezTo>
                      <a:cubicBezTo>
                        <a:pt x="3840569" y="819089"/>
                        <a:pt x="3802467" y="855666"/>
                        <a:pt x="3749506" y="847473"/>
                      </a:cubicBezTo>
                      <a:cubicBezTo>
                        <a:pt x="3744173" y="846711"/>
                        <a:pt x="3738267" y="851856"/>
                        <a:pt x="3732361" y="853190"/>
                      </a:cubicBezTo>
                      <a:cubicBezTo>
                        <a:pt x="3716168" y="856810"/>
                        <a:pt x="3699976" y="861190"/>
                        <a:pt x="3683591" y="862906"/>
                      </a:cubicBezTo>
                      <a:cubicBezTo>
                        <a:pt x="3663589" y="865192"/>
                        <a:pt x="3643204" y="864430"/>
                        <a:pt x="3623201" y="866334"/>
                      </a:cubicBezTo>
                      <a:cubicBezTo>
                        <a:pt x="3597482" y="868620"/>
                        <a:pt x="3572146" y="874716"/>
                        <a:pt x="3546617" y="874716"/>
                      </a:cubicBezTo>
                      <a:cubicBezTo>
                        <a:pt x="3526042" y="874716"/>
                        <a:pt x="3505657" y="867668"/>
                        <a:pt x="3485275" y="864238"/>
                      </a:cubicBezTo>
                      <a:cubicBezTo>
                        <a:pt x="3456508" y="859476"/>
                        <a:pt x="3424883" y="860810"/>
                        <a:pt x="3399546" y="848618"/>
                      </a:cubicBezTo>
                      <a:cubicBezTo>
                        <a:pt x="3372495" y="835663"/>
                        <a:pt x="3346776" y="829757"/>
                        <a:pt x="3318771" y="833757"/>
                      </a:cubicBezTo>
                      <a:cubicBezTo>
                        <a:pt x="3309437" y="835091"/>
                        <a:pt x="3297434" y="843093"/>
                        <a:pt x="3293244" y="851284"/>
                      </a:cubicBezTo>
                      <a:cubicBezTo>
                        <a:pt x="3283908" y="869572"/>
                        <a:pt x="3271145" y="872812"/>
                        <a:pt x="3253809" y="866524"/>
                      </a:cubicBezTo>
                      <a:cubicBezTo>
                        <a:pt x="3238758" y="861190"/>
                        <a:pt x="3220280" y="858524"/>
                        <a:pt x="3209993" y="848235"/>
                      </a:cubicBezTo>
                      <a:cubicBezTo>
                        <a:pt x="3180844" y="819089"/>
                        <a:pt x="3143695" y="818136"/>
                        <a:pt x="3107500" y="810326"/>
                      </a:cubicBezTo>
                      <a:cubicBezTo>
                        <a:pt x="3085403" y="805562"/>
                        <a:pt x="3064827" y="805372"/>
                        <a:pt x="3042728" y="808610"/>
                      </a:cubicBezTo>
                      <a:cubicBezTo>
                        <a:pt x="2994722" y="815850"/>
                        <a:pt x="2948047" y="805562"/>
                        <a:pt x="2901943" y="792418"/>
                      </a:cubicBezTo>
                      <a:cubicBezTo>
                        <a:pt x="2871462" y="783655"/>
                        <a:pt x="2840219" y="778321"/>
                        <a:pt x="2809930" y="769367"/>
                      </a:cubicBezTo>
                      <a:cubicBezTo>
                        <a:pt x="2787259" y="762509"/>
                        <a:pt x="2764590" y="754316"/>
                        <a:pt x="2743826" y="743268"/>
                      </a:cubicBezTo>
                      <a:cubicBezTo>
                        <a:pt x="2713723" y="727073"/>
                        <a:pt x="2687436" y="702689"/>
                        <a:pt x="2649143" y="709167"/>
                      </a:cubicBezTo>
                      <a:cubicBezTo>
                        <a:pt x="2615421" y="714881"/>
                        <a:pt x="2584942" y="702881"/>
                        <a:pt x="2554079" y="691450"/>
                      </a:cubicBezTo>
                      <a:cubicBezTo>
                        <a:pt x="2531409" y="683068"/>
                        <a:pt x="2508742" y="674494"/>
                        <a:pt x="2485307" y="669160"/>
                      </a:cubicBezTo>
                      <a:cubicBezTo>
                        <a:pt x="2457492" y="662873"/>
                        <a:pt x="2426059" y="665541"/>
                        <a:pt x="2401292" y="653919"/>
                      </a:cubicBezTo>
                      <a:cubicBezTo>
                        <a:pt x="2375383" y="641727"/>
                        <a:pt x="2353859" y="649919"/>
                        <a:pt x="2330806" y="653349"/>
                      </a:cubicBezTo>
                      <a:cubicBezTo>
                        <a:pt x="2294039" y="658683"/>
                        <a:pt x="2257459" y="668590"/>
                        <a:pt x="2220312" y="656015"/>
                      </a:cubicBezTo>
                      <a:cubicBezTo>
                        <a:pt x="2175163" y="640775"/>
                        <a:pt x="2130393" y="624392"/>
                        <a:pt x="2085054" y="609914"/>
                      </a:cubicBezTo>
                      <a:cubicBezTo>
                        <a:pt x="2067525" y="604387"/>
                        <a:pt x="2048668" y="602101"/>
                        <a:pt x="2030378" y="599625"/>
                      </a:cubicBezTo>
                      <a:cubicBezTo>
                        <a:pt x="2013043" y="597529"/>
                        <a:pt x="1992279" y="602863"/>
                        <a:pt x="1978940" y="594863"/>
                      </a:cubicBezTo>
                      <a:cubicBezTo>
                        <a:pt x="1944649" y="574288"/>
                        <a:pt x="1909408" y="564192"/>
                        <a:pt x="1869780" y="564192"/>
                      </a:cubicBezTo>
                      <a:cubicBezTo>
                        <a:pt x="1854920" y="564192"/>
                        <a:pt x="1840441" y="555618"/>
                        <a:pt x="1825393" y="554094"/>
                      </a:cubicBezTo>
                      <a:cubicBezTo>
                        <a:pt x="1804816" y="552190"/>
                        <a:pt x="1781194" y="547045"/>
                        <a:pt x="1763287" y="554286"/>
                      </a:cubicBezTo>
                      <a:cubicBezTo>
                        <a:pt x="1721185" y="571430"/>
                        <a:pt x="1687086" y="557142"/>
                        <a:pt x="1650317" y="540187"/>
                      </a:cubicBezTo>
                      <a:cubicBezTo>
                        <a:pt x="1614120" y="523423"/>
                        <a:pt x="1576019" y="510088"/>
                        <a:pt x="1537537" y="499038"/>
                      </a:cubicBezTo>
                      <a:cubicBezTo>
                        <a:pt x="1523059" y="495038"/>
                        <a:pt x="1505724" y="501706"/>
                        <a:pt x="1489720" y="503038"/>
                      </a:cubicBezTo>
                      <a:cubicBezTo>
                        <a:pt x="1484004" y="503420"/>
                        <a:pt x="1477717" y="503992"/>
                        <a:pt x="1472575" y="502086"/>
                      </a:cubicBezTo>
                      <a:cubicBezTo>
                        <a:pt x="1422854" y="483797"/>
                        <a:pt x="1372368" y="469891"/>
                        <a:pt x="1318456" y="479415"/>
                      </a:cubicBezTo>
                      <a:cubicBezTo>
                        <a:pt x="1313504" y="480369"/>
                        <a:pt x="1307978" y="478273"/>
                        <a:pt x="1303024" y="476939"/>
                      </a:cubicBezTo>
                      <a:cubicBezTo>
                        <a:pt x="1278829" y="470081"/>
                        <a:pt x="1255206" y="459223"/>
                        <a:pt x="1230633" y="456746"/>
                      </a:cubicBezTo>
                      <a:cubicBezTo>
                        <a:pt x="1170051" y="450650"/>
                        <a:pt x="1109091" y="448172"/>
                        <a:pt x="1048125" y="444172"/>
                      </a:cubicBezTo>
                      <a:cubicBezTo>
                        <a:pt x="1044315" y="443982"/>
                        <a:pt x="1040315" y="443982"/>
                        <a:pt x="1036887" y="442648"/>
                      </a:cubicBezTo>
                      <a:cubicBezTo>
                        <a:pt x="1014406" y="434456"/>
                        <a:pt x="994785" y="437124"/>
                        <a:pt x="975733" y="452744"/>
                      </a:cubicBezTo>
                      <a:cubicBezTo>
                        <a:pt x="967350" y="459603"/>
                        <a:pt x="955920" y="463223"/>
                        <a:pt x="945444" y="467033"/>
                      </a:cubicBezTo>
                      <a:cubicBezTo>
                        <a:pt x="930011" y="472749"/>
                        <a:pt x="914200" y="478273"/>
                        <a:pt x="898198" y="481893"/>
                      </a:cubicBezTo>
                      <a:cubicBezTo>
                        <a:pt x="882384" y="485321"/>
                        <a:pt x="865430" y="490084"/>
                        <a:pt x="850189" y="487417"/>
                      </a:cubicBezTo>
                      <a:cubicBezTo>
                        <a:pt x="822756" y="482655"/>
                        <a:pt x="796655" y="471987"/>
                        <a:pt x="769605" y="464937"/>
                      </a:cubicBezTo>
                      <a:cubicBezTo>
                        <a:pt x="760270" y="462461"/>
                        <a:pt x="749982" y="462843"/>
                        <a:pt x="740268" y="462651"/>
                      </a:cubicBezTo>
                      <a:cubicBezTo>
                        <a:pt x="717977" y="462081"/>
                        <a:pt x="695116" y="467605"/>
                        <a:pt x="674923" y="451792"/>
                      </a:cubicBezTo>
                      <a:cubicBezTo>
                        <a:pt x="656255" y="436934"/>
                        <a:pt x="637392" y="441314"/>
                        <a:pt x="617772" y="452554"/>
                      </a:cubicBezTo>
                      <a:cubicBezTo>
                        <a:pt x="603673" y="460557"/>
                        <a:pt x="587672" y="466843"/>
                        <a:pt x="571860" y="469891"/>
                      </a:cubicBezTo>
                      <a:cubicBezTo>
                        <a:pt x="550141" y="474081"/>
                        <a:pt x="528615" y="475797"/>
                        <a:pt x="505182" y="473319"/>
                      </a:cubicBezTo>
                      <a:cubicBezTo>
                        <a:pt x="488607" y="471605"/>
                        <a:pt x="475081" y="470843"/>
                        <a:pt x="462126" y="460747"/>
                      </a:cubicBezTo>
                      <a:cubicBezTo>
                        <a:pt x="460032" y="459223"/>
                        <a:pt x="456222" y="458841"/>
                        <a:pt x="453364" y="459033"/>
                      </a:cubicBezTo>
                      <a:cubicBezTo>
                        <a:pt x="415835" y="462271"/>
                        <a:pt x="378686" y="460557"/>
                        <a:pt x="340774" y="458268"/>
                      </a:cubicBezTo>
                      <a:cubicBezTo>
                        <a:pt x="292579" y="455222"/>
                        <a:pt x="241901" y="464175"/>
                        <a:pt x="200182" y="496180"/>
                      </a:cubicBezTo>
                      <a:cubicBezTo>
                        <a:pt x="194085" y="500944"/>
                        <a:pt x="184941" y="503038"/>
                        <a:pt x="176939" y="504182"/>
                      </a:cubicBezTo>
                      <a:cubicBezTo>
                        <a:pt x="139219" y="509134"/>
                        <a:pt x="101308" y="512564"/>
                        <a:pt x="63587" y="518088"/>
                      </a:cubicBezTo>
                      <a:cubicBezTo>
                        <a:pt x="43012" y="521137"/>
                        <a:pt x="21486" y="523805"/>
                        <a:pt x="2817" y="532187"/>
                      </a:cubicBezTo>
                      <a:lnTo>
                        <a:pt x="0" y="533314"/>
                      </a:lnTo>
                      <a:close/>
                    </a:path>
                  </a:pathLst>
                </a:cu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F8841A98-AA1D-4F65-A368-EF31110B07CD}"/>
                    </a:ext>
                    <a:ext uri="{C183D7F6-B498-43B3-948B-1728B52AA6E4}">
                      <adec:decorative xmlns:adec="http://schemas.microsoft.com/office/drawing/2017/decorative" val="1"/>
                    </a:ext>
                  </a:extLst>
                </p:cNvPr>
                <p:cNvSpPr/>
                <p:nvPr>
                  <p:extLst>
                    <p:ext uri="{386F3935-93C4-4BCD-93E2-E3B085C9AB24}">
                      <p16:designElem xmlns:p16="http://schemas.microsoft.com/office/powerpoint/2015/main" val="1"/>
                    </p:ext>
                  </p:extLst>
                </p:nvPr>
              </p:nvSpPr>
              <p:spPr>
                <a:xfrm rot="16200000" flipH="1">
                  <a:off x="715166" y="2991642"/>
                  <a:ext cx="6858001" cy="874716"/>
                </a:xfrm>
                <a:custGeom>
                  <a:avLst/>
                  <a:gdLst>
                    <a:gd name="connsiteX0" fmla="*/ 0 w 6858001"/>
                    <a:gd name="connsiteY0" fmla="*/ 533314 h 874716"/>
                    <a:gd name="connsiteX1" fmla="*/ 0 w 6858001"/>
                    <a:gd name="connsiteY1" fmla="*/ 69206 h 874716"/>
                    <a:gd name="connsiteX2" fmla="*/ 21486 w 6858001"/>
                    <a:gd name="connsiteY2" fmla="*/ 71924 h 874716"/>
                    <a:gd name="connsiteX3" fmla="*/ 228948 w 6858001"/>
                    <a:gd name="connsiteY3" fmla="*/ 88116 h 874716"/>
                    <a:gd name="connsiteX4" fmla="*/ 313533 w 6858001"/>
                    <a:gd name="connsiteY4" fmla="*/ 62779 h 874716"/>
                    <a:gd name="connsiteX5" fmla="*/ 338870 w 6858001"/>
                    <a:gd name="connsiteY5" fmla="*/ 62207 h 874716"/>
                    <a:gd name="connsiteX6" fmla="*/ 395640 w 6858001"/>
                    <a:gd name="connsiteY6" fmla="*/ 72114 h 874716"/>
                    <a:gd name="connsiteX7" fmla="*/ 512802 w 6858001"/>
                    <a:gd name="connsiteY7" fmla="*/ 65446 h 874716"/>
                    <a:gd name="connsiteX8" fmla="*/ 556047 w 6858001"/>
                    <a:gd name="connsiteY8" fmla="*/ 55349 h 874716"/>
                    <a:gd name="connsiteX9" fmla="*/ 580050 w 6858001"/>
                    <a:gd name="connsiteY9" fmla="*/ 48871 h 874716"/>
                    <a:gd name="connsiteX10" fmla="*/ 703308 w 6858001"/>
                    <a:gd name="connsiteY10" fmla="*/ 30964 h 874716"/>
                    <a:gd name="connsiteX11" fmla="*/ 758174 w 6858001"/>
                    <a:gd name="connsiteY11" fmla="*/ 11724 h 874716"/>
                    <a:gd name="connsiteX12" fmla="*/ 773035 w 6858001"/>
                    <a:gd name="connsiteY12" fmla="*/ 8866 h 874716"/>
                    <a:gd name="connsiteX13" fmla="*/ 854379 w 6858001"/>
                    <a:gd name="connsiteY13" fmla="*/ 16866 h 874716"/>
                    <a:gd name="connsiteX14" fmla="*/ 915343 w 6858001"/>
                    <a:gd name="connsiteY14" fmla="*/ 47919 h 874716"/>
                    <a:gd name="connsiteX15" fmla="*/ 927155 w 6858001"/>
                    <a:gd name="connsiteY15" fmla="*/ 58397 h 874716"/>
                    <a:gd name="connsiteX16" fmla="*/ 1097087 w 6858001"/>
                    <a:gd name="connsiteY16" fmla="*/ 54777 h 874716"/>
                    <a:gd name="connsiteX17" fmla="*/ 1123185 w 6858001"/>
                    <a:gd name="connsiteY17" fmla="*/ 50395 h 874716"/>
                    <a:gd name="connsiteX18" fmla="*/ 1249302 w 6858001"/>
                    <a:gd name="connsiteY18" fmla="*/ 68684 h 874716"/>
                    <a:gd name="connsiteX19" fmla="*/ 1286069 w 6858001"/>
                    <a:gd name="connsiteY19" fmla="*/ 72304 h 874716"/>
                    <a:gd name="connsiteX20" fmla="*/ 1417899 w 6858001"/>
                    <a:gd name="connsiteY20" fmla="*/ 88688 h 874716"/>
                    <a:gd name="connsiteX21" fmla="*/ 1436568 w 6858001"/>
                    <a:gd name="connsiteY21" fmla="*/ 73448 h 874716"/>
                    <a:gd name="connsiteX22" fmla="*/ 1490292 w 6858001"/>
                    <a:gd name="connsiteY22" fmla="*/ 35154 h 874716"/>
                    <a:gd name="connsiteX23" fmla="*/ 1596213 w 6858001"/>
                    <a:gd name="connsiteY23" fmla="*/ 1245 h 874716"/>
                    <a:gd name="connsiteX24" fmla="*/ 1624980 w 6858001"/>
                    <a:gd name="connsiteY24" fmla="*/ 3150 h 874716"/>
                    <a:gd name="connsiteX25" fmla="*/ 1697753 w 6858001"/>
                    <a:gd name="connsiteY25" fmla="*/ 59731 h 874716"/>
                    <a:gd name="connsiteX26" fmla="*/ 1733188 w 6858001"/>
                    <a:gd name="connsiteY26" fmla="*/ 82400 h 874716"/>
                    <a:gd name="connsiteX27" fmla="*/ 1833775 w 6858001"/>
                    <a:gd name="connsiteY27" fmla="*/ 124121 h 874716"/>
                    <a:gd name="connsiteX28" fmla="*/ 1842158 w 6858001"/>
                    <a:gd name="connsiteY28" fmla="*/ 131742 h 874716"/>
                    <a:gd name="connsiteX29" fmla="*/ 1916454 w 6858001"/>
                    <a:gd name="connsiteY29" fmla="*/ 222233 h 874716"/>
                    <a:gd name="connsiteX30" fmla="*/ 1933219 w 6858001"/>
                    <a:gd name="connsiteY30" fmla="*/ 237663 h 874716"/>
                    <a:gd name="connsiteX31" fmla="*/ 1953413 w 6858001"/>
                    <a:gd name="connsiteY31" fmla="*/ 261668 h 874716"/>
                    <a:gd name="connsiteX32" fmla="*/ 2016469 w 6858001"/>
                    <a:gd name="connsiteY32" fmla="*/ 308151 h 874716"/>
                    <a:gd name="connsiteX33" fmla="*/ 2094578 w 6858001"/>
                    <a:gd name="connsiteY33" fmla="*/ 323010 h 874716"/>
                    <a:gd name="connsiteX34" fmla="*/ 2188879 w 6858001"/>
                    <a:gd name="connsiteY34" fmla="*/ 345681 h 874716"/>
                    <a:gd name="connsiteX35" fmla="*/ 2228314 w 6858001"/>
                    <a:gd name="connsiteY35" fmla="*/ 360921 h 874716"/>
                    <a:gd name="connsiteX36" fmla="*/ 2334044 w 6858001"/>
                    <a:gd name="connsiteY36" fmla="*/ 389878 h 874716"/>
                    <a:gd name="connsiteX37" fmla="*/ 2409485 w 6858001"/>
                    <a:gd name="connsiteY37" fmla="*/ 414263 h 874716"/>
                    <a:gd name="connsiteX38" fmla="*/ 2518264 w 6858001"/>
                    <a:gd name="connsiteY38" fmla="*/ 428552 h 874716"/>
                    <a:gd name="connsiteX39" fmla="*/ 2571034 w 6858001"/>
                    <a:gd name="connsiteY39" fmla="*/ 429122 h 874716"/>
                    <a:gd name="connsiteX40" fmla="*/ 2668001 w 6858001"/>
                    <a:gd name="connsiteY40" fmla="*/ 502276 h 874716"/>
                    <a:gd name="connsiteX41" fmla="*/ 2745348 w 6858001"/>
                    <a:gd name="connsiteY41" fmla="*/ 550666 h 874716"/>
                    <a:gd name="connsiteX42" fmla="*/ 2826694 w 6858001"/>
                    <a:gd name="connsiteY42" fmla="*/ 527233 h 874716"/>
                    <a:gd name="connsiteX43" fmla="*/ 2848793 w 6858001"/>
                    <a:gd name="connsiteY43" fmla="*/ 505134 h 874716"/>
                    <a:gd name="connsiteX44" fmla="*/ 2982148 w 6858001"/>
                    <a:gd name="connsiteY44" fmla="*/ 484179 h 874716"/>
                    <a:gd name="connsiteX45" fmla="*/ 3172654 w 6858001"/>
                    <a:gd name="connsiteY45" fmla="*/ 483417 h 874716"/>
                    <a:gd name="connsiteX46" fmla="*/ 3489467 w 6858001"/>
                    <a:gd name="connsiteY46" fmla="*/ 435790 h 874716"/>
                    <a:gd name="connsiteX47" fmla="*/ 3544713 w 6858001"/>
                    <a:gd name="connsiteY47" fmla="*/ 413691 h 874716"/>
                    <a:gd name="connsiteX48" fmla="*/ 3606817 w 6858001"/>
                    <a:gd name="connsiteY48" fmla="*/ 408167 h 874716"/>
                    <a:gd name="connsiteX49" fmla="*/ 3630632 w 6858001"/>
                    <a:gd name="connsiteY49" fmla="*/ 421693 h 874716"/>
                    <a:gd name="connsiteX50" fmla="*/ 3734837 w 6858001"/>
                    <a:gd name="connsiteY50" fmla="*/ 441886 h 874716"/>
                    <a:gd name="connsiteX51" fmla="*/ 3754652 w 6858001"/>
                    <a:gd name="connsiteY51" fmla="*/ 442268 h 874716"/>
                    <a:gd name="connsiteX52" fmla="*/ 3822472 w 6858001"/>
                    <a:gd name="connsiteY52" fmla="*/ 433694 h 874716"/>
                    <a:gd name="connsiteX53" fmla="*/ 3885338 w 6858001"/>
                    <a:gd name="connsiteY53" fmla="*/ 428742 h 874716"/>
                    <a:gd name="connsiteX54" fmla="*/ 4043839 w 6858001"/>
                    <a:gd name="connsiteY54" fmla="*/ 444934 h 874716"/>
                    <a:gd name="connsiteX55" fmla="*/ 4165383 w 6858001"/>
                    <a:gd name="connsiteY55" fmla="*/ 441124 h 874716"/>
                    <a:gd name="connsiteX56" fmla="*/ 4221391 w 6858001"/>
                    <a:gd name="connsiteY56" fmla="*/ 444934 h 874716"/>
                    <a:gd name="connsiteX57" fmla="*/ 4253014 w 6858001"/>
                    <a:gd name="connsiteY57" fmla="*/ 450650 h 874716"/>
                    <a:gd name="connsiteX58" fmla="*/ 4324645 w 6858001"/>
                    <a:gd name="connsiteY58" fmla="*/ 490466 h 874716"/>
                    <a:gd name="connsiteX59" fmla="*/ 4363890 w 6858001"/>
                    <a:gd name="connsiteY59" fmla="*/ 499420 h 874716"/>
                    <a:gd name="connsiteX60" fmla="*/ 4482004 w 6858001"/>
                    <a:gd name="connsiteY60" fmla="*/ 498658 h 874716"/>
                    <a:gd name="connsiteX61" fmla="*/ 4659174 w 6858001"/>
                    <a:gd name="connsiteY61" fmla="*/ 438648 h 874716"/>
                    <a:gd name="connsiteX62" fmla="*/ 4677655 w 6858001"/>
                    <a:gd name="connsiteY62" fmla="*/ 430646 h 874716"/>
                    <a:gd name="connsiteX63" fmla="*/ 4767764 w 6858001"/>
                    <a:gd name="connsiteY63" fmla="*/ 420739 h 874716"/>
                    <a:gd name="connsiteX64" fmla="*/ 4828916 w 6858001"/>
                    <a:gd name="connsiteY64" fmla="*/ 434266 h 874716"/>
                    <a:gd name="connsiteX65" fmla="*/ 4912168 w 6858001"/>
                    <a:gd name="connsiteY65" fmla="*/ 462271 h 874716"/>
                    <a:gd name="connsiteX66" fmla="*/ 4987037 w 6858001"/>
                    <a:gd name="connsiteY66" fmla="*/ 485703 h 874716"/>
                    <a:gd name="connsiteX67" fmla="*/ 5041521 w 6858001"/>
                    <a:gd name="connsiteY67" fmla="*/ 512182 h 874716"/>
                    <a:gd name="connsiteX68" fmla="*/ 5166113 w 6858001"/>
                    <a:gd name="connsiteY68" fmla="*/ 531615 h 874716"/>
                    <a:gd name="connsiteX69" fmla="*/ 5179067 w 6858001"/>
                    <a:gd name="connsiteY69" fmla="*/ 534853 h 874716"/>
                    <a:gd name="connsiteX70" fmla="*/ 5272796 w 6858001"/>
                    <a:gd name="connsiteY70" fmla="*/ 511230 h 874716"/>
                    <a:gd name="connsiteX71" fmla="*/ 5385384 w 6858001"/>
                    <a:gd name="connsiteY71" fmla="*/ 487227 h 874716"/>
                    <a:gd name="connsiteX72" fmla="*/ 5425582 w 6858001"/>
                    <a:gd name="connsiteY72" fmla="*/ 495418 h 874716"/>
                    <a:gd name="connsiteX73" fmla="*/ 5480637 w 6858001"/>
                    <a:gd name="connsiteY73" fmla="*/ 507040 h 874716"/>
                    <a:gd name="connsiteX74" fmla="*/ 5531693 w 6858001"/>
                    <a:gd name="connsiteY74" fmla="*/ 500944 h 874716"/>
                    <a:gd name="connsiteX75" fmla="*/ 5562746 w 6858001"/>
                    <a:gd name="connsiteY75" fmla="*/ 500372 h 874716"/>
                    <a:gd name="connsiteX76" fmla="*/ 5704483 w 6858001"/>
                    <a:gd name="connsiteY76" fmla="*/ 571620 h 874716"/>
                    <a:gd name="connsiteX77" fmla="*/ 5740488 w 6858001"/>
                    <a:gd name="connsiteY77" fmla="*/ 577526 h 874716"/>
                    <a:gd name="connsiteX78" fmla="*/ 5760873 w 6858001"/>
                    <a:gd name="connsiteY78" fmla="*/ 586291 h 874716"/>
                    <a:gd name="connsiteX79" fmla="*/ 5883751 w 6858001"/>
                    <a:gd name="connsiteY79" fmla="*/ 674686 h 874716"/>
                    <a:gd name="connsiteX80" fmla="*/ 5935949 w 6858001"/>
                    <a:gd name="connsiteY80" fmla="*/ 692592 h 874716"/>
                    <a:gd name="connsiteX81" fmla="*/ 5993291 w 6858001"/>
                    <a:gd name="connsiteY81" fmla="*/ 688972 h 874716"/>
                    <a:gd name="connsiteX82" fmla="*/ 6026440 w 6858001"/>
                    <a:gd name="connsiteY82" fmla="*/ 682496 h 874716"/>
                    <a:gd name="connsiteX83" fmla="*/ 6108738 w 6858001"/>
                    <a:gd name="connsiteY83" fmla="*/ 626296 h 874716"/>
                    <a:gd name="connsiteX84" fmla="*/ 6155602 w 6858001"/>
                    <a:gd name="connsiteY84" fmla="*/ 628202 h 874716"/>
                    <a:gd name="connsiteX85" fmla="*/ 6228756 w 6858001"/>
                    <a:gd name="connsiteY85" fmla="*/ 666873 h 874716"/>
                    <a:gd name="connsiteX86" fmla="*/ 6361539 w 6858001"/>
                    <a:gd name="connsiteY86" fmla="*/ 684210 h 874716"/>
                    <a:gd name="connsiteX87" fmla="*/ 6428979 w 6858001"/>
                    <a:gd name="connsiteY87" fmla="*/ 630106 h 874716"/>
                    <a:gd name="connsiteX88" fmla="*/ 6463840 w 6858001"/>
                    <a:gd name="connsiteY88" fmla="*/ 578098 h 874716"/>
                    <a:gd name="connsiteX89" fmla="*/ 6564620 w 6858001"/>
                    <a:gd name="connsiteY89" fmla="*/ 517708 h 874716"/>
                    <a:gd name="connsiteX90" fmla="*/ 6588625 w 6858001"/>
                    <a:gd name="connsiteY90" fmla="*/ 540187 h 874716"/>
                    <a:gd name="connsiteX91" fmla="*/ 6662541 w 6858001"/>
                    <a:gd name="connsiteY91" fmla="*/ 549714 h 874716"/>
                    <a:gd name="connsiteX92" fmla="*/ 6742552 w 6858001"/>
                    <a:gd name="connsiteY92" fmla="*/ 548952 h 874716"/>
                    <a:gd name="connsiteX93" fmla="*/ 6812063 w 6858001"/>
                    <a:gd name="connsiteY93" fmla="*/ 568430 h 874716"/>
                    <a:gd name="connsiteX94" fmla="*/ 6858001 w 6858001"/>
                    <a:gd name="connsiteY94" fmla="*/ 562267 h 874716"/>
                    <a:gd name="connsiteX95" fmla="*/ 6858001 w 6858001"/>
                    <a:gd name="connsiteY95" fmla="*/ 734520 h 874716"/>
                    <a:gd name="connsiteX96" fmla="*/ 6815516 w 6858001"/>
                    <a:gd name="connsiteY96" fmla="*/ 744220 h 874716"/>
                    <a:gd name="connsiteX97" fmla="*/ 6748458 w 6858001"/>
                    <a:gd name="connsiteY97" fmla="*/ 763271 h 874716"/>
                    <a:gd name="connsiteX98" fmla="*/ 6584812 w 6858001"/>
                    <a:gd name="connsiteY98" fmla="*/ 784797 h 874716"/>
                    <a:gd name="connsiteX99" fmla="*/ 6415833 w 6858001"/>
                    <a:gd name="connsiteY99" fmla="*/ 805562 h 874716"/>
                    <a:gd name="connsiteX100" fmla="*/ 6323058 w 6858001"/>
                    <a:gd name="connsiteY100" fmla="*/ 812420 h 874716"/>
                    <a:gd name="connsiteX101" fmla="*/ 6242093 w 6858001"/>
                    <a:gd name="connsiteY101" fmla="*/ 823281 h 874716"/>
                    <a:gd name="connsiteX102" fmla="*/ 6171605 w 6858001"/>
                    <a:gd name="connsiteY102" fmla="*/ 830139 h 874716"/>
                    <a:gd name="connsiteX103" fmla="*/ 6059397 w 6858001"/>
                    <a:gd name="connsiteY103" fmla="*/ 844045 h 874716"/>
                    <a:gd name="connsiteX104" fmla="*/ 6012723 w 6858001"/>
                    <a:gd name="connsiteY104" fmla="*/ 847665 h 874716"/>
                    <a:gd name="connsiteX105" fmla="*/ 5902610 w 6858001"/>
                    <a:gd name="connsiteY105" fmla="*/ 847473 h 874716"/>
                    <a:gd name="connsiteX106" fmla="*/ 5864318 w 6858001"/>
                    <a:gd name="connsiteY106" fmla="*/ 845569 h 874716"/>
                    <a:gd name="connsiteX107" fmla="*/ 5790592 w 6858001"/>
                    <a:gd name="connsiteY107" fmla="*/ 821947 h 874716"/>
                    <a:gd name="connsiteX108" fmla="*/ 5781830 w 6858001"/>
                    <a:gd name="connsiteY108" fmla="*/ 820233 h 874716"/>
                    <a:gd name="connsiteX109" fmla="*/ 5733440 w 6858001"/>
                    <a:gd name="connsiteY109" fmla="*/ 810896 h 874716"/>
                    <a:gd name="connsiteX110" fmla="*/ 5706959 w 6858001"/>
                    <a:gd name="connsiteY110" fmla="*/ 807848 h 874716"/>
                    <a:gd name="connsiteX111" fmla="*/ 5606372 w 6858001"/>
                    <a:gd name="connsiteY111" fmla="*/ 788417 h 874716"/>
                    <a:gd name="connsiteX112" fmla="*/ 5548460 w 6858001"/>
                    <a:gd name="connsiteY112" fmla="*/ 779273 h 874716"/>
                    <a:gd name="connsiteX113" fmla="*/ 5501594 w 6858001"/>
                    <a:gd name="connsiteY113" fmla="*/ 780607 h 874716"/>
                    <a:gd name="connsiteX114" fmla="*/ 5419295 w 6858001"/>
                    <a:gd name="connsiteY114" fmla="*/ 782321 h 874716"/>
                    <a:gd name="connsiteX115" fmla="*/ 5393005 w 6858001"/>
                    <a:gd name="connsiteY115" fmla="*/ 786703 h 874716"/>
                    <a:gd name="connsiteX116" fmla="*/ 5274129 w 6858001"/>
                    <a:gd name="connsiteY116" fmla="*/ 774129 h 874716"/>
                    <a:gd name="connsiteX117" fmla="*/ 5206308 w 6858001"/>
                    <a:gd name="connsiteY117" fmla="*/ 773177 h 874716"/>
                    <a:gd name="connsiteX118" fmla="*/ 5129916 w 6858001"/>
                    <a:gd name="connsiteY118" fmla="*/ 757554 h 874716"/>
                    <a:gd name="connsiteX119" fmla="*/ 5107627 w 6858001"/>
                    <a:gd name="connsiteY119" fmla="*/ 758316 h 874716"/>
                    <a:gd name="connsiteX120" fmla="*/ 5082670 w 6858001"/>
                    <a:gd name="connsiteY120" fmla="*/ 759651 h 874716"/>
                    <a:gd name="connsiteX121" fmla="*/ 5006086 w 6858001"/>
                    <a:gd name="connsiteY121" fmla="*/ 760795 h 874716"/>
                    <a:gd name="connsiteX122" fmla="*/ 4959602 w 6858001"/>
                    <a:gd name="connsiteY122" fmla="*/ 766509 h 874716"/>
                    <a:gd name="connsiteX123" fmla="*/ 4871019 w 6858001"/>
                    <a:gd name="connsiteY123" fmla="*/ 763081 h 874716"/>
                    <a:gd name="connsiteX124" fmla="*/ 4838250 w 6858001"/>
                    <a:gd name="connsiteY124" fmla="*/ 768033 h 874716"/>
                    <a:gd name="connsiteX125" fmla="*/ 4755381 w 6858001"/>
                    <a:gd name="connsiteY125" fmla="*/ 768605 h 874716"/>
                    <a:gd name="connsiteX126" fmla="*/ 4681083 w 6858001"/>
                    <a:gd name="connsiteY126" fmla="*/ 765747 h 874716"/>
                    <a:gd name="connsiteX127" fmla="*/ 4609452 w 6858001"/>
                    <a:gd name="connsiteY127" fmla="*/ 767271 h 874716"/>
                    <a:gd name="connsiteX128" fmla="*/ 4558207 w 6858001"/>
                    <a:gd name="connsiteY128" fmla="*/ 773557 h 874716"/>
                    <a:gd name="connsiteX129" fmla="*/ 4502579 w 6858001"/>
                    <a:gd name="connsiteY129" fmla="*/ 777367 h 874716"/>
                    <a:gd name="connsiteX130" fmla="*/ 4349222 w 6858001"/>
                    <a:gd name="connsiteY130" fmla="*/ 800038 h 874716"/>
                    <a:gd name="connsiteX131" fmla="*/ 4320837 w 6858001"/>
                    <a:gd name="connsiteY131" fmla="*/ 794514 h 874716"/>
                    <a:gd name="connsiteX132" fmla="*/ 4159667 w 6858001"/>
                    <a:gd name="connsiteY132" fmla="*/ 789370 h 874716"/>
                    <a:gd name="connsiteX133" fmla="*/ 4124614 w 6858001"/>
                    <a:gd name="connsiteY133" fmla="*/ 789752 h 874716"/>
                    <a:gd name="connsiteX134" fmla="*/ 4030503 w 6858001"/>
                    <a:gd name="connsiteY134" fmla="*/ 767271 h 874716"/>
                    <a:gd name="connsiteX135" fmla="*/ 3885338 w 6858001"/>
                    <a:gd name="connsiteY135" fmla="*/ 802896 h 874716"/>
                    <a:gd name="connsiteX136" fmla="*/ 3749506 w 6858001"/>
                    <a:gd name="connsiteY136" fmla="*/ 847473 h 874716"/>
                    <a:gd name="connsiteX137" fmla="*/ 3732361 w 6858001"/>
                    <a:gd name="connsiteY137" fmla="*/ 853190 h 874716"/>
                    <a:gd name="connsiteX138" fmla="*/ 3683591 w 6858001"/>
                    <a:gd name="connsiteY138" fmla="*/ 862906 h 874716"/>
                    <a:gd name="connsiteX139" fmla="*/ 3623201 w 6858001"/>
                    <a:gd name="connsiteY139" fmla="*/ 866334 h 874716"/>
                    <a:gd name="connsiteX140" fmla="*/ 3546617 w 6858001"/>
                    <a:gd name="connsiteY140" fmla="*/ 874716 h 874716"/>
                    <a:gd name="connsiteX141" fmla="*/ 3485275 w 6858001"/>
                    <a:gd name="connsiteY141" fmla="*/ 864238 h 874716"/>
                    <a:gd name="connsiteX142" fmla="*/ 3399546 w 6858001"/>
                    <a:gd name="connsiteY142" fmla="*/ 848618 h 874716"/>
                    <a:gd name="connsiteX143" fmla="*/ 3318771 w 6858001"/>
                    <a:gd name="connsiteY143" fmla="*/ 833757 h 874716"/>
                    <a:gd name="connsiteX144" fmla="*/ 3293244 w 6858001"/>
                    <a:gd name="connsiteY144" fmla="*/ 851284 h 874716"/>
                    <a:gd name="connsiteX145" fmla="*/ 3253809 w 6858001"/>
                    <a:gd name="connsiteY145" fmla="*/ 866524 h 874716"/>
                    <a:gd name="connsiteX146" fmla="*/ 3209993 w 6858001"/>
                    <a:gd name="connsiteY146" fmla="*/ 848235 h 874716"/>
                    <a:gd name="connsiteX147" fmla="*/ 3107500 w 6858001"/>
                    <a:gd name="connsiteY147" fmla="*/ 810326 h 874716"/>
                    <a:gd name="connsiteX148" fmla="*/ 3042728 w 6858001"/>
                    <a:gd name="connsiteY148" fmla="*/ 808610 h 874716"/>
                    <a:gd name="connsiteX149" fmla="*/ 2901943 w 6858001"/>
                    <a:gd name="connsiteY149" fmla="*/ 792418 h 874716"/>
                    <a:gd name="connsiteX150" fmla="*/ 2809930 w 6858001"/>
                    <a:gd name="connsiteY150" fmla="*/ 769367 h 874716"/>
                    <a:gd name="connsiteX151" fmla="*/ 2743826 w 6858001"/>
                    <a:gd name="connsiteY151" fmla="*/ 743268 h 874716"/>
                    <a:gd name="connsiteX152" fmla="*/ 2649143 w 6858001"/>
                    <a:gd name="connsiteY152" fmla="*/ 709167 h 874716"/>
                    <a:gd name="connsiteX153" fmla="*/ 2554079 w 6858001"/>
                    <a:gd name="connsiteY153" fmla="*/ 691450 h 874716"/>
                    <a:gd name="connsiteX154" fmla="*/ 2485307 w 6858001"/>
                    <a:gd name="connsiteY154" fmla="*/ 669160 h 874716"/>
                    <a:gd name="connsiteX155" fmla="*/ 2401292 w 6858001"/>
                    <a:gd name="connsiteY155" fmla="*/ 653919 h 874716"/>
                    <a:gd name="connsiteX156" fmla="*/ 2330806 w 6858001"/>
                    <a:gd name="connsiteY156" fmla="*/ 653349 h 874716"/>
                    <a:gd name="connsiteX157" fmla="*/ 2220312 w 6858001"/>
                    <a:gd name="connsiteY157" fmla="*/ 656015 h 874716"/>
                    <a:gd name="connsiteX158" fmla="*/ 2085054 w 6858001"/>
                    <a:gd name="connsiteY158" fmla="*/ 609914 h 874716"/>
                    <a:gd name="connsiteX159" fmla="*/ 2030378 w 6858001"/>
                    <a:gd name="connsiteY159" fmla="*/ 599625 h 874716"/>
                    <a:gd name="connsiteX160" fmla="*/ 1978940 w 6858001"/>
                    <a:gd name="connsiteY160" fmla="*/ 594863 h 874716"/>
                    <a:gd name="connsiteX161" fmla="*/ 1869780 w 6858001"/>
                    <a:gd name="connsiteY161" fmla="*/ 564192 h 874716"/>
                    <a:gd name="connsiteX162" fmla="*/ 1825393 w 6858001"/>
                    <a:gd name="connsiteY162" fmla="*/ 554094 h 874716"/>
                    <a:gd name="connsiteX163" fmla="*/ 1763287 w 6858001"/>
                    <a:gd name="connsiteY163" fmla="*/ 554286 h 874716"/>
                    <a:gd name="connsiteX164" fmla="*/ 1650317 w 6858001"/>
                    <a:gd name="connsiteY164" fmla="*/ 540187 h 874716"/>
                    <a:gd name="connsiteX165" fmla="*/ 1537537 w 6858001"/>
                    <a:gd name="connsiteY165" fmla="*/ 499038 h 874716"/>
                    <a:gd name="connsiteX166" fmla="*/ 1489720 w 6858001"/>
                    <a:gd name="connsiteY166" fmla="*/ 503038 h 874716"/>
                    <a:gd name="connsiteX167" fmla="*/ 1472575 w 6858001"/>
                    <a:gd name="connsiteY167" fmla="*/ 502086 h 874716"/>
                    <a:gd name="connsiteX168" fmla="*/ 1318456 w 6858001"/>
                    <a:gd name="connsiteY168" fmla="*/ 479415 h 874716"/>
                    <a:gd name="connsiteX169" fmla="*/ 1303024 w 6858001"/>
                    <a:gd name="connsiteY169" fmla="*/ 476939 h 874716"/>
                    <a:gd name="connsiteX170" fmla="*/ 1230633 w 6858001"/>
                    <a:gd name="connsiteY170" fmla="*/ 456746 h 874716"/>
                    <a:gd name="connsiteX171" fmla="*/ 1048125 w 6858001"/>
                    <a:gd name="connsiteY171" fmla="*/ 444172 h 874716"/>
                    <a:gd name="connsiteX172" fmla="*/ 1036887 w 6858001"/>
                    <a:gd name="connsiteY172" fmla="*/ 442648 h 874716"/>
                    <a:gd name="connsiteX173" fmla="*/ 975733 w 6858001"/>
                    <a:gd name="connsiteY173" fmla="*/ 452744 h 874716"/>
                    <a:gd name="connsiteX174" fmla="*/ 945444 w 6858001"/>
                    <a:gd name="connsiteY174" fmla="*/ 467033 h 874716"/>
                    <a:gd name="connsiteX175" fmla="*/ 898198 w 6858001"/>
                    <a:gd name="connsiteY175" fmla="*/ 481893 h 874716"/>
                    <a:gd name="connsiteX176" fmla="*/ 850189 w 6858001"/>
                    <a:gd name="connsiteY176" fmla="*/ 487417 h 874716"/>
                    <a:gd name="connsiteX177" fmla="*/ 769605 w 6858001"/>
                    <a:gd name="connsiteY177" fmla="*/ 464937 h 874716"/>
                    <a:gd name="connsiteX178" fmla="*/ 740268 w 6858001"/>
                    <a:gd name="connsiteY178" fmla="*/ 462651 h 874716"/>
                    <a:gd name="connsiteX179" fmla="*/ 674923 w 6858001"/>
                    <a:gd name="connsiteY179" fmla="*/ 451792 h 874716"/>
                    <a:gd name="connsiteX180" fmla="*/ 617772 w 6858001"/>
                    <a:gd name="connsiteY180" fmla="*/ 452554 h 874716"/>
                    <a:gd name="connsiteX181" fmla="*/ 571860 w 6858001"/>
                    <a:gd name="connsiteY181" fmla="*/ 469891 h 874716"/>
                    <a:gd name="connsiteX182" fmla="*/ 505182 w 6858001"/>
                    <a:gd name="connsiteY182" fmla="*/ 473319 h 874716"/>
                    <a:gd name="connsiteX183" fmla="*/ 462126 w 6858001"/>
                    <a:gd name="connsiteY183" fmla="*/ 460747 h 874716"/>
                    <a:gd name="connsiteX184" fmla="*/ 453364 w 6858001"/>
                    <a:gd name="connsiteY184" fmla="*/ 459033 h 874716"/>
                    <a:gd name="connsiteX185" fmla="*/ 340774 w 6858001"/>
                    <a:gd name="connsiteY185" fmla="*/ 458268 h 874716"/>
                    <a:gd name="connsiteX186" fmla="*/ 200182 w 6858001"/>
                    <a:gd name="connsiteY186" fmla="*/ 496180 h 874716"/>
                    <a:gd name="connsiteX187" fmla="*/ 176939 w 6858001"/>
                    <a:gd name="connsiteY187" fmla="*/ 504182 h 874716"/>
                    <a:gd name="connsiteX188" fmla="*/ 63587 w 6858001"/>
                    <a:gd name="connsiteY188" fmla="*/ 518088 h 874716"/>
                    <a:gd name="connsiteX189" fmla="*/ 2817 w 6858001"/>
                    <a:gd name="connsiteY189" fmla="*/ 532187 h 874716"/>
                    <a:gd name="connsiteX190" fmla="*/ 0 w 6858001"/>
                    <a:gd name="connsiteY190" fmla="*/ 533314 h 874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</a:cxnLst>
                  <a:rect l="l" t="t" r="r" b="b"/>
                  <a:pathLst>
                    <a:path w="6858001" h="874716">
                      <a:moveTo>
                        <a:pt x="0" y="533314"/>
                      </a:moveTo>
                      <a:lnTo>
                        <a:pt x="0" y="69206"/>
                      </a:lnTo>
                      <a:lnTo>
                        <a:pt x="21486" y="71924"/>
                      </a:lnTo>
                      <a:cubicBezTo>
                        <a:pt x="92546" y="60493"/>
                        <a:pt x="159604" y="87354"/>
                        <a:pt x="228948" y="88116"/>
                      </a:cubicBezTo>
                      <a:cubicBezTo>
                        <a:pt x="260382" y="88496"/>
                        <a:pt x="291435" y="94592"/>
                        <a:pt x="313533" y="62779"/>
                      </a:cubicBezTo>
                      <a:cubicBezTo>
                        <a:pt x="316389" y="58587"/>
                        <a:pt x="330298" y="60873"/>
                        <a:pt x="338870" y="62207"/>
                      </a:cubicBezTo>
                      <a:cubicBezTo>
                        <a:pt x="357921" y="65066"/>
                        <a:pt x="376781" y="72304"/>
                        <a:pt x="395640" y="72114"/>
                      </a:cubicBezTo>
                      <a:cubicBezTo>
                        <a:pt x="434695" y="71924"/>
                        <a:pt x="473939" y="68876"/>
                        <a:pt x="512802" y="65446"/>
                      </a:cubicBezTo>
                      <a:cubicBezTo>
                        <a:pt x="527470" y="64112"/>
                        <a:pt x="541569" y="58969"/>
                        <a:pt x="556047" y="55349"/>
                      </a:cubicBezTo>
                      <a:cubicBezTo>
                        <a:pt x="564048" y="53253"/>
                        <a:pt x="572622" y="47729"/>
                        <a:pt x="580050" y="48871"/>
                      </a:cubicBezTo>
                      <a:cubicBezTo>
                        <a:pt x="623106" y="55539"/>
                        <a:pt x="662541" y="39157"/>
                        <a:pt x="703308" y="30964"/>
                      </a:cubicBezTo>
                      <a:cubicBezTo>
                        <a:pt x="722169" y="27154"/>
                        <a:pt x="739886" y="18010"/>
                        <a:pt x="758174" y="11724"/>
                      </a:cubicBezTo>
                      <a:cubicBezTo>
                        <a:pt x="762936" y="10008"/>
                        <a:pt x="768271" y="8484"/>
                        <a:pt x="773035" y="8866"/>
                      </a:cubicBezTo>
                      <a:cubicBezTo>
                        <a:pt x="800276" y="11152"/>
                        <a:pt x="827329" y="14390"/>
                        <a:pt x="854379" y="16866"/>
                      </a:cubicBezTo>
                      <a:cubicBezTo>
                        <a:pt x="878956" y="19152"/>
                        <a:pt x="903722" y="19914"/>
                        <a:pt x="915343" y="47919"/>
                      </a:cubicBezTo>
                      <a:cubicBezTo>
                        <a:pt x="917059" y="52301"/>
                        <a:pt x="922773" y="55539"/>
                        <a:pt x="927155" y="58397"/>
                      </a:cubicBezTo>
                      <a:cubicBezTo>
                        <a:pt x="994785" y="102405"/>
                        <a:pt x="1030980" y="101261"/>
                        <a:pt x="1097087" y="54777"/>
                      </a:cubicBezTo>
                      <a:cubicBezTo>
                        <a:pt x="1103945" y="50015"/>
                        <a:pt x="1118613" y="46585"/>
                        <a:pt x="1123185" y="50395"/>
                      </a:cubicBezTo>
                      <a:cubicBezTo>
                        <a:pt x="1162049" y="82020"/>
                        <a:pt x="1204532" y="78590"/>
                        <a:pt x="1249302" y="68684"/>
                      </a:cubicBezTo>
                      <a:cubicBezTo>
                        <a:pt x="1260922" y="66018"/>
                        <a:pt x="1277307" y="66018"/>
                        <a:pt x="1286069" y="72304"/>
                      </a:cubicBezTo>
                      <a:cubicBezTo>
                        <a:pt x="1327790" y="101451"/>
                        <a:pt x="1372560" y="97261"/>
                        <a:pt x="1417899" y="88688"/>
                      </a:cubicBezTo>
                      <a:cubicBezTo>
                        <a:pt x="1424948" y="87354"/>
                        <a:pt x="1433522" y="80114"/>
                        <a:pt x="1436568" y="73448"/>
                      </a:cubicBezTo>
                      <a:cubicBezTo>
                        <a:pt x="1447428" y="49825"/>
                        <a:pt x="1467813" y="41823"/>
                        <a:pt x="1490292" y="35154"/>
                      </a:cubicBezTo>
                      <a:cubicBezTo>
                        <a:pt x="1525727" y="24296"/>
                        <a:pt x="1560588" y="11532"/>
                        <a:pt x="1596213" y="1245"/>
                      </a:cubicBezTo>
                      <a:cubicBezTo>
                        <a:pt x="1604978" y="-1231"/>
                        <a:pt x="1615836" y="293"/>
                        <a:pt x="1624980" y="3150"/>
                      </a:cubicBezTo>
                      <a:cubicBezTo>
                        <a:pt x="1656223" y="12866"/>
                        <a:pt x="1676036" y="37251"/>
                        <a:pt x="1697753" y="59731"/>
                      </a:cubicBezTo>
                      <a:cubicBezTo>
                        <a:pt x="1707279" y="69638"/>
                        <a:pt x="1720423" y="76686"/>
                        <a:pt x="1733188" y="82400"/>
                      </a:cubicBezTo>
                      <a:cubicBezTo>
                        <a:pt x="1766335" y="97071"/>
                        <a:pt x="1800246" y="110215"/>
                        <a:pt x="1833775" y="124121"/>
                      </a:cubicBezTo>
                      <a:cubicBezTo>
                        <a:pt x="1837013" y="125455"/>
                        <a:pt x="1839679" y="128884"/>
                        <a:pt x="1842158" y="131742"/>
                      </a:cubicBezTo>
                      <a:cubicBezTo>
                        <a:pt x="1866922" y="161843"/>
                        <a:pt x="1891497" y="192132"/>
                        <a:pt x="1916454" y="222233"/>
                      </a:cubicBezTo>
                      <a:cubicBezTo>
                        <a:pt x="1921216" y="227947"/>
                        <a:pt x="1928076" y="232139"/>
                        <a:pt x="1933219" y="237663"/>
                      </a:cubicBezTo>
                      <a:cubicBezTo>
                        <a:pt x="1940459" y="245283"/>
                        <a:pt x="1949603" y="252524"/>
                        <a:pt x="1953413" y="261668"/>
                      </a:cubicBezTo>
                      <a:cubicBezTo>
                        <a:pt x="1965224" y="290433"/>
                        <a:pt x="1987894" y="302817"/>
                        <a:pt x="2016469" y="308151"/>
                      </a:cubicBezTo>
                      <a:cubicBezTo>
                        <a:pt x="2042570" y="313104"/>
                        <a:pt x="2068669" y="317296"/>
                        <a:pt x="2094578" y="323010"/>
                      </a:cubicBezTo>
                      <a:cubicBezTo>
                        <a:pt x="2126201" y="329868"/>
                        <a:pt x="2157636" y="337298"/>
                        <a:pt x="2188879" y="345681"/>
                      </a:cubicBezTo>
                      <a:cubicBezTo>
                        <a:pt x="2202404" y="349301"/>
                        <a:pt x="2216692" y="353491"/>
                        <a:pt x="2228314" y="360921"/>
                      </a:cubicBezTo>
                      <a:cubicBezTo>
                        <a:pt x="2260890" y="381496"/>
                        <a:pt x="2295753" y="395402"/>
                        <a:pt x="2334044" y="389878"/>
                      </a:cubicBezTo>
                      <a:cubicBezTo>
                        <a:pt x="2364715" y="385496"/>
                        <a:pt x="2390434" y="396736"/>
                        <a:pt x="2409485" y="414263"/>
                      </a:cubicBezTo>
                      <a:cubicBezTo>
                        <a:pt x="2444158" y="446078"/>
                        <a:pt x="2481305" y="438838"/>
                        <a:pt x="2518264" y="428552"/>
                      </a:cubicBezTo>
                      <a:cubicBezTo>
                        <a:pt x="2537315" y="423217"/>
                        <a:pt x="2552935" y="423979"/>
                        <a:pt x="2571034" y="429122"/>
                      </a:cubicBezTo>
                      <a:cubicBezTo>
                        <a:pt x="2612945" y="441124"/>
                        <a:pt x="2640950" y="473701"/>
                        <a:pt x="2668001" y="502276"/>
                      </a:cubicBezTo>
                      <a:cubicBezTo>
                        <a:pt x="2691054" y="526661"/>
                        <a:pt x="2716963" y="540377"/>
                        <a:pt x="2745348" y="550666"/>
                      </a:cubicBezTo>
                      <a:cubicBezTo>
                        <a:pt x="2781163" y="563810"/>
                        <a:pt x="2809548" y="558858"/>
                        <a:pt x="2826694" y="527233"/>
                      </a:cubicBezTo>
                      <a:cubicBezTo>
                        <a:pt x="2831457" y="518278"/>
                        <a:pt x="2839839" y="507800"/>
                        <a:pt x="2848793" y="505134"/>
                      </a:cubicBezTo>
                      <a:cubicBezTo>
                        <a:pt x="2892037" y="491800"/>
                        <a:pt x="2935854" y="472367"/>
                        <a:pt x="2982148" y="484179"/>
                      </a:cubicBezTo>
                      <a:cubicBezTo>
                        <a:pt x="3046158" y="500372"/>
                        <a:pt x="3108644" y="499420"/>
                        <a:pt x="3172654" y="483417"/>
                      </a:cubicBezTo>
                      <a:cubicBezTo>
                        <a:pt x="3276480" y="457508"/>
                        <a:pt x="3380305" y="430076"/>
                        <a:pt x="3489467" y="435790"/>
                      </a:cubicBezTo>
                      <a:cubicBezTo>
                        <a:pt x="3507563" y="436742"/>
                        <a:pt x="3529090" y="425121"/>
                        <a:pt x="3544713" y="413691"/>
                      </a:cubicBezTo>
                      <a:cubicBezTo>
                        <a:pt x="3574622" y="391974"/>
                        <a:pt x="3573288" y="390258"/>
                        <a:pt x="3606817" y="408167"/>
                      </a:cubicBezTo>
                      <a:cubicBezTo>
                        <a:pt x="3614819" y="412549"/>
                        <a:pt x="3624725" y="415215"/>
                        <a:pt x="3630632" y="421693"/>
                      </a:cubicBezTo>
                      <a:cubicBezTo>
                        <a:pt x="3660731" y="454650"/>
                        <a:pt x="3697880" y="446648"/>
                        <a:pt x="3734837" y="441886"/>
                      </a:cubicBezTo>
                      <a:cubicBezTo>
                        <a:pt x="3741315" y="440934"/>
                        <a:pt x="3749125" y="439600"/>
                        <a:pt x="3754652" y="442268"/>
                      </a:cubicBezTo>
                      <a:cubicBezTo>
                        <a:pt x="3779607" y="454268"/>
                        <a:pt x="3800753" y="450078"/>
                        <a:pt x="3822472" y="433694"/>
                      </a:cubicBezTo>
                      <a:cubicBezTo>
                        <a:pt x="3841331" y="419597"/>
                        <a:pt x="3863049" y="411215"/>
                        <a:pt x="3885338" y="428742"/>
                      </a:cubicBezTo>
                      <a:cubicBezTo>
                        <a:pt x="3934870" y="467605"/>
                        <a:pt x="3987829" y="469509"/>
                        <a:pt x="4043839" y="444934"/>
                      </a:cubicBezTo>
                      <a:cubicBezTo>
                        <a:pt x="4083845" y="427407"/>
                        <a:pt x="4123280" y="423407"/>
                        <a:pt x="4165383" y="441124"/>
                      </a:cubicBezTo>
                      <a:cubicBezTo>
                        <a:pt x="4181576" y="447982"/>
                        <a:pt x="4202531" y="443410"/>
                        <a:pt x="4221391" y="444934"/>
                      </a:cubicBezTo>
                      <a:cubicBezTo>
                        <a:pt x="4232060" y="445696"/>
                        <a:pt x="4243872" y="445886"/>
                        <a:pt x="4253014" y="450650"/>
                      </a:cubicBezTo>
                      <a:cubicBezTo>
                        <a:pt x="4277401" y="462843"/>
                        <a:pt x="4300070" y="478463"/>
                        <a:pt x="4324645" y="490466"/>
                      </a:cubicBezTo>
                      <a:cubicBezTo>
                        <a:pt x="4336457" y="496180"/>
                        <a:pt x="4350554" y="499228"/>
                        <a:pt x="4363890" y="499420"/>
                      </a:cubicBezTo>
                      <a:cubicBezTo>
                        <a:pt x="4403325" y="500372"/>
                        <a:pt x="4442761" y="500372"/>
                        <a:pt x="4482004" y="498658"/>
                      </a:cubicBezTo>
                      <a:cubicBezTo>
                        <a:pt x="4546776" y="495990"/>
                        <a:pt x="4612500" y="495418"/>
                        <a:pt x="4659174" y="438648"/>
                      </a:cubicBezTo>
                      <a:cubicBezTo>
                        <a:pt x="4662986" y="434076"/>
                        <a:pt x="4671176" y="431408"/>
                        <a:pt x="4677655" y="430646"/>
                      </a:cubicBezTo>
                      <a:cubicBezTo>
                        <a:pt x="4707564" y="427027"/>
                        <a:pt x="4738235" y="426645"/>
                        <a:pt x="4767764" y="420739"/>
                      </a:cubicBezTo>
                      <a:cubicBezTo>
                        <a:pt x="4791386" y="415977"/>
                        <a:pt x="4811009" y="417501"/>
                        <a:pt x="4828916" y="434266"/>
                      </a:cubicBezTo>
                      <a:cubicBezTo>
                        <a:pt x="4852348" y="456364"/>
                        <a:pt x="4880925" y="469319"/>
                        <a:pt x="4912168" y="462271"/>
                      </a:cubicBezTo>
                      <a:cubicBezTo>
                        <a:pt x="4943409" y="455412"/>
                        <a:pt x="4963984" y="470271"/>
                        <a:pt x="4987037" y="485703"/>
                      </a:cubicBezTo>
                      <a:cubicBezTo>
                        <a:pt x="5003801" y="496942"/>
                        <a:pt x="5022852" y="511040"/>
                        <a:pt x="5041521" y="512182"/>
                      </a:cubicBezTo>
                      <a:cubicBezTo>
                        <a:pt x="5083814" y="514658"/>
                        <a:pt x="5120201" y="553904"/>
                        <a:pt x="5166113" y="531615"/>
                      </a:cubicBezTo>
                      <a:cubicBezTo>
                        <a:pt x="5169161" y="530091"/>
                        <a:pt x="5174685" y="533901"/>
                        <a:pt x="5179067" y="534853"/>
                      </a:cubicBezTo>
                      <a:cubicBezTo>
                        <a:pt x="5214121" y="542093"/>
                        <a:pt x="5247078" y="535043"/>
                        <a:pt x="5272796" y="511230"/>
                      </a:cubicBezTo>
                      <a:cubicBezTo>
                        <a:pt x="5306516" y="480177"/>
                        <a:pt x="5343855" y="477129"/>
                        <a:pt x="5385384" y="487227"/>
                      </a:cubicBezTo>
                      <a:cubicBezTo>
                        <a:pt x="5398721" y="490466"/>
                        <a:pt x="5412057" y="492752"/>
                        <a:pt x="5425582" y="495418"/>
                      </a:cubicBezTo>
                      <a:cubicBezTo>
                        <a:pt x="5443870" y="499228"/>
                        <a:pt x="5462351" y="503230"/>
                        <a:pt x="5480637" y="507040"/>
                      </a:cubicBezTo>
                      <a:cubicBezTo>
                        <a:pt x="5498356" y="510850"/>
                        <a:pt x="5517979" y="517326"/>
                        <a:pt x="5531693" y="500944"/>
                      </a:cubicBezTo>
                      <a:cubicBezTo>
                        <a:pt x="5543506" y="486845"/>
                        <a:pt x="5551888" y="488179"/>
                        <a:pt x="5562746" y="500372"/>
                      </a:cubicBezTo>
                      <a:cubicBezTo>
                        <a:pt x="5600467" y="543045"/>
                        <a:pt x="5646189" y="569716"/>
                        <a:pt x="5704483" y="571620"/>
                      </a:cubicBezTo>
                      <a:cubicBezTo>
                        <a:pt x="5716485" y="572002"/>
                        <a:pt x="5728678" y="574668"/>
                        <a:pt x="5740488" y="577526"/>
                      </a:cubicBezTo>
                      <a:cubicBezTo>
                        <a:pt x="5747728" y="579241"/>
                        <a:pt x="5756493" y="581147"/>
                        <a:pt x="5760873" y="586291"/>
                      </a:cubicBezTo>
                      <a:cubicBezTo>
                        <a:pt x="5794974" y="625534"/>
                        <a:pt x="5837457" y="652777"/>
                        <a:pt x="5883751" y="674686"/>
                      </a:cubicBezTo>
                      <a:cubicBezTo>
                        <a:pt x="5900323" y="682496"/>
                        <a:pt x="5918042" y="690306"/>
                        <a:pt x="5935949" y="692592"/>
                      </a:cubicBezTo>
                      <a:cubicBezTo>
                        <a:pt x="5954617" y="694878"/>
                        <a:pt x="5974240" y="691068"/>
                        <a:pt x="5993291" y="688972"/>
                      </a:cubicBezTo>
                      <a:cubicBezTo>
                        <a:pt x="6004531" y="687830"/>
                        <a:pt x="6017485" y="688020"/>
                        <a:pt x="6026440" y="682496"/>
                      </a:cubicBezTo>
                      <a:cubicBezTo>
                        <a:pt x="6054825" y="665159"/>
                        <a:pt x="6082258" y="646491"/>
                        <a:pt x="6108738" y="626296"/>
                      </a:cubicBezTo>
                      <a:cubicBezTo>
                        <a:pt x="6131409" y="608960"/>
                        <a:pt x="6135981" y="606483"/>
                        <a:pt x="6155602" y="628202"/>
                      </a:cubicBezTo>
                      <a:cubicBezTo>
                        <a:pt x="6175797" y="650491"/>
                        <a:pt x="6200944" y="662111"/>
                        <a:pt x="6228756" y="666873"/>
                      </a:cubicBezTo>
                      <a:cubicBezTo>
                        <a:pt x="6272764" y="674304"/>
                        <a:pt x="6317151" y="680590"/>
                        <a:pt x="6361539" y="684210"/>
                      </a:cubicBezTo>
                      <a:cubicBezTo>
                        <a:pt x="6401736" y="687448"/>
                        <a:pt x="6420977" y="669922"/>
                        <a:pt x="6428979" y="630106"/>
                      </a:cubicBezTo>
                      <a:cubicBezTo>
                        <a:pt x="6433551" y="608007"/>
                        <a:pt x="6439458" y="584003"/>
                        <a:pt x="6463840" y="578098"/>
                      </a:cubicBezTo>
                      <a:cubicBezTo>
                        <a:pt x="6503658" y="568572"/>
                        <a:pt x="6544997" y="564382"/>
                        <a:pt x="6564620" y="517708"/>
                      </a:cubicBezTo>
                      <a:cubicBezTo>
                        <a:pt x="6575478" y="527995"/>
                        <a:pt x="6582146" y="534091"/>
                        <a:pt x="6588625" y="540187"/>
                      </a:cubicBezTo>
                      <a:cubicBezTo>
                        <a:pt x="6606531" y="557142"/>
                        <a:pt x="6643678" y="564382"/>
                        <a:pt x="6662541" y="549714"/>
                      </a:cubicBezTo>
                      <a:cubicBezTo>
                        <a:pt x="6690354" y="528377"/>
                        <a:pt x="6715883" y="532377"/>
                        <a:pt x="6742552" y="548952"/>
                      </a:cubicBezTo>
                      <a:cubicBezTo>
                        <a:pt x="6764841" y="562668"/>
                        <a:pt x="6788417" y="567954"/>
                        <a:pt x="6812063" y="568430"/>
                      </a:cubicBezTo>
                      <a:lnTo>
                        <a:pt x="6858001" y="562267"/>
                      </a:lnTo>
                      <a:lnTo>
                        <a:pt x="6858001" y="734520"/>
                      </a:lnTo>
                      <a:lnTo>
                        <a:pt x="6815516" y="744220"/>
                      </a:lnTo>
                      <a:cubicBezTo>
                        <a:pt x="6793035" y="749744"/>
                        <a:pt x="6771319" y="759651"/>
                        <a:pt x="6748458" y="763271"/>
                      </a:cubicBezTo>
                      <a:cubicBezTo>
                        <a:pt x="6694164" y="771843"/>
                        <a:pt x="6639488" y="777939"/>
                        <a:pt x="6584812" y="784797"/>
                      </a:cubicBezTo>
                      <a:cubicBezTo>
                        <a:pt x="6528424" y="791846"/>
                        <a:pt x="6472225" y="799276"/>
                        <a:pt x="6415833" y="805562"/>
                      </a:cubicBezTo>
                      <a:cubicBezTo>
                        <a:pt x="6384972" y="808802"/>
                        <a:pt x="6353919" y="809372"/>
                        <a:pt x="6323058" y="812420"/>
                      </a:cubicBezTo>
                      <a:cubicBezTo>
                        <a:pt x="6296005" y="815088"/>
                        <a:pt x="6269144" y="820041"/>
                        <a:pt x="6242093" y="823281"/>
                      </a:cubicBezTo>
                      <a:cubicBezTo>
                        <a:pt x="6218660" y="825947"/>
                        <a:pt x="6195037" y="827471"/>
                        <a:pt x="6171605" y="830139"/>
                      </a:cubicBezTo>
                      <a:cubicBezTo>
                        <a:pt x="6134075" y="834519"/>
                        <a:pt x="6096736" y="839473"/>
                        <a:pt x="6059397" y="844045"/>
                      </a:cubicBezTo>
                      <a:cubicBezTo>
                        <a:pt x="6043776" y="845759"/>
                        <a:pt x="6027392" y="850522"/>
                        <a:pt x="6012723" y="847665"/>
                      </a:cubicBezTo>
                      <a:cubicBezTo>
                        <a:pt x="5975764" y="840425"/>
                        <a:pt x="5939377" y="842521"/>
                        <a:pt x="5902610" y="847473"/>
                      </a:cubicBezTo>
                      <a:cubicBezTo>
                        <a:pt x="5890037" y="849190"/>
                        <a:pt x="5876511" y="848808"/>
                        <a:pt x="5864318" y="845569"/>
                      </a:cubicBezTo>
                      <a:cubicBezTo>
                        <a:pt x="5839361" y="839091"/>
                        <a:pt x="5815169" y="829947"/>
                        <a:pt x="5790592" y="821947"/>
                      </a:cubicBezTo>
                      <a:cubicBezTo>
                        <a:pt x="5787924" y="820995"/>
                        <a:pt x="5784686" y="820803"/>
                        <a:pt x="5781830" y="820233"/>
                      </a:cubicBezTo>
                      <a:cubicBezTo>
                        <a:pt x="5765635" y="816992"/>
                        <a:pt x="5749634" y="813754"/>
                        <a:pt x="5733440" y="810896"/>
                      </a:cubicBezTo>
                      <a:cubicBezTo>
                        <a:pt x="5724678" y="809372"/>
                        <a:pt x="5715723" y="809182"/>
                        <a:pt x="5706959" y="807848"/>
                      </a:cubicBezTo>
                      <a:cubicBezTo>
                        <a:pt x="5673050" y="802514"/>
                        <a:pt x="5635711" y="811468"/>
                        <a:pt x="5606372" y="788417"/>
                      </a:cubicBezTo>
                      <a:cubicBezTo>
                        <a:pt x="5587321" y="773557"/>
                        <a:pt x="5568842" y="776987"/>
                        <a:pt x="5548460" y="779273"/>
                      </a:cubicBezTo>
                      <a:cubicBezTo>
                        <a:pt x="5533027" y="780987"/>
                        <a:pt x="5517215" y="780415"/>
                        <a:pt x="5501594" y="780607"/>
                      </a:cubicBezTo>
                      <a:cubicBezTo>
                        <a:pt x="5474161" y="781177"/>
                        <a:pt x="5446728" y="781369"/>
                        <a:pt x="5419295" y="782321"/>
                      </a:cubicBezTo>
                      <a:cubicBezTo>
                        <a:pt x="5410531" y="782701"/>
                        <a:pt x="5401579" y="787465"/>
                        <a:pt x="5393005" y="786703"/>
                      </a:cubicBezTo>
                      <a:cubicBezTo>
                        <a:pt x="5353379" y="783083"/>
                        <a:pt x="5313754" y="777367"/>
                        <a:pt x="5274129" y="774129"/>
                      </a:cubicBezTo>
                      <a:cubicBezTo>
                        <a:pt x="5251650" y="772225"/>
                        <a:pt x="5228597" y="775843"/>
                        <a:pt x="5206308" y="773177"/>
                      </a:cubicBezTo>
                      <a:cubicBezTo>
                        <a:pt x="5180591" y="770129"/>
                        <a:pt x="5155445" y="762319"/>
                        <a:pt x="5129916" y="757554"/>
                      </a:cubicBezTo>
                      <a:cubicBezTo>
                        <a:pt x="5122867" y="756222"/>
                        <a:pt x="5115057" y="757936"/>
                        <a:pt x="5107627" y="758316"/>
                      </a:cubicBezTo>
                      <a:cubicBezTo>
                        <a:pt x="5099245" y="758699"/>
                        <a:pt x="5091052" y="759461"/>
                        <a:pt x="5082670" y="759651"/>
                      </a:cubicBezTo>
                      <a:cubicBezTo>
                        <a:pt x="5057141" y="760033"/>
                        <a:pt x="5031614" y="759461"/>
                        <a:pt x="5006086" y="760795"/>
                      </a:cubicBezTo>
                      <a:cubicBezTo>
                        <a:pt x="4990465" y="761557"/>
                        <a:pt x="4974082" y="769367"/>
                        <a:pt x="4959602" y="766509"/>
                      </a:cubicBezTo>
                      <a:cubicBezTo>
                        <a:pt x="4930075" y="760985"/>
                        <a:pt x="4900546" y="773367"/>
                        <a:pt x="4871019" y="763081"/>
                      </a:cubicBezTo>
                      <a:cubicBezTo>
                        <a:pt x="4861873" y="760033"/>
                        <a:pt x="4849300" y="767653"/>
                        <a:pt x="4838250" y="768033"/>
                      </a:cubicBezTo>
                      <a:cubicBezTo>
                        <a:pt x="4810627" y="768985"/>
                        <a:pt x="4783004" y="768795"/>
                        <a:pt x="4755381" y="768605"/>
                      </a:cubicBezTo>
                      <a:cubicBezTo>
                        <a:pt x="4730614" y="768415"/>
                        <a:pt x="4704895" y="771081"/>
                        <a:pt x="4681083" y="765747"/>
                      </a:cubicBezTo>
                      <a:cubicBezTo>
                        <a:pt x="4656126" y="760033"/>
                        <a:pt x="4633647" y="760795"/>
                        <a:pt x="4609452" y="767271"/>
                      </a:cubicBezTo>
                      <a:cubicBezTo>
                        <a:pt x="4592878" y="771653"/>
                        <a:pt x="4575351" y="772225"/>
                        <a:pt x="4558207" y="773557"/>
                      </a:cubicBezTo>
                      <a:cubicBezTo>
                        <a:pt x="4539728" y="775081"/>
                        <a:pt x="4519343" y="771081"/>
                        <a:pt x="4502579" y="777367"/>
                      </a:cubicBezTo>
                      <a:cubicBezTo>
                        <a:pt x="4452665" y="796038"/>
                        <a:pt x="4401419" y="800038"/>
                        <a:pt x="4349222" y="800038"/>
                      </a:cubicBezTo>
                      <a:cubicBezTo>
                        <a:pt x="4339695" y="800038"/>
                        <a:pt x="4329979" y="797372"/>
                        <a:pt x="4320837" y="794514"/>
                      </a:cubicBezTo>
                      <a:cubicBezTo>
                        <a:pt x="4267493" y="777367"/>
                        <a:pt x="4213961" y="778891"/>
                        <a:pt x="4159667" y="789370"/>
                      </a:cubicBezTo>
                      <a:cubicBezTo>
                        <a:pt x="4148427" y="791656"/>
                        <a:pt x="4135854" y="792038"/>
                        <a:pt x="4124614" y="789752"/>
                      </a:cubicBezTo>
                      <a:cubicBezTo>
                        <a:pt x="4092989" y="783083"/>
                        <a:pt x="4062318" y="772033"/>
                        <a:pt x="4030503" y="767271"/>
                      </a:cubicBezTo>
                      <a:cubicBezTo>
                        <a:pt x="3977925" y="759461"/>
                        <a:pt x="3932394" y="785749"/>
                        <a:pt x="3885338" y="802896"/>
                      </a:cubicBezTo>
                      <a:cubicBezTo>
                        <a:pt x="3840569" y="819089"/>
                        <a:pt x="3802467" y="855666"/>
                        <a:pt x="3749506" y="847473"/>
                      </a:cubicBezTo>
                      <a:cubicBezTo>
                        <a:pt x="3744173" y="846711"/>
                        <a:pt x="3738267" y="851856"/>
                        <a:pt x="3732361" y="853190"/>
                      </a:cubicBezTo>
                      <a:cubicBezTo>
                        <a:pt x="3716168" y="856810"/>
                        <a:pt x="3699976" y="861190"/>
                        <a:pt x="3683591" y="862906"/>
                      </a:cubicBezTo>
                      <a:cubicBezTo>
                        <a:pt x="3663589" y="865192"/>
                        <a:pt x="3643204" y="864430"/>
                        <a:pt x="3623201" y="866334"/>
                      </a:cubicBezTo>
                      <a:cubicBezTo>
                        <a:pt x="3597482" y="868620"/>
                        <a:pt x="3572146" y="874716"/>
                        <a:pt x="3546617" y="874716"/>
                      </a:cubicBezTo>
                      <a:cubicBezTo>
                        <a:pt x="3526042" y="874716"/>
                        <a:pt x="3505657" y="867668"/>
                        <a:pt x="3485275" y="864238"/>
                      </a:cubicBezTo>
                      <a:cubicBezTo>
                        <a:pt x="3456508" y="859476"/>
                        <a:pt x="3424883" y="860810"/>
                        <a:pt x="3399546" y="848618"/>
                      </a:cubicBezTo>
                      <a:cubicBezTo>
                        <a:pt x="3372495" y="835663"/>
                        <a:pt x="3346776" y="829757"/>
                        <a:pt x="3318771" y="833757"/>
                      </a:cubicBezTo>
                      <a:cubicBezTo>
                        <a:pt x="3309437" y="835091"/>
                        <a:pt x="3297434" y="843093"/>
                        <a:pt x="3293244" y="851284"/>
                      </a:cubicBezTo>
                      <a:cubicBezTo>
                        <a:pt x="3283908" y="869572"/>
                        <a:pt x="3271145" y="872812"/>
                        <a:pt x="3253809" y="866524"/>
                      </a:cubicBezTo>
                      <a:cubicBezTo>
                        <a:pt x="3238758" y="861190"/>
                        <a:pt x="3220280" y="858524"/>
                        <a:pt x="3209993" y="848235"/>
                      </a:cubicBezTo>
                      <a:cubicBezTo>
                        <a:pt x="3180844" y="819089"/>
                        <a:pt x="3143695" y="818136"/>
                        <a:pt x="3107500" y="810326"/>
                      </a:cubicBezTo>
                      <a:cubicBezTo>
                        <a:pt x="3085403" y="805562"/>
                        <a:pt x="3064827" y="805372"/>
                        <a:pt x="3042728" y="808610"/>
                      </a:cubicBezTo>
                      <a:cubicBezTo>
                        <a:pt x="2994722" y="815850"/>
                        <a:pt x="2948047" y="805562"/>
                        <a:pt x="2901943" y="792418"/>
                      </a:cubicBezTo>
                      <a:cubicBezTo>
                        <a:pt x="2871462" y="783655"/>
                        <a:pt x="2840219" y="778321"/>
                        <a:pt x="2809930" y="769367"/>
                      </a:cubicBezTo>
                      <a:cubicBezTo>
                        <a:pt x="2787259" y="762509"/>
                        <a:pt x="2764590" y="754316"/>
                        <a:pt x="2743826" y="743268"/>
                      </a:cubicBezTo>
                      <a:cubicBezTo>
                        <a:pt x="2713723" y="727073"/>
                        <a:pt x="2687436" y="702689"/>
                        <a:pt x="2649143" y="709167"/>
                      </a:cubicBezTo>
                      <a:cubicBezTo>
                        <a:pt x="2615421" y="714881"/>
                        <a:pt x="2584942" y="702881"/>
                        <a:pt x="2554079" y="691450"/>
                      </a:cubicBezTo>
                      <a:cubicBezTo>
                        <a:pt x="2531409" y="683068"/>
                        <a:pt x="2508742" y="674494"/>
                        <a:pt x="2485307" y="669160"/>
                      </a:cubicBezTo>
                      <a:cubicBezTo>
                        <a:pt x="2457492" y="662873"/>
                        <a:pt x="2426059" y="665541"/>
                        <a:pt x="2401292" y="653919"/>
                      </a:cubicBezTo>
                      <a:cubicBezTo>
                        <a:pt x="2375383" y="641727"/>
                        <a:pt x="2353859" y="649919"/>
                        <a:pt x="2330806" y="653349"/>
                      </a:cubicBezTo>
                      <a:cubicBezTo>
                        <a:pt x="2294039" y="658683"/>
                        <a:pt x="2257459" y="668590"/>
                        <a:pt x="2220312" y="656015"/>
                      </a:cubicBezTo>
                      <a:cubicBezTo>
                        <a:pt x="2175163" y="640775"/>
                        <a:pt x="2130393" y="624392"/>
                        <a:pt x="2085054" y="609914"/>
                      </a:cubicBezTo>
                      <a:cubicBezTo>
                        <a:pt x="2067525" y="604387"/>
                        <a:pt x="2048668" y="602101"/>
                        <a:pt x="2030378" y="599625"/>
                      </a:cubicBezTo>
                      <a:cubicBezTo>
                        <a:pt x="2013043" y="597529"/>
                        <a:pt x="1992279" y="602863"/>
                        <a:pt x="1978940" y="594863"/>
                      </a:cubicBezTo>
                      <a:cubicBezTo>
                        <a:pt x="1944649" y="574288"/>
                        <a:pt x="1909408" y="564192"/>
                        <a:pt x="1869780" y="564192"/>
                      </a:cubicBezTo>
                      <a:cubicBezTo>
                        <a:pt x="1854920" y="564192"/>
                        <a:pt x="1840441" y="555618"/>
                        <a:pt x="1825393" y="554094"/>
                      </a:cubicBezTo>
                      <a:cubicBezTo>
                        <a:pt x="1804816" y="552190"/>
                        <a:pt x="1781194" y="547045"/>
                        <a:pt x="1763287" y="554286"/>
                      </a:cubicBezTo>
                      <a:cubicBezTo>
                        <a:pt x="1721185" y="571430"/>
                        <a:pt x="1687086" y="557142"/>
                        <a:pt x="1650317" y="540187"/>
                      </a:cubicBezTo>
                      <a:cubicBezTo>
                        <a:pt x="1614120" y="523423"/>
                        <a:pt x="1576019" y="510088"/>
                        <a:pt x="1537537" y="499038"/>
                      </a:cubicBezTo>
                      <a:cubicBezTo>
                        <a:pt x="1523059" y="495038"/>
                        <a:pt x="1505724" y="501706"/>
                        <a:pt x="1489720" y="503038"/>
                      </a:cubicBezTo>
                      <a:cubicBezTo>
                        <a:pt x="1484004" y="503420"/>
                        <a:pt x="1477717" y="503992"/>
                        <a:pt x="1472575" y="502086"/>
                      </a:cubicBezTo>
                      <a:cubicBezTo>
                        <a:pt x="1422854" y="483797"/>
                        <a:pt x="1372368" y="469891"/>
                        <a:pt x="1318456" y="479415"/>
                      </a:cubicBezTo>
                      <a:cubicBezTo>
                        <a:pt x="1313504" y="480369"/>
                        <a:pt x="1307978" y="478273"/>
                        <a:pt x="1303024" y="476939"/>
                      </a:cubicBezTo>
                      <a:cubicBezTo>
                        <a:pt x="1278829" y="470081"/>
                        <a:pt x="1255206" y="459223"/>
                        <a:pt x="1230633" y="456746"/>
                      </a:cubicBezTo>
                      <a:cubicBezTo>
                        <a:pt x="1170051" y="450650"/>
                        <a:pt x="1109091" y="448172"/>
                        <a:pt x="1048125" y="444172"/>
                      </a:cubicBezTo>
                      <a:cubicBezTo>
                        <a:pt x="1044315" y="443982"/>
                        <a:pt x="1040315" y="443982"/>
                        <a:pt x="1036887" y="442648"/>
                      </a:cubicBezTo>
                      <a:cubicBezTo>
                        <a:pt x="1014406" y="434456"/>
                        <a:pt x="994785" y="437124"/>
                        <a:pt x="975733" y="452744"/>
                      </a:cubicBezTo>
                      <a:cubicBezTo>
                        <a:pt x="967350" y="459603"/>
                        <a:pt x="955920" y="463223"/>
                        <a:pt x="945444" y="467033"/>
                      </a:cubicBezTo>
                      <a:cubicBezTo>
                        <a:pt x="930011" y="472749"/>
                        <a:pt x="914200" y="478273"/>
                        <a:pt x="898198" y="481893"/>
                      </a:cubicBezTo>
                      <a:cubicBezTo>
                        <a:pt x="882384" y="485321"/>
                        <a:pt x="865430" y="490084"/>
                        <a:pt x="850189" y="487417"/>
                      </a:cubicBezTo>
                      <a:cubicBezTo>
                        <a:pt x="822756" y="482655"/>
                        <a:pt x="796655" y="471987"/>
                        <a:pt x="769605" y="464937"/>
                      </a:cubicBezTo>
                      <a:cubicBezTo>
                        <a:pt x="760270" y="462461"/>
                        <a:pt x="749982" y="462843"/>
                        <a:pt x="740268" y="462651"/>
                      </a:cubicBezTo>
                      <a:cubicBezTo>
                        <a:pt x="717977" y="462081"/>
                        <a:pt x="695116" y="467605"/>
                        <a:pt x="674923" y="451792"/>
                      </a:cubicBezTo>
                      <a:cubicBezTo>
                        <a:pt x="656255" y="436934"/>
                        <a:pt x="637392" y="441314"/>
                        <a:pt x="617772" y="452554"/>
                      </a:cubicBezTo>
                      <a:cubicBezTo>
                        <a:pt x="603673" y="460557"/>
                        <a:pt x="587672" y="466843"/>
                        <a:pt x="571860" y="469891"/>
                      </a:cubicBezTo>
                      <a:cubicBezTo>
                        <a:pt x="550141" y="474081"/>
                        <a:pt x="528615" y="475797"/>
                        <a:pt x="505182" y="473319"/>
                      </a:cubicBezTo>
                      <a:cubicBezTo>
                        <a:pt x="488607" y="471605"/>
                        <a:pt x="475081" y="470843"/>
                        <a:pt x="462126" y="460747"/>
                      </a:cubicBezTo>
                      <a:cubicBezTo>
                        <a:pt x="460032" y="459223"/>
                        <a:pt x="456222" y="458841"/>
                        <a:pt x="453364" y="459033"/>
                      </a:cubicBezTo>
                      <a:cubicBezTo>
                        <a:pt x="415835" y="462271"/>
                        <a:pt x="378686" y="460557"/>
                        <a:pt x="340774" y="458268"/>
                      </a:cubicBezTo>
                      <a:cubicBezTo>
                        <a:pt x="292579" y="455222"/>
                        <a:pt x="241901" y="464175"/>
                        <a:pt x="200182" y="496180"/>
                      </a:cubicBezTo>
                      <a:cubicBezTo>
                        <a:pt x="194085" y="500944"/>
                        <a:pt x="184941" y="503038"/>
                        <a:pt x="176939" y="504182"/>
                      </a:cubicBezTo>
                      <a:cubicBezTo>
                        <a:pt x="139219" y="509134"/>
                        <a:pt x="101308" y="512564"/>
                        <a:pt x="63587" y="518088"/>
                      </a:cubicBezTo>
                      <a:cubicBezTo>
                        <a:pt x="43012" y="521137"/>
                        <a:pt x="21486" y="523805"/>
                        <a:pt x="2817" y="532187"/>
                      </a:cubicBezTo>
                      <a:lnTo>
                        <a:pt x="0" y="533314"/>
                      </a:lnTo>
                      <a:close/>
                    </a:path>
                  </a:pathLst>
                </a:cu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E6609F08-9B2C-4879-AC68-E3E537BED78C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Grp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GrpSpPr>
            <p:grpSpPr>
              <a:xfrm>
                <a:off x="3697284" y="0"/>
                <a:ext cx="884241" cy="6858001"/>
                <a:chOff x="3697284" y="-1"/>
                <a:chExt cx="884241" cy="6858001"/>
              </a:xfrm>
              <a:blipFill>
                <a:blip r:embed="rId2">
                  <a:alphaModFix amt="57000"/>
                </a:blip>
                <a:tile tx="0" ty="0" sx="100000" sy="100000" flip="none" algn="tl"/>
              </a:blipFill>
              <a:effectLst/>
            </p:grpSpPr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6910EFC9-D70D-42FD-BCCD-AB1F710BFD43}"/>
                    </a:ext>
                    <a:ext uri="{C183D7F6-B498-43B3-948B-1728B52AA6E4}">
                      <adec:decorative xmlns:adec="http://schemas.microsoft.com/office/drawing/2017/decorative" val="1"/>
                    </a:ext>
                  </a:extLst>
                </p:cNvPr>
                <p:cNvSpPr/>
                <p:nvPr>
                  <p:extLst>
                    <p:ext uri="{386F3935-93C4-4BCD-93E2-E3B085C9AB24}">
                      <p16:designElem xmlns:p16="http://schemas.microsoft.com/office/powerpoint/2015/main" val="1"/>
                    </p:ext>
                  </p:extLst>
                </p:nvPr>
              </p:nvSpPr>
              <p:spPr>
                <a:xfrm rot="16200000" flipH="1">
                  <a:off x="705641" y="2991642"/>
                  <a:ext cx="6858001" cy="874716"/>
                </a:xfrm>
                <a:custGeom>
                  <a:avLst/>
                  <a:gdLst>
                    <a:gd name="connsiteX0" fmla="*/ 0 w 6858001"/>
                    <a:gd name="connsiteY0" fmla="*/ 533314 h 874716"/>
                    <a:gd name="connsiteX1" fmla="*/ 0 w 6858001"/>
                    <a:gd name="connsiteY1" fmla="*/ 69206 h 874716"/>
                    <a:gd name="connsiteX2" fmla="*/ 21486 w 6858001"/>
                    <a:gd name="connsiteY2" fmla="*/ 71924 h 874716"/>
                    <a:gd name="connsiteX3" fmla="*/ 228948 w 6858001"/>
                    <a:gd name="connsiteY3" fmla="*/ 88116 h 874716"/>
                    <a:gd name="connsiteX4" fmla="*/ 313533 w 6858001"/>
                    <a:gd name="connsiteY4" fmla="*/ 62779 h 874716"/>
                    <a:gd name="connsiteX5" fmla="*/ 338870 w 6858001"/>
                    <a:gd name="connsiteY5" fmla="*/ 62207 h 874716"/>
                    <a:gd name="connsiteX6" fmla="*/ 395640 w 6858001"/>
                    <a:gd name="connsiteY6" fmla="*/ 72114 h 874716"/>
                    <a:gd name="connsiteX7" fmla="*/ 512802 w 6858001"/>
                    <a:gd name="connsiteY7" fmla="*/ 65446 h 874716"/>
                    <a:gd name="connsiteX8" fmla="*/ 556047 w 6858001"/>
                    <a:gd name="connsiteY8" fmla="*/ 55349 h 874716"/>
                    <a:gd name="connsiteX9" fmla="*/ 580050 w 6858001"/>
                    <a:gd name="connsiteY9" fmla="*/ 48871 h 874716"/>
                    <a:gd name="connsiteX10" fmla="*/ 703308 w 6858001"/>
                    <a:gd name="connsiteY10" fmla="*/ 30964 h 874716"/>
                    <a:gd name="connsiteX11" fmla="*/ 758174 w 6858001"/>
                    <a:gd name="connsiteY11" fmla="*/ 11724 h 874716"/>
                    <a:gd name="connsiteX12" fmla="*/ 773035 w 6858001"/>
                    <a:gd name="connsiteY12" fmla="*/ 8866 h 874716"/>
                    <a:gd name="connsiteX13" fmla="*/ 854379 w 6858001"/>
                    <a:gd name="connsiteY13" fmla="*/ 16866 h 874716"/>
                    <a:gd name="connsiteX14" fmla="*/ 915343 w 6858001"/>
                    <a:gd name="connsiteY14" fmla="*/ 47919 h 874716"/>
                    <a:gd name="connsiteX15" fmla="*/ 927155 w 6858001"/>
                    <a:gd name="connsiteY15" fmla="*/ 58397 h 874716"/>
                    <a:gd name="connsiteX16" fmla="*/ 1097087 w 6858001"/>
                    <a:gd name="connsiteY16" fmla="*/ 54777 h 874716"/>
                    <a:gd name="connsiteX17" fmla="*/ 1123185 w 6858001"/>
                    <a:gd name="connsiteY17" fmla="*/ 50395 h 874716"/>
                    <a:gd name="connsiteX18" fmla="*/ 1249302 w 6858001"/>
                    <a:gd name="connsiteY18" fmla="*/ 68684 h 874716"/>
                    <a:gd name="connsiteX19" fmla="*/ 1286069 w 6858001"/>
                    <a:gd name="connsiteY19" fmla="*/ 72304 h 874716"/>
                    <a:gd name="connsiteX20" fmla="*/ 1417899 w 6858001"/>
                    <a:gd name="connsiteY20" fmla="*/ 88688 h 874716"/>
                    <a:gd name="connsiteX21" fmla="*/ 1436568 w 6858001"/>
                    <a:gd name="connsiteY21" fmla="*/ 73448 h 874716"/>
                    <a:gd name="connsiteX22" fmla="*/ 1490292 w 6858001"/>
                    <a:gd name="connsiteY22" fmla="*/ 35154 h 874716"/>
                    <a:gd name="connsiteX23" fmla="*/ 1596213 w 6858001"/>
                    <a:gd name="connsiteY23" fmla="*/ 1245 h 874716"/>
                    <a:gd name="connsiteX24" fmla="*/ 1624980 w 6858001"/>
                    <a:gd name="connsiteY24" fmla="*/ 3150 h 874716"/>
                    <a:gd name="connsiteX25" fmla="*/ 1697753 w 6858001"/>
                    <a:gd name="connsiteY25" fmla="*/ 59731 h 874716"/>
                    <a:gd name="connsiteX26" fmla="*/ 1733188 w 6858001"/>
                    <a:gd name="connsiteY26" fmla="*/ 82400 h 874716"/>
                    <a:gd name="connsiteX27" fmla="*/ 1833775 w 6858001"/>
                    <a:gd name="connsiteY27" fmla="*/ 124121 h 874716"/>
                    <a:gd name="connsiteX28" fmla="*/ 1842158 w 6858001"/>
                    <a:gd name="connsiteY28" fmla="*/ 131742 h 874716"/>
                    <a:gd name="connsiteX29" fmla="*/ 1916454 w 6858001"/>
                    <a:gd name="connsiteY29" fmla="*/ 222233 h 874716"/>
                    <a:gd name="connsiteX30" fmla="*/ 1933219 w 6858001"/>
                    <a:gd name="connsiteY30" fmla="*/ 237663 h 874716"/>
                    <a:gd name="connsiteX31" fmla="*/ 1953413 w 6858001"/>
                    <a:gd name="connsiteY31" fmla="*/ 261668 h 874716"/>
                    <a:gd name="connsiteX32" fmla="*/ 2016469 w 6858001"/>
                    <a:gd name="connsiteY32" fmla="*/ 308151 h 874716"/>
                    <a:gd name="connsiteX33" fmla="*/ 2094578 w 6858001"/>
                    <a:gd name="connsiteY33" fmla="*/ 323010 h 874716"/>
                    <a:gd name="connsiteX34" fmla="*/ 2188879 w 6858001"/>
                    <a:gd name="connsiteY34" fmla="*/ 345681 h 874716"/>
                    <a:gd name="connsiteX35" fmla="*/ 2228314 w 6858001"/>
                    <a:gd name="connsiteY35" fmla="*/ 360921 h 874716"/>
                    <a:gd name="connsiteX36" fmla="*/ 2334044 w 6858001"/>
                    <a:gd name="connsiteY36" fmla="*/ 389878 h 874716"/>
                    <a:gd name="connsiteX37" fmla="*/ 2409485 w 6858001"/>
                    <a:gd name="connsiteY37" fmla="*/ 414263 h 874716"/>
                    <a:gd name="connsiteX38" fmla="*/ 2518264 w 6858001"/>
                    <a:gd name="connsiteY38" fmla="*/ 428552 h 874716"/>
                    <a:gd name="connsiteX39" fmla="*/ 2571034 w 6858001"/>
                    <a:gd name="connsiteY39" fmla="*/ 429122 h 874716"/>
                    <a:gd name="connsiteX40" fmla="*/ 2668001 w 6858001"/>
                    <a:gd name="connsiteY40" fmla="*/ 502276 h 874716"/>
                    <a:gd name="connsiteX41" fmla="*/ 2745348 w 6858001"/>
                    <a:gd name="connsiteY41" fmla="*/ 550666 h 874716"/>
                    <a:gd name="connsiteX42" fmla="*/ 2826694 w 6858001"/>
                    <a:gd name="connsiteY42" fmla="*/ 527233 h 874716"/>
                    <a:gd name="connsiteX43" fmla="*/ 2848793 w 6858001"/>
                    <a:gd name="connsiteY43" fmla="*/ 505134 h 874716"/>
                    <a:gd name="connsiteX44" fmla="*/ 2982148 w 6858001"/>
                    <a:gd name="connsiteY44" fmla="*/ 484179 h 874716"/>
                    <a:gd name="connsiteX45" fmla="*/ 3172654 w 6858001"/>
                    <a:gd name="connsiteY45" fmla="*/ 483417 h 874716"/>
                    <a:gd name="connsiteX46" fmla="*/ 3489467 w 6858001"/>
                    <a:gd name="connsiteY46" fmla="*/ 435790 h 874716"/>
                    <a:gd name="connsiteX47" fmla="*/ 3544713 w 6858001"/>
                    <a:gd name="connsiteY47" fmla="*/ 413691 h 874716"/>
                    <a:gd name="connsiteX48" fmla="*/ 3606817 w 6858001"/>
                    <a:gd name="connsiteY48" fmla="*/ 408167 h 874716"/>
                    <a:gd name="connsiteX49" fmla="*/ 3630632 w 6858001"/>
                    <a:gd name="connsiteY49" fmla="*/ 421693 h 874716"/>
                    <a:gd name="connsiteX50" fmla="*/ 3734837 w 6858001"/>
                    <a:gd name="connsiteY50" fmla="*/ 441886 h 874716"/>
                    <a:gd name="connsiteX51" fmla="*/ 3754652 w 6858001"/>
                    <a:gd name="connsiteY51" fmla="*/ 442268 h 874716"/>
                    <a:gd name="connsiteX52" fmla="*/ 3822472 w 6858001"/>
                    <a:gd name="connsiteY52" fmla="*/ 433694 h 874716"/>
                    <a:gd name="connsiteX53" fmla="*/ 3885338 w 6858001"/>
                    <a:gd name="connsiteY53" fmla="*/ 428742 h 874716"/>
                    <a:gd name="connsiteX54" fmla="*/ 4043839 w 6858001"/>
                    <a:gd name="connsiteY54" fmla="*/ 444934 h 874716"/>
                    <a:gd name="connsiteX55" fmla="*/ 4165383 w 6858001"/>
                    <a:gd name="connsiteY55" fmla="*/ 441124 h 874716"/>
                    <a:gd name="connsiteX56" fmla="*/ 4221391 w 6858001"/>
                    <a:gd name="connsiteY56" fmla="*/ 444934 h 874716"/>
                    <a:gd name="connsiteX57" fmla="*/ 4253014 w 6858001"/>
                    <a:gd name="connsiteY57" fmla="*/ 450650 h 874716"/>
                    <a:gd name="connsiteX58" fmla="*/ 4324645 w 6858001"/>
                    <a:gd name="connsiteY58" fmla="*/ 490466 h 874716"/>
                    <a:gd name="connsiteX59" fmla="*/ 4363890 w 6858001"/>
                    <a:gd name="connsiteY59" fmla="*/ 499420 h 874716"/>
                    <a:gd name="connsiteX60" fmla="*/ 4482004 w 6858001"/>
                    <a:gd name="connsiteY60" fmla="*/ 498658 h 874716"/>
                    <a:gd name="connsiteX61" fmla="*/ 4659174 w 6858001"/>
                    <a:gd name="connsiteY61" fmla="*/ 438648 h 874716"/>
                    <a:gd name="connsiteX62" fmla="*/ 4677655 w 6858001"/>
                    <a:gd name="connsiteY62" fmla="*/ 430646 h 874716"/>
                    <a:gd name="connsiteX63" fmla="*/ 4767764 w 6858001"/>
                    <a:gd name="connsiteY63" fmla="*/ 420739 h 874716"/>
                    <a:gd name="connsiteX64" fmla="*/ 4828916 w 6858001"/>
                    <a:gd name="connsiteY64" fmla="*/ 434266 h 874716"/>
                    <a:gd name="connsiteX65" fmla="*/ 4912168 w 6858001"/>
                    <a:gd name="connsiteY65" fmla="*/ 462271 h 874716"/>
                    <a:gd name="connsiteX66" fmla="*/ 4987037 w 6858001"/>
                    <a:gd name="connsiteY66" fmla="*/ 485703 h 874716"/>
                    <a:gd name="connsiteX67" fmla="*/ 5041521 w 6858001"/>
                    <a:gd name="connsiteY67" fmla="*/ 512182 h 874716"/>
                    <a:gd name="connsiteX68" fmla="*/ 5166113 w 6858001"/>
                    <a:gd name="connsiteY68" fmla="*/ 531615 h 874716"/>
                    <a:gd name="connsiteX69" fmla="*/ 5179067 w 6858001"/>
                    <a:gd name="connsiteY69" fmla="*/ 534853 h 874716"/>
                    <a:gd name="connsiteX70" fmla="*/ 5272796 w 6858001"/>
                    <a:gd name="connsiteY70" fmla="*/ 511230 h 874716"/>
                    <a:gd name="connsiteX71" fmla="*/ 5385384 w 6858001"/>
                    <a:gd name="connsiteY71" fmla="*/ 487227 h 874716"/>
                    <a:gd name="connsiteX72" fmla="*/ 5425582 w 6858001"/>
                    <a:gd name="connsiteY72" fmla="*/ 495418 h 874716"/>
                    <a:gd name="connsiteX73" fmla="*/ 5480637 w 6858001"/>
                    <a:gd name="connsiteY73" fmla="*/ 507040 h 874716"/>
                    <a:gd name="connsiteX74" fmla="*/ 5531693 w 6858001"/>
                    <a:gd name="connsiteY74" fmla="*/ 500944 h 874716"/>
                    <a:gd name="connsiteX75" fmla="*/ 5562746 w 6858001"/>
                    <a:gd name="connsiteY75" fmla="*/ 500372 h 874716"/>
                    <a:gd name="connsiteX76" fmla="*/ 5704483 w 6858001"/>
                    <a:gd name="connsiteY76" fmla="*/ 571620 h 874716"/>
                    <a:gd name="connsiteX77" fmla="*/ 5740488 w 6858001"/>
                    <a:gd name="connsiteY77" fmla="*/ 577526 h 874716"/>
                    <a:gd name="connsiteX78" fmla="*/ 5760873 w 6858001"/>
                    <a:gd name="connsiteY78" fmla="*/ 586291 h 874716"/>
                    <a:gd name="connsiteX79" fmla="*/ 5883751 w 6858001"/>
                    <a:gd name="connsiteY79" fmla="*/ 674686 h 874716"/>
                    <a:gd name="connsiteX80" fmla="*/ 5935949 w 6858001"/>
                    <a:gd name="connsiteY80" fmla="*/ 692592 h 874716"/>
                    <a:gd name="connsiteX81" fmla="*/ 5993291 w 6858001"/>
                    <a:gd name="connsiteY81" fmla="*/ 688972 h 874716"/>
                    <a:gd name="connsiteX82" fmla="*/ 6026440 w 6858001"/>
                    <a:gd name="connsiteY82" fmla="*/ 682496 h 874716"/>
                    <a:gd name="connsiteX83" fmla="*/ 6108738 w 6858001"/>
                    <a:gd name="connsiteY83" fmla="*/ 626296 h 874716"/>
                    <a:gd name="connsiteX84" fmla="*/ 6155602 w 6858001"/>
                    <a:gd name="connsiteY84" fmla="*/ 628202 h 874716"/>
                    <a:gd name="connsiteX85" fmla="*/ 6228756 w 6858001"/>
                    <a:gd name="connsiteY85" fmla="*/ 666873 h 874716"/>
                    <a:gd name="connsiteX86" fmla="*/ 6361539 w 6858001"/>
                    <a:gd name="connsiteY86" fmla="*/ 684210 h 874716"/>
                    <a:gd name="connsiteX87" fmla="*/ 6428979 w 6858001"/>
                    <a:gd name="connsiteY87" fmla="*/ 630106 h 874716"/>
                    <a:gd name="connsiteX88" fmla="*/ 6463840 w 6858001"/>
                    <a:gd name="connsiteY88" fmla="*/ 578098 h 874716"/>
                    <a:gd name="connsiteX89" fmla="*/ 6564620 w 6858001"/>
                    <a:gd name="connsiteY89" fmla="*/ 517708 h 874716"/>
                    <a:gd name="connsiteX90" fmla="*/ 6588625 w 6858001"/>
                    <a:gd name="connsiteY90" fmla="*/ 540187 h 874716"/>
                    <a:gd name="connsiteX91" fmla="*/ 6662541 w 6858001"/>
                    <a:gd name="connsiteY91" fmla="*/ 549714 h 874716"/>
                    <a:gd name="connsiteX92" fmla="*/ 6742552 w 6858001"/>
                    <a:gd name="connsiteY92" fmla="*/ 548952 h 874716"/>
                    <a:gd name="connsiteX93" fmla="*/ 6812063 w 6858001"/>
                    <a:gd name="connsiteY93" fmla="*/ 568430 h 874716"/>
                    <a:gd name="connsiteX94" fmla="*/ 6858001 w 6858001"/>
                    <a:gd name="connsiteY94" fmla="*/ 562267 h 874716"/>
                    <a:gd name="connsiteX95" fmla="*/ 6858001 w 6858001"/>
                    <a:gd name="connsiteY95" fmla="*/ 734520 h 874716"/>
                    <a:gd name="connsiteX96" fmla="*/ 6815516 w 6858001"/>
                    <a:gd name="connsiteY96" fmla="*/ 744220 h 874716"/>
                    <a:gd name="connsiteX97" fmla="*/ 6748458 w 6858001"/>
                    <a:gd name="connsiteY97" fmla="*/ 763271 h 874716"/>
                    <a:gd name="connsiteX98" fmla="*/ 6584812 w 6858001"/>
                    <a:gd name="connsiteY98" fmla="*/ 784797 h 874716"/>
                    <a:gd name="connsiteX99" fmla="*/ 6415833 w 6858001"/>
                    <a:gd name="connsiteY99" fmla="*/ 805562 h 874716"/>
                    <a:gd name="connsiteX100" fmla="*/ 6323058 w 6858001"/>
                    <a:gd name="connsiteY100" fmla="*/ 812420 h 874716"/>
                    <a:gd name="connsiteX101" fmla="*/ 6242093 w 6858001"/>
                    <a:gd name="connsiteY101" fmla="*/ 823281 h 874716"/>
                    <a:gd name="connsiteX102" fmla="*/ 6171605 w 6858001"/>
                    <a:gd name="connsiteY102" fmla="*/ 830139 h 874716"/>
                    <a:gd name="connsiteX103" fmla="*/ 6059397 w 6858001"/>
                    <a:gd name="connsiteY103" fmla="*/ 844045 h 874716"/>
                    <a:gd name="connsiteX104" fmla="*/ 6012723 w 6858001"/>
                    <a:gd name="connsiteY104" fmla="*/ 847665 h 874716"/>
                    <a:gd name="connsiteX105" fmla="*/ 5902610 w 6858001"/>
                    <a:gd name="connsiteY105" fmla="*/ 847473 h 874716"/>
                    <a:gd name="connsiteX106" fmla="*/ 5864318 w 6858001"/>
                    <a:gd name="connsiteY106" fmla="*/ 845569 h 874716"/>
                    <a:gd name="connsiteX107" fmla="*/ 5790592 w 6858001"/>
                    <a:gd name="connsiteY107" fmla="*/ 821947 h 874716"/>
                    <a:gd name="connsiteX108" fmla="*/ 5781830 w 6858001"/>
                    <a:gd name="connsiteY108" fmla="*/ 820233 h 874716"/>
                    <a:gd name="connsiteX109" fmla="*/ 5733440 w 6858001"/>
                    <a:gd name="connsiteY109" fmla="*/ 810896 h 874716"/>
                    <a:gd name="connsiteX110" fmla="*/ 5706959 w 6858001"/>
                    <a:gd name="connsiteY110" fmla="*/ 807848 h 874716"/>
                    <a:gd name="connsiteX111" fmla="*/ 5606372 w 6858001"/>
                    <a:gd name="connsiteY111" fmla="*/ 788417 h 874716"/>
                    <a:gd name="connsiteX112" fmla="*/ 5548460 w 6858001"/>
                    <a:gd name="connsiteY112" fmla="*/ 779273 h 874716"/>
                    <a:gd name="connsiteX113" fmla="*/ 5501594 w 6858001"/>
                    <a:gd name="connsiteY113" fmla="*/ 780607 h 874716"/>
                    <a:gd name="connsiteX114" fmla="*/ 5419295 w 6858001"/>
                    <a:gd name="connsiteY114" fmla="*/ 782321 h 874716"/>
                    <a:gd name="connsiteX115" fmla="*/ 5393005 w 6858001"/>
                    <a:gd name="connsiteY115" fmla="*/ 786703 h 874716"/>
                    <a:gd name="connsiteX116" fmla="*/ 5274129 w 6858001"/>
                    <a:gd name="connsiteY116" fmla="*/ 774129 h 874716"/>
                    <a:gd name="connsiteX117" fmla="*/ 5206308 w 6858001"/>
                    <a:gd name="connsiteY117" fmla="*/ 773177 h 874716"/>
                    <a:gd name="connsiteX118" fmla="*/ 5129916 w 6858001"/>
                    <a:gd name="connsiteY118" fmla="*/ 757554 h 874716"/>
                    <a:gd name="connsiteX119" fmla="*/ 5107627 w 6858001"/>
                    <a:gd name="connsiteY119" fmla="*/ 758316 h 874716"/>
                    <a:gd name="connsiteX120" fmla="*/ 5082670 w 6858001"/>
                    <a:gd name="connsiteY120" fmla="*/ 759651 h 874716"/>
                    <a:gd name="connsiteX121" fmla="*/ 5006086 w 6858001"/>
                    <a:gd name="connsiteY121" fmla="*/ 760795 h 874716"/>
                    <a:gd name="connsiteX122" fmla="*/ 4959602 w 6858001"/>
                    <a:gd name="connsiteY122" fmla="*/ 766509 h 874716"/>
                    <a:gd name="connsiteX123" fmla="*/ 4871019 w 6858001"/>
                    <a:gd name="connsiteY123" fmla="*/ 763081 h 874716"/>
                    <a:gd name="connsiteX124" fmla="*/ 4838250 w 6858001"/>
                    <a:gd name="connsiteY124" fmla="*/ 768033 h 874716"/>
                    <a:gd name="connsiteX125" fmla="*/ 4755381 w 6858001"/>
                    <a:gd name="connsiteY125" fmla="*/ 768605 h 874716"/>
                    <a:gd name="connsiteX126" fmla="*/ 4681083 w 6858001"/>
                    <a:gd name="connsiteY126" fmla="*/ 765747 h 874716"/>
                    <a:gd name="connsiteX127" fmla="*/ 4609452 w 6858001"/>
                    <a:gd name="connsiteY127" fmla="*/ 767271 h 874716"/>
                    <a:gd name="connsiteX128" fmla="*/ 4558207 w 6858001"/>
                    <a:gd name="connsiteY128" fmla="*/ 773557 h 874716"/>
                    <a:gd name="connsiteX129" fmla="*/ 4502579 w 6858001"/>
                    <a:gd name="connsiteY129" fmla="*/ 777367 h 874716"/>
                    <a:gd name="connsiteX130" fmla="*/ 4349222 w 6858001"/>
                    <a:gd name="connsiteY130" fmla="*/ 800038 h 874716"/>
                    <a:gd name="connsiteX131" fmla="*/ 4320837 w 6858001"/>
                    <a:gd name="connsiteY131" fmla="*/ 794514 h 874716"/>
                    <a:gd name="connsiteX132" fmla="*/ 4159667 w 6858001"/>
                    <a:gd name="connsiteY132" fmla="*/ 789370 h 874716"/>
                    <a:gd name="connsiteX133" fmla="*/ 4124614 w 6858001"/>
                    <a:gd name="connsiteY133" fmla="*/ 789752 h 874716"/>
                    <a:gd name="connsiteX134" fmla="*/ 4030503 w 6858001"/>
                    <a:gd name="connsiteY134" fmla="*/ 767271 h 874716"/>
                    <a:gd name="connsiteX135" fmla="*/ 3885338 w 6858001"/>
                    <a:gd name="connsiteY135" fmla="*/ 802896 h 874716"/>
                    <a:gd name="connsiteX136" fmla="*/ 3749506 w 6858001"/>
                    <a:gd name="connsiteY136" fmla="*/ 847473 h 874716"/>
                    <a:gd name="connsiteX137" fmla="*/ 3732361 w 6858001"/>
                    <a:gd name="connsiteY137" fmla="*/ 853190 h 874716"/>
                    <a:gd name="connsiteX138" fmla="*/ 3683591 w 6858001"/>
                    <a:gd name="connsiteY138" fmla="*/ 862906 h 874716"/>
                    <a:gd name="connsiteX139" fmla="*/ 3623201 w 6858001"/>
                    <a:gd name="connsiteY139" fmla="*/ 866334 h 874716"/>
                    <a:gd name="connsiteX140" fmla="*/ 3546617 w 6858001"/>
                    <a:gd name="connsiteY140" fmla="*/ 874716 h 874716"/>
                    <a:gd name="connsiteX141" fmla="*/ 3485275 w 6858001"/>
                    <a:gd name="connsiteY141" fmla="*/ 864238 h 874716"/>
                    <a:gd name="connsiteX142" fmla="*/ 3399546 w 6858001"/>
                    <a:gd name="connsiteY142" fmla="*/ 848618 h 874716"/>
                    <a:gd name="connsiteX143" fmla="*/ 3318771 w 6858001"/>
                    <a:gd name="connsiteY143" fmla="*/ 833757 h 874716"/>
                    <a:gd name="connsiteX144" fmla="*/ 3293244 w 6858001"/>
                    <a:gd name="connsiteY144" fmla="*/ 851284 h 874716"/>
                    <a:gd name="connsiteX145" fmla="*/ 3253809 w 6858001"/>
                    <a:gd name="connsiteY145" fmla="*/ 866524 h 874716"/>
                    <a:gd name="connsiteX146" fmla="*/ 3209993 w 6858001"/>
                    <a:gd name="connsiteY146" fmla="*/ 848235 h 874716"/>
                    <a:gd name="connsiteX147" fmla="*/ 3107500 w 6858001"/>
                    <a:gd name="connsiteY147" fmla="*/ 810326 h 874716"/>
                    <a:gd name="connsiteX148" fmla="*/ 3042728 w 6858001"/>
                    <a:gd name="connsiteY148" fmla="*/ 808610 h 874716"/>
                    <a:gd name="connsiteX149" fmla="*/ 2901943 w 6858001"/>
                    <a:gd name="connsiteY149" fmla="*/ 792418 h 874716"/>
                    <a:gd name="connsiteX150" fmla="*/ 2809930 w 6858001"/>
                    <a:gd name="connsiteY150" fmla="*/ 769367 h 874716"/>
                    <a:gd name="connsiteX151" fmla="*/ 2743826 w 6858001"/>
                    <a:gd name="connsiteY151" fmla="*/ 743268 h 874716"/>
                    <a:gd name="connsiteX152" fmla="*/ 2649143 w 6858001"/>
                    <a:gd name="connsiteY152" fmla="*/ 709167 h 874716"/>
                    <a:gd name="connsiteX153" fmla="*/ 2554079 w 6858001"/>
                    <a:gd name="connsiteY153" fmla="*/ 691450 h 874716"/>
                    <a:gd name="connsiteX154" fmla="*/ 2485307 w 6858001"/>
                    <a:gd name="connsiteY154" fmla="*/ 669160 h 874716"/>
                    <a:gd name="connsiteX155" fmla="*/ 2401292 w 6858001"/>
                    <a:gd name="connsiteY155" fmla="*/ 653919 h 874716"/>
                    <a:gd name="connsiteX156" fmla="*/ 2330806 w 6858001"/>
                    <a:gd name="connsiteY156" fmla="*/ 653349 h 874716"/>
                    <a:gd name="connsiteX157" fmla="*/ 2220312 w 6858001"/>
                    <a:gd name="connsiteY157" fmla="*/ 656015 h 874716"/>
                    <a:gd name="connsiteX158" fmla="*/ 2085054 w 6858001"/>
                    <a:gd name="connsiteY158" fmla="*/ 609914 h 874716"/>
                    <a:gd name="connsiteX159" fmla="*/ 2030378 w 6858001"/>
                    <a:gd name="connsiteY159" fmla="*/ 599625 h 874716"/>
                    <a:gd name="connsiteX160" fmla="*/ 1978940 w 6858001"/>
                    <a:gd name="connsiteY160" fmla="*/ 594863 h 874716"/>
                    <a:gd name="connsiteX161" fmla="*/ 1869780 w 6858001"/>
                    <a:gd name="connsiteY161" fmla="*/ 564192 h 874716"/>
                    <a:gd name="connsiteX162" fmla="*/ 1825393 w 6858001"/>
                    <a:gd name="connsiteY162" fmla="*/ 554094 h 874716"/>
                    <a:gd name="connsiteX163" fmla="*/ 1763287 w 6858001"/>
                    <a:gd name="connsiteY163" fmla="*/ 554286 h 874716"/>
                    <a:gd name="connsiteX164" fmla="*/ 1650317 w 6858001"/>
                    <a:gd name="connsiteY164" fmla="*/ 540187 h 874716"/>
                    <a:gd name="connsiteX165" fmla="*/ 1537537 w 6858001"/>
                    <a:gd name="connsiteY165" fmla="*/ 499038 h 874716"/>
                    <a:gd name="connsiteX166" fmla="*/ 1489720 w 6858001"/>
                    <a:gd name="connsiteY166" fmla="*/ 503038 h 874716"/>
                    <a:gd name="connsiteX167" fmla="*/ 1472575 w 6858001"/>
                    <a:gd name="connsiteY167" fmla="*/ 502086 h 874716"/>
                    <a:gd name="connsiteX168" fmla="*/ 1318456 w 6858001"/>
                    <a:gd name="connsiteY168" fmla="*/ 479415 h 874716"/>
                    <a:gd name="connsiteX169" fmla="*/ 1303024 w 6858001"/>
                    <a:gd name="connsiteY169" fmla="*/ 476939 h 874716"/>
                    <a:gd name="connsiteX170" fmla="*/ 1230633 w 6858001"/>
                    <a:gd name="connsiteY170" fmla="*/ 456746 h 874716"/>
                    <a:gd name="connsiteX171" fmla="*/ 1048125 w 6858001"/>
                    <a:gd name="connsiteY171" fmla="*/ 444172 h 874716"/>
                    <a:gd name="connsiteX172" fmla="*/ 1036887 w 6858001"/>
                    <a:gd name="connsiteY172" fmla="*/ 442648 h 874716"/>
                    <a:gd name="connsiteX173" fmla="*/ 975733 w 6858001"/>
                    <a:gd name="connsiteY173" fmla="*/ 452744 h 874716"/>
                    <a:gd name="connsiteX174" fmla="*/ 945444 w 6858001"/>
                    <a:gd name="connsiteY174" fmla="*/ 467033 h 874716"/>
                    <a:gd name="connsiteX175" fmla="*/ 898198 w 6858001"/>
                    <a:gd name="connsiteY175" fmla="*/ 481893 h 874716"/>
                    <a:gd name="connsiteX176" fmla="*/ 850189 w 6858001"/>
                    <a:gd name="connsiteY176" fmla="*/ 487417 h 874716"/>
                    <a:gd name="connsiteX177" fmla="*/ 769605 w 6858001"/>
                    <a:gd name="connsiteY177" fmla="*/ 464937 h 874716"/>
                    <a:gd name="connsiteX178" fmla="*/ 740268 w 6858001"/>
                    <a:gd name="connsiteY178" fmla="*/ 462651 h 874716"/>
                    <a:gd name="connsiteX179" fmla="*/ 674923 w 6858001"/>
                    <a:gd name="connsiteY179" fmla="*/ 451792 h 874716"/>
                    <a:gd name="connsiteX180" fmla="*/ 617772 w 6858001"/>
                    <a:gd name="connsiteY180" fmla="*/ 452554 h 874716"/>
                    <a:gd name="connsiteX181" fmla="*/ 571860 w 6858001"/>
                    <a:gd name="connsiteY181" fmla="*/ 469891 h 874716"/>
                    <a:gd name="connsiteX182" fmla="*/ 505182 w 6858001"/>
                    <a:gd name="connsiteY182" fmla="*/ 473319 h 874716"/>
                    <a:gd name="connsiteX183" fmla="*/ 462126 w 6858001"/>
                    <a:gd name="connsiteY183" fmla="*/ 460747 h 874716"/>
                    <a:gd name="connsiteX184" fmla="*/ 453364 w 6858001"/>
                    <a:gd name="connsiteY184" fmla="*/ 459033 h 874716"/>
                    <a:gd name="connsiteX185" fmla="*/ 340774 w 6858001"/>
                    <a:gd name="connsiteY185" fmla="*/ 458268 h 874716"/>
                    <a:gd name="connsiteX186" fmla="*/ 200182 w 6858001"/>
                    <a:gd name="connsiteY186" fmla="*/ 496180 h 874716"/>
                    <a:gd name="connsiteX187" fmla="*/ 176939 w 6858001"/>
                    <a:gd name="connsiteY187" fmla="*/ 504182 h 874716"/>
                    <a:gd name="connsiteX188" fmla="*/ 63587 w 6858001"/>
                    <a:gd name="connsiteY188" fmla="*/ 518088 h 874716"/>
                    <a:gd name="connsiteX189" fmla="*/ 2817 w 6858001"/>
                    <a:gd name="connsiteY189" fmla="*/ 532187 h 874716"/>
                    <a:gd name="connsiteX190" fmla="*/ 0 w 6858001"/>
                    <a:gd name="connsiteY190" fmla="*/ 533314 h 874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</a:cxnLst>
                  <a:rect l="l" t="t" r="r" b="b"/>
                  <a:pathLst>
                    <a:path w="6858001" h="874716">
                      <a:moveTo>
                        <a:pt x="0" y="533314"/>
                      </a:moveTo>
                      <a:lnTo>
                        <a:pt x="0" y="69206"/>
                      </a:lnTo>
                      <a:lnTo>
                        <a:pt x="21486" y="71924"/>
                      </a:lnTo>
                      <a:cubicBezTo>
                        <a:pt x="92546" y="60493"/>
                        <a:pt x="159604" y="87354"/>
                        <a:pt x="228948" y="88116"/>
                      </a:cubicBezTo>
                      <a:cubicBezTo>
                        <a:pt x="260382" y="88496"/>
                        <a:pt x="291435" y="94592"/>
                        <a:pt x="313533" y="62779"/>
                      </a:cubicBezTo>
                      <a:cubicBezTo>
                        <a:pt x="316389" y="58587"/>
                        <a:pt x="330298" y="60873"/>
                        <a:pt x="338870" y="62207"/>
                      </a:cubicBezTo>
                      <a:cubicBezTo>
                        <a:pt x="357921" y="65066"/>
                        <a:pt x="376781" y="72304"/>
                        <a:pt x="395640" y="72114"/>
                      </a:cubicBezTo>
                      <a:cubicBezTo>
                        <a:pt x="434695" y="71924"/>
                        <a:pt x="473939" y="68876"/>
                        <a:pt x="512802" y="65446"/>
                      </a:cubicBezTo>
                      <a:cubicBezTo>
                        <a:pt x="527470" y="64112"/>
                        <a:pt x="541569" y="58969"/>
                        <a:pt x="556047" y="55349"/>
                      </a:cubicBezTo>
                      <a:cubicBezTo>
                        <a:pt x="564048" y="53253"/>
                        <a:pt x="572622" y="47729"/>
                        <a:pt x="580050" y="48871"/>
                      </a:cubicBezTo>
                      <a:cubicBezTo>
                        <a:pt x="623106" y="55539"/>
                        <a:pt x="662541" y="39157"/>
                        <a:pt x="703308" y="30964"/>
                      </a:cubicBezTo>
                      <a:cubicBezTo>
                        <a:pt x="722169" y="27154"/>
                        <a:pt x="739886" y="18010"/>
                        <a:pt x="758174" y="11724"/>
                      </a:cubicBezTo>
                      <a:cubicBezTo>
                        <a:pt x="762936" y="10008"/>
                        <a:pt x="768271" y="8484"/>
                        <a:pt x="773035" y="8866"/>
                      </a:cubicBezTo>
                      <a:cubicBezTo>
                        <a:pt x="800276" y="11152"/>
                        <a:pt x="827329" y="14390"/>
                        <a:pt x="854379" y="16866"/>
                      </a:cubicBezTo>
                      <a:cubicBezTo>
                        <a:pt x="878956" y="19152"/>
                        <a:pt x="903722" y="19914"/>
                        <a:pt x="915343" y="47919"/>
                      </a:cubicBezTo>
                      <a:cubicBezTo>
                        <a:pt x="917059" y="52301"/>
                        <a:pt x="922773" y="55539"/>
                        <a:pt x="927155" y="58397"/>
                      </a:cubicBezTo>
                      <a:cubicBezTo>
                        <a:pt x="994785" y="102405"/>
                        <a:pt x="1030980" y="101261"/>
                        <a:pt x="1097087" y="54777"/>
                      </a:cubicBezTo>
                      <a:cubicBezTo>
                        <a:pt x="1103945" y="50015"/>
                        <a:pt x="1118613" y="46585"/>
                        <a:pt x="1123185" y="50395"/>
                      </a:cubicBezTo>
                      <a:cubicBezTo>
                        <a:pt x="1162049" y="82020"/>
                        <a:pt x="1204532" y="78590"/>
                        <a:pt x="1249302" y="68684"/>
                      </a:cubicBezTo>
                      <a:cubicBezTo>
                        <a:pt x="1260922" y="66018"/>
                        <a:pt x="1277307" y="66018"/>
                        <a:pt x="1286069" y="72304"/>
                      </a:cubicBezTo>
                      <a:cubicBezTo>
                        <a:pt x="1327790" y="101451"/>
                        <a:pt x="1372560" y="97261"/>
                        <a:pt x="1417899" y="88688"/>
                      </a:cubicBezTo>
                      <a:cubicBezTo>
                        <a:pt x="1424948" y="87354"/>
                        <a:pt x="1433522" y="80114"/>
                        <a:pt x="1436568" y="73448"/>
                      </a:cubicBezTo>
                      <a:cubicBezTo>
                        <a:pt x="1447428" y="49825"/>
                        <a:pt x="1467813" y="41823"/>
                        <a:pt x="1490292" y="35154"/>
                      </a:cubicBezTo>
                      <a:cubicBezTo>
                        <a:pt x="1525727" y="24296"/>
                        <a:pt x="1560588" y="11532"/>
                        <a:pt x="1596213" y="1245"/>
                      </a:cubicBezTo>
                      <a:cubicBezTo>
                        <a:pt x="1604978" y="-1231"/>
                        <a:pt x="1615836" y="293"/>
                        <a:pt x="1624980" y="3150"/>
                      </a:cubicBezTo>
                      <a:cubicBezTo>
                        <a:pt x="1656223" y="12866"/>
                        <a:pt x="1676036" y="37251"/>
                        <a:pt x="1697753" y="59731"/>
                      </a:cubicBezTo>
                      <a:cubicBezTo>
                        <a:pt x="1707279" y="69638"/>
                        <a:pt x="1720423" y="76686"/>
                        <a:pt x="1733188" y="82400"/>
                      </a:cubicBezTo>
                      <a:cubicBezTo>
                        <a:pt x="1766335" y="97071"/>
                        <a:pt x="1800246" y="110215"/>
                        <a:pt x="1833775" y="124121"/>
                      </a:cubicBezTo>
                      <a:cubicBezTo>
                        <a:pt x="1837013" y="125455"/>
                        <a:pt x="1839679" y="128884"/>
                        <a:pt x="1842158" y="131742"/>
                      </a:cubicBezTo>
                      <a:cubicBezTo>
                        <a:pt x="1866922" y="161843"/>
                        <a:pt x="1891497" y="192132"/>
                        <a:pt x="1916454" y="222233"/>
                      </a:cubicBezTo>
                      <a:cubicBezTo>
                        <a:pt x="1921216" y="227947"/>
                        <a:pt x="1928076" y="232139"/>
                        <a:pt x="1933219" y="237663"/>
                      </a:cubicBezTo>
                      <a:cubicBezTo>
                        <a:pt x="1940459" y="245283"/>
                        <a:pt x="1949603" y="252524"/>
                        <a:pt x="1953413" y="261668"/>
                      </a:cubicBezTo>
                      <a:cubicBezTo>
                        <a:pt x="1965224" y="290433"/>
                        <a:pt x="1987894" y="302817"/>
                        <a:pt x="2016469" y="308151"/>
                      </a:cubicBezTo>
                      <a:cubicBezTo>
                        <a:pt x="2042570" y="313104"/>
                        <a:pt x="2068669" y="317296"/>
                        <a:pt x="2094578" y="323010"/>
                      </a:cubicBezTo>
                      <a:cubicBezTo>
                        <a:pt x="2126201" y="329868"/>
                        <a:pt x="2157636" y="337298"/>
                        <a:pt x="2188879" y="345681"/>
                      </a:cubicBezTo>
                      <a:cubicBezTo>
                        <a:pt x="2202404" y="349301"/>
                        <a:pt x="2216692" y="353491"/>
                        <a:pt x="2228314" y="360921"/>
                      </a:cubicBezTo>
                      <a:cubicBezTo>
                        <a:pt x="2260890" y="381496"/>
                        <a:pt x="2295753" y="395402"/>
                        <a:pt x="2334044" y="389878"/>
                      </a:cubicBezTo>
                      <a:cubicBezTo>
                        <a:pt x="2364715" y="385496"/>
                        <a:pt x="2390434" y="396736"/>
                        <a:pt x="2409485" y="414263"/>
                      </a:cubicBezTo>
                      <a:cubicBezTo>
                        <a:pt x="2444158" y="446078"/>
                        <a:pt x="2481305" y="438838"/>
                        <a:pt x="2518264" y="428552"/>
                      </a:cubicBezTo>
                      <a:cubicBezTo>
                        <a:pt x="2537315" y="423217"/>
                        <a:pt x="2552935" y="423979"/>
                        <a:pt x="2571034" y="429122"/>
                      </a:cubicBezTo>
                      <a:cubicBezTo>
                        <a:pt x="2612945" y="441124"/>
                        <a:pt x="2640950" y="473701"/>
                        <a:pt x="2668001" y="502276"/>
                      </a:cubicBezTo>
                      <a:cubicBezTo>
                        <a:pt x="2691054" y="526661"/>
                        <a:pt x="2716963" y="540377"/>
                        <a:pt x="2745348" y="550666"/>
                      </a:cubicBezTo>
                      <a:cubicBezTo>
                        <a:pt x="2781163" y="563810"/>
                        <a:pt x="2809548" y="558858"/>
                        <a:pt x="2826694" y="527233"/>
                      </a:cubicBezTo>
                      <a:cubicBezTo>
                        <a:pt x="2831457" y="518278"/>
                        <a:pt x="2839839" y="507800"/>
                        <a:pt x="2848793" y="505134"/>
                      </a:cubicBezTo>
                      <a:cubicBezTo>
                        <a:pt x="2892037" y="491800"/>
                        <a:pt x="2935854" y="472367"/>
                        <a:pt x="2982148" y="484179"/>
                      </a:cubicBezTo>
                      <a:cubicBezTo>
                        <a:pt x="3046158" y="500372"/>
                        <a:pt x="3108644" y="499420"/>
                        <a:pt x="3172654" y="483417"/>
                      </a:cubicBezTo>
                      <a:cubicBezTo>
                        <a:pt x="3276480" y="457508"/>
                        <a:pt x="3380305" y="430076"/>
                        <a:pt x="3489467" y="435790"/>
                      </a:cubicBezTo>
                      <a:cubicBezTo>
                        <a:pt x="3507563" y="436742"/>
                        <a:pt x="3529090" y="425121"/>
                        <a:pt x="3544713" y="413691"/>
                      </a:cubicBezTo>
                      <a:cubicBezTo>
                        <a:pt x="3574622" y="391974"/>
                        <a:pt x="3573288" y="390258"/>
                        <a:pt x="3606817" y="408167"/>
                      </a:cubicBezTo>
                      <a:cubicBezTo>
                        <a:pt x="3614819" y="412549"/>
                        <a:pt x="3624725" y="415215"/>
                        <a:pt x="3630632" y="421693"/>
                      </a:cubicBezTo>
                      <a:cubicBezTo>
                        <a:pt x="3660731" y="454650"/>
                        <a:pt x="3697880" y="446648"/>
                        <a:pt x="3734837" y="441886"/>
                      </a:cubicBezTo>
                      <a:cubicBezTo>
                        <a:pt x="3741315" y="440934"/>
                        <a:pt x="3749125" y="439600"/>
                        <a:pt x="3754652" y="442268"/>
                      </a:cubicBezTo>
                      <a:cubicBezTo>
                        <a:pt x="3779607" y="454268"/>
                        <a:pt x="3800753" y="450078"/>
                        <a:pt x="3822472" y="433694"/>
                      </a:cubicBezTo>
                      <a:cubicBezTo>
                        <a:pt x="3841331" y="419597"/>
                        <a:pt x="3863049" y="411215"/>
                        <a:pt x="3885338" y="428742"/>
                      </a:cubicBezTo>
                      <a:cubicBezTo>
                        <a:pt x="3934870" y="467605"/>
                        <a:pt x="3987829" y="469509"/>
                        <a:pt x="4043839" y="444934"/>
                      </a:cubicBezTo>
                      <a:cubicBezTo>
                        <a:pt x="4083845" y="427407"/>
                        <a:pt x="4123280" y="423407"/>
                        <a:pt x="4165383" y="441124"/>
                      </a:cubicBezTo>
                      <a:cubicBezTo>
                        <a:pt x="4181576" y="447982"/>
                        <a:pt x="4202531" y="443410"/>
                        <a:pt x="4221391" y="444934"/>
                      </a:cubicBezTo>
                      <a:cubicBezTo>
                        <a:pt x="4232060" y="445696"/>
                        <a:pt x="4243872" y="445886"/>
                        <a:pt x="4253014" y="450650"/>
                      </a:cubicBezTo>
                      <a:cubicBezTo>
                        <a:pt x="4277401" y="462843"/>
                        <a:pt x="4300070" y="478463"/>
                        <a:pt x="4324645" y="490466"/>
                      </a:cubicBezTo>
                      <a:cubicBezTo>
                        <a:pt x="4336457" y="496180"/>
                        <a:pt x="4350554" y="499228"/>
                        <a:pt x="4363890" y="499420"/>
                      </a:cubicBezTo>
                      <a:cubicBezTo>
                        <a:pt x="4403325" y="500372"/>
                        <a:pt x="4442761" y="500372"/>
                        <a:pt x="4482004" y="498658"/>
                      </a:cubicBezTo>
                      <a:cubicBezTo>
                        <a:pt x="4546776" y="495990"/>
                        <a:pt x="4612500" y="495418"/>
                        <a:pt x="4659174" y="438648"/>
                      </a:cubicBezTo>
                      <a:cubicBezTo>
                        <a:pt x="4662986" y="434076"/>
                        <a:pt x="4671176" y="431408"/>
                        <a:pt x="4677655" y="430646"/>
                      </a:cubicBezTo>
                      <a:cubicBezTo>
                        <a:pt x="4707564" y="427027"/>
                        <a:pt x="4738235" y="426645"/>
                        <a:pt x="4767764" y="420739"/>
                      </a:cubicBezTo>
                      <a:cubicBezTo>
                        <a:pt x="4791386" y="415977"/>
                        <a:pt x="4811009" y="417501"/>
                        <a:pt x="4828916" y="434266"/>
                      </a:cubicBezTo>
                      <a:cubicBezTo>
                        <a:pt x="4852348" y="456364"/>
                        <a:pt x="4880925" y="469319"/>
                        <a:pt x="4912168" y="462271"/>
                      </a:cubicBezTo>
                      <a:cubicBezTo>
                        <a:pt x="4943409" y="455412"/>
                        <a:pt x="4963984" y="470271"/>
                        <a:pt x="4987037" y="485703"/>
                      </a:cubicBezTo>
                      <a:cubicBezTo>
                        <a:pt x="5003801" y="496942"/>
                        <a:pt x="5022852" y="511040"/>
                        <a:pt x="5041521" y="512182"/>
                      </a:cubicBezTo>
                      <a:cubicBezTo>
                        <a:pt x="5083814" y="514658"/>
                        <a:pt x="5120201" y="553904"/>
                        <a:pt x="5166113" y="531615"/>
                      </a:cubicBezTo>
                      <a:cubicBezTo>
                        <a:pt x="5169161" y="530091"/>
                        <a:pt x="5174685" y="533901"/>
                        <a:pt x="5179067" y="534853"/>
                      </a:cubicBezTo>
                      <a:cubicBezTo>
                        <a:pt x="5214121" y="542093"/>
                        <a:pt x="5247078" y="535043"/>
                        <a:pt x="5272796" y="511230"/>
                      </a:cubicBezTo>
                      <a:cubicBezTo>
                        <a:pt x="5306516" y="480177"/>
                        <a:pt x="5343855" y="477129"/>
                        <a:pt x="5385384" y="487227"/>
                      </a:cubicBezTo>
                      <a:cubicBezTo>
                        <a:pt x="5398721" y="490466"/>
                        <a:pt x="5412057" y="492752"/>
                        <a:pt x="5425582" y="495418"/>
                      </a:cubicBezTo>
                      <a:cubicBezTo>
                        <a:pt x="5443870" y="499228"/>
                        <a:pt x="5462351" y="503230"/>
                        <a:pt x="5480637" y="507040"/>
                      </a:cubicBezTo>
                      <a:cubicBezTo>
                        <a:pt x="5498356" y="510850"/>
                        <a:pt x="5517979" y="517326"/>
                        <a:pt x="5531693" y="500944"/>
                      </a:cubicBezTo>
                      <a:cubicBezTo>
                        <a:pt x="5543506" y="486845"/>
                        <a:pt x="5551888" y="488179"/>
                        <a:pt x="5562746" y="500372"/>
                      </a:cubicBezTo>
                      <a:cubicBezTo>
                        <a:pt x="5600467" y="543045"/>
                        <a:pt x="5646189" y="569716"/>
                        <a:pt x="5704483" y="571620"/>
                      </a:cubicBezTo>
                      <a:cubicBezTo>
                        <a:pt x="5716485" y="572002"/>
                        <a:pt x="5728678" y="574668"/>
                        <a:pt x="5740488" y="577526"/>
                      </a:cubicBezTo>
                      <a:cubicBezTo>
                        <a:pt x="5747728" y="579241"/>
                        <a:pt x="5756493" y="581147"/>
                        <a:pt x="5760873" y="586291"/>
                      </a:cubicBezTo>
                      <a:cubicBezTo>
                        <a:pt x="5794974" y="625534"/>
                        <a:pt x="5837457" y="652777"/>
                        <a:pt x="5883751" y="674686"/>
                      </a:cubicBezTo>
                      <a:cubicBezTo>
                        <a:pt x="5900323" y="682496"/>
                        <a:pt x="5918042" y="690306"/>
                        <a:pt x="5935949" y="692592"/>
                      </a:cubicBezTo>
                      <a:cubicBezTo>
                        <a:pt x="5954617" y="694878"/>
                        <a:pt x="5974240" y="691068"/>
                        <a:pt x="5993291" y="688972"/>
                      </a:cubicBezTo>
                      <a:cubicBezTo>
                        <a:pt x="6004531" y="687830"/>
                        <a:pt x="6017485" y="688020"/>
                        <a:pt x="6026440" y="682496"/>
                      </a:cubicBezTo>
                      <a:cubicBezTo>
                        <a:pt x="6054825" y="665159"/>
                        <a:pt x="6082258" y="646491"/>
                        <a:pt x="6108738" y="626296"/>
                      </a:cubicBezTo>
                      <a:cubicBezTo>
                        <a:pt x="6131409" y="608960"/>
                        <a:pt x="6135981" y="606483"/>
                        <a:pt x="6155602" y="628202"/>
                      </a:cubicBezTo>
                      <a:cubicBezTo>
                        <a:pt x="6175797" y="650491"/>
                        <a:pt x="6200944" y="662111"/>
                        <a:pt x="6228756" y="666873"/>
                      </a:cubicBezTo>
                      <a:cubicBezTo>
                        <a:pt x="6272764" y="674304"/>
                        <a:pt x="6317151" y="680590"/>
                        <a:pt x="6361539" y="684210"/>
                      </a:cubicBezTo>
                      <a:cubicBezTo>
                        <a:pt x="6401736" y="687448"/>
                        <a:pt x="6420977" y="669922"/>
                        <a:pt x="6428979" y="630106"/>
                      </a:cubicBezTo>
                      <a:cubicBezTo>
                        <a:pt x="6433551" y="608007"/>
                        <a:pt x="6439458" y="584003"/>
                        <a:pt x="6463840" y="578098"/>
                      </a:cubicBezTo>
                      <a:cubicBezTo>
                        <a:pt x="6503658" y="568572"/>
                        <a:pt x="6544997" y="564382"/>
                        <a:pt x="6564620" y="517708"/>
                      </a:cubicBezTo>
                      <a:cubicBezTo>
                        <a:pt x="6575478" y="527995"/>
                        <a:pt x="6582146" y="534091"/>
                        <a:pt x="6588625" y="540187"/>
                      </a:cubicBezTo>
                      <a:cubicBezTo>
                        <a:pt x="6606531" y="557142"/>
                        <a:pt x="6643678" y="564382"/>
                        <a:pt x="6662541" y="549714"/>
                      </a:cubicBezTo>
                      <a:cubicBezTo>
                        <a:pt x="6690354" y="528377"/>
                        <a:pt x="6715883" y="532377"/>
                        <a:pt x="6742552" y="548952"/>
                      </a:cubicBezTo>
                      <a:cubicBezTo>
                        <a:pt x="6764841" y="562668"/>
                        <a:pt x="6788417" y="567954"/>
                        <a:pt x="6812063" y="568430"/>
                      </a:cubicBezTo>
                      <a:lnTo>
                        <a:pt x="6858001" y="562267"/>
                      </a:lnTo>
                      <a:lnTo>
                        <a:pt x="6858001" y="734520"/>
                      </a:lnTo>
                      <a:lnTo>
                        <a:pt x="6815516" y="744220"/>
                      </a:lnTo>
                      <a:cubicBezTo>
                        <a:pt x="6793035" y="749744"/>
                        <a:pt x="6771319" y="759651"/>
                        <a:pt x="6748458" y="763271"/>
                      </a:cubicBezTo>
                      <a:cubicBezTo>
                        <a:pt x="6694164" y="771843"/>
                        <a:pt x="6639488" y="777939"/>
                        <a:pt x="6584812" y="784797"/>
                      </a:cubicBezTo>
                      <a:cubicBezTo>
                        <a:pt x="6528424" y="791846"/>
                        <a:pt x="6472225" y="799276"/>
                        <a:pt x="6415833" y="805562"/>
                      </a:cubicBezTo>
                      <a:cubicBezTo>
                        <a:pt x="6384972" y="808802"/>
                        <a:pt x="6353919" y="809372"/>
                        <a:pt x="6323058" y="812420"/>
                      </a:cubicBezTo>
                      <a:cubicBezTo>
                        <a:pt x="6296005" y="815088"/>
                        <a:pt x="6269144" y="820041"/>
                        <a:pt x="6242093" y="823281"/>
                      </a:cubicBezTo>
                      <a:cubicBezTo>
                        <a:pt x="6218660" y="825947"/>
                        <a:pt x="6195037" y="827471"/>
                        <a:pt x="6171605" y="830139"/>
                      </a:cubicBezTo>
                      <a:cubicBezTo>
                        <a:pt x="6134075" y="834519"/>
                        <a:pt x="6096736" y="839473"/>
                        <a:pt x="6059397" y="844045"/>
                      </a:cubicBezTo>
                      <a:cubicBezTo>
                        <a:pt x="6043776" y="845759"/>
                        <a:pt x="6027392" y="850522"/>
                        <a:pt x="6012723" y="847665"/>
                      </a:cubicBezTo>
                      <a:cubicBezTo>
                        <a:pt x="5975764" y="840425"/>
                        <a:pt x="5939377" y="842521"/>
                        <a:pt x="5902610" y="847473"/>
                      </a:cubicBezTo>
                      <a:cubicBezTo>
                        <a:pt x="5890037" y="849190"/>
                        <a:pt x="5876511" y="848808"/>
                        <a:pt x="5864318" y="845569"/>
                      </a:cubicBezTo>
                      <a:cubicBezTo>
                        <a:pt x="5839361" y="839091"/>
                        <a:pt x="5815169" y="829947"/>
                        <a:pt x="5790592" y="821947"/>
                      </a:cubicBezTo>
                      <a:cubicBezTo>
                        <a:pt x="5787924" y="820995"/>
                        <a:pt x="5784686" y="820803"/>
                        <a:pt x="5781830" y="820233"/>
                      </a:cubicBezTo>
                      <a:cubicBezTo>
                        <a:pt x="5765635" y="816992"/>
                        <a:pt x="5749634" y="813754"/>
                        <a:pt x="5733440" y="810896"/>
                      </a:cubicBezTo>
                      <a:cubicBezTo>
                        <a:pt x="5724678" y="809372"/>
                        <a:pt x="5715723" y="809182"/>
                        <a:pt x="5706959" y="807848"/>
                      </a:cubicBezTo>
                      <a:cubicBezTo>
                        <a:pt x="5673050" y="802514"/>
                        <a:pt x="5635711" y="811468"/>
                        <a:pt x="5606372" y="788417"/>
                      </a:cubicBezTo>
                      <a:cubicBezTo>
                        <a:pt x="5587321" y="773557"/>
                        <a:pt x="5568842" y="776987"/>
                        <a:pt x="5548460" y="779273"/>
                      </a:cubicBezTo>
                      <a:cubicBezTo>
                        <a:pt x="5533027" y="780987"/>
                        <a:pt x="5517215" y="780415"/>
                        <a:pt x="5501594" y="780607"/>
                      </a:cubicBezTo>
                      <a:cubicBezTo>
                        <a:pt x="5474161" y="781177"/>
                        <a:pt x="5446728" y="781369"/>
                        <a:pt x="5419295" y="782321"/>
                      </a:cubicBezTo>
                      <a:cubicBezTo>
                        <a:pt x="5410531" y="782701"/>
                        <a:pt x="5401579" y="787465"/>
                        <a:pt x="5393005" y="786703"/>
                      </a:cubicBezTo>
                      <a:cubicBezTo>
                        <a:pt x="5353379" y="783083"/>
                        <a:pt x="5313754" y="777367"/>
                        <a:pt x="5274129" y="774129"/>
                      </a:cubicBezTo>
                      <a:cubicBezTo>
                        <a:pt x="5251650" y="772225"/>
                        <a:pt x="5228597" y="775843"/>
                        <a:pt x="5206308" y="773177"/>
                      </a:cubicBezTo>
                      <a:cubicBezTo>
                        <a:pt x="5180591" y="770129"/>
                        <a:pt x="5155445" y="762319"/>
                        <a:pt x="5129916" y="757554"/>
                      </a:cubicBezTo>
                      <a:cubicBezTo>
                        <a:pt x="5122867" y="756222"/>
                        <a:pt x="5115057" y="757936"/>
                        <a:pt x="5107627" y="758316"/>
                      </a:cubicBezTo>
                      <a:cubicBezTo>
                        <a:pt x="5099245" y="758699"/>
                        <a:pt x="5091052" y="759461"/>
                        <a:pt x="5082670" y="759651"/>
                      </a:cubicBezTo>
                      <a:cubicBezTo>
                        <a:pt x="5057141" y="760033"/>
                        <a:pt x="5031614" y="759461"/>
                        <a:pt x="5006086" y="760795"/>
                      </a:cubicBezTo>
                      <a:cubicBezTo>
                        <a:pt x="4990465" y="761557"/>
                        <a:pt x="4974082" y="769367"/>
                        <a:pt x="4959602" y="766509"/>
                      </a:cubicBezTo>
                      <a:cubicBezTo>
                        <a:pt x="4930075" y="760985"/>
                        <a:pt x="4900546" y="773367"/>
                        <a:pt x="4871019" y="763081"/>
                      </a:cubicBezTo>
                      <a:cubicBezTo>
                        <a:pt x="4861873" y="760033"/>
                        <a:pt x="4849300" y="767653"/>
                        <a:pt x="4838250" y="768033"/>
                      </a:cubicBezTo>
                      <a:cubicBezTo>
                        <a:pt x="4810627" y="768985"/>
                        <a:pt x="4783004" y="768795"/>
                        <a:pt x="4755381" y="768605"/>
                      </a:cubicBezTo>
                      <a:cubicBezTo>
                        <a:pt x="4730614" y="768415"/>
                        <a:pt x="4704895" y="771081"/>
                        <a:pt x="4681083" y="765747"/>
                      </a:cubicBezTo>
                      <a:cubicBezTo>
                        <a:pt x="4656126" y="760033"/>
                        <a:pt x="4633647" y="760795"/>
                        <a:pt x="4609452" y="767271"/>
                      </a:cubicBezTo>
                      <a:cubicBezTo>
                        <a:pt x="4592878" y="771653"/>
                        <a:pt x="4575351" y="772225"/>
                        <a:pt x="4558207" y="773557"/>
                      </a:cubicBezTo>
                      <a:cubicBezTo>
                        <a:pt x="4539728" y="775081"/>
                        <a:pt x="4519343" y="771081"/>
                        <a:pt x="4502579" y="777367"/>
                      </a:cubicBezTo>
                      <a:cubicBezTo>
                        <a:pt x="4452665" y="796038"/>
                        <a:pt x="4401419" y="800038"/>
                        <a:pt x="4349222" y="800038"/>
                      </a:cubicBezTo>
                      <a:cubicBezTo>
                        <a:pt x="4339695" y="800038"/>
                        <a:pt x="4329979" y="797372"/>
                        <a:pt x="4320837" y="794514"/>
                      </a:cubicBezTo>
                      <a:cubicBezTo>
                        <a:pt x="4267493" y="777367"/>
                        <a:pt x="4213961" y="778891"/>
                        <a:pt x="4159667" y="789370"/>
                      </a:cubicBezTo>
                      <a:cubicBezTo>
                        <a:pt x="4148427" y="791656"/>
                        <a:pt x="4135854" y="792038"/>
                        <a:pt x="4124614" y="789752"/>
                      </a:cubicBezTo>
                      <a:cubicBezTo>
                        <a:pt x="4092989" y="783083"/>
                        <a:pt x="4062318" y="772033"/>
                        <a:pt x="4030503" y="767271"/>
                      </a:cubicBezTo>
                      <a:cubicBezTo>
                        <a:pt x="3977925" y="759461"/>
                        <a:pt x="3932394" y="785749"/>
                        <a:pt x="3885338" y="802896"/>
                      </a:cubicBezTo>
                      <a:cubicBezTo>
                        <a:pt x="3840569" y="819089"/>
                        <a:pt x="3802467" y="855666"/>
                        <a:pt x="3749506" y="847473"/>
                      </a:cubicBezTo>
                      <a:cubicBezTo>
                        <a:pt x="3744173" y="846711"/>
                        <a:pt x="3738267" y="851856"/>
                        <a:pt x="3732361" y="853190"/>
                      </a:cubicBezTo>
                      <a:cubicBezTo>
                        <a:pt x="3716168" y="856810"/>
                        <a:pt x="3699976" y="861190"/>
                        <a:pt x="3683591" y="862906"/>
                      </a:cubicBezTo>
                      <a:cubicBezTo>
                        <a:pt x="3663589" y="865192"/>
                        <a:pt x="3643204" y="864430"/>
                        <a:pt x="3623201" y="866334"/>
                      </a:cubicBezTo>
                      <a:cubicBezTo>
                        <a:pt x="3597482" y="868620"/>
                        <a:pt x="3572146" y="874716"/>
                        <a:pt x="3546617" y="874716"/>
                      </a:cubicBezTo>
                      <a:cubicBezTo>
                        <a:pt x="3526042" y="874716"/>
                        <a:pt x="3505657" y="867668"/>
                        <a:pt x="3485275" y="864238"/>
                      </a:cubicBezTo>
                      <a:cubicBezTo>
                        <a:pt x="3456508" y="859476"/>
                        <a:pt x="3424883" y="860810"/>
                        <a:pt x="3399546" y="848618"/>
                      </a:cubicBezTo>
                      <a:cubicBezTo>
                        <a:pt x="3372495" y="835663"/>
                        <a:pt x="3346776" y="829757"/>
                        <a:pt x="3318771" y="833757"/>
                      </a:cubicBezTo>
                      <a:cubicBezTo>
                        <a:pt x="3309437" y="835091"/>
                        <a:pt x="3297434" y="843093"/>
                        <a:pt x="3293244" y="851284"/>
                      </a:cubicBezTo>
                      <a:cubicBezTo>
                        <a:pt x="3283908" y="869572"/>
                        <a:pt x="3271145" y="872812"/>
                        <a:pt x="3253809" y="866524"/>
                      </a:cubicBezTo>
                      <a:cubicBezTo>
                        <a:pt x="3238758" y="861190"/>
                        <a:pt x="3220280" y="858524"/>
                        <a:pt x="3209993" y="848235"/>
                      </a:cubicBezTo>
                      <a:cubicBezTo>
                        <a:pt x="3180844" y="819089"/>
                        <a:pt x="3143695" y="818136"/>
                        <a:pt x="3107500" y="810326"/>
                      </a:cubicBezTo>
                      <a:cubicBezTo>
                        <a:pt x="3085403" y="805562"/>
                        <a:pt x="3064827" y="805372"/>
                        <a:pt x="3042728" y="808610"/>
                      </a:cubicBezTo>
                      <a:cubicBezTo>
                        <a:pt x="2994722" y="815850"/>
                        <a:pt x="2948047" y="805562"/>
                        <a:pt x="2901943" y="792418"/>
                      </a:cubicBezTo>
                      <a:cubicBezTo>
                        <a:pt x="2871462" y="783655"/>
                        <a:pt x="2840219" y="778321"/>
                        <a:pt x="2809930" y="769367"/>
                      </a:cubicBezTo>
                      <a:cubicBezTo>
                        <a:pt x="2787259" y="762509"/>
                        <a:pt x="2764590" y="754316"/>
                        <a:pt x="2743826" y="743268"/>
                      </a:cubicBezTo>
                      <a:cubicBezTo>
                        <a:pt x="2713723" y="727073"/>
                        <a:pt x="2687436" y="702689"/>
                        <a:pt x="2649143" y="709167"/>
                      </a:cubicBezTo>
                      <a:cubicBezTo>
                        <a:pt x="2615421" y="714881"/>
                        <a:pt x="2584942" y="702881"/>
                        <a:pt x="2554079" y="691450"/>
                      </a:cubicBezTo>
                      <a:cubicBezTo>
                        <a:pt x="2531409" y="683068"/>
                        <a:pt x="2508742" y="674494"/>
                        <a:pt x="2485307" y="669160"/>
                      </a:cubicBezTo>
                      <a:cubicBezTo>
                        <a:pt x="2457492" y="662873"/>
                        <a:pt x="2426059" y="665541"/>
                        <a:pt x="2401292" y="653919"/>
                      </a:cubicBezTo>
                      <a:cubicBezTo>
                        <a:pt x="2375383" y="641727"/>
                        <a:pt x="2353859" y="649919"/>
                        <a:pt x="2330806" y="653349"/>
                      </a:cubicBezTo>
                      <a:cubicBezTo>
                        <a:pt x="2294039" y="658683"/>
                        <a:pt x="2257459" y="668590"/>
                        <a:pt x="2220312" y="656015"/>
                      </a:cubicBezTo>
                      <a:cubicBezTo>
                        <a:pt x="2175163" y="640775"/>
                        <a:pt x="2130393" y="624392"/>
                        <a:pt x="2085054" y="609914"/>
                      </a:cubicBezTo>
                      <a:cubicBezTo>
                        <a:pt x="2067525" y="604387"/>
                        <a:pt x="2048668" y="602101"/>
                        <a:pt x="2030378" y="599625"/>
                      </a:cubicBezTo>
                      <a:cubicBezTo>
                        <a:pt x="2013043" y="597529"/>
                        <a:pt x="1992279" y="602863"/>
                        <a:pt x="1978940" y="594863"/>
                      </a:cubicBezTo>
                      <a:cubicBezTo>
                        <a:pt x="1944649" y="574288"/>
                        <a:pt x="1909408" y="564192"/>
                        <a:pt x="1869780" y="564192"/>
                      </a:cubicBezTo>
                      <a:cubicBezTo>
                        <a:pt x="1854920" y="564192"/>
                        <a:pt x="1840441" y="555618"/>
                        <a:pt x="1825393" y="554094"/>
                      </a:cubicBezTo>
                      <a:cubicBezTo>
                        <a:pt x="1804816" y="552190"/>
                        <a:pt x="1781194" y="547045"/>
                        <a:pt x="1763287" y="554286"/>
                      </a:cubicBezTo>
                      <a:cubicBezTo>
                        <a:pt x="1721185" y="571430"/>
                        <a:pt x="1687086" y="557142"/>
                        <a:pt x="1650317" y="540187"/>
                      </a:cubicBezTo>
                      <a:cubicBezTo>
                        <a:pt x="1614120" y="523423"/>
                        <a:pt x="1576019" y="510088"/>
                        <a:pt x="1537537" y="499038"/>
                      </a:cubicBezTo>
                      <a:cubicBezTo>
                        <a:pt x="1523059" y="495038"/>
                        <a:pt x="1505724" y="501706"/>
                        <a:pt x="1489720" y="503038"/>
                      </a:cubicBezTo>
                      <a:cubicBezTo>
                        <a:pt x="1484004" y="503420"/>
                        <a:pt x="1477717" y="503992"/>
                        <a:pt x="1472575" y="502086"/>
                      </a:cubicBezTo>
                      <a:cubicBezTo>
                        <a:pt x="1422854" y="483797"/>
                        <a:pt x="1372368" y="469891"/>
                        <a:pt x="1318456" y="479415"/>
                      </a:cubicBezTo>
                      <a:cubicBezTo>
                        <a:pt x="1313504" y="480369"/>
                        <a:pt x="1307978" y="478273"/>
                        <a:pt x="1303024" y="476939"/>
                      </a:cubicBezTo>
                      <a:cubicBezTo>
                        <a:pt x="1278829" y="470081"/>
                        <a:pt x="1255206" y="459223"/>
                        <a:pt x="1230633" y="456746"/>
                      </a:cubicBezTo>
                      <a:cubicBezTo>
                        <a:pt x="1170051" y="450650"/>
                        <a:pt x="1109091" y="448172"/>
                        <a:pt x="1048125" y="444172"/>
                      </a:cubicBezTo>
                      <a:cubicBezTo>
                        <a:pt x="1044315" y="443982"/>
                        <a:pt x="1040315" y="443982"/>
                        <a:pt x="1036887" y="442648"/>
                      </a:cubicBezTo>
                      <a:cubicBezTo>
                        <a:pt x="1014406" y="434456"/>
                        <a:pt x="994785" y="437124"/>
                        <a:pt x="975733" y="452744"/>
                      </a:cubicBezTo>
                      <a:cubicBezTo>
                        <a:pt x="967350" y="459603"/>
                        <a:pt x="955920" y="463223"/>
                        <a:pt x="945444" y="467033"/>
                      </a:cubicBezTo>
                      <a:cubicBezTo>
                        <a:pt x="930011" y="472749"/>
                        <a:pt x="914200" y="478273"/>
                        <a:pt x="898198" y="481893"/>
                      </a:cubicBezTo>
                      <a:cubicBezTo>
                        <a:pt x="882384" y="485321"/>
                        <a:pt x="865430" y="490084"/>
                        <a:pt x="850189" y="487417"/>
                      </a:cubicBezTo>
                      <a:cubicBezTo>
                        <a:pt x="822756" y="482655"/>
                        <a:pt x="796655" y="471987"/>
                        <a:pt x="769605" y="464937"/>
                      </a:cubicBezTo>
                      <a:cubicBezTo>
                        <a:pt x="760270" y="462461"/>
                        <a:pt x="749982" y="462843"/>
                        <a:pt x="740268" y="462651"/>
                      </a:cubicBezTo>
                      <a:cubicBezTo>
                        <a:pt x="717977" y="462081"/>
                        <a:pt x="695116" y="467605"/>
                        <a:pt x="674923" y="451792"/>
                      </a:cubicBezTo>
                      <a:cubicBezTo>
                        <a:pt x="656255" y="436934"/>
                        <a:pt x="637392" y="441314"/>
                        <a:pt x="617772" y="452554"/>
                      </a:cubicBezTo>
                      <a:cubicBezTo>
                        <a:pt x="603673" y="460557"/>
                        <a:pt x="587672" y="466843"/>
                        <a:pt x="571860" y="469891"/>
                      </a:cubicBezTo>
                      <a:cubicBezTo>
                        <a:pt x="550141" y="474081"/>
                        <a:pt x="528615" y="475797"/>
                        <a:pt x="505182" y="473319"/>
                      </a:cubicBezTo>
                      <a:cubicBezTo>
                        <a:pt x="488607" y="471605"/>
                        <a:pt x="475081" y="470843"/>
                        <a:pt x="462126" y="460747"/>
                      </a:cubicBezTo>
                      <a:cubicBezTo>
                        <a:pt x="460032" y="459223"/>
                        <a:pt x="456222" y="458841"/>
                        <a:pt x="453364" y="459033"/>
                      </a:cubicBezTo>
                      <a:cubicBezTo>
                        <a:pt x="415835" y="462271"/>
                        <a:pt x="378686" y="460557"/>
                        <a:pt x="340774" y="458268"/>
                      </a:cubicBezTo>
                      <a:cubicBezTo>
                        <a:pt x="292579" y="455222"/>
                        <a:pt x="241901" y="464175"/>
                        <a:pt x="200182" y="496180"/>
                      </a:cubicBezTo>
                      <a:cubicBezTo>
                        <a:pt x="194085" y="500944"/>
                        <a:pt x="184941" y="503038"/>
                        <a:pt x="176939" y="504182"/>
                      </a:cubicBezTo>
                      <a:cubicBezTo>
                        <a:pt x="139219" y="509134"/>
                        <a:pt x="101308" y="512564"/>
                        <a:pt x="63587" y="518088"/>
                      </a:cubicBezTo>
                      <a:cubicBezTo>
                        <a:pt x="43012" y="521137"/>
                        <a:pt x="21486" y="523805"/>
                        <a:pt x="2817" y="532187"/>
                      </a:cubicBezTo>
                      <a:lnTo>
                        <a:pt x="0" y="533314"/>
                      </a:lnTo>
                      <a:close/>
                    </a:path>
                  </a:pathLst>
                </a:cu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" name="Freeform: Shape 15">
                  <a:extLst>
                    <a:ext uri="{FF2B5EF4-FFF2-40B4-BE49-F238E27FC236}">
                      <a16:creationId xmlns:a16="http://schemas.microsoft.com/office/drawing/2014/main" id="{83BEF371-1E22-4C4F-A62F-AC6B92CAE0B5}"/>
                    </a:ext>
                    <a:ext uri="{C183D7F6-B498-43B3-948B-1728B52AA6E4}">
                      <adec:decorative xmlns:adec="http://schemas.microsoft.com/office/drawing/2017/decorative" val="1"/>
                    </a:ext>
                  </a:extLst>
                </p:cNvPr>
                <p:cNvSpPr/>
                <p:nvPr>
                  <p:extLst>
                    <p:ext uri="{386F3935-93C4-4BCD-93E2-E3B085C9AB24}">
                      <p16:designElem xmlns:p16="http://schemas.microsoft.com/office/powerpoint/2015/main" val="1"/>
                    </p:ext>
                  </p:extLst>
                </p:nvPr>
              </p:nvSpPr>
              <p:spPr>
                <a:xfrm rot="16200000" flipH="1">
                  <a:off x="715166" y="2991642"/>
                  <a:ext cx="6858001" cy="874716"/>
                </a:xfrm>
                <a:custGeom>
                  <a:avLst/>
                  <a:gdLst>
                    <a:gd name="connsiteX0" fmla="*/ 0 w 6858001"/>
                    <a:gd name="connsiteY0" fmla="*/ 533314 h 874716"/>
                    <a:gd name="connsiteX1" fmla="*/ 0 w 6858001"/>
                    <a:gd name="connsiteY1" fmla="*/ 69206 h 874716"/>
                    <a:gd name="connsiteX2" fmla="*/ 21486 w 6858001"/>
                    <a:gd name="connsiteY2" fmla="*/ 71924 h 874716"/>
                    <a:gd name="connsiteX3" fmla="*/ 228948 w 6858001"/>
                    <a:gd name="connsiteY3" fmla="*/ 88116 h 874716"/>
                    <a:gd name="connsiteX4" fmla="*/ 313533 w 6858001"/>
                    <a:gd name="connsiteY4" fmla="*/ 62779 h 874716"/>
                    <a:gd name="connsiteX5" fmla="*/ 338870 w 6858001"/>
                    <a:gd name="connsiteY5" fmla="*/ 62207 h 874716"/>
                    <a:gd name="connsiteX6" fmla="*/ 395640 w 6858001"/>
                    <a:gd name="connsiteY6" fmla="*/ 72114 h 874716"/>
                    <a:gd name="connsiteX7" fmla="*/ 512802 w 6858001"/>
                    <a:gd name="connsiteY7" fmla="*/ 65446 h 874716"/>
                    <a:gd name="connsiteX8" fmla="*/ 556047 w 6858001"/>
                    <a:gd name="connsiteY8" fmla="*/ 55349 h 874716"/>
                    <a:gd name="connsiteX9" fmla="*/ 580050 w 6858001"/>
                    <a:gd name="connsiteY9" fmla="*/ 48871 h 874716"/>
                    <a:gd name="connsiteX10" fmla="*/ 703308 w 6858001"/>
                    <a:gd name="connsiteY10" fmla="*/ 30964 h 874716"/>
                    <a:gd name="connsiteX11" fmla="*/ 758174 w 6858001"/>
                    <a:gd name="connsiteY11" fmla="*/ 11724 h 874716"/>
                    <a:gd name="connsiteX12" fmla="*/ 773035 w 6858001"/>
                    <a:gd name="connsiteY12" fmla="*/ 8866 h 874716"/>
                    <a:gd name="connsiteX13" fmla="*/ 854379 w 6858001"/>
                    <a:gd name="connsiteY13" fmla="*/ 16866 h 874716"/>
                    <a:gd name="connsiteX14" fmla="*/ 915343 w 6858001"/>
                    <a:gd name="connsiteY14" fmla="*/ 47919 h 874716"/>
                    <a:gd name="connsiteX15" fmla="*/ 927155 w 6858001"/>
                    <a:gd name="connsiteY15" fmla="*/ 58397 h 874716"/>
                    <a:gd name="connsiteX16" fmla="*/ 1097087 w 6858001"/>
                    <a:gd name="connsiteY16" fmla="*/ 54777 h 874716"/>
                    <a:gd name="connsiteX17" fmla="*/ 1123185 w 6858001"/>
                    <a:gd name="connsiteY17" fmla="*/ 50395 h 874716"/>
                    <a:gd name="connsiteX18" fmla="*/ 1249302 w 6858001"/>
                    <a:gd name="connsiteY18" fmla="*/ 68684 h 874716"/>
                    <a:gd name="connsiteX19" fmla="*/ 1286069 w 6858001"/>
                    <a:gd name="connsiteY19" fmla="*/ 72304 h 874716"/>
                    <a:gd name="connsiteX20" fmla="*/ 1417899 w 6858001"/>
                    <a:gd name="connsiteY20" fmla="*/ 88688 h 874716"/>
                    <a:gd name="connsiteX21" fmla="*/ 1436568 w 6858001"/>
                    <a:gd name="connsiteY21" fmla="*/ 73448 h 874716"/>
                    <a:gd name="connsiteX22" fmla="*/ 1490292 w 6858001"/>
                    <a:gd name="connsiteY22" fmla="*/ 35154 h 874716"/>
                    <a:gd name="connsiteX23" fmla="*/ 1596213 w 6858001"/>
                    <a:gd name="connsiteY23" fmla="*/ 1245 h 874716"/>
                    <a:gd name="connsiteX24" fmla="*/ 1624980 w 6858001"/>
                    <a:gd name="connsiteY24" fmla="*/ 3150 h 874716"/>
                    <a:gd name="connsiteX25" fmla="*/ 1697753 w 6858001"/>
                    <a:gd name="connsiteY25" fmla="*/ 59731 h 874716"/>
                    <a:gd name="connsiteX26" fmla="*/ 1733188 w 6858001"/>
                    <a:gd name="connsiteY26" fmla="*/ 82400 h 874716"/>
                    <a:gd name="connsiteX27" fmla="*/ 1833775 w 6858001"/>
                    <a:gd name="connsiteY27" fmla="*/ 124121 h 874716"/>
                    <a:gd name="connsiteX28" fmla="*/ 1842158 w 6858001"/>
                    <a:gd name="connsiteY28" fmla="*/ 131742 h 874716"/>
                    <a:gd name="connsiteX29" fmla="*/ 1916454 w 6858001"/>
                    <a:gd name="connsiteY29" fmla="*/ 222233 h 874716"/>
                    <a:gd name="connsiteX30" fmla="*/ 1933219 w 6858001"/>
                    <a:gd name="connsiteY30" fmla="*/ 237663 h 874716"/>
                    <a:gd name="connsiteX31" fmla="*/ 1953413 w 6858001"/>
                    <a:gd name="connsiteY31" fmla="*/ 261668 h 874716"/>
                    <a:gd name="connsiteX32" fmla="*/ 2016469 w 6858001"/>
                    <a:gd name="connsiteY32" fmla="*/ 308151 h 874716"/>
                    <a:gd name="connsiteX33" fmla="*/ 2094578 w 6858001"/>
                    <a:gd name="connsiteY33" fmla="*/ 323010 h 874716"/>
                    <a:gd name="connsiteX34" fmla="*/ 2188879 w 6858001"/>
                    <a:gd name="connsiteY34" fmla="*/ 345681 h 874716"/>
                    <a:gd name="connsiteX35" fmla="*/ 2228314 w 6858001"/>
                    <a:gd name="connsiteY35" fmla="*/ 360921 h 874716"/>
                    <a:gd name="connsiteX36" fmla="*/ 2334044 w 6858001"/>
                    <a:gd name="connsiteY36" fmla="*/ 389878 h 874716"/>
                    <a:gd name="connsiteX37" fmla="*/ 2409485 w 6858001"/>
                    <a:gd name="connsiteY37" fmla="*/ 414263 h 874716"/>
                    <a:gd name="connsiteX38" fmla="*/ 2518264 w 6858001"/>
                    <a:gd name="connsiteY38" fmla="*/ 428552 h 874716"/>
                    <a:gd name="connsiteX39" fmla="*/ 2571034 w 6858001"/>
                    <a:gd name="connsiteY39" fmla="*/ 429122 h 874716"/>
                    <a:gd name="connsiteX40" fmla="*/ 2668001 w 6858001"/>
                    <a:gd name="connsiteY40" fmla="*/ 502276 h 874716"/>
                    <a:gd name="connsiteX41" fmla="*/ 2745348 w 6858001"/>
                    <a:gd name="connsiteY41" fmla="*/ 550666 h 874716"/>
                    <a:gd name="connsiteX42" fmla="*/ 2826694 w 6858001"/>
                    <a:gd name="connsiteY42" fmla="*/ 527233 h 874716"/>
                    <a:gd name="connsiteX43" fmla="*/ 2848793 w 6858001"/>
                    <a:gd name="connsiteY43" fmla="*/ 505134 h 874716"/>
                    <a:gd name="connsiteX44" fmla="*/ 2982148 w 6858001"/>
                    <a:gd name="connsiteY44" fmla="*/ 484179 h 874716"/>
                    <a:gd name="connsiteX45" fmla="*/ 3172654 w 6858001"/>
                    <a:gd name="connsiteY45" fmla="*/ 483417 h 874716"/>
                    <a:gd name="connsiteX46" fmla="*/ 3489467 w 6858001"/>
                    <a:gd name="connsiteY46" fmla="*/ 435790 h 874716"/>
                    <a:gd name="connsiteX47" fmla="*/ 3544713 w 6858001"/>
                    <a:gd name="connsiteY47" fmla="*/ 413691 h 874716"/>
                    <a:gd name="connsiteX48" fmla="*/ 3606817 w 6858001"/>
                    <a:gd name="connsiteY48" fmla="*/ 408167 h 874716"/>
                    <a:gd name="connsiteX49" fmla="*/ 3630632 w 6858001"/>
                    <a:gd name="connsiteY49" fmla="*/ 421693 h 874716"/>
                    <a:gd name="connsiteX50" fmla="*/ 3734837 w 6858001"/>
                    <a:gd name="connsiteY50" fmla="*/ 441886 h 874716"/>
                    <a:gd name="connsiteX51" fmla="*/ 3754652 w 6858001"/>
                    <a:gd name="connsiteY51" fmla="*/ 442268 h 874716"/>
                    <a:gd name="connsiteX52" fmla="*/ 3822472 w 6858001"/>
                    <a:gd name="connsiteY52" fmla="*/ 433694 h 874716"/>
                    <a:gd name="connsiteX53" fmla="*/ 3885338 w 6858001"/>
                    <a:gd name="connsiteY53" fmla="*/ 428742 h 874716"/>
                    <a:gd name="connsiteX54" fmla="*/ 4043839 w 6858001"/>
                    <a:gd name="connsiteY54" fmla="*/ 444934 h 874716"/>
                    <a:gd name="connsiteX55" fmla="*/ 4165383 w 6858001"/>
                    <a:gd name="connsiteY55" fmla="*/ 441124 h 874716"/>
                    <a:gd name="connsiteX56" fmla="*/ 4221391 w 6858001"/>
                    <a:gd name="connsiteY56" fmla="*/ 444934 h 874716"/>
                    <a:gd name="connsiteX57" fmla="*/ 4253014 w 6858001"/>
                    <a:gd name="connsiteY57" fmla="*/ 450650 h 874716"/>
                    <a:gd name="connsiteX58" fmla="*/ 4324645 w 6858001"/>
                    <a:gd name="connsiteY58" fmla="*/ 490466 h 874716"/>
                    <a:gd name="connsiteX59" fmla="*/ 4363890 w 6858001"/>
                    <a:gd name="connsiteY59" fmla="*/ 499420 h 874716"/>
                    <a:gd name="connsiteX60" fmla="*/ 4482004 w 6858001"/>
                    <a:gd name="connsiteY60" fmla="*/ 498658 h 874716"/>
                    <a:gd name="connsiteX61" fmla="*/ 4659174 w 6858001"/>
                    <a:gd name="connsiteY61" fmla="*/ 438648 h 874716"/>
                    <a:gd name="connsiteX62" fmla="*/ 4677655 w 6858001"/>
                    <a:gd name="connsiteY62" fmla="*/ 430646 h 874716"/>
                    <a:gd name="connsiteX63" fmla="*/ 4767764 w 6858001"/>
                    <a:gd name="connsiteY63" fmla="*/ 420739 h 874716"/>
                    <a:gd name="connsiteX64" fmla="*/ 4828916 w 6858001"/>
                    <a:gd name="connsiteY64" fmla="*/ 434266 h 874716"/>
                    <a:gd name="connsiteX65" fmla="*/ 4912168 w 6858001"/>
                    <a:gd name="connsiteY65" fmla="*/ 462271 h 874716"/>
                    <a:gd name="connsiteX66" fmla="*/ 4987037 w 6858001"/>
                    <a:gd name="connsiteY66" fmla="*/ 485703 h 874716"/>
                    <a:gd name="connsiteX67" fmla="*/ 5041521 w 6858001"/>
                    <a:gd name="connsiteY67" fmla="*/ 512182 h 874716"/>
                    <a:gd name="connsiteX68" fmla="*/ 5166113 w 6858001"/>
                    <a:gd name="connsiteY68" fmla="*/ 531615 h 874716"/>
                    <a:gd name="connsiteX69" fmla="*/ 5179067 w 6858001"/>
                    <a:gd name="connsiteY69" fmla="*/ 534853 h 874716"/>
                    <a:gd name="connsiteX70" fmla="*/ 5272796 w 6858001"/>
                    <a:gd name="connsiteY70" fmla="*/ 511230 h 874716"/>
                    <a:gd name="connsiteX71" fmla="*/ 5385384 w 6858001"/>
                    <a:gd name="connsiteY71" fmla="*/ 487227 h 874716"/>
                    <a:gd name="connsiteX72" fmla="*/ 5425582 w 6858001"/>
                    <a:gd name="connsiteY72" fmla="*/ 495418 h 874716"/>
                    <a:gd name="connsiteX73" fmla="*/ 5480637 w 6858001"/>
                    <a:gd name="connsiteY73" fmla="*/ 507040 h 874716"/>
                    <a:gd name="connsiteX74" fmla="*/ 5531693 w 6858001"/>
                    <a:gd name="connsiteY74" fmla="*/ 500944 h 874716"/>
                    <a:gd name="connsiteX75" fmla="*/ 5562746 w 6858001"/>
                    <a:gd name="connsiteY75" fmla="*/ 500372 h 874716"/>
                    <a:gd name="connsiteX76" fmla="*/ 5704483 w 6858001"/>
                    <a:gd name="connsiteY76" fmla="*/ 571620 h 874716"/>
                    <a:gd name="connsiteX77" fmla="*/ 5740488 w 6858001"/>
                    <a:gd name="connsiteY77" fmla="*/ 577526 h 874716"/>
                    <a:gd name="connsiteX78" fmla="*/ 5760873 w 6858001"/>
                    <a:gd name="connsiteY78" fmla="*/ 586291 h 874716"/>
                    <a:gd name="connsiteX79" fmla="*/ 5883751 w 6858001"/>
                    <a:gd name="connsiteY79" fmla="*/ 674686 h 874716"/>
                    <a:gd name="connsiteX80" fmla="*/ 5935949 w 6858001"/>
                    <a:gd name="connsiteY80" fmla="*/ 692592 h 874716"/>
                    <a:gd name="connsiteX81" fmla="*/ 5993291 w 6858001"/>
                    <a:gd name="connsiteY81" fmla="*/ 688972 h 874716"/>
                    <a:gd name="connsiteX82" fmla="*/ 6026440 w 6858001"/>
                    <a:gd name="connsiteY82" fmla="*/ 682496 h 874716"/>
                    <a:gd name="connsiteX83" fmla="*/ 6108738 w 6858001"/>
                    <a:gd name="connsiteY83" fmla="*/ 626296 h 874716"/>
                    <a:gd name="connsiteX84" fmla="*/ 6155602 w 6858001"/>
                    <a:gd name="connsiteY84" fmla="*/ 628202 h 874716"/>
                    <a:gd name="connsiteX85" fmla="*/ 6228756 w 6858001"/>
                    <a:gd name="connsiteY85" fmla="*/ 666873 h 874716"/>
                    <a:gd name="connsiteX86" fmla="*/ 6361539 w 6858001"/>
                    <a:gd name="connsiteY86" fmla="*/ 684210 h 874716"/>
                    <a:gd name="connsiteX87" fmla="*/ 6428979 w 6858001"/>
                    <a:gd name="connsiteY87" fmla="*/ 630106 h 874716"/>
                    <a:gd name="connsiteX88" fmla="*/ 6463840 w 6858001"/>
                    <a:gd name="connsiteY88" fmla="*/ 578098 h 874716"/>
                    <a:gd name="connsiteX89" fmla="*/ 6564620 w 6858001"/>
                    <a:gd name="connsiteY89" fmla="*/ 517708 h 874716"/>
                    <a:gd name="connsiteX90" fmla="*/ 6588625 w 6858001"/>
                    <a:gd name="connsiteY90" fmla="*/ 540187 h 874716"/>
                    <a:gd name="connsiteX91" fmla="*/ 6662541 w 6858001"/>
                    <a:gd name="connsiteY91" fmla="*/ 549714 h 874716"/>
                    <a:gd name="connsiteX92" fmla="*/ 6742552 w 6858001"/>
                    <a:gd name="connsiteY92" fmla="*/ 548952 h 874716"/>
                    <a:gd name="connsiteX93" fmla="*/ 6812063 w 6858001"/>
                    <a:gd name="connsiteY93" fmla="*/ 568430 h 874716"/>
                    <a:gd name="connsiteX94" fmla="*/ 6858001 w 6858001"/>
                    <a:gd name="connsiteY94" fmla="*/ 562267 h 874716"/>
                    <a:gd name="connsiteX95" fmla="*/ 6858001 w 6858001"/>
                    <a:gd name="connsiteY95" fmla="*/ 734520 h 874716"/>
                    <a:gd name="connsiteX96" fmla="*/ 6815516 w 6858001"/>
                    <a:gd name="connsiteY96" fmla="*/ 744220 h 874716"/>
                    <a:gd name="connsiteX97" fmla="*/ 6748458 w 6858001"/>
                    <a:gd name="connsiteY97" fmla="*/ 763271 h 874716"/>
                    <a:gd name="connsiteX98" fmla="*/ 6584812 w 6858001"/>
                    <a:gd name="connsiteY98" fmla="*/ 784797 h 874716"/>
                    <a:gd name="connsiteX99" fmla="*/ 6415833 w 6858001"/>
                    <a:gd name="connsiteY99" fmla="*/ 805562 h 874716"/>
                    <a:gd name="connsiteX100" fmla="*/ 6323058 w 6858001"/>
                    <a:gd name="connsiteY100" fmla="*/ 812420 h 874716"/>
                    <a:gd name="connsiteX101" fmla="*/ 6242093 w 6858001"/>
                    <a:gd name="connsiteY101" fmla="*/ 823281 h 874716"/>
                    <a:gd name="connsiteX102" fmla="*/ 6171605 w 6858001"/>
                    <a:gd name="connsiteY102" fmla="*/ 830139 h 874716"/>
                    <a:gd name="connsiteX103" fmla="*/ 6059397 w 6858001"/>
                    <a:gd name="connsiteY103" fmla="*/ 844045 h 874716"/>
                    <a:gd name="connsiteX104" fmla="*/ 6012723 w 6858001"/>
                    <a:gd name="connsiteY104" fmla="*/ 847665 h 874716"/>
                    <a:gd name="connsiteX105" fmla="*/ 5902610 w 6858001"/>
                    <a:gd name="connsiteY105" fmla="*/ 847473 h 874716"/>
                    <a:gd name="connsiteX106" fmla="*/ 5864318 w 6858001"/>
                    <a:gd name="connsiteY106" fmla="*/ 845569 h 874716"/>
                    <a:gd name="connsiteX107" fmla="*/ 5790592 w 6858001"/>
                    <a:gd name="connsiteY107" fmla="*/ 821947 h 874716"/>
                    <a:gd name="connsiteX108" fmla="*/ 5781830 w 6858001"/>
                    <a:gd name="connsiteY108" fmla="*/ 820233 h 874716"/>
                    <a:gd name="connsiteX109" fmla="*/ 5733440 w 6858001"/>
                    <a:gd name="connsiteY109" fmla="*/ 810896 h 874716"/>
                    <a:gd name="connsiteX110" fmla="*/ 5706959 w 6858001"/>
                    <a:gd name="connsiteY110" fmla="*/ 807848 h 874716"/>
                    <a:gd name="connsiteX111" fmla="*/ 5606372 w 6858001"/>
                    <a:gd name="connsiteY111" fmla="*/ 788417 h 874716"/>
                    <a:gd name="connsiteX112" fmla="*/ 5548460 w 6858001"/>
                    <a:gd name="connsiteY112" fmla="*/ 779273 h 874716"/>
                    <a:gd name="connsiteX113" fmla="*/ 5501594 w 6858001"/>
                    <a:gd name="connsiteY113" fmla="*/ 780607 h 874716"/>
                    <a:gd name="connsiteX114" fmla="*/ 5419295 w 6858001"/>
                    <a:gd name="connsiteY114" fmla="*/ 782321 h 874716"/>
                    <a:gd name="connsiteX115" fmla="*/ 5393005 w 6858001"/>
                    <a:gd name="connsiteY115" fmla="*/ 786703 h 874716"/>
                    <a:gd name="connsiteX116" fmla="*/ 5274129 w 6858001"/>
                    <a:gd name="connsiteY116" fmla="*/ 774129 h 874716"/>
                    <a:gd name="connsiteX117" fmla="*/ 5206308 w 6858001"/>
                    <a:gd name="connsiteY117" fmla="*/ 773177 h 874716"/>
                    <a:gd name="connsiteX118" fmla="*/ 5129916 w 6858001"/>
                    <a:gd name="connsiteY118" fmla="*/ 757554 h 874716"/>
                    <a:gd name="connsiteX119" fmla="*/ 5107627 w 6858001"/>
                    <a:gd name="connsiteY119" fmla="*/ 758316 h 874716"/>
                    <a:gd name="connsiteX120" fmla="*/ 5082670 w 6858001"/>
                    <a:gd name="connsiteY120" fmla="*/ 759651 h 874716"/>
                    <a:gd name="connsiteX121" fmla="*/ 5006086 w 6858001"/>
                    <a:gd name="connsiteY121" fmla="*/ 760795 h 874716"/>
                    <a:gd name="connsiteX122" fmla="*/ 4959602 w 6858001"/>
                    <a:gd name="connsiteY122" fmla="*/ 766509 h 874716"/>
                    <a:gd name="connsiteX123" fmla="*/ 4871019 w 6858001"/>
                    <a:gd name="connsiteY123" fmla="*/ 763081 h 874716"/>
                    <a:gd name="connsiteX124" fmla="*/ 4838250 w 6858001"/>
                    <a:gd name="connsiteY124" fmla="*/ 768033 h 874716"/>
                    <a:gd name="connsiteX125" fmla="*/ 4755381 w 6858001"/>
                    <a:gd name="connsiteY125" fmla="*/ 768605 h 874716"/>
                    <a:gd name="connsiteX126" fmla="*/ 4681083 w 6858001"/>
                    <a:gd name="connsiteY126" fmla="*/ 765747 h 874716"/>
                    <a:gd name="connsiteX127" fmla="*/ 4609452 w 6858001"/>
                    <a:gd name="connsiteY127" fmla="*/ 767271 h 874716"/>
                    <a:gd name="connsiteX128" fmla="*/ 4558207 w 6858001"/>
                    <a:gd name="connsiteY128" fmla="*/ 773557 h 874716"/>
                    <a:gd name="connsiteX129" fmla="*/ 4502579 w 6858001"/>
                    <a:gd name="connsiteY129" fmla="*/ 777367 h 874716"/>
                    <a:gd name="connsiteX130" fmla="*/ 4349222 w 6858001"/>
                    <a:gd name="connsiteY130" fmla="*/ 800038 h 874716"/>
                    <a:gd name="connsiteX131" fmla="*/ 4320837 w 6858001"/>
                    <a:gd name="connsiteY131" fmla="*/ 794514 h 874716"/>
                    <a:gd name="connsiteX132" fmla="*/ 4159667 w 6858001"/>
                    <a:gd name="connsiteY132" fmla="*/ 789370 h 874716"/>
                    <a:gd name="connsiteX133" fmla="*/ 4124614 w 6858001"/>
                    <a:gd name="connsiteY133" fmla="*/ 789752 h 874716"/>
                    <a:gd name="connsiteX134" fmla="*/ 4030503 w 6858001"/>
                    <a:gd name="connsiteY134" fmla="*/ 767271 h 874716"/>
                    <a:gd name="connsiteX135" fmla="*/ 3885338 w 6858001"/>
                    <a:gd name="connsiteY135" fmla="*/ 802896 h 874716"/>
                    <a:gd name="connsiteX136" fmla="*/ 3749506 w 6858001"/>
                    <a:gd name="connsiteY136" fmla="*/ 847473 h 874716"/>
                    <a:gd name="connsiteX137" fmla="*/ 3732361 w 6858001"/>
                    <a:gd name="connsiteY137" fmla="*/ 853190 h 874716"/>
                    <a:gd name="connsiteX138" fmla="*/ 3683591 w 6858001"/>
                    <a:gd name="connsiteY138" fmla="*/ 862906 h 874716"/>
                    <a:gd name="connsiteX139" fmla="*/ 3623201 w 6858001"/>
                    <a:gd name="connsiteY139" fmla="*/ 866334 h 874716"/>
                    <a:gd name="connsiteX140" fmla="*/ 3546617 w 6858001"/>
                    <a:gd name="connsiteY140" fmla="*/ 874716 h 874716"/>
                    <a:gd name="connsiteX141" fmla="*/ 3485275 w 6858001"/>
                    <a:gd name="connsiteY141" fmla="*/ 864238 h 874716"/>
                    <a:gd name="connsiteX142" fmla="*/ 3399546 w 6858001"/>
                    <a:gd name="connsiteY142" fmla="*/ 848618 h 874716"/>
                    <a:gd name="connsiteX143" fmla="*/ 3318771 w 6858001"/>
                    <a:gd name="connsiteY143" fmla="*/ 833757 h 874716"/>
                    <a:gd name="connsiteX144" fmla="*/ 3293244 w 6858001"/>
                    <a:gd name="connsiteY144" fmla="*/ 851284 h 874716"/>
                    <a:gd name="connsiteX145" fmla="*/ 3253809 w 6858001"/>
                    <a:gd name="connsiteY145" fmla="*/ 866524 h 874716"/>
                    <a:gd name="connsiteX146" fmla="*/ 3209993 w 6858001"/>
                    <a:gd name="connsiteY146" fmla="*/ 848235 h 874716"/>
                    <a:gd name="connsiteX147" fmla="*/ 3107500 w 6858001"/>
                    <a:gd name="connsiteY147" fmla="*/ 810326 h 874716"/>
                    <a:gd name="connsiteX148" fmla="*/ 3042728 w 6858001"/>
                    <a:gd name="connsiteY148" fmla="*/ 808610 h 874716"/>
                    <a:gd name="connsiteX149" fmla="*/ 2901943 w 6858001"/>
                    <a:gd name="connsiteY149" fmla="*/ 792418 h 874716"/>
                    <a:gd name="connsiteX150" fmla="*/ 2809930 w 6858001"/>
                    <a:gd name="connsiteY150" fmla="*/ 769367 h 874716"/>
                    <a:gd name="connsiteX151" fmla="*/ 2743826 w 6858001"/>
                    <a:gd name="connsiteY151" fmla="*/ 743268 h 874716"/>
                    <a:gd name="connsiteX152" fmla="*/ 2649143 w 6858001"/>
                    <a:gd name="connsiteY152" fmla="*/ 709167 h 874716"/>
                    <a:gd name="connsiteX153" fmla="*/ 2554079 w 6858001"/>
                    <a:gd name="connsiteY153" fmla="*/ 691450 h 874716"/>
                    <a:gd name="connsiteX154" fmla="*/ 2485307 w 6858001"/>
                    <a:gd name="connsiteY154" fmla="*/ 669160 h 874716"/>
                    <a:gd name="connsiteX155" fmla="*/ 2401292 w 6858001"/>
                    <a:gd name="connsiteY155" fmla="*/ 653919 h 874716"/>
                    <a:gd name="connsiteX156" fmla="*/ 2330806 w 6858001"/>
                    <a:gd name="connsiteY156" fmla="*/ 653349 h 874716"/>
                    <a:gd name="connsiteX157" fmla="*/ 2220312 w 6858001"/>
                    <a:gd name="connsiteY157" fmla="*/ 656015 h 874716"/>
                    <a:gd name="connsiteX158" fmla="*/ 2085054 w 6858001"/>
                    <a:gd name="connsiteY158" fmla="*/ 609914 h 874716"/>
                    <a:gd name="connsiteX159" fmla="*/ 2030378 w 6858001"/>
                    <a:gd name="connsiteY159" fmla="*/ 599625 h 874716"/>
                    <a:gd name="connsiteX160" fmla="*/ 1978940 w 6858001"/>
                    <a:gd name="connsiteY160" fmla="*/ 594863 h 874716"/>
                    <a:gd name="connsiteX161" fmla="*/ 1869780 w 6858001"/>
                    <a:gd name="connsiteY161" fmla="*/ 564192 h 874716"/>
                    <a:gd name="connsiteX162" fmla="*/ 1825393 w 6858001"/>
                    <a:gd name="connsiteY162" fmla="*/ 554094 h 874716"/>
                    <a:gd name="connsiteX163" fmla="*/ 1763287 w 6858001"/>
                    <a:gd name="connsiteY163" fmla="*/ 554286 h 874716"/>
                    <a:gd name="connsiteX164" fmla="*/ 1650317 w 6858001"/>
                    <a:gd name="connsiteY164" fmla="*/ 540187 h 874716"/>
                    <a:gd name="connsiteX165" fmla="*/ 1537537 w 6858001"/>
                    <a:gd name="connsiteY165" fmla="*/ 499038 h 874716"/>
                    <a:gd name="connsiteX166" fmla="*/ 1489720 w 6858001"/>
                    <a:gd name="connsiteY166" fmla="*/ 503038 h 874716"/>
                    <a:gd name="connsiteX167" fmla="*/ 1472575 w 6858001"/>
                    <a:gd name="connsiteY167" fmla="*/ 502086 h 874716"/>
                    <a:gd name="connsiteX168" fmla="*/ 1318456 w 6858001"/>
                    <a:gd name="connsiteY168" fmla="*/ 479415 h 874716"/>
                    <a:gd name="connsiteX169" fmla="*/ 1303024 w 6858001"/>
                    <a:gd name="connsiteY169" fmla="*/ 476939 h 874716"/>
                    <a:gd name="connsiteX170" fmla="*/ 1230633 w 6858001"/>
                    <a:gd name="connsiteY170" fmla="*/ 456746 h 874716"/>
                    <a:gd name="connsiteX171" fmla="*/ 1048125 w 6858001"/>
                    <a:gd name="connsiteY171" fmla="*/ 444172 h 874716"/>
                    <a:gd name="connsiteX172" fmla="*/ 1036887 w 6858001"/>
                    <a:gd name="connsiteY172" fmla="*/ 442648 h 874716"/>
                    <a:gd name="connsiteX173" fmla="*/ 975733 w 6858001"/>
                    <a:gd name="connsiteY173" fmla="*/ 452744 h 874716"/>
                    <a:gd name="connsiteX174" fmla="*/ 945444 w 6858001"/>
                    <a:gd name="connsiteY174" fmla="*/ 467033 h 874716"/>
                    <a:gd name="connsiteX175" fmla="*/ 898198 w 6858001"/>
                    <a:gd name="connsiteY175" fmla="*/ 481893 h 874716"/>
                    <a:gd name="connsiteX176" fmla="*/ 850189 w 6858001"/>
                    <a:gd name="connsiteY176" fmla="*/ 487417 h 874716"/>
                    <a:gd name="connsiteX177" fmla="*/ 769605 w 6858001"/>
                    <a:gd name="connsiteY177" fmla="*/ 464937 h 874716"/>
                    <a:gd name="connsiteX178" fmla="*/ 740268 w 6858001"/>
                    <a:gd name="connsiteY178" fmla="*/ 462651 h 874716"/>
                    <a:gd name="connsiteX179" fmla="*/ 674923 w 6858001"/>
                    <a:gd name="connsiteY179" fmla="*/ 451792 h 874716"/>
                    <a:gd name="connsiteX180" fmla="*/ 617772 w 6858001"/>
                    <a:gd name="connsiteY180" fmla="*/ 452554 h 874716"/>
                    <a:gd name="connsiteX181" fmla="*/ 571860 w 6858001"/>
                    <a:gd name="connsiteY181" fmla="*/ 469891 h 874716"/>
                    <a:gd name="connsiteX182" fmla="*/ 505182 w 6858001"/>
                    <a:gd name="connsiteY182" fmla="*/ 473319 h 874716"/>
                    <a:gd name="connsiteX183" fmla="*/ 462126 w 6858001"/>
                    <a:gd name="connsiteY183" fmla="*/ 460747 h 874716"/>
                    <a:gd name="connsiteX184" fmla="*/ 453364 w 6858001"/>
                    <a:gd name="connsiteY184" fmla="*/ 459033 h 874716"/>
                    <a:gd name="connsiteX185" fmla="*/ 340774 w 6858001"/>
                    <a:gd name="connsiteY185" fmla="*/ 458268 h 874716"/>
                    <a:gd name="connsiteX186" fmla="*/ 200182 w 6858001"/>
                    <a:gd name="connsiteY186" fmla="*/ 496180 h 874716"/>
                    <a:gd name="connsiteX187" fmla="*/ 176939 w 6858001"/>
                    <a:gd name="connsiteY187" fmla="*/ 504182 h 874716"/>
                    <a:gd name="connsiteX188" fmla="*/ 63587 w 6858001"/>
                    <a:gd name="connsiteY188" fmla="*/ 518088 h 874716"/>
                    <a:gd name="connsiteX189" fmla="*/ 2817 w 6858001"/>
                    <a:gd name="connsiteY189" fmla="*/ 532187 h 874716"/>
                    <a:gd name="connsiteX190" fmla="*/ 0 w 6858001"/>
                    <a:gd name="connsiteY190" fmla="*/ 533314 h 874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</a:cxnLst>
                  <a:rect l="l" t="t" r="r" b="b"/>
                  <a:pathLst>
                    <a:path w="6858001" h="874716">
                      <a:moveTo>
                        <a:pt x="0" y="533314"/>
                      </a:moveTo>
                      <a:lnTo>
                        <a:pt x="0" y="69206"/>
                      </a:lnTo>
                      <a:lnTo>
                        <a:pt x="21486" y="71924"/>
                      </a:lnTo>
                      <a:cubicBezTo>
                        <a:pt x="92546" y="60493"/>
                        <a:pt x="159604" y="87354"/>
                        <a:pt x="228948" y="88116"/>
                      </a:cubicBezTo>
                      <a:cubicBezTo>
                        <a:pt x="260382" y="88496"/>
                        <a:pt x="291435" y="94592"/>
                        <a:pt x="313533" y="62779"/>
                      </a:cubicBezTo>
                      <a:cubicBezTo>
                        <a:pt x="316389" y="58587"/>
                        <a:pt x="330298" y="60873"/>
                        <a:pt x="338870" y="62207"/>
                      </a:cubicBezTo>
                      <a:cubicBezTo>
                        <a:pt x="357921" y="65066"/>
                        <a:pt x="376781" y="72304"/>
                        <a:pt x="395640" y="72114"/>
                      </a:cubicBezTo>
                      <a:cubicBezTo>
                        <a:pt x="434695" y="71924"/>
                        <a:pt x="473939" y="68876"/>
                        <a:pt x="512802" y="65446"/>
                      </a:cubicBezTo>
                      <a:cubicBezTo>
                        <a:pt x="527470" y="64112"/>
                        <a:pt x="541569" y="58969"/>
                        <a:pt x="556047" y="55349"/>
                      </a:cubicBezTo>
                      <a:cubicBezTo>
                        <a:pt x="564048" y="53253"/>
                        <a:pt x="572622" y="47729"/>
                        <a:pt x="580050" y="48871"/>
                      </a:cubicBezTo>
                      <a:cubicBezTo>
                        <a:pt x="623106" y="55539"/>
                        <a:pt x="662541" y="39157"/>
                        <a:pt x="703308" y="30964"/>
                      </a:cubicBezTo>
                      <a:cubicBezTo>
                        <a:pt x="722169" y="27154"/>
                        <a:pt x="739886" y="18010"/>
                        <a:pt x="758174" y="11724"/>
                      </a:cubicBezTo>
                      <a:cubicBezTo>
                        <a:pt x="762936" y="10008"/>
                        <a:pt x="768271" y="8484"/>
                        <a:pt x="773035" y="8866"/>
                      </a:cubicBezTo>
                      <a:cubicBezTo>
                        <a:pt x="800276" y="11152"/>
                        <a:pt x="827329" y="14390"/>
                        <a:pt x="854379" y="16866"/>
                      </a:cubicBezTo>
                      <a:cubicBezTo>
                        <a:pt x="878956" y="19152"/>
                        <a:pt x="903722" y="19914"/>
                        <a:pt x="915343" y="47919"/>
                      </a:cubicBezTo>
                      <a:cubicBezTo>
                        <a:pt x="917059" y="52301"/>
                        <a:pt x="922773" y="55539"/>
                        <a:pt x="927155" y="58397"/>
                      </a:cubicBezTo>
                      <a:cubicBezTo>
                        <a:pt x="994785" y="102405"/>
                        <a:pt x="1030980" y="101261"/>
                        <a:pt x="1097087" y="54777"/>
                      </a:cubicBezTo>
                      <a:cubicBezTo>
                        <a:pt x="1103945" y="50015"/>
                        <a:pt x="1118613" y="46585"/>
                        <a:pt x="1123185" y="50395"/>
                      </a:cubicBezTo>
                      <a:cubicBezTo>
                        <a:pt x="1162049" y="82020"/>
                        <a:pt x="1204532" y="78590"/>
                        <a:pt x="1249302" y="68684"/>
                      </a:cubicBezTo>
                      <a:cubicBezTo>
                        <a:pt x="1260922" y="66018"/>
                        <a:pt x="1277307" y="66018"/>
                        <a:pt x="1286069" y="72304"/>
                      </a:cubicBezTo>
                      <a:cubicBezTo>
                        <a:pt x="1327790" y="101451"/>
                        <a:pt x="1372560" y="97261"/>
                        <a:pt x="1417899" y="88688"/>
                      </a:cubicBezTo>
                      <a:cubicBezTo>
                        <a:pt x="1424948" y="87354"/>
                        <a:pt x="1433522" y="80114"/>
                        <a:pt x="1436568" y="73448"/>
                      </a:cubicBezTo>
                      <a:cubicBezTo>
                        <a:pt x="1447428" y="49825"/>
                        <a:pt x="1467813" y="41823"/>
                        <a:pt x="1490292" y="35154"/>
                      </a:cubicBezTo>
                      <a:cubicBezTo>
                        <a:pt x="1525727" y="24296"/>
                        <a:pt x="1560588" y="11532"/>
                        <a:pt x="1596213" y="1245"/>
                      </a:cubicBezTo>
                      <a:cubicBezTo>
                        <a:pt x="1604978" y="-1231"/>
                        <a:pt x="1615836" y="293"/>
                        <a:pt x="1624980" y="3150"/>
                      </a:cubicBezTo>
                      <a:cubicBezTo>
                        <a:pt x="1656223" y="12866"/>
                        <a:pt x="1676036" y="37251"/>
                        <a:pt x="1697753" y="59731"/>
                      </a:cubicBezTo>
                      <a:cubicBezTo>
                        <a:pt x="1707279" y="69638"/>
                        <a:pt x="1720423" y="76686"/>
                        <a:pt x="1733188" y="82400"/>
                      </a:cubicBezTo>
                      <a:cubicBezTo>
                        <a:pt x="1766335" y="97071"/>
                        <a:pt x="1800246" y="110215"/>
                        <a:pt x="1833775" y="124121"/>
                      </a:cubicBezTo>
                      <a:cubicBezTo>
                        <a:pt x="1837013" y="125455"/>
                        <a:pt x="1839679" y="128884"/>
                        <a:pt x="1842158" y="131742"/>
                      </a:cubicBezTo>
                      <a:cubicBezTo>
                        <a:pt x="1866922" y="161843"/>
                        <a:pt x="1891497" y="192132"/>
                        <a:pt x="1916454" y="222233"/>
                      </a:cubicBezTo>
                      <a:cubicBezTo>
                        <a:pt x="1921216" y="227947"/>
                        <a:pt x="1928076" y="232139"/>
                        <a:pt x="1933219" y="237663"/>
                      </a:cubicBezTo>
                      <a:cubicBezTo>
                        <a:pt x="1940459" y="245283"/>
                        <a:pt x="1949603" y="252524"/>
                        <a:pt x="1953413" y="261668"/>
                      </a:cubicBezTo>
                      <a:cubicBezTo>
                        <a:pt x="1965224" y="290433"/>
                        <a:pt x="1987894" y="302817"/>
                        <a:pt x="2016469" y="308151"/>
                      </a:cubicBezTo>
                      <a:cubicBezTo>
                        <a:pt x="2042570" y="313104"/>
                        <a:pt x="2068669" y="317296"/>
                        <a:pt x="2094578" y="323010"/>
                      </a:cubicBezTo>
                      <a:cubicBezTo>
                        <a:pt x="2126201" y="329868"/>
                        <a:pt x="2157636" y="337298"/>
                        <a:pt x="2188879" y="345681"/>
                      </a:cubicBezTo>
                      <a:cubicBezTo>
                        <a:pt x="2202404" y="349301"/>
                        <a:pt x="2216692" y="353491"/>
                        <a:pt x="2228314" y="360921"/>
                      </a:cubicBezTo>
                      <a:cubicBezTo>
                        <a:pt x="2260890" y="381496"/>
                        <a:pt x="2295753" y="395402"/>
                        <a:pt x="2334044" y="389878"/>
                      </a:cubicBezTo>
                      <a:cubicBezTo>
                        <a:pt x="2364715" y="385496"/>
                        <a:pt x="2390434" y="396736"/>
                        <a:pt x="2409485" y="414263"/>
                      </a:cubicBezTo>
                      <a:cubicBezTo>
                        <a:pt x="2444158" y="446078"/>
                        <a:pt x="2481305" y="438838"/>
                        <a:pt x="2518264" y="428552"/>
                      </a:cubicBezTo>
                      <a:cubicBezTo>
                        <a:pt x="2537315" y="423217"/>
                        <a:pt x="2552935" y="423979"/>
                        <a:pt x="2571034" y="429122"/>
                      </a:cubicBezTo>
                      <a:cubicBezTo>
                        <a:pt x="2612945" y="441124"/>
                        <a:pt x="2640950" y="473701"/>
                        <a:pt x="2668001" y="502276"/>
                      </a:cubicBezTo>
                      <a:cubicBezTo>
                        <a:pt x="2691054" y="526661"/>
                        <a:pt x="2716963" y="540377"/>
                        <a:pt x="2745348" y="550666"/>
                      </a:cubicBezTo>
                      <a:cubicBezTo>
                        <a:pt x="2781163" y="563810"/>
                        <a:pt x="2809548" y="558858"/>
                        <a:pt x="2826694" y="527233"/>
                      </a:cubicBezTo>
                      <a:cubicBezTo>
                        <a:pt x="2831457" y="518278"/>
                        <a:pt x="2839839" y="507800"/>
                        <a:pt x="2848793" y="505134"/>
                      </a:cubicBezTo>
                      <a:cubicBezTo>
                        <a:pt x="2892037" y="491800"/>
                        <a:pt x="2935854" y="472367"/>
                        <a:pt x="2982148" y="484179"/>
                      </a:cubicBezTo>
                      <a:cubicBezTo>
                        <a:pt x="3046158" y="500372"/>
                        <a:pt x="3108644" y="499420"/>
                        <a:pt x="3172654" y="483417"/>
                      </a:cubicBezTo>
                      <a:cubicBezTo>
                        <a:pt x="3276480" y="457508"/>
                        <a:pt x="3380305" y="430076"/>
                        <a:pt x="3489467" y="435790"/>
                      </a:cubicBezTo>
                      <a:cubicBezTo>
                        <a:pt x="3507563" y="436742"/>
                        <a:pt x="3529090" y="425121"/>
                        <a:pt x="3544713" y="413691"/>
                      </a:cubicBezTo>
                      <a:cubicBezTo>
                        <a:pt x="3574622" y="391974"/>
                        <a:pt x="3573288" y="390258"/>
                        <a:pt x="3606817" y="408167"/>
                      </a:cubicBezTo>
                      <a:cubicBezTo>
                        <a:pt x="3614819" y="412549"/>
                        <a:pt x="3624725" y="415215"/>
                        <a:pt x="3630632" y="421693"/>
                      </a:cubicBezTo>
                      <a:cubicBezTo>
                        <a:pt x="3660731" y="454650"/>
                        <a:pt x="3697880" y="446648"/>
                        <a:pt x="3734837" y="441886"/>
                      </a:cubicBezTo>
                      <a:cubicBezTo>
                        <a:pt x="3741315" y="440934"/>
                        <a:pt x="3749125" y="439600"/>
                        <a:pt x="3754652" y="442268"/>
                      </a:cubicBezTo>
                      <a:cubicBezTo>
                        <a:pt x="3779607" y="454268"/>
                        <a:pt x="3800753" y="450078"/>
                        <a:pt x="3822472" y="433694"/>
                      </a:cubicBezTo>
                      <a:cubicBezTo>
                        <a:pt x="3841331" y="419597"/>
                        <a:pt x="3863049" y="411215"/>
                        <a:pt x="3885338" y="428742"/>
                      </a:cubicBezTo>
                      <a:cubicBezTo>
                        <a:pt x="3934870" y="467605"/>
                        <a:pt x="3987829" y="469509"/>
                        <a:pt x="4043839" y="444934"/>
                      </a:cubicBezTo>
                      <a:cubicBezTo>
                        <a:pt x="4083845" y="427407"/>
                        <a:pt x="4123280" y="423407"/>
                        <a:pt x="4165383" y="441124"/>
                      </a:cubicBezTo>
                      <a:cubicBezTo>
                        <a:pt x="4181576" y="447982"/>
                        <a:pt x="4202531" y="443410"/>
                        <a:pt x="4221391" y="444934"/>
                      </a:cubicBezTo>
                      <a:cubicBezTo>
                        <a:pt x="4232060" y="445696"/>
                        <a:pt x="4243872" y="445886"/>
                        <a:pt x="4253014" y="450650"/>
                      </a:cubicBezTo>
                      <a:cubicBezTo>
                        <a:pt x="4277401" y="462843"/>
                        <a:pt x="4300070" y="478463"/>
                        <a:pt x="4324645" y="490466"/>
                      </a:cubicBezTo>
                      <a:cubicBezTo>
                        <a:pt x="4336457" y="496180"/>
                        <a:pt x="4350554" y="499228"/>
                        <a:pt x="4363890" y="499420"/>
                      </a:cubicBezTo>
                      <a:cubicBezTo>
                        <a:pt x="4403325" y="500372"/>
                        <a:pt x="4442761" y="500372"/>
                        <a:pt x="4482004" y="498658"/>
                      </a:cubicBezTo>
                      <a:cubicBezTo>
                        <a:pt x="4546776" y="495990"/>
                        <a:pt x="4612500" y="495418"/>
                        <a:pt x="4659174" y="438648"/>
                      </a:cubicBezTo>
                      <a:cubicBezTo>
                        <a:pt x="4662986" y="434076"/>
                        <a:pt x="4671176" y="431408"/>
                        <a:pt x="4677655" y="430646"/>
                      </a:cubicBezTo>
                      <a:cubicBezTo>
                        <a:pt x="4707564" y="427027"/>
                        <a:pt x="4738235" y="426645"/>
                        <a:pt x="4767764" y="420739"/>
                      </a:cubicBezTo>
                      <a:cubicBezTo>
                        <a:pt x="4791386" y="415977"/>
                        <a:pt x="4811009" y="417501"/>
                        <a:pt x="4828916" y="434266"/>
                      </a:cubicBezTo>
                      <a:cubicBezTo>
                        <a:pt x="4852348" y="456364"/>
                        <a:pt x="4880925" y="469319"/>
                        <a:pt x="4912168" y="462271"/>
                      </a:cubicBezTo>
                      <a:cubicBezTo>
                        <a:pt x="4943409" y="455412"/>
                        <a:pt x="4963984" y="470271"/>
                        <a:pt x="4987037" y="485703"/>
                      </a:cubicBezTo>
                      <a:cubicBezTo>
                        <a:pt x="5003801" y="496942"/>
                        <a:pt x="5022852" y="511040"/>
                        <a:pt x="5041521" y="512182"/>
                      </a:cubicBezTo>
                      <a:cubicBezTo>
                        <a:pt x="5083814" y="514658"/>
                        <a:pt x="5120201" y="553904"/>
                        <a:pt x="5166113" y="531615"/>
                      </a:cubicBezTo>
                      <a:cubicBezTo>
                        <a:pt x="5169161" y="530091"/>
                        <a:pt x="5174685" y="533901"/>
                        <a:pt x="5179067" y="534853"/>
                      </a:cubicBezTo>
                      <a:cubicBezTo>
                        <a:pt x="5214121" y="542093"/>
                        <a:pt x="5247078" y="535043"/>
                        <a:pt x="5272796" y="511230"/>
                      </a:cubicBezTo>
                      <a:cubicBezTo>
                        <a:pt x="5306516" y="480177"/>
                        <a:pt x="5343855" y="477129"/>
                        <a:pt x="5385384" y="487227"/>
                      </a:cubicBezTo>
                      <a:cubicBezTo>
                        <a:pt x="5398721" y="490466"/>
                        <a:pt x="5412057" y="492752"/>
                        <a:pt x="5425582" y="495418"/>
                      </a:cubicBezTo>
                      <a:cubicBezTo>
                        <a:pt x="5443870" y="499228"/>
                        <a:pt x="5462351" y="503230"/>
                        <a:pt x="5480637" y="507040"/>
                      </a:cubicBezTo>
                      <a:cubicBezTo>
                        <a:pt x="5498356" y="510850"/>
                        <a:pt x="5517979" y="517326"/>
                        <a:pt x="5531693" y="500944"/>
                      </a:cubicBezTo>
                      <a:cubicBezTo>
                        <a:pt x="5543506" y="486845"/>
                        <a:pt x="5551888" y="488179"/>
                        <a:pt x="5562746" y="500372"/>
                      </a:cubicBezTo>
                      <a:cubicBezTo>
                        <a:pt x="5600467" y="543045"/>
                        <a:pt x="5646189" y="569716"/>
                        <a:pt x="5704483" y="571620"/>
                      </a:cubicBezTo>
                      <a:cubicBezTo>
                        <a:pt x="5716485" y="572002"/>
                        <a:pt x="5728678" y="574668"/>
                        <a:pt x="5740488" y="577526"/>
                      </a:cubicBezTo>
                      <a:cubicBezTo>
                        <a:pt x="5747728" y="579241"/>
                        <a:pt x="5756493" y="581147"/>
                        <a:pt x="5760873" y="586291"/>
                      </a:cubicBezTo>
                      <a:cubicBezTo>
                        <a:pt x="5794974" y="625534"/>
                        <a:pt x="5837457" y="652777"/>
                        <a:pt x="5883751" y="674686"/>
                      </a:cubicBezTo>
                      <a:cubicBezTo>
                        <a:pt x="5900323" y="682496"/>
                        <a:pt x="5918042" y="690306"/>
                        <a:pt x="5935949" y="692592"/>
                      </a:cubicBezTo>
                      <a:cubicBezTo>
                        <a:pt x="5954617" y="694878"/>
                        <a:pt x="5974240" y="691068"/>
                        <a:pt x="5993291" y="688972"/>
                      </a:cubicBezTo>
                      <a:cubicBezTo>
                        <a:pt x="6004531" y="687830"/>
                        <a:pt x="6017485" y="688020"/>
                        <a:pt x="6026440" y="682496"/>
                      </a:cubicBezTo>
                      <a:cubicBezTo>
                        <a:pt x="6054825" y="665159"/>
                        <a:pt x="6082258" y="646491"/>
                        <a:pt x="6108738" y="626296"/>
                      </a:cubicBezTo>
                      <a:cubicBezTo>
                        <a:pt x="6131409" y="608960"/>
                        <a:pt x="6135981" y="606483"/>
                        <a:pt x="6155602" y="628202"/>
                      </a:cubicBezTo>
                      <a:cubicBezTo>
                        <a:pt x="6175797" y="650491"/>
                        <a:pt x="6200944" y="662111"/>
                        <a:pt x="6228756" y="666873"/>
                      </a:cubicBezTo>
                      <a:cubicBezTo>
                        <a:pt x="6272764" y="674304"/>
                        <a:pt x="6317151" y="680590"/>
                        <a:pt x="6361539" y="684210"/>
                      </a:cubicBezTo>
                      <a:cubicBezTo>
                        <a:pt x="6401736" y="687448"/>
                        <a:pt x="6420977" y="669922"/>
                        <a:pt x="6428979" y="630106"/>
                      </a:cubicBezTo>
                      <a:cubicBezTo>
                        <a:pt x="6433551" y="608007"/>
                        <a:pt x="6439458" y="584003"/>
                        <a:pt x="6463840" y="578098"/>
                      </a:cubicBezTo>
                      <a:cubicBezTo>
                        <a:pt x="6503658" y="568572"/>
                        <a:pt x="6544997" y="564382"/>
                        <a:pt x="6564620" y="517708"/>
                      </a:cubicBezTo>
                      <a:cubicBezTo>
                        <a:pt x="6575478" y="527995"/>
                        <a:pt x="6582146" y="534091"/>
                        <a:pt x="6588625" y="540187"/>
                      </a:cubicBezTo>
                      <a:cubicBezTo>
                        <a:pt x="6606531" y="557142"/>
                        <a:pt x="6643678" y="564382"/>
                        <a:pt x="6662541" y="549714"/>
                      </a:cubicBezTo>
                      <a:cubicBezTo>
                        <a:pt x="6690354" y="528377"/>
                        <a:pt x="6715883" y="532377"/>
                        <a:pt x="6742552" y="548952"/>
                      </a:cubicBezTo>
                      <a:cubicBezTo>
                        <a:pt x="6764841" y="562668"/>
                        <a:pt x="6788417" y="567954"/>
                        <a:pt x="6812063" y="568430"/>
                      </a:cubicBezTo>
                      <a:lnTo>
                        <a:pt x="6858001" y="562267"/>
                      </a:lnTo>
                      <a:lnTo>
                        <a:pt x="6858001" y="734520"/>
                      </a:lnTo>
                      <a:lnTo>
                        <a:pt x="6815516" y="744220"/>
                      </a:lnTo>
                      <a:cubicBezTo>
                        <a:pt x="6793035" y="749744"/>
                        <a:pt x="6771319" y="759651"/>
                        <a:pt x="6748458" y="763271"/>
                      </a:cubicBezTo>
                      <a:cubicBezTo>
                        <a:pt x="6694164" y="771843"/>
                        <a:pt x="6639488" y="777939"/>
                        <a:pt x="6584812" y="784797"/>
                      </a:cubicBezTo>
                      <a:cubicBezTo>
                        <a:pt x="6528424" y="791846"/>
                        <a:pt x="6472225" y="799276"/>
                        <a:pt x="6415833" y="805562"/>
                      </a:cubicBezTo>
                      <a:cubicBezTo>
                        <a:pt x="6384972" y="808802"/>
                        <a:pt x="6353919" y="809372"/>
                        <a:pt x="6323058" y="812420"/>
                      </a:cubicBezTo>
                      <a:cubicBezTo>
                        <a:pt x="6296005" y="815088"/>
                        <a:pt x="6269144" y="820041"/>
                        <a:pt x="6242093" y="823281"/>
                      </a:cubicBezTo>
                      <a:cubicBezTo>
                        <a:pt x="6218660" y="825947"/>
                        <a:pt x="6195037" y="827471"/>
                        <a:pt x="6171605" y="830139"/>
                      </a:cubicBezTo>
                      <a:cubicBezTo>
                        <a:pt x="6134075" y="834519"/>
                        <a:pt x="6096736" y="839473"/>
                        <a:pt x="6059397" y="844045"/>
                      </a:cubicBezTo>
                      <a:cubicBezTo>
                        <a:pt x="6043776" y="845759"/>
                        <a:pt x="6027392" y="850522"/>
                        <a:pt x="6012723" y="847665"/>
                      </a:cubicBezTo>
                      <a:cubicBezTo>
                        <a:pt x="5975764" y="840425"/>
                        <a:pt x="5939377" y="842521"/>
                        <a:pt x="5902610" y="847473"/>
                      </a:cubicBezTo>
                      <a:cubicBezTo>
                        <a:pt x="5890037" y="849190"/>
                        <a:pt x="5876511" y="848808"/>
                        <a:pt x="5864318" y="845569"/>
                      </a:cubicBezTo>
                      <a:cubicBezTo>
                        <a:pt x="5839361" y="839091"/>
                        <a:pt x="5815169" y="829947"/>
                        <a:pt x="5790592" y="821947"/>
                      </a:cubicBezTo>
                      <a:cubicBezTo>
                        <a:pt x="5787924" y="820995"/>
                        <a:pt x="5784686" y="820803"/>
                        <a:pt x="5781830" y="820233"/>
                      </a:cubicBezTo>
                      <a:cubicBezTo>
                        <a:pt x="5765635" y="816992"/>
                        <a:pt x="5749634" y="813754"/>
                        <a:pt x="5733440" y="810896"/>
                      </a:cubicBezTo>
                      <a:cubicBezTo>
                        <a:pt x="5724678" y="809372"/>
                        <a:pt x="5715723" y="809182"/>
                        <a:pt x="5706959" y="807848"/>
                      </a:cubicBezTo>
                      <a:cubicBezTo>
                        <a:pt x="5673050" y="802514"/>
                        <a:pt x="5635711" y="811468"/>
                        <a:pt x="5606372" y="788417"/>
                      </a:cubicBezTo>
                      <a:cubicBezTo>
                        <a:pt x="5587321" y="773557"/>
                        <a:pt x="5568842" y="776987"/>
                        <a:pt x="5548460" y="779273"/>
                      </a:cubicBezTo>
                      <a:cubicBezTo>
                        <a:pt x="5533027" y="780987"/>
                        <a:pt x="5517215" y="780415"/>
                        <a:pt x="5501594" y="780607"/>
                      </a:cubicBezTo>
                      <a:cubicBezTo>
                        <a:pt x="5474161" y="781177"/>
                        <a:pt x="5446728" y="781369"/>
                        <a:pt x="5419295" y="782321"/>
                      </a:cubicBezTo>
                      <a:cubicBezTo>
                        <a:pt x="5410531" y="782701"/>
                        <a:pt x="5401579" y="787465"/>
                        <a:pt x="5393005" y="786703"/>
                      </a:cubicBezTo>
                      <a:cubicBezTo>
                        <a:pt x="5353379" y="783083"/>
                        <a:pt x="5313754" y="777367"/>
                        <a:pt x="5274129" y="774129"/>
                      </a:cubicBezTo>
                      <a:cubicBezTo>
                        <a:pt x="5251650" y="772225"/>
                        <a:pt x="5228597" y="775843"/>
                        <a:pt x="5206308" y="773177"/>
                      </a:cubicBezTo>
                      <a:cubicBezTo>
                        <a:pt x="5180591" y="770129"/>
                        <a:pt x="5155445" y="762319"/>
                        <a:pt x="5129916" y="757554"/>
                      </a:cubicBezTo>
                      <a:cubicBezTo>
                        <a:pt x="5122867" y="756222"/>
                        <a:pt x="5115057" y="757936"/>
                        <a:pt x="5107627" y="758316"/>
                      </a:cubicBezTo>
                      <a:cubicBezTo>
                        <a:pt x="5099245" y="758699"/>
                        <a:pt x="5091052" y="759461"/>
                        <a:pt x="5082670" y="759651"/>
                      </a:cubicBezTo>
                      <a:cubicBezTo>
                        <a:pt x="5057141" y="760033"/>
                        <a:pt x="5031614" y="759461"/>
                        <a:pt x="5006086" y="760795"/>
                      </a:cubicBezTo>
                      <a:cubicBezTo>
                        <a:pt x="4990465" y="761557"/>
                        <a:pt x="4974082" y="769367"/>
                        <a:pt x="4959602" y="766509"/>
                      </a:cubicBezTo>
                      <a:cubicBezTo>
                        <a:pt x="4930075" y="760985"/>
                        <a:pt x="4900546" y="773367"/>
                        <a:pt x="4871019" y="763081"/>
                      </a:cubicBezTo>
                      <a:cubicBezTo>
                        <a:pt x="4861873" y="760033"/>
                        <a:pt x="4849300" y="767653"/>
                        <a:pt x="4838250" y="768033"/>
                      </a:cubicBezTo>
                      <a:cubicBezTo>
                        <a:pt x="4810627" y="768985"/>
                        <a:pt x="4783004" y="768795"/>
                        <a:pt x="4755381" y="768605"/>
                      </a:cubicBezTo>
                      <a:cubicBezTo>
                        <a:pt x="4730614" y="768415"/>
                        <a:pt x="4704895" y="771081"/>
                        <a:pt x="4681083" y="765747"/>
                      </a:cubicBezTo>
                      <a:cubicBezTo>
                        <a:pt x="4656126" y="760033"/>
                        <a:pt x="4633647" y="760795"/>
                        <a:pt x="4609452" y="767271"/>
                      </a:cubicBezTo>
                      <a:cubicBezTo>
                        <a:pt x="4592878" y="771653"/>
                        <a:pt x="4575351" y="772225"/>
                        <a:pt x="4558207" y="773557"/>
                      </a:cubicBezTo>
                      <a:cubicBezTo>
                        <a:pt x="4539728" y="775081"/>
                        <a:pt x="4519343" y="771081"/>
                        <a:pt x="4502579" y="777367"/>
                      </a:cubicBezTo>
                      <a:cubicBezTo>
                        <a:pt x="4452665" y="796038"/>
                        <a:pt x="4401419" y="800038"/>
                        <a:pt x="4349222" y="800038"/>
                      </a:cubicBezTo>
                      <a:cubicBezTo>
                        <a:pt x="4339695" y="800038"/>
                        <a:pt x="4329979" y="797372"/>
                        <a:pt x="4320837" y="794514"/>
                      </a:cubicBezTo>
                      <a:cubicBezTo>
                        <a:pt x="4267493" y="777367"/>
                        <a:pt x="4213961" y="778891"/>
                        <a:pt x="4159667" y="789370"/>
                      </a:cubicBezTo>
                      <a:cubicBezTo>
                        <a:pt x="4148427" y="791656"/>
                        <a:pt x="4135854" y="792038"/>
                        <a:pt x="4124614" y="789752"/>
                      </a:cubicBezTo>
                      <a:cubicBezTo>
                        <a:pt x="4092989" y="783083"/>
                        <a:pt x="4062318" y="772033"/>
                        <a:pt x="4030503" y="767271"/>
                      </a:cubicBezTo>
                      <a:cubicBezTo>
                        <a:pt x="3977925" y="759461"/>
                        <a:pt x="3932394" y="785749"/>
                        <a:pt x="3885338" y="802896"/>
                      </a:cubicBezTo>
                      <a:cubicBezTo>
                        <a:pt x="3840569" y="819089"/>
                        <a:pt x="3802467" y="855666"/>
                        <a:pt x="3749506" y="847473"/>
                      </a:cubicBezTo>
                      <a:cubicBezTo>
                        <a:pt x="3744173" y="846711"/>
                        <a:pt x="3738267" y="851856"/>
                        <a:pt x="3732361" y="853190"/>
                      </a:cubicBezTo>
                      <a:cubicBezTo>
                        <a:pt x="3716168" y="856810"/>
                        <a:pt x="3699976" y="861190"/>
                        <a:pt x="3683591" y="862906"/>
                      </a:cubicBezTo>
                      <a:cubicBezTo>
                        <a:pt x="3663589" y="865192"/>
                        <a:pt x="3643204" y="864430"/>
                        <a:pt x="3623201" y="866334"/>
                      </a:cubicBezTo>
                      <a:cubicBezTo>
                        <a:pt x="3597482" y="868620"/>
                        <a:pt x="3572146" y="874716"/>
                        <a:pt x="3546617" y="874716"/>
                      </a:cubicBezTo>
                      <a:cubicBezTo>
                        <a:pt x="3526042" y="874716"/>
                        <a:pt x="3505657" y="867668"/>
                        <a:pt x="3485275" y="864238"/>
                      </a:cubicBezTo>
                      <a:cubicBezTo>
                        <a:pt x="3456508" y="859476"/>
                        <a:pt x="3424883" y="860810"/>
                        <a:pt x="3399546" y="848618"/>
                      </a:cubicBezTo>
                      <a:cubicBezTo>
                        <a:pt x="3372495" y="835663"/>
                        <a:pt x="3346776" y="829757"/>
                        <a:pt x="3318771" y="833757"/>
                      </a:cubicBezTo>
                      <a:cubicBezTo>
                        <a:pt x="3309437" y="835091"/>
                        <a:pt x="3297434" y="843093"/>
                        <a:pt x="3293244" y="851284"/>
                      </a:cubicBezTo>
                      <a:cubicBezTo>
                        <a:pt x="3283908" y="869572"/>
                        <a:pt x="3271145" y="872812"/>
                        <a:pt x="3253809" y="866524"/>
                      </a:cubicBezTo>
                      <a:cubicBezTo>
                        <a:pt x="3238758" y="861190"/>
                        <a:pt x="3220280" y="858524"/>
                        <a:pt x="3209993" y="848235"/>
                      </a:cubicBezTo>
                      <a:cubicBezTo>
                        <a:pt x="3180844" y="819089"/>
                        <a:pt x="3143695" y="818136"/>
                        <a:pt x="3107500" y="810326"/>
                      </a:cubicBezTo>
                      <a:cubicBezTo>
                        <a:pt x="3085403" y="805562"/>
                        <a:pt x="3064827" y="805372"/>
                        <a:pt x="3042728" y="808610"/>
                      </a:cubicBezTo>
                      <a:cubicBezTo>
                        <a:pt x="2994722" y="815850"/>
                        <a:pt x="2948047" y="805562"/>
                        <a:pt x="2901943" y="792418"/>
                      </a:cubicBezTo>
                      <a:cubicBezTo>
                        <a:pt x="2871462" y="783655"/>
                        <a:pt x="2840219" y="778321"/>
                        <a:pt x="2809930" y="769367"/>
                      </a:cubicBezTo>
                      <a:cubicBezTo>
                        <a:pt x="2787259" y="762509"/>
                        <a:pt x="2764590" y="754316"/>
                        <a:pt x="2743826" y="743268"/>
                      </a:cubicBezTo>
                      <a:cubicBezTo>
                        <a:pt x="2713723" y="727073"/>
                        <a:pt x="2687436" y="702689"/>
                        <a:pt x="2649143" y="709167"/>
                      </a:cubicBezTo>
                      <a:cubicBezTo>
                        <a:pt x="2615421" y="714881"/>
                        <a:pt x="2584942" y="702881"/>
                        <a:pt x="2554079" y="691450"/>
                      </a:cubicBezTo>
                      <a:cubicBezTo>
                        <a:pt x="2531409" y="683068"/>
                        <a:pt x="2508742" y="674494"/>
                        <a:pt x="2485307" y="669160"/>
                      </a:cubicBezTo>
                      <a:cubicBezTo>
                        <a:pt x="2457492" y="662873"/>
                        <a:pt x="2426059" y="665541"/>
                        <a:pt x="2401292" y="653919"/>
                      </a:cubicBezTo>
                      <a:cubicBezTo>
                        <a:pt x="2375383" y="641727"/>
                        <a:pt x="2353859" y="649919"/>
                        <a:pt x="2330806" y="653349"/>
                      </a:cubicBezTo>
                      <a:cubicBezTo>
                        <a:pt x="2294039" y="658683"/>
                        <a:pt x="2257459" y="668590"/>
                        <a:pt x="2220312" y="656015"/>
                      </a:cubicBezTo>
                      <a:cubicBezTo>
                        <a:pt x="2175163" y="640775"/>
                        <a:pt x="2130393" y="624392"/>
                        <a:pt x="2085054" y="609914"/>
                      </a:cubicBezTo>
                      <a:cubicBezTo>
                        <a:pt x="2067525" y="604387"/>
                        <a:pt x="2048668" y="602101"/>
                        <a:pt x="2030378" y="599625"/>
                      </a:cubicBezTo>
                      <a:cubicBezTo>
                        <a:pt x="2013043" y="597529"/>
                        <a:pt x="1992279" y="602863"/>
                        <a:pt x="1978940" y="594863"/>
                      </a:cubicBezTo>
                      <a:cubicBezTo>
                        <a:pt x="1944649" y="574288"/>
                        <a:pt x="1909408" y="564192"/>
                        <a:pt x="1869780" y="564192"/>
                      </a:cubicBezTo>
                      <a:cubicBezTo>
                        <a:pt x="1854920" y="564192"/>
                        <a:pt x="1840441" y="555618"/>
                        <a:pt x="1825393" y="554094"/>
                      </a:cubicBezTo>
                      <a:cubicBezTo>
                        <a:pt x="1804816" y="552190"/>
                        <a:pt x="1781194" y="547045"/>
                        <a:pt x="1763287" y="554286"/>
                      </a:cubicBezTo>
                      <a:cubicBezTo>
                        <a:pt x="1721185" y="571430"/>
                        <a:pt x="1687086" y="557142"/>
                        <a:pt x="1650317" y="540187"/>
                      </a:cubicBezTo>
                      <a:cubicBezTo>
                        <a:pt x="1614120" y="523423"/>
                        <a:pt x="1576019" y="510088"/>
                        <a:pt x="1537537" y="499038"/>
                      </a:cubicBezTo>
                      <a:cubicBezTo>
                        <a:pt x="1523059" y="495038"/>
                        <a:pt x="1505724" y="501706"/>
                        <a:pt x="1489720" y="503038"/>
                      </a:cubicBezTo>
                      <a:cubicBezTo>
                        <a:pt x="1484004" y="503420"/>
                        <a:pt x="1477717" y="503992"/>
                        <a:pt x="1472575" y="502086"/>
                      </a:cubicBezTo>
                      <a:cubicBezTo>
                        <a:pt x="1422854" y="483797"/>
                        <a:pt x="1372368" y="469891"/>
                        <a:pt x="1318456" y="479415"/>
                      </a:cubicBezTo>
                      <a:cubicBezTo>
                        <a:pt x="1313504" y="480369"/>
                        <a:pt x="1307978" y="478273"/>
                        <a:pt x="1303024" y="476939"/>
                      </a:cubicBezTo>
                      <a:cubicBezTo>
                        <a:pt x="1278829" y="470081"/>
                        <a:pt x="1255206" y="459223"/>
                        <a:pt x="1230633" y="456746"/>
                      </a:cubicBezTo>
                      <a:cubicBezTo>
                        <a:pt x="1170051" y="450650"/>
                        <a:pt x="1109091" y="448172"/>
                        <a:pt x="1048125" y="444172"/>
                      </a:cubicBezTo>
                      <a:cubicBezTo>
                        <a:pt x="1044315" y="443982"/>
                        <a:pt x="1040315" y="443982"/>
                        <a:pt x="1036887" y="442648"/>
                      </a:cubicBezTo>
                      <a:cubicBezTo>
                        <a:pt x="1014406" y="434456"/>
                        <a:pt x="994785" y="437124"/>
                        <a:pt x="975733" y="452744"/>
                      </a:cubicBezTo>
                      <a:cubicBezTo>
                        <a:pt x="967350" y="459603"/>
                        <a:pt x="955920" y="463223"/>
                        <a:pt x="945444" y="467033"/>
                      </a:cubicBezTo>
                      <a:cubicBezTo>
                        <a:pt x="930011" y="472749"/>
                        <a:pt x="914200" y="478273"/>
                        <a:pt x="898198" y="481893"/>
                      </a:cubicBezTo>
                      <a:cubicBezTo>
                        <a:pt x="882384" y="485321"/>
                        <a:pt x="865430" y="490084"/>
                        <a:pt x="850189" y="487417"/>
                      </a:cubicBezTo>
                      <a:cubicBezTo>
                        <a:pt x="822756" y="482655"/>
                        <a:pt x="796655" y="471987"/>
                        <a:pt x="769605" y="464937"/>
                      </a:cubicBezTo>
                      <a:cubicBezTo>
                        <a:pt x="760270" y="462461"/>
                        <a:pt x="749982" y="462843"/>
                        <a:pt x="740268" y="462651"/>
                      </a:cubicBezTo>
                      <a:cubicBezTo>
                        <a:pt x="717977" y="462081"/>
                        <a:pt x="695116" y="467605"/>
                        <a:pt x="674923" y="451792"/>
                      </a:cubicBezTo>
                      <a:cubicBezTo>
                        <a:pt x="656255" y="436934"/>
                        <a:pt x="637392" y="441314"/>
                        <a:pt x="617772" y="452554"/>
                      </a:cubicBezTo>
                      <a:cubicBezTo>
                        <a:pt x="603673" y="460557"/>
                        <a:pt x="587672" y="466843"/>
                        <a:pt x="571860" y="469891"/>
                      </a:cubicBezTo>
                      <a:cubicBezTo>
                        <a:pt x="550141" y="474081"/>
                        <a:pt x="528615" y="475797"/>
                        <a:pt x="505182" y="473319"/>
                      </a:cubicBezTo>
                      <a:cubicBezTo>
                        <a:pt x="488607" y="471605"/>
                        <a:pt x="475081" y="470843"/>
                        <a:pt x="462126" y="460747"/>
                      </a:cubicBezTo>
                      <a:cubicBezTo>
                        <a:pt x="460032" y="459223"/>
                        <a:pt x="456222" y="458841"/>
                        <a:pt x="453364" y="459033"/>
                      </a:cubicBezTo>
                      <a:cubicBezTo>
                        <a:pt x="415835" y="462271"/>
                        <a:pt x="378686" y="460557"/>
                        <a:pt x="340774" y="458268"/>
                      </a:cubicBezTo>
                      <a:cubicBezTo>
                        <a:pt x="292579" y="455222"/>
                        <a:pt x="241901" y="464175"/>
                        <a:pt x="200182" y="496180"/>
                      </a:cubicBezTo>
                      <a:cubicBezTo>
                        <a:pt x="194085" y="500944"/>
                        <a:pt x="184941" y="503038"/>
                        <a:pt x="176939" y="504182"/>
                      </a:cubicBezTo>
                      <a:cubicBezTo>
                        <a:pt x="139219" y="509134"/>
                        <a:pt x="101308" y="512564"/>
                        <a:pt x="63587" y="518088"/>
                      </a:cubicBezTo>
                      <a:cubicBezTo>
                        <a:pt x="43012" y="521137"/>
                        <a:pt x="21486" y="523805"/>
                        <a:pt x="2817" y="532187"/>
                      </a:cubicBezTo>
                      <a:lnTo>
                        <a:pt x="0" y="533314"/>
                      </a:lnTo>
                      <a:close/>
                    </a:path>
                  </a:pathLst>
                </a:cu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2" name="Rubrik 1">
            <a:extLst>
              <a:ext uri="{FF2B5EF4-FFF2-40B4-BE49-F238E27FC236}">
                <a16:creationId xmlns:a16="http://schemas.microsoft.com/office/drawing/2014/main" id="{0F40A23F-5AB3-5E96-DAA8-28A7AB9308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7088" y="1641752"/>
            <a:ext cx="2655887" cy="3213277"/>
          </a:xfrm>
        </p:spPr>
        <p:txBody>
          <a:bodyPr anchor="t">
            <a:normAutofit/>
          </a:bodyPr>
          <a:lstStyle/>
          <a:p>
            <a:r>
              <a:rPr lang="sv-SE" sz="2800">
                <a:ea typeface="+mj-lt"/>
                <a:cs typeface="+mj-lt"/>
              </a:rPr>
              <a:t>Steg 2 – Skapa files/index.html</a:t>
            </a:r>
            <a:endParaRPr lang="sv-SE" sz="2800"/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890F116A-65E4-09A5-AAF1-FD5571F4AC4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83290" y="2102579"/>
            <a:ext cx="7396338" cy="4333647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None/>
            </a:pP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ea typeface="+mn-lt"/>
                <a:cs typeface="+mn-lt"/>
              </a:rPr>
              <a:t>html</a:t>
            </a:r>
            <a:endParaRPr lang="sv-SE" sz="2000">
              <a:solidFill>
                <a:srgbClr val="0F1115"/>
              </a:solidFill>
              <a:ea typeface="+mn-lt"/>
              <a:cs typeface="+mn-lt"/>
            </a:endParaRPr>
          </a:p>
          <a:p>
            <a:pPr>
              <a:buNone/>
            </a:pP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&lt;</a:t>
            </a:r>
            <a:r>
              <a:rPr lang="sv-SE" sz="2400">
                <a:solidFill>
                  <a:srgbClr val="E45649"/>
                </a:solidFill>
                <a:highlight>
                  <a:srgbClr val="F9FAFB"/>
                </a:highlight>
                <a:latin typeface="Consolas"/>
              </a:rPr>
              <a:t>h1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&gt;</a:t>
            </a: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Välkommen till Ansible!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&lt;/</a:t>
            </a:r>
            <a:r>
              <a:rPr lang="sv-SE" sz="2400">
                <a:solidFill>
                  <a:srgbClr val="E45649"/>
                </a:solidFill>
                <a:highlight>
                  <a:srgbClr val="F9FAFB"/>
                </a:highlight>
                <a:latin typeface="Consolas"/>
              </a:rPr>
              <a:t>h1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&gt;</a:t>
            </a:r>
            <a:r>
              <a:rPr lang="sv-SE" sz="24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&lt;</a:t>
            </a:r>
            <a:r>
              <a:rPr lang="sv-SE" sz="2400">
                <a:solidFill>
                  <a:srgbClr val="E45649"/>
                </a:solidFill>
                <a:highlight>
                  <a:srgbClr val="F9FAFB"/>
                </a:highlight>
                <a:latin typeface="Consolas"/>
              </a:rPr>
              <a:t>p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&gt;</a:t>
            </a: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Denna sida skapades automatiskt.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&lt;/</a:t>
            </a:r>
            <a:r>
              <a:rPr lang="sv-SE" sz="2400">
                <a:solidFill>
                  <a:srgbClr val="E45649"/>
                </a:solidFill>
                <a:highlight>
                  <a:srgbClr val="F9FAFB"/>
                </a:highlight>
                <a:latin typeface="Consolas"/>
              </a:rPr>
              <a:t>p</a:t>
            </a:r>
            <a:r>
              <a:rPr lang="sv-SE" sz="24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&gt;</a:t>
            </a:r>
            <a:endParaRPr lang="sv-SE" sz="2400">
              <a:solidFill>
                <a:srgbClr val="383A42"/>
              </a:solidFill>
              <a:highlight>
                <a:srgbClr val="F9FAFB"/>
              </a:highlight>
            </a:endParaRPr>
          </a:p>
        </p:txBody>
      </p:sp>
    </p:spTree>
    <p:extLst>
      <p:ext uri="{BB962C8B-B14F-4D97-AF65-F5344CB8AC3E}">
        <p14:creationId xmlns:p14="http://schemas.microsoft.com/office/powerpoint/2010/main" val="95256609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AB8C311F-7253-4AED-9701-7FC0708C41C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2384209-CB15-4CDF-9D31-C44FD9A3F2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2666617" y="-2666188"/>
            <a:ext cx="6858000" cy="12191233"/>
          </a:xfrm>
          <a:prstGeom prst="rect">
            <a:avLst/>
          </a:prstGeom>
          <a:gradFill>
            <a:gsLst>
              <a:gs pos="8000">
                <a:schemeClr val="accent1"/>
              </a:gs>
              <a:gs pos="100000">
                <a:schemeClr val="accent1">
                  <a:lumMod val="50000"/>
                </a:schemeClr>
              </a:gs>
            </a:gsLst>
            <a:lin ang="12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2633B3B5-CC90-43F0-8714-D31D1F3F020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H="1">
            <a:off x="-2311" y="0"/>
            <a:ext cx="9070846" cy="6857572"/>
          </a:xfrm>
          <a:prstGeom prst="rect">
            <a:avLst/>
          </a:prstGeom>
          <a:gradFill>
            <a:gsLst>
              <a:gs pos="8000">
                <a:srgbClr val="000000">
                  <a:alpha val="52000"/>
                </a:srgbClr>
              </a:gs>
              <a:gs pos="100000">
                <a:schemeClr val="accent1"/>
              </a:gs>
            </a:gsLst>
            <a:lin ang="4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8D57A06-A426-446D-B02C-A2DC6B62E4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3649491" y="-1685840"/>
            <a:ext cx="4894564" cy="12193546"/>
          </a:xfrm>
          <a:prstGeom prst="rect">
            <a:avLst/>
          </a:prstGeom>
          <a:gradFill>
            <a:gsLst>
              <a:gs pos="0">
                <a:schemeClr val="accent5">
                  <a:lumMod val="60000"/>
                  <a:lumOff val="40000"/>
                  <a:alpha val="0"/>
                </a:schemeClr>
              </a:gs>
              <a:gs pos="100000">
                <a:srgbClr val="000000">
                  <a:alpha val="46000"/>
                </a:srgbClr>
              </a:gs>
            </a:gsLst>
            <a:lin ang="1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Bildobjekt 3">
            <a:extLst>
              <a:ext uri="{FF2B5EF4-FFF2-40B4-BE49-F238E27FC236}">
                <a16:creationId xmlns:a16="http://schemas.microsoft.com/office/drawing/2014/main" id="{A07EEDFD-708E-E4E0-4699-7745556CD43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19862" r="-265" b="3210"/>
          <a:stretch>
            <a:fillRect/>
          </a:stretch>
        </p:blipFill>
        <p:spPr>
          <a:xfrm>
            <a:off x="442259" y="1010322"/>
            <a:ext cx="11307473" cy="48365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288387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B95B9BA8-1D69-4796-85F5-B6D0BD52354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F892E19-92E7-4BB2-8C3F-DBDFE8D9D32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" y="-1"/>
            <a:ext cx="4581527" cy="6858002"/>
            <a:chOff x="-2" y="-1"/>
            <a:chExt cx="4581527" cy="6858002"/>
          </a:xfrm>
          <a:effectLst>
            <a:outerShdw blurRad="381000" dist="50800" algn="ctr" rotWithShape="0">
              <a:srgbClr val="000000">
                <a:alpha val="10000"/>
              </a:srgbClr>
            </a:outerShdw>
          </a:effectLst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81E493D3-31D9-4B80-9798-EEA082E12A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GrpSpPr>
          <p:grpSpPr>
            <a:xfrm>
              <a:off x="-2" y="-1"/>
              <a:ext cx="4572002" cy="6858002"/>
              <a:chOff x="-2" y="-1"/>
              <a:chExt cx="4572002" cy="6858002"/>
            </a:xfrm>
            <a:effectLst/>
          </p:grpSpPr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62E6AA4D-EC17-45B5-B621-DF0FD91FD4BF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SpPr>
            <p:spPr>
              <a:xfrm>
                <a:off x="-2" y="-1"/>
                <a:ext cx="4572002" cy="6858002"/>
              </a:xfrm>
              <a:custGeom>
                <a:avLst/>
                <a:gdLst>
                  <a:gd name="connsiteX0" fmla="*/ 4214994 w 4572002"/>
                  <a:gd name="connsiteY0" fmla="*/ 6564620 h 6858002"/>
                  <a:gd name="connsiteX1" fmla="*/ 4214994 w 4572002"/>
                  <a:gd name="connsiteY1" fmla="*/ 6564621 h 6858002"/>
                  <a:gd name="connsiteX2" fmla="*/ 4237474 w 4572002"/>
                  <a:gd name="connsiteY2" fmla="*/ 6588626 h 6858002"/>
                  <a:gd name="connsiteX3" fmla="*/ 4254096 w 4572002"/>
                  <a:gd name="connsiteY3" fmla="*/ 6625225 h 6858002"/>
                  <a:gd name="connsiteX4" fmla="*/ 4247001 w 4572002"/>
                  <a:gd name="connsiteY4" fmla="*/ 6662540 h 6858002"/>
                  <a:gd name="connsiteX5" fmla="*/ 4247000 w 4572002"/>
                  <a:gd name="connsiteY5" fmla="*/ 6662541 h 6858002"/>
                  <a:gd name="connsiteX6" fmla="*/ 4246999 w 4572002"/>
                  <a:gd name="connsiteY6" fmla="*/ 6662544 h 6858002"/>
                  <a:gd name="connsiteX7" fmla="*/ 4235550 w 4572002"/>
                  <a:gd name="connsiteY7" fmla="*/ 6683027 h 6858002"/>
                  <a:gd name="connsiteX8" fmla="*/ 4232403 w 4572002"/>
                  <a:gd name="connsiteY8" fmla="*/ 6702976 h 6858002"/>
                  <a:gd name="connsiteX9" fmla="*/ 4232403 w 4572002"/>
                  <a:gd name="connsiteY9" fmla="*/ 6702977 h 6858002"/>
                  <a:gd name="connsiteX10" fmla="*/ 4246238 w 4572002"/>
                  <a:gd name="connsiteY10" fmla="*/ 6742553 h 6858002"/>
                  <a:gd name="connsiteX11" fmla="*/ 4246239 w 4572002"/>
                  <a:gd name="connsiteY11" fmla="*/ 6742555 h 6858002"/>
                  <a:gd name="connsiteX12" fmla="*/ 4265716 w 4572002"/>
                  <a:gd name="connsiteY12" fmla="*/ 6812062 h 6858002"/>
                  <a:gd name="connsiteX13" fmla="*/ 4265717 w 4572002"/>
                  <a:gd name="connsiteY13" fmla="*/ 6812064 h 6858002"/>
                  <a:gd name="connsiteX14" fmla="*/ 4265717 w 4572002"/>
                  <a:gd name="connsiteY14" fmla="*/ 6812063 h 6858002"/>
                  <a:gd name="connsiteX15" fmla="*/ 4265716 w 4572002"/>
                  <a:gd name="connsiteY15" fmla="*/ 6812062 h 6858002"/>
                  <a:gd name="connsiteX16" fmla="*/ 4260942 w 4572002"/>
                  <a:gd name="connsiteY16" fmla="*/ 6776800 h 6858002"/>
                  <a:gd name="connsiteX17" fmla="*/ 4246239 w 4572002"/>
                  <a:gd name="connsiteY17" fmla="*/ 6742555 h 6858002"/>
                  <a:gd name="connsiteX18" fmla="*/ 4246238 w 4572002"/>
                  <a:gd name="connsiteY18" fmla="*/ 6742552 h 6858002"/>
                  <a:gd name="connsiteX19" fmla="*/ 4232403 w 4572002"/>
                  <a:gd name="connsiteY19" fmla="*/ 6702976 h 6858002"/>
                  <a:gd name="connsiteX20" fmla="*/ 4246999 w 4572002"/>
                  <a:gd name="connsiteY20" fmla="*/ 6662544 h 6858002"/>
                  <a:gd name="connsiteX21" fmla="*/ 4247000 w 4572002"/>
                  <a:gd name="connsiteY21" fmla="*/ 6662542 h 6858002"/>
                  <a:gd name="connsiteX22" fmla="*/ 4247001 w 4572002"/>
                  <a:gd name="connsiteY22" fmla="*/ 6662540 h 6858002"/>
                  <a:gd name="connsiteX23" fmla="*/ 4254084 w 4572002"/>
                  <a:gd name="connsiteY23" fmla="*/ 6645552 h 6858002"/>
                  <a:gd name="connsiteX24" fmla="*/ 4254096 w 4572002"/>
                  <a:gd name="connsiteY24" fmla="*/ 6625225 h 6858002"/>
                  <a:gd name="connsiteX25" fmla="*/ 4254096 w 4572002"/>
                  <a:gd name="connsiteY25" fmla="*/ 6625224 h 6858002"/>
                  <a:gd name="connsiteX26" fmla="*/ 4237474 w 4572002"/>
                  <a:gd name="connsiteY26" fmla="*/ 6588625 h 6858002"/>
                  <a:gd name="connsiteX27" fmla="*/ 4295315 w 4572002"/>
                  <a:gd name="connsiteY27" fmla="*/ 6438981 h 6858002"/>
                  <a:gd name="connsiteX28" fmla="*/ 4275385 w 4572002"/>
                  <a:gd name="connsiteY28" fmla="*/ 6463840 h 6858002"/>
                  <a:gd name="connsiteX29" fmla="*/ 4275382 w 4572002"/>
                  <a:gd name="connsiteY29" fmla="*/ 6463849 h 6858002"/>
                  <a:gd name="connsiteX30" fmla="*/ 4261587 w 4572002"/>
                  <a:gd name="connsiteY30" fmla="*/ 6513012 h 6858002"/>
                  <a:gd name="connsiteX31" fmla="*/ 4242781 w 4572002"/>
                  <a:gd name="connsiteY31" fmla="*/ 6546194 h 6858002"/>
                  <a:gd name="connsiteX32" fmla="*/ 4242781 w 4572002"/>
                  <a:gd name="connsiteY32" fmla="*/ 6546195 h 6858002"/>
                  <a:gd name="connsiteX33" fmla="*/ 4259120 w 4572002"/>
                  <a:gd name="connsiteY33" fmla="*/ 6521804 h 6858002"/>
                  <a:gd name="connsiteX34" fmla="*/ 4261587 w 4572002"/>
                  <a:gd name="connsiteY34" fmla="*/ 6513012 h 6858002"/>
                  <a:gd name="connsiteX35" fmla="*/ 4264398 w 4572002"/>
                  <a:gd name="connsiteY35" fmla="*/ 6508052 h 6858002"/>
                  <a:gd name="connsiteX36" fmla="*/ 4275382 w 4572002"/>
                  <a:gd name="connsiteY36" fmla="*/ 6463849 h 6858002"/>
                  <a:gd name="connsiteX37" fmla="*/ 4275385 w 4572002"/>
                  <a:gd name="connsiteY37" fmla="*/ 6463841 h 6858002"/>
                  <a:gd name="connsiteX38" fmla="*/ 4295315 w 4572002"/>
                  <a:gd name="connsiteY38" fmla="*/ 6438981 h 6858002"/>
                  <a:gd name="connsiteX39" fmla="*/ 4381289 w 4572002"/>
                  <a:gd name="connsiteY39" fmla="*/ 6365204 h 6858002"/>
                  <a:gd name="connsiteX40" fmla="*/ 4380008 w 4572002"/>
                  <a:gd name="connsiteY40" fmla="*/ 6387910 h 6858002"/>
                  <a:gd name="connsiteX41" fmla="*/ 4378243 w 4572002"/>
                  <a:gd name="connsiteY41" fmla="*/ 6391549 h 6858002"/>
                  <a:gd name="connsiteX42" fmla="*/ 4370589 w 4572002"/>
                  <a:gd name="connsiteY42" fmla="*/ 6407332 h 6858002"/>
                  <a:gd name="connsiteX43" fmla="*/ 4370589 w 4572002"/>
                  <a:gd name="connsiteY43" fmla="*/ 6407333 h 6858002"/>
                  <a:gd name="connsiteX44" fmla="*/ 4378243 w 4572002"/>
                  <a:gd name="connsiteY44" fmla="*/ 6391549 h 6858002"/>
                  <a:gd name="connsiteX45" fmla="*/ 4380008 w 4572002"/>
                  <a:gd name="connsiteY45" fmla="*/ 6387910 h 6858002"/>
                  <a:gd name="connsiteX46" fmla="*/ 4142220 w 4572002"/>
                  <a:gd name="connsiteY46" fmla="*/ 4221391 h 6858002"/>
                  <a:gd name="connsiteX47" fmla="*/ 4142220 w 4572002"/>
                  <a:gd name="connsiteY47" fmla="*/ 4221392 h 6858002"/>
                  <a:gd name="connsiteX48" fmla="*/ 4147936 w 4572002"/>
                  <a:gd name="connsiteY48" fmla="*/ 4253015 h 6858002"/>
                  <a:gd name="connsiteX49" fmla="*/ 4187752 w 4572002"/>
                  <a:gd name="connsiteY49" fmla="*/ 4324646 h 6858002"/>
                  <a:gd name="connsiteX50" fmla="*/ 4196706 w 4572002"/>
                  <a:gd name="connsiteY50" fmla="*/ 4363891 h 6858002"/>
                  <a:gd name="connsiteX51" fmla="*/ 4195944 w 4572002"/>
                  <a:gd name="connsiteY51" fmla="*/ 4482004 h 6858002"/>
                  <a:gd name="connsiteX52" fmla="*/ 4135934 w 4572002"/>
                  <a:gd name="connsiteY52" fmla="*/ 4659174 h 6858002"/>
                  <a:gd name="connsiteX53" fmla="*/ 4127932 w 4572002"/>
                  <a:gd name="connsiteY53" fmla="*/ 4677655 h 6858002"/>
                  <a:gd name="connsiteX54" fmla="*/ 4118025 w 4572002"/>
                  <a:gd name="connsiteY54" fmla="*/ 4767764 h 6858002"/>
                  <a:gd name="connsiteX55" fmla="*/ 4116716 w 4572002"/>
                  <a:gd name="connsiteY55" fmla="*/ 4800483 h 6858002"/>
                  <a:gd name="connsiteX56" fmla="*/ 4116716 w 4572002"/>
                  <a:gd name="connsiteY56" fmla="*/ 4800484 h 6858002"/>
                  <a:gd name="connsiteX57" fmla="*/ 4131552 w 4572002"/>
                  <a:gd name="connsiteY57" fmla="*/ 4828917 h 6858002"/>
                  <a:gd name="connsiteX58" fmla="*/ 4153733 w 4572002"/>
                  <a:gd name="connsiteY58" fmla="*/ 4863343 h 6858002"/>
                  <a:gd name="connsiteX59" fmla="*/ 4161262 w 4572002"/>
                  <a:gd name="connsiteY59" fmla="*/ 4889275 h 6858002"/>
                  <a:gd name="connsiteX60" fmla="*/ 4159557 w 4572002"/>
                  <a:gd name="connsiteY60" fmla="*/ 4912168 h 6858002"/>
                  <a:gd name="connsiteX61" fmla="*/ 4158155 w 4572002"/>
                  <a:gd name="connsiteY61" fmla="*/ 4933804 h 6858002"/>
                  <a:gd name="connsiteX62" fmla="*/ 4158155 w 4572002"/>
                  <a:gd name="connsiteY62" fmla="*/ 4933805 h 6858002"/>
                  <a:gd name="connsiteX63" fmla="*/ 4162914 w 4572002"/>
                  <a:gd name="connsiteY63" fmla="*/ 4952673 h 6858002"/>
                  <a:gd name="connsiteX64" fmla="*/ 4165707 w 4572002"/>
                  <a:gd name="connsiteY64" fmla="*/ 4957454 h 6858002"/>
                  <a:gd name="connsiteX65" fmla="*/ 4166985 w 4572002"/>
                  <a:gd name="connsiteY65" fmla="*/ 4961456 h 6858002"/>
                  <a:gd name="connsiteX66" fmla="*/ 4182989 w 4572002"/>
                  <a:gd name="connsiteY66" fmla="*/ 4987038 h 6858002"/>
                  <a:gd name="connsiteX67" fmla="*/ 4209468 w 4572002"/>
                  <a:gd name="connsiteY67" fmla="*/ 5041522 h 6858002"/>
                  <a:gd name="connsiteX68" fmla="*/ 4216684 w 4572002"/>
                  <a:gd name="connsiteY68" fmla="*/ 5072376 h 6858002"/>
                  <a:gd name="connsiteX69" fmla="*/ 4222587 w 4572002"/>
                  <a:gd name="connsiteY69" fmla="*/ 5087441 h 6858002"/>
                  <a:gd name="connsiteX70" fmla="*/ 4235615 w 4572002"/>
                  <a:gd name="connsiteY70" fmla="*/ 5133220 h 6858002"/>
                  <a:gd name="connsiteX71" fmla="*/ 4235616 w 4572002"/>
                  <a:gd name="connsiteY71" fmla="*/ 5133225 h 6858002"/>
                  <a:gd name="connsiteX72" fmla="*/ 4228901 w 4572002"/>
                  <a:gd name="connsiteY72" fmla="*/ 5166113 h 6858002"/>
                  <a:gd name="connsiteX73" fmla="*/ 4228901 w 4572002"/>
                  <a:gd name="connsiteY73" fmla="*/ 5166114 h 6858002"/>
                  <a:gd name="connsiteX74" fmla="*/ 4229593 w 4572002"/>
                  <a:gd name="connsiteY74" fmla="*/ 5172091 h 6858002"/>
                  <a:gd name="connsiteX75" fmla="*/ 4232139 w 4572002"/>
                  <a:gd name="connsiteY75" fmla="*/ 5179068 h 6858002"/>
                  <a:gd name="connsiteX76" fmla="*/ 4231973 w 4572002"/>
                  <a:gd name="connsiteY76" fmla="*/ 5229434 h 6858002"/>
                  <a:gd name="connsiteX77" fmla="*/ 4225669 w 4572002"/>
                  <a:gd name="connsiteY77" fmla="*/ 5241089 h 6858002"/>
                  <a:gd name="connsiteX78" fmla="*/ 4208517 w 4572002"/>
                  <a:gd name="connsiteY78" fmla="*/ 5272796 h 6858002"/>
                  <a:gd name="connsiteX79" fmla="*/ 4184613 w 4572002"/>
                  <a:gd name="connsiteY79" fmla="*/ 5312288 h 6858002"/>
                  <a:gd name="connsiteX80" fmla="*/ 4183557 w 4572002"/>
                  <a:gd name="connsiteY80" fmla="*/ 5321350 h 6858002"/>
                  <a:gd name="connsiteX81" fmla="*/ 4181083 w 4572002"/>
                  <a:gd name="connsiteY81" fmla="*/ 5326163 h 6858002"/>
                  <a:gd name="connsiteX82" fmla="*/ 4179637 w 4572002"/>
                  <a:gd name="connsiteY82" fmla="*/ 5355014 h 6858002"/>
                  <a:gd name="connsiteX83" fmla="*/ 4179637 w 4572002"/>
                  <a:gd name="connsiteY83" fmla="*/ 5355015 h 6858002"/>
                  <a:gd name="connsiteX84" fmla="*/ 4184513 w 4572002"/>
                  <a:gd name="connsiteY84" fmla="*/ 5385385 h 6858002"/>
                  <a:gd name="connsiteX85" fmla="*/ 4192704 w 4572002"/>
                  <a:gd name="connsiteY85" fmla="*/ 5425583 h 6858002"/>
                  <a:gd name="connsiteX86" fmla="*/ 4204327 w 4572002"/>
                  <a:gd name="connsiteY86" fmla="*/ 5480638 h 6858002"/>
                  <a:gd name="connsiteX87" fmla="*/ 4208850 w 4572002"/>
                  <a:gd name="connsiteY87" fmla="*/ 5507668 h 6858002"/>
                  <a:gd name="connsiteX88" fmla="*/ 4198232 w 4572002"/>
                  <a:gd name="connsiteY88" fmla="*/ 5531692 h 6858002"/>
                  <a:gd name="connsiteX89" fmla="*/ 4198231 w 4572002"/>
                  <a:gd name="connsiteY89" fmla="*/ 5531693 h 6858002"/>
                  <a:gd name="connsiteX90" fmla="*/ 4188085 w 4572002"/>
                  <a:gd name="connsiteY90" fmla="*/ 5547578 h 6858002"/>
                  <a:gd name="connsiteX91" fmla="*/ 4188085 w 4572002"/>
                  <a:gd name="connsiteY91" fmla="*/ 5547579 h 6858002"/>
                  <a:gd name="connsiteX92" fmla="*/ 4197659 w 4572002"/>
                  <a:gd name="connsiteY92" fmla="*/ 5562747 h 6858002"/>
                  <a:gd name="connsiteX93" fmla="*/ 4268907 w 4572002"/>
                  <a:gd name="connsiteY93" fmla="*/ 5704484 h 6858002"/>
                  <a:gd name="connsiteX94" fmla="*/ 4274812 w 4572002"/>
                  <a:gd name="connsiteY94" fmla="*/ 5740489 h 6858002"/>
                  <a:gd name="connsiteX95" fmla="*/ 4283578 w 4572002"/>
                  <a:gd name="connsiteY95" fmla="*/ 5760874 h 6858002"/>
                  <a:gd name="connsiteX96" fmla="*/ 4371973 w 4572002"/>
                  <a:gd name="connsiteY96" fmla="*/ 5883752 h 6858002"/>
                  <a:gd name="connsiteX97" fmla="*/ 4371974 w 4572002"/>
                  <a:gd name="connsiteY97" fmla="*/ 5883757 h 6858002"/>
                  <a:gd name="connsiteX98" fmla="*/ 4389877 w 4572002"/>
                  <a:gd name="connsiteY98" fmla="*/ 5935946 h 6858002"/>
                  <a:gd name="connsiteX99" fmla="*/ 4389878 w 4572002"/>
                  <a:gd name="connsiteY99" fmla="*/ 5935950 h 6858002"/>
                  <a:gd name="connsiteX100" fmla="*/ 4386259 w 4572002"/>
                  <a:gd name="connsiteY100" fmla="*/ 5993290 h 6858002"/>
                  <a:gd name="connsiteX101" fmla="*/ 4386259 w 4572002"/>
                  <a:gd name="connsiteY101" fmla="*/ 5993291 h 6858002"/>
                  <a:gd name="connsiteX102" fmla="*/ 4379782 w 4572002"/>
                  <a:gd name="connsiteY102" fmla="*/ 6026440 h 6858002"/>
                  <a:gd name="connsiteX103" fmla="*/ 4323583 w 4572002"/>
                  <a:gd name="connsiteY103" fmla="*/ 6108738 h 6858002"/>
                  <a:gd name="connsiteX104" fmla="*/ 4309890 w 4572002"/>
                  <a:gd name="connsiteY104" fmla="*/ 6133314 h 6858002"/>
                  <a:gd name="connsiteX105" fmla="*/ 4309890 w 4572002"/>
                  <a:gd name="connsiteY105" fmla="*/ 6133315 h 6858002"/>
                  <a:gd name="connsiteX106" fmla="*/ 4313591 w 4572002"/>
                  <a:gd name="connsiteY106" fmla="*/ 6143190 h 6858002"/>
                  <a:gd name="connsiteX107" fmla="*/ 4325486 w 4572002"/>
                  <a:gd name="connsiteY107" fmla="*/ 6155600 h 6858002"/>
                  <a:gd name="connsiteX108" fmla="*/ 4325488 w 4572002"/>
                  <a:gd name="connsiteY108" fmla="*/ 6155603 h 6858002"/>
                  <a:gd name="connsiteX109" fmla="*/ 4364160 w 4572002"/>
                  <a:gd name="connsiteY109" fmla="*/ 6228757 h 6858002"/>
                  <a:gd name="connsiteX110" fmla="*/ 4381497 w 4572002"/>
                  <a:gd name="connsiteY110" fmla="*/ 6361540 h 6858002"/>
                  <a:gd name="connsiteX111" fmla="*/ 4381497 w 4572002"/>
                  <a:gd name="connsiteY111" fmla="*/ 6361539 h 6858002"/>
                  <a:gd name="connsiteX112" fmla="*/ 4364160 w 4572002"/>
                  <a:gd name="connsiteY112" fmla="*/ 6228756 h 6858002"/>
                  <a:gd name="connsiteX113" fmla="*/ 4325488 w 4572002"/>
                  <a:gd name="connsiteY113" fmla="*/ 6155602 h 6858002"/>
                  <a:gd name="connsiteX114" fmla="*/ 4325486 w 4572002"/>
                  <a:gd name="connsiteY114" fmla="*/ 6155600 h 6858002"/>
                  <a:gd name="connsiteX115" fmla="*/ 4309890 w 4572002"/>
                  <a:gd name="connsiteY115" fmla="*/ 6133315 h 6858002"/>
                  <a:gd name="connsiteX116" fmla="*/ 4323583 w 4572002"/>
                  <a:gd name="connsiteY116" fmla="*/ 6108739 h 6858002"/>
                  <a:gd name="connsiteX117" fmla="*/ 4379782 w 4572002"/>
                  <a:gd name="connsiteY117" fmla="*/ 6026441 h 6858002"/>
                  <a:gd name="connsiteX118" fmla="*/ 4386259 w 4572002"/>
                  <a:gd name="connsiteY118" fmla="*/ 5993292 h 6858002"/>
                  <a:gd name="connsiteX119" fmla="*/ 4386259 w 4572002"/>
                  <a:gd name="connsiteY119" fmla="*/ 5993290 h 6858002"/>
                  <a:gd name="connsiteX120" fmla="*/ 4389712 w 4572002"/>
                  <a:gd name="connsiteY120" fmla="*/ 5964477 h 6858002"/>
                  <a:gd name="connsiteX121" fmla="*/ 4389878 w 4572002"/>
                  <a:gd name="connsiteY121" fmla="*/ 5935950 h 6858002"/>
                  <a:gd name="connsiteX122" fmla="*/ 4389878 w 4572002"/>
                  <a:gd name="connsiteY122" fmla="*/ 5935949 h 6858002"/>
                  <a:gd name="connsiteX123" fmla="*/ 4389877 w 4572002"/>
                  <a:gd name="connsiteY123" fmla="*/ 5935946 h 6858002"/>
                  <a:gd name="connsiteX124" fmla="*/ 4382997 w 4572002"/>
                  <a:gd name="connsiteY124" fmla="*/ 5909351 h 6858002"/>
                  <a:gd name="connsiteX125" fmla="*/ 4371974 w 4572002"/>
                  <a:gd name="connsiteY125" fmla="*/ 5883757 h 6858002"/>
                  <a:gd name="connsiteX126" fmla="*/ 4371973 w 4572002"/>
                  <a:gd name="connsiteY126" fmla="*/ 5883751 h 6858002"/>
                  <a:gd name="connsiteX127" fmla="*/ 4283578 w 4572002"/>
                  <a:gd name="connsiteY127" fmla="*/ 5760873 h 6858002"/>
                  <a:gd name="connsiteX128" fmla="*/ 4274812 w 4572002"/>
                  <a:gd name="connsiteY128" fmla="*/ 5740488 h 6858002"/>
                  <a:gd name="connsiteX129" fmla="*/ 4268907 w 4572002"/>
                  <a:gd name="connsiteY129" fmla="*/ 5704483 h 6858002"/>
                  <a:gd name="connsiteX130" fmla="*/ 4197659 w 4572002"/>
                  <a:gd name="connsiteY130" fmla="*/ 5562746 h 6858002"/>
                  <a:gd name="connsiteX131" fmla="*/ 4188085 w 4572002"/>
                  <a:gd name="connsiteY131" fmla="*/ 5547578 h 6858002"/>
                  <a:gd name="connsiteX132" fmla="*/ 4198231 w 4572002"/>
                  <a:gd name="connsiteY132" fmla="*/ 5531694 h 6858002"/>
                  <a:gd name="connsiteX133" fmla="*/ 4198232 w 4572002"/>
                  <a:gd name="connsiteY133" fmla="*/ 5531692 h 6858002"/>
                  <a:gd name="connsiteX134" fmla="*/ 4206630 w 4572002"/>
                  <a:gd name="connsiteY134" fmla="*/ 5520422 h 6858002"/>
                  <a:gd name="connsiteX135" fmla="*/ 4208850 w 4572002"/>
                  <a:gd name="connsiteY135" fmla="*/ 5507668 h 6858002"/>
                  <a:gd name="connsiteX136" fmla="*/ 4208850 w 4572002"/>
                  <a:gd name="connsiteY136" fmla="*/ 5507667 h 6858002"/>
                  <a:gd name="connsiteX137" fmla="*/ 4204327 w 4572002"/>
                  <a:gd name="connsiteY137" fmla="*/ 5480637 h 6858002"/>
                  <a:gd name="connsiteX138" fmla="*/ 4192704 w 4572002"/>
                  <a:gd name="connsiteY138" fmla="*/ 5425582 h 6858002"/>
                  <a:gd name="connsiteX139" fmla="*/ 4184513 w 4572002"/>
                  <a:gd name="connsiteY139" fmla="*/ 5385384 h 6858002"/>
                  <a:gd name="connsiteX140" fmla="*/ 4179637 w 4572002"/>
                  <a:gd name="connsiteY140" fmla="*/ 5355014 h 6858002"/>
                  <a:gd name="connsiteX141" fmla="*/ 4183557 w 4572002"/>
                  <a:gd name="connsiteY141" fmla="*/ 5321350 h 6858002"/>
                  <a:gd name="connsiteX142" fmla="*/ 4208517 w 4572002"/>
                  <a:gd name="connsiteY142" fmla="*/ 5272797 h 6858002"/>
                  <a:gd name="connsiteX143" fmla="*/ 4225669 w 4572002"/>
                  <a:gd name="connsiteY143" fmla="*/ 5241089 h 6858002"/>
                  <a:gd name="connsiteX144" fmla="*/ 4231973 w 4572002"/>
                  <a:gd name="connsiteY144" fmla="*/ 5229433 h 6858002"/>
                  <a:gd name="connsiteX145" fmla="*/ 4232139 w 4572002"/>
                  <a:gd name="connsiteY145" fmla="*/ 5179068 h 6858002"/>
                  <a:gd name="connsiteX146" fmla="*/ 4232139 w 4572002"/>
                  <a:gd name="connsiteY146" fmla="*/ 5179067 h 6858002"/>
                  <a:gd name="connsiteX147" fmla="*/ 4229593 w 4572002"/>
                  <a:gd name="connsiteY147" fmla="*/ 5172090 h 6858002"/>
                  <a:gd name="connsiteX148" fmla="*/ 4228901 w 4572002"/>
                  <a:gd name="connsiteY148" fmla="*/ 5166114 h 6858002"/>
                  <a:gd name="connsiteX149" fmla="*/ 4235616 w 4572002"/>
                  <a:gd name="connsiteY149" fmla="*/ 5133225 h 6858002"/>
                  <a:gd name="connsiteX150" fmla="*/ 4235616 w 4572002"/>
                  <a:gd name="connsiteY150" fmla="*/ 5133224 h 6858002"/>
                  <a:gd name="connsiteX151" fmla="*/ 4235615 w 4572002"/>
                  <a:gd name="connsiteY151" fmla="*/ 5133220 h 6858002"/>
                  <a:gd name="connsiteX152" fmla="*/ 4228473 w 4572002"/>
                  <a:gd name="connsiteY152" fmla="*/ 5102461 h 6858002"/>
                  <a:gd name="connsiteX153" fmla="*/ 4222587 w 4572002"/>
                  <a:gd name="connsiteY153" fmla="*/ 5087441 h 6858002"/>
                  <a:gd name="connsiteX154" fmla="*/ 4222582 w 4572002"/>
                  <a:gd name="connsiteY154" fmla="*/ 5087423 h 6858002"/>
                  <a:gd name="connsiteX155" fmla="*/ 4209468 w 4572002"/>
                  <a:gd name="connsiteY155" fmla="*/ 5041521 h 6858002"/>
                  <a:gd name="connsiteX156" fmla="*/ 4182989 w 4572002"/>
                  <a:gd name="connsiteY156" fmla="*/ 4987037 h 6858002"/>
                  <a:gd name="connsiteX157" fmla="*/ 4165707 w 4572002"/>
                  <a:gd name="connsiteY157" fmla="*/ 4957454 h 6858002"/>
                  <a:gd name="connsiteX158" fmla="*/ 4158155 w 4572002"/>
                  <a:gd name="connsiteY158" fmla="*/ 4933805 h 6858002"/>
                  <a:gd name="connsiteX159" fmla="*/ 4159557 w 4572002"/>
                  <a:gd name="connsiteY159" fmla="*/ 4912169 h 6858002"/>
                  <a:gd name="connsiteX160" fmla="*/ 4161262 w 4572002"/>
                  <a:gd name="connsiteY160" fmla="*/ 4889276 h 6858002"/>
                  <a:gd name="connsiteX161" fmla="*/ 4161262 w 4572002"/>
                  <a:gd name="connsiteY161" fmla="*/ 4889275 h 6858002"/>
                  <a:gd name="connsiteX162" fmla="*/ 4156484 w 4572002"/>
                  <a:gd name="connsiteY162" fmla="*/ 4867614 h 6858002"/>
                  <a:gd name="connsiteX163" fmla="*/ 4153733 w 4572002"/>
                  <a:gd name="connsiteY163" fmla="*/ 4863343 h 6858002"/>
                  <a:gd name="connsiteX164" fmla="*/ 4151983 w 4572002"/>
                  <a:gd name="connsiteY164" fmla="*/ 4857317 h 6858002"/>
                  <a:gd name="connsiteX165" fmla="*/ 4131552 w 4572002"/>
                  <a:gd name="connsiteY165" fmla="*/ 4828916 h 6858002"/>
                  <a:gd name="connsiteX166" fmla="*/ 4116716 w 4572002"/>
                  <a:gd name="connsiteY166" fmla="*/ 4800483 h 6858002"/>
                  <a:gd name="connsiteX167" fmla="*/ 4118025 w 4572002"/>
                  <a:gd name="connsiteY167" fmla="*/ 4767765 h 6858002"/>
                  <a:gd name="connsiteX168" fmla="*/ 4127932 w 4572002"/>
                  <a:gd name="connsiteY168" fmla="*/ 4677656 h 6858002"/>
                  <a:gd name="connsiteX169" fmla="*/ 4135934 w 4572002"/>
                  <a:gd name="connsiteY169" fmla="*/ 4659175 h 6858002"/>
                  <a:gd name="connsiteX170" fmla="*/ 4195944 w 4572002"/>
                  <a:gd name="connsiteY170" fmla="*/ 4482005 h 6858002"/>
                  <a:gd name="connsiteX171" fmla="*/ 4196706 w 4572002"/>
                  <a:gd name="connsiteY171" fmla="*/ 4363891 h 6858002"/>
                  <a:gd name="connsiteX172" fmla="*/ 4196706 w 4572002"/>
                  <a:gd name="connsiteY172" fmla="*/ 4363890 h 6858002"/>
                  <a:gd name="connsiteX173" fmla="*/ 4187752 w 4572002"/>
                  <a:gd name="connsiteY173" fmla="*/ 4324645 h 6858002"/>
                  <a:gd name="connsiteX174" fmla="*/ 4147936 w 4572002"/>
                  <a:gd name="connsiteY174" fmla="*/ 4253014 h 6858002"/>
                  <a:gd name="connsiteX175" fmla="*/ 4211111 w 4572002"/>
                  <a:gd name="connsiteY175" fmla="*/ 2836172 h 6858002"/>
                  <a:gd name="connsiteX176" fmla="*/ 4202421 w 4572002"/>
                  <a:gd name="connsiteY176" fmla="*/ 2848793 h 6858002"/>
                  <a:gd name="connsiteX177" fmla="*/ 4186816 w 4572002"/>
                  <a:gd name="connsiteY177" fmla="*/ 2897785 h 6858002"/>
                  <a:gd name="connsiteX178" fmla="*/ 4185787 w 4572002"/>
                  <a:gd name="connsiteY178" fmla="*/ 2903551 h 6858002"/>
                  <a:gd name="connsiteX179" fmla="*/ 4182513 w 4572002"/>
                  <a:gd name="connsiteY179" fmla="*/ 2914328 h 6858002"/>
                  <a:gd name="connsiteX180" fmla="*/ 4177882 w 4572002"/>
                  <a:gd name="connsiteY180" fmla="*/ 2947858 h 6858002"/>
                  <a:gd name="connsiteX181" fmla="*/ 4177881 w 4572002"/>
                  <a:gd name="connsiteY181" fmla="*/ 2947862 h 6858002"/>
                  <a:gd name="connsiteX182" fmla="*/ 4177881 w 4572002"/>
                  <a:gd name="connsiteY182" fmla="*/ 2947863 h 6858002"/>
                  <a:gd name="connsiteX183" fmla="*/ 4181465 w 4572002"/>
                  <a:gd name="connsiteY183" fmla="*/ 2982149 h 6858002"/>
                  <a:gd name="connsiteX184" fmla="*/ 4193158 w 4572002"/>
                  <a:gd name="connsiteY184" fmla="*/ 3077402 h 6858002"/>
                  <a:gd name="connsiteX185" fmla="*/ 4180703 w 4572002"/>
                  <a:gd name="connsiteY185" fmla="*/ 3172654 h 6858002"/>
                  <a:gd name="connsiteX186" fmla="*/ 4133076 w 4572002"/>
                  <a:gd name="connsiteY186" fmla="*/ 3489467 h 6858002"/>
                  <a:gd name="connsiteX187" fmla="*/ 4110977 w 4572002"/>
                  <a:gd name="connsiteY187" fmla="*/ 3544713 h 6858002"/>
                  <a:gd name="connsiteX188" fmla="*/ 4093355 w 4572002"/>
                  <a:gd name="connsiteY188" fmla="*/ 3574408 h 6858002"/>
                  <a:gd name="connsiteX189" fmla="*/ 4093355 w 4572002"/>
                  <a:gd name="connsiteY189" fmla="*/ 3574409 h 6858002"/>
                  <a:gd name="connsiteX190" fmla="*/ 4105453 w 4572002"/>
                  <a:gd name="connsiteY190" fmla="*/ 3606818 h 6858002"/>
                  <a:gd name="connsiteX191" fmla="*/ 4118979 w 4572002"/>
                  <a:gd name="connsiteY191" fmla="*/ 3630633 h 6858002"/>
                  <a:gd name="connsiteX192" fmla="*/ 4136708 w 4572002"/>
                  <a:gd name="connsiteY192" fmla="*/ 3654416 h 6858002"/>
                  <a:gd name="connsiteX193" fmla="*/ 4140382 w 4572002"/>
                  <a:gd name="connsiteY193" fmla="*/ 3668940 h 6858002"/>
                  <a:gd name="connsiteX194" fmla="*/ 4143220 w 4572002"/>
                  <a:gd name="connsiteY194" fmla="*/ 3680164 h 6858002"/>
                  <a:gd name="connsiteX195" fmla="*/ 4139172 w 4572002"/>
                  <a:gd name="connsiteY195" fmla="*/ 3734837 h 6858002"/>
                  <a:gd name="connsiteX196" fmla="*/ 4139172 w 4572002"/>
                  <a:gd name="connsiteY196" fmla="*/ 3734838 h 6858002"/>
                  <a:gd name="connsiteX197" fmla="*/ 4139554 w 4572002"/>
                  <a:gd name="connsiteY197" fmla="*/ 3754653 h 6858002"/>
                  <a:gd name="connsiteX198" fmla="*/ 4145911 w 4572002"/>
                  <a:gd name="connsiteY198" fmla="*/ 3789776 h 6858002"/>
                  <a:gd name="connsiteX199" fmla="*/ 4130980 w 4572002"/>
                  <a:gd name="connsiteY199" fmla="*/ 3822472 h 6858002"/>
                  <a:gd name="connsiteX200" fmla="*/ 4116645 w 4572002"/>
                  <a:gd name="connsiteY200" fmla="*/ 3852619 h 6858002"/>
                  <a:gd name="connsiteX201" fmla="*/ 4116645 w 4572002"/>
                  <a:gd name="connsiteY201" fmla="*/ 3852620 h 6858002"/>
                  <a:gd name="connsiteX202" fmla="*/ 4117425 w 4572002"/>
                  <a:gd name="connsiteY202" fmla="*/ 3868764 h 6858002"/>
                  <a:gd name="connsiteX203" fmla="*/ 4126028 w 4572002"/>
                  <a:gd name="connsiteY203" fmla="*/ 3885337 h 6858002"/>
                  <a:gd name="connsiteX204" fmla="*/ 4126028 w 4572002"/>
                  <a:gd name="connsiteY204" fmla="*/ 3885339 h 6858002"/>
                  <a:gd name="connsiteX205" fmla="*/ 4148409 w 4572002"/>
                  <a:gd name="connsiteY205" fmla="*/ 3923125 h 6858002"/>
                  <a:gd name="connsiteX206" fmla="*/ 4157913 w 4572002"/>
                  <a:gd name="connsiteY206" fmla="*/ 3962160 h 6858002"/>
                  <a:gd name="connsiteX207" fmla="*/ 4142221 w 4572002"/>
                  <a:gd name="connsiteY207" fmla="*/ 4043838 h 6858002"/>
                  <a:gd name="connsiteX208" fmla="*/ 4142220 w 4572002"/>
                  <a:gd name="connsiteY208" fmla="*/ 4043839 h 6858002"/>
                  <a:gd name="connsiteX209" fmla="*/ 4127099 w 4572002"/>
                  <a:gd name="connsiteY209" fmla="*/ 4103825 h 6858002"/>
                  <a:gd name="connsiteX210" fmla="*/ 4127099 w 4572002"/>
                  <a:gd name="connsiteY210" fmla="*/ 4103826 h 6858002"/>
                  <a:gd name="connsiteX211" fmla="*/ 4129066 w 4572002"/>
                  <a:gd name="connsiteY211" fmla="*/ 4134256 h 6858002"/>
                  <a:gd name="connsiteX212" fmla="*/ 4138410 w 4572002"/>
                  <a:gd name="connsiteY212" fmla="*/ 4165382 h 6858002"/>
                  <a:gd name="connsiteX213" fmla="*/ 4138410 w 4572002"/>
                  <a:gd name="connsiteY213" fmla="*/ 4165384 h 6858002"/>
                  <a:gd name="connsiteX214" fmla="*/ 4142315 w 4572002"/>
                  <a:gd name="connsiteY214" fmla="*/ 4192388 h 6858002"/>
                  <a:gd name="connsiteX215" fmla="*/ 4142315 w 4572002"/>
                  <a:gd name="connsiteY215" fmla="*/ 4192387 h 6858002"/>
                  <a:gd name="connsiteX216" fmla="*/ 4138410 w 4572002"/>
                  <a:gd name="connsiteY216" fmla="*/ 4165383 h 6858002"/>
                  <a:gd name="connsiteX217" fmla="*/ 4138410 w 4572002"/>
                  <a:gd name="connsiteY217" fmla="*/ 4165382 h 6858002"/>
                  <a:gd name="connsiteX218" fmla="*/ 4127099 w 4572002"/>
                  <a:gd name="connsiteY218" fmla="*/ 4103826 h 6858002"/>
                  <a:gd name="connsiteX219" fmla="*/ 4142220 w 4572002"/>
                  <a:gd name="connsiteY219" fmla="*/ 4043840 h 6858002"/>
                  <a:gd name="connsiteX220" fmla="*/ 4142221 w 4572002"/>
                  <a:gd name="connsiteY220" fmla="*/ 4043838 h 6858002"/>
                  <a:gd name="connsiteX221" fmla="*/ 4155523 w 4572002"/>
                  <a:gd name="connsiteY221" fmla="*/ 4002410 h 6858002"/>
                  <a:gd name="connsiteX222" fmla="*/ 4157913 w 4572002"/>
                  <a:gd name="connsiteY222" fmla="*/ 3962160 h 6858002"/>
                  <a:gd name="connsiteX223" fmla="*/ 4157913 w 4572002"/>
                  <a:gd name="connsiteY223" fmla="*/ 3962159 h 6858002"/>
                  <a:gd name="connsiteX224" fmla="*/ 4126028 w 4572002"/>
                  <a:gd name="connsiteY224" fmla="*/ 3885338 h 6858002"/>
                  <a:gd name="connsiteX225" fmla="*/ 4126028 w 4572002"/>
                  <a:gd name="connsiteY225" fmla="*/ 3885337 h 6858002"/>
                  <a:gd name="connsiteX226" fmla="*/ 4116645 w 4572002"/>
                  <a:gd name="connsiteY226" fmla="*/ 3852620 h 6858002"/>
                  <a:gd name="connsiteX227" fmla="*/ 4130980 w 4572002"/>
                  <a:gd name="connsiteY227" fmla="*/ 3822473 h 6858002"/>
                  <a:gd name="connsiteX228" fmla="*/ 4145911 w 4572002"/>
                  <a:gd name="connsiteY228" fmla="*/ 3789777 h 6858002"/>
                  <a:gd name="connsiteX229" fmla="*/ 4145911 w 4572002"/>
                  <a:gd name="connsiteY229" fmla="*/ 3789776 h 6858002"/>
                  <a:gd name="connsiteX230" fmla="*/ 4139554 w 4572002"/>
                  <a:gd name="connsiteY230" fmla="*/ 3754652 h 6858002"/>
                  <a:gd name="connsiteX231" fmla="*/ 4139172 w 4572002"/>
                  <a:gd name="connsiteY231" fmla="*/ 3734838 h 6858002"/>
                  <a:gd name="connsiteX232" fmla="*/ 4143220 w 4572002"/>
                  <a:gd name="connsiteY232" fmla="*/ 3680164 h 6858002"/>
                  <a:gd name="connsiteX233" fmla="*/ 4143220 w 4572002"/>
                  <a:gd name="connsiteY233" fmla="*/ 3680163 h 6858002"/>
                  <a:gd name="connsiteX234" fmla="*/ 4140382 w 4572002"/>
                  <a:gd name="connsiteY234" fmla="*/ 3668940 h 6858002"/>
                  <a:gd name="connsiteX235" fmla="*/ 4136708 w 4572002"/>
                  <a:gd name="connsiteY235" fmla="*/ 3654416 h 6858002"/>
                  <a:gd name="connsiteX236" fmla="*/ 4136708 w 4572002"/>
                  <a:gd name="connsiteY236" fmla="*/ 3654416 h 6858002"/>
                  <a:gd name="connsiteX237" fmla="*/ 4136708 w 4572002"/>
                  <a:gd name="connsiteY237" fmla="*/ 3654415 h 6858002"/>
                  <a:gd name="connsiteX238" fmla="*/ 4118979 w 4572002"/>
                  <a:gd name="connsiteY238" fmla="*/ 3630632 h 6858002"/>
                  <a:gd name="connsiteX239" fmla="*/ 4105453 w 4572002"/>
                  <a:gd name="connsiteY239" fmla="*/ 3606817 h 6858002"/>
                  <a:gd name="connsiteX240" fmla="*/ 4095707 w 4572002"/>
                  <a:gd name="connsiteY240" fmla="*/ 3587174 h 6858002"/>
                  <a:gd name="connsiteX241" fmla="*/ 4093355 w 4572002"/>
                  <a:gd name="connsiteY241" fmla="*/ 3574408 h 6858002"/>
                  <a:gd name="connsiteX242" fmla="*/ 4098434 w 4572002"/>
                  <a:gd name="connsiteY242" fmla="*/ 3562321 h 6858002"/>
                  <a:gd name="connsiteX243" fmla="*/ 4110977 w 4572002"/>
                  <a:gd name="connsiteY243" fmla="*/ 3544714 h 6858002"/>
                  <a:gd name="connsiteX244" fmla="*/ 4133076 w 4572002"/>
                  <a:gd name="connsiteY244" fmla="*/ 3489468 h 6858002"/>
                  <a:gd name="connsiteX245" fmla="*/ 4180703 w 4572002"/>
                  <a:gd name="connsiteY245" fmla="*/ 3172655 h 6858002"/>
                  <a:gd name="connsiteX246" fmla="*/ 4193158 w 4572002"/>
                  <a:gd name="connsiteY246" fmla="*/ 3077402 h 6858002"/>
                  <a:gd name="connsiteX247" fmla="*/ 4193158 w 4572002"/>
                  <a:gd name="connsiteY247" fmla="*/ 3077401 h 6858002"/>
                  <a:gd name="connsiteX248" fmla="*/ 4181465 w 4572002"/>
                  <a:gd name="connsiteY248" fmla="*/ 2982148 h 6858002"/>
                  <a:gd name="connsiteX249" fmla="*/ 4177881 w 4572002"/>
                  <a:gd name="connsiteY249" fmla="*/ 2947863 h 6858002"/>
                  <a:gd name="connsiteX250" fmla="*/ 4177882 w 4572002"/>
                  <a:gd name="connsiteY250" fmla="*/ 2947858 h 6858002"/>
                  <a:gd name="connsiteX251" fmla="*/ 4185787 w 4572002"/>
                  <a:gd name="connsiteY251" fmla="*/ 2903551 h 6858002"/>
                  <a:gd name="connsiteX252" fmla="*/ 4202421 w 4572002"/>
                  <a:gd name="connsiteY252" fmla="*/ 2848794 h 6858002"/>
                  <a:gd name="connsiteX253" fmla="*/ 4211111 w 4572002"/>
                  <a:gd name="connsiteY253" fmla="*/ 2836173 h 6858002"/>
                  <a:gd name="connsiteX254" fmla="*/ 3726625 w 4572002"/>
                  <a:gd name="connsiteY254" fmla="*/ 1508458 h 6858002"/>
                  <a:gd name="connsiteX255" fmla="*/ 3698531 w 4572002"/>
                  <a:gd name="connsiteY255" fmla="*/ 1596214 h 6858002"/>
                  <a:gd name="connsiteX256" fmla="*/ 3700436 w 4572002"/>
                  <a:gd name="connsiteY256" fmla="*/ 1624981 h 6858002"/>
                  <a:gd name="connsiteX257" fmla="*/ 3757017 w 4572002"/>
                  <a:gd name="connsiteY257" fmla="*/ 1697754 h 6858002"/>
                  <a:gd name="connsiteX258" fmla="*/ 3779686 w 4572002"/>
                  <a:gd name="connsiteY258" fmla="*/ 1733189 h 6858002"/>
                  <a:gd name="connsiteX259" fmla="*/ 3821407 w 4572002"/>
                  <a:gd name="connsiteY259" fmla="*/ 1833776 h 6858002"/>
                  <a:gd name="connsiteX260" fmla="*/ 3829028 w 4572002"/>
                  <a:gd name="connsiteY260" fmla="*/ 1842159 h 6858002"/>
                  <a:gd name="connsiteX261" fmla="*/ 3919519 w 4572002"/>
                  <a:gd name="connsiteY261" fmla="*/ 1916455 h 6858002"/>
                  <a:gd name="connsiteX262" fmla="*/ 3934949 w 4572002"/>
                  <a:gd name="connsiteY262" fmla="*/ 1933220 h 6858002"/>
                  <a:gd name="connsiteX263" fmla="*/ 3958954 w 4572002"/>
                  <a:gd name="connsiteY263" fmla="*/ 1953414 h 6858002"/>
                  <a:gd name="connsiteX264" fmla="*/ 4005437 w 4572002"/>
                  <a:gd name="connsiteY264" fmla="*/ 2016470 h 6858002"/>
                  <a:gd name="connsiteX265" fmla="*/ 4020296 w 4572002"/>
                  <a:gd name="connsiteY265" fmla="*/ 2094579 h 6858002"/>
                  <a:gd name="connsiteX266" fmla="*/ 4042967 w 4572002"/>
                  <a:gd name="connsiteY266" fmla="*/ 2188880 h 6858002"/>
                  <a:gd name="connsiteX267" fmla="*/ 4058207 w 4572002"/>
                  <a:gd name="connsiteY267" fmla="*/ 2228315 h 6858002"/>
                  <a:gd name="connsiteX268" fmla="*/ 4087164 w 4572002"/>
                  <a:gd name="connsiteY268" fmla="*/ 2334045 h 6858002"/>
                  <a:gd name="connsiteX269" fmla="*/ 4111549 w 4572002"/>
                  <a:gd name="connsiteY269" fmla="*/ 2409486 h 6858002"/>
                  <a:gd name="connsiteX270" fmla="*/ 4128650 w 4572002"/>
                  <a:gd name="connsiteY270" fmla="*/ 2435913 h 6858002"/>
                  <a:gd name="connsiteX271" fmla="*/ 4134481 w 4572002"/>
                  <a:gd name="connsiteY271" fmla="*/ 2463018 h 6858002"/>
                  <a:gd name="connsiteX272" fmla="*/ 4125839 w 4572002"/>
                  <a:gd name="connsiteY272" fmla="*/ 2518262 h 6858002"/>
                  <a:gd name="connsiteX273" fmla="*/ 4125838 w 4572002"/>
                  <a:gd name="connsiteY273" fmla="*/ 2518264 h 6858002"/>
                  <a:gd name="connsiteX274" fmla="*/ 4122194 w 4572002"/>
                  <a:gd name="connsiteY274" fmla="*/ 2545006 h 6858002"/>
                  <a:gd name="connsiteX275" fmla="*/ 4122194 w 4572002"/>
                  <a:gd name="connsiteY275" fmla="*/ 2545007 h 6858002"/>
                  <a:gd name="connsiteX276" fmla="*/ 4126408 w 4572002"/>
                  <a:gd name="connsiteY276" fmla="*/ 2571035 h 6858002"/>
                  <a:gd name="connsiteX277" fmla="*/ 4199563 w 4572002"/>
                  <a:gd name="connsiteY277" fmla="*/ 2668002 h 6858002"/>
                  <a:gd name="connsiteX278" fmla="*/ 4247953 w 4572002"/>
                  <a:gd name="connsiteY278" fmla="*/ 2745349 h 6858002"/>
                  <a:gd name="connsiteX279" fmla="*/ 4247954 w 4572002"/>
                  <a:gd name="connsiteY279" fmla="*/ 2745352 h 6858002"/>
                  <a:gd name="connsiteX280" fmla="*/ 4253873 w 4572002"/>
                  <a:gd name="connsiteY280" fmla="*/ 2778006 h 6858002"/>
                  <a:gd name="connsiteX281" fmla="*/ 4253453 w 4572002"/>
                  <a:gd name="connsiteY281" fmla="*/ 2785440 h 6858002"/>
                  <a:gd name="connsiteX282" fmla="*/ 4243374 w 4572002"/>
                  <a:gd name="connsiteY282" fmla="*/ 2811780 h 6858002"/>
                  <a:gd name="connsiteX283" fmla="*/ 4243371 w 4572002"/>
                  <a:gd name="connsiteY283" fmla="*/ 2811787 h 6858002"/>
                  <a:gd name="connsiteX284" fmla="*/ 4243372 w 4572002"/>
                  <a:gd name="connsiteY284" fmla="*/ 2811787 h 6858002"/>
                  <a:gd name="connsiteX285" fmla="*/ 4243374 w 4572002"/>
                  <a:gd name="connsiteY285" fmla="*/ 2811780 h 6858002"/>
                  <a:gd name="connsiteX286" fmla="*/ 4253025 w 4572002"/>
                  <a:gd name="connsiteY286" fmla="*/ 2793023 h 6858002"/>
                  <a:gd name="connsiteX287" fmla="*/ 4253453 w 4572002"/>
                  <a:gd name="connsiteY287" fmla="*/ 2785440 h 6858002"/>
                  <a:gd name="connsiteX288" fmla="*/ 4254654 w 4572002"/>
                  <a:gd name="connsiteY288" fmla="*/ 2782305 h 6858002"/>
                  <a:gd name="connsiteX289" fmla="*/ 4253873 w 4572002"/>
                  <a:gd name="connsiteY289" fmla="*/ 2778006 h 6858002"/>
                  <a:gd name="connsiteX290" fmla="*/ 4254284 w 4572002"/>
                  <a:gd name="connsiteY290" fmla="*/ 2770758 h 6858002"/>
                  <a:gd name="connsiteX291" fmla="*/ 4247954 w 4572002"/>
                  <a:gd name="connsiteY291" fmla="*/ 2745352 h 6858002"/>
                  <a:gd name="connsiteX292" fmla="*/ 4247953 w 4572002"/>
                  <a:gd name="connsiteY292" fmla="*/ 2745348 h 6858002"/>
                  <a:gd name="connsiteX293" fmla="*/ 4199563 w 4572002"/>
                  <a:gd name="connsiteY293" fmla="*/ 2668001 h 6858002"/>
                  <a:gd name="connsiteX294" fmla="*/ 4126408 w 4572002"/>
                  <a:gd name="connsiteY294" fmla="*/ 2571034 h 6858002"/>
                  <a:gd name="connsiteX295" fmla="*/ 4122194 w 4572002"/>
                  <a:gd name="connsiteY295" fmla="*/ 2545007 h 6858002"/>
                  <a:gd name="connsiteX296" fmla="*/ 4125838 w 4572002"/>
                  <a:gd name="connsiteY296" fmla="*/ 2518265 h 6858002"/>
                  <a:gd name="connsiteX297" fmla="*/ 4125839 w 4572002"/>
                  <a:gd name="connsiteY297" fmla="*/ 2518262 h 6858002"/>
                  <a:gd name="connsiteX298" fmla="*/ 4132419 w 4572002"/>
                  <a:gd name="connsiteY298" fmla="*/ 2490551 h 6858002"/>
                  <a:gd name="connsiteX299" fmla="*/ 4134481 w 4572002"/>
                  <a:gd name="connsiteY299" fmla="*/ 2463018 h 6858002"/>
                  <a:gd name="connsiteX300" fmla="*/ 4134481 w 4572002"/>
                  <a:gd name="connsiteY300" fmla="*/ 2463017 h 6858002"/>
                  <a:gd name="connsiteX301" fmla="*/ 4111549 w 4572002"/>
                  <a:gd name="connsiteY301" fmla="*/ 2409485 h 6858002"/>
                  <a:gd name="connsiteX302" fmla="*/ 4087164 w 4572002"/>
                  <a:gd name="connsiteY302" fmla="*/ 2334044 h 6858002"/>
                  <a:gd name="connsiteX303" fmla="*/ 4058207 w 4572002"/>
                  <a:gd name="connsiteY303" fmla="*/ 2228314 h 6858002"/>
                  <a:gd name="connsiteX304" fmla="*/ 4042967 w 4572002"/>
                  <a:gd name="connsiteY304" fmla="*/ 2188879 h 6858002"/>
                  <a:gd name="connsiteX305" fmla="*/ 4020296 w 4572002"/>
                  <a:gd name="connsiteY305" fmla="*/ 2094578 h 6858002"/>
                  <a:gd name="connsiteX306" fmla="*/ 4005437 w 4572002"/>
                  <a:gd name="connsiteY306" fmla="*/ 2016469 h 6858002"/>
                  <a:gd name="connsiteX307" fmla="*/ 3958954 w 4572002"/>
                  <a:gd name="connsiteY307" fmla="*/ 1953413 h 6858002"/>
                  <a:gd name="connsiteX308" fmla="*/ 3934949 w 4572002"/>
                  <a:gd name="connsiteY308" fmla="*/ 1933219 h 6858002"/>
                  <a:gd name="connsiteX309" fmla="*/ 3919519 w 4572002"/>
                  <a:gd name="connsiteY309" fmla="*/ 1916454 h 6858002"/>
                  <a:gd name="connsiteX310" fmla="*/ 3829028 w 4572002"/>
                  <a:gd name="connsiteY310" fmla="*/ 1842158 h 6858002"/>
                  <a:gd name="connsiteX311" fmla="*/ 3821407 w 4572002"/>
                  <a:gd name="connsiteY311" fmla="*/ 1833775 h 6858002"/>
                  <a:gd name="connsiteX312" fmla="*/ 3779686 w 4572002"/>
                  <a:gd name="connsiteY312" fmla="*/ 1733188 h 6858002"/>
                  <a:gd name="connsiteX313" fmla="*/ 3757018 w 4572002"/>
                  <a:gd name="connsiteY313" fmla="*/ 1697753 h 6858002"/>
                  <a:gd name="connsiteX314" fmla="*/ 3700436 w 4572002"/>
                  <a:gd name="connsiteY314" fmla="*/ 1624980 h 6858002"/>
                  <a:gd name="connsiteX315" fmla="*/ 3698532 w 4572002"/>
                  <a:gd name="connsiteY315" fmla="*/ 1596213 h 6858002"/>
                  <a:gd name="connsiteX316" fmla="*/ 3745230 w 4572002"/>
                  <a:gd name="connsiteY316" fmla="*/ 1459073 h 6858002"/>
                  <a:gd name="connsiteX317" fmla="*/ 3745229 w 4572002"/>
                  <a:gd name="connsiteY317" fmla="*/ 1459074 h 6858002"/>
                  <a:gd name="connsiteX318" fmla="*/ 3736012 w 4572002"/>
                  <a:gd name="connsiteY318" fmla="*/ 1481572 h 6858002"/>
                  <a:gd name="connsiteX319" fmla="*/ 3764423 w 4572002"/>
                  <a:gd name="connsiteY319" fmla="*/ 1268758 h 6858002"/>
                  <a:gd name="connsiteX320" fmla="*/ 3769590 w 4572002"/>
                  <a:gd name="connsiteY320" fmla="*/ 1286070 h 6858002"/>
                  <a:gd name="connsiteX321" fmla="*/ 3791927 w 4572002"/>
                  <a:gd name="connsiteY321" fmla="*/ 1350628 h 6858002"/>
                  <a:gd name="connsiteX322" fmla="*/ 3786333 w 4572002"/>
                  <a:gd name="connsiteY322" fmla="*/ 1413840 h 6858002"/>
                  <a:gd name="connsiteX323" fmla="*/ 3791928 w 4572002"/>
                  <a:gd name="connsiteY323" fmla="*/ 1350627 h 6858002"/>
                  <a:gd name="connsiteX324" fmla="*/ 3769590 w 4572002"/>
                  <a:gd name="connsiteY324" fmla="*/ 1286069 h 6858002"/>
                  <a:gd name="connsiteX325" fmla="*/ 3706152 w 4572002"/>
                  <a:gd name="connsiteY325" fmla="*/ 773035 h 6858002"/>
                  <a:gd name="connsiteX326" fmla="*/ 3706152 w 4572002"/>
                  <a:gd name="connsiteY326" fmla="*/ 773036 h 6858002"/>
                  <a:gd name="connsiteX327" fmla="*/ 3714152 w 4572002"/>
                  <a:gd name="connsiteY327" fmla="*/ 854380 h 6858002"/>
                  <a:gd name="connsiteX328" fmla="*/ 3745205 w 4572002"/>
                  <a:gd name="connsiteY328" fmla="*/ 915344 h 6858002"/>
                  <a:gd name="connsiteX329" fmla="*/ 3755683 w 4572002"/>
                  <a:gd name="connsiteY329" fmla="*/ 927156 h 6858002"/>
                  <a:gd name="connsiteX330" fmla="*/ 3752063 w 4572002"/>
                  <a:gd name="connsiteY330" fmla="*/ 1097088 h 6858002"/>
                  <a:gd name="connsiteX331" fmla="*/ 3747681 w 4572002"/>
                  <a:gd name="connsiteY331" fmla="*/ 1123186 h 6858002"/>
                  <a:gd name="connsiteX332" fmla="*/ 3772400 w 4572002"/>
                  <a:gd name="connsiteY332" fmla="*/ 1184029 h 6858002"/>
                  <a:gd name="connsiteX333" fmla="*/ 3747682 w 4572002"/>
                  <a:gd name="connsiteY333" fmla="*/ 1123185 h 6858002"/>
                  <a:gd name="connsiteX334" fmla="*/ 3752064 w 4572002"/>
                  <a:gd name="connsiteY334" fmla="*/ 1097087 h 6858002"/>
                  <a:gd name="connsiteX335" fmla="*/ 3755684 w 4572002"/>
                  <a:gd name="connsiteY335" fmla="*/ 927155 h 6858002"/>
                  <a:gd name="connsiteX336" fmla="*/ 3745206 w 4572002"/>
                  <a:gd name="connsiteY336" fmla="*/ 915343 h 6858002"/>
                  <a:gd name="connsiteX337" fmla="*/ 3714152 w 4572002"/>
                  <a:gd name="connsiteY337" fmla="*/ 854379 h 6858002"/>
                  <a:gd name="connsiteX338" fmla="*/ 3761553 w 4572002"/>
                  <a:gd name="connsiteY338" fmla="*/ 517851 h 6858002"/>
                  <a:gd name="connsiteX339" fmla="*/ 3752635 w 4572002"/>
                  <a:gd name="connsiteY339" fmla="*/ 556048 h 6858002"/>
                  <a:gd name="connsiteX340" fmla="*/ 3746157 w 4572002"/>
                  <a:gd name="connsiteY340" fmla="*/ 580051 h 6858002"/>
                  <a:gd name="connsiteX341" fmla="*/ 3742776 w 4572002"/>
                  <a:gd name="connsiteY341" fmla="*/ 642538 h 6858002"/>
                  <a:gd name="connsiteX342" fmla="*/ 3730253 w 4572002"/>
                  <a:gd name="connsiteY342" fmla="*/ 694928 h 6858002"/>
                  <a:gd name="connsiteX343" fmla="*/ 3742777 w 4572002"/>
                  <a:gd name="connsiteY343" fmla="*/ 642537 h 6858002"/>
                  <a:gd name="connsiteX344" fmla="*/ 3746158 w 4572002"/>
                  <a:gd name="connsiteY344" fmla="*/ 580050 h 6858002"/>
                  <a:gd name="connsiteX345" fmla="*/ 3752636 w 4572002"/>
                  <a:gd name="connsiteY345" fmla="*/ 556047 h 6858002"/>
                  <a:gd name="connsiteX346" fmla="*/ 3774848 w 4572002"/>
                  <a:gd name="connsiteY346" fmla="*/ 298169 h 6858002"/>
                  <a:gd name="connsiteX347" fmla="*/ 3760065 w 4572002"/>
                  <a:gd name="connsiteY347" fmla="*/ 313534 h 6858002"/>
                  <a:gd name="connsiteX348" fmla="*/ 3759493 w 4572002"/>
                  <a:gd name="connsiteY348" fmla="*/ 338871 h 6858002"/>
                  <a:gd name="connsiteX349" fmla="*/ 3759500 w 4572002"/>
                  <a:gd name="connsiteY349" fmla="*/ 338900 h 6858002"/>
                  <a:gd name="connsiteX350" fmla="*/ 3769400 w 4572002"/>
                  <a:gd name="connsiteY350" fmla="*/ 395640 h 6858002"/>
                  <a:gd name="connsiteX351" fmla="*/ 3765590 w 4572002"/>
                  <a:gd name="connsiteY351" fmla="*/ 367328 h 6858002"/>
                  <a:gd name="connsiteX352" fmla="*/ 3759500 w 4572002"/>
                  <a:gd name="connsiteY352" fmla="*/ 338900 h 6858002"/>
                  <a:gd name="connsiteX353" fmla="*/ 3759494 w 4572002"/>
                  <a:gd name="connsiteY353" fmla="*/ 338870 h 6858002"/>
                  <a:gd name="connsiteX354" fmla="*/ 3760066 w 4572002"/>
                  <a:gd name="connsiteY354" fmla="*/ 313533 h 6858002"/>
                  <a:gd name="connsiteX355" fmla="*/ 3782393 w 4572002"/>
                  <a:gd name="connsiteY355" fmla="*/ 281568 h 6858002"/>
                  <a:gd name="connsiteX356" fmla="*/ 3777498 w 4572002"/>
                  <a:gd name="connsiteY356" fmla="*/ 295415 h 6858002"/>
                  <a:gd name="connsiteX357" fmla="*/ 3777499 w 4572002"/>
                  <a:gd name="connsiteY357" fmla="*/ 295415 h 6858002"/>
                  <a:gd name="connsiteX358" fmla="*/ 3769073 w 4572002"/>
                  <a:gd name="connsiteY358" fmla="*/ 24486 h 6858002"/>
                  <a:gd name="connsiteX359" fmla="*/ 3766810 w 4572002"/>
                  <a:gd name="connsiteY359" fmla="*/ 74129 h 6858002"/>
                  <a:gd name="connsiteX360" fmla="*/ 3772734 w 4572002"/>
                  <a:gd name="connsiteY360" fmla="*/ 125861 h 6858002"/>
                  <a:gd name="connsiteX361" fmla="*/ 3777129 w 4572002"/>
                  <a:gd name="connsiteY361" fmla="*/ 153387 h 6858002"/>
                  <a:gd name="connsiteX362" fmla="*/ 3785402 w 4572002"/>
                  <a:gd name="connsiteY362" fmla="*/ 228944 h 6858002"/>
                  <a:gd name="connsiteX363" fmla="*/ 3780943 w 4572002"/>
                  <a:gd name="connsiteY363" fmla="*/ 177271 h 6858002"/>
                  <a:gd name="connsiteX364" fmla="*/ 3777129 w 4572002"/>
                  <a:gd name="connsiteY364" fmla="*/ 153387 h 6858002"/>
                  <a:gd name="connsiteX365" fmla="*/ 3776930 w 4572002"/>
                  <a:gd name="connsiteY365" fmla="*/ 151569 h 6858002"/>
                  <a:gd name="connsiteX366" fmla="*/ 3766811 w 4572002"/>
                  <a:gd name="connsiteY366" fmla="*/ 74129 h 6858002"/>
                  <a:gd name="connsiteX367" fmla="*/ 3766492 w 4572002"/>
                  <a:gd name="connsiteY367" fmla="*/ 0 h 6858002"/>
                  <a:gd name="connsiteX368" fmla="*/ 4230600 w 4572002"/>
                  <a:gd name="connsiteY368" fmla="*/ 0 h 6858002"/>
                  <a:gd name="connsiteX369" fmla="*/ 4229473 w 4572002"/>
                  <a:gd name="connsiteY369" fmla="*/ 2817 h 6858002"/>
                  <a:gd name="connsiteX370" fmla="*/ 4215375 w 4572002"/>
                  <a:gd name="connsiteY370" fmla="*/ 63587 h 6858002"/>
                  <a:gd name="connsiteX371" fmla="*/ 4201468 w 4572002"/>
                  <a:gd name="connsiteY371" fmla="*/ 176939 h 6858002"/>
                  <a:gd name="connsiteX372" fmla="*/ 4193466 w 4572002"/>
                  <a:gd name="connsiteY372" fmla="*/ 200182 h 6858002"/>
                  <a:gd name="connsiteX373" fmla="*/ 4155554 w 4572002"/>
                  <a:gd name="connsiteY373" fmla="*/ 340774 h 6858002"/>
                  <a:gd name="connsiteX374" fmla="*/ 4156319 w 4572002"/>
                  <a:gd name="connsiteY374" fmla="*/ 453364 h 6858002"/>
                  <a:gd name="connsiteX375" fmla="*/ 4158033 w 4572002"/>
                  <a:gd name="connsiteY375" fmla="*/ 462126 h 6858002"/>
                  <a:gd name="connsiteX376" fmla="*/ 4170605 w 4572002"/>
                  <a:gd name="connsiteY376" fmla="*/ 505182 h 6858002"/>
                  <a:gd name="connsiteX377" fmla="*/ 4167177 w 4572002"/>
                  <a:gd name="connsiteY377" fmla="*/ 571860 h 6858002"/>
                  <a:gd name="connsiteX378" fmla="*/ 4149840 w 4572002"/>
                  <a:gd name="connsiteY378" fmla="*/ 617772 h 6858002"/>
                  <a:gd name="connsiteX379" fmla="*/ 4149078 w 4572002"/>
                  <a:gd name="connsiteY379" fmla="*/ 674923 h 6858002"/>
                  <a:gd name="connsiteX380" fmla="*/ 4159937 w 4572002"/>
                  <a:gd name="connsiteY380" fmla="*/ 740268 h 6858002"/>
                  <a:gd name="connsiteX381" fmla="*/ 4162223 w 4572002"/>
                  <a:gd name="connsiteY381" fmla="*/ 769605 h 6858002"/>
                  <a:gd name="connsiteX382" fmla="*/ 4184703 w 4572002"/>
                  <a:gd name="connsiteY382" fmla="*/ 850189 h 6858002"/>
                  <a:gd name="connsiteX383" fmla="*/ 4179179 w 4572002"/>
                  <a:gd name="connsiteY383" fmla="*/ 898198 h 6858002"/>
                  <a:gd name="connsiteX384" fmla="*/ 4164319 w 4572002"/>
                  <a:gd name="connsiteY384" fmla="*/ 945444 h 6858002"/>
                  <a:gd name="connsiteX385" fmla="*/ 4150030 w 4572002"/>
                  <a:gd name="connsiteY385" fmla="*/ 975733 h 6858002"/>
                  <a:gd name="connsiteX386" fmla="*/ 4139934 w 4572002"/>
                  <a:gd name="connsiteY386" fmla="*/ 1036887 h 6858002"/>
                  <a:gd name="connsiteX387" fmla="*/ 4141458 w 4572002"/>
                  <a:gd name="connsiteY387" fmla="*/ 1048125 h 6858002"/>
                  <a:gd name="connsiteX388" fmla="*/ 4154032 w 4572002"/>
                  <a:gd name="connsiteY388" fmla="*/ 1230633 h 6858002"/>
                  <a:gd name="connsiteX389" fmla="*/ 4174225 w 4572002"/>
                  <a:gd name="connsiteY389" fmla="*/ 1303024 h 6858002"/>
                  <a:gd name="connsiteX390" fmla="*/ 4176701 w 4572002"/>
                  <a:gd name="connsiteY390" fmla="*/ 1318456 h 6858002"/>
                  <a:gd name="connsiteX391" fmla="*/ 4199372 w 4572002"/>
                  <a:gd name="connsiteY391" fmla="*/ 1472575 h 6858002"/>
                  <a:gd name="connsiteX392" fmla="*/ 4200325 w 4572002"/>
                  <a:gd name="connsiteY392" fmla="*/ 1489720 h 6858002"/>
                  <a:gd name="connsiteX393" fmla="*/ 4196324 w 4572002"/>
                  <a:gd name="connsiteY393" fmla="*/ 1537537 h 6858002"/>
                  <a:gd name="connsiteX394" fmla="*/ 4237474 w 4572002"/>
                  <a:gd name="connsiteY394" fmla="*/ 1650317 h 6858002"/>
                  <a:gd name="connsiteX395" fmla="*/ 4251572 w 4572002"/>
                  <a:gd name="connsiteY395" fmla="*/ 1763287 h 6858002"/>
                  <a:gd name="connsiteX396" fmla="*/ 4251380 w 4572002"/>
                  <a:gd name="connsiteY396" fmla="*/ 1825393 h 6858002"/>
                  <a:gd name="connsiteX397" fmla="*/ 4261478 w 4572002"/>
                  <a:gd name="connsiteY397" fmla="*/ 1869780 h 6858002"/>
                  <a:gd name="connsiteX398" fmla="*/ 4292149 w 4572002"/>
                  <a:gd name="connsiteY398" fmla="*/ 1978940 h 6858002"/>
                  <a:gd name="connsiteX399" fmla="*/ 4296911 w 4572002"/>
                  <a:gd name="connsiteY399" fmla="*/ 2030378 h 6858002"/>
                  <a:gd name="connsiteX400" fmla="*/ 4307201 w 4572002"/>
                  <a:gd name="connsiteY400" fmla="*/ 2085054 h 6858002"/>
                  <a:gd name="connsiteX401" fmla="*/ 4353302 w 4572002"/>
                  <a:gd name="connsiteY401" fmla="*/ 2220312 h 6858002"/>
                  <a:gd name="connsiteX402" fmla="*/ 4350636 w 4572002"/>
                  <a:gd name="connsiteY402" fmla="*/ 2330806 h 6858002"/>
                  <a:gd name="connsiteX403" fmla="*/ 4351206 w 4572002"/>
                  <a:gd name="connsiteY403" fmla="*/ 2401292 h 6858002"/>
                  <a:gd name="connsiteX404" fmla="*/ 4366446 w 4572002"/>
                  <a:gd name="connsiteY404" fmla="*/ 2485307 h 6858002"/>
                  <a:gd name="connsiteX405" fmla="*/ 4388736 w 4572002"/>
                  <a:gd name="connsiteY405" fmla="*/ 2554079 h 6858002"/>
                  <a:gd name="connsiteX406" fmla="*/ 4406453 w 4572002"/>
                  <a:gd name="connsiteY406" fmla="*/ 2649143 h 6858002"/>
                  <a:gd name="connsiteX407" fmla="*/ 4440554 w 4572002"/>
                  <a:gd name="connsiteY407" fmla="*/ 2743826 h 6858002"/>
                  <a:gd name="connsiteX408" fmla="*/ 4466653 w 4572002"/>
                  <a:gd name="connsiteY408" fmla="*/ 2809930 h 6858002"/>
                  <a:gd name="connsiteX409" fmla="*/ 4489705 w 4572002"/>
                  <a:gd name="connsiteY409" fmla="*/ 2901943 h 6858002"/>
                  <a:gd name="connsiteX410" fmla="*/ 4505897 w 4572002"/>
                  <a:gd name="connsiteY410" fmla="*/ 3042728 h 6858002"/>
                  <a:gd name="connsiteX411" fmla="*/ 4507613 w 4572002"/>
                  <a:gd name="connsiteY411" fmla="*/ 3107500 h 6858002"/>
                  <a:gd name="connsiteX412" fmla="*/ 4545521 w 4572002"/>
                  <a:gd name="connsiteY412" fmla="*/ 3209993 h 6858002"/>
                  <a:gd name="connsiteX413" fmla="*/ 4563811 w 4572002"/>
                  <a:gd name="connsiteY413" fmla="*/ 3253809 h 6858002"/>
                  <a:gd name="connsiteX414" fmla="*/ 4548570 w 4572002"/>
                  <a:gd name="connsiteY414" fmla="*/ 3293244 h 6858002"/>
                  <a:gd name="connsiteX415" fmla="*/ 4531043 w 4572002"/>
                  <a:gd name="connsiteY415" fmla="*/ 3318771 h 6858002"/>
                  <a:gd name="connsiteX416" fmla="*/ 4545904 w 4572002"/>
                  <a:gd name="connsiteY416" fmla="*/ 3399546 h 6858002"/>
                  <a:gd name="connsiteX417" fmla="*/ 4561524 w 4572002"/>
                  <a:gd name="connsiteY417" fmla="*/ 3485275 h 6858002"/>
                  <a:gd name="connsiteX418" fmla="*/ 4572002 w 4572002"/>
                  <a:gd name="connsiteY418" fmla="*/ 3546617 h 6858002"/>
                  <a:gd name="connsiteX419" fmla="*/ 4563620 w 4572002"/>
                  <a:gd name="connsiteY419" fmla="*/ 3623201 h 6858002"/>
                  <a:gd name="connsiteX420" fmla="*/ 4560192 w 4572002"/>
                  <a:gd name="connsiteY420" fmla="*/ 3683591 h 6858002"/>
                  <a:gd name="connsiteX421" fmla="*/ 4550476 w 4572002"/>
                  <a:gd name="connsiteY421" fmla="*/ 3732361 h 6858002"/>
                  <a:gd name="connsiteX422" fmla="*/ 4544759 w 4572002"/>
                  <a:gd name="connsiteY422" fmla="*/ 3749506 h 6858002"/>
                  <a:gd name="connsiteX423" fmla="*/ 4500182 w 4572002"/>
                  <a:gd name="connsiteY423" fmla="*/ 3885338 h 6858002"/>
                  <a:gd name="connsiteX424" fmla="*/ 4464557 w 4572002"/>
                  <a:gd name="connsiteY424" fmla="*/ 4030503 h 6858002"/>
                  <a:gd name="connsiteX425" fmla="*/ 4487039 w 4572002"/>
                  <a:gd name="connsiteY425" fmla="*/ 4124614 h 6858002"/>
                  <a:gd name="connsiteX426" fmla="*/ 4486656 w 4572002"/>
                  <a:gd name="connsiteY426" fmla="*/ 4159667 h 6858002"/>
                  <a:gd name="connsiteX427" fmla="*/ 4491801 w 4572002"/>
                  <a:gd name="connsiteY427" fmla="*/ 4320837 h 6858002"/>
                  <a:gd name="connsiteX428" fmla="*/ 4497325 w 4572002"/>
                  <a:gd name="connsiteY428" fmla="*/ 4349222 h 6858002"/>
                  <a:gd name="connsiteX429" fmla="*/ 4474653 w 4572002"/>
                  <a:gd name="connsiteY429" fmla="*/ 4502579 h 6858002"/>
                  <a:gd name="connsiteX430" fmla="*/ 4470844 w 4572002"/>
                  <a:gd name="connsiteY430" fmla="*/ 4558207 h 6858002"/>
                  <a:gd name="connsiteX431" fmla="*/ 4464557 w 4572002"/>
                  <a:gd name="connsiteY431" fmla="*/ 4609452 h 6858002"/>
                  <a:gd name="connsiteX432" fmla="*/ 4463033 w 4572002"/>
                  <a:gd name="connsiteY432" fmla="*/ 4681083 h 6858002"/>
                  <a:gd name="connsiteX433" fmla="*/ 4465891 w 4572002"/>
                  <a:gd name="connsiteY433" fmla="*/ 4755381 h 6858002"/>
                  <a:gd name="connsiteX434" fmla="*/ 4465319 w 4572002"/>
                  <a:gd name="connsiteY434" fmla="*/ 4838250 h 6858002"/>
                  <a:gd name="connsiteX435" fmla="*/ 4460367 w 4572002"/>
                  <a:gd name="connsiteY435" fmla="*/ 4871019 h 6858002"/>
                  <a:gd name="connsiteX436" fmla="*/ 4463795 w 4572002"/>
                  <a:gd name="connsiteY436" fmla="*/ 4959602 h 6858002"/>
                  <a:gd name="connsiteX437" fmla="*/ 4458082 w 4572002"/>
                  <a:gd name="connsiteY437" fmla="*/ 5006086 h 6858002"/>
                  <a:gd name="connsiteX438" fmla="*/ 4456937 w 4572002"/>
                  <a:gd name="connsiteY438" fmla="*/ 5082670 h 6858002"/>
                  <a:gd name="connsiteX439" fmla="*/ 4455603 w 4572002"/>
                  <a:gd name="connsiteY439" fmla="*/ 5107627 h 6858002"/>
                  <a:gd name="connsiteX440" fmla="*/ 4454840 w 4572002"/>
                  <a:gd name="connsiteY440" fmla="*/ 5129916 h 6858002"/>
                  <a:gd name="connsiteX441" fmla="*/ 4470464 w 4572002"/>
                  <a:gd name="connsiteY441" fmla="*/ 5206308 h 6858002"/>
                  <a:gd name="connsiteX442" fmla="*/ 4471415 w 4572002"/>
                  <a:gd name="connsiteY442" fmla="*/ 5274129 h 6858002"/>
                  <a:gd name="connsiteX443" fmla="*/ 4483990 w 4572002"/>
                  <a:gd name="connsiteY443" fmla="*/ 5393005 h 6858002"/>
                  <a:gd name="connsiteX444" fmla="*/ 4479607 w 4572002"/>
                  <a:gd name="connsiteY444" fmla="*/ 5419295 h 6858002"/>
                  <a:gd name="connsiteX445" fmla="*/ 4477894 w 4572002"/>
                  <a:gd name="connsiteY445" fmla="*/ 5501594 h 6858002"/>
                  <a:gd name="connsiteX446" fmla="*/ 4476560 w 4572002"/>
                  <a:gd name="connsiteY446" fmla="*/ 5548460 h 6858002"/>
                  <a:gd name="connsiteX447" fmla="*/ 4485703 w 4572002"/>
                  <a:gd name="connsiteY447" fmla="*/ 5606372 h 6858002"/>
                  <a:gd name="connsiteX448" fmla="*/ 4505134 w 4572002"/>
                  <a:gd name="connsiteY448" fmla="*/ 5706959 h 6858002"/>
                  <a:gd name="connsiteX449" fmla="*/ 4508183 w 4572002"/>
                  <a:gd name="connsiteY449" fmla="*/ 5733440 h 6858002"/>
                  <a:gd name="connsiteX450" fmla="*/ 4517519 w 4572002"/>
                  <a:gd name="connsiteY450" fmla="*/ 5781830 h 6858002"/>
                  <a:gd name="connsiteX451" fmla="*/ 4519234 w 4572002"/>
                  <a:gd name="connsiteY451" fmla="*/ 5790592 h 6858002"/>
                  <a:gd name="connsiteX452" fmla="*/ 4542855 w 4572002"/>
                  <a:gd name="connsiteY452" fmla="*/ 5864318 h 6858002"/>
                  <a:gd name="connsiteX453" fmla="*/ 4544759 w 4572002"/>
                  <a:gd name="connsiteY453" fmla="*/ 5902610 h 6858002"/>
                  <a:gd name="connsiteX454" fmla="*/ 4544951 w 4572002"/>
                  <a:gd name="connsiteY454" fmla="*/ 6012723 h 6858002"/>
                  <a:gd name="connsiteX455" fmla="*/ 4541332 w 4572002"/>
                  <a:gd name="connsiteY455" fmla="*/ 6059397 h 6858002"/>
                  <a:gd name="connsiteX456" fmla="*/ 4527426 w 4572002"/>
                  <a:gd name="connsiteY456" fmla="*/ 6171605 h 6858002"/>
                  <a:gd name="connsiteX457" fmla="*/ 4520568 w 4572002"/>
                  <a:gd name="connsiteY457" fmla="*/ 6242093 h 6858002"/>
                  <a:gd name="connsiteX458" fmla="*/ 4509706 w 4572002"/>
                  <a:gd name="connsiteY458" fmla="*/ 6323058 h 6858002"/>
                  <a:gd name="connsiteX459" fmla="*/ 4502848 w 4572002"/>
                  <a:gd name="connsiteY459" fmla="*/ 6415833 h 6858002"/>
                  <a:gd name="connsiteX460" fmla="*/ 4482084 w 4572002"/>
                  <a:gd name="connsiteY460" fmla="*/ 6584812 h 6858002"/>
                  <a:gd name="connsiteX461" fmla="*/ 4460557 w 4572002"/>
                  <a:gd name="connsiteY461" fmla="*/ 6748458 h 6858002"/>
                  <a:gd name="connsiteX462" fmla="*/ 4441507 w 4572002"/>
                  <a:gd name="connsiteY462" fmla="*/ 6815516 h 6858002"/>
                  <a:gd name="connsiteX463" fmla="*/ 4431806 w 4572002"/>
                  <a:gd name="connsiteY463" fmla="*/ 6858001 h 6858002"/>
                  <a:gd name="connsiteX464" fmla="*/ 4259554 w 4572002"/>
                  <a:gd name="connsiteY464" fmla="*/ 6858001 h 6858002"/>
                  <a:gd name="connsiteX465" fmla="*/ 4259554 w 4572002"/>
                  <a:gd name="connsiteY465" fmla="*/ 6858002 h 6858002"/>
                  <a:gd name="connsiteX466" fmla="*/ 0 w 4572002"/>
                  <a:gd name="connsiteY466" fmla="*/ 6858002 h 6858002"/>
                  <a:gd name="connsiteX467" fmla="*/ 0 w 4572002"/>
                  <a:gd name="connsiteY467" fmla="*/ 2 h 6858002"/>
                  <a:gd name="connsiteX468" fmla="*/ 3766492 w 4572002"/>
                  <a:gd name="connsiteY468" fmla="*/ 1 h 6858002"/>
                  <a:gd name="connsiteX469" fmla="*/ 3769210 w 4572002"/>
                  <a:gd name="connsiteY469" fmla="*/ 21486 h 6858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4572002" h="6858002">
                    <a:moveTo>
                      <a:pt x="4214994" y="6564620"/>
                    </a:moveTo>
                    <a:lnTo>
                      <a:pt x="4214994" y="6564621"/>
                    </a:lnTo>
                    <a:cubicBezTo>
                      <a:pt x="4225281" y="6575479"/>
                      <a:pt x="4231378" y="6582147"/>
                      <a:pt x="4237474" y="6588626"/>
                    </a:cubicBezTo>
                    <a:lnTo>
                      <a:pt x="4254096" y="6625225"/>
                    </a:lnTo>
                    <a:lnTo>
                      <a:pt x="4247001" y="6662540"/>
                    </a:lnTo>
                    <a:lnTo>
                      <a:pt x="4247000" y="6662541"/>
                    </a:lnTo>
                    <a:lnTo>
                      <a:pt x="4246999" y="6662544"/>
                    </a:lnTo>
                    <a:lnTo>
                      <a:pt x="4235550" y="6683027"/>
                    </a:lnTo>
                    <a:lnTo>
                      <a:pt x="4232403" y="6702976"/>
                    </a:lnTo>
                    <a:lnTo>
                      <a:pt x="4232403" y="6702977"/>
                    </a:lnTo>
                    <a:cubicBezTo>
                      <a:pt x="4232808" y="6716169"/>
                      <a:pt x="4237951" y="6729219"/>
                      <a:pt x="4246238" y="6742553"/>
                    </a:cubicBezTo>
                    <a:lnTo>
                      <a:pt x="4246239" y="6742555"/>
                    </a:lnTo>
                    <a:lnTo>
                      <a:pt x="4265716" y="6812062"/>
                    </a:lnTo>
                    <a:lnTo>
                      <a:pt x="4265717" y="6812064"/>
                    </a:lnTo>
                    <a:lnTo>
                      <a:pt x="4265717" y="6812063"/>
                    </a:lnTo>
                    <a:lnTo>
                      <a:pt x="4265716" y="6812062"/>
                    </a:lnTo>
                    <a:lnTo>
                      <a:pt x="4260942" y="6776800"/>
                    </a:lnTo>
                    <a:lnTo>
                      <a:pt x="4246239" y="6742555"/>
                    </a:lnTo>
                    <a:lnTo>
                      <a:pt x="4246238" y="6742552"/>
                    </a:lnTo>
                    <a:lnTo>
                      <a:pt x="4232403" y="6702976"/>
                    </a:lnTo>
                    <a:lnTo>
                      <a:pt x="4246999" y="6662544"/>
                    </a:lnTo>
                    <a:lnTo>
                      <a:pt x="4247000" y="6662542"/>
                    </a:lnTo>
                    <a:lnTo>
                      <a:pt x="4247001" y="6662540"/>
                    </a:lnTo>
                    <a:lnTo>
                      <a:pt x="4254084" y="6645552"/>
                    </a:lnTo>
                    <a:lnTo>
                      <a:pt x="4254096" y="6625225"/>
                    </a:lnTo>
                    <a:lnTo>
                      <a:pt x="4254096" y="6625224"/>
                    </a:lnTo>
                    <a:cubicBezTo>
                      <a:pt x="4252000" y="6611341"/>
                      <a:pt x="4245951" y="6597578"/>
                      <a:pt x="4237474" y="6588625"/>
                    </a:cubicBezTo>
                    <a:close/>
                    <a:moveTo>
                      <a:pt x="4295315" y="6438981"/>
                    </a:moveTo>
                    <a:lnTo>
                      <a:pt x="4275385" y="6463840"/>
                    </a:lnTo>
                    <a:lnTo>
                      <a:pt x="4275382" y="6463849"/>
                    </a:lnTo>
                    <a:lnTo>
                      <a:pt x="4261587" y="6513012"/>
                    </a:lnTo>
                    <a:lnTo>
                      <a:pt x="4242781" y="6546194"/>
                    </a:lnTo>
                    <a:lnTo>
                      <a:pt x="4242781" y="6546195"/>
                    </a:lnTo>
                    <a:lnTo>
                      <a:pt x="4259120" y="6521804"/>
                    </a:lnTo>
                    <a:lnTo>
                      <a:pt x="4261587" y="6513012"/>
                    </a:lnTo>
                    <a:lnTo>
                      <a:pt x="4264398" y="6508052"/>
                    </a:lnTo>
                    <a:lnTo>
                      <a:pt x="4275382" y="6463849"/>
                    </a:lnTo>
                    <a:lnTo>
                      <a:pt x="4275385" y="6463841"/>
                    </a:lnTo>
                    <a:cubicBezTo>
                      <a:pt x="4278336" y="6451650"/>
                      <a:pt x="4285813" y="6444077"/>
                      <a:pt x="4295315" y="6438981"/>
                    </a:cubicBezTo>
                    <a:close/>
                    <a:moveTo>
                      <a:pt x="4381289" y="6365204"/>
                    </a:moveTo>
                    <a:lnTo>
                      <a:pt x="4380008" y="6387910"/>
                    </a:lnTo>
                    <a:lnTo>
                      <a:pt x="4378243" y="6391549"/>
                    </a:lnTo>
                    <a:lnTo>
                      <a:pt x="4370589" y="6407332"/>
                    </a:lnTo>
                    <a:lnTo>
                      <a:pt x="4370589" y="6407333"/>
                    </a:lnTo>
                    <a:lnTo>
                      <a:pt x="4378243" y="6391549"/>
                    </a:lnTo>
                    <a:lnTo>
                      <a:pt x="4380008" y="6387910"/>
                    </a:lnTo>
                    <a:close/>
                    <a:moveTo>
                      <a:pt x="4142220" y="4221391"/>
                    </a:moveTo>
                    <a:lnTo>
                      <a:pt x="4142220" y="4221392"/>
                    </a:lnTo>
                    <a:cubicBezTo>
                      <a:pt x="4142982" y="4232061"/>
                      <a:pt x="4143172" y="4243873"/>
                      <a:pt x="4147936" y="4253015"/>
                    </a:cubicBezTo>
                    <a:cubicBezTo>
                      <a:pt x="4160129" y="4277402"/>
                      <a:pt x="4175749" y="4300071"/>
                      <a:pt x="4187752" y="4324646"/>
                    </a:cubicBezTo>
                    <a:lnTo>
                      <a:pt x="4196706" y="4363891"/>
                    </a:lnTo>
                    <a:lnTo>
                      <a:pt x="4195944" y="4482004"/>
                    </a:lnTo>
                    <a:cubicBezTo>
                      <a:pt x="4193276" y="4546776"/>
                      <a:pt x="4192704" y="4612500"/>
                      <a:pt x="4135934" y="4659174"/>
                    </a:cubicBezTo>
                    <a:cubicBezTo>
                      <a:pt x="4131362" y="4662986"/>
                      <a:pt x="4128694" y="4671176"/>
                      <a:pt x="4127932" y="4677655"/>
                    </a:cubicBezTo>
                    <a:cubicBezTo>
                      <a:pt x="4124313" y="4707564"/>
                      <a:pt x="4123931" y="4738235"/>
                      <a:pt x="4118025" y="4767764"/>
                    </a:cubicBezTo>
                    <a:cubicBezTo>
                      <a:pt x="4115644" y="4779575"/>
                      <a:pt x="4114835" y="4790387"/>
                      <a:pt x="4116716" y="4800483"/>
                    </a:cubicBezTo>
                    <a:lnTo>
                      <a:pt x="4116716" y="4800484"/>
                    </a:lnTo>
                    <a:cubicBezTo>
                      <a:pt x="4118597" y="4810581"/>
                      <a:pt x="4123170" y="4819964"/>
                      <a:pt x="4131552" y="4828917"/>
                    </a:cubicBezTo>
                    <a:lnTo>
                      <a:pt x="4153733" y="4863343"/>
                    </a:lnTo>
                    <a:lnTo>
                      <a:pt x="4161262" y="4889275"/>
                    </a:lnTo>
                    <a:lnTo>
                      <a:pt x="4159557" y="4912168"/>
                    </a:lnTo>
                    <a:cubicBezTo>
                      <a:pt x="4157842" y="4919978"/>
                      <a:pt x="4157485" y="4927122"/>
                      <a:pt x="4158155" y="4933804"/>
                    </a:cubicBezTo>
                    <a:lnTo>
                      <a:pt x="4158155" y="4933805"/>
                    </a:lnTo>
                    <a:lnTo>
                      <a:pt x="4162914" y="4952673"/>
                    </a:lnTo>
                    <a:lnTo>
                      <a:pt x="4165707" y="4957454"/>
                    </a:lnTo>
                    <a:lnTo>
                      <a:pt x="4166985" y="4961456"/>
                    </a:lnTo>
                    <a:cubicBezTo>
                      <a:pt x="4171496" y="4970097"/>
                      <a:pt x="4177202" y="4978394"/>
                      <a:pt x="4182989" y="4987038"/>
                    </a:cubicBezTo>
                    <a:cubicBezTo>
                      <a:pt x="4194228" y="5003802"/>
                      <a:pt x="4208326" y="5022853"/>
                      <a:pt x="4209468" y="5041522"/>
                    </a:cubicBezTo>
                    <a:cubicBezTo>
                      <a:pt x="4210087" y="5052096"/>
                      <a:pt x="4213005" y="5062300"/>
                      <a:pt x="4216684" y="5072376"/>
                    </a:cubicBezTo>
                    <a:lnTo>
                      <a:pt x="4222587" y="5087441"/>
                    </a:lnTo>
                    <a:lnTo>
                      <a:pt x="4235615" y="5133220"/>
                    </a:lnTo>
                    <a:lnTo>
                      <a:pt x="4235616" y="5133225"/>
                    </a:lnTo>
                    <a:lnTo>
                      <a:pt x="4228901" y="5166113"/>
                    </a:lnTo>
                    <a:lnTo>
                      <a:pt x="4228901" y="5166114"/>
                    </a:lnTo>
                    <a:cubicBezTo>
                      <a:pt x="4228139" y="5167638"/>
                      <a:pt x="4228712" y="5169781"/>
                      <a:pt x="4229593" y="5172091"/>
                    </a:cubicBezTo>
                    <a:lnTo>
                      <a:pt x="4232139" y="5179068"/>
                    </a:lnTo>
                    <a:cubicBezTo>
                      <a:pt x="4235759" y="5196595"/>
                      <a:pt x="4235807" y="5213598"/>
                      <a:pt x="4231973" y="5229434"/>
                    </a:cubicBezTo>
                    <a:lnTo>
                      <a:pt x="4225669" y="5241089"/>
                    </a:lnTo>
                    <a:lnTo>
                      <a:pt x="4208517" y="5272796"/>
                    </a:lnTo>
                    <a:cubicBezTo>
                      <a:pt x="4196871" y="5285441"/>
                      <a:pt x="4189165" y="5298595"/>
                      <a:pt x="4184613" y="5312288"/>
                    </a:cubicBezTo>
                    <a:lnTo>
                      <a:pt x="4183557" y="5321350"/>
                    </a:lnTo>
                    <a:lnTo>
                      <a:pt x="4181083" y="5326163"/>
                    </a:lnTo>
                    <a:lnTo>
                      <a:pt x="4179637" y="5355014"/>
                    </a:lnTo>
                    <a:lnTo>
                      <a:pt x="4179637" y="5355015"/>
                    </a:lnTo>
                    <a:cubicBezTo>
                      <a:pt x="4180286" y="5364883"/>
                      <a:pt x="4181989" y="5375003"/>
                      <a:pt x="4184513" y="5385385"/>
                    </a:cubicBezTo>
                    <a:cubicBezTo>
                      <a:pt x="4187752" y="5398722"/>
                      <a:pt x="4190038" y="5412058"/>
                      <a:pt x="4192704" y="5425583"/>
                    </a:cubicBezTo>
                    <a:cubicBezTo>
                      <a:pt x="4196514" y="5443871"/>
                      <a:pt x="4200516" y="5462352"/>
                      <a:pt x="4204327" y="5480638"/>
                    </a:cubicBezTo>
                    <a:lnTo>
                      <a:pt x="4208850" y="5507668"/>
                    </a:lnTo>
                    <a:lnTo>
                      <a:pt x="4198232" y="5531692"/>
                    </a:lnTo>
                    <a:lnTo>
                      <a:pt x="4198231" y="5531693"/>
                    </a:lnTo>
                    <a:cubicBezTo>
                      <a:pt x="4191181" y="5537600"/>
                      <a:pt x="4187989" y="5542649"/>
                      <a:pt x="4188085" y="5547578"/>
                    </a:cubicBezTo>
                    <a:lnTo>
                      <a:pt x="4188085" y="5547579"/>
                    </a:lnTo>
                    <a:cubicBezTo>
                      <a:pt x="4188180" y="5552508"/>
                      <a:pt x="4191562" y="5557318"/>
                      <a:pt x="4197659" y="5562747"/>
                    </a:cubicBezTo>
                    <a:cubicBezTo>
                      <a:pt x="4240332" y="5600468"/>
                      <a:pt x="4267003" y="5646190"/>
                      <a:pt x="4268907" y="5704484"/>
                    </a:cubicBezTo>
                    <a:cubicBezTo>
                      <a:pt x="4269289" y="5716486"/>
                      <a:pt x="4271954" y="5728679"/>
                      <a:pt x="4274812" y="5740489"/>
                    </a:cubicBezTo>
                    <a:cubicBezTo>
                      <a:pt x="4276527" y="5747729"/>
                      <a:pt x="4278433" y="5756494"/>
                      <a:pt x="4283578" y="5760874"/>
                    </a:cubicBezTo>
                    <a:cubicBezTo>
                      <a:pt x="4322821" y="5794975"/>
                      <a:pt x="4350063" y="5837458"/>
                      <a:pt x="4371973" y="5883752"/>
                    </a:cubicBezTo>
                    <a:lnTo>
                      <a:pt x="4371974" y="5883757"/>
                    </a:lnTo>
                    <a:lnTo>
                      <a:pt x="4389877" y="5935946"/>
                    </a:lnTo>
                    <a:lnTo>
                      <a:pt x="4389878" y="5935950"/>
                    </a:lnTo>
                    <a:lnTo>
                      <a:pt x="4386259" y="5993290"/>
                    </a:lnTo>
                    <a:lnTo>
                      <a:pt x="4386259" y="5993291"/>
                    </a:lnTo>
                    <a:cubicBezTo>
                      <a:pt x="4385116" y="6004531"/>
                      <a:pt x="4385306" y="6017485"/>
                      <a:pt x="4379782" y="6026440"/>
                    </a:cubicBezTo>
                    <a:cubicBezTo>
                      <a:pt x="4362445" y="6054825"/>
                      <a:pt x="4343778" y="6082258"/>
                      <a:pt x="4323583" y="6108738"/>
                    </a:cubicBezTo>
                    <a:cubicBezTo>
                      <a:pt x="4314914" y="6120074"/>
                      <a:pt x="4309961" y="6126884"/>
                      <a:pt x="4309890" y="6133314"/>
                    </a:cubicBezTo>
                    <a:lnTo>
                      <a:pt x="4309890" y="6133315"/>
                    </a:lnTo>
                    <a:lnTo>
                      <a:pt x="4313591" y="6143190"/>
                    </a:lnTo>
                    <a:lnTo>
                      <a:pt x="4325486" y="6155600"/>
                    </a:lnTo>
                    <a:lnTo>
                      <a:pt x="4325488" y="6155603"/>
                    </a:lnTo>
                    <a:cubicBezTo>
                      <a:pt x="4347778" y="6175798"/>
                      <a:pt x="4359398" y="6200945"/>
                      <a:pt x="4364160" y="6228757"/>
                    </a:cubicBezTo>
                    <a:lnTo>
                      <a:pt x="4381497" y="6361540"/>
                    </a:lnTo>
                    <a:lnTo>
                      <a:pt x="4381497" y="6361539"/>
                    </a:lnTo>
                    <a:cubicBezTo>
                      <a:pt x="4377877" y="6317151"/>
                      <a:pt x="4371590" y="6272764"/>
                      <a:pt x="4364160" y="6228756"/>
                    </a:cubicBezTo>
                    <a:cubicBezTo>
                      <a:pt x="4359398" y="6200944"/>
                      <a:pt x="4347778" y="6175797"/>
                      <a:pt x="4325488" y="6155602"/>
                    </a:cubicBezTo>
                    <a:lnTo>
                      <a:pt x="4325486" y="6155600"/>
                    </a:lnTo>
                    <a:lnTo>
                      <a:pt x="4309890" y="6133315"/>
                    </a:lnTo>
                    <a:lnTo>
                      <a:pt x="4323583" y="6108739"/>
                    </a:lnTo>
                    <a:cubicBezTo>
                      <a:pt x="4343778" y="6082259"/>
                      <a:pt x="4362445" y="6054826"/>
                      <a:pt x="4379782" y="6026441"/>
                    </a:cubicBezTo>
                    <a:cubicBezTo>
                      <a:pt x="4385306" y="6017486"/>
                      <a:pt x="4385116" y="6004532"/>
                      <a:pt x="4386259" y="5993292"/>
                    </a:cubicBezTo>
                    <a:lnTo>
                      <a:pt x="4386259" y="5993290"/>
                    </a:lnTo>
                    <a:lnTo>
                      <a:pt x="4389712" y="5964477"/>
                    </a:lnTo>
                    <a:lnTo>
                      <a:pt x="4389878" y="5935950"/>
                    </a:lnTo>
                    <a:lnTo>
                      <a:pt x="4389878" y="5935949"/>
                    </a:lnTo>
                    <a:lnTo>
                      <a:pt x="4389877" y="5935946"/>
                    </a:lnTo>
                    <a:lnTo>
                      <a:pt x="4382997" y="5909351"/>
                    </a:lnTo>
                    <a:lnTo>
                      <a:pt x="4371974" y="5883757"/>
                    </a:lnTo>
                    <a:lnTo>
                      <a:pt x="4371973" y="5883751"/>
                    </a:lnTo>
                    <a:cubicBezTo>
                      <a:pt x="4350063" y="5837457"/>
                      <a:pt x="4322821" y="5794974"/>
                      <a:pt x="4283578" y="5760873"/>
                    </a:cubicBezTo>
                    <a:cubicBezTo>
                      <a:pt x="4278433" y="5756493"/>
                      <a:pt x="4276527" y="5747728"/>
                      <a:pt x="4274812" y="5740488"/>
                    </a:cubicBezTo>
                    <a:cubicBezTo>
                      <a:pt x="4271954" y="5728678"/>
                      <a:pt x="4269289" y="5716485"/>
                      <a:pt x="4268907" y="5704483"/>
                    </a:cubicBezTo>
                    <a:cubicBezTo>
                      <a:pt x="4267003" y="5646189"/>
                      <a:pt x="4240332" y="5600467"/>
                      <a:pt x="4197659" y="5562746"/>
                    </a:cubicBezTo>
                    <a:lnTo>
                      <a:pt x="4188085" y="5547578"/>
                    </a:lnTo>
                    <a:lnTo>
                      <a:pt x="4198231" y="5531694"/>
                    </a:lnTo>
                    <a:lnTo>
                      <a:pt x="4198232" y="5531692"/>
                    </a:lnTo>
                    <a:lnTo>
                      <a:pt x="4206630" y="5520422"/>
                    </a:lnTo>
                    <a:lnTo>
                      <a:pt x="4208850" y="5507668"/>
                    </a:lnTo>
                    <a:lnTo>
                      <a:pt x="4208850" y="5507667"/>
                    </a:lnTo>
                    <a:cubicBezTo>
                      <a:pt x="4208803" y="5498832"/>
                      <a:pt x="4206231" y="5489497"/>
                      <a:pt x="4204327" y="5480637"/>
                    </a:cubicBezTo>
                    <a:cubicBezTo>
                      <a:pt x="4200516" y="5462351"/>
                      <a:pt x="4196514" y="5443870"/>
                      <a:pt x="4192704" y="5425582"/>
                    </a:cubicBezTo>
                    <a:cubicBezTo>
                      <a:pt x="4190038" y="5412057"/>
                      <a:pt x="4187752" y="5398721"/>
                      <a:pt x="4184513" y="5385384"/>
                    </a:cubicBezTo>
                    <a:lnTo>
                      <a:pt x="4179637" y="5355014"/>
                    </a:lnTo>
                    <a:lnTo>
                      <a:pt x="4183557" y="5321350"/>
                    </a:lnTo>
                    <a:lnTo>
                      <a:pt x="4208517" y="5272797"/>
                    </a:lnTo>
                    <a:lnTo>
                      <a:pt x="4225669" y="5241089"/>
                    </a:lnTo>
                    <a:lnTo>
                      <a:pt x="4231973" y="5229433"/>
                    </a:lnTo>
                    <a:lnTo>
                      <a:pt x="4232139" y="5179068"/>
                    </a:lnTo>
                    <a:lnTo>
                      <a:pt x="4232139" y="5179067"/>
                    </a:lnTo>
                    <a:cubicBezTo>
                      <a:pt x="4231663" y="5176876"/>
                      <a:pt x="4230473" y="5174400"/>
                      <a:pt x="4229593" y="5172090"/>
                    </a:cubicBezTo>
                    <a:lnTo>
                      <a:pt x="4228901" y="5166114"/>
                    </a:lnTo>
                    <a:lnTo>
                      <a:pt x="4235616" y="5133225"/>
                    </a:lnTo>
                    <a:lnTo>
                      <a:pt x="4235616" y="5133224"/>
                    </a:lnTo>
                    <a:lnTo>
                      <a:pt x="4235615" y="5133220"/>
                    </a:lnTo>
                    <a:lnTo>
                      <a:pt x="4228473" y="5102461"/>
                    </a:lnTo>
                    <a:lnTo>
                      <a:pt x="4222587" y="5087441"/>
                    </a:lnTo>
                    <a:lnTo>
                      <a:pt x="4222582" y="5087423"/>
                    </a:lnTo>
                    <a:cubicBezTo>
                      <a:pt x="4216496" y="5072411"/>
                      <a:pt x="4210397" y="5057381"/>
                      <a:pt x="4209468" y="5041521"/>
                    </a:cubicBezTo>
                    <a:cubicBezTo>
                      <a:pt x="4208326" y="5022852"/>
                      <a:pt x="4194228" y="5003801"/>
                      <a:pt x="4182989" y="4987037"/>
                    </a:cubicBezTo>
                    <a:lnTo>
                      <a:pt x="4165707" y="4957454"/>
                    </a:lnTo>
                    <a:lnTo>
                      <a:pt x="4158155" y="4933805"/>
                    </a:lnTo>
                    <a:lnTo>
                      <a:pt x="4159557" y="4912169"/>
                    </a:lnTo>
                    <a:cubicBezTo>
                      <a:pt x="4161319" y="4904358"/>
                      <a:pt x="4161831" y="4896714"/>
                      <a:pt x="4161262" y="4889276"/>
                    </a:cubicBezTo>
                    <a:lnTo>
                      <a:pt x="4161262" y="4889275"/>
                    </a:lnTo>
                    <a:lnTo>
                      <a:pt x="4156484" y="4867614"/>
                    </a:lnTo>
                    <a:lnTo>
                      <a:pt x="4153733" y="4863343"/>
                    </a:lnTo>
                    <a:lnTo>
                      <a:pt x="4151983" y="4857317"/>
                    </a:lnTo>
                    <a:cubicBezTo>
                      <a:pt x="4146840" y="4847214"/>
                      <a:pt x="4139839" y="4837703"/>
                      <a:pt x="4131552" y="4828916"/>
                    </a:cubicBezTo>
                    <a:lnTo>
                      <a:pt x="4116716" y="4800483"/>
                    </a:lnTo>
                    <a:lnTo>
                      <a:pt x="4118025" y="4767765"/>
                    </a:lnTo>
                    <a:cubicBezTo>
                      <a:pt x="4123931" y="4738236"/>
                      <a:pt x="4124313" y="4707565"/>
                      <a:pt x="4127932" y="4677656"/>
                    </a:cubicBezTo>
                    <a:cubicBezTo>
                      <a:pt x="4128694" y="4671177"/>
                      <a:pt x="4131362" y="4662987"/>
                      <a:pt x="4135934" y="4659175"/>
                    </a:cubicBezTo>
                    <a:cubicBezTo>
                      <a:pt x="4192704" y="4612501"/>
                      <a:pt x="4193276" y="4546777"/>
                      <a:pt x="4195944" y="4482005"/>
                    </a:cubicBezTo>
                    <a:cubicBezTo>
                      <a:pt x="4197659" y="4442762"/>
                      <a:pt x="4197659" y="4403326"/>
                      <a:pt x="4196706" y="4363891"/>
                    </a:cubicBezTo>
                    <a:lnTo>
                      <a:pt x="4196706" y="4363890"/>
                    </a:lnTo>
                    <a:cubicBezTo>
                      <a:pt x="4196514" y="4350554"/>
                      <a:pt x="4193466" y="4336457"/>
                      <a:pt x="4187752" y="4324645"/>
                    </a:cubicBezTo>
                    <a:cubicBezTo>
                      <a:pt x="4175749" y="4300070"/>
                      <a:pt x="4160129" y="4277401"/>
                      <a:pt x="4147936" y="4253014"/>
                    </a:cubicBezTo>
                    <a:close/>
                    <a:moveTo>
                      <a:pt x="4211111" y="2836172"/>
                    </a:moveTo>
                    <a:lnTo>
                      <a:pt x="4202421" y="2848793"/>
                    </a:lnTo>
                    <a:cubicBezTo>
                      <a:pt x="4197421" y="2865010"/>
                      <a:pt x="4191562" y="2881307"/>
                      <a:pt x="4186816" y="2897785"/>
                    </a:cubicBezTo>
                    <a:lnTo>
                      <a:pt x="4185787" y="2903551"/>
                    </a:lnTo>
                    <a:lnTo>
                      <a:pt x="4182513" y="2914328"/>
                    </a:lnTo>
                    <a:lnTo>
                      <a:pt x="4177882" y="2947858"/>
                    </a:lnTo>
                    <a:lnTo>
                      <a:pt x="4177881" y="2947862"/>
                    </a:lnTo>
                    <a:lnTo>
                      <a:pt x="4177881" y="2947863"/>
                    </a:lnTo>
                    <a:cubicBezTo>
                      <a:pt x="4177512" y="2959157"/>
                      <a:pt x="4178512" y="2970576"/>
                      <a:pt x="4181465" y="2982149"/>
                    </a:cubicBezTo>
                    <a:lnTo>
                      <a:pt x="4193158" y="3077402"/>
                    </a:lnTo>
                    <a:lnTo>
                      <a:pt x="4180703" y="3172654"/>
                    </a:lnTo>
                    <a:cubicBezTo>
                      <a:pt x="4154794" y="3276480"/>
                      <a:pt x="4127362" y="3380305"/>
                      <a:pt x="4133076" y="3489467"/>
                    </a:cubicBezTo>
                    <a:cubicBezTo>
                      <a:pt x="4134028" y="3507563"/>
                      <a:pt x="4122407" y="3529090"/>
                      <a:pt x="4110977" y="3544713"/>
                    </a:cubicBezTo>
                    <a:cubicBezTo>
                      <a:pt x="4100119" y="3559668"/>
                      <a:pt x="4094260" y="3566812"/>
                      <a:pt x="4093355" y="3574408"/>
                    </a:cubicBezTo>
                    <a:lnTo>
                      <a:pt x="4093355" y="3574409"/>
                    </a:lnTo>
                    <a:cubicBezTo>
                      <a:pt x="4092450" y="3582005"/>
                      <a:pt x="4096499" y="3590054"/>
                      <a:pt x="4105453" y="3606818"/>
                    </a:cubicBezTo>
                    <a:cubicBezTo>
                      <a:pt x="4109835" y="3614820"/>
                      <a:pt x="4112501" y="3624726"/>
                      <a:pt x="4118979" y="3630633"/>
                    </a:cubicBezTo>
                    <a:lnTo>
                      <a:pt x="4136708" y="3654416"/>
                    </a:lnTo>
                    <a:lnTo>
                      <a:pt x="4140382" y="3668940"/>
                    </a:lnTo>
                    <a:lnTo>
                      <a:pt x="4143220" y="3680164"/>
                    </a:lnTo>
                    <a:lnTo>
                      <a:pt x="4139172" y="3734837"/>
                    </a:lnTo>
                    <a:lnTo>
                      <a:pt x="4139172" y="3734838"/>
                    </a:lnTo>
                    <a:cubicBezTo>
                      <a:pt x="4138220" y="3741316"/>
                      <a:pt x="4136886" y="3749126"/>
                      <a:pt x="4139554" y="3754653"/>
                    </a:cubicBezTo>
                    <a:lnTo>
                      <a:pt x="4145911" y="3789776"/>
                    </a:lnTo>
                    <a:lnTo>
                      <a:pt x="4130980" y="3822472"/>
                    </a:lnTo>
                    <a:cubicBezTo>
                      <a:pt x="4123932" y="3831902"/>
                      <a:pt x="4118312" y="3842046"/>
                      <a:pt x="4116645" y="3852619"/>
                    </a:cubicBezTo>
                    <a:lnTo>
                      <a:pt x="4116645" y="3852620"/>
                    </a:lnTo>
                    <a:lnTo>
                      <a:pt x="4117425" y="3868764"/>
                    </a:lnTo>
                    <a:lnTo>
                      <a:pt x="4126028" y="3885337"/>
                    </a:lnTo>
                    <a:lnTo>
                      <a:pt x="4126028" y="3885339"/>
                    </a:lnTo>
                    <a:cubicBezTo>
                      <a:pt x="4135744" y="3897722"/>
                      <a:pt x="4143150" y="3910319"/>
                      <a:pt x="4148409" y="3923125"/>
                    </a:cubicBezTo>
                    <a:lnTo>
                      <a:pt x="4157913" y="3962160"/>
                    </a:lnTo>
                    <a:lnTo>
                      <a:pt x="4142221" y="4043838"/>
                    </a:lnTo>
                    <a:lnTo>
                      <a:pt x="4142220" y="4043839"/>
                    </a:lnTo>
                    <a:cubicBezTo>
                      <a:pt x="4133457" y="4063842"/>
                      <a:pt x="4128075" y="4083702"/>
                      <a:pt x="4127099" y="4103825"/>
                    </a:cubicBezTo>
                    <a:lnTo>
                      <a:pt x="4127099" y="4103826"/>
                    </a:lnTo>
                    <a:lnTo>
                      <a:pt x="4129066" y="4134256"/>
                    </a:lnTo>
                    <a:lnTo>
                      <a:pt x="4138410" y="4165382"/>
                    </a:lnTo>
                    <a:lnTo>
                      <a:pt x="4138410" y="4165384"/>
                    </a:lnTo>
                    <a:lnTo>
                      <a:pt x="4142315" y="4192388"/>
                    </a:lnTo>
                    <a:lnTo>
                      <a:pt x="4142315" y="4192387"/>
                    </a:lnTo>
                    <a:cubicBezTo>
                      <a:pt x="4142411" y="4182767"/>
                      <a:pt x="4141839" y="4173480"/>
                      <a:pt x="4138410" y="4165383"/>
                    </a:cubicBezTo>
                    <a:lnTo>
                      <a:pt x="4138410" y="4165382"/>
                    </a:lnTo>
                    <a:lnTo>
                      <a:pt x="4127099" y="4103826"/>
                    </a:lnTo>
                    <a:lnTo>
                      <a:pt x="4142220" y="4043840"/>
                    </a:lnTo>
                    <a:lnTo>
                      <a:pt x="4142221" y="4043838"/>
                    </a:lnTo>
                    <a:lnTo>
                      <a:pt x="4155523" y="4002410"/>
                    </a:lnTo>
                    <a:lnTo>
                      <a:pt x="4157913" y="3962160"/>
                    </a:lnTo>
                    <a:lnTo>
                      <a:pt x="4157913" y="3962159"/>
                    </a:lnTo>
                    <a:cubicBezTo>
                      <a:pt x="4155651" y="3935727"/>
                      <a:pt x="4145460" y="3910104"/>
                      <a:pt x="4126028" y="3885338"/>
                    </a:cubicBezTo>
                    <a:lnTo>
                      <a:pt x="4126028" y="3885337"/>
                    </a:lnTo>
                    <a:lnTo>
                      <a:pt x="4116645" y="3852620"/>
                    </a:lnTo>
                    <a:lnTo>
                      <a:pt x="4130980" y="3822473"/>
                    </a:lnTo>
                    <a:cubicBezTo>
                      <a:pt x="4139172" y="3811614"/>
                      <a:pt x="4144316" y="3800897"/>
                      <a:pt x="4145911" y="3789777"/>
                    </a:cubicBezTo>
                    <a:lnTo>
                      <a:pt x="4145911" y="3789776"/>
                    </a:lnTo>
                    <a:cubicBezTo>
                      <a:pt x="4147507" y="3778655"/>
                      <a:pt x="4145554" y="3767130"/>
                      <a:pt x="4139554" y="3754652"/>
                    </a:cubicBezTo>
                    <a:lnTo>
                      <a:pt x="4139172" y="3734838"/>
                    </a:lnTo>
                    <a:lnTo>
                      <a:pt x="4143220" y="3680164"/>
                    </a:lnTo>
                    <a:lnTo>
                      <a:pt x="4143220" y="3680163"/>
                    </a:lnTo>
                    <a:lnTo>
                      <a:pt x="4140382" y="3668940"/>
                    </a:lnTo>
                    <a:lnTo>
                      <a:pt x="4136708" y="3654416"/>
                    </a:lnTo>
                    <a:lnTo>
                      <a:pt x="4136708" y="3654416"/>
                    </a:lnTo>
                    <a:lnTo>
                      <a:pt x="4136708" y="3654415"/>
                    </a:lnTo>
                    <a:cubicBezTo>
                      <a:pt x="4132898" y="3646123"/>
                      <a:pt x="4127219" y="3638157"/>
                      <a:pt x="4118979" y="3630632"/>
                    </a:cubicBezTo>
                    <a:cubicBezTo>
                      <a:pt x="4112501" y="3624725"/>
                      <a:pt x="4109835" y="3614819"/>
                      <a:pt x="4105453" y="3606817"/>
                    </a:cubicBezTo>
                    <a:cubicBezTo>
                      <a:pt x="4100976" y="3598435"/>
                      <a:pt x="4097725" y="3592232"/>
                      <a:pt x="4095707" y="3587174"/>
                    </a:cubicBezTo>
                    <a:lnTo>
                      <a:pt x="4093355" y="3574408"/>
                    </a:lnTo>
                    <a:lnTo>
                      <a:pt x="4098434" y="3562321"/>
                    </a:lnTo>
                    <a:cubicBezTo>
                      <a:pt x="4101369" y="3557716"/>
                      <a:pt x="4105548" y="3552191"/>
                      <a:pt x="4110977" y="3544714"/>
                    </a:cubicBezTo>
                    <a:cubicBezTo>
                      <a:pt x="4122407" y="3529091"/>
                      <a:pt x="4134028" y="3507564"/>
                      <a:pt x="4133076" y="3489468"/>
                    </a:cubicBezTo>
                    <a:cubicBezTo>
                      <a:pt x="4127362" y="3380306"/>
                      <a:pt x="4154794" y="3276481"/>
                      <a:pt x="4180703" y="3172655"/>
                    </a:cubicBezTo>
                    <a:cubicBezTo>
                      <a:pt x="4188705" y="3140650"/>
                      <a:pt x="4192943" y="3109026"/>
                      <a:pt x="4193158" y="3077402"/>
                    </a:cubicBezTo>
                    <a:lnTo>
                      <a:pt x="4193158" y="3077401"/>
                    </a:lnTo>
                    <a:cubicBezTo>
                      <a:pt x="4193372" y="3045777"/>
                      <a:pt x="4189562" y="3014153"/>
                      <a:pt x="4181465" y="2982148"/>
                    </a:cubicBezTo>
                    <a:lnTo>
                      <a:pt x="4177881" y="2947863"/>
                    </a:lnTo>
                    <a:lnTo>
                      <a:pt x="4177882" y="2947858"/>
                    </a:lnTo>
                    <a:lnTo>
                      <a:pt x="4185787" y="2903551"/>
                    </a:lnTo>
                    <a:lnTo>
                      <a:pt x="4202421" y="2848794"/>
                    </a:lnTo>
                    <a:cubicBezTo>
                      <a:pt x="4203754" y="2844317"/>
                      <a:pt x="4207040" y="2839983"/>
                      <a:pt x="4211111" y="2836173"/>
                    </a:cubicBezTo>
                    <a:close/>
                    <a:moveTo>
                      <a:pt x="3726625" y="1508458"/>
                    </a:moveTo>
                    <a:lnTo>
                      <a:pt x="3698531" y="1596214"/>
                    </a:lnTo>
                    <a:cubicBezTo>
                      <a:pt x="3696054" y="1604979"/>
                      <a:pt x="3697579" y="1615837"/>
                      <a:pt x="3700436" y="1624981"/>
                    </a:cubicBezTo>
                    <a:cubicBezTo>
                      <a:pt x="3710152" y="1656224"/>
                      <a:pt x="3734537" y="1676037"/>
                      <a:pt x="3757017" y="1697754"/>
                    </a:cubicBezTo>
                    <a:cubicBezTo>
                      <a:pt x="3766924" y="1707280"/>
                      <a:pt x="3773972" y="1720424"/>
                      <a:pt x="3779686" y="1733189"/>
                    </a:cubicBezTo>
                    <a:cubicBezTo>
                      <a:pt x="3794357" y="1766336"/>
                      <a:pt x="3807501" y="1800247"/>
                      <a:pt x="3821407" y="1833776"/>
                    </a:cubicBezTo>
                    <a:cubicBezTo>
                      <a:pt x="3822741" y="1837014"/>
                      <a:pt x="3826170" y="1839680"/>
                      <a:pt x="3829028" y="1842159"/>
                    </a:cubicBezTo>
                    <a:cubicBezTo>
                      <a:pt x="3859129" y="1866923"/>
                      <a:pt x="3889418" y="1891498"/>
                      <a:pt x="3919519" y="1916455"/>
                    </a:cubicBezTo>
                    <a:cubicBezTo>
                      <a:pt x="3925233" y="1921217"/>
                      <a:pt x="3929425" y="1928077"/>
                      <a:pt x="3934949" y="1933220"/>
                    </a:cubicBezTo>
                    <a:cubicBezTo>
                      <a:pt x="3942569" y="1940460"/>
                      <a:pt x="3949810" y="1949604"/>
                      <a:pt x="3958954" y="1953414"/>
                    </a:cubicBezTo>
                    <a:cubicBezTo>
                      <a:pt x="3987719" y="1965225"/>
                      <a:pt x="4000103" y="1987895"/>
                      <a:pt x="4005437" y="2016470"/>
                    </a:cubicBezTo>
                    <a:cubicBezTo>
                      <a:pt x="4010390" y="2042571"/>
                      <a:pt x="4014582" y="2068670"/>
                      <a:pt x="4020296" y="2094579"/>
                    </a:cubicBezTo>
                    <a:cubicBezTo>
                      <a:pt x="4027154" y="2126202"/>
                      <a:pt x="4034584" y="2157637"/>
                      <a:pt x="4042967" y="2188880"/>
                    </a:cubicBezTo>
                    <a:cubicBezTo>
                      <a:pt x="4046587" y="2202405"/>
                      <a:pt x="4050777" y="2216693"/>
                      <a:pt x="4058207" y="2228315"/>
                    </a:cubicBezTo>
                    <a:cubicBezTo>
                      <a:pt x="4078782" y="2260891"/>
                      <a:pt x="4092688" y="2295754"/>
                      <a:pt x="4087164" y="2334045"/>
                    </a:cubicBezTo>
                    <a:cubicBezTo>
                      <a:pt x="4082782" y="2364716"/>
                      <a:pt x="4094022" y="2390435"/>
                      <a:pt x="4111549" y="2409486"/>
                    </a:cubicBezTo>
                    <a:cubicBezTo>
                      <a:pt x="4119503" y="2418155"/>
                      <a:pt x="4125016" y="2426977"/>
                      <a:pt x="4128650" y="2435913"/>
                    </a:cubicBezTo>
                    <a:lnTo>
                      <a:pt x="4134481" y="2463018"/>
                    </a:lnTo>
                    <a:lnTo>
                      <a:pt x="4125839" y="2518262"/>
                    </a:lnTo>
                    <a:lnTo>
                      <a:pt x="4125838" y="2518264"/>
                    </a:lnTo>
                    <a:cubicBezTo>
                      <a:pt x="4123171" y="2527790"/>
                      <a:pt x="4122027" y="2536457"/>
                      <a:pt x="4122194" y="2545006"/>
                    </a:cubicBezTo>
                    <a:lnTo>
                      <a:pt x="4122194" y="2545007"/>
                    </a:lnTo>
                    <a:cubicBezTo>
                      <a:pt x="4122360" y="2553556"/>
                      <a:pt x="4123837" y="2561986"/>
                      <a:pt x="4126408" y="2571035"/>
                    </a:cubicBezTo>
                    <a:cubicBezTo>
                      <a:pt x="4138410" y="2612946"/>
                      <a:pt x="4170987" y="2640951"/>
                      <a:pt x="4199563" y="2668002"/>
                    </a:cubicBezTo>
                    <a:cubicBezTo>
                      <a:pt x="4223947" y="2691055"/>
                      <a:pt x="4237663" y="2716964"/>
                      <a:pt x="4247953" y="2745349"/>
                    </a:cubicBezTo>
                    <a:lnTo>
                      <a:pt x="4247954" y="2745352"/>
                    </a:lnTo>
                    <a:lnTo>
                      <a:pt x="4253873" y="2778006"/>
                    </a:lnTo>
                    <a:lnTo>
                      <a:pt x="4253453" y="2785440"/>
                    </a:lnTo>
                    <a:lnTo>
                      <a:pt x="4243374" y="2811780"/>
                    </a:lnTo>
                    <a:lnTo>
                      <a:pt x="4243371" y="2811787"/>
                    </a:lnTo>
                    <a:lnTo>
                      <a:pt x="4243372" y="2811787"/>
                    </a:lnTo>
                    <a:lnTo>
                      <a:pt x="4243374" y="2811780"/>
                    </a:lnTo>
                    <a:lnTo>
                      <a:pt x="4253025" y="2793023"/>
                    </a:lnTo>
                    <a:lnTo>
                      <a:pt x="4253453" y="2785440"/>
                    </a:lnTo>
                    <a:lnTo>
                      <a:pt x="4254654" y="2782305"/>
                    </a:lnTo>
                    <a:lnTo>
                      <a:pt x="4253873" y="2778006"/>
                    </a:lnTo>
                    <a:lnTo>
                      <a:pt x="4254284" y="2770758"/>
                    </a:lnTo>
                    <a:lnTo>
                      <a:pt x="4247954" y="2745352"/>
                    </a:lnTo>
                    <a:lnTo>
                      <a:pt x="4247953" y="2745348"/>
                    </a:lnTo>
                    <a:cubicBezTo>
                      <a:pt x="4237663" y="2716963"/>
                      <a:pt x="4223947" y="2691054"/>
                      <a:pt x="4199563" y="2668001"/>
                    </a:cubicBezTo>
                    <a:cubicBezTo>
                      <a:pt x="4170987" y="2640950"/>
                      <a:pt x="4138410" y="2612945"/>
                      <a:pt x="4126408" y="2571034"/>
                    </a:cubicBezTo>
                    <a:lnTo>
                      <a:pt x="4122194" y="2545007"/>
                    </a:lnTo>
                    <a:lnTo>
                      <a:pt x="4125838" y="2518265"/>
                    </a:lnTo>
                    <a:lnTo>
                      <a:pt x="4125839" y="2518262"/>
                    </a:lnTo>
                    <a:lnTo>
                      <a:pt x="4132419" y="2490551"/>
                    </a:lnTo>
                    <a:lnTo>
                      <a:pt x="4134481" y="2463018"/>
                    </a:lnTo>
                    <a:lnTo>
                      <a:pt x="4134481" y="2463017"/>
                    </a:lnTo>
                    <a:cubicBezTo>
                      <a:pt x="4133600" y="2444777"/>
                      <a:pt x="4127457" y="2426822"/>
                      <a:pt x="4111549" y="2409485"/>
                    </a:cubicBezTo>
                    <a:cubicBezTo>
                      <a:pt x="4094022" y="2390434"/>
                      <a:pt x="4082782" y="2364715"/>
                      <a:pt x="4087164" y="2334044"/>
                    </a:cubicBezTo>
                    <a:cubicBezTo>
                      <a:pt x="4092688" y="2295753"/>
                      <a:pt x="4078782" y="2260890"/>
                      <a:pt x="4058207" y="2228314"/>
                    </a:cubicBezTo>
                    <a:cubicBezTo>
                      <a:pt x="4050777" y="2216692"/>
                      <a:pt x="4046587" y="2202404"/>
                      <a:pt x="4042967" y="2188879"/>
                    </a:cubicBezTo>
                    <a:cubicBezTo>
                      <a:pt x="4034584" y="2157636"/>
                      <a:pt x="4027154" y="2126201"/>
                      <a:pt x="4020296" y="2094578"/>
                    </a:cubicBezTo>
                    <a:cubicBezTo>
                      <a:pt x="4014582" y="2068669"/>
                      <a:pt x="4010390" y="2042570"/>
                      <a:pt x="4005437" y="2016469"/>
                    </a:cubicBezTo>
                    <a:cubicBezTo>
                      <a:pt x="4000103" y="1987894"/>
                      <a:pt x="3987719" y="1965224"/>
                      <a:pt x="3958954" y="1953413"/>
                    </a:cubicBezTo>
                    <a:cubicBezTo>
                      <a:pt x="3949810" y="1949603"/>
                      <a:pt x="3942569" y="1940459"/>
                      <a:pt x="3934949" y="1933219"/>
                    </a:cubicBezTo>
                    <a:cubicBezTo>
                      <a:pt x="3929425" y="1928076"/>
                      <a:pt x="3925233" y="1921216"/>
                      <a:pt x="3919519" y="1916454"/>
                    </a:cubicBezTo>
                    <a:cubicBezTo>
                      <a:pt x="3889418" y="1891497"/>
                      <a:pt x="3859129" y="1866922"/>
                      <a:pt x="3829028" y="1842158"/>
                    </a:cubicBezTo>
                    <a:cubicBezTo>
                      <a:pt x="3826170" y="1839679"/>
                      <a:pt x="3822741" y="1837013"/>
                      <a:pt x="3821407" y="1833775"/>
                    </a:cubicBezTo>
                    <a:cubicBezTo>
                      <a:pt x="3807501" y="1800246"/>
                      <a:pt x="3794358" y="1766335"/>
                      <a:pt x="3779686" y="1733188"/>
                    </a:cubicBezTo>
                    <a:cubicBezTo>
                      <a:pt x="3773972" y="1720423"/>
                      <a:pt x="3766924" y="1707279"/>
                      <a:pt x="3757018" y="1697753"/>
                    </a:cubicBezTo>
                    <a:cubicBezTo>
                      <a:pt x="3734538" y="1676036"/>
                      <a:pt x="3710152" y="1656223"/>
                      <a:pt x="3700436" y="1624980"/>
                    </a:cubicBezTo>
                    <a:cubicBezTo>
                      <a:pt x="3697580" y="1615836"/>
                      <a:pt x="3696055" y="1604978"/>
                      <a:pt x="3698532" y="1596213"/>
                    </a:cubicBezTo>
                    <a:close/>
                    <a:moveTo>
                      <a:pt x="3745230" y="1459073"/>
                    </a:moveTo>
                    <a:lnTo>
                      <a:pt x="3745229" y="1459074"/>
                    </a:lnTo>
                    <a:lnTo>
                      <a:pt x="3736012" y="1481572"/>
                    </a:lnTo>
                    <a:close/>
                    <a:moveTo>
                      <a:pt x="3764423" y="1268758"/>
                    </a:moveTo>
                    <a:cubicBezTo>
                      <a:pt x="3764875" y="1275402"/>
                      <a:pt x="3766447" y="1281689"/>
                      <a:pt x="3769590" y="1286070"/>
                    </a:cubicBezTo>
                    <a:cubicBezTo>
                      <a:pt x="3784163" y="1306930"/>
                      <a:pt x="3790403" y="1328553"/>
                      <a:pt x="3791927" y="1350628"/>
                    </a:cubicBezTo>
                    <a:lnTo>
                      <a:pt x="3786333" y="1413840"/>
                    </a:lnTo>
                    <a:lnTo>
                      <a:pt x="3791928" y="1350627"/>
                    </a:lnTo>
                    <a:cubicBezTo>
                      <a:pt x="3790403" y="1328552"/>
                      <a:pt x="3784164" y="1306930"/>
                      <a:pt x="3769590" y="1286069"/>
                    </a:cubicBezTo>
                    <a:close/>
                    <a:moveTo>
                      <a:pt x="3706152" y="773035"/>
                    </a:moveTo>
                    <a:lnTo>
                      <a:pt x="3706152" y="773036"/>
                    </a:lnTo>
                    <a:cubicBezTo>
                      <a:pt x="3708438" y="800277"/>
                      <a:pt x="3711676" y="827330"/>
                      <a:pt x="3714152" y="854380"/>
                    </a:cubicBezTo>
                    <a:cubicBezTo>
                      <a:pt x="3716438" y="878957"/>
                      <a:pt x="3717200" y="903723"/>
                      <a:pt x="3745205" y="915344"/>
                    </a:cubicBezTo>
                    <a:cubicBezTo>
                      <a:pt x="3749587" y="917060"/>
                      <a:pt x="3752825" y="922774"/>
                      <a:pt x="3755683" y="927156"/>
                    </a:cubicBezTo>
                    <a:cubicBezTo>
                      <a:pt x="3799691" y="994786"/>
                      <a:pt x="3798547" y="1030981"/>
                      <a:pt x="3752063" y="1097088"/>
                    </a:cubicBezTo>
                    <a:cubicBezTo>
                      <a:pt x="3747301" y="1103946"/>
                      <a:pt x="3743871" y="1118614"/>
                      <a:pt x="3747681" y="1123186"/>
                    </a:cubicBezTo>
                    <a:cubicBezTo>
                      <a:pt x="3763493" y="1142618"/>
                      <a:pt x="3770542" y="1162954"/>
                      <a:pt x="3772400" y="1184029"/>
                    </a:cubicBezTo>
                    <a:cubicBezTo>
                      <a:pt x="3770542" y="1162954"/>
                      <a:pt x="3763494" y="1142617"/>
                      <a:pt x="3747682" y="1123185"/>
                    </a:cubicBezTo>
                    <a:cubicBezTo>
                      <a:pt x="3743872" y="1118613"/>
                      <a:pt x="3747302" y="1103945"/>
                      <a:pt x="3752064" y="1097087"/>
                    </a:cubicBezTo>
                    <a:cubicBezTo>
                      <a:pt x="3798548" y="1030980"/>
                      <a:pt x="3799692" y="994785"/>
                      <a:pt x="3755684" y="927155"/>
                    </a:cubicBezTo>
                    <a:cubicBezTo>
                      <a:pt x="3752826" y="922773"/>
                      <a:pt x="3749588" y="917059"/>
                      <a:pt x="3745206" y="915343"/>
                    </a:cubicBezTo>
                    <a:cubicBezTo>
                      <a:pt x="3717200" y="903722"/>
                      <a:pt x="3716438" y="878956"/>
                      <a:pt x="3714152" y="854379"/>
                    </a:cubicBezTo>
                    <a:close/>
                    <a:moveTo>
                      <a:pt x="3761553" y="517851"/>
                    </a:moveTo>
                    <a:lnTo>
                      <a:pt x="3752635" y="556048"/>
                    </a:lnTo>
                    <a:cubicBezTo>
                      <a:pt x="3750539" y="564049"/>
                      <a:pt x="3745015" y="572623"/>
                      <a:pt x="3746157" y="580051"/>
                    </a:cubicBezTo>
                    <a:cubicBezTo>
                      <a:pt x="3749491" y="601579"/>
                      <a:pt x="3747062" y="622201"/>
                      <a:pt x="3742776" y="642538"/>
                    </a:cubicBezTo>
                    <a:lnTo>
                      <a:pt x="3730253" y="694928"/>
                    </a:lnTo>
                    <a:lnTo>
                      <a:pt x="3742777" y="642537"/>
                    </a:lnTo>
                    <a:cubicBezTo>
                      <a:pt x="3747063" y="622201"/>
                      <a:pt x="3749492" y="601578"/>
                      <a:pt x="3746158" y="580050"/>
                    </a:cubicBezTo>
                    <a:cubicBezTo>
                      <a:pt x="3745016" y="572622"/>
                      <a:pt x="3750540" y="564048"/>
                      <a:pt x="3752636" y="556047"/>
                    </a:cubicBezTo>
                    <a:close/>
                    <a:moveTo>
                      <a:pt x="3774848" y="298169"/>
                    </a:moveTo>
                    <a:lnTo>
                      <a:pt x="3760065" y="313534"/>
                    </a:lnTo>
                    <a:cubicBezTo>
                      <a:pt x="3755873" y="316390"/>
                      <a:pt x="3758159" y="330299"/>
                      <a:pt x="3759493" y="338871"/>
                    </a:cubicBezTo>
                    <a:lnTo>
                      <a:pt x="3759500" y="338900"/>
                    </a:lnTo>
                    <a:lnTo>
                      <a:pt x="3769400" y="395640"/>
                    </a:lnTo>
                    <a:lnTo>
                      <a:pt x="3765590" y="367328"/>
                    </a:lnTo>
                    <a:lnTo>
                      <a:pt x="3759500" y="338900"/>
                    </a:lnTo>
                    <a:lnTo>
                      <a:pt x="3759494" y="338870"/>
                    </a:lnTo>
                    <a:cubicBezTo>
                      <a:pt x="3758160" y="330298"/>
                      <a:pt x="3755874" y="316389"/>
                      <a:pt x="3760066" y="313533"/>
                    </a:cubicBezTo>
                    <a:close/>
                    <a:moveTo>
                      <a:pt x="3782393" y="281568"/>
                    </a:moveTo>
                    <a:lnTo>
                      <a:pt x="3777498" y="295415"/>
                    </a:lnTo>
                    <a:lnTo>
                      <a:pt x="3777499" y="295415"/>
                    </a:lnTo>
                    <a:close/>
                    <a:moveTo>
                      <a:pt x="3769073" y="24486"/>
                    </a:moveTo>
                    <a:lnTo>
                      <a:pt x="3766810" y="74129"/>
                    </a:lnTo>
                    <a:cubicBezTo>
                      <a:pt x="3767733" y="91492"/>
                      <a:pt x="3770043" y="108703"/>
                      <a:pt x="3772734" y="125861"/>
                    </a:cubicBezTo>
                    <a:lnTo>
                      <a:pt x="3777129" y="153387"/>
                    </a:lnTo>
                    <a:lnTo>
                      <a:pt x="3785402" y="228944"/>
                    </a:lnTo>
                    <a:lnTo>
                      <a:pt x="3780943" y="177271"/>
                    </a:lnTo>
                    <a:lnTo>
                      <a:pt x="3777129" y="153387"/>
                    </a:lnTo>
                    <a:lnTo>
                      <a:pt x="3776930" y="151569"/>
                    </a:lnTo>
                    <a:cubicBezTo>
                      <a:pt x="3772700" y="125876"/>
                      <a:pt x="3768195" y="100174"/>
                      <a:pt x="3766811" y="74129"/>
                    </a:cubicBezTo>
                    <a:close/>
                    <a:moveTo>
                      <a:pt x="3766492" y="0"/>
                    </a:moveTo>
                    <a:lnTo>
                      <a:pt x="4230600" y="0"/>
                    </a:lnTo>
                    <a:lnTo>
                      <a:pt x="4229473" y="2817"/>
                    </a:lnTo>
                    <a:cubicBezTo>
                      <a:pt x="4221092" y="21486"/>
                      <a:pt x="4218423" y="43012"/>
                      <a:pt x="4215375" y="63587"/>
                    </a:cubicBezTo>
                    <a:cubicBezTo>
                      <a:pt x="4209851" y="101308"/>
                      <a:pt x="4206421" y="139219"/>
                      <a:pt x="4201468" y="176939"/>
                    </a:cubicBezTo>
                    <a:cubicBezTo>
                      <a:pt x="4200325" y="184941"/>
                      <a:pt x="4198231" y="194085"/>
                      <a:pt x="4193466" y="200182"/>
                    </a:cubicBezTo>
                    <a:cubicBezTo>
                      <a:pt x="4161461" y="241901"/>
                      <a:pt x="4152508" y="292579"/>
                      <a:pt x="4155554" y="340774"/>
                    </a:cubicBezTo>
                    <a:cubicBezTo>
                      <a:pt x="4157843" y="378686"/>
                      <a:pt x="4159557" y="415835"/>
                      <a:pt x="4156319" y="453364"/>
                    </a:cubicBezTo>
                    <a:cubicBezTo>
                      <a:pt x="4156127" y="456222"/>
                      <a:pt x="4156509" y="460032"/>
                      <a:pt x="4158033" y="462126"/>
                    </a:cubicBezTo>
                    <a:cubicBezTo>
                      <a:pt x="4168129" y="475081"/>
                      <a:pt x="4168891" y="488607"/>
                      <a:pt x="4170605" y="505182"/>
                    </a:cubicBezTo>
                    <a:cubicBezTo>
                      <a:pt x="4173083" y="528615"/>
                      <a:pt x="4171367" y="550141"/>
                      <a:pt x="4167177" y="571860"/>
                    </a:cubicBezTo>
                    <a:cubicBezTo>
                      <a:pt x="4164129" y="587672"/>
                      <a:pt x="4157843" y="603673"/>
                      <a:pt x="4149840" y="617772"/>
                    </a:cubicBezTo>
                    <a:cubicBezTo>
                      <a:pt x="4138600" y="637392"/>
                      <a:pt x="4134220" y="656255"/>
                      <a:pt x="4149078" y="674923"/>
                    </a:cubicBezTo>
                    <a:cubicBezTo>
                      <a:pt x="4164891" y="695116"/>
                      <a:pt x="4159367" y="717977"/>
                      <a:pt x="4159937" y="740268"/>
                    </a:cubicBezTo>
                    <a:cubicBezTo>
                      <a:pt x="4160129" y="749982"/>
                      <a:pt x="4159747" y="760270"/>
                      <a:pt x="4162223" y="769605"/>
                    </a:cubicBezTo>
                    <a:cubicBezTo>
                      <a:pt x="4169273" y="796655"/>
                      <a:pt x="4179941" y="822756"/>
                      <a:pt x="4184703" y="850189"/>
                    </a:cubicBezTo>
                    <a:cubicBezTo>
                      <a:pt x="4187370" y="865430"/>
                      <a:pt x="4182607" y="882384"/>
                      <a:pt x="4179179" y="898198"/>
                    </a:cubicBezTo>
                    <a:cubicBezTo>
                      <a:pt x="4175559" y="914200"/>
                      <a:pt x="4170035" y="930011"/>
                      <a:pt x="4164319" y="945444"/>
                    </a:cubicBezTo>
                    <a:cubicBezTo>
                      <a:pt x="4160509" y="955920"/>
                      <a:pt x="4156889" y="967350"/>
                      <a:pt x="4150030" y="975733"/>
                    </a:cubicBezTo>
                    <a:cubicBezTo>
                      <a:pt x="4134410" y="994785"/>
                      <a:pt x="4131742" y="1014406"/>
                      <a:pt x="4139934" y="1036887"/>
                    </a:cubicBezTo>
                    <a:cubicBezTo>
                      <a:pt x="4141268" y="1040315"/>
                      <a:pt x="4141268" y="1044315"/>
                      <a:pt x="4141458" y="1048125"/>
                    </a:cubicBezTo>
                    <a:cubicBezTo>
                      <a:pt x="4145458" y="1109091"/>
                      <a:pt x="4147936" y="1170051"/>
                      <a:pt x="4154032" y="1230633"/>
                    </a:cubicBezTo>
                    <a:cubicBezTo>
                      <a:pt x="4156509" y="1255206"/>
                      <a:pt x="4167367" y="1278829"/>
                      <a:pt x="4174225" y="1303024"/>
                    </a:cubicBezTo>
                    <a:cubicBezTo>
                      <a:pt x="4175559" y="1307978"/>
                      <a:pt x="4177655" y="1313504"/>
                      <a:pt x="4176701" y="1318456"/>
                    </a:cubicBezTo>
                    <a:cubicBezTo>
                      <a:pt x="4167177" y="1372368"/>
                      <a:pt x="4181083" y="1422854"/>
                      <a:pt x="4199372" y="1472575"/>
                    </a:cubicBezTo>
                    <a:cubicBezTo>
                      <a:pt x="4201278" y="1477717"/>
                      <a:pt x="4200706" y="1484004"/>
                      <a:pt x="4200325" y="1489720"/>
                    </a:cubicBezTo>
                    <a:cubicBezTo>
                      <a:pt x="4198993" y="1505724"/>
                      <a:pt x="4192324" y="1523059"/>
                      <a:pt x="4196324" y="1537537"/>
                    </a:cubicBezTo>
                    <a:cubicBezTo>
                      <a:pt x="4207374" y="1576019"/>
                      <a:pt x="4220709" y="1614120"/>
                      <a:pt x="4237474" y="1650317"/>
                    </a:cubicBezTo>
                    <a:cubicBezTo>
                      <a:pt x="4254428" y="1687086"/>
                      <a:pt x="4268716" y="1721185"/>
                      <a:pt x="4251572" y="1763287"/>
                    </a:cubicBezTo>
                    <a:cubicBezTo>
                      <a:pt x="4244332" y="1781194"/>
                      <a:pt x="4249476" y="1804816"/>
                      <a:pt x="4251380" y="1825393"/>
                    </a:cubicBezTo>
                    <a:cubicBezTo>
                      <a:pt x="4252904" y="1840441"/>
                      <a:pt x="4261478" y="1854920"/>
                      <a:pt x="4261478" y="1869780"/>
                    </a:cubicBezTo>
                    <a:cubicBezTo>
                      <a:pt x="4261478" y="1909408"/>
                      <a:pt x="4271574" y="1944649"/>
                      <a:pt x="4292149" y="1978940"/>
                    </a:cubicBezTo>
                    <a:cubicBezTo>
                      <a:pt x="4300150" y="1992279"/>
                      <a:pt x="4294815" y="2013043"/>
                      <a:pt x="4296911" y="2030378"/>
                    </a:cubicBezTo>
                    <a:cubicBezTo>
                      <a:pt x="4299388" y="2048668"/>
                      <a:pt x="4301673" y="2067525"/>
                      <a:pt x="4307201" y="2085054"/>
                    </a:cubicBezTo>
                    <a:cubicBezTo>
                      <a:pt x="4321679" y="2130393"/>
                      <a:pt x="4338062" y="2175163"/>
                      <a:pt x="4353302" y="2220312"/>
                    </a:cubicBezTo>
                    <a:cubicBezTo>
                      <a:pt x="4365877" y="2257459"/>
                      <a:pt x="4355970" y="2294039"/>
                      <a:pt x="4350636" y="2330806"/>
                    </a:cubicBezTo>
                    <a:cubicBezTo>
                      <a:pt x="4347205" y="2353859"/>
                      <a:pt x="4339013" y="2375383"/>
                      <a:pt x="4351206" y="2401292"/>
                    </a:cubicBezTo>
                    <a:cubicBezTo>
                      <a:pt x="4362828" y="2426059"/>
                      <a:pt x="4360160" y="2457492"/>
                      <a:pt x="4366446" y="2485307"/>
                    </a:cubicBezTo>
                    <a:cubicBezTo>
                      <a:pt x="4371781" y="2508742"/>
                      <a:pt x="4380354" y="2531409"/>
                      <a:pt x="4388736" y="2554079"/>
                    </a:cubicBezTo>
                    <a:cubicBezTo>
                      <a:pt x="4400168" y="2584942"/>
                      <a:pt x="4412167" y="2615421"/>
                      <a:pt x="4406453" y="2649143"/>
                    </a:cubicBezTo>
                    <a:cubicBezTo>
                      <a:pt x="4399976" y="2687436"/>
                      <a:pt x="4424359" y="2713723"/>
                      <a:pt x="4440554" y="2743826"/>
                    </a:cubicBezTo>
                    <a:cubicBezTo>
                      <a:pt x="4451603" y="2764590"/>
                      <a:pt x="4459795" y="2787259"/>
                      <a:pt x="4466653" y="2809930"/>
                    </a:cubicBezTo>
                    <a:cubicBezTo>
                      <a:pt x="4475607" y="2840219"/>
                      <a:pt x="4480941" y="2871462"/>
                      <a:pt x="4489705" y="2901943"/>
                    </a:cubicBezTo>
                    <a:cubicBezTo>
                      <a:pt x="4502848" y="2948047"/>
                      <a:pt x="4513137" y="2994722"/>
                      <a:pt x="4505897" y="3042728"/>
                    </a:cubicBezTo>
                    <a:cubicBezTo>
                      <a:pt x="4502659" y="3064827"/>
                      <a:pt x="4502848" y="3085403"/>
                      <a:pt x="4507613" y="3107500"/>
                    </a:cubicBezTo>
                    <a:cubicBezTo>
                      <a:pt x="4515422" y="3143695"/>
                      <a:pt x="4516376" y="3180844"/>
                      <a:pt x="4545521" y="3209993"/>
                    </a:cubicBezTo>
                    <a:cubicBezTo>
                      <a:pt x="4555811" y="3220280"/>
                      <a:pt x="4558477" y="3238758"/>
                      <a:pt x="4563811" y="3253809"/>
                    </a:cubicBezTo>
                    <a:cubicBezTo>
                      <a:pt x="4570099" y="3271145"/>
                      <a:pt x="4566858" y="3283908"/>
                      <a:pt x="4548570" y="3293244"/>
                    </a:cubicBezTo>
                    <a:cubicBezTo>
                      <a:pt x="4540379" y="3297434"/>
                      <a:pt x="4532378" y="3309437"/>
                      <a:pt x="4531043" y="3318771"/>
                    </a:cubicBezTo>
                    <a:cubicBezTo>
                      <a:pt x="4527043" y="3346776"/>
                      <a:pt x="4532950" y="3372495"/>
                      <a:pt x="4545904" y="3399546"/>
                    </a:cubicBezTo>
                    <a:cubicBezTo>
                      <a:pt x="4558096" y="3424883"/>
                      <a:pt x="4556762" y="3456508"/>
                      <a:pt x="4561524" y="3485275"/>
                    </a:cubicBezTo>
                    <a:cubicBezTo>
                      <a:pt x="4564954" y="3505657"/>
                      <a:pt x="4572002" y="3526042"/>
                      <a:pt x="4572002" y="3546617"/>
                    </a:cubicBezTo>
                    <a:cubicBezTo>
                      <a:pt x="4572002" y="3572146"/>
                      <a:pt x="4565907" y="3597482"/>
                      <a:pt x="4563620" y="3623201"/>
                    </a:cubicBezTo>
                    <a:cubicBezTo>
                      <a:pt x="4561716" y="3643204"/>
                      <a:pt x="4562478" y="3663589"/>
                      <a:pt x="4560192" y="3683591"/>
                    </a:cubicBezTo>
                    <a:cubicBezTo>
                      <a:pt x="4558477" y="3699976"/>
                      <a:pt x="4554096" y="3716168"/>
                      <a:pt x="4550476" y="3732361"/>
                    </a:cubicBezTo>
                    <a:cubicBezTo>
                      <a:pt x="4549142" y="3738267"/>
                      <a:pt x="4543998" y="3744173"/>
                      <a:pt x="4544759" y="3749506"/>
                    </a:cubicBezTo>
                    <a:cubicBezTo>
                      <a:pt x="4552953" y="3802467"/>
                      <a:pt x="4516376" y="3840569"/>
                      <a:pt x="4500182" y="3885338"/>
                    </a:cubicBezTo>
                    <a:cubicBezTo>
                      <a:pt x="4483035" y="3932394"/>
                      <a:pt x="4456748" y="3977925"/>
                      <a:pt x="4464557" y="4030503"/>
                    </a:cubicBezTo>
                    <a:cubicBezTo>
                      <a:pt x="4469319" y="4062318"/>
                      <a:pt x="4480369" y="4092989"/>
                      <a:pt x="4487039" y="4124614"/>
                    </a:cubicBezTo>
                    <a:cubicBezTo>
                      <a:pt x="4489324" y="4135854"/>
                      <a:pt x="4488943" y="4148427"/>
                      <a:pt x="4486656" y="4159667"/>
                    </a:cubicBezTo>
                    <a:cubicBezTo>
                      <a:pt x="4476177" y="4213961"/>
                      <a:pt x="4474653" y="4267493"/>
                      <a:pt x="4491801" y="4320837"/>
                    </a:cubicBezTo>
                    <a:cubicBezTo>
                      <a:pt x="4494659" y="4329979"/>
                      <a:pt x="4497325" y="4339695"/>
                      <a:pt x="4497325" y="4349222"/>
                    </a:cubicBezTo>
                    <a:cubicBezTo>
                      <a:pt x="4497325" y="4401419"/>
                      <a:pt x="4493324" y="4452665"/>
                      <a:pt x="4474653" y="4502579"/>
                    </a:cubicBezTo>
                    <a:cubicBezTo>
                      <a:pt x="4468368" y="4519343"/>
                      <a:pt x="4472368" y="4539728"/>
                      <a:pt x="4470844" y="4558207"/>
                    </a:cubicBezTo>
                    <a:cubicBezTo>
                      <a:pt x="4469511" y="4575351"/>
                      <a:pt x="4468940" y="4592878"/>
                      <a:pt x="4464557" y="4609452"/>
                    </a:cubicBezTo>
                    <a:cubicBezTo>
                      <a:pt x="4458082" y="4633647"/>
                      <a:pt x="4457320" y="4656126"/>
                      <a:pt x="4463033" y="4681083"/>
                    </a:cubicBezTo>
                    <a:cubicBezTo>
                      <a:pt x="4468368" y="4704895"/>
                      <a:pt x="4465702" y="4730614"/>
                      <a:pt x="4465891" y="4755381"/>
                    </a:cubicBezTo>
                    <a:cubicBezTo>
                      <a:pt x="4466082" y="4783004"/>
                      <a:pt x="4466272" y="4810627"/>
                      <a:pt x="4465319" y="4838250"/>
                    </a:cubicBezTo>
                    <a:cubicBezTo>
                      <a:pt x="4464940" y="4849300"/>
                      <a:pt x="4457320" y="4861873"/>
                      <a:pt x="4460367" y="4871019"/>
                    </a:cubicBezTo>
                    <a:cubicBezTo>
                      <a:pt x="4470653" y="4900546"/>
                      <a:pt x="4458271" y="4930075"/>
                      <a:pt x="4463795" y="4959602"/>
                    </a:cubicBezTo>
                    <a:cubicBezTo>
                      <a:pt x="4466653" y="4974082"/>
                      <a:pt x="4458844" y="4990465"/>
                      <a:pt x="4458082" y="5006086"/>
                    </a:cubicBezTo>
                    <a:cubicBezTo>
                      <a:pt x="4456748" y="5031614"/>
                      <a:pt x="4457320" y="5057141"/>
                      <a:pt x="4456937" y="5082670"/>
                    </a:cubicBezTo>
                    <a:cubicBezTo>
                      <a:pt x="4456748" y="5091052"/>
                      <a:pt x="4455986" y="5099245"/>
                      <a:pt x="4455603" y="5107627"/>
                    </a:cubicBezTo>
                    <a:cubicBezTo>
                      <a:pt x="4455223" y="5115057"/>
                      <a:pt x="4453508" y="5122867"/>
                      <a:pt x="4454840" y="5129916"/>
                    </a:cubicBezTo>
                    <a:cubicBezTo>
                      <a:pt x="4459605" y="5155445"/>
                      <a:pt x="4467415" y="5180591"/>
                      <a:pt x="4470464" y="5206308"/>
                    </a:cubicBezTo>
                    <a:cubicBezTo>
                      <a:pt x="4473130" y="5228597"/>
                      <a:pt x="4469511" y="5251650"/>
                      <a:pt x="4471415" y="5274129"/>
                    </a:cubicBezTo>
                    <a:cubicBezTo>
                      <a:pt x="4474653" y="5313754"/>
                      <a:pt x="4480369" y="5353379"/>
                      <a:pt x="4483990" y="5393005"/>
                    </a:cubicBezTo>
                    <a:cubicBezTo>
                      <a:pt x="4484752" y="5401579"/>
                      <a:pt x="4479988" y="5410531"/>
                      <a:pt x="4479607" y="5419295"/>
                    </a:cubicBezTo>
                    <a:cubicBezTo>
                      <a:pt x="4478656" y="5446728"/>
                      <a:pt x="4478464" y="5474161"/>
                      <a:pt x="4477894" y="5501594"/>
                    </a:cubicBezTo>
                    <a:cubicBezTo>
                      <a:pt x="4477702" y="5517215"/>
                      <a:pt x="4478273" y="5533027"/>
                      <a:pt x="4476560" y="5548460"/>
                    </a:cubicBezTo>
                    <a:cubicBezTo>
                      <a:pt x="4474273" y="5568842"/>
                      <a:pt x="4470844" y="5587321"/>
                      <a:pt x="4485703" y="5606372"/>
                    </a:cubicBezTo>
                    <a:cubicBezTo>
                      <a:pt x="4508755" y="5635711"/>
                      <a:pt x="4499801" y="5673050"/>
                      <a:pt x="4505134" y="5706959"/>
                    </a:cubicBezTo>
                    <a:cubicBezTo>
                      <a:pt x="4506468" y="5715723"/>
                      <a:pt x="4506659" y="5724678"/>
                      <a:pt x="4508183" y="5733440"/>
                    </a:cubicBezTo>
                    <a:cubicBezTo>
                      <a:pt x="4511041" y="5749634"/>
                      <a:pt x="4514279" y="5765635"/>
                      <a:pt x="4517519" y="5781830"/>
                    </a:cubicBezTo>
                    <a:cubicBezTo>
                      <a:pt x="4518089" y="5784686"/>
                      <a:pt x="4518281" y="5787924"/>
                      <a:pt x="4519234" y="5790592"/>
                    </a:cubicBezTo>
                    <a:cubicBezTo>
                      <a:pt x="4527233" y="5815169"/>
                      <a:pt x="4536378" y="5839361"/>
                      <a:pt x="4542855" y="5864318"/>
                    </a:cubicBezTo>
                    <a:cubicBezTo>
                      <a:pt x="4546095" y="5876511"/>
                      <a:pt x="4546476" y="5890037"/>
                      <a:pt x="4544759" y="5902610"/>
                    </a:cubicBezTo>
                    <a:cubicBezTo>
                      <a:pt x="4539808" y="5939377"/>
                      <a:pt x="4537712" y="5975764"/>
                      <a:pt x="4544951" y="6012723"/>
                    </a:cubicBezTo>
                    <a:cubicBezTo>
                      <a:pt x="4547808" y="6027392"/>
                      <a:pt x="4543045" y="6043776"/>
                      <a:pt x="4541332" y="6059397"/>
                    </a:cubicBezTo>
                    <a:cubicBezTo>
                      <a:pt x="4536759" y="6096736"/>
                      <a:pt x="4531805" y="6134075"/>
                      <a:pt x="4527426" y="6171605"/>
                    </a:cubicBezTo>
                    <a:cubicBezTo>
                      <a:pt x="4524758" y="6195037"/>
                      <a:pt x="4523234" y="6218660"/>
                      <a:pt x="4520568" y="6242093"/>
                    </a:cubicBezTo>
                    <a:cubicBezTo>
                      <a:pt x="4517327" y="6269144"/>
                      <a:pt x="4512375" y="6296005"/>
                      <a:pt x="4509706" y="6323058"/>
                    </a:cubicBezTo>
                    <a:cubicBezTo>
                      <a:pt x="4506659" y="6353919"/>
                      <a:pt x="4506089" y="6384972"/>
                      <a:pt x="4502848" y="6415833"/>
                    </a:cubicBezTo>
                    <a:cubicBezTo>
                      <a:pt x="4496563" y="6472225"/>
                      <a:pt x="4489132" y="6528424"/>
                      <a:pt x="4482084" y="6584812"/>
                    </a:cubicBezTo>
                    <a:cubicBezTo>
                      <a:pt x="4475226" y="6639488"/>
                      <a:pt x="4469129" y="6694164"/>
                      <a:pt x="4460557" y="6748458"/>
                    </a:cubicBezTo>
                    <a:cubicBezTo>
                      <a:pt x="4456937" y="6771319"/>
                      <a:pt x="4447030" y="6793035"/>
                      <a:pt x="4441507" y="6815516"/>
                    </a:cubicBezTo>
                    <a:lnTo>
                      <a:pt x="4431806" y="6858001"/>
                    </a:lnTo>
                    <a:lnTo>
                      <a:pt x="4259554" y="6858001"/>
                    </a:lnTo>
                    <a:lnTo>
                      <a:pt x="4259554" y="6858002"/>
                    </a:lnTo>
                    <a:lnTo>
                      <a:pt x="0" y="6858002"/>
                    </a:lnTo>
                    <a:lnTo>
                      <a:pt x="0" y="2"/>
                    </a:lnTo>
                    <a:lnTo>
                      <a:pt x="3766492" y="1"/>
                    </a:lnTo>
                    <a:lnTo>
                      <a:pt x="3769210" y="21486"/>
                    </a:lnTo>
                    <a:close/>
                  </a:path>
                </a:pathLst>
              </a:custGeom>
              <a:solidFill>
                <a:schemeClr val="tx1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D56F11D0-7966-41FE-AAB9-EC0C54F11F6E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SpPr>
            <p:spPr>
              <a:xfrm>
                <a:off x="-2" y="-1"/>
                <a:ext cx="4572002" cy="6858002"/>
              </a:xfrm>
              <a:custGeom>
                <a:avLst/>
                <a:gdLst>
                  <a:gd name="connsiteX0" fmla="*/ 4214994 w 4572002"/>
                  <a:gd name="connsiteY0" fmla="*/ 6564620 h 6858002"/>
                  <a:gd name="connsiteX1" fmla="*/ 4214994 w 4572002"/>
                  <a:gd name="connsiteY1" fmla="*/ 6564621 h 6858002"/>
                  <a:gd name="connsiteX2" fmla="*/ 4237474 w 4572002"/>
                  <a:gd name="connsiteY2" fmla="*/ 6588626 h 6858002"/>
                  <a:gd name="connsiteX3" fmla="*/ 4254096 w 4572002"/>
                  <a:gd name="connsiteY3" fmla="*/ 6625225 h 6858002"/>
                  <a:gd name="connsiteX4" fmla="*/ 4247001 w 4572002"/>
                  <a:gd name="connsiteY4" fmla="*/ 6662540 h 6858002"/>
                  <a:gd name="connsiteX5" fmla="*/ 4247000 w 4572002"/>
                  <a:gd name="connsiteY5" fmla="*/ 6662541 h 6858002"/>
                  <a:gd name="connsiteX6" fmla="*/ 4246999 w 4572002"/>
                  <a:gd name="connsiteY6" fmla="*/ 6662544 h 6858002"/>
                  <a:gd name="connsiteX7" fmla="*/ 4235550 w 4572002"/>
                  <a:gd name="connsiteY7" fmla="*/ 6683027 h 6858002"/>
                  <a:gd name="connsiteX8" fmla="*/ 4232403 w 4572002"/>
                  <a:gd name="connsiteY8" fmla="*/ 6702976 h 6858002"/>
                  <a:gd name="connsiteX9" fmla="*/ 4232403 w 4572002"/>
                  <a:gd name="connsiteY9" fmla="*/ 6702977 h 6858002"/>
                  <a:gd name="connsiteX10" fmla="*/ 4246238 w 4572002"/>
                  <a:gd name="connsiteY10" fmla="*/ 6742553 h 6858002"/>
                  <a:gd name="connsiteX11" fmla="*/ 4246239 w 4572002"/>
                  <a:gd name="connsiteY11" fmla="*/ 6742555 h 6858002"/>
                  <a:gd name="connsiteX12" fmla="*/ 4265716 w 4572002"/>
                  <a:gd name="connsiteY12" fmla="*/ 6812062 h 6858002"/>
                  <a:gd name="connsiteX13" fmla="*/ 4265717 w 4572002"/>
                  <a:gd name="connsiteY13" fmla="*/ 6812064 h 6858002"/>
                  <a:gd name="connsiteX14" fmla="*/ 4265717 w 4572002"/>
                  <a:gd name="connsiteY14" fmla="*/ 6812063 h 6858002"/>
                  <a:gd name="connsiteX15" fmla="*/ 4265716 w 4572002"/>
                  <a:gd name="connsiteY15" fmla="*/ 6812062 h 6858002"/>
                  <a:gd name="connsiteX16" fmla="*/ 4260942 w 4572002"/>
                  <a:gd name="connsiteY16" fmla="*/ 6776800 h 6858002"/>
                  <a:gd name="connsiteX17" fmla="*/ 4246239 w 4572002"/>
                  <a:gd name="connsiteY17" fmla="*/ 6742555 h 6858002"/>
                  <a:gd name="connsiteX18" fmla="*/ 4246238 w 4572002"/>
                  <a:gd name="connsiteY18" fmla="*/ 6742552 h 6858002"/>
                  <a:gd name="connsiteX19" fmla="*/ 4232403 w 4572002"/>
                  <a:gd name="connsiteY19" fmla="*/ 6702976 h 6858002"/>
                  <a:gd name="connsiteX20" fmla="*/ 4246999 w 4572002"/>
                  <a:gd name="connsiteY20" fmla="*/ 6662544 h 6858002"/>
                  <a:gd name="connsiteX21" fmla="*/ 4247000 w 4572002"/>
                  <a:gd name="connsiteY21" fmla="*/ 6662542 h 6858002"/>
                  <a:gd name="connsiteX22" fmla="*/ 4247001 w 4572002"/>
                  <a:gd name="connsiteY22" fmla="*/ 6662540 h 6858002"/>
                  <a:gd name="connsiteX23" fmla="*/ 4254084 w 4572002"/>
                  <a:gd name="connsiteY23" fmla="*/ 6645552 h 6858002"/>
                  <a:gd name="connsiteX24" fmla="*/ 4254096 w 4572002"/>
                  <a:gd name="connsiteY24" fmla="*/ 6625225 h 6858002"/>
                  <a:gd name="connsiteX25" fmla="*/ 4254096 w 4572002"/>
                  <a:gd name="connsiteY25" fmla="*/ 6625224 h 6858002"/>
                  <a:gd name="connsiteX26" fmla="*/ 4237474 w 4572002"/>
                  <a:gd name="connsiteY26" fmla="*/ 6588625 h 6858002"/>
                  <a:gd name="connsiteX27" fmla="*/ 4295315 w 4572002"/>
                  <a:gd name="connsiteY27" fmla="*/ 6438981 h 6858002"/>
                  <a:gd name="connsiteX28" fmla="*/ 4275385 w 4572002"/>
                  <a:gd name="connsiteY28" fmla="*/ 6463840 h 6858002"/>
                  <a:gd name="connsiteX29" fmla="*/ 4275382 w 4572002"/>
                  <a:gd name="connsiteY29" fmla="*/ 6463849 h 6858002"/>
                  <a:gd name="connsiteX30" fmla="*/ 4261587 w 4572002"/>
                  <a:gd name="connsiteY30" fmla="*/ 6513012 h 6858002"/>
                  <a:gd name="connsiteX31" fmla="*/ 4242781 w 4572002"/>
                  <a:gd name="connsiteY31" fmla="*/ 6546194 h 6858002"/>
                  <a:gd name="connsiteX32" fmla="*/ 4242781 w 4572002"/>
                  <a:gd name="connsiteY32" fmla="*/ 6546195 h 6858002"/>
                  <a:gd name="connsiteX33" fmla="*/ 4259120 w 4572002"/>
                  <a:gd name="connsiteY33" fmla="*/ 6521804 h 6858002"/>
                  <a:gd name="connsiteX34" fmla="*/ 4261587 w 4572002"/>
                  <a:gd name="connsiteY34" fmla="*/ 6513012 h 6858002"/>
                  <a:gd name="connsiteX35" fmla="*/ 4264398 w 4572002"/>
                  <a:gd name="connsiteY35" fmla="*/ 6508052 h 6858002"/>
                  <a:gd name="connsiteX36" fmla="*/ 4275382 w 4572002"/>
                  <a:gd name="connsiteY36" fmla="*/ 6463849 h 6858002"/>
                  <a:gd name="connsiteX37" fmla="*/ 4275385 w 4572002"/>
                  <a:gd name="connsiteY37" fmla="*/ 6463841 h 6858002"/>
                  <a:gd name="connsiteX38" fmla="*/ 4295315 w 4572002"/>
                  <a:gd name="connsiteY38" fmla="*/ 6438981 h 6858002"/>
                  <a:gd name="connsiteX39" fmla="*/ 4381289 w 4572002"/>
                  <a:gd name="connsiteY39" fmla="*/ 6365204 h 6858002"/>
                  <a:gd name="connsiteX40" fmla="*/ 4380008 w 4572002"/>
                  <a:gd name="connsiteY40" fmla="*/ 6387910 h 6858002"/>
                  <a:gd name="connsiteX41" fmla="*/ 4378243 w 4572002"/>
                  <a:gd name="connsiteY41" fmla="*/ 6391549 h 6858002"/>
                  <a:gd name="connsiteX42" fmla="*/ 4370589 w 4572002"/>
                  <a:gd name="connsiteY42" fmla="*/ 6407332 h 6858002"/>
                  <a:gd name="connsiteX43" fmla="*/ 4370589 w 4572002"/>
                  <a:gd name="connsiteY43" fmla="*/ 6407333 h 6858002"/>
                  <a:gd name="connsiteX44" fmla="*/ 4378243 w 4572002"/>
                  <a:gd name="connsiteY44" fmla="*/ 6391549 h 6858002"/>
                  <a:gd name="connsiteX45" fmla="*/ 4380008 w 4572002"/>
                  <a:gd name="connsiteY45" fmla="*/ 6387910 h 6858002"/>
                  <a:gd name="connsiteX46" fmla="*/ 4142220 w 4572002"/>
                  <a:gd name="connsiteY46" fmla="*/ 4221391 h 6858002"/>
                  <a:gd name="connsiteX47" fmla="*/ 4142220 w 4572002"/>
                  <a:gd name="connsiteY47" fmla="*/ 4221392 h 6858002"/>
                  <a:gd name="connsiteX48" fmla="*/ 4147936 w 4572002"/>
                  <a:gd name="connsiteY48" fmla="*/ 4253015 h 6858002"/>
                  <a:gd name="connsiteX49" fmla="*/ 4187752 w 4572002"/>
                  <a:gd name="connsiteY49" fmla="*/ 4324646 h 6858002"/>
                  <a:gd name="connsiteX50" fmla="*/ 4196706 w 4572002"/>
                  <a:gd name="connsiteY50" fmla="*/ 4363891 h 6858002"/>
                  <a:gd name="connsiteX51" fmla="*/ 4195944 w 4572002"/>
                  <a:gd name="connsiteY51" fmla="*/ 4482004 h 6858002"/>
                  <a:gd name="connsiteX52" fmla="*/ 4135934 w 4572002"/>
                  <a:gd name="connsiteY52" fmla="*/ 4659174 h 6858002"/>
                  <a:gd name="connsiteX53" fmla="*/ 4127932 w 4572002"/>
                  <a:gd name="connsiteY53" fmla="*/ 4677655 h 6858002"/>
                  <a:gd name="connsiteX54" fmla="*/ 4118025 w 4572002"/>
                  <a:gd name="connsiteY54" fmla="*/ 4767764 h 6858002"/>
                  <a:gd name="connsiteX55" fmla="*/ 4116716 w 4572002"/>
                  <a:gd name="connsiteY55" fmla="*/ 4800483 h 6858002"/>
                  <a:gd name="connsiteX56" fmla="*/ 4116716 w 4572002"/>
                  <a:gd name="connsiteY56" fmla="*/ 4800484 h 6858002"/>
                  <a:gd name="connsiteX57" fmla="*/ 4131552 w 4572002"/>
                  <a:gd name="connsiteY57" fmla="*/ 4828917 h 6858002"/>
                  <a:gd name="connsiteX58" fmla="*/ 4153733 w 4572002"/>
                  <a:gd name="connsiteY58" fmla="*/ 4863343 h 6858002"/>
                  <a:gd name="connsiteX59" fmla="*/ 4161262 w 4572002"/>
                  <a:gd name="connsiteY59" fmla="*/ 4889275 h 6858002"/>
                  <a:gd name="connsiteX60" fmla="*/ 4159557 w 4572002"/>
                  <a:gd name="connsiteY60" fmla="*/ 4912168 h 6858002"/>
                  <a:gd name="connsiteX61" fmla="*/ 4158155 w 4572002"/>
                  <a:gd name="connsiteY61" fmla="*/ 4933804 h 6858002"/>
                  <a:gd name="connsiteX62" fmla="*/ 4158155 w 4572002"/>
                  <a:gd name="connsiteY62" fmla="*/ 4933805 h 6858002"/>
                  <a:gd name="connsiteX63" fmla="*/ 4162914 w 4572002"/>
                  <a:gd name="connsiteY63" fmla="*/ 4952673 h 6858002"/>
                  <a:gd name="connsiteX64" fmla="*/ 4165707 w 4572002"/>
                  <a:gd name="connsiteY64" fmla="*/ 4957454 h 6858002"/>
                  <a:gd name="connsiteX65" fmla="*/ 4166985 w 4572002"/>
                  <a:gd name="connsiteY65" fmla="*/ 4961456 h 6858002"/>
                  <a:gd name="connsiteX66" fmla="*/ 4182989 w 4572002"/>
                  <a:gd name="connsiteY66" fmla="*/ 4987038 h 6858002"/>
                  <a:gd name="connsiteX67" fmla="*/ 4209468 w 4572002"/>
                  <a:gd name="connsiteY67" fmla="*/ 5041522 h 6858002"/>
                  <a:gd name="connsiteX68" fmla="*/ 4216684 w 4572002"/>
                  <a:gd name="connsiteY68" fmla="*/ 5072376 h 6858002"/>
                  <a:gd name="connsiteX69" fmla="*/ 4222587 w 4572002"/>
                  <a:gd name="connsiteY69" fmla="*/ 5087441 h 6858002"/>
                  <a:gd name="connsiteX70" fmla="*/ 4235615 w 4572002"/>
                  <a:gd name="connsiteY70" fmla="*/ 5133220 h 6858002"/>
                  <a:gd name="connsiteX71" fmla="*/ 4235616 w 4572002"/>
                  <a:gd name="connsiteY71" fmla="*/ 5133225 h 6858002"/>
                  <a:gd name="connsiteX72" fmla="*/ 4228901 w 4572002"/>
                  <a:gd name="connsiteY72" fmla="*/ 5166113 h 6858002"/>
                  <a:gd name="connsiteX73" fmla="*/ 4228901 w 4572002"/>
                  <a:gd name="connsiteY73" fmla="*/ 5166114 h 6858002"/>
                  <a:gd name="connsiteX74" fmla="*/ 4229593 w 4572002"/>
                  <a:gd name="connsiteY74" fmla="*/ 5172091 h 6858002"/>
                  <a:gd name="connsiteX75" fmla="*/ 4232139 w 4572002"/>
                  <a:gd name="connsiteY75" fmla="*/ 5179068 h 6858002"/>
                  <a:gd name="connsiteX76" fmla="*/ 4231973 w 4572002"/>
                  <a:gd name="connsiteY76" fmla="*/ 5229434 h 6858002"/>
                  <a:gd name="connsiteX77" fmla="*/ 4225669 w 4572002"/>
                  <a:gd name="connsiteY77" fmla="*/ 5241089 h 6858002"/>
                  <a:gd name="connsiteX78" fmla="*/ 4208517 w 4572002"/>
                  <a:gd name="connsiteY78" fmla="*/ 5272796 h 6858002"/>
                  <a:gd name="connsiteX79" fmla="*/ 4184613 w 4572002"/>
                  <a:gd name="connsiteY79" fmla="*/ 5312288 h 6858002"/>
                  <a:gd name="connsiteX80" fmla="*/ 4183557 w 4572002"/>
                  <a:gd name="connsiteY80" fmla="*/ 5321350 h 6858002"/>
                  <a:gd name="connsiteX81" fmla="*/ 4181083 w 4572002"/>
                  <a:gd name="connsiteY81" fmla="*/ 5326163 h 6858002"/>
                  <a:gd name="connsiteX82" fmla="*/ 4179637 w 4572002"/>
                  <a:gd name="connsiteY82" fmla="*/ 5355014 h 6858002"/>
                  <a:gd name="connsiteX83" fmla="*/ 4179637 w 4572002"/>
                  <a:gd name="connsiteY83" fmla="*/ 5355015 h 6858002"/>
                  <a:gd name="connsiteX84" fmla="*/ 4184513 w 4572002"/>
                  <a:gd name="connsiteY84" fmla="*/ 5385385 h 6858002"/>
                  <a:gd name="connsiteX85" fmla="*/ 4192704 w 4572002"/>
                  <a:gd name="connsiteY85" fmla="*/ 5425583 h 6858002"/>
                  <a:gd name="connsiteX86" fmla="*/ 4204327 w 4572002"/>
                  <a:gd name="connsiteY86" fmla="*/ 5480638 h 6858002"/>
                  <a:gd name="connsiteX87" fmla="*/ 4208850 w 4572002"/>
                  <a:gd name="connsiteY87" fmla="*/ 5507668 h 6858002"/>
                  <a:gd name="connsiteX88" fmla="*/ 4198232 w 4572002"/>
                  <a:gd name="connsiteY88" fmla="*/ 5531692 h 6858002"/>
                  <a:gd name="connsiteX89" fmla="*/ 4198231 w 4572002"/>
                  <a:gd name="connsiteY89" fmla="*/ 5531693 h 6858002"/>
                  <a:gd name="connsiteX90" fmla="*/ 4188085 w 4572002"/>
                  <a:gd name="connsiteY90" fmla="*/ 5547578 h 6858002"/>
                  <a:gd name="connsiteX91" fmla="*/ 4188085 w 4572002"/>
                  <a:gd name="connsiteY91" fmla="*/ 5547579 h 6858002"/>
                  <a:gd name="connsiteX92" fmla="*/ 4197659 w 4572002"/>
                  <a:gd name="connsiteY92" fmla="*/ 5562747 h 6858002"/>
                  <a:gd name="connsiteX93" fmla="*/ 4268907 w 4572002"/>
                  <a:gd name="connsiteY93" fmla="*/ 5704484 h 6858002"/>
                  <a:gd name="connsiteX94" fmla="*/ 4274812 w 4572002"/>
                  <a:gd name="connsiteY94" fmla="*/ 5740489 h 6858002"/>
                  <a:gd name="connsiteX95" fmla="*/ 4283578 w 4572002"/>
                  <a:gd name="connsiteY95" fmla="*/ 5760874 h 6858002"/>
                  <a:gd name="connsiteX96" fmla="*/ 4371973 w 4572002"/>
                  <a:gd name="connsiteY96" fmla="*/ 5883752 h 6858002"/>
                  <a:gd name="connsiteX97" fmla="*/ 4371974 w 4572002"/>
                  <a:gd name="connsiteY97" fmla="*/ 5883757 h 6858002"/>
                  <a:gd name="connsiteX98" fmla="*/ 4389877 w 4572002"/>
                  <a:gd name="connsiteY98" fmla="*/ 5935946 h 6858002"/>
                  <a:gd name="connsiteX99" fmla="*/ 4389878 w 4572002"/>
                  <a:gd name="connsiteY99" fmla="*/ 5935950 h 6858002"/>
                  <a:gd name="connsiteX100" fmla="*/ 4386259 w 4572002"/>
                  <a:gd name="connsiteY100" fmla="*/ 5993290 h 6858002"/>
                  <a:gd name="connsiteX101" fmla="*/ 4386259 w 4572002"/>
                  <a:gd name="connsiteY101" fmla="*/ 5993291 h 6858002"/>
                  <a:gd name="connsiteX102" fmla="*/ 4379782 w 4572002"/>
                  <a:gd name="connsiteY102" fmla="*/ 6026440 h 6858002"/>
                  <a:gd name="connsiteX103" fmla="*/ 4323583 w 4572002"/>
                  <a:gd name="connsiteY103" fmla="*/ 6108738 h 6858002"/>
                  <a:gd name="connsiteX104" fmla="*/ 4309890 w 4572002"/>
                  <a:gd name="connsiteY104" fmla="*/ 6133314 h 6858002"/>
                  <a:gd name="connsiteX105" fmla="*/ 4309890 w 4572002"/>
                  <a:gd name="connsiteY105" fmla="*/ 6133315 h 6858002"/>
                  <a:gd name="connsiteX106" fmla="*/ 4313591 w 4572002"/>
                  <a:gd name="connsiteY106" fmla="*/ 6143190 h 6858002"/>
                  <a:gd name="connsiteX107" fmla="*/ 4325486 w 4572002"/>
                  <a:gd name="connsiteY107" fmla="*/ 6155600 h 6858002"/>
                  <a:gd name="connsiteX108" fmla="*/ 4325488 w 4572002"/>
                  <a:gd name="connsiteY108" fmla="*/ 6155603 h 6858002"/>
                  <a:gd name="connsiteX109" fmla="*/ 4364160 w 4572002"/>
                  <a:gd name="connsiteY109" fmla="*/ 6228757 h 6858002"/>
                  <a:gd name="connsiteX110" fmla="*/ 4381497 w 4572002"/>
                  <a:gd name="connsiteY110" fmla="*/ 6361540 h 6858002"/>
                  <a:gd name="connsiteX111" fmla="*/ 4381497 w 4572002"/>
                  <a:gd name="connsiteY111" fmla="*/ 6361539 h 6858002"/>
                  <a:gd name="connsiteX112" fmla="*/ 4364160 w 4572002"/>
                  <a:gd name="connsiteY112" fmla="*/ 6228756 h 6858002"/>
                  <a:gd name="connsiteX113" fmla="*/ 4325488 w 4572002"/>
                  <a:gd name="connsiteY113" fmla="*/ 6155602 h 6858002"/>
                  <a:gd name="connsiteX114" fmla="*/ 4325486 w 4572002"/>
                  <a:gd name="connsiteY114" fmla="*/ 6155600 h 6858002"/>
                  <a:gd name="connsiteX115" fmla="*/ 4309890 w 4572002"/>
                  <a:gd name="connsiteY115" fmla="*/ 6133315 h 6858002"/>
                  <a:gd name="connsiteX116" fmla="*/ 4323583 w 4572002"/>
                  <a:gd name="connsiteY116" fmla="*/ 6108739 h 6858002"/>
                  <a:gd name="connsiteX117" fmla="*/ 4379782 w 4572002"/>
                  <a:gd name="connsiteY117" fmla="*/ 6026441 h 6858002"/>
                  <a:gd name="connsiteX118" fmla="*/ 4386259 w 4572002"/>
                  <a:gd name="connsiteY118" fmla="*/ 5993292 h 6858002"/>
                  <a:gd name="connsiteX119" fmla="*/ 4386259 w 4572002"/>
                  <a:gd name="connsiteY119" fmla="*/ 5993290 h 6858002"/>
                  <a:gd name="connsiteX120" fmla="*/ 4389712 w 4572002"/>
                  <a:gd name="connsiteY120" fmla="*/ 5964477 h 6858002"/>
                  <a:gd name="connsiteX121" fmla="*/ 4389878 w 4572002"/>
                  <a:gd name="connsiteY121" fmla="*/ 5935950 h 6858002"/>
                  <a:gd name="connsiteX122" fmla="*/ 4389878 w 4572002"/>
                  <a:gd name="connsiteY122" fmla="*/ 5935949 h 6858002"/>
                  <a:gd name="connsiteX123" fmla="*/ 4389877 w 4572002"/>
                  <a:gd name="connsiteY123" fmla="*/ 5935946 h 6858002"/>
                  <a:gd name="connsiteX124" fmla="*/ 4382997 w 4572002"/>
                  <a:gd name="connsiteY124" fmla="*/ 5909351 h 6858002"/>
                  <a:gd name="connsiteX125" fmla="*/ 4371974 w 4572002"/>
                  <a:gd name="connsiteY125" fmla="*/ 5883757 h 6858002"/>
                  <a:gd name="connsiteX126" fmla="*/ 4371973 w 4572002"/>
                  <a:gd name="connsiteY126" fmla="*/ 5883751 h 6858002"/>
                  <a:gd name="connsiteX127" fmla="*/ 4283578 w 4572002"/>
                  <a:gd name="connsiteY127" fmla="*/ 5760873 h 6858002"/>
                  <a:gd name="connsiteX128" fmla="*/ 4274812 w 4572002"/>
                  <a:gd name="connsiteY128" fmla="*/ 5740488 h 6858002"/>
                  <a:gd name="connsiteX129" fmla="*/ 4268907 w 4572002"/>
                  <a:gd name="connsiteY129" fmla="*/ 5704483 h 6858002"/>
                  <a:gd name="connsiteX130" fmla="*/ 4197659 w 4572002"/>
                  <a:gd name="connsiteY130" fmla="*/ 5562746 h 6858002"/>
                  <a:gd name="connsiteX131" fmla="*/ 4188085 w 4572002"/>
                  <a:gd name="connsiteY131" fmla="*/ 5547578 h 6858002"/>
                  <a:gd name="connsiteX132" fmla="*/ 4198231 w 4572002"/>
                  <a:gd name="connsiteY132" fmla="*/ 5531694 h 6858002"/>
                  <a:gd name="connsiteX133" fmla="*/ 4198232 w 4572002"/>
                  <a:gd name="connsiteY133" fmla="*/ 5531692 h 6858002"/>
                  <a:gd name="connsiteX134" fmla="*/ 4206630 w 4572002"/>
                  <a:gd name="connsiteY134" fmla="*/ 5520422 h 6858002"/>
                  <a:gd name="connsiteX135" fmla="*/ 4208850 w 4572002"/>
                  <a:gd name="connsiteY135" fmla="*/ 5507668 h 6858002"/>
                  <a:gd name="connsiteX136" fmla="*/ 4208850 w 4572002"/>
                  <a:gd name="connsiteY136" fmla="*/ 5507667 h 6858002"/>
                  <a:gd name="connsiteX137" fmla="*/ 4204327 w 4572002"/>
                  <a:gd name="connsiteY137" fmla="*/ 5480637 h 6858002"/>
                  <a:gd name="connsiteX138" fmla="*/ 4192704 w 4572002"/>
                  <a:gd name="connsiteY138" fmla="*/ 5425582 h 6858002"/>
                  <a:gd name="connsiteX139" fmla="*/ 4184513 w 4572002"/>
                  <a:gd name="connsiteY139" fmla="*/ 5385384 h 6858002"/>
                  <a:gd name="connsiteX140" fmla="*/ 4179637 w 4572002"/>
                  <a:gd name="connsiteY140" fmla="*/ 5355014 h 6858002"/>
                  <a:gd name="connsiteX141" fmla="*/ 4183557 w 4572002"/>
                  <a:gd name="connsiteY141" fmla="*/ 5321350 h 6858002"/>
                  <a:gd name="connsiteX142" fmla="*/ 4208517 w 4572002"/>
                  <a:gd name="connsiteY142" fmla="*/ 5272797 h 6858002"/>
                  <a:gd name="connsiteX143" fmla="*/ 4225669 w 4572002"/>
                  <a:gd name="connsiteY143" fmla="*/ 5241089 h 6858002"/>
                  <a:gd name="connsiteX144" fmla="*/ 4231973 w 4572002"/>
                  <a:gd name="connsiteY144" fmla="*/ 5229433 h 6858002"/>
                  <a:gd name="connsiteX145" fmla="*/ 4232139 w 4572002"/>
                  <a:gd name="connsiteY145" fmla="*/ 5179068 h 6858002"/>
                  <a:gd name="connsiteX146" fmla="*/ 4232139 w 4572002"/>
                  <a:gd name="connsiteY146" fmla="*/ 5179067 h 6858002"/>
                  <a:gd name="connsiteX147" fmla="*/ 4229593 w 4572002"/>
                  <a:gd name="connsiteY147" fmla="*/ 5172090 h 6858002"/>
                  <a:gd name="connsiteX148" fmla="*/ 4228901 w 4572002"/>
                  <a:gd name="connsiteY148" fmla="*/ 5166114 h 6858002"/>
                  <a:gd name="connsiteX149" fmla="*/ 4235616 w 4572002"/>
                  <a:gd name="connsiteY149" fmla="*/ 5133225 h 6858002"/>
                  <a:gd name="connsiteX150" fmla="*/ 4235616 w 4572002"/>
                  <a:gd name="connsiteY150" fmla="*/ 5133224 h 6858002"/>
                  <a:gd name="connsiteX151" fmla="*/ 4235615 w 4572002"/>
                  <a:gd name="connsiteY151" fmla="*/ 5133220 h 6858002"/>
                  <a:gd name="connsiteX152" fmla="*/ 4228473 w 4572002"/>
                  <a:gd name="connsiteY152" fmla="*/ 5102461 h 6858002"/>
                  <a:gd name="connsiteX153" fmla="*/ 4222587 w 4572002"/>
                  <a:gd name="connsiteY153" fmla="*/ 5087441 h 6858002"/>
                  <a:gd name="connsiteX154" fmla="*/ 4222582 w 4572002"/>
                  <a:gd name="connsiteY154" fmla="*/ 5087423 h 6858002"/>
                  <a:gd name="connsiteX155" fmla="*/ 4209468 w 4572002"/>
                  <a:gd name="connsiteY155" fmla="*/ 5041521 h 6858002"/>
                  <a:gd name="connsiteX156" fmla="*/ 4182989 w 4572002"/>
                  <a:gd name="connsiteY156" fmla="*/ 4987037 h 6858002"/>
                  <a:gd name="connsiteX157" fmla="*/ 4165707 w 4572002"/>
                  <a:gd name="connsiteY157" fmla="*/ 4957454 h 6858002"/>
                  <a:gd name="connsiteX158" fmla="*/ 4158155 w 4572002"/>
                  <a:gd name="connsiteY158" fmla="*/ 4933805 h 6858002"/>
                  <a:gd name="connsiteX159" fmla="*/ 4159557 w 4572002"/>
                  <a:gd name="connsiteY159" fmla="*/ 4912169 h 6858002"/>
                  <a:gd name="connsiteX160" fmla="*/ 4161262 w 4572002"/>
                  <a:gd name="connsiteY160" fmla="*/ 4889276 h 6858002"/>
                  <a:gd name="connsiteX161" fmla="*/ 4161262 w 4572002"/>
                  <a:gd name="connsiteY161" fmla="*/ 4889275 h 6858002"/>
                  <a:gd name="connsiteX162" fmla="*/ 4156484 w 4572002"/>
                  <a:gd name="connsiteY162" fmla="*/ 4867614 h 6858002"/>
                  <a:gd name="connsiteX163" fmla="*/ 4153733 w 4572002"/>
                  <a:gd name="connsiteY163" fmla="*/ 4863343 h 6858002"/>
                  <a:gd name="connsiteX164" fmla="*/ 4151983 w 4572002"/>
                  <a:gd name="connsiteY164" fmla="*/ 4857317 h 6858002"/>
                  <a:gd name="connsiteX165" fmla="*/ 4131552 w 4572002"/>
                  <a:gd name="connsiteY165" fmla="*/ 4828916 h 6858002"/>
                  <a:gd name="connsiteX166" fmla="*/ 4116716 w 4572002"/>
                  <a:gd name="connsiteY166" fmla="*/ 4800483 h 6858002"/>
                  <a:gd name="connsiteX167" fmla="*/ 4118025 w 4572002"/>
                  <a:gd name="connsiteY167" fmla="*/ 4767765 h 6858002"/>
                  <a:gd name="connsiteX168" fmla="*/ 4127932 w 4572002"/>
                  <a:gd name="connsiteY168" fmla="*/ 4677656 h 6858002"/>
                  <a:gd name="connsiteX169" fmla="*/ 4135934 w 4572002"/>
                  <a:gd name="connsiteY169" fmla="*/ 4659175 h 6858002"/>
                  <a:gd name="connsiteX170" fmla="*/ 4195944 w 4572002"/>
                  <a:gd name="connsiteY170" fmla="*/ 4482005 h 6858002"/>
                  <a:gd name="connsiteX171" fmla="*/ 4196706 w 4572002"/>
                  <a:gd name="connsiteY171" fmla="*/ 4363891 h 6858002"/>
                  <a:gd name="connsiteX172" fmla="*/ 4196706 w 4572002"/>
                  <a:gd name="connsiteY172" fmla="*/ 4363890 h 6858002"/>
                  <a:gd name="connsiteX173" fmla="*/ 4187752 w 4572002"/>
                  <a:gd name="connsiteY173" fmla="*/ 4324645 h 6858002"/>
                  <a:gd name="connsiteX174" fmla="*/ 4147936 w 4572002"/>
                  <a:gd name="connsiteY174" fmla="*/ 4253014 h 6858002"/>
                  <a:gd name="connsiteX175" fmla="*/ 4211111 w 4572002"/>
                  <a:gd name="connsiteY175" fmla="*/ 2836172 h 6858002"/>
                  <a:gd name="connsiteX176" fmla="*/ 4202421 w 4572002"/>
                  <a:gd name="connsiteY176" fmla="*/ 2848793 h 6858002"/>
                  <a:gd name="connsiteX177" fmla="*/ 4186816 w 4572002"/>
                  <a:gd name="connsiteY177" fmla="*/ 2897785 h 6858002"/>
                  <a:gd name="connsiteX178" fmla="*/ 4185787 w 4572002"/>
                  <a:gd name="connsiteY178" fmla="*/ 2903551 h 6858002"/>
                  <a:gd name="connsiteX179" fmla="*/ 4182513 w 4572002"/>
                  <a:gd name="connsiteY179" fmla="*/ 2914328 h 6858002"/>
                  <a:gd name="connsiteX180" fmla="*/ 4177882 w 4572002"/>
                  <a:gd name="connsiteY180" fmla="*/ 2947858 h 6858002"/>
                  <a:gd name="connsiteX181" fmla="*/ 4177881 w 4572002"/>
                  <a:gd name="connsiteY181" fmla="*/ 2947862 h 6858002"/>
                  <a:gd name="connsiteX182" fmla="*/ 4177881 w 4572002"/>
                  <a:gd name="connsiteY182" fmla="*/ 2947863 h 6858002"/>
                  <a:gd name="connsiteX183" fmla="*/ 4181465 w 4572002"/>
                  <a:gd name="connsiteY183" fmla="*/ 2982149 h 6858002"/>
                  <a:gd name="connsiteX184" fmla="*/ 4193158 w 4572002"/>
                  <a:gd name="connsiteY184" fmla="*/ 3077402 h 6858002"/>
                  <a:gd name="connsiteX185" fmla="*/ 4180703 w 4572002"/>
                  <a:gd name="connsiteY185" fmla="*/ 3172654 h 6858002"/>
                  <a:gd name="connsiteX186" fmla="*/ 4133076 w 4572002"/>
                  <a:gd name="connsiteY186" fmla="*/ 3489467 h 6858002"/>
                  <a:gd name="connsiteX187" fmla="*/ 4110977 w 4572002"/>
                  <a:gd name="connsiteY187" fmla="*/ 3544713 h 6858002"/>
                  <a:gd name="connsiteX188" fmla="*/ 4093355 w 4572002"/>
                  <a:gd name="connsiteY188" fmla="*/ 3574408 h 6858002"/>
                  <a:gd name="connsiteX189" fmla="*/ 4093355 w 4572002"/>
                  <a:gd name="connsiteY189" fmla="*/ 3574409 h 6858002"/>
                  <a:gd name="connsiteX190" fmla="*/ 4105453 w 4572002"/>
                  <a:gd name="connsiteY190" fmla="*/ 3606818 h 6858002"/>
                  <a:gd name="connsiteX191" fmla="*/ 4118979 w 4572002"/>
                  <a:gd name="connsiteY191" fmla="*/ 3630633 h 6858002"/>
                  <a:gd name="connsiteX192" fmla="*/ 4136708 w 4572002"/>
                  <a:gd name="connsiteY192" fmla="*/ 3654416 h 6858002"/>
                  <a:gd name="connsiteX193" fmla="*/ 4140382 w 4572002"/>
                  <a:gd name="connsiteY193" fmla="*/ 3668940 h 6858002"/>
                  <a:gd name="connsiteX194" fmla="*/ 4143220 w 4572002"/>
                  <a:gd name="connsiteY194" fmla="*/ 3680164 h 6858002"/>
                  <a:gd name="connsiteX195" fmla="*/ 4139172 w 4572002"/>
                  <a:gd name="connsiteY195" fmla="*/ 3734837 h 6858002"/>
                  <a:gd name="connsiteX196" fmla="*/ 4139172 w 4572002"/>
                  <a:gd name="connsiteY196" fmla="*/ 3734838 h 6858002"/>
                  <a:gd name="connsiteX197" fmla="*/ 4139554 w 4572002"/>
                  <a:gd name="connsiteY197" fmla="*/ 3754653 h 6858002"/>
                  <a:gd name="connsiteX198" fmla="*/ 4145911 w 4572002"/>
                  <a:gd name="connsiteY198" fmla="*/ 3789776 h 6858002"/>
                  <a:gd name="connsiteX199" fmla="*/ 4130980 w 4572002"/>
                  <a:gd name="connsiteY199" fmla="*/ 3822472 h 6858002"/>
                  <a:gd name="connsiteX200" fmla="*/ 4116645 w 4572002"/>
                  <a:gd name="connsiteY200" fmla="*/ 3852619 h 6858002"/>
                  <a:gd name="connsiteX201" fmla="*/ 4116645 w 4572002"/>
                  <a:gd name="connsiteY201" fmla="*/ 3852620 h 6858002"/>
                  <a:gd name="connsiteX202" fmla="*/ 4117425 w 4572002"/>
                  <a:gd name="connsiteY202" fmla="*/ 3868764 h 6858002"/>
                  <a:gd name="connsiteX203" fmla="*/ 4126028 w 4572002"/>
                  <a:gd name="connsiteY203" fmla="*/ 3885337 h 6858002"/>
                  <a:gd name="connsiteX204" fmla="*/ 4126028 w 4572002"/>
                  <a:gd name="connsiteY204" fmla="*/ 3885339 h 6858002"/>
                  <a:gd name="connsiteX205" fmla="*/ 4148409 w 4572002"/>
                  <a:gd name="connsiteY205" fmla="*/ 3923125 h 6858002"/>
                  <a:gd name="connsiteX206" fmla="*/ 4157913 w 4572002"/>
                  <a:gd name="connsiteY206" fmla="*/ 3962160 h 6858002"/>
                  <a:gd name="connsiteX207" fmla="*/ 4142221 w 4572002"/>
                  <a:gd name="connsiteY207" fmla="*/ 4043838 h 6858002"/>
                  <a:gd name="connsiteX208" fmla="*/ 4142220 w 4572002"/>
                  <a:gd name="connsiteY208" fmla="*/ 4043839 h 6858002"/>
                  <a:gd name="connsiteX209" fmla="*/ 4127099 w 4572002"/>
                  <a:gd name="connsiteY209" fmla="*/ 4103825 h 6858002"/>
                  <a:gd name="connsiteX210" fmla="*/ 4127099 w 4572002"/>
                  <a:gd name="connsiteY210" fmla="*/ 4103826 h 6858002"/>
                  <a:gd name="connsiteX211" fmla="*/ 4129066 w 4572002"/>
                  <a:gd name="connsiteY211" fmla="*/ 4134256 h 6858002"/>
                  <a:gd name="connsiteX212" fmla="*/ 4138410 w 4572002"/>
                  <a:gd name="connsiteY212" fmla="*/ 4165382 h 6858002"/>
                  <a:gd name="connsiteX213" fmla="*/ 4138410 w 4572002"/>
                  <a:gd name="connsiteY213" fmla="*/ 4165384 h 6858002"/>
                  <a:gd name="connsiteX214" fmla="*/ 4142315 w 4572002"/>
                  <a:gd name="connsiteY214" fmla="*/ 4192388 h 6858002"/>
                  <a:gd name="connsiteX215" fmla="*/ 4142315 w 4572002"/>
                  <a:gd name="connsiteY215" fmla="*/ 4192387 h 6858002"/>
                  <a:gd name="connsiteX216" fmla="*/ 4138410 w 4572002"/>
                  <a:gd name="connsiteY216" fmla="*/ 4165383 h 6858002"/>
                  <a:gd name="connsiteX217" fmla="*/ 4138410 w 4572002"/>
                  <a:gd name="connsiteY217" fmla="*/ 4165382 h 6858002"/>
                  <a:gd name="connsiteX218" fmla="*/ 4127099 w 4572002"/>
                  <a:gd name="connsiteY218" fmla="*/ 4103826 h 6858002"/>
                  <a:gd name="connsiteX219" fmla="*/ 4142220 w 4572002"/>
                  <a:gd name="connsiteY219" fmla="*/ 4043840 h 6858002"/>
                  <a:gd name="connsiteX220" fmla="*/ 4142221 w 4572002"/>
                  <a:gd name="connsiteY220" fmla="*/ 4043838 h 6858002"/>
                  <a:gd name="connsiteX221" fmla="*/ 4155523 w 4572002"/>
                  <a:gd name="connsiteY221" fmla="*/ 4002410 h 6858002"/>
                  <a:gd name="connsiteX222" fmla="*/ 4157913 w 4572002"/>
                  <a:gd name="connsiteY222" fmla="*/ 3962160 h 6858002"/>
                  <a:gd name="connsiteX223" fmla="*/ 4157913 w 4572002"/>
                  <a:gd name="connsiteY223" fmla="*/ 3962159 h 6858002"/>
                  <a:gd name="connsiteX224" fmla="*/ 4126028 w 4572002"/>
                  <a:gd name="connsiteY224" fmla="*/ 3885338 h 6858002"/>
                  <a:gd name="connsiteX225" fmla="*/ 4126028 w 4572002"/>
                  <a:gd name="connsiteY225" fmla="*/ 3885337 h 6858002"/>
                  <a:gd name="connsiteX226" fmla="*/ 4116645 w 4572002"/>
                  <a:gd name="connsiteY226" fmla="*/ 3852620 h 6858002"/>
                  <a:gd name="connsiteX227" fmla="*/ 4130980 w 4572002"/>
                  <a:gd name="connsiteY227" fmla="*/ 3822473 h 6858002"/>
                  <a:gd name="connsiteX228" fmla="*/ 4145911 w 4572002"/>
                  <a:gd name="connsiteY228" fmla="*/ 3789777 h 6858002"/>
                  <a:gd name="connsiteX229" fmla="*/ 4145911 w 4572002"/>
                  <a:gd name="connsiteY229" fmla="*/ 3789776 h 6858002"/>
                  <a:gd name="connsiteX230" fmla="*/ 4139554 w 4572002"/>
                  <a:gd name="connsiteY230" fmla="*/ 3754652 h 6858002"/>
                  <a:gd name="connsiteX231" fmla="*/ 4139172 w 4572002"/>
                  <a:gd name="connsiteY231" fmla="*/ 3734838 h 6858002"/>
                  <a:gd name="connsiteX232" fmla="*/ 4143220 w 4572002"/>
                  <a:gd name="connsiteY232" fmla="*/ 3680164 h 6858002"/>
                  <a:gd name="connsiteX233" fmla="*/ 4143220 w 4572002"/>
                  <a:gd name="connsiteY233" fmla="*/ 3680163 h 6858002"/>
                  <a:gd name="connsiteX234" fmla="*/ 4140382 w 4572002"/>
                  <a:gd name="connsiteY234" fmla="*/ 3668940 h 6858002"/>
                  <a:gd name="connsiteX235" fmla="*/ 4136708 w 4572002"/>
                  <a:gd name="connsiteY235" fmla="*/ 3654416 h 6858002"/>
                  <a:gd name="connsiteX236" fmla="*/ 4136708 w 4572002"/>
                  <a:gd name="connsiteY236" fmla="*/ 3654416 h 6858002"/>
                  <a:gd name="connsiteX237" fmla="*/ 4136708 w 4572002"/>
                  <a:gd name="connsiteY237" fmla="*/ 3654415 h 6858002"/>
                  <a:gd name="connsiteX238" fmla="*/ 4118979 w 4572002"/>
                  <a:gd name="connsiteY238" fmla="*/ 3630632 h 6858002"/>
                  <a:gd name="connsiteX239" fmla="*/ 4105453 w 4572002"/>
                  <a:gd name="connsiteY239" fmla="*/ 3606817 h 6858002"/>
                  <a:gd name="connsiteX240" fmla="*/ 4095707 w 4572002"/>
                  <a:gd name="connsiteY240" fmla="*/ 3587174 h 6858002"/>
                  <a:gd name="connsiteX241" fmla="*/ 4093355 w 4572002"/>
                  <a:gd name="connsiteY241" fmla="*/ 3574408 h 6858002"/>
                  <a:gd name="connsiteX242" fmla="*/ 4098434 w 4572002"/>
                  <a:gd name="connsiteY242" fmla="*/ 3562321 h 6858002"/>
                  <a:gd name="connsiteX243" fmla="*/ 4110977 w 4572002"/>
                  <a:gd name="connsiteY243" fmla="*/ 3544714 h 6858002"/>
                  <a:gd name="connsiteX244" fmla="*/ 4133076 w 4572002"/>
                  <a:gd name="connsiteY244" fmla="*/ 3489468 h 6858002"/>
                  <a:gd name="connsiteX245" fmla="*/ 4180703 w 4572002"/>
                  <a:gd name="connsiteY245" fmla="*/ 3172655 h 6858002"/>
                  <a:gd name="connsiteX246" fmla="*/ 4193158 w 4572002"/>
                  <a:gd name="connsiteY246" fmla="*/ 3077402 h 6858002"/>
                  <a:gd name="connsiteX247" fmla="*/ 4193158 w 4572002"/>
                  <a:gd name="connsiteY247" fmla="*/ 3077401 h 6858002"/>
                  <a:gd name="connsiteX248" fmla="*/ 4181465 w 4572002"/>
                  <a:gd name="connsiteY248" fmla="*/ 2982148 h 6858002"/>
                  <a:gd name="connsiteX249" fmla="*/ 4177881 w 4572002"/>
                  <a:gd name="connsiteY249" fmla="*/ 2947863 h 6858002"/>
                  <a:gd name="connsiteX250" fmla="*/ 4177882 w 4572002"/>
                  <a:gd name="connsiteY250" fmla="*/ 2947858 h 6858002"/>
                  <a:gd name="connsiteX251" fmla="*/ 4185787 w 4572002"/>
                  <a:gd name="connsiteY251" fmla="*/ 2903551 h 6858002"/>
                  <a:gd name="connsiteX252" fmla="*/ 4202421 w 4572002"/>
                  <a:gd name="connsiteY252" fmla="*/ 2848794 h 6858002"/>
                  <a:gd name="connsiteX253" fmla="*/ 4211111 w 4572002"/>
                  <a:gd name="connsiteY253" fmla="*/ 2836173 h 6858002"/>
                  <a:gd name="connsiteX254" fmla="*/ 3726625 w 4572002"/>
                  <a:gd name="connsiteY254" fmla="*/ 1508458 h 6858002"/>
                  <a:gd name="connsiteX255" fmla="*/ 3698531 w 4572002"/>
                  <a:gd name="connsiteY255" fmla="*/ 1596214 h 6858002"/>
                  <a:gd name="connsiteX256" fmla="*/ 3700436 w 4572002"/>
                  <a:gd name="connsiteY256" fmla="*/ 1624981 h 6858002"/>
                  <a:gd name="connsiteX257" fmla="*/ 3757017 w 4572002"/>
                  <a:gd name="connsiteY257" fmla="*/ 1697754 h 6858002"/>
                  <a:gd name="connsiteX258" fmla="*/ 3779686 w 4572002"/>
                  <a:gd name="connsiteY258" fmla="*/ 1733189 h 6858002"/>
                  <a:gd name="connsiteX259" fmla="*/ 3821407 w 4572002"/>
                  <a:gd name="connsiteY259" fmla="*/ 1833776 h 6858002"/>
                  <a:gd name="connsiteX260" fmla="*/ 3829028 w 4572002"/>
                  <a:gd name="connsiteY260" fmla="*/ 1842159 h 6858002"/>
                  <a:gd name="connsiteX261" fmla="*/ 3919519 w 4572002"/>
                  <a:gd name="connsiteY261" fmla="*/ 1916455 h 6858002"/>
                  <a:gd name="connsiteX262" fmla="*/ 3934949 w 4572002"/>
                  <a:gd name="connsiteY262" fmla="*/ 1933220 h 6858002"/>
                  <a:gd name="connsiteX263" fmla="*/ 3958954 w 4572002"/>
                  <a:gd name="connsiteY263" fmla="*/ 1953414 h 6858002"/>
                  <a:gd name="connsiteX264" fmla="*/ 4005437 w 4572002"/>
                  <a:gd name="connsiteY264" fmla="*/ 2016470 h 6858002"/>
                  <a:gd name="connsiteX265" fmla="*/ 4020296 w 4572002"/>
                  <a:gd name="connsiteY265" fmla="*/ 2094579 h 6858002"/>
                  <a:gd name="connsiteX266" fmla="*/ 4042967 w 4572002"/>
                  <a:gd name="connsiteY266" fmla="*/ 2188880 h 6858002"/>
                  <a:gd name="connsiteX267" fmla="*/ 4058207 w 4572002"/>
                  <a:gd name="connsiteY267" fmla="*/ 2228315 h 6858002"/>
                  <a:gd name="connsiteX268" fmla="*/ 4087164 w 4572002"/>
                  <a:gd name="connsiteY268" fmla="*/ 2334045 h 6858002"/>
                  <a:gd name="connsiteX269" fmla="*/ 4111549 w 4572002"/>
                  <a:gd name="connsiteY269" fmla="*/ 2409486 h 6858002"/>
                  <a:gd name="connsiteX270" fmla="*/ 4128650 w 4572002"/>
                  <a:gd name="connsiteY270" fmla="*/ 2435913 h 6858002"/>
                  <a:gd name="connsiteX271" fmla="*/ 4134481 w 4572002"/>
                  <a:gd name="connsiteY271" fmla="*/ 2463018 h 6858002"/>
                  <a:gd name="connsiteX272" fmla="*/ 4125839 w 4572002"/>
                  <a:gd name="connsiteY272" fmla="*/ 2518262 h 6858002"/>
                  <a:gd name="connsiteX273" fmla="*/ 4125838 w 4572002"/>
                  <a:gd name="connsiteY273" fmla="*/ 2518264 h 6858002"/>
                  <a:gd name="connsiteX274" fmla="*/ 4122194 w 4572002"/>
                  <a:gd name="connsiteY274" fmla="*/ 2545006 h 6858002"/>
                  <a:gd name="connsiteX275" fmla="*/ 4122194 w 4572002"/>
                  <a:gd name="connsiteY275" fmla="*/ 2545007 h 6858002"/>
                  <a:gd name="connsiteX276" fmla="*/ 4126408 w 4572002"/>
                  <a:gd name="connsiteY276" fmla="*/ 2571035 h 6858002"/>
                  <a:gd name="connsiteX277" fmla="*/ 4199563 w 4572002"/>
                  <a:gd name="connsiteY277" fmla="*/ 2668002 h 6858002"/>
                  <a:gd name="connsiteX278" fmla="*/ 4247953 w 4572002"/>
                  <a:gd name="connsiteY278" fmla="*/ 2745349 h 6858002"/>
                  <a:gd name="connsiteX279" fmla="*/ 4247954 w 4572002"/>
                  <a:gd name="connsiteY279" fmla="*/ 2745352 h 6858002"/>
                  <a:gd name="connsiteX280" fmla="*/ 4253873 w 4572002"/>
                  <a:gd name="connsiteY280" fmla="*/ 2778006 h 6858002"/>
                  <a:gd name="connsiteX281" fmla="*/ 4253453 w 4572002"/>
                  <a:gd name="connsiteY281" fmla="*/ 2785440 h 6858002"/>
                  <a:gd name="connsiteX282" fmla="*/ 4243374 w 4572002"/>
                  <a:gd name="connsiteY282" fmla="*/ 2811780 h 6858002"/>
                  <a:gd name="connsiteX283" fmla="*/ 4243371 w 4572002"/>
                  <a:gd name="connsiteY283" fmla="*/ 2811787 h 6858002"/>
                  <a:gd name="connsiteX284" fmla="*/ 4243372 w 4572002"/>
                  <a:gd name="connsiteY284" fmla="*/ 2811787 h 6858002"/>
                  <a:gd name="connsiteX285" fmla="*/ 4243374 w 4572002"/>
                  <a:gd name="connsiteY285" fmla="*/ 2811780 h 6858002"/>
                  <a:gd name="connsiteX286" fmla="*/ 4253025 w 4572002"/>
                  <a:gd name="connsiteY286" fmla="*/ 2793023 h 6858002"/>
                  <a:gd name="connsiteX287" fmla="*/ 4253453 w 4572002"/>
                  <a:gd name="connsiteY287" fmla="*/ 2785440 h 6858002"/>
                  <a:gd name="connsiteX288" fmla="*/ 4254654 w 4572002"/>
                  <a:gd name="connsiteY288" fmla="*/ 2782305 h 6858002"/>
                  <a:gd name="connsiteX289" fmla="*/ 4253873 w 4572002"/>
                  <a:gd name="connsiteY289" fmla="*/ 2778006 h 6858002"/>
                  <a:gd name="connsiteX290" fmla="*/ 4254284 w 4572002"/>
                  <a:gd name="connsiteY290" fmla="*/ 2770758 h 6858002"/>
                  <a:gd name="connsiteX291" fmla="*/ 4247954 w 4572002"/>
                  <a:gd name="connsiteY291" fmla="*/ 2745352 h 6858002"/>
                  <a:gd name="connsiteX292" fmla="*/ 4247953 w 4572002"/>
                  <a:gd name="connsiteY292" fmla="*/ 2745348 h 6858002"/>
                  <a:gd name="connsiteX293" fmla="*/ 4199563 w 4572002"/>
                  <a:gd name="connsiteY293" fmla="*/ 2668001 h 6858002"/>
                  <a:gd name="connsiteX294" fmla="*/ 4126408 w 4572002"/>
                  <a:gd name="connsiteY294" fmla="*/ 2571034 h 6858002"/>
                  <a:gd name="connsiteX295" fmla="*/ 4122194 w 4572002"/>
                  <a:gd name="connsiteY295" fmla="*/ 2545007 h 6858002"/>
                  <a:gd name="connsiteX296" fmla="*/ 4125838 w 4572002"/>
                  <a:gd name="connsiteY296" fmla="*/ 2518265 h 6858002"/>
                  <a:gd name="connsiteX297" fmla="*/ 4125839 w 4572002"/>
                  <a:gd name="connsiteY297" fmla="*/ 2518262 h 6858002"/>
                  <a:gd name="connsiteX298" fmla="*/ 4132419 w 4572002"/>
                  <a:gd name="connsiteY298" fmla="*/ 2490551 h 6858002"/>
                  <a:gd name="connsiteX299" fmla="*/ 4134481 w 4572002"/>
                  <a:gd name="connsiteY299" fmla="*/ 2463018 h 6858002"/>
                  <a:gd name="connsiteX300" fmla="*/ 4134481 w 4572002"/>
                  <a:gd name="connsiteY300" fmla="*/ 2463017 h 6858002"/>
                  <a:gd name="connsiteX301" fmla="*/ 4111549 w 4572002"/>
                  <a:gd name="connsiteY301" fmla="*/ 2409485 h 6858002"/>
                  <a:gd name="connsiteX302" fmla="*/ 4087164 w 4572002"/>
                  <a:gd name="connsiteY302" fmla="*/ 2334044 h 6858002"/>
                  <a:gd name="connsiteX303" fmla="*/ 4058207 w 4572002"/>
                  <a:gd name="connsiteY303" fmla="*/ 2228314 h 6858002"/>
                  <a:gd name="connsiteX304" fmla="*/ 4042967 w 4572002"/>
                  <a:gd name="connsiteY304" fmla="*/ 2188879 h 6858002"/>
                  <a:gd name="connsiteX305" fmla="*/ 4020296 w 4572002"/>
                  <a:gd name="connsiteY305" fmla="*/ 2094578 h 6858002"/>
                  <a:gd name="connsiteX306" fmla="*/ 4005437 w 4572002"/>
                  <a:gd name="connsiteY306" fmla="*/ 2016469 h 6858002"/>
                  <a:gd name="connsiteX307" fmla="*/ 3958954 w 4572002"/>
                  <a:gd name="connsiteY307" fmla="*/ 1953413 h 6858002"/>
                  <a:gd name="connsiteX308" fmla="*/ 3934949 w 4572002"/>
                  <a:gd name="connsiteY308" fmla="*/ 1933219 h 6858002"/>
                  <a:gd name="connsiteX309" fmla="*/ 3919519 w 4572002"/>
                  <a:gd name="connsiteY309" fmla="*/ 1916454 h 6858002"/>
                  <a:gd name="connsiteX310" fmla="*/ 3829028 w 4572002"/>
                  <a:gd name="connsiteY310" fmla="*/ 1842158 h 6858002"/>
                  <a:gd name="connsiteX311" fmla="*/ 3821407 w 4572002"/>
                  <a:gd name="connsiteY311" fmla="*/ 1833775 h 6858002"/>
                  <a:gd name="connsiteX312" fmla="*/ 3779686 w 4572002"/>
                  <a:gd name="connsiteY312" fmla="*/ 1733188 h 6858002"/>
                  <a:gd name="connsiteX313" fmla="*/ 3757018 w 4572002"/>
                  <a:gd name="connsiteY313" fmla="*/ 1697753 h 6858002"/>
                  <a:gd name="connsiteX314" fmla="*/ 3700436 w 4572002"/>
                  <a:gd name="connsiteY314" fmla="*/ 1624980 h 6858002"/>
                  <a:gd name="connsiteX315" fmla="*/ 3698532 w 4572002"/>
                  <a:gd name="connsiteY315" fmla="*/ 1596213 h 6858002"/>
                  <a:gd name="connsiteX316" fmla="*/ 3745230 w 4572002"/>
                  <a:gd name="connsiteY316" fmla="*/ 1459073 h 6858002"/>
                  <a:gd name="connsiteX317" fmla="*/ 3745229 w 4572002"/>
                  <a:gd name="connsiteY317" fmla="*/ 1459074 h 6858002"/>
                  <a:gd name="connsiteX318" fmla="*/ 3736012 w 4572002"/>
                  <a:gd name="connsiteY318" fmla="*/ 1481572 h 6858002"/>
                  <a:gd name="connsiteX319" fmla="*/ 3764423 w 4572002"/>
                  <a:gd name="connsiteY319" fmla="*/ 1268758 h 6858002"/>
                  <a:gd name="connsiteX320" fmla="*/ 3769590 w 4572002"/>
                  <a:gd name="connsiteY320" fmla="*/ 1286070 h 6858002"/>
                  <a:gd name="connsiteX321" fmla="*/ 3791927 w 4572002"/>
                  <a:gd name="connsiteY321" fmla="*/ 1350628 h 6858002"/>
                  <a:gd name="connsiteX322" fmla="*/ 3786333 w 4572002"/>
                  <a:gd name="connsiteY322" fmla="*/ 1413840 h 6858002"/>
                  <a:gd name="connsiteX323" fmla="*/ 3791928 w 4572002"/>
                  <a:gd name="connsiteY323" fmla="*/ 1350627 h 6858002"/>
                  <a:gd name="connsiteX324" fmla="*/ 3769590 w 4572002"/>
                  <a:gd name="connsiteY324" fmla="*/ 1286069 h 6858002"/>
                  <a:gd name="connsiteX325" fmla="*/ 3706152 w 4572002"/>
                  <a:gd name="connsiteY325" fmla="*/ 773035 h 6858002"/>
                  <a:gd name="connsiteX326" fmla="*/ 3706152 w 4572002"/>
                  <a:gd name="connsiteY326" fmla="*/ 773036 h 6858002"/>
                  <a:gd name="connsiteX327" fmla="*/ 3714152 w 4572002"/>
                  <a:gd name="connsiteY327" fmla="*/ 854380 h 6858002"/>
                  <a:gd name="connsiteX328" fmla="*/ 3745205 w 4572002"/>
                  <a:gd name="connsiteY328" fmla="*/ 915344 h 6858002"/>
                  <a:gd name="connsiteX329" fmla="*/ 3755683 w 4572002"/>
                  <a:gd name="connsiteY329" fmla="*/ 927156 h 6858002"/>
                  <a:gd name="connsiteX330" fmla="*/ 3752063 w 4572002"/>
                  <a:gd name="connsiteY330" fmla="*/ 1097088 h 6858002"/>
                  <a:gd name="connsiteX331" fmla="*/ 3747681 w 4572002"/>
                  <a:gd name="connsiteY331" fmla="*/ 1123186 h 6858002"/>
                  <a:gd name="connsiteX332" fmla="*/ 3772400 w 4572002"/>
                  <a:gd name="connsiteY332" fmla="*/ 1184029 h 6858002"/>
                  <a:gd name="connsiteX333" fmla="*/ 3747682 w 4572002"/>
                  <a:gd name="connsiteY333" fmla="*/ 1123185 h 6858002"/>
                  <a:gd name="connsiteX334" fmla="*/ 3752064 w 4572002"/>
                  <a:gd name="connsiteY334" fmla="*/ 1097087 h 6858002"/>
                  <a:gd name="connsiteX335" fmla="*/ 3755684 w 4572002"/>
                  <a:gd name="connsiteY335" fmla="*/ 927155 h 6858002"/>
                  <a:gd name="connsiteX336" fmla="*/ 3745206 w 4572002"/>
                  <a:gd name="connsiteY336" fmla="*/ 915343 h 6858002"/>
                  <a:gd name="connsiteX337" fmla="*/ 3714152 w 4572002"/>
                  <a:gd name="connsiteY337" fmla="*/ 854379 h 6858002"/>
                  <a:gd name="connsiteX338" fmla="*/ 3761553 w 4572002"/>
                  <a:gd name="connsiteY338" fmla="*/ 517851 h 6858002"/>
                  <a:gd name="connsiteX339" fmla="*/ 3752635 w 4572002"/>
                  <a:gd name="connsiteY339" fmla="*/ 556048 h 6858002"/>
                  <a:gd name="connsiteX340" fmla="*/ 3746157 w 4572002"/>
                  <a:gd name="connsiteY340" fmla="*/ 580051 h 6858002"/>
                  <a:gd name="connsiteX341" fmla="*/ 3742776 w 4572002"/>
                  <a:gd name="connsiteY341" fmla="*/ 642538 h 6858002"/>
                  <a:gd name="connsiteX342" fmla="*/ 3730253 w 4572002"/>
                  <a:gd name="connsiteY342" fmla="*/ 694928 h 6858002"/>
                  <a:gd name="connsiteX343" fmla="*/ 3742777 w 4572002"/>
                  <a:gd name="connsiteY343" fmla="*/ 642537 h 6858002"/>
                  <a:gd name="connsiteX344" fmla="*/ 3746158 w 4572002"/>
                  <a:gd name="connsiteY344" fmla="*/ 580050 h 6858002"/>
                  <a:gd name="connsiteX345" fmla="*/ 3752636 w 4572002"/>
                  <a:gd name="connsiteY345" fmla="*/ 556047 h 6858002"/>
                  <a:gd name="connsiteX346" fmla="*/ 3774848 w 4572002"/>
                  <a:gd name="connsiteY346" fmla="*/ 298169 h 6858002"/>
                  <a:gd name="connsiteX347" fmla="*/ 3760065 w 4572002"/>
                  <a:gd name="connsiteY347" fmla="*/ 313534 h 6858002"/>
                  <a:gd name="connsiteX348" fmla="*/ 3759493 w 4572002"/>
                  <a:gd name="connsiteY348" fmla="*/ 338871 h 6858002"/>
                  <a:gd name="connsiteX349" fmla="*/ 3759500 w 4572002"/>
                  <a:gd name="connsiteY349" fmla="*/ 338900 h 6858002"/>
                  <a:gd name="connsiteX350" fmla="*/ 3769400 w 4572002"/>
                  <a:gd name="connsiteY350" fmla="*/ 395640 h 6858002"/>
                  <a:gd name="connsiteX351" fmla="*/ 3765590 w 4572002"/>
                  <a:gd name="connsiteY351" fmla="*/ 367328 h 6858002"/>
                  <a:gd name="connsiteX352" fmla="*/ 3759500 w 4572002"/>
                  <a:gd name="connsiteY352" fmla="*/ 338900 h 6858002"/>
                  <a:gd name="connsiteX353" fmla="*/ 3759494 w 4572002"/>
                  <a:gd name="connsiteY353" fmla="*/ 338870 h 6858002"/>
                  <a:gd name="connsiteX354" fmla="*/ 3760066 w 4572002"/>
                  <a:gd name="connsiteY354" fmla="*/ 313533 h 6858002"/>
                  <a:gd name="connsiteX355" fmla="*/ 3782393 w 4572002"/>
                  <a:gd name="connsiteY355" fmla="*/ 281568 h 6858002"/>
                  <a:gd name="connsiteX356" fmla="*/ 3777498 w 4572002"/>
                  <a:gd name="connsiteY356" fmla="*/ 295415 h 6858002"/>
                  <a:gd name="connsiteX357" fmla="*/ 3777499 w 4572002"/>
                  <a:gd name="connsiteY357" fmla="*/ 295415 h 6858002"/>
                  <a:gd name="connsiteX358" fmla="*/ 3769073 w 4572002"/>
                  <a:gd name="connsiteY358" fmla="*/ 24486 h 6858002"/>
                  <a:gd name="connsiteX359" fmla="*/ 3766810 w 4572002"/>
                  <a:gd name="connsiteY359" fmla="*/ 74129 h 6858002"/>
                  <a:gd name="connsiteX360" fmla="*/ 3772734 w 4572002"/>
                  <a:gd name="connsiteY360" fmla="*/ 125861 h 6858002"/>
                  <a:gd name="connsiteX361" fmla="*/ 3777129 w 4572002"/>
                  <a:gd name="connsiteY361" fmla="*/ 153387 h 6858002"/>
                  <a:gd name="connsiteX362" fmla="*/ 3785402 w 4572002"/>
                  <a:gd name="connsiteY362" fmla="*/ 228944 h 6858002"/>
                  <a:gd name="connsiteX363" fmla="*/ 3780943 w 4572002"/>
                  <a:gd name="connsiteY363" fmla="*/ 177271 h 6858002"/>
                  <a:gd name="connsiteX364" fmla="*/ 3777129 w 4572002"/>
                  <a:gd name="connsiteY364" fmla="*/ 153387 h 6858002"/>
                  <a:gd name="connsiteX365" fmla="*/ 3776930 w 4572002"/>
                  <a:gd name="connsiteY365" fmla="*/ 151569 h 6858002"/>
                  <a:gd name="connsiteX366" fmla="*/ 3766811 w 4572002"/>
                  <a:gd name="connsiteY366" fmla="*/ 74129 h 6858002"/>
                  <a:gd name="connsiteX367" fmla="*/ 3766492 w 4572002"/>
                  <a:gd name="connsiteY367" fmla="*/ 0 h 6858002"/>
                  <a:gd name="connsiteX368" fmla="*/ 4230600 w 4572002"/>
                  <a:gd name="connsiteY368" fmla="*/ 0 h 6858002"/>
                  <a:gd name="connsiteX369" fmla="*/ 4229473 w 4572002"/>
                  <a:gd name="connsiteY369" fmla="*/ 2817 h 6858002"/>
                  <a:gd name="connsiteX370" fmla="*/ 4215375 w 4572002"/>
                  <a:gd name="connsiteY370" fmla="*/ 63587 h 6858002"/>
                  <a:gd name="connsiteX371" fmla="*/ 4201468 w 4572002"/>
                  <a:gd name="connsiteY371" fmla="*/ 176939 h 6858002"/>
                  <a:gd name="connsiteX372" fmla="*/ 4193466 w 4572002"/>
                  <a:gd name="connsiteY372" fmla="*/ 200182 h 6858002"/>
                  <a:gd name="connsiteX373" fmla="*/ 4155554 w 4572002"/>
                  <a:gd name="connsiteY373" fmla="*/ 340774 h 6858002"/>
                  <a:gd name="connsiteX374" fmla="*/ 4156319 w 4572002"/>
                  <a:gd name="connsiteY374" fmla="*/ 453364 h 6858002"/>
                  <a:gd name="connsiteX375" fmla="*/ 4158033 w 4572002"/>
                  <a:gd name="connsiteY375" fmla="*/ 462126 h 6858002"/>
                  <a:gd name="connsiteX376" fmla="*/ 4170605 w 4572002"/>
                  <a:gd name="connsiteY376" fmla="*/ 505182 h 6858002"/>
                  <a:gd name="connsiteX377" fmla="*/ 4167177 w 4572002"/>
                  <a:gd name="connsiteY377" fmla="*/ 571860 h 6858002"/>
                  <a:gd name="connsiteX378" fmla="*/ 4149840 w 4572002"/>
                  <a:gd name="connsiteY378" fmla="*/ 617772 h 6858002"/>
                  <a:gd name="connsiteX379" fmla="*/ 4149078 w 4572002"/>
                  <a:gd name="connsiteY379" fmla="*/ 674923 h 6858002"/>
                  <a:gd name="connsiteX380" fmla="*/ 4159937 w 4572002"/>
                  <a:gd name="connsiteY380" fmla="*/ 740268 h 6858002"/>
                  <a:gd name="connsiteX381" fmla="*/ 4162223 w 4572002"/>
                  <a:gd name="connsiteY381" fmla="*/ 769605 h 6858002"/>
                  <a:gd name="connsiteX382" fmla="*/ 4184703 w 4572002"/>
                  <a:gd name="connsiteY382" fmla="*/ 850189 h 6858002"/>
                  <a:gd name="connsiteX383" fmla="*/ 4179179 w 4572002"/>
                  <a:gd name="connsiteY383" fmla="*/ 898198 h 6858002"/>
                  <a:gd name="connsiteX384" fmla="*/ 4164319 w 4572002"/>
                  <a:gd name="connsiteY384" fmla="*/ 945444 h 6858002"/>
                  <a:gd name="connsiteX385" fmla="*/ 4150030 w 4572002"/>
                  <a:gd name="connsiteY385" fmla="*/ 975733 h 6858002"/>
                  <a:gd name="connsiteX386" fmla="*/ 4139934 w 4572002"/>
                  <a:gd name="connsiteY386" fmla="*/ 1036887 h 6858002"/>
                  <a:gd name="connsiteX387" fmla="*/ 4141458 w 4572002"/>
                  <a:gd name="connsiteY387" fmla="*/ 1048125 h 6858002"/>
                  <a:gd name="connsiteX388" fmla="*/ 4154032 w 4572002"/>
                  <a:gd name="connsiteY388" fmla="*/ 1230633 h 6858002"/>
                  <a:gd name="connsiteX389" fmla="*/ 4174225 w 4572002"/>
                  <a:gd name="connsiteY389" fmla="*/ 1303024 h 6858002"/>
                  <a:gd name="connsiteX390" fmla="*/ 4176701 w 4572002"/>
                  <a:gd name="connsiteY390" fmla="*/ 1318456 h 6858002"/>
                  <a:gd name="connsiteX391" fmla="*/ 4199372 w 4572002"/>
                  <a:gd name="connsiteY391" fmla="*/ 1472575 h 6858002"/>
                  <a:gd name="connsiteX392" fmla="*/ 4200325 w 4572002"/>
                  <a:gd name="connsiteY392" fmla="*/ 1489720 h 6858002"/>
                  <a:gd name="connsiteX393" fmla="*/ 4196324 w 4572002"/>
                  <a:gd name="connsiteY393" fmla="*/ 1537537 h 6858002"/>
                  <a:gd name="connsiteX394" fmla="*/ 4237474 w 4572002"/>
                  <a:gd name="connsiteY394" fmla="*/ 1650317 h 6858002"/>
                  <a:gd name="connsiteX395" fmla="*/ 4251572 w 4572002"/>
                  <a:gd name="connsiteY395" fmla="*/ 1763287 h 6858002"/>
                  <a:gd name="connsiteX396" fmla="*/ 4251380 w 4572002"/>
                  <a:gd name="connsiteY396" fmla="*/ 1825393 h 6858002"/>
                  <a:gd name="connsiteX397" fmla="*/ 4261478 w 4572002"/>
                  <a:gd name="connsiteY397" fmla="*/ 1869780 h 6858002"/>
                  <a:gd name="connsiteX398" fmla="*/ 4292149 w 4572002"/>
                  <a:gd name="connsiteY398" fmla="*/ 1978940 h 6858002"/>
                  <a:gd name="connsiteX399" fmla="*/ 4296911 w 4572002"/>
                  <a:gd name="connsiteY399" fmla="*/ 2030378 h 6858002"/>
                  <a:gd name="connsiteX400" fmla="*/ 4307201 w 4572002"/>
                  <a:gd name="connsiteY400" fmla="*/ 2085054 h 6858002"/>
                  <a:gd name="connsiteX401" fmla="*/ 4353302 w 4572002"/>
                  <a:gd name="connsiteY401" fmla="*/ 2220312 h 6858002"/>
                  <a:gd name="connsiteX402" fmla="*/ 4350636 w 4572002"/>
                  <a:gd name="connsiteY402" fmla="*/ 2330806 h 6858002"/>
                  <a:gd name="connsiteX403" fmla="*/ 4351206 w 4572002"/>
                  <a:gd name="connsiteY403" fmla="*/ 2401292 h 6858002"/>
                  <a:gd name="connsiteX404" fmla="*/ 4366446 w 4572002"/>
                  <a:gd name="connsiteY404" fmla="*/ 2485307 h 6858002"/>
                  <a:gd name="connsiteX405" fmla="*/ 4388736 w 4572002"/>
                  <a:gd name="connsiteY405" fmla="*/ 2554079 h 6858002"/>
                  <a:gd name="connsiteX406" fmla="*/ 4406453 w 4572002"/>
                  <a:gd name="connsiteY406" fmla="*/ 2649143 h 6858002"/>
                  <a:gd name="connsiteX407" fmla="*/ 4440554 w 4572002"/>
                  <a:gd name="connsiteY407" fmla="*/ 2743826 h 6858002"/>
                  <a:gd name="connsiteX408" fmla="*/ 4466653 w 4572002"/>
                  <a:gd name="connsiteY408" fmla="*/ 2809930 h 6858002"/>
                  <a:gd name="connsiteX409" fmla="*/ 4489705 w 4572002"/>
                  <a:gd name="connsiteY409" fmla="*/ 2901943 h 6858002"/>
                  <a:gd name="connsiteX410" fmla="*/ 4505897 w 4572002"/>
                  <a:gd name="connsiteY410" fmla="*/ 3042728 h 6858002"/>
                  <a:gd name="connsiteX411" fmla="*/ 4507613 w 4572002"/>
                  <a:gd name="connsiteY411" fmla="*/ 3107500 h 6858002"/>
                  <a:gd name="connsiteX412" fmla="*/ 4545521 w 4572002"/>
                  <a:gd name="connsiteY412" fmla="*/ 3209993 h 6858002"/>
                  <a:gd name="connsiteX413" fmla="*/ 4563811 w 4572002"/>
                  <a:gd name="connsiteY413" fmla="*/ 3253809 h 6858002"/>
                  <a:gd name="connsiteX414" fmla="*/ 4548570 w 4572002"/>
                  <a:gd name="connsiteY414" fmla="*/ 3293244 h 6858002"/>
                  <a:gd name="connsiteX415" fmla="*/ 4531043 w 4572002"/>
                  <a:gd name="connsiteY415" fmla="*/ 3318771 h 6858002"/>
                  <a:gd name="connsiteX416" fmla="*/ 4545904 w 4572002"/>
                  <a:gd name="connsiteY416" fmla="*/ 3399546 h 6858002"/>
                  <a:gd name="connsiteX417" fmla="*/ 4561524 w 4572002"/>
                  <a:gd name="connsiteY417" fmla="*/ 3485275 h 6858002"/>
                  <a:gd name="connsiteX418" fmla="*/ 4572002 w 4572002"/>
                  <a:gd name="connsiteY418" fmla="*/ 3546617 h 6858002"/>
                  <a:gd name="connsiteX419" fmla="*/ 4563620 w 4572002"/>
                  <a:gd name="connsiteY419" fmla="*/ 3623201 h 6858002"/>
                  <a:gd name="connsiteX420" fmla="*/ 4560192 w 4572002"/>
                  <a:gd name="connsiteY420" fmla="*/ 3683591 h 6858002"/>
                  <a:gd name="connsiteX421" fmla="*/ 4550476 w 4572002"/>
                  <a:gd name="connsiteY421" fmla="*/ 3732361 h 6858002"/>
                  <a:gd name="connsiteX422" fmla="*/ 4544759 w 4572002"/>
                  <a:gd name="connsiteY422" fmla="*/ 3749506 h 6858002"/>
                  <a:gd name="connsiteX423" fmla="*/ 4500182 w 4572002"/>
                  <a:gd name="connsiteY423" fmla="*/ 3885338 h 6858002"/>
                  <a:gd name="connsiteX424" fmla="*/ 4464557 w 4572002"/>
                  <a:gd name="connsiteY424" fmla="*/ 4030503 h 6858002"/>
                  <a:gd name="connsiteX425" fmla="*/ 4487039 w 4572002"/>
                  <a:gd name="connsiteY425" fmla="*/ 4124614 h 6858002"/>
                  <a:gd name="connsiteX426" fmla="*/ 4486656 w 4572002"/>
                  <a:gd name="connsiteY426" fmla="*/ 4159667 h 6858002"/>
                  <a:gd name="connsiteX427" fmla="*/ 4491801 w 4572002"/>
                  <a:gd name="connsiteY427" fmla="*/ 4320837 h 6858002"/>
                  <a:gd name="connsiteX428" fmla="*/ 4497325 w 4572002"/>
                  <a:gd name="connsiteY428" fmla="*/ 4349222 h 6858002"/>
                  <a:gd name="connsiteX429" fmla="*/ 4474653 w 4572002"/>
                  <a:gd name="connsiteY429" fmla="*/ 4502579 h 6858002"/>
                  <a:gd name="connsiteX430" fmla="*/ 4470844 w 4572002"/>
                  <a:gd name="connsiteY430" fmla="*/ 4558207 h 6858002"/>
                  <a:gd name="connsiteX431" fmla="*/ 4464557 w 4572002"/>
                  <a:gd name="connsiteY431" fmla="*/ 4609452 h 6858002"/>
                  <a:gd name="connsiteX432" fmla="*/ 4463033 w 4572002"/>
                  <a:gd name="connsiteY432" fmla="*/ 4681083 h 6858002"/>
                  <a:gd name="connsiteX433" fmla="*/ 4465891 w 4572002"/>
                  <a:gd name="connsiteY433" fmla="*/ 4755381 h 6858002"/>
                  <a:gd name="connsiteX434" fmla="*/ 4465319 w 4572002"/>
                  <a:gd name="connsiteY434" fmla="*/ 4838250 h 6858002"/>
                  <a:gd name="connsiteX435" fmla="*/ 4460367 w 4572002"/>
                  <a:gd name="connsiteY435" fmla="*/ 4871019 h 6858002"/>
                  <a:gd name="connsiteX436" fmla="*/ 4463795 w 4572002"/>
                  <a:gd name="connsiteY436" fmla="*/ 4959602 h 6858002"/>
                  <a:gd name="connsiteX437" fmla="*/ 4458082 w 4572002"/>
                  <a:gd name="connsiteY437" fmla="*/ 5006086 h 6858002"/>
                  <a:gd name="connsiteX438" fmla="*/ 4456937 w 4572002"/>
                  <a:gd name="connsiteY438" fmla="*/ 5082670 h 6858002"/>
                  <a:gd name="connsiteX439" fmla="*/ 4455603 w 4572002"/>
                  <a:gd name="connsiteY439" fmla="*/ 5107627 h 6858002"/>
                  <a:gd name="connsiteX440" fmla="*/ 4454840 w 4572002"/>
                  <a:gd name="connsiteY440" fmla="*/ 5129916 h 6858002"/>
                  <a:gd name="connsiteX441" fmla="*/ 4470464 w 4572002"/>
                  <a:gd name="connsiteY441" fmla="*/ 5206308 h 6858002"/>
                  <a:gd name="connsiteX442" fmla="*/ 4471415 w 4572002"/>
                  <a:gd name="connsiteY442" fmla="*/ 5274129 h 6858002"/>
                  <a:gd name="connsiteX443" fmla="*/ 4483990 w 4572002"/>
                  <a:gd name="connsiteY443" fmla="*/ 5393005 h 6858002"/>
                  <a:gd name="connsiteX444" fmla="*/ 4479607 w 4572002"/>
                  <a:gd name="connsiteY444" fmla="*/ 5419295 h 6858002"/>
                  <a:gd name="connsiteX445" fmla="*/ 4477894 w 4572002"/>
                  <a:gd name="connsiteY445" fmla="*/ 5501594 h 6858002"/>
                  <a:gd name="connsiteX446" fmla="*/ 4476560 w 4572002"/>
                  <a:gd name="connsiteY446" fmla="*/ 5548460 h 6858002"/>
                  <a:gd name="connsiteX447" fmla="*/ 4485703 w 4572002"/>
                  <a:gd name="connsiteY447" fmla="*/ 5606372 h 6858002"/>
                  <a:gd name="connsiteX448" fmla="*/ 4505134 w 4572002"/>
                  <a:gd name="connsiteY448" fmla="*/ 5706959 h 6858002"/>
                  <a:gd name="connsiteX449" fmla="*/ 4508183 w 4572002"/>
                  <a:gd name="connsiteY449" fmla="*/ 5733440 h 6858002"/>
                  <a:gd name="connsiteX450" fmla="*/ 4517519 w 4572002"/>
                  <a:gd name="connsiteY450" fmla="*/ 5781830 h 6858002"/>
                  <a:gd name="connsiteX451" fmla="*/ 4519234 w 4572002"/>
                  <a:gd name="connsiteY451" fmla="*/ 5790592 h 6858002"/>
                  <a:gd name="connsiteX452" fmla="*/ 4542855 w 4572002"/>
                  <a:gd name="connsiteY452" fmla="*/ 5864318 h 6858002"/>
                  <a:gd name="connsiteX453" fmla="*/ 4544759 w 4572002"/>
                  <a:gd name="connsiteY453" fmla="*/ 5902610 h 6858002"/>
                  <a:gd name="connsiteX454" fmla="*/ 4544951 w 4572002"/>
                  <a:gd name="connsiteY454" fmla="*/ 6012723 h 6858002"/>
                  <a:gd name="connsiteX455" fmla="*/ 4541332 w 4572002"/>
                  <a:gd name="connsiteY455" fmla="*/ 6059397 h 6858002"/>
                  <a:gd name="connsiteX456" fmla="*/ 4527426 w 4572002"/>
                  <a:gd name="connsiteY456" fmla="*/ 6171605 h 6858002"/>
                  <a:gd name="connsiteX457" fmla="*/ 4520568 w 4572002"/>
                  <a:gd name="connsiteY457" fmla="*/ 6242093 h 6858002"/>
                  <a:gd name="connsiteX458" fmla="*/ 4509706 w 4572002"/>
                  <a:gd name="connsiteY458" fmla="*/ 6323058 h 6858002"/>
                  <a:gd name="connsiteX459" fmla="*/ 4502848 w 4572002"/>
                  <a:gd name="connsiteY459" fmla="*/ 6415833 h 6858002"/>
                  <a:gd name="connsiteX460" fmla="*/ 4482084 w 4572002"/>
                  <a:gd name="connsiteY460" fmla="*/ 6584812 h 6858002"/>
                  <a:gd name="connsiteX461" fmla="*/ 4460557 w 4572002"/>
                  <a:gd name="connsiteY461" fmla="*/ 6748458 h 6858002"/>
                  <a:gd name="connsiteX462" fmla="*/ 4441507 w 4572002"/>
                  <a:gd name="connsiteY462" fmla="*/ 6815516 h 6858002"/>
                  <a:gd name="connsiteX463" fmla="*/ 4431806 w 4572002"/>
                  <a:gd name="connsiteY463" fmla="*/ 6858001 h 6858002"/>
                  <a:gd name="connsiteX464" fmla="*/ 4259554 w 4572002"/>
                  <a:gd name="connsiteY464" fmla="*/ 6858001 h 6858002"/>
                  <a:gd name="connsiteX465" fmla="*/ 4259554 w 4572002"/>
                  <a:gd name="connsiteY465" fmla="*/ 6858002 h 6858002"/>
                  <a:gd name="connsiteX466" fmla="*/ 0 w 4572002"/>
                  <a:gd name="connsiteY466" fmla="*/ 6858002 h 6858002"/>
                  <a:gd name="connsiteX467" fmla="*/ 0 w 4572002"/>
                  <a:gd name="connsiteY467" fmla="*/ 2 h 6858002"/>
                  <a:gd name="connsiteX468" fmla="*/ 3766492 w 4572002"/>
                  <a:gd name="connsiteY468" fmla="*/ 1 h 6858002"/>
                  <a:gd name="connsiteX469" fmla="*/ 3769210 w 4572002"/>
                  <a:gd name="connsiteY469" fmla="*/ 21486 h 6858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4572002" h="6858002">
                    <a:moveTo>
                      <a:pt x="4214994" y="6564620"/>
                    </a:moveTo>
                    <a:lnTo>
                      <a:pt x="4214994" y="6564621"/>
                    </a:lnTo>
                    <a:cubicBezTo>
                      <a:pt x="4225281" y="6575479"/>
                      <a:pt x="4231378" y="6582147"/>
                      <a:pt x="4237474" y="6588626"/>
                    </a:cubicBezTo>
                    <a:lnTo>
                      <a:pt x="4254096" y="6625225"/>
                    </a:lnTo>
                    <a:lnTo>
                      <a:pt x="4247001" y="6662540"/>
                    </a:lnTo>
                    <a:lnTo>
                      <a:pt x="4247000" y="6662541"/>
                    </a:lnTo>
                    <a:lnTo>
                      <a:pt x="4246999" y="6662544"/>
                    </a:lnTo>
                    <a:lnTo>
                      <a:pt x="4235550" y="6683027"/>
                    </a:lnTo>
                    <a:lnTo>
                      <a:pt x="4232403" y="6702976"/>
                    </a:lnTo>
                    <a:lnTo>
                      <a:pt x="4232403" y="6702977"/>
                    </a:lnTo>
                    <a:cubicBezTo>
                      <a:pt x="4232808" y="6716169"/>
                      <a:pt x="4237951" y="6729219"/>
                      <a:pt x="4246238" y="6742553"/>
                    </a:cubicBezTo>
                    <a:lnTo>
                      <a:pt x="4246239" y="6742555"/>
                    </a:lnTo>
                    <a:lnTo>
                      <a:pt x="4265716" y="6812062"/>
                    </a:lnTo>
                    <a:lnTo>
                      <a:pt x="4265717" y="6812064"/>
                    </a:lnTo>
                    <a:lnTo>
                      <a:pt x="4265717" y="6812063"/>
                    </a:lnTo>
                    <a:lnTo>
                      <a:pt x="4265716" y="6812062"/>
                    </a:lnTo>
                    <a:lnTo>
                      <a:pt x="4260942" y="6776800"/>
                    </a:lnTo>
                    <a:lnTo>
                      <a:pt x="4246239" y="6742555"/>
                    </a:lnTo>
                    <a:lnTo>
                      <a:pt x="4246238" y="6742552"/>
                    </a:lnTo>
                    <a:lnTo>
                      <a:pt x="4232403" y="6702976"/>
                    </a:lnTo>
                    <a:lnTo>
                      <a:pt x="4246999" y="6662544"/>
                    </a:lnTo>
                    <a:lnTo>
                      <a:pt x="4247000" y="6662542"/>
                    </a:lnTo>
                    <a:lnTo>
                      <a:pt x="4247001" y="6662540"/>
                    </a:lnTo>
                    <a:lnTo>
                      <a:pt x="4254084" y="6645552"/>
                    </a:lnTo>
                    <a:lnTo>
                      <a:pt x="4254096" y="6625225"/>
                    </a:lnTo>
                    <a:lnTo>
                      <a:pt x="4254096" y="6625224"/>
                    </a:lnTo>
                    <a:cubicBezTo>
                      <a:pt x="4252000" y="6611341"/>
                      <a:pt x="4245951" y="6597578"/>
                      <a:pt x="4237474" y="6588625"/>
                    </a:cubicBezTo>
                    <a:close/>
                    <a:moveTo>
                      <a:pt x="4295315" y="6438981"/>
                    </a:moveTo>
                    <a:lnTo>
                      <a:pt x="4275385" y="6463840"/>
                    </a:lnTo>
                    <a:lnTo>
                      <a:pt x="4275382" y="6463849"/>
                    </a:lnTo>
                    <a:lnTo>
                      <a:pt x="4261587" y="6513012"/>
                    </a:lnTo>
                    <a:lnTo>
                      <a:pt x="4242781" y="6546194"/>
                    </a:lnTo>
                    <a:lnTo>
                      <a:pt x="4242781" y="6546195"/>
                    </a:lnTo>
                    <a:lnTo>
                      <a:pt x="4259120" y="6521804"/>
                    </a:lnTo>
                    <a:lnTo>
                      <a:pt x="4261587" y="6513012"/>
                    </a:lnTo>
                    <a:lnTo>
                      <a:pt x="4264398" y="6508052"/>
                    </a:lnTo>
                    <a:lnTo>
                      <a:pt x="4275382" y="6463849"/>
                    </a:lnTo>
                    <a:lnTo>
                      <a:pt x="4275385" y="6463841"/>
                    </a:lnTo>
                    <a:cubicBezTo>
                      <a:pt x="4278336" y="6451650"/>
                      <a:pt x="4285813" y="6444077"/>
                      <a:pt x="4295315" y="6438981"/>
                    </a:cubicBezTo>
                    <a:close/>
                    <a:moveTo>
                      <a:pt x="4381289" y="6365204"/>
                    </a:moveTo>
                    <a:lnTo>
                      <a:pt x="4380008" y="6387910"/>
                    </a:lnTo>
                    <a:lnTo>
                      <a:pt x="4378243" y="6391549"/>
                    </a:lnTo>
                    <a:lnTo>
                      <a:pt x="4370589" y="6407332"/>
                    </a:lnTo>
                    <a:lnTo>
                      <a:pt x="4370589" y="6407333"/>
                    </a:lnTo>
                    <a:lnTo>
                      <a:pt x="4378243" y="6391549"/>
                    </a:lnTo>
                    <a:lnTo>
                      <a:pt x="4380008" y="6387910"/>
                    </a:lnTo>
                    <a:close/>
                    <a:moveTo>
                      <a:pt x="4142220" y="4221391"/>
                    </a:moveTo>
                    <a:lnTo>
                      <a:pt x="4142220" y="4221392"/>
                    </a:lnTo>
                    <a:cubicBezTo>
                      <a:pt x="4142982" y="4232061"/>
                      <a:pt x="4143172" y="4243873"/>
                      <a:pt x="4147936" y="4253015"/>
                    </a:cubicBezTo>
                    <a:cubicBezTo>
                      <a:pt x="4160129" y="4277402"/>
                      <a:pt x="4175749" y="4300071"/>
                      <a:pt x="4187752" y="4324646"/>
                    </a:cubicBezTo>
                    <a:lnTo>
                      <a:pt x="4196706" y="4363891"/>
                    </a:lnTo>
                    <a:lnTo>
                      <a:pt x="4195944" y="4482004"/>
                    </a:lnTo>
                    <a:cubicBezTo>
                      <a:pt x="4193276" y="4546776"/>
                      <a:pt x="4192704" y="4612500"/>
                      <a:pt x="4135934" y="4659174"/>
                    </a:cubicBezTo>
                    <a:cubicBezTo>
                      <a:pt x="4131362" y="4662986"/>
                      <a:pt x="4128694" y="4671176"/>
                      <a:pt x="4127932" y="4677655"/>
                    </a:cubicBezTo>
                    <a:cubicBezTo>
                      <a:pt x="4124313" y="4707564"/>
                      <a:pt x="4123931" y="4738235"/>
                      <a:pt x="4118025" y="4767764"/>
                    </a:cubicBezTo>
                    <a:cubicBezTo>
                      <a:pt x="4115644" y="4779575"/>
                      <a:pt x="4114835" y="4790387"/>
                      <a:pt x="4116716" y="4800483"/>
                    </a:cubicBezTo>
                    <a:lnTo>
                      <a:pt x="4116716" y="4800484"/>
                    </a:lnTo>
                    <a:cubicBezTo>
                      <a:pt x="4118597" y="4810581"/>
                      <a:pt x="4123170" y="4819964"/>
                      <a:pt x="4131552" y="4828917"/>
                    </a:cubicBezTo>
                    <a:lnTo>
                      <a:pt x="4153733" y="4863343"/>
                    </a:lnTo>
                    <a:lnTo>
                      <a:pt x="4161262" y="4889275"/>
                    </a:lnTo>
                    <a:lnTo>
                      <a:pt x="4159557" y="4912168"/>
                    </a:lnTo>
                    <a:cubicBezTo>
                      <a:pt x="4157842" y="4919978"/>
                      <a:pt x="4157485" y="4927122"/>
                      <a:pt x="4158155" y="4933804"/>
                    </a:cubicBezTo>
                    <a:lnTo>
                      <a:pt x="4158155" y="4933805"/>
                    </a:lnTo>
                    <a:lnTo>
                      <a:pt x="4162914" y="4952673"/>
                    </a:lnTo>
                    <a:lnTo>
                      <a:pt x="4165707" y="4957454"/>
                    </a:lnTo>
                    <a:lnTo>
                      <a:pt x="4166985" y="4961456"/>
                    </a:lnTo>
                    <a:cubicBezTo>
                      <a:pt x="4171496" y="4970097"/>
                      <a:pt x="4177202" y="4978394"/>
                      <a:pt x="4182989" y="4987038"/>
                    </a:cubicBezTo>
                    <a:cubicBezTo>
                      <a:pt x="4194228" y="5003802"/>
                      <a:pt x="4208326" y="5022853"/>
                      <a:pt x="4209468" y="5041522"/>
                    </a:cubicBezTo>
                    <a:cubicBezTo>
                      <a:pt x="4210087" y="5052096"/>
                      <a:pt x="4213005" y="5062300"/>
                      <a:pt x="4216684" y="5072376"/>
                    </a:cubicBezTo>
                    <a:lnTo>
                      <a:pt x="4222587" y="5087441"/>
                    </a:lnTo>
                    <a:lnTo>
                      <a:pt x="4235615" y="5133220"/>
                    </a:lnTo>
                    <a:lnTo>
                      <a:pt x="4235616" y="5133225"/>
                    </a:lnTo>
                    <a:lnTo>
                      <a:pt x="4228901" y="5166113"/>
                    </a:lnTo>
                    <a:lnTo>
                      <a:pt x="4228901" y="5166114"/>
                    </a:lnTo>
                    <a:cubicBezTo>
                      <a:pt x="4228139" y="5167638"/>
                      <a:pt x="4228712" y="5169781"/>
                      <a:pt x="4229593" y="5172091"/>
                    </a:cubicBezTo>
                    <a:lnTo>
                      <a:pt x="4232139" y="5179068"/>
                    </a:lnTo>
                    <a:cubicBezTo>
                      <a:pt x="4235759" y="5196595"/>
                      <a:pt x="4235807" y="5213598"/>
                      <a:pt x="4231973" y="5229434"/>
                    </a:cubicBezTo>
                    <a:lnTo>
                      <a:pt x="4225669" y="5241089"/>
                    </a:lnTo>
                    <a:lnTo>
                      <a:pt x="4208517" y="5272796"/>
                    </a:lnTo>
                    <a:cubicBezTo>
                      <a:pt x="4196871" y="5285441"/>
                      <a:pt x="4189165" y="5298595"/>
                      <a:pt x="4184613" y="5312288"/>
                    </a:cubicBezTo>
                    <a:lnTo>
                      <a:pt x="4183557" y="5321350"/>
                    </a:lnTo>
                    <a:lnTo>
                      <a:pt x="4181083" y="5326163"/>
                    </a:lnTo>
                    <a:lnTo>
                      <a:pt x="4179637" y="5355014"/>
                    </a:lnTo>
                    <a:lnTo>
                      <a:pt x="4179637" y="5355015"/>
                    </a:lnTo>
                    <a:cubicBezTo>
                      <a:pt x="4180286" y="5364883"/>
                      <a:pt x="4181989" y="5375003"/>
                      <a:pt x="4184513" y="5385385"/>
                    </a:cubicBezTo>
                    <a:cubicBezTo>
                      <a:pt x="4187752" y="5398722"/>
                      <a:pt x="4190038" y="5412058"/>
                      <a:pt x="4192704" y="5425583"/>
                    </a:cubicBezTo>
                    <a:cubicBezTo>
                      <a:pt x="4196514" y="5443871"/>
                      <a:pt x="4200516" y="5462352"/>
                      <a:pt x="4204327" y="5480638"/>
                    </a:cubicBezTo>
                    <a:lnTo>
                      <a:pt x="4208850" y="5507668"/>
                    </a:lnTo>
                    <a:lnTo>
                      <a:pt x="4198232" y="5531692"/>
                    </a:lnTo>
                    <a:lnTo>
                      <a:pt x="4198231" y="5531693"/>
                    </a:lnTo>
                    <a:cubicBezTo>
                      <a:pt x="4191181" y="5537600"/>
                      <a:pt x="4187989" y="5542649"/>
                      <a:pt x="4188085" y="5547578"/>
                    </a:cubicBezTo>
                    <a:lnTo>
                      <a:pt x="4188085" y="5547579"/>
                    </a:lnTo>
                    <a:cubicBezTo>
                      <a:pt x="4188180" y="5552508"/>
                      <a:pt x="4191562" y="5557318"/>
                      <a:pt x="4197659" y="5562747"/>
                    </a:cubicBezTo>
                    <a:cubicBezTo>
                      <a:pt x="4240332" y="5600468"/>
                      <a:pt x="4267003" y="5646190"/>
                      <a:pt x="4268907" y="5704484"/>
                    </a:cubicBezTo>
                    <a:cubicBezTo>
                      <a:pt x="4269289" y="5716486"/>
                      <a:pt x="4271954" y="5728679"/>
                      <a:pt x="4274812" y="5740489"/>
                    </a:cubicBezTo>
                    <a:cubicBezTo>
                      <a:pt x="4276527" y="5747729"/>
                      <a:pt x="4278433" y="5756494"/>
                      <a:pt x="4283578" y="5760874"/>
                    </a:cubicBezTo>
                    <a:cubicBezTo>
                      <a:pt x="4322821" y="5794975"/>
                      <a:pt x="4350063" y="5837458"/>
                      <a:pt x="4371973" y="5883752"/>
                    </a:cubicBezTo>
                    <a:lnTo>
                      <a:pt x="4371974" y="5883757"/>
                    </a:lnTo>
                    <a:lnTo>
                      <a:pt x="4389877" y="5935946"/>
                    </a:lnTo>
                    <a:lnTo>
                      <a:pt x="4389878" y="5935950"/>
                    </a:lnTo>
                    <a:lnTo>
                      <a:pt x="4386259" y="5993290"/>
                    </a:lnTo>
                    <a:lnTo>
                      <a:pt x="4386259" y="5993291"/>
                    </a:lnTo>
                    <a:cubicBezTo>
                      <a:pt x="4385116" y="6004531"/>
                      <a:pt x="4385306" y="6017485"/>
                      <a:pt x="4379782" y="6026440"/>
                    </a:cubicBezTo>
                    <a:cubicBezTo>
                      <a:pt x="4362445" y="6054825"/>
                      <a:pt x="4343778" y="6082258"/>
                      <a:pt x="4323583" y="6108738"/>
                    </a:cubicBezTo>
                    <a:cubicBezTo>
                      <a:pt x="4314914" y="6120074"/>
                      <a:pt x="4309961" y="6126884"/>
                      <a:pt x="4309890" y="6133314"/>
                    </a:cubicBezTo>
                    <a:lnTo>
                      <a:pt x="4309890" y="6133315"/>
                    </a:lnTo>
                    <a:lnTo>
                      <a:pt x="4313591" y="6143190"/>
                    </a:lnTo>
                    <a:lnTo>
                      <a:pt x="4325486" y="6155600"/>
                    </a:lnTo>
                    <a:lnTo>
                      <a:pt x="4325488" y="6155603"/>
                    </a:lnTo>
                    <a:cubicBezTo>
                      <a:pt x="4347778" y="6175798"/>
                      <a:pt x="4359398" y="6200945"/>
                      <a:pt x="4364160" y="6228757"/>
                    </a:cubicBezTo>
                    <a:lnTo>
                      <a:pt x="4381497" y="6361540"/>
                    </a:lnTo>
                    <a:lnTo>
                      <a:pt x="4381497" y="6361539"/>
                    </a:lnTo>
                    <a:cubicBezTo>
                      <a:pt x="4377877" y="6317151"/>
                      <a:pt x="4371590" y="6272764"/>
                      <a:pt x="4364160" y="6228756"/>
                    </a:cubicBezTo>
                    <a:cubicBezTo>
                      <a:pt x="4359398" y="6200944"/>
                      <a:pt x="4347778" y="6175797"/>
                      <a:pt x="4325488" y="6155602"/>
                    </a:cubicBezTo>
                    <a:lnTo>
                      <a:pt x="4325486" y="6155600"/>
                    </a:lnTo>
                    <a:lnTo>
                      <a:pt x="4309890" y="6133315"/>
                    </a:lnTo>
                    <a:lnTo>
                      <a:pt x="4323583" y="6108739"/>
                    </a:lnTo>
                    <a:cubicBezTo>
                      <a:pt x="4343778" y="6082259"/>
                      <a:pt x="4362445" y="6054826"/>
                      <a:pt x="4379782" y="6026441"/>
                    </a:cubicBezTo>
                    <a:cubicBezTo>
                      <a:pt x="4385306" y="6017486"/>
                      <a:pt x="4385116" y="6004532"/>
                      <a:pt x="4386259" y="5993292"/>
                    </a:cubicBezTo>
                    <a:lnTo>
                      <a:pt x="4386259" y="5993290"/>
                    </a:lnTo>
                    <a:lnTo>
                      <a:pt x="4389712" y="5964477"/>
                    </a:lnTo>
                    <a:lnTo>
                      <a:pt x="4389878" y="5935950"/>
                    </a:lnTo>
                    <a:lnTo>
                      <a:pt x="4389878" y="5935949"/>
                    </a:lnTo>
                    <a:lnTo>
                      <a:pt x="4389877" y="5935946"/>
                    </a:lnTo>
                    <a:lnTo>
                      <a:pt x="4382997" y="5909351"/>
                    </a:lnTo>
                    <a:lnTo>
                      <a:pt x="4371974" y="5883757"/>
                    </a:lnTo>
                    <a:lnTo>
                      <a:pt x="4371973" y="5883751"/>
                    </a:lnTo>
                    <a:cubicBezTo>
                      <a:pt x="4350063" y="5837457"/>
                      <a:pt x="4322821" y="5794974"/>
                      <a:pt x="4283578" y="5760873"/>
                    </a:cubicBezTo>
                    <a:cubicBezTo>
                      <a:pt x="4278433" y="5756493"/>
                      <a:pt x="4276527" y="5747728"/>
                      <a:pt x="4274812" y="5740488"/>
                    </a:cubicBezTo>
                    <a:cubicBezTo>
                      <a:pt x="4271954" y="5728678"/>
                      <a:pt x="4269289" y="5716485"/>
                      <a:pt x="4268907" y="5704483"/>
                    </a:cubicBezTo>
                    <a:cubicBezTo>
                      <a:pt x="4267003" y="5646189"/>
                      <a:pt x="4240332" y="5600467"/>
                      <a:pt x="4197659" y="5562746"/>
                    </a:cubicBezTo>
                    <a:lnTo>
                      <a:pt x="4188085" y="5547578"/>
                    </a:lnTo>
                    <a:lnTo>
                      <a:pt x="4198231" y="5531694"/>
                    </a:lnTo>
                    <a:lnTo>
                      <a:pt x="4198232" y="5531692"/>
                    </a:lnTo>
                    <a:lnTo>
                      <a:pt x="4206630" y="5520422"/>
                    </a:lnTo>
                    <a:lnTo>
                      <a:pt x="4208850" y="5507668"/>
                    </a:lnTo>
                    <a:lnTo>
                      <a:pt x="4208850" y="5507667"/>
                    </a:lnTo>
                    <a:cubicBezTo>
                      <a:pt x="4208803" y="5498832"/>
                      <a:pt x="4206231" y="5489497"/>
                      <a:pt x="4204327" y="5480637"/>
                    </a:cubicBezTo>
                    <a:cubicBezTo>
                      <a:pt x="4200516" y="5462351"/>
                      <a:pt x="4196514" y="5443870"/>
                      <a:pt x="4192704" y="5425582"/>
                    </a:cubicBezTo>
                    <a:cubicBezTo>
                      <a:pt x="4190038" y="5412057"/>
                      <a:pt x="4187752" y="5398721"/>
                      <a:pt x="4184513" y="5385384"/>
                    </a:cubicBezTo>
                    <a:lnTo>
                      <a:pt x="4179637" y="5355014"/>
                    </a:lnTo>
                    <a:lnTo>
                      <a:pt x="4183557" y="5321350"/>
                    </a:lnTo>
                    <a:lnTo>
                      <a:pt x="4208517" y="5272797"/>
                    </a:lnTo>
                    <a:lnTo>
                      <a:pt x="4225669" y="5241089"/>
                    </a:lnTo>
                    <a:lnTo>
                      <a:pt x="4231973" y="5229433"/>
                    </a:lnTo>
                    <a:lnTo>
                      <a:pt x="4232139" y="5179068"/>
                    </a:lnTo>
                    <a:lnTo>
                      <a:pt x="4232139" y="5179067"/>
                    </a:lnTo>
                    <a:cubicBezTo>
                      <a:pt x="4231663" y="5176876"/>
                      <a:pt x="4230473" y="5174400"/>
                      <a:pt x="4229593" y="5172090"/>
                    </a:cubicBezTo>
                    <a:lnTo>
                      <a:pt x="4228901" y="5166114"/>
                    </a:lnTo>
                    <a:lnTo>
                      <a:pt x="4235616" y="5133225"/>
                    </a:lnTo>
                    <a:lnTo>
                      <a:pt x="4235616" y="5133224"/>
                    </a:lnTo>
                    <a:lnTo>
                      <a:pt x="4235615" y="5133220"/>
                    </a:lnTo>
                    <a:lnTo>
                      <a:pt x="4228473" y="5102461"/>
                    </a:lnTo>
                    <a:lnTo>
                      <a:pt x="4222587" y="5087441"/>
                    </a:lnTo>
                    <a:lnTo>
                      <a:pt x="4222582" y="5087423"/>
                    </a:lnTo>
                    <a:cubicBezTo>
                      <a:pt x="4216496" y="5072411"/>
                      <a:pt x="4210397" y="5057381"/>
                      <a:pt x="4209468" y="5041521"/>
                    </a:cubicBezTo>
                    <a:cubicBezTo>
                      <a:pt x="4208326" y="5022852"/>
                      <a:pt x="4194228" y="5003801"/>
                      <a:pt x="4182989" y="4987037"/>
                    </a:cubicBezTo>
                    <a:lnTo>
                      <a:pt x="4165707" y="4957454"/>
                    </a:lnTo>
                    <a:lnTo>
                      <a:pt x="4158155" y="4933805"/>
                    </a:lnTo>
                    <a:lnTo>
                      <a:pt x="4159557" y="4912169"/>
                    </a:lnTo>
                    <a:cubicBezTo>
                      <a:pt x="4161319" y="4904358"/>
                      <a:pt x="4161831" y="4896714"/>
                      <a:pt x="4161262" y="4889276"/>
                    </a:cubicBezTo>
                    <a:lnTo>
                      <a:pt x="4161262" y="4889275"/>
                    </a:lnTo>
                    <a:lnTo>
                      <a:pt x="4156484" y="4867614"/>
                    </a:lnTo>
                    <a:lnTo>
                      <a:pt x="4153733" y="4863343"/>
                    </a:lnTo>
                    <a:lnTo>
                      <a:pt x="4151983" y="4857317"/>
                    </a:lnTo>
                    <a:cubicBezTo>
                      <a:pt x="4146840" y="4847214"/>
                      <a:pt x="4139839" y="4837703"/>
                      <a:pt x="4131552" y="4828916"/>
                    </a:cubicBezTo>
                    <a:lnTo>
                      <a:pt x="4116716" y="4800483"/>
                    </a:lnTo>
                    <a:lnTo>
                      <a:pt x="4118025" y="4767765"/>
                    </a:lnTo>
                    <a:cubicBezTo>
                      <a:pt x="4123931" y="4738236"/>
                      <a:pt x="4124313" y="4707565"/>
                      <a:pt x="4127932" y="4677656"/>
                    </a:cubicBezTo>
                    <a:cubicBezTo>
                      <a:pt x="4128694" y="4671177"/>
                      <a:pt x="4131362" y="4662987"/>
                      <a:pt x="4135934" y="4659175"/>
                    </a:cubicBezTo>
                    <a:cubicBezTo>
                      <a:pt x="4192704" y="4612501"/>
                      <a:pt x="4193276" y="4546777"/>
                      <a:pt x="4195944" y="4482005"/>
                    </a:cubicBezTo>
                    <a:cubicBezTo>
                      <a:pt x="4197659" y="4442762"/>
                      <a:pt x="4197659" y="4403326"/>
                      <a:pt x="4196706" y="4363891"/>
                    </a:cubicBezTo>
                    <a:lnTo>
                      <a:pt x="4196706" y="4363890"/>
                    </a:lnTo>
                    <a:cubicBezTo>
                      <a:pt x="4196514" y="4350554"/>
                      <a:pt x="4193466" y="4336457"/>
                      <a:pt x="4187752" y="4324645"/>
                    </a:cubicBezTo>
                    <a:cubicBezTo>
                      <a:pt x="4175749" y="4300070"/>
                      <a:pt x="4160129" y="4277401"/>
                      <a:pt x="4147936" y="4253014"/>
                    </a:cubicBezTo>
                    <a:close/>
                    <a:moveTo>
                      <a:pt x="4211111" y="2836172"/>
                    </a:moveTo>
                    <a:lnTo>
                      <a:pt x="4202421" y="2848793"/>
                    </a:lnTo>
                    <a:cubicBezTo>
                      <a:pt x="4197421" y="2865010"/>
                      <a:pt x="4191562" y="2881307"/>
                      <a:pt x="4186816" y="2897785"/>
                    </a:cubicBezTo>
                    <a:lnTo>
                      <a:pt x="4185787" y="2903551"/>
                    </a:lnTo>
                    <a:lnTo>
                      <a:pt x="4182513" y="2914328"/>
                    </a:lnTo>
                    <a:lnTo>
                      <a:pt x="4177882" y="2947858"/>
                    </a:lnTo>
                    <a:lnTo>
                      <a:pt x="4177881" y="2947862"/>
                    </a:lnTo>
                    <a:lnTo>
                      <a:pt x="4177881" y="2947863"/>
                    </a:lnTo>
                    <a:cubicBezTo>
                      <a:pt x="4177512" y="2959157"/>
                      <a:pt x="4178512" y="2970576"/>
                      <a:pt x="4181465" y="2982149"/>
                    </a:cubicBezTo>
                    <a:lnTo>
                      <a:pt x="4193158" y="3077402"/>
                    </a:lnTo>
                    <a:lnTo>
                      <a:pt x="4180703" y="3172654"/>
                    </a:lnTo>
                    <a:cubicBezTo>
                      <a:pt x="4154794" y="3276480"/>
                      <a:pt x="4127362" y="3380305"/>
                      <a:pt x="4133076" y="3489467"/>
                    </a:cubicBezTo>
                    <a:cubicBezTo>
                      <a:pt x="4134028" y="3507563"/>
                      <a:pt x="4122407" y="3529090"/>
                      <a:pt x="4110977" y="3544713"/>
                    </a:cubicBezTo>
                    <a:cubicBezTo>
                      <a:pt x="4100119" y="3559668"/>
                      <a:pt x="4094260" y="3566812"/>
                      <a:pt x="4093355" y="3574408"/>
                    </a:cubicBezTo>
                    <a:lnTo>
                      <a:pt x="4093355" y="3574409"/>
                    </a:lnTo>
                    <a:cubicBezTo>
                      <a:pt x="4092450" y="3582005"/>
                      <a:pt x="4096499" y="3590054"/>
                      <a:pt x="4105453" y="3606818"/>
                    </a:cubicBezTo>
                    <a:cubicBezTo>
                      <a:pt x="4109835" y="3614820"/>
                      <a:pt x="4112501" y="3624726"/>
                      <a:pt x="4118979" y="3630633"/>
                    </a:cubicBezTo>
                    <a:lnTo>
                      <a:pt x="4136708" y="3654416"/>
                    </a:lnTo>
                    <a:lnTo>
                      <a:pt x="4140382" y="3668940"/>
                    </a:lnTo>
                    <a:lnTo>
                      <a:pt x="4143220" y="3680164"/>
                    </a:lnTo>
                    <a:lnTo>
                      <a:pt x="4139172" y="3734837"/>
                    </a:lnTo>
                    <a:lnTo>
                      <a:pt x="4139172" y="3734838"/>
                    </a:lnTo>
                    <a:cubicBezTo>
                      <a:pt x="4138220" y="3741316"/>
                      <a:pt x="4136886" y="3749126"/>
                      <a:pt x="4139554" y="3754653"/>
                    </a:cubicBezTo>
                    <a:lnTo>
                      <a:pt x="4145911" y="3789776"/>
                    </a:lnTo>
                    <a:lnTo>
                      <a:pt x="4130980" y="3822472"/>
                    </a:lnTo>
                    <a:cubicBezTo>
                      <a:pt x="4123932" y="3831902"/>
                      <a:pt x="4118312" y="3842046"/>
                      <a:pt x="4116645" y="3852619"/>
                    </a:cubicBezTo>
                    <a:lnTo>
                      <a:pt x="4116645" y="3852620"/>
                    </a:lnTo>
                    <a:lnTo>
                      <a:pt x="4117425" y="3868764"/>
                    </a:lnTo>
                    <a:lnTo>
                      <a:pt x="4126028" y="3885337"/>
                    </a:lnTo>
                    <a:lnTo>
                      <a:pt x="4126028" y="3885339"/>
                    </a:lnTo>
                    <a:cubicBezTo>
                      <a:pt x="4135744" y="3897722"/>
                      <a:pt x="4143150" y="3910319"/>
                      <a:pt x="4148409" y="3923125"/>
                    </a:cubicBezTo>
                    <a:lnTo>
                      <a:pt x="4157913" y="3962160"/>
                    </a:lnTo>
                    <a:lnTo>
                      <a:pt x="4142221" y="4043838"/>
                    </a:lnTo>
                    <a:lnTo>
                      <a:pt x="4142220" y="4043839"/>
                    </a:lnTo>
                    <a:cubicBezTo>
                      <a:pt x="4133457" y="4063842"/>
                      <a:pt x="4128075" y="4083702"/>
                      <a:pt x="4127099" y="4103825"/>
                    </a:cubicBezTo>
                    <a:lnTo>
                      <a:pt x="4127099" y="4103826"/>
                    </a:lnTo>
                    <a:lnTo>
                      <a:pt x="4129066" y="4134256"/>
                    </a:lnTo>
                    <a:lnTo>
                      <a:pt x="4138410" y="4165382"/>
                    </a:lnTo>
                    <a:lnTo>
                      <a:pt x="4138410" y="4165384"/>
                    </a:lnTo>
                    <a:lnTo>
                      <a:pt x="4142315" y="4192388"/>
                    </a:lnTo>
                    <a:lnTo>
                      <a:pt x="4142315" y="4192387"/>
                    </a:lnTo>
                    <a:cubicBezTo>
                      <a:pt x="4142411" y="4182767"/>
                      <a:pt x="4141839" y="4173480"/>
                      <a:pt x="4138410" y="4165383"/>
                    </a:cubicBezTo>
                    <a:lnTo>
                      <a:pt x="4138410" y="4165382"/>
                    </a:lnTo>
                    <a:lnTo>
                      <a:pt x="4127099" y="4103826"/>
                    </a:lnTo>
                    <a:lnTo>
                      <a:pt x="4142220" y="4043840"/>
                    </a:lnTo>
                    <a:lnTo>
                      <a:pt x="4142221" y="4043838"/>
                    </a:lnTo>
                    <a:lnTo>
                      <a:pt x="4155523" y="4002410"/>
                    </a:lnTo>
                    <a:lnTo>
                      <a:pt x="4157913" y="3962160"/>
                    </a:lnTo>
                    <a:lnTo>
                      <a:pt x="4157913" y="3962159"/>
                    </a:lnTo>
                    <a:cubicBezTo>
                      <a:pt x="4155651" y="3935727"/>
                      <a:pt x="4145460" y="3910104"/>
                      <a:pt x="4126028" y="3885338"/>
                    </a:cubicBezTo>
                    <a:lnTo>
                      <a:pt x="4126028" y="3885337"/>
                    </a:lnTo>
                    <a:lnTo>
                      <a:pt x="4116645" y="3852620"/>
                    </a:lnTo>
                    <a:lnTo>
                      <a:pt x="4130980" y="3822473"/>
                    </a:lnTo>
                    <a:cubicBezTo>
                      <a:pt x="4139172" y="3811614"/>
                      <a:pt x="4144316" y="3800897"/>
                      <a:pt x="4145911" y="3789777"/>
                    </a:cubicBezTo>
                    <a:lnTo>
                      <a:pt x="4145911" y="3789776"/>
                    </a:lnTo>
                    <a:cubicBezTo>
                      <a:pt x="4147507" y="3778655"/>
                      <a:pt x="4145554" y="3767130"/>
                      <a:pt x="4139554" y="3754652"/>
                    </a:cubicBezTo>
                    <a:lnTo>
                      <a:pt x="4139172" y="3734838"/>
                    </a:lnTo>
                    <a:lnTo>
                      <a:pt x="4143220" y="3680164"/>
                    </a:lnTo>
                    <a:lnTo>
                      <a:pt x="4143220" y="3680163"/>
                    </a:lnTo>
                    <a:lnTo>
                      <a:pt x="4140382" y="3668940"/>
                    </a:lnTo>
                    <a:lnTo>
                      <a:pt x="4136708" y="3654416"/>
                    </a:lnTo>
                    <a:lnTo>
                      <a:pt x="4136708" y="3654416"/>
                    </a:lnTo>
                    <a:lnTo>
                      <a:pt x="4136708" y="3654415"/>
                    </a:lnTo>
                    <a:cubicBezTo>
                      <a:pt x="4132898" y="3646123"/>
                      <a:pt x="4127219" y="3638157"/>
                      <a:pt x="4118979" y="3630632"/>
                    </a:cubicBezTo>
                    <a:cubicBezTo>
                      <a:pt x="4112501" y="3624725"/>
                      <a:pt x="4109835" y="3614819"/>
                      <a:pt x="4105453" y="3606817"/>
                    </a:cubicBezTo>
                    <a:cubicBezTo>
                      <a:pt x="4100976" y="3598435"/>
                      <a:pt x="4097725" y="3592232"/>
                      <a:pt x="4095707" y="3587174"/>
                    </a:cubicBezTo>
                    <a:lnTo>
                      <a:pt x="4093355" y="3574408"/>
                    </a:lnTo>
                    <a:lnTo>
                      <a:pt x="4098434" y="3562321"/>
                    </a:lnTo>
                    <a:cubicBezTo>
                      <a:pt x="4101369" y="3557716"/>
                      <a:pt x="4105548" y="3552191"/>
                      <a:pt x="4110977" y="3544714"/>
                    </a:cubicBezTo>
                    <a:cubicBezTo>
                      <a:pt x="4122407" y="3529091"/>
                      <a:pt x="4134028" y="3507564"/>
                      <a:pt x="4133076" y="3489468"/>
                    </a:cubicBezTo>
                    <a:cubicBezTo>
                      <a:pt x="4127362" y="3380306"/>
                      <a:pt x="4154794" y="3276481"/>
                      <a:pt x="4180703" y="3172655"/>
                    </a:cubicBezTo>
                    <a:cubicBezTo>
                      <a:pt x="4188705" y="3140650"/>
                      <a:pt x="4192943" y="3109026"/>
                      <a:pt x="4193158" y="3077402"/>
                    </a:cubicBezTo>
                    <a:lnTo>
                      <a:pt x="4193158" y="3077401"/>
                    </a:lnTo>
                    <a:cubicBezTo>
                      <a:pt x="4193372" y="3045777"/>
                      <a:pt x="4189562" y="3014153"/>
                      <a:pt x="4181465" y="2982148"/>
                    </a:cubicBezTo>
                    <a:lnTo>
                      <a:pt x="4177881" y="2947863"/>
                    </a:lnTo>
                    <a:lnTo>
                      <a:pt x="4177882" y="2947858"/>
                    </a:lnTo>
                    <a:lnTo>
                      <a:pt x="4185787" y="2903551"/>
                    </a:lnTo>
                    <a:lnTo>
                      <a:pt x="4202421" y="2848794"/>
                    </a:lnTo>
                    <a:cubicBezTo>
                      <a:pt x="4203754" y="2844317"/>
                      <a:pt x="4207040" y="2839983"/>
                      <a:pt x="4211111" y="2836173"/>
                    </a:cubicBezTo>
                    <a:close/>
                    <a:moveTo>
                      <a:pt x="3726625" y="1508458"/>
                    </a:moveTo>
                    <a:lnTo>
                      <a:pt x="3698531" y="1596214"/>
                    </a:lnTo>
                    <a:cubicBezTo>
                      <a:pt x="3696054" y="1604979"/>
                      <a:pt x="3697579" y="1615837"/>
                      <a:pt x="3700436" y="1624981"/>
                    </a:cubicBezTo>
                    <a:cubicBezTo>
                      <a:pt x="3710152" y="1656224"/>
                      <a:pt x="3734537" y="1676037"/>
                      <a:pt x="3757017" y="1697754"/>
                    </a:cubicBezTo>
                    <a:cubicBezTo>
                      <a:pt x="3766924" y="1707280"/>
                      <a:pt x="3773972" y="1720424"/>
                      <a:pt x="3779686" y="1733189"/>
                    </a:cubicBezTo>
                    <a:cubicBezTo>
                      <a:pt x="3794357" y="1766336"/>
                      <a:pt x="3807501" y="1800247"/>
                      <a:pt x="3821407" y="1833776"/>
                    </a:cubicBezTo>
                    <a:cubicBezTo>
                      <a:pt x="3822741" y="1837014"/>
                      <a:pt x="3826170" y="1839680"/>
                      <a:pt x="3829028" y="1842159"/>
                    </a:cubicBezTo>
                    <a:cubicBezTo>
                      <a:pt x="3859129" y="1866923"/>
                      <a:pt x="3889418" y="1891498"/>
                      <a:pt x="3919519" y="1916455"/>
                    </a:cubicBezTo>
                    <a:cubicBezTo>
                      <a:pt x="3925233" y="1921217"/>
                      <a:pt x="3929425" y="1928077"/>
                      <a:pt x="3934949" y="1933220"/>
                    </a:cubicBezTo>
                    <a:cubicBezTo>
                      <a:pt x="3942569" y="1940460"/>
                      <a:pt x="3949810" y="1949604"/>
                      <a:pt x="3958954" y="1953414"/>
                    </a:cubicBezTo>
                    <a:cubicBezTo>
                      <a:pt x="3987719" y="1965225"/>
                      <a:pt x="4000103" y="1987895"/>
                      <a:pt x="4005437" y="2016470"/>
                    </a:cubicBezTo>
                    <a:cubicBezTo>
                      <a:pt x="4010390" y="2042571"/>
                      <a:pt x="4014582" y="2068670"/>
                      <a:pt x="4020296" y="2094579"/>
                    </a:cubicBezTo>
                    <a:cubicBezTo>
                      <a:pt x="4027154" y="2126202"/>
                      <a:pt x="4034584" y="2157637"/>
                      <a:pt x="4042967" y="2188880"/>
                    </a:cubicBezTo>
                    <a:cubicBezTo>
                      <a:pt x="4046587" y="2202405"/>
                      <a:pt x="4050777" y="2216693"/>
                      <a:pt x="4058207" y="2228315"/>
                    </a:cubicBezTo>
                    <a:cubicBezTo>
                      <a:pt x="4078782" y="2260891"/>
                      <a:pt x="4092688" y="2295754"/>
                      <a:pt x="4087164" y="2334045"/>
                    </a:cubicBezTo>
                    <a:cubicBezTo>
                      <a:pt x="4082782" y="2364716"/>
                      <a:pt x="4094022" y="2390435"/>
                      <a:pt x="4111549" y="2409486"/>
                    </a:cubicBezTo>
                    <a:cubicBezTo>
                      <a:pt x="4119503" y="2418155"/>
                      <a:pt x="4125016" y="2426977"/>
                      <a:pt x="4128650" y="2435913"/>
                    </a:cubicBezTo>
                    <a:lnTo>
                      <a:pt x="4134481" y="2463018"/>
                    </a:lnTo>
                    <a:lnTo>
                      <a:pt x="4125839" y="2518262"/>
                    </a:lnTo>
                    <a:lnTo>
                      <a:pt x="4125838" y="2518264"/>
                    </a:lnTo>
                    <a:cubicBezTo>
                      <a:pt x="4123171" y="2527790"/>
                      <a:pt x="4122027" y="2536457"/>
                      <a:pt x="4122194" y="2545006"/>
                    </a:cubicBezTo>
                    <a:lnTo>
                      <a:pt x="4122194" y="2545007"/>
                    </a:lnTo>
                    <a:cubicBezTo>
                      <a:pt x="4122360" y="2553556"/>
                      <a:pt x="4123837" y="2561986"/>
                      <a:pt x="4126408" y="2571035"/>
                    </a:cubicBezTo>
                    <a:cubicBezTo>
                      <a:pt x="4138410" y="2612946"/>
                      <a:pt x="4170987" y="2640951"/>
                      <a:pt x="4199563" y="2668002"/>
                    </a:cubicBezTo>
                    <a:cubicBezTo>
                      <a:pt x="4223947" y="2691055"/>
                      <a:pt x="4237663" y="2716964"/>
                      <a:pt x="4247953" y="2745349"/>
                    </a:cubicBezTo>
                    <a:lnTo>
                      <a:pt x="4247954" y="2745352"/>
                    </a:lnTo>
                    <a:lnTo>
                      <a:pt x="4253873" y="2778006"/>
                    </a:lnTo>
                    <a:lnTo>
                      <a:pt x="4253453" y="2785440"/>
                    </a:lnTo>
                    <a:lnTo>
                      <a:pt x="4243374" y="2811780"/>
                    </a:lnTo>
                    <a:lnTo>
                      <a:pt x="4243371" y="2811787"/>
                    </a:lnTo>
                    <a:lnTo>
                      <a:pt x="4243372" y="2811787"/>
                    </a:lnTo>
                    <a:lnTo>
                      <a:pt x="4243374" y="2811780"/>
                    </a:lnTo>
                    <a:lnTo>
                      <a:pt x="4253025" y="2793023"/>
                    </a:lnTo>
                    <a:lnTo>
                      <a:pt x="4253453" y="2785440"/>
                    </a:lnTo>
                    <a:lnTo>
                      <a:pt x="4254654" y="2782305"/>
                    </a:lnTo>
                    <a:lnTo>
                      <a:pt x="4253873" y="2778006"/>
                    </a:lnTo>
                    <a:lnTo>
                      <a:pt x="4254284" y="2770758"/>
                    </a:lnTo>
                    <a:lnTo>
                      <a:pt x="4247954" y="2745352"/>
                    </a:lnTo>
                    <a:lnTo>
                      <a:pt x="4247953" y="2745348"/>
                    </a:lnTo>
                    <a:cubicBezTo>
                      <a:pt x="4237663" y="2716963"/>
                      <a:pt x="4223947" y="2691054"/>
                      <a:pt x="4199563" y="2668001"/>
                    </a:cubicBezTo>
                    <a:cubicBezTo>
                      <a:pt x="4170987" y="2640950"/>
                      <a:pt x="4138410" y="2612945"/>
                      <a:pt x="4126408" y="2571034"/>
                    </a:cubicBezTo>
                    <a:lnTo>
                      <a:pt x="4122194" y="2545007"/>
                    </a:lnTo>
                    <a:lnTo>
                      <a:pt x="4125838" y="2518265"/>
                    </a:lnTo>
                    <a:lnTo>
                      <a:pt x="4125839" y="2518262"/>
                    </a:lnTo>
                    <a:lnTo>
                      <a:pt x="4132419" y="2490551"/>
                    </a:lnTo>
                    <a:lnTo>
                      <a:pt x="4134481" y="2463018"/>
                    </a:lnTo>
                    <a:lnTo>
                      <a:pt x="4134481" y="2463017"/>
                    </a:lnTo>
                    <a:cubicBezTo>
                      <a:pt x="4133600" y="2444777"/>
                      <a:pt x="4127457" y="2426822"/>
                      <a:pt x="4111549" y="2409485"/>
                    </a:cubicBezTo>
                    <a:cubicBezTo>
                      <a:pt x="4094022" y="2390434"/>
                      <a:pt x="4082782" y="2364715"/>
                      <a:pt x="4087164" y="2334044"/>
                    </a:cubicBezTo>
                    <a:cubicBezTo>
                      <a:pt x="4092688" y="2295753"/>
                      <a:pt x="4078782" y="2260890"/>
                      <a:pt x="4058207" y="2228314"/>
                    </a:cubicBezTo>
                    <a:cubicBezTo>
                      <a:pt x="4050777" y="2216692"/>
                      <a:pt x="4046587" y="2202404"/>
                      <a:pt x="4042967" y="2188879"/>
                    </a:cubicBezTo>
                    <a:cubicBezTo>
                      <a:pt x="4034584" y="2157636"/>
                      <a:pt x="4027154" y="2126201"/>
                      <a:pt x="4020296" y="2094578"/>
                    </a:cubicBezTo>
                    <a:cubicBezTo>
                      <a:pt x="4014582" y="2068669"/>
                      <a:pt x="4010390" y="2042570"/>
                      <a:pt x="4005437" y="2016469"/>
                    </a:cubicBezTo>
                    <a:cubicBezTo>
                      <a:pt x="4000103" y="1987894"/>
                      <a:pt x="3987719" y="1965224"/>
                      <a:pt x="3958954" y="1953413"/>
                    </a:cubicBezTo>
                    <a:cubicBezTo>
                      <a:pt x="3949810" y="1949603"/>
                      <a:pt x="3942569" y="1940459"/>
                      <a:pt x="3934949" y="1933219"/>
                    </a:cubicBezTo>
                    <a:cubicBezTo>
                      <a:pt x="3929425" y="1928076"/>
                      <a:pt x="3925233" y="1921216"/>
                      <a:pt x="3919519" y="1916454"/>
                    </a:cubicBezTo>
                    <a:cubicBezTo>
                      <a:pt x="3889418" y="1891497"/>
                      <a:pt x="3859129" y="1866922"/>
                      <a:pt x="3829028" y="1842158"/>
                    </a:cubicBezTo>
                    <a:cubicBezTo>
                      <a:pt x="3826170" y="1839679"/>
                      <a:pt x="3822741" y="1837013"/>
                      <a:pt x="3821407" y="1833775"/>
                    </a:cubicBezTo>
                    <a:cubicBezTo>
                      <a:pt x="3807501" y="1800246"/>
                      <a:pt x="3794358" y="1766335"/>
                      <a:pt x="3779686" y="1733188"/>
                    </a:cubicBezTo>
                    <a:cubicBezTo>
                      <a:pt x="3773972" y="1720423"/>
                      <a:pt x="3766924" y="1707279"/>
                      <a:pt x="3757018" y="1697753"/>
                    </a:cubicBezTo>
                    <a:cubicBezTo>
                      <a:pt x="3734538" y="1676036"/>
                      <a:pt x="3710152" y="1656223"/>
                      <a:pt x="3700436" y="1624980"/>
                    </a:cubicBezTo>
                    <a:cubicBezTo>
                      <a:pt x="3697580" y="1615836"/>
                      <a:pt x="3696055" y="1604978"/>
                      <a:pt x="3698532" y="1596213"/>
                    </a:cubicBezTo>
                    <a:close/>
                    <a:moveTo>
                      <a:pt x="3745230" y="1459073"/>
                    </a:moveTo>
                    <a:lnTo>
                      <a:pt x="3745229" y="1459074"/>
                    </a:lnTo>
                    <a:lnTo>
                      <a:pt x="3736012" y="1481572"/>
                    </a:lnTo>
                    <a:close/>
                    <a:moveTo>
                      <a:pt x="3764423" y="1268758"/>
                    </a:moveTo>
                    <a:cubicBezTo>
                      <a:pt x="3764875" y="1275402"/>
                      <a:pt x="3766447" y="1281689"/>
                      <a:pt x="3769590" y="1286070"/>
                    </a:cubicBezTo>
                    <a:cubicBezTo>
                      <a:pt x="3784163" y="1306930"/>
                      <a:pt x="3790403" y="1328553"/>
                      <a:pt x="3791927" y="1350628"/>
                    </a:cubicBezTo>
                    <a:lnTo>
                      <a:pt x="3786333" y="1413840"/>
                    </a:lnTo>
                    <a:lnTo>
                      <a:pt x="3791928" y="1350627"/>
                    </a:lnTo>
                    <a:cubicBezTo>
                      <a:pt x="3790403" y="1328552"/>
                      <a:pt x="3784164" y="1306930"/>
                      <a:pt x="3769590" y="1286069"/>
                    </a:cubicBezTo>
                    <a:close/>
                    <a:moveTo>
                      <a:pt x="3706152" y="773035"/>
                    </a:moveTo>
                    <a:lnTo>
                      <a:pt x="3706152" y="773036"/>
                    </a:lnTo>
                    <a:cubicBezTo>
                      <a:pt x="3708438" y="800277"/>
                      <a:pt x="3711676" y="827330"/>
                      <a:pt x="3714152" y="854380"/>
                    </a:cubicBezTo>
                    <a:cubicBezTo>
                      <a:pt x="3716438" y="878957"/>
                      <a:pt x="3717200" y="903723"/>
                      <a:pt x="3745205" y="915344"/>
                    </a:cubicBezTo>
                    <a:cubicBezTo>
                      <a:pt x="3749587" y="917060"/>
                      <a:pt x="3752825" y="922774"/>
                      <a:pt x="3755683" y="927156"/>
                    </a:cubicBezTo>
                    <a:cubicBezTo>
                      <a:pt x="3799691" y="994786"/>
                      <a:pt x="3798547" y="1030981"/>
                      <a:pt x="3752063" y="1097088"/>
                    </a:cubicBezTo>
                    <a:cubicBezTo>
                      <a:pt x="3747301" y="1103946"/>
                      <a:pt x="3743871" y="1118614"/>
                      <a:pt x="3747681" y="1123186"/>
                    </a:cubicBezTo>
                    <a:cubicBezTo>
                      <a:pt x="3763493" y="1142618"/>
                      <a:pt x="3770542" y="1162954"/>
                      <a:pt x="3772400" y="1184029"/>
                    </a:cubicBezTo>
                    <a:cubicBezTo>
                      <a:pt x="3770542" y="1162954"/>
                      <a:pt x="3763494" y="1142617"/>
                      <a:pt x="3747682" y="1123185"/>
                    </a:cubicBezTo>
                    <a:cubicBezTo>
                      <a:pt x="3743872" y="1118613"/>
                      <a:pt x="3747302" y="1103945"/>
                      <a:pt x="3752064" y="1097087"/>
                    </a:cubicBezTo>
                    <a:cubicBezTo>
                      <a:pt x="3798548" y="1030980"/>
                      <a:pt x="3799692" y="994785"/>
                      <a:pt x="3755684" y="927155"/>
                    </a:cubicBezTo>
                    <a:cubicBezTo>
                      <a:pt x="3752826" y="922773"/>
                      <a:pt x="3749588" y="917059"/>
                      <a:pt x="3745206" y="915343"/>
                    </a:cubicBezTo>
                    <a:cubicBezTo>
                      <a:pt x="3717200" y="903722"/>
                      <a:pt x="3716438" y="878956"/>
                      <a:pt x="3714152" y="854379"/>
                    </a:cubicBezTo>
                    <a:close/>
                    <a:moveTo>
                      <a:pt x="3761553" y="517851"/>
                    </a:moveTo>
                    <a:lnTo>
                      <a:pt x="3752635" y="556048"/>
                    </a:lnTo>
                    <a:cubicBezTo>
                      <a:pt x="3750539" y="564049"/>
                      <a:pt x="3745015" y="572623"/>
                      <a:pt x="3746157" y="580051"/>
                    </a:cubicBezTo>
                    <a:cubicBezTo>
                      <a:pt x="3749491" y="601579"/>
                      <a:pt x="3747062" y="622201"/>
                      <a:pt x="3742776" y="642538"/>
                    </a:cubicBezTo>
                    <a:lnTo>
                      <a:pt x="3730253" y="694928"/>
                    </a:lnTo>
                    <a:lnTo>
                      <a:pt x="3742777" y="642537"/>
                    </a:lnTo>
                    <a:cubicBezTo>
                      <a:pt x="3747063" y="622201"/>
                      <a:pt x="3749492" y="601578"/>
                      <a:pt x="3746158" y="580050"/>
                    </a:cubicBezTo>
                    <a:cubicBezTo>
                      <a:pt x="3745016" y="572622"/>
                      <a:pt x="3750540" y="564048"/>
                      <a:pt x="3752636" y="556047"/>
                    </a:cubicBezTo>
                    <a:close/>
                    <a:moveTo>
                      <a:pt x="3774848" y="298169"/>
                    </a:moveTo>
                    <a:lnTo>
                      <a:pt x="3760065" y="313534"/>
                    </a:lnTo>
                    <a:cubicBezTo>
                      <a:pt x="3755873" y="316390"/>
                      <a:pt x="3758159" y="330299"/>
                      <a:pt x="3759493" y="338871"/>
                    </a:cubicBezTo>
                    <a:lnTo>
                      <a:pt x="3759500" y="338900"/>
                    </a:lnTo>
                    <a:lnTo>
                      <a:pt x="3769400" y="395640"/>
                    </a:lnTo>
                    <a:lnTo>
                      <a:pt x="3765590" y="367328"/>
                    </a:lnTo>
                    <a:lnTo>
                      <a:pt x="3759500" y="338900"/>
                    </a:lnTo>
                    <a:lnTo>
                      <a:pt x="3759494" y="338870"/>
                    </a:lnTo>
                    <a:cubicBezTo>
                      <a:pt x="3758160" y="330298"/>
                      <a:pt x="3755874" y="316389"/>
                      <a:pt x="3760066" y="313533"/>
                    </a:cubicBezTo>
                    <a:close/>
                    <a:moveTo>
                      <a:pt x="3782393" y="281568"/>
                    </a:moveTo>
                    <a:lnTo>
                      <a:pt x="3777498" y="295415"/>
                    </a:lnTo>
                    <a:lnTo>
                      <a:pt x="3777499" y="295415"/>
                    </a:lnTo>
                    <a:close/>
                    <a:moveTo>
                      <a:pt x="3769073" y="24486"/>
                    </a:moveTo>
                    <a:lnTo>
                      <a:pt x="3766810" y="74129"/>
                    </a:lnTo>
                    <a:cubicBezTo>
                      <a:pt x="3767733" y="91492"/>
                      <a:pt x="3770043" y="108703"/>
                      <a:pt x="3772734" y="125861"/>
                    </a:cubicBezTo>
                    <a:lnTo>
                      <a:pt x="3777129" y="153387"/>
                    </a:lnTo>
                    <a:lnTo>
                      <a:pt x="3785402" y="228944"/>
                    </a:lnTo>
                    <a:lnTo>
                      <a:pt x="3780943" y="177271"/>
                    </a:lnTo>
                    <a:lnTo>
                      <a:pt x="3777129" y="153387"/>
                    </a:lnTo>
                    <a:lnTo>
                      <a:pt x="3776930" y="151569"/>
                    </a:lnTo>
                    <a:cubicBezTo>
                      <a:pt x="3772700" y="125876"/>
                      <a:pt x="3768195" y="100174"/>
                      <a:pt x="3766811" y="74129"/>
                    </a:cubicBezTo>
                    <a:close/>
                    <a:moveTo>
                      <a:pt x="3766492" y="0"/>
                    </a:moveTo>
                    <a:lnTo>
                      <a:pt x="4230600" y="0"/>
                    </a:lnTo>
                    <a:lnTo>
                      <a:pt x="4229473" y="2817"/>
                    </a:lnTo>
                    <a:cubicBezTo>
                      <a:pt x="4221092" y="21486"/>
                      <a:pt x="4218423" y="43012"/>
                      <a:pt x="4215375" y="63587"/>
                    </a:cubicBezTo>
                    <a:cubicBezTo>
                      <a:pt x="4209851" y="101308"/>
                      <a:pt x="4206421" y="139219"/>
                      <a:pt x="4201468" y="176939"/>
                    </a:cubicBezTo>
                    <a:cubicBezTo>
                      <a:pt x="4200325" y="184941"/>
                      <a:pt x="4198231" y="194085"/>
                      <a:pt x="4193466" y="200182"/>
                    </a:cubicBezTo>
                    <a:cubicBezTo>
                      <a:pt x="4161461" y="241901"/>
                      <a:pt x="4152508" y="292579"/>
                      <a:pt x="4155554" y="340774"/>
                    </a:cubicBezTo>
                    <a:cubicBezTo>
                      <a:pt x="4157843" y="378686"/>
                      <a:pt x="4159557" y="415835"/>
                      <a:pt x="4156319" y="453364"/>
                    </a:cubicBezTo>
                    <a:cubicBezTo>
                      <a:pt x="4156127" y="456222"/>
                      <a:pt x="4156509" y="460032"/>
                      <a:pt x="4158033" y="462126"/>
                    </a:cubicBezTo>
                    <a:cubicBezTo>
                      <a:pt x="4168129" y="475081"/>
                      <a:pt x="4168891" y="488607"/>
                      <a:pt x="4170605" y="505182"/>
                    </a:cubicBezTo>
                    <a:cubicBezTo>
                      <a:pt x="4173083" y="528615"/>
                      <a:pt x="4171367" y="550141"/>
                      <a:pt x="4167177" y="571860"/>
                    </a:cubicBezTo>
                    <a:cubicBezTo>
                      <a:pt x="4164129" y="587672"/>
                      <a:pt x="4157843" y="603673"/>
                      <a:pt x="4149840" y="617772"/>
                    </a:cubicBezTo>
                    <a:cubicBezTo>
                      <a:pt x="4138600" y="637392"/>
                      <a:pt x="4134220" y="656255"/>
                      <a:pt x="4149078" y="674923"/>
                    </a:cubicBezTo>
                    <a:cubicBezTo>
                      <a:pt x="4164891" y="695116"/>
                      <a:pt x="4159367" y="717977"/>
                      <a:pt x="4159937" y="740268"/>
                    </a:cubicBezTo>
                    <a:cubicBezTo>
                      <a:pt x="4160129" y="749982"/>
                      <a:pt x="4159747" y="760270"/>
                      <a:pt x="4162223" y="769605"/>
                    </a:cubicBezTo>
                    <a:cubicBezTo>
                      <a:pt x="4169273" y="796655"/>
                      <a:pt x="4179941" y="822756"/>
                      <a:pt x="4184703" y="850189"/>
                    </a:cubicBezTo>
                    <a:cubicBezTo>
                      <a:pt x="4187370" y="865430"/>
                      <a:pt x="4182607" y="882384"/>
                      <a:pt x="4179179" y="898198"/>
                    </a:cubicBezTo>
                    <a:cubicBezTo>
                      <a:pt x="4175559" y="914200"/>
                      <a:pt x="4170035" y="930011"/>
                      <a:pt x="4164319" y="945444"/>
                    </a:cubicBezTo>
                    <a:cubicBezTo>
                      <a:pt x="4160509" y="955920"/>
                      <a:pt x="4156889" y="967350"/>
                      <a:pt x="4150030" y="975733"/>
                    </a:cubicBezTo>
                    <a:cubicBezTo>
                      <a:pt x="4134410" y="994785"/>
                      <a:pt x="4131742" y="1014406"/>
                      <a:pt x="4139934" y="1036887"/>
                    </a:cubicBezTo>
                    <a:cubicBezTo>
                      <a:pt x="4141268" y="1040315"/>
                      <a:pt x="4141268" y="1044315"/>
                      <a:pt x="4141458" y="1048125"/>
                    </a:cubicBezTo>
                    <a:cubicBezTo>
                      <a:pt x="4145458" y="1109091"/>
                      <a:pt x="4147936" y="1170051"/>
                      <a:pt x="4154032" y="1230633"/>
                    </a:cubicBezTo>
                    <a:cubicBezTo>
                      <a:pt x="4156509" y="1255206"/>
                      <a:pt x="4167367" y="1278829"/>
                      <a:pt x="4174225" y="1303024"/>
                    </a:cubicBezTo>
                    <a:cubicBezTo>
                      <a:pt x="4175559" y="1307978"/>
                      <a:pt x="4177655" y="1313504"/>
                      <a:pt x="4176701" y="1318456"/>
                    </a:cubicBezTo>
                    <a:cubicBezTo>
                      <a:pt x="4167177" y="1372368"/>
                      <a:pt x="4181083" y="1422854"/>
                      <a:pt x="4199372" y="1472575"/>
                    </a:cubicBezTo>
                    <a:cubicBezTo>
                      <a:pt x="4201278" y="1477717"/>
                      <a:pt x="4200706" y="1484004"/>
                      <a:pt x="4200325" y="1489720"/>
                    </a:cubicBezTo>
                    <a:cubicBezTo>
                      <a:pt x="4198993" y="1505724"/>
                      <a:pt x="4192324" y="1523059"/>
                      <a:pt x="4196324" y="1537537"/>
                    </a:cubicBezTo>
                    <a:cubicBezTo>
                      <a:pt x="4207374" y="1576019"/>
                      <a:pt x="4220709" y="1614120"/>
                      <a:pt x="4237474" y="1650317"/>
                    </a:cubicBezTo>
                    <a:cubicBezTo>
                      <a:pt x="4254428" y="1687086"/>
                      <a:pt x="4268716" y="1721185"/>
                      <a:pt x="4251572" y="1763287"/>
                    </a:cubicBezTo>
                    <a:cubicBezTo>
                      <a:pt x="4244332" y="1781194"/>
                      <a:pt x="4249476" y="1804816"/>
                      <a:pt x="4251380" y="1825393"/>
                    </a:cubicBezTo>
                    <a:cubicBezTo>
                      <a:pt x="4252904" y="1840441"/>
                      <a:pt x="4261478" y="1854920"/>
                      <a:pt x="4261478" y="1869780"/>
                    </a:cubicBezTo>
                    <a:cubicBezTo>
                      <a:pt x="4261478" y="1909408"/>
                      <a:pt x="4271574" y="1944649"/>
                      <a:pt x="4292149" y="1978940"/>
                    </a:cubicBezTo>
                    <a:cubicBezTo>
                      <a:pt x="4300150" y="1992279"/>
                      <a:pt x="4294815" y="2013043"/>
                      <a:pt x="4296911" y="2030378"/>
                    </a:cubicBezTo>
                    <a:cubicBezTo>
                      <a:pt x="4299388" y="2048668"/>
                      <a:pt x="4301673" y="2067525"/>
                      <a:pt x="4307201" y="2085054"/>
                    </a:cubicBezTo>
                    <a:cubicBezTo>
                      <a:pt x="4321679" y="2130393"/>
                      <a:pt x="4338062" y="2175163"/>
                      <a:pt x="4353302" y="2220312"/>
                    </a:cubicBezTo>
                    <a:cubicBezTo>
                      <a:pt x="4365877" y="2257459"/>
                      <a:pt x="4355970" y="2294039"/>
                      <a:pt x="4350636" y="2330806"/>
                    </a:cubicBezTo>
                    <a:cubicBezTo>
                      <a:pt x="4347205" y="2353859"/>
                      <a:pt x="4339013" y="2375383"/>
                      <a:pt x="4351206" y="2401292"/>
                    </a:cubicBezTo>
                    <a:cubicBezTo>
                      <a:pt x="4362828" y="2426059"/>
                      <a:pt x="4360160" y="2457492"/>
                      <a:pt x="4366446" y="2485307"/>
                    </a:cubicBezTo>
                    <a:cubicBezTo>
                      <a:pt x="4371781" y="2508742"/>
                      <a:pt x="4380354" y="2531409"/>
                      <a:pt x="4388736" y="2554079"/>
                    </a:cubicBezTo>
                    <a:cubicBezTo>
                      <a:pt x="4400168" y="2584942"/>
                      <a:pt x="4412167" y="2615421"/>
                      <a:pt x="4406453" y="2649143"/>
                    </a:cubicBezTo>
                    <a:cubicBezTo>
                      <a:pt x="4399976" y="2687436"/>
                      <a:pt x="4424359" y="2713723"/>
                      <a:pt x="4440554" y="2743826"/>
                    </a:cubicBezTo>
                    <a:cubicBezTo>
                      <a:pt x="4451603" y="2764590"/>
                      <a:pt x="4459795" y="2787259"/>
                      <a:pt x="4466653" y="2809930"/>
                    </a:cubicBezTo>
                    <a:cubicBezTo>
                      <a:pt x="4475607" y="2840219"/>
                      <a:pt x="4480941" y="2871462"/>
                      <a:pt x="4489705" y="2901943"/>
                    </a:cubicBezTo>
                    <a:cubicBezTo>
                      <a:pt x="4502848" y="2948047"/>
                      <a:pt x="4513137" y="2994722"/>
                      <a:pt x="4505897" y="3042728"/>
                    </a:cubicBezTo>
                    <a:cubicBezTo>
                      <a:pt x="4502659" y="3064827"/>
                      <a:pt x="4502848" y="3085403"/>
                      <a:pt x="4507613" y="3107500"/>
                    </a:cubicBezTo>
                    <a:cubicBezTo>
                      <a:pt x="4515422" y="3143695"/>
                      <a:pt x="4516376" y="3180844"/>
                      <a:pt x="4545521" y="3209993"/>
                    </a:cubicBezTo>
                    <a:cubicBezTo>
                      <a:pt x="4555811" y="3220280"/>
                      <a:pt x="4558477" y="3238758"/>
                      <a:pt x="4563811" y="3253809"/>
                    </a:cubicBezTo>
                    <a:cubicBezTo>
                      <a:pt x="4570099" y="3271145"/>
                      <a:pt x="4566858" y="3283908"/>
                      <a:pt x="4548570" y="3293244"/>
                    </a:cubicBezTo>
                    <a:cubicBezTo>
                      <a:pt x="4540379" y="3297434"/>
                      <a:pt x="4532378" y="3309437"/>
                      <a:pt x="4531043" y="3318771"/>
                    </a:cubicBezTo>
                    <a:cubicBezTo>
                      <a:pt x="4527043" y="3346776"/>
                      <a:pt x="4532950" y="3372495"/>
                      <a:pt x="4545904" y="3399546"/>
                    </a:cubicBezTo>
                    <a:cubicBezTo>
                      <a:pt x="4558096" y="3424883"/>
                      <a:pt x="4556762" y="3456508"/>
                      <a:pt x="4561524" y="3485275"/>
                    </a:cubicBezTo>
                    <a:cubicBezTo>
                      <a:pt x="4564954" y="3505657"/>
                      <a:pt x="4572002" y="3526042"/>
                      <a:pt x="4572002" y="3546617"/>
                    </a:cubicBezTo>
                    <a:cubicBezTo>
                      <a:pt x="4572002" y="3572146"/>
                      <a:pt x="4565907" y="3597482"/>
                      <a:pt x="4563620" y="3623201"/>
                    </a:cubicBezTo>
                    <a:cubicBezTo>
                      <a:pt x="4561716" y="3643204"/>
                      <a:pt x="4562478" y="3663589"/>
                      <a:pt x="4560192" y="3683591"/>
                    </a:cubicBezTo>
                    <a:cubicBezTo>
                      <a:pt x="4558477" y="3699976"/>
                      <a:pt x="4554096" y="3716168"/>
                      <a:pt x="4550476" y="3732361"/>
                    </a:cubicBezTo>
                    <a:cubicBezTo>
                      <a:pt x="4549142" y="3738267"/>
                      <a:pt x="4543998" y="3744173"/>
                      <a:pt x="4544759" y="3749506"/>
                    </a:cubicBezTo>
                    <a:cubicBezTo>
                      <a:pt x="4552953" y="3802467"/>
                      <a:pt x="4516376" y="3840569"/>
                      <a:pt x="4500182" y="3885338"/>
                    </a:cubicBezTo>
                    <a:cubicBezTo>
                      <a:pt x="4483035" y="3932394"/>
                      <a:pt x="4456748" y="3977925"/>
                      <a:pt x="4464557" y="4030503"/>
                    </a:cubicBezTo>
                    <a:cubicBezTo>
                      <a:pt x="4469319" y="4062318"/>
                      <a:pt x="4480369" y="4092989"/>
                      <a:pt x="4487039" y="4124614"/>
                    </a:cubicBezTo>
                    <a:cubicBezTo>
                      <a:pt x="4489324" y="4135854"/>
                      <a:pt x="4488943" y="4148427"/>
                      <a:pt x="4486656" y="4159667"/>
                    </a:cubicBezTo>
                    <a:cubicBezTo>
                      <a:pt x="4476177" y="4213961"/>
                      <a:pt x="4474653" y="4267493"/>
                      <a:pt x="4491801" y="4320837"/>
                    </a:cubicBezTo>
                    <a:cubicBezTo>
                      <a:pt x="4494659" y="4329979"/>
                      <a:pt x="4497325" y="4339695"/>
                      <a:pt x="4497325" y="4349222"/>
                    </a:cubicBezTo>
                    <a:cubicBezTo>
                      <a:pt x="4497325" y="4401419"/>
                      <a:pt x="4493324" y="4452665"/>
                      <a:pt x="4474653" y="4502579"/>
                    </a:cubicBezTo>
                    <a:cubicBezTo>
                      <a:pt x="4468368" y="4519343"/>
                      <a:pt x="4472368" y="4539728"/>
                      <a:pt x="4470844" y="4558207"/>
                    </a:cubicBezTo>
                    <a:cubicBezTo>
                      <a:pt x="4469511" y="4575351"/>
                      <a:pt x="4468940" y="4592878"/>
                      <a:pt x="4464557" y="4609452"/>
                    </a:cubicBezTo>
                    <a:cubicBezTo>
                      <a:pt x="4458082" y="4633647"/>
                      <a:pt x="4457320" y="4656126"/>
                      <a:pt x="4463033" y="4681083"/>
                    </a:cubicBezTo>
                    <a:cubicBezTo>
                      <a:pt x="4468368" y="4704895"/>
                      <a:pt x="4465702" y="4730614"/>
                      <a:pt x="4465891" y="4755381"/>
                    </a:cubicBezTo>
                    <a:cubicBezTo>
                      <a:pt x="4466082" y="4783004"/>
                      <a:pt x="4466272" y="4810627"/>
                      <a:pt x="4465319" y="4838250"/>
                    </a:cubicBezTo>
                    <a:cubicBezTo>
                      <a:pt x="4464940" y="4849300"/>
                      <a:pt x="4457320" y="4861873"/>
                      <a:pt x="4460367" y="4871019"/>
                    </a:cubicBezTo>
                    <a:cubicBezTo>
                      <a:pt x="4470653" y="4900546"/>
                      <a:pt x="4458271" y="4930075"/>
                      <a:pt x="4463795" y="4959602"/>
                    </a:cubicBezTo>
                    <a:cubicBezTo>
                      <a:pt x="4466653" y="4974082"/>
                      <a:pt x="4458844" y="4990465"/>
                      <a:pt x="4458082" y="5006086"/>
                    </a:cubicBezTo>
                    <a:cubicBezTo>
                      <a:pt x="4456748" y="5031614"/>
                      <a:pt x="4457320" y="5057141"/>
                      <a:pt x="4456937" y="5082670"/>
                    </a:cubicBezTo>
                    <a:cubicBezTo>
                      <a:pt x="4456748" y="5091052"/>
                      <a:pt x="4455986" y="5099245"/>
                      <a:pt x="4455603" y="5107627"/>
                    </a:cubicBezTo>
                    <a:cubicBezTo>
                      <a:pt x="4455223" y="5115057"/>
                      <a:pt x="4453508" y="5122867"/>
                      <a:pt x="4454840" y="5129916"/>
                    </a:cubicBezTo>
                    <a:cubicBezTo>
                      <a:pt x="4459605" y="5155445"/>
                      <a:pt x="4467415" y="5180591"/>
                      <a:pt x="4470464" y="5206308"/>
                    </a:cubicBezTo>
                    <a:cubicBezTo>
                      <a:pt x="4473130" y="5228597"/>
                      <a:pt x="4469511" y="5251650"/>
                      <a:pt x="4471415" y="5274129"/>
                    </a:cubicBezTo>
                    <a:cubicBezTo>
                      <a:pt x="4474653" y="5313754"/>
                      <a:pt x="4480369" y="5353379"/>
                      <a:pt x="4483990" y="5393005"/>
                    </a:cubicBezTo>
                    <a:cubicBezTo>
                      <a:pt x="4484752" y="5401579"/>
                      <a:pt x="4479988" y="5410531"/>
                      <a:pt x="4479607" y="5419295"/>
                    </a:cubicBezTo>
                    <a:cubicBezTo>
                      <a:pt x="4478656" y="5446728"/>
                      <a:pt x="4478464" y="5474161"/>
                      <a:pt x="4477894" y="5501594"/>
                    </a:cubicBezTo>
                    <a:cubicBezTo>
                      <a:pt x="4477702" y="5517215"/>
                      <a:pt x="4478273" y="5533027"/>
                      <a:pt x="4476560" y="5548460"/>
                    </a:cubicBezTo>
                    <a:cubicBezTo>
                      <a:pt x="4474273" y="5568842"/>
                      <a:pt x="4470844" y="5587321"/>
                      <a:pt x="4485703" y="5606372"/>
                    </a:cubicBezTo>
                    <a:cubicBezTo>
                      <a:pt x="4508755" y="5635711"/>
                      <a:pt x="4499801" y="5673050"/>
                      <a:pt x="4505134" y="5706959"/>
                    </a:cubicBezTo>
                    <a:cubicBezTo>
                      <a:pt x="4506468" y="5715723"/>
                      <a:pt x="4506659" y="5724678"/>
                      <a:pt x="4508183" y="5733440"/>
                    </a:cubicBezTo>
                    <a:cubicBezTo>
                      <a:pt x="4511041" y="5749634"/>
                      <a:pt x="4514279" y="5765635"/>
                      <a:pt x="4517519" y="5781830"/>
                    </a:cubicBezTo>
                    <a:cubicBezTo>
                      <a:pt x="4518089" y="5784686"/>
                      <a:pt x="4518281" y="5787924"/>
                      <a:pt x="4519234" y="5790592"/>
                    </a:cubicBezTo>
                    <a:cubicBezTo>
                      <a:pt x="4527233" y="5815169"/>
                      <a:pt x="4536378" y="5839361"/>
                      <a:pt x="4542855" y="5864318"/>
                    </a:cubicBezTo>
                    <a:cubicBezTo>
                      <a:pt x="4546095" y="5876511"/>
                      <a:pt x="4546476" y="5890037"/>
                      <a:pt x="4544759" y="5902610"/>
                    </a:cubicBezTo>
                    <a:cubicBezTo>
                      <a:pt x="4539808" y="5939377"/>
                      <a:pt x="4537712" y="5975764"/>
                      <a:pt x="4544951" y="6012723"/>
                    </a:cubicBezTo>
                    <a:cubicBezTo>
                      <a:pt x="4547808" y="6027392"/>
                      <a:pt x="4543045" y="6043776"/>
                      <a:pt x="4541332" y="6059397"/>
                    </a:cubicBezTo>
                    <a:cubicBezTo>
                      <a:pt x="4536759" y="6096736"/>
                      <a:pt x="4531805" y="6134075"/>
                      <a:pt x="4527426" y="6171605"/>
                    </a:cubicBezTo>
                    <a:cubicBezTo>
                      <a:pt x="4524758" y="6195037"/>
                      <a:pt x="4523234" y="6218660"/>
                      <a:pt x="4520568" y="6242093"/>
                    </a:cubicBezTo>
                    <a:cubicBezTo>
                      <a:pt x="4517327" y="6269144"/>
                      <a:pt x="4512375" y="6296005"/>
                      <a:pt x="4509706" y="6323058"/>
                    </a:cubicBezTo>
                    <a:cubicBezTo>
                      <a:pt x="4506659" y="6353919"/>
                      <a:pt x="4506089" y="6384972"/>
                      <a:pt x="4502848" y="6415833"/>
                    </a:cubicBezTo>
                    <a:cubicBezTo>
                      <a:pt x="4496563" y="6472225"/>
                      <a:pt x="4489132" y="6528424"/>
                      <a:pt x="4482084" y="6584812"/>
                    </a:cubicBezTo>
                    <a:cubicBezTo>
                      <a:pt x="4475226" y="6639488"/>
                      <a:pt x="4469129" y="6694164"/>
                      <a:pt x="4460557" y="6748458"/>
                    </a:cubicBezTo>
                    <a:cubicBezTo>
                      <a:pt x="4456937" y="6771319"/>
                      <a:pt x="4447030" y="6793035"/>
                      <a:pt x="4441507" y="6815516"/>
                    </a:cubicBezTo>
                    <a:lnTo>
                      <a:pt x="4431806" y="6858001"/>
                    </a:lnTo>
                    <a:lnTo>
                      <a:pt x="4259554" y="6858001"/>
                    </a:lnTo>
                    <a:lnTo>
                      <a:pt x="4259554" y="6858002"/>
                    </a:lnTo>
                    <a:lnTo>
                      <a:pt x="0" y="6858002"/>
                    </a:lnTo>
                    <a:lnTo>
                      <a:pt x="0" y="2"/>
                    </a:lnTo>
                    <a:lnTo>
                      <a:pt x="3766492" y="1"/>
                    </a:lnTo>
                    <a:lnTo>
                      <a:pt x="3769210" y="21486"/>
                    </a:lnTo>
                    <a:close/>
                  </a:path>
                </a:pathLst>
              </a:custGeom>
              <a:solidFill>
                <a:schemeClr val="bg1">
                  <a:alpha val="86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CEDE579A-0A12-4A10-85D4-A8DA1663B89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GrpSpPr>
          <p:grpSpPr>
            <a:xfrm>
              <a:off x="3697284" y="-1"/>
              <a:ext cx="884241" cy="6858002"/>
              <a:chOff x="3697284" y="-1"/>
              <a:chExt cx="884241" cy="6858002"/>
            </a:xfrm>
          </p:grpSpPr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15CA79E3-BA58-419A-8541-7498AC2633F2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Grp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GrpSpPr>
            <p:grpSpPr>
              <a:xfrm>
                <a:off x="3697284" y="-1"/>
                <a:ext cx="884241" cy="6858001"/>
                <a:chOff x="3697284" y="-1"/>
                <a:chExt cx="884241" cy="6858001"/>
              </a:xfrm>
              <a:solidFill>
                <a:srgbClr val="FFFFFF"/>
              </a:solidFill>
              <a:effectLst/>
            </p:grpSpPr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2348C622-BC44-4959-B64E-427015FD1FFA}"/>
                    </a:ext>
                    <a:ext uri="{C183D7F6-B498-43B3-948B-1728B52AA6E4}">
                      <adec:decorative xmlns:adec="http://schemas.microsoft.com/office/drawing/2017/decorative" val="1"/>
                    </a:ext>
                  </a:extLst>
                </p:cNvPr>
                <p:cNvSpPr/>
                <p:nvPr>
                  <p:extLst>
                    <p:ext uri="{386F3935-93C4-4BCD-93E2-E3B085C9AB24}">
                      <p16:designElem xmlns:p16="http://schemas.microsoft.com/office/powerpoint/2015/main" val="1"/>
                    </p:ext>
                  </p:extLst>
                </p:nvPr>
              </p:nvSpPr>
              <p:spPr>
                <a:xfrm rot="16200000" flipH="1">
                  <a:off x="705641" y="2991642"/>
                  <a:ext cx="6858001" cy="874716"/>
                </a:xfrm>
                <a:custGeom>
                  <a:avLst/>
                  <a:gdLst>
                    <a:gd name="connsiteX0" fmla="*/ 0 w 6858001"/>
                    <a:gd name="connsiteY0" fmla="*/ 533314 h 874716"/>
                    <a:gd name="connsiteX1" fmla="*/ 0 w 6858001"/>
                    <a:gd name="connsiteY1" fmla="*/ 69206 h 874716"/>
                    <a:gd name="connsiteX2" fmla="*/ 21486 w 6858001"/>
                    <a:gd name="connsiteY2" fmla="*/ 71924 h 874716"/>
                    <a:gd name="connsiteX3" fmla="*/ 228948 w 6858001"/>
                    <a:gd name="connsiteY3" fmla="*/ 88116 h 874716"/>
                    <a:gd name="connsiteX4" fmla="*/ 313533 w 6858001"/>
                    <a:gd name="connsiteY4" fmla="*/ 62779 h 874716"/>
                    <a:gd name="connsiteX5" fmla="*/ 338870 w 6858001"/>
                    <a:gd name="connsiteY5" fmla="*/ 62207 h 874716"/>
                    <a:gd name="connsiteX6" fmla="*/ 395640 w 6858001"/>
                    <a:gd name="connsiteY6" fmla="*/ 72114 h 874716"/>
                    <a:gd name="connsiteX7" fmla="*/ 512802 w 6858001"/>
                    <a:gd name="connsiteY7" fmla="*/ 65446 h 874716"/>
                    <a:gd name="connsiteX8" fmla="*/ 556047 w 6858001"/>
                    <a:gd name="connsiteY8" fmla="*/ 55349 h 874716"/>
                    <a:gd name="connsiteX9" fmla="*/ 580050 w 6858001"/>
                    <a:gd name="connsiteY9" fmla="*/ 48871 h 874716"/>
                    <a:gd name="connsiteX10" fmla="*/ 703308 w 6858001"/>
                    <a:gd name="connsiteY10" fmla="*/ 30964 h 874716"/>
                    <a:gd name="connsiteX11" fmla="*/ 758174 w 6858001"/>
                    <a:gd name="connsiteY11" fmla="*/ 11724 h 874716"/>
                    <a:gd name="connsiteX12" fmla="*/ 773035 w 6858001"/>
                    <a:gd name="connsiteY12" fmla="*/ 8866 h 874716"/>
                    <a:gd name="connsiteX13" fmla="*/ 854379 w 6858001"/>
                    <a:gd name="connsiteY13" fmla="*/ 16866 h 874716"/>
                    <a:gd name="connsiteX14" fmla="*/ 915343 w 6858001"/>
                    <a:gd name="connsiteY14" fmla="*/ 47919 h 874716"/>
                    <a:gd name="connsiteX15" fmla="*/ 927155 w 6858001"/>
                    <a:gd name="connsiteY15" fmla="*/ 58397 h 874716"/>
                    <a:gd name="connsiteX16" fmla="*/ 1097087 w 6858001"/>
                    <a:gd name="connsiteY16" fmla="*/ 54777 h 874716"/>
                    <a:gd name="connsiteX17" fmla="*/ 1123185 w 6858001"/>
                    <a:gd name="connsiteY17" fmla="*/ 50395 h 874716"/>
                    <a:gd name="connsiteX18" fmla="*/ 1249302 w 6858001"/>
                    <a:gd name="connsiteY18" fmla="*/ 68684 h 874716"/>
                    <a:gd name="connsiteX19" fmla="*/ 1286069 w 6858001"/>
                    <a:gd name="connsiteY19" fmla="*/ 72304 h 874716"/>
                    <a:gd name="connsiteX20" fmla="*/ 1417899 w 6858001"/>
                    <a:gd name="connsiteY20" fmla="*/ 88688 h 874716"/>
                    <a:gd name="connsiteX21" fmla="*/ 1436568 w 6858001"/>
                    <a:gd name="connsiteY21" fmla="*/ 73448 h 874716"/>
                    <a:gd name="connsiteX22" fmla="*/ 1490292 w 6858001"/>
                    <a:gd name="connsiteY22" fmla="*/ 35154 h 874716"/>
                    <a:gd name="connsiteX23" fmla="*/ 1596213 w 6858001"/>
                    <a:gd name="connsiteY23" fmla="*/ 1245 h 874716"/>
                    <a:gd name="connsiteX24" fmla="*/ 1624980 w 6858001"/>
                    <a:gd name="connsiteY24" fmla="*/ 3150 h 874716"/>
                    <a:gd name="connsiteX25" fmla="*/ 1697753 w 6858001"/>
                    <a:gd name="connsiteY25" fmla="*/ 59731 h 874716"/>
                    <a:gd name="connsiteX26" fmla="*/ 1733188 w 6858001"/>
                    <a:gd name="connsiteY26" fmla="*/ 82400 h 874716"/>
                    <a:gd name="connsiteX27" fmla="*/ 1833775 w 6858001"/>
                    <a:gd name="connsiteY27" fmla="*/ 124121 h 874716"/>
                    <a:gd name="connsiteX28" fmla="*/ 1842158 w 6858001"/>
                    <a:gd name="connsiteY28" fmla="*/ 131742 h 874716"/>
                    <a:gd name="connsiteX29" fmla="*/ 1916454 w 6858001"/>
                    <a:gd name="connsiteY29" fmla="*/ 222233 h 874716"/>
                    <a:gd name="connsiteX30" fmla="*/ 1933219 w 6858001"/>
                    <a:gd name="connsiteY30" fmla="*/ 237663 h 874716"/>
                    <a:gd name="connsiteX31" fmla="*/ 1953413 w 6858001"/>
                    <a:gd name="connsiteY31" fmla="*/ 261668 h 874716"/>
                    <a:gd name="connsiteX32" fmla="*/ 2016469 w 6858001"/>
                    <a:gd name="connsiteY32" fmla="*/ 308151 h 874716"/>
                    <a:gd name="connsiteX33" fmla="*/ 2094578 w 6858001"/>
                    <a:gd name="connsiteY33" fmla="*/ 323010 h 874716"/>
                    <a:gd name="connsiteX34" fmla="*/ 2188879 w 6858001"/>
                    <a:gd name="connsiteY34" fmla="*/ 345681 h 874716"/>
                    <a:gd name="connsiteX35" fmla="*/ 2228314 w 6858001"/>
                    <a:gd name="connsiteY35" fmla="*/ 360921 h 874716"/>
                    <a:gd name="connsiteX36" fmla="*/ 2334044 w 6858001"/>
                    <a:gd name="connsiteY36" fmla="*/ 389878 h 874716"/>
                    <a:gd name="connsiteX37" fmla="*/ 2409485 w 6858001"/>
                    <a:gd name="connsiteY37" fmla="*/ 414263 h 874716"/>
                    <a:gd name="connsiteX38" fmla="*/ 2518264 w 6858001"/>
                    <a:gd name="connsiteY38" fmla="*/ 428552 h 874716"/>
                    <a:gd name="connsiteX39" fmla="*/ 2571034 w 6858001"/>
                    <a:gd name="connsiteY39" fmla="*/ 429122 h 874716"/>
                    <a:gd name="connsiteX40" fmla="*/ 2668001 w 6858001"/>
                    <a:gd name="connsiteY40" fmla="*/ 502276 h 874716"/>
                    <a:gd name="connsiteX41" fmla="*/ 2745348 w 6858001"/>
                    <a:gd name="connsiteY41" fmla="*/ 550666 h 874716"/>
                    <a:gd name="connsiteX42" fmla="*/ 2826694 w 6858001"/>
                    <a:gd name="connsiteY42" fmla="*/ 527233 h 874716"/>
                    <a:gd name="connsiteX43" fmla="*/ 2848793 w 6858001"/>
                    <a:gd name="connsiteY43" fmla="*/ 505134 h 874716"/>
                    <a:gd name="connsiteX44" fmla="*/ 2982148 w 6858001"/>
                    <a:gd name="connsiteY44" fmla="*/ 484179 h 874716"/>
                    <a:gd name="connsiteX45" fmla="*/ 3172654 w 6858001"/>
                    <a:gd name="connsiteY45" fmla="*/ 483417 h 874716"/>
                    <a:gd name="connsiteX46" fmla="*/ 3489467 w 6858001"/>
                    <a:gd name="connsiteY46" fmla="*/ 435790 h 874716"/>
                    <a:gd name="connsiteX47" fmla="*/ 3544713 w 6858001"/>
                    <a:gd name="connsiteY47" fmla="*/ 413691 h 874716"/>
                    <a:gd name="connsiteX48" fmla="*/ 3606817 w 6858001"/>
                    <a:gd name="connsiteY48" fmla="*/ 408167 h 874716"/>
                    <a:gd name="connsiteX49" fmla="*/ 3630632 w 6858001"/>
                    <a:gd name="connsiteY49" fmla="*/ 421693 h 874716"/>
                    <a:gd name="connsiteX50" fmla="*/ 3734837 w 6858001"/>
                    <a:gd name="connsiteY50" fmla="*/ 441886 h 874716"/>
                    <a:gd name="connsiteX51" fmla="*/ 3754652 w 6858001"/>
                    <a:gd name="connsiteY51" fmla="*/ 442268 h 874716"/>
                    <a:gd name="connsiteX52" fmla="*/ 3822472 w 6858001"/>
                    <a:gd name="connsiteY52" fmla="*/ 433694 h 874716"/>
                    <a:gd name="connsiteX53" fmla="*/ 3885338 w 6858001"/>
                    <a:gd name="connsiteY53" fmla="*/ 428742 h 874716"/>
                    <a:gd name="connsiteX54" fmla="*/ 4043839 w 6858001"/>
                    <a:gd name="connsiteY54" fmla="*/ 444934 h 874716"/>
                    <a:gd name="connsiteX55" fmla="*/ 4165383 w 6858001"/>
                    <a:gd name="connsiteY55" fmla="*/ 441124 h 874716"/>
                    <a:gd name="connsiteX56" fmla="*/ 4221391 w 6858001"/>
                    <a:gd name="connsiteY56" fmla="*/ 444934 h 874716"/>
                    <a:gd name="connsiteX57" fmla="*/ 4253014 w 6858001"/>
                    <a:gd name="connsiteY57" fmla="*/ 450650 h 874716"/>
                    <a:gd name="connsiteX58" fmla="*/ 4324645 w 6858001"/>
                    <a:gd name="connsiteY58" fmla="*/ 490466 h 874716"/>
                    <a:gd name="connsiteX59" fmla="*/ 4363890 w 6858001"/>
                    <a:gd name="connsiteY59" fmla="*/ 499420 h 874716"/>
                    <a:gd name="connsiteX60" fmla="*/ 4482004 w 6858001"/>
                    <a:gd name="connsiteY60" fmla="*/ 498658 h 874716"/>
                    <a:gd name="connsiteX61" fmla="*/ 4659174 w 6858001"/>
                    <a:gd name="connsiteY61" fmla="*/ 438648 h 874716"/>
                    <a:gd name="connsiteX62" fmla="*/ 4677655 w 6858001"/>
                    <a:gd name="connsiteY62" fmla="*/ 430646 h 874716"/>
                    <a:gd name="connsiteX63" fmla="*/ 4767764 w 6858001"/>
                    <a:gd name="connsiteY63" fmla="*/ 420739 h 874716"/>
                    <a:gd name="connsiteX64" fmla="*/ 4828916 w 6858001"/>
                    <a:gd name="connsiteY64" fmla="*/ 434266 h 874716"/>
                    <a:gd name="connsiteX65" fmla="*/ 4912168 w 6858001"/>
                    <a:gd name="connsiteY65" fmla="*/ 462271 h 874716"/>
                    <a:gd name="connsiteX66" fmla="*/ 4987037 w 6858001"/>
                    <a:gd name="connsiteY66" fmla="*/ 485703 h 874716"/>
                    <a:gd name="connsiteX67" fmla="*/ 5041521 w 6858001"/>
                    <a:gd name="connsiteY67" fmla="*/ 512182 h 874716"/>
                    <a:gd name="connsiteX68" fmla="*/ 5166113 w 6858001"/>
                    <a:gd name="connsiteY68" fmla="*/ 531615 h 874716"/>
                    <a:gd name="connsiteX69" fmla="*/ 5179067 w 6858001"/>
                    <a:gd name="connsiteY69" fmla="*/ 534853 h 874716"/>
                    <a:gd name="connsiteX70" fmla="*/ 5272796 w 6858001"/>
                    <a:gd name="connsiteY70" fmla="*/ 511230 h 874716"/>
                    <a:gd name="connsiteX71" fmla="*/ 5385384 w 6858001"/>
                    <a:gd name="connsiteY71" fmla="*/ 487227 h 874716"/>
                    <a:gd name="connsiteX72" fmla="*/ 5425582 w 6858001"/>
                    <a:gd name="connsiteY72" fmla="*/ 495418 h 874716"/>
                    <a:gd name="connsiteX73" fmla="*/ 5480637 w 6858001"/>
                    <a:gd name="connsiteY73" fmla="*/ 507040 h 874716"/>
                    <a:gd name="connsiteX74" fmla="*/ 5531693 w 6858001"/>
                    <a:gd name="connsiteY74" fmla="*/ 500944 h 874716"/>
                    <a:gd name="connsiteX75" fmla="*/ 5562746 w 6858001"/>
                    <a:gd name="connsiteY75" fmla="*/ 500372 h 874716"/>
                    <a:gd name="connsiteX76" fmla="*/ 5704483 w 6858001"/>
                    <a:gd name="connsiteY76" fmla="*/ 571620 h 874716"/>
                    <a:gd name="connsiteX77" fmla="*/ 5740488 w 6858001"/>
                    <a:gd name="connsiteY77" fmla="*/ 577526 h 874716"/>
                    <a:gd name="connsiteX78" fmla="*/ 5760873 w 6858001"/>
                    <a:gd name="connsiteY78" fmla="*/ 586291 h 874716"/>
                    <a:gd name="connsiteX79" fmla="*/ 5883751 w 6858001"/>
                    <a:gd name="connsiteY79" fmla="*/ 674686 h 874716"/>
                    <a:gd name="connsiteX80" fmla="*/ 5935949 w 6858001"/>
                    <a:gd name="connsiteY80" fmla="*/ 692592 h 874716"/>
                    <a:gd name="connsiteX81" fmla="*/ 5993291 w 6858001"/>
                    <a:gd name="connsiteY81" fmla="*/ 688972 h 874716"/>
                    <a:gd name="connsiteX82" fmla="*/ 6026440 w 6858001"/>
                    <a:gd name="connsiteY82" fmla="*/ 682496 h 874716"/>
                    <a:gd name="connsiteX83" fmla="*/ 6108738 w 6858001"/>
                    <a:gd name="connsiteY83" fmla="*/ 626296 h 874716"/>
                    <a:gd name="connsiteX84" fmla="*/ 6155602 w 6858001"/>
                    <a:gd name="connsiteY84" fmla="*/ 628202 h 874716"/>
                    <a:gd name="connsiteX85" fmla="*/ 6228756 w 6858001"/>
                    <a:gd name="connsiteY85" fmla="*/ 666873 h 874716"/>
                    <a:gd name="connsiteX86" fmla="*/ 6361539 w 6858001"/>
                    <a:gd name="connsiteY86" fmla="*/ 684210 h 874716"/>
                    <a:gd name="connsiteX87" fmla="*/ 6428979 w 6858001"/>
                    <a:gd name="connsiteY87" fmla="*/ 630106 h 874716"/>
                    <a:gd name="connsiteX88" fmla="*/ 6463840 w 6858001"/>
                    <a:gd name="connsiteY88" fmla="*/ 578098 h 874716"/>
                    <a:gd name="connsiteX89" fmla="*/ 6564620 w 6858001"/>
                    <a:gd name="connsiteY89" fmla="*/ 517708 h 874716"/>
                    <a:gd name="connsiteX90" fmla="*/ 6588625 w 6858001"/>
                    <a:gd name="connsiteY90" fmla="*/ 540187 h 874716"/>
                    <a:gd name="connsiteX91" fmla="*/ 6662541 w 6858001"/>
                    <a:gd name="connsiteY91" fmla="*/ 549714 h 874716"/>
                    <a:gd name="connsiteX92" fmla="*/ 6742552 w 6858001"/>
                    <a:gd name="connsiteY92" fmla="*/ 548952 h 874716"/>
                    <a:gd name="connsiteX93" fmla="*/ 6812063 w 6858001"/>
                    <a:gd name="connsiteY93" fmla="*/ 568430 h 874716"/>
                    <a:gd name="connsiteX94" fmla="*/ 6858001 w 6858001"/>
                    <a:gd name="connsiteY94" fmla="*/ 562267 h 874716"/>
                    <a:gd name="connsiteX95" fmla="*/ 6858001 w 6858001"/>
                    <a:gd name="connsiteY95" fmla="*/ 734520 h 874716"/>
                    <a:gd name="connsiteX96" fmla="*/ 6815516 w 6858001"/>
                    <a:gd name="connsiteY96" fmla="*/ 744220 h 874716"/>
                    <a:gd name="connsiteX97" fmla="*/ 6748458 w 6858001"/>
                    <a:gd name="connsiteY97" fmla="*/ 763271 h 874716"/>
                    <a:gd name="connsiteX98" fmla="*/ 6584812 w 6858001"/>
                    <a:gd name="connsiteY98" fmla="*/ 784797 h 874716"/>
                    <a:gd name="connsiteX99" fmla="*/ 6415833 w 6858001"/>
                    <a:gd name="connsiteY99" fmla="*/ 805562 h 874716"/>
                    <a:gd name="connsiteX100" fmla="*/ 6323058 w 6858001"/>
                    <a:gd name="connsiteY100" fmla="*/ 812420 h 874716"/>
                    <a:gd name="connsiteX101" fmla="*/ 6242093 w 6858001"/>
                    <a:gd name="connsiteY101" fmla="*/ 823281 h 874716"/>
                    <a:gd name="connsiteX102" fmla="*/ 6171605 w 6858001"/>
                    <a:gd name="connsiteY102" fmla="*/ 830139 h 874716"/>
                    <a:gd name="connsiteX103" fmla="*/ 6059397 w 6858001"/>
                    <a:gd name="connsiteY103" fmla="*/ 844045 h 874716"/>
                    <a:gd name="connsiteX104" fmla="*/ 6012723 w 6858001"/>
                    <a:gd name="connsiteY104" fmla="*/ 847665 h 874716"/>
                    <a:gd name="connsiteX105" fmla="*/ 5902610 w 6858001"/>
                    <a:gd name="connsiteY105" fmla="*/ 847473 h 874716"/>
                    <a:gd name="connsiteX106" fmla="*/ 5864318 w 6858001"/>
                    <a:gd name="connsiteY106" fmla="*/ 845569 h 874716"/>
                    <a:gd name="connsiteX107" fmla="*/ 5790592 w 6858001"/>
                    <a:gd name="connsiteY107" fmla="*/ 821947 h 874716"/>
                    <a:gd name="connsiteX108" fmla="*/ 5781830 w 6858001"/>
                    <a:gd name="connsiteY108" fmla="*/ 820233 h 874716"/>
                    <a:gd name="connsiteX109" fmla="*/ 5733440 w 6858001"/>
                    <a:gd name="connsiteY109" fmla="*/ 810896 h 874716"/>
                    <a:gd name="connsiteX110" fmla="*/ 5706959 w 6858001"/>
                    <a:gd name="connsiteY110" fmla="*/ 807848 h 874716"/>
                    <a:gd name="connsiteX111" fmla="*/ 5606372 w 6858001"/>
                    <a:gd name="connsiteY111" fmla="*/ 788417 h 874716"/>
                    <a:gd name="connsiteX112" fmla="*/ 5548460 w 6858001"/>
                    <a:gd name="connsiteY112" fmla="*/ 779273 h 874716"/>
                    <a:gd name="connsiteX113" fmla="*/ 5501594 w 6858001"/>
                    <a:gd name="connsiteY113" fmla="*/ 780607 h 874716"/>
                    <a:gd name="connsiteX114" fmla="*/ 5419295 w 6858001"/>
                    <a:gd name="connsiteY114" fmla="*/ 782321 h 874716"/>
                    <a:gd name="connsiteX115" fmla="*/ 5393005 w 6858001"/>
                    <a:gd name="connsiteY115" fmla="*/ 786703 h 874716"/>
                    <a:gd name="connsiteX116" fmla="*/ 5274129 w 6858001"/>
                    <a:gd name="connsiteY116" fmla="*/ 774129 h 874716"/>
                    <a:gd name="connsiteX117" fmla="*/ 5206308 w 6858001"/>
                    <a:gd name="connsiteY117" fmla="*/ 773177 h 874716"/>
                    <a:gd name="connsiteX118" fmla="*/ 5129916 w 6858001"/>
                    <a:gd name="connsiteY118" fmla="*/ 757554 h 874716"/>
                    <a:gd name="connsiteX119" fmla="*/ 5107627 w 6858001"/>
                    <a:gd name="connsiteY119" fmla="*/ 758316 h 874716"/>
                    <a:gd name="connsiteX120" fmla="*/ 5082670 w 6858001"/>
                    <a:gd name="connsiteY120" fmla="*/ 759651 h 874716"/>
                    <a:gd name="connsiteX121" fmla="*/ 5006086 w 6858001"/>
                    <a:gd name="connsiteY121" fmla="*/ 760795 h 874716"/>
                    <a:gd name="connsiteX122" fmla="*/ 4959602 w 6858001"/>
                    <a:gd name="connsiteY122" fmla="*/ 766509 h 874716"/>
                    <a:gd name="connsiteX123" fmla="*/ 4871019 w 6858001"/>
                    <a:gd name="connsiteY123" fmla="*/ 763081 h 874716"/>
                    <a:gd name="connsiteX124" fmla="*/ 4838250 w 6858001"/>
                    <a:gd name="connsiteY124" fmla="*/ 768033 h 874716"/>
                    <a:gd name="connsiteX125" fmla="*/ 4755381 w 6858001"/>
                    <a:gd name="connsiteY125" fmla="*/ 768605 h 874716"/>
                    <a:gd name="connsiteX126" fmla="*/ 4681083 w 6858001"/>
                    <a:gd name="connsiteY126" fmla="*/ 765747 h 874716"/>
                    <a:gd name="connsiteX127" fmla="*/ 4609452 w 6858001"/>
                    <a:gd name="connsiteY127" fmla="*/ 767271 h 874716"/>
                    <a:gd name="connsiteX128" fmla="*/ 4558207 w 6858001"/>
                    <a:gd name="connsiteY128" fmla="*/ 773557 h 874716"/>
                    <a:gd name="connsiteX129" fmla="*/ 4502579 w 6858001"/>
                    <a:gd name="connsiteY129" fmla="*/ 777367 h 874716"/>
                    <a:gd name="connsiteX130" fmla="*/ 4349222 w 6858001"/>
                    <a:gd name="connsiteY130" fmla="*/ 800038 h 874716"/>
                    <a:gd name="connsiteX131" fmla="*/ 4320837 w 6858001"/>
                    <a:gd name="connsiteY131" fmla="*/ 794514 h 874716"/>
                    <a:gd name="connsiteX132" fmla="*/ 4159667 w 6858001"/>
                    <a:gd name="connsiteY132" fmla="*/ 789370 h 874716"/>
                    <a:gd name="connsiteX133" fmla="*/ 4124614 w 6858001"/>
                    <a:gd name="connsiteY133" fmla="*/ 789752 h 874716"/>
                    <a:gd name="connsiteX134" fmla="*/ 4030503 w 6858001"/>
                    <a:gd name="connsiteY134" fmla="*/ 767271 h 874716"/>
                    <a:gd name="connsiteX135" fmla="*/ 3885338 w 6858001"/>
                    <a:gd name="connsiteY135" fmla="*/ 802896 h 874716"/>
                    <a:gd name="connsiteX136" fmla="*/ 3749506 w 6858001"/>
                    <a:gd name="connsiteY136" fmla="*/ 847473 h 874716"/>
                    <a:gd name="connsiteX137" fmla="*/ 3732361 w 6858001"/>
                    <a:gd name="connsiteY137" fmla="*/ 853190 h 874716"/>
                    <a:gd name="connsiteX138" fmla="*/ 3683591 w 6858001"/>
                    <a:gd name="connsiteY138" fmla="*/ 862906 h 874716"/>
                    <a:gd name="connsiteX139" fmla="*/ 3623201 w 6858001"/>
                    <a:gd name="connsiteY139" fmla="*/ 866334 h 874716"/>
                    <a:gd name="connsiteX140" fmla="*/ 3546617 w 6858001"/>
                    <a:gd name="connsiteY140" fmla="*/ 874716 h 874716"/>
                    <a:gd name="connsiteX141" fmla="*/ 3485275 w 6858001"/>
                    <a:gd name="connsiteY141" fmla="*/ 864238 h 874716"/>
                    <a:gd name="connsiteX142" fmla="*/ 3399546 w 6858001"/>
                    <a:gd name="connsiteY142" fmla="*/ 848618 h 874716"/>
                    <a:gd name="connsiteX143" fmla="*/ 3318771 w 6858001"/>
                    <a:gd name="connsiteY143" fmla="*/ 833757 h 874716"/>
                    <a:gd name="connsiteX144" fmla="*/ 3293244 w 6858001"/>
                    <a:gd name="connsiteY144" fmla="*/ 851284 h 874716"/>
                    <a:gd name="connsiteX145" fmla="*/ 3253809 w 6858001"/>
                    <a:gd name="connsiteY145" fmla="*/ 866524 h 874716"/>
                    <a:gd name="connsiteX146" fmla="*/ 3209993 w 6858001"/>
                    <a:gd name="connsiteY146" fmla="*/ 848235 h 874716"/>
                    <a:gd name="connsiteX147" fmla="*/ 3107500 w 6858001"/>
                    <a:gd name="connsiteY147" fmla="*/ 810326 h 874716"/>
                    <a:gd name="connsiteX148" fmla="*/ 3042728 w 6858001"/>
                    <a:gd name="connsiteY148" fmla="*/ 808610 h 874716"/>
                    <a:gd name="connsiteX149" fmla="*/ 2901943 w 6858001"/>
                    <a:gd name="connsiteY149" fmla="*/ 792418 h 874716"/>
                    <a:gd name="connsiteX150" fmla="*/ 2809930 w 6858001"/>
                    <a:gd name="connsiteY150" fmla="*/ 769367 h 874716"/>
                    <a:gd name="connsiteX151" fmla="*/ 2743826 w 6858001"/>
                    <a:gd name="connsiteY151" fmla="*/ 743268 h 874716"/>
                    <a:gd name="connsiteX152" fmla="*/ 2649143 w 6858001"/>
                    <a:gd name="connsiteY152" fmla="*/ 709167 h 874716"/>
                    <a:gd name="connsiteX153" fmla="*/ 2554079 w 6858001"/>
                    <a:gd name="connsiteY153" fmla="*/ 691450 h 874716"/>
                    <a:gd name="connsiteX154" fmla="*/ 2485307 w 6858001"/>
                    <a:gd name="connsiteY154" fmla="*/ 669160 h 874716"/>
                    <a:gd name="connsiteX155" fmla="*/ 2401292 w 6858001"/>
                    <a:gd name="connsiteY155" fmla="*/ 653919 h 874716"/>
                    <a:gd name="connsiteX156" fmla="*/ 2330806 w 6858001"/>
                    <a:gd name="connsiteY156" fmla="*/ 653349 h 874716"/>
                    <a:gd name="connsiteX157" fmla="*/ 2220312 w 6858001"/>
                    <a:gd name="connsiteY157" fmla="*/ 656015 h 874716"/>
                    <a:gd name="connsiteX158" fmla="*/ 2085054 w 6858001"/>
                    <a:gd name="connsiteY158" fmla="*/ 609914 h 874716"/>
                    <a:gd name="connsiteX159" fmla="*/ 2030378 w 6858001"/>
                    <a:gd name="connsiteY159" fmla="*/ 599625 h 874716"/>
                    <a:gd name="connsiteX160" fmla="*/ 1978940 w 6858001"/>
                    <a:gd name="connsiteY160" fmla="*/ 594863 h 874716"/>
                    <a:gd name="connsiteX161" fmla="*/ 1869780 w 6858001"/>
                    <a:gd name="connsiteY161" fmla="*/ 564192 h 874716"/>
                    <a:gd name="connsiteX162" fmla="*/ 1825393 w 6858001"/>
                    <a:gd name="connsiteY162" fmla="*/ 554094 h 874716"/>
                    <a:gd name="connsiteX163" fmla="*/ 1763287 w 6858001"/>
                    <a:gd name="connsiteY163" fmla="*/ 554286 h 874716"/>
                    <a:gd name="connsiteX164" fmla="*/ 1650317 w 6858001"/>
                    <a:gd name="connsiteY164" fmla="*/ 540187 h 874716"/>
                    <a:gd name="connsiteX165" fmla="*/ 1537537 w 6858001"/>
                    <a:gd name="connsiteY165" fmla="*/ 499038 h 874716"/>
                    <a:gd name="connsiteX166" fmla="*/ 1489720 w 6858001"/>
                    <a:gd name="connsiteY166" fmla="*/ 503038 h 874716"/>
                    <a:gd name="connsiteX167" fmla="*/ 1472575 w 6858001"/>
                    <a:gd name="connsiteY167" fmla="*/ 502086 h 874716"/>
                    <a:gd name="connsiteX168" fmla="*/ 1318456 w 6858001"/>
                    <a:gd name="connsiteY168" fmla="*/ 479415 h 874716"/>
                    <a:gd name="connsiteX169" fmla="*/ 1303024 w 6858001"/>
                    <a:gd name="connsiteY169" fmla="*/ 476939 h 874716"/>
                    <a:gd name="connsiteX170" fmla="*/ 1230633 w 6858001"/>
                    <a:gd name="connsiteY170" fmla="*/ 456746 h 874716"/>
                    <a:gd name="connsiteX171" fmla="*/ 1048125 w 6858001"/>
                    <a:gd name="connsiteY171" fmla="*/ 444172 h 874716"/>
                    <a:gd name="connsiteX172" fmla="*/ 1036887 w 6858001"/>
                    <a:gd name="connsiteY172" fmla="*/ 442648 h 874716"/>
                    <a:gd name="connsiteX173" fmla="*/ 975733 w 6858001"/>
                    <a:gd name="connsiteY173" fmla="*/ 452744 h 874716"/>
                    <a:gd name="connsiteX174" fmla="*/ 945444 w 6858001"/>
                    <a:gd name="connsiteY174" fmla="*/ 467033 h 874716"/>
                    <a:gd name="connsiteX175" fmla="*/ 898198 w 6858001"/>
                    <a:gd name="connsiteY175" fmla="*/ 481893 h 874716"/>
                    <a:gd name="connsiteX176" fmla="*/ 850189 w 6858001"/>
                    <a:gd name="connsiteY176" fmla="*/ 487417 h 874716"/>
                    <a:gd name="connsiteX177" fmla="*/ 769605 w 6858001"/>
                    <a:gd name="connsiteY177" fmla="*/ 464937 h 874716"/>
                    <a:gd name="connsiteX178" fmla="*/ 740268 w 6858001"/>
                    <a:gd name="connsiteY178" fmla="*/ 462651 h 874716"/>
                    <a:gd name="connsiteX179" fmla="*/ 674923 w 6858001"/>
                    <a:gd name="connsiteY179" fmla="*/ 451792 h 874716"/>
                    <a:gd name="connsiteX180" fmla="*/ 617772 w 6858001"/>
                    <a:gd name="connsiteY180" fmla="*/ 452554 h 874716"/>
                    <a:gd name="connsiteX181" fmla="*/ 571860 w 6858001"/>
                    <a:gd name="connsiteY181" fmla="*/ 469891 h 874716"/>
                    <a:gd name="connsiteX182" fmla="*/ 505182 w 6858001"/>
                    <a:gd name="connsiteY182" fmla="*/ 473319 h 874716"/>
                    <a:gd name="connsiteX183" fmla="*/ 462126 w 6858001"/>
                    <a:gd name="connsiteY183" fmla="*/ 460747 h 874716"/>
                    <a:gd name="connsiteX184" fmla="*/ 453364 w 6858001"/>
                    <a:gd name="connsiteY184" fmla="*/ 459033 h 874716"/>
                    <a:gd name="connsiteX185" fmla="*/ 340774 w 6858001"/>
                    <a:gd name="connsiteY185" fmla="*/ 458268 h 874716"/>
                    <a:gd name="connsiteX186" fmla="*/ 200182 w 6858001"/>
                    <a:gd name="connsiteY186" fmla="*/ 496180 h 874716"/>
                    <a:gd name="connsiteX187" fmla="*/ 176939 w 6858001"/>
                    <a:gd name="connsiteY187" fmla="*/ 504182 h 874716"/>
                    <a:gd name="connsiteX188" fmla="*/ 63587 w 6858001"/>
                    <a:gd name="connsiteY188" fmla="*/ 518088 h 874716"/>
                    <a:gd name="connsiteX189" fmla="*/ 2817 w 6858001"/>
                    <a:gd name="connsiteY189" fmla="*/ 532187 h 874716"/>
                    <a:gd name="connsiteX190" fmla="*/ 0 w 6858001"/>
                    <a:gd name="connsiteY190" fmla="*/ 533314 h 874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</a:cxnLst>
                  <a:rect l="l" t="t" r="r" b="b"/>
                  <a:pathLst>
                    <a:path w="6858001" h="874716">
                      <a:moveTo>
                        <a:pt x="0" y="533314"/>
                      </a:moveTo>
                      <a:lnTo>
                        <a:pt x="0" y="69206"/>
                      </a:lnTo>
                      <a:lnTo>
                        <a:pt x="21486" y="71924"/>
                      </a:lnTo>
                      <a:cubicBezTo>
                        <a:pt x="92546" y="60493"/>
                        <a:pt x="159604" y="87354"/>
                        <a:pt x="228948" y="88116"/>
                      </a:cubicBezTo>
                      <a:cubicBezTo>
                        <a:pt x="260382" y="88496"/>
                        <a:pt x="291435" y="94592"/>
                        <a:pt x="313533" y="62779"/>
                      </a:cubicBezTo>
                      <a:cubicBezTo>
                        <a:pt x="316389" y="58587"/>
                        <a:pt x="330298" y="60873"/>
                        <a:pt x="338870" y="62207"/>
                      </a:cubicBezTo>
                      <a:cubicBezTo>
                        <a:pt x="357921" y="65066"/>
                        <a:pt x="376781" y="72304"/>
                        <a:pt x="395640" y="72114"/>
                      </a:cubicBezTo>
                      <a:cubicBezTo>
                        <a:pt x="434695" y="71924"/>
                        <a:pt x="473939" y="68876"/>
                        <a:pt x="512802" y="65446"/>
                      </a:cubicBezTo>
                      <a:cubicBezTo>
                        <a:pt x="527470" y="64112"/>
                        <a:pt x="541569" y="58969"/>
                        <a:pt x="556047" y="55349"/>
                      </a:cubicBezTo>
                      <a:cubicBezTo>
                        <a:pt x="564048" y="53253"/>
                        <a:pt x="572622" y="47729"/>
                        <a:pt x="580050" y="48871"/>
                      </a:cubicBezTo>
                      <a:cubicBezTo>
                        <a:pt x="623106" y="55539"/>
                        <a:pt x="662541" y="39157"/>
                        <a:pt x="703308" y="30964"/>
                      </a:cubicBezTo>
                      <a:cubicBezTo>
                        <a:pt x="722169" y="27154"/>
                        <a:pt x="739886" y="18010"/>
                        <a:pt x="758174" y="11724"/>
                      </a:cubicBezTo>
                      <a:cubicBezTo>
                        <a:pt x="762936" y="10008"/>
                        <a:pt x="768271" y="8484"/>
                        <a:pt x="773035" y="8866"/>
                      </a:cubicBezTo>
                      <a:cubicBezTo>
                        <a:pt x="800276" y="11152"/>
                        <a:pt x="827329" y="14390"/>
                        <a:pt x="854379" y="16866"/>
                      </a:cubicBezTo>
                      <a:cubicBezTo>
                        <a:pt x="878956" y="19152"/>
                        <a:pt x="903722" y="19914"/>
                        <a:pt x="915343" y="47919"/>
                      </a:cubicBezTo>
                      <a:cubicBezTo>
                        <a:pt x="917059" y="52301"/>
                        <a:pt x="922773" y="55539"/>
                        <a:pt x="927155" y="58397"/>
                      </a:cubicBezTo>
                      <a:cubicBezTo>
                        <a:pt x="994785" y="102405"/>
                        <a:pt x="1030980" y="101261"/>
                        <a:pt x="1097087" y="54777"/>
                      </a:cubicBezTo>
                      <a:cubicBezTo>
                        <a:pt x="1103945" y="50015"/>
                        <a:pt x="1118613" y="46585"/>
                        <a:pt x="1123185" y="50395"/>
                      </a:cubicBezTo>
                      <a:cubicBezTo>
                        <a:pt x="1162049" y="82020"/>
                        <a:pt x="1204532" y="78590"/>
                        <a:pt x="1249302" y="68684"/>
                      </a:cubicBezTo>
                      <a:cubicBezTo>
                        <a:pt x="1260922" y="66018"/>
                        <a:pt x="1277307" y="66018"/>
                        <a:pt x="1286069" y="72304"/>
                      </a:cubicBezTo>
                      <a:cubicBezTo>
                        <a:pt x="1327790" y="101451"/>
                        <a:pt x="1372560" y="97261"/>
                        <a:pt x="1417899" y="88688"/>
                      </a:cubicBezTo>
                      <a:cubicBezTo>
                        <a:pt x="1424948" y="87354"/>
                        <a:pt x="1433522" y="80114"/>
                        <a:pt x="1436568" y="73448"/>
                      </a:cubicBezTo>
                      <a:cubicBezTo>
                        <a:pt x="1447428" y="49825"/>
                        <a:pt x="1467813" y="41823"/>
                        <a:pt x="1490292" y="35154"/>
                      </a:cubicBezTo>
                      <a:cubicBezTo>
                        <a:pt x="1525727" y="24296"/>
                        <a:pt x="1560588" y="11532"/>
                        <a:pt x="1596213" y="1245"/>
                      </a:cubicBezTo>
                      <a:cubicBezTo>
                        <a:pt x="1604978" y="-1231"/>
                        <a:pt x="1615836" y="293"/>
                        <a:pt x="1624980" y="3150"/>
                      </a:cubicBezTo>
                      <a:cubicBezTo>
                        <a:pt x="1656223" y="12866"/>
                        <a:pt x="1676036" y="37251"/>
                        <a:pt x="1697753" y="59731"/>
                      </a:cubicBezTo>
                      <a:cubicBezTo>
                        <a:pt x="1707279" y="69638"/>
                        <a:pt x="1720423" y="76686"/>
                        <a:pt x="1733188" y="82400"/>
                      </a:cubicBezTo>
                      <a:cubicBezTo>
                        <a:pt x="1766335" y="97071"/>
                        <a:pt x="1800246" y="110215"/>
                        <a:pt x="1833775" y="124121"/>
                      </a:cubicBezTo>
                      <a:cubicBezTo>
                        <a:pt x="1837013" y="125455"/>
                        <a:pt x="1839679" y="128884"/>
                        <a:pt x="1842158" y="131742"/>
                      </a:cubicBezTo>
                      <a:cubicBezTo>
                        <a:pt x="1866922" y="161843"/>
                        <a:pt x="1891497" y="192132"/>
                        <a:pt x="1916454" y="222233"/>
                      </a:cubicBezTo>
                      <a:cubicBezTo>
                        <a:pt x="1921216" y="227947"/>
                        <a:pt x="1928076" y="232139"/>
                        <a:pt x="1933219" y="237663"/>
                      </a:cubicBezTo>
                      <a:cubicBezTo>
                        <a:pt x="1940459" y="245283"/>
                        <a:pt x="1949603" y="252524"/>
                        <a:pt x="1953413" y="261668"/>
                      </a:cubicBezTo>
                      <a:cubicBezTo>
                        <a:pt x="1965224" y="290433"/>
                        <a:pt x="1987894" y="302817"/>
                        <a:pt x="2016469" y="308151"/>
                      </a:cubicBezTo>
                      <a:cubicBezTo>
                        <a:pt x="2042570" y="313104"/>
                        <a:pt x="2068669" y="317296"/>
                        <a:pt x="2094578" y="323010"/>
                      </a:cubicBezTo>
                      <a:cubicBezTo>
                        <a:pt x="2126201" y="329868"/>
                        <a:pt x="2157636" y="337298"/>
                        <a:pt x="2188879" y="345681"/>
                      </a:cubicBezTo>
                      <a:cubicBezTo>
                        <a:pt x="2202404" y="349301"/>
                        <a:pt x="2216692" y="353491"/>
                        <a:pt x="2228314" y="360921"/>
                      </a:cubicBezTo>
                      <a:cubicBezTo>
                        <a:pt x="2260890" y="381496"/>
                        <a:pt x="2295753" y="395402"/>
                        <a:pt x="2334044" y="389878"/>
                      </a:cubicBezTo>
                      <a:cubicBezTo>
                        <a:pt x="2364715" y="385496"/>
                        <a:pt x="2390434" y="396736"/>
                        <a:pt x="2409485" y="414263"/>
                      </a:cubicBezTo>
                      <a:cubicBezTo>
                        <a:pt x="2444158" y="446078"/>
                        <a:pt x="2481305" y="438838"/>
                        <a:pt x="2518264" y="428552"/>
                      </a:cubicBezTo>
                      <a:cubicBezTo>
                        <a:pt x="2537315" y="423217"/>
                        <a:pt x="2552935" y="423979"/>
                        <a:pt x="2571034" y="429122"/>
                      </a:cubicBezTo>
                      <a:cubicBezTo>
                        <a:pt x="2612945" y="441124"/>
                        <a:pt x="2640950" y="473701"/>
                        <a:pt x="2668001" y="502276"/>
                      </a:cubicBezTo>
                      <a:cubicBezTo>
                        <a:pt x="2691054" y="526661"/>
                        <a:pt x="2716963" y="540377"/>
                        <a:pt x="2745348" y="550666"/>
                      </a:cubicBezTo>
                      <a:cubicBezTo>
                        <a:pt x="2781163" y="563810"/>
                        <a:pt x="2809548" y="558858"/>
                        <a:pt x="2826694" y="527233"/>
                      </a:cubicBezTo>
                      <a:cubicBezTo>
                        <a:pt x="2831457" y="518278"/>
                        <a:pt x="2839839" y="507800"/>
                        <a:pt x="2848793" y="505134"/>
                      </a:cubicBezTo>
                      <a:cubicBezTo>
                        <a:pt x="2892037" y="491800"/>
                        <a:pt x="2935854" y="472367"/>
                        <a:pt x="2982148" y="484179"/>
                      </a:cubicBezTo>
                      <a:cubicBezTo>
                        <a:pt x="3046158" y="500372"/>
                        <a:pt x="3108644" y="499420"/>
                        <a:pt x="3172654" y="483417"/>
                      </a:cubicBezTo>
                      <a:cubicBezTo>
                        <a:pt x="3276480" y="457508"/>
                        <a:pt x="3380305" y="430076"/>
                        <a:pt x="3489467" y="435790"/>
                      </a:cubicBezTo>
                      <a:cubicBezTo>
                        <a:pt x="3507563" y="436742"/>
                        <a:pt x="3529090" y="425121"/>
                        <a:pt x="3544713" y="413691"/>
                      </a:cubicBezTo>
                      <a:cubicBezTo>
                        <a:pt x="3574622" y="391974"/>
                        <a:pt x="3573288" y="390258"/>
                        <a:pt x="3606817" y="408167"/>
                      </a:cubicBezTo>
                      <a:cubicBezTo>
                        <a:pt x="3614819" y="412549"/>
                        <a:pt x="3624725" y="415215"/>
                        <a:pt x="3630632" y="421693"/>
                      </a:cubicBezTo>
                      <a:cubicBezTo>
                        <a:pt x="3660731" y="454650"/>
                        <a:pt x="3697880" y="446648"/>
                        <a:pt x="3734837" y="441886"/>
                      </a:cubicBezTo>
                      <a:cubicBezTo>
                        <a:pt x="3741315" y="440934"/>
                        <a:pt x="3749125" y="439600"/>
                        <a:pt x="3754652" y="442268"/>
                      </a:cubicBezTo>
                      <a:cubicBezTo>
                        <a:pt x="3779607" y="454268"/>
                        <a:pt x="3800753" y="450078"/>
                        <a:pt x="3822472" y="433694"/>
                      </a:cubicBezTo>
                      <a:cubicBezTo>
                        <a:pt x="3841331" y="419597"/>
                        <a:pt x="3863049" y="411215"/>
                        <a:pt x="3885338" y="428742"/>
                      </a:cubicBezTo>
                      <a:cubicBezTo>
                        <a:pt x="3934870" y="467605"/>
                        <a:pt x="3987829" y="469509"/>
                        <a:pt x="4043839" y="444934"/>
                      </a:cubicBezTo>
                      <a:cubicBezTo>
                        <a:pt x="4083845" y="427407"/>
                        <a:pt x="4123280" y="423407"/>
                        <a:pt x="4165383" y="441124"/>
                      </a:cubicBezTo>
                      <a:cubicBezTo>
                        <a:pt x="4181576" y="447982"/>
                        <a:pt x="4202531" y="443410"/>
                        <a:pt x="4221391" y="444934"/>
                      </a:cubicBezTo>
                      <a:cubicBezTo>
                        <a:pt x="4232060" y="445696"/>
                        <a:pt x="4243872" y="445886"/>
                        <a:pt x="4253014" y="450650"/>
                      </a:cubicBezTo>
                      <a:cubicBezTo>
                        <a:pt x="4277401" y="462843"/>
                        <a:pt x="4300070" y="478463"/>
                        <a:pt x="4324645" y="490466"/>
                      </a:cubicBezTo>
                      <a:cubicBezTo>
                        <a:pt x="4336457" y="496180"/>
                        <a:pt x="4350554" y="499228"/>
                        <a:pt x="4363890" y="499420"/>
                      </a:cubicBezTo>
                      <a:cubicBezTo>
                        <a:pt x="4403325" y="500372"/>
                        <a:pt x="4442761" y="500372"/>
                        <a:pt x="4482004" y="498658"/>
                      </a:cubicBezTo>
                      <a:cubicBezTo>
                        <a:pt x="4546776" y="495990"/>
                        <a:pt x="4612500" y="495418"/>
                        <a:pt x="4659174" y="438648"/>
                      </a:cubicBezTo>
                      <a:cubicBezTo>
                        <a:pt x="4662986" y="434076"/>
                        <a:pt x="4671176" y="431408"/>
                        <a:pt x="4677655" y="430646"/>
                      </a:cubicBezTo>
                      <a:cubicBezTo>
                        <a:pt x="4707564" y="427027"/>
                        <a:pt x="4738235" y="426645"/>
                        <a:pt x="4767764" y="420739"/>
                      </a:cubicBezTo>
                      <a:cubicBezTo>
                        <a:pt x="4791386" y="415977"/>
                        <a:pt x="4811009" y="417501"/>
                        <a:pt x="4828916" y="434266"/>
                      </a:cubicBezTo>
                      <a:cubicBezTo>
                        <a:pt x="4852348" y="456364"/>
                        <a:pt x="4880925" y="469319"/>
                        <a:pt x="4912168" y="462271"/>
                      </a:cubicBezTo>
                      <a:cubicBezTo>
                        <a:pt x="4943409" y="455412"/>
                        <a:pt x="4963984" y="470271"/>
                        <a:pt x="4987037" y="485703"/>
                      </a:cubicBezTo>
                      <a:cubicBezTo>
                        <a:pt x="5003801" y="496942"/>
                        <a:pt x="5022852" y="511040"/>
                        <a:pt x="5041521" y="512182"/>
                      </a:cubicBezTo>
                      <a:cubicBezTo>
                        <a:pt x="5083814" y="514658"/>
                        <a:pt x="5120201" y="553904"/>
                        <a:pt x="5166113" y="531615"/>
                      </a:cubicBezTo>
                      <a:cubicBezTo>
                        <a:pt x="5169161" y="530091"/>
                        <a:pt x="5174685" y="533901"/>
                        <a:pt x="5179067" y="534853"/>
                      </a:cubicBezTo>
                      <a:cubicBezTo>
                        <a:pt x="5214121" y="542093"/>
                        <a:pt x="5247078" y="535043"/>
                        <a:pt x="5272796" y="511230"/>
                      </a:cubicBezTo>
                      <a:cubicBezTo>
                        <a:pt x="5306516" y="480177"/>
                        <a:pt x="5343855" y="477129"/>
                        <a:pt x="5385384" y="487227"/>
                      </a:cubicBezTo>
                      <a:cubicBezTo>
                        <a:pt x="5398721" y="490466"/>
                        <a:pt x="5412057" y="492752"/>
                        <a:pt x="5425582" y="495418"/>
                      </a:cubicBezTo>
                      <a:cubicBezTo>
                        <a:pt x="5443870" y="499228"/>
                        <a:pt x="5462351" y="503230"/>
                        <a:pt x="5480637" y="507040"/>
                      </a:cubicBezTo>
                      <a:cubicBezTo>
                        <a:pt x="5498356" y="510850"/>
                        <a:pt x="5517979" y="517326"/>
                        <a:pt x="5531693" y="500944"/>
                      </a:cubicBezTo>
                      <a:cubicBezTo>
                        <a:pt x="5543506" y="486845"/>
                        <a:pt x="5551888" y="488179"/>
                        <a:pt x="5562746" y="500372"/>
                      </a:cubicBezTo>
                      <a:cubicBezTo>
                        <a:pt x="5600467" y="543045"/>
                        <a:pt x="5646189" y="569716"/>
                        <a:pt x="5704483" y="571620"/>
                      </a:cubicBezTo>
                      <a:cubicBezTo>
                        <a:pt x="5716485" y="572002"/>
                        <a:pt x="5728678" y="574668"/>
                        <a:pt x="5740488" y="577526"/>
                      </a:cubicBezTo>
                      <a:cubicBezTo>
                        <a:pt x="5747728" y="579241"/>
                        <a:pt x="5756493" y="581147"/>
                        <a:pt x="5760873" y="586291"/>
                      </a:cubicBezTo>
                      <a:cubicBezTo>
                        <a:pt x="5794974" y="625534"/>
                        <a:pt x="5837457" y="652777"/>
                        <a:pt x="5883751" y="674686"/>
                      </a:cubicBezTo>
                      <a:cubicBezTo>
                        <a:pt x="5900323" y="682496"/>
                        <a:pt x="5918042" y="690306"/>
                        <a:pt x="5935949" y="692592"/>
                      </a:cubicBezTo>
                      <a:cubicBezTo>
                        <a:pt x="5954617" y="694878"/>
                        <a:pt x="5974240" y="691068"/>
                        <a:pt x="5993291" y="688972"/>
                      </a:cubicBezTo>
                      <a:cubicBezTo>
                        <a:pt x="6004531" y="687830"/>
                        <a:pt x="6017485" y="688020"/>
                        <a:pt x="6026440" y="682496"/>
                      </a:cubicBezTo>
                      <a:cubicBezTo>
                        <a:pt x="6054825" y="665159"/>
                        <a:pt x="6082258" y="646491"/>
                        <a:pt x="6108738" y="626296"/>
                      </a:cubicBezTo>
                      <a:cubicBezTo>
                        <a:pt x="6131409" y="608960"/>
                        <a:pt x="6135981" y="606483"/>
                        <a:pt x="6155602" y="628202"/>
                      </a:cubicBezTo>
                      <a:cubicBezTo>
                        <a:pt x="6175797" y="650491"/>
                        <a:pt x="6200944" y="662111"/>
                        <a:pt x="6228756" y="666873"/>
                      </a:cubicBezTo>
                      <a:cubicBezTo>
                        <a:pt x="6272764" y="674304"/>
                        <a:pt x="6317151" y="680590"/>
                        <a:pt x="6361539" y="684210"/>
                      </a:cubicBezTo>
                      <a:cubicBezTo>
                        <a:pt x="6401736" y="687448"/>
                        <a:pt x="6420977" y="669922"/>
                        <a:pt x="6428979" y="630106"/>
                      </a:cubicBezTo>
                      <a:cubicBezTo>
                        <a:pt x="6433551" y="608007"/>
                        <a:pt x="6439458" y="584003"/>
                        <a:pt x="6463840" y="578098"/>
                      </a:cubicBezTo>
                      <a:cubicBezTo>
                        <a:pt x="6503658" y="568572"/>
                        <a:pt x="6544997" y="564382"/>
                        <a:pt x="6564620" y="517708"/>
                      </a:cubicBezTo>
                      <a:cubicBezTo>
                        <a:pt x="6575478" y="527995"/>
                        <a:pt x="6582146" y="534091"/>
                        <a:pt x="6588625" y="540187"/>
                      </a:cubicBezTo>
                      <a:cubicBezTo>
                        <a:pt x="6606531" y="557142"/>
                        <a:pt x="6643678" y="564382"/>
                        <a:pt x="6662541" y="549714"/>
                      </a:cubicBezTo>
                      <a:cubicBezTo>
                        <a:pt x="6690354" y="528377"/>
                        <a:pt x="6715883" y="532377"/>
                        <a:pt x="6742552" y="548952"/>
                      </a:cubicBezTo>
                      <a:cubicBezTo>
                        <a:pt x="6764841" y="562668"/>
                        <a:pt x="6788417" y="567954"/>
                        <a:pt x="6812063" y="568430"/>
                      </a:cubicBezTo>
                      <a:lnTo>
                        <a:pt x="6858001" y="562267"/>
                      </a:lnTo>
                      <a:lnTo>
                        <a:pt x="6858001" y="734520"/>
                      </a:lnTo>
                      <a:lnTo>
                        <a:pt x="6815516" y="744220"/>
                      </a:lnTo>
                      <a:cubicBezTo>
                        <a:pt x="6793035" y="749744"/>
                        <a:pt x="6771319" y="759651"/>
                        <a:pt x="6748458" y="763271"/>
                      </a:cubicBezTo>
                      <a:cubicBezTo>
                        <a:pt x="6694164" y="771843"/>
                        <a:pt x="6639488" y="777939"/>
                        <a:pt x="6584812" y="784797"/>
                      </a:cubicBezTo>
                      <a:cubicBezTo>
                        <a:pt x="6528424" y="791846"/>
                        <a:pt x="6472225" y="799276"/>
                        <a:pt x="6415833" y="805562"/>
                      </a:cubicBezTo>
                      <a:cubicBezTo>
                        <a:pt x="6384972" y="808802"/>
                        <a:pt x="6353919" y="809372"/>
                        <a:pt x="6323058" y="812420"/>
                      </a:cubicBezTo>
                      <a:cubicBezTo>
                        <a:pt x="6296005" y="815088"/>
                        <a:pt x="6269144" y="820041"/>
                        <a:pt x="6242093" y="823281"/>
                      </a:cubicBezTo>
                      <a:cubicBezTo>
                        <a:pt x="6218660" y="825947"/>
                        <a:pt x="6195037" y="827471"/>
                        <a:pt x="6171605" y="830139"/>
                      </a:cubicBezTo>
                      <a:cubicBezTo>
                        <a:pt x="6134075" y="834519"/>
                        <a:pt x="6096736" y="839473"/>
                        <a:pt x="6059397" y="844045"/>
                      </a:cubicBezTo>
                      <a:cubicBezTo>
                        <a:pt x="6043776" y="845759"/>
                        <a:pt x="6027392" y="850522"/>
                        <a:pt x="6012723" y="847665"/>
                      </a:cubicBezTo>
                      <a:cubicBezTo>
                        <a:pt x="5975764" y="840425"/>
                        <a:pt x="5939377" y="842521"/>
                        <a:pt x="5902610" y="847473"/>
                      </a:cubicBezTo>
                      <a:cubicBezTo>
                        <a:pt x="5890037" y="849190"/>
                        <a:pt x="5876511" y="848808"/>
                        <a:pt x="5864318" y="845569"/>
                      </a:cubicBezTo>
                      <a:cubicBezTo>
                        <a:pt x="5839361" y="839091"/>
                        <a:pt x="5815169" y="829947"/>
                        <a:pt x="5790592" y="821947"/>
                      </a:cubicBezTo>
                      <a:cubicBezTo>
                        <a:pt x="5787924" y="820995"/>
                        <a:pt x="5784686" y="820803"/>
                        <a:pt x="5781830" y="820233"/>
                      </a:cubicBezTo>
                      <a:cubicBezTo>
                        <a:pt x="5765635" y="816992"/>
                        <a:pt x="5749634" y="813754"/>
                        <a:pt x="5733440" y="810896"/>
                      </a:cubicBezTo>
                      <a:cubicBezTo>
                        <a:pt x="5724678" y="809372"/>
                        <a:pt x="5715723" y="809182"/>
                        <a:pt x="5706959" y="807848"/>
                      </a:cubicBezTo>
                      <a:cubicBezTo>
                        <a:pt x="5673050" y="802514"/>
                        <a:pt x="5635711" y="811468"/>
                        <a:pt x="5606372" y="788417"/>
                      </a:cubicBezTo>
                      <a:cubicBezTo>
                        <a:pt x="5587321" y="773557"/>
                        <a:pt x="5568842" y="776987"/>
                        <a:pt x="5548460" y="779273"/>
                      </a:cubicBezTo>
                      <a:cubicBezTo>
                        <a:pt x="5533027" y="780987"/>
                        <a:pt x="5517215" y="780415"/>
                        <a:pt x="5501594" y="780607"/>
                      </a:cubicBezTo>
                      <a:cubicBezTo>
                        <a:pt x="5474161" y="781177"/>
                        <a:pt x="5446728" y="781369"/>
                        <a:pt x="5419295" y="782321"/>
                      </a:cubicBezTo>
                      <a:cubicBezTo>
                        <a:pt x="5410531" y="782701"/>
                        <a:pt x="5401579" y="787465"/>
                        <a:pt x="5393005" y="786703"/>
                      </a:cubicBezTo>
                      <a:cubicBezTo>
                        <a:pt x="5353379" y="783083"/>
                        <a:pt x="5313754" y="777367"/>
                        <a:pt x="5274129" y="774129"/>
                      </a:cubicBezTo>
                      <a:cubicBezTo>
                        <a:pt x="5251650" y="772225"/>
                        <a:pt x="5228597" y="775843"/>
                        <a:pt x="5206308" y="773177"/>
                      </a:cubicBezTo>
                      <a:cubicBezTo>
                        <a:pt x="5180591" y="770129"/>
                        <a:pt x="5155445" y="762319"/>
                        <a:pt x="5129916" y="757554"/>
                      </a:cubicBezTo>
                      <a:cubicBezTo>
                        <a:pt x="5122867" y="756222"/>
                        <a:pt x="5115057" y="757936"/>
                        <a:pt x="5107627" y="758316"/>
                      </a:cubicBezTo>
                      <a:cubicBezTo>
                        <a:pt x="5099245" y="758699"/>
                        <a:pt x="5091052" y="759461"/>
                        <a:pt x="5082670" y="759651"/>
                      </a:cubicBezTo>
                      <a:cubicBezTo>
                        <a:pt x="5057141" y="760033"/>
                        <a:pt x="5031614" y="759461"/>
                        <a:pt x="5006086" y="760795"/>
                      </a:cubicBezTo>
                      <a:cubicBezTo>
                        <a:pt x="4990465" y="761557"/>
                        <a:pt x="4974082" y="769367"/>
                        <a:pt x="4959602" y="766509"/>
                      </a:cubicBezTo>
                      <a:cubicBezTo>
                        <a:pt x="4930075" y="760985"/>
                        <a:pt x="4900546" y="773367"/>
                        <a:pt x="4871019" y="763081"/>
                      </a:cubicBezTo>
                      <a:cubicBezTo>
                        <a:pt x="4861873" y="760033"/>
                        <a:pt x="4849300" y="767653"/>
                        <a:pt x="4838250" y="768033"/>
                      </a:cubicBezTo>
                      <a:cubicBezTo>
                        <a:pt x="4810627" y="768985"/>
                        <a:pt x="4783004" y="768795"/>
                        <a:pt x="4755381" y="768605"/>
                      </a:cubicBezTo>
                      <a:cubicBezTo>
                        <a:pt x="4730614" y="768415"/>
                        <a:pt x="4704895" y="771081"/>
                        <a:pt x="4681083" y="765747"/>
                      </a:cubicBezTo>
                      <a:cubicBezTo>
                        <a:pt x="4656126" y="760033"/>
                        <a:pt x="4633647" y="760795"/>
                        <a:pt x="4609452" y="767271"/>
                      </a:cubicBezTo>
                      <a:cubicBezTo>
                        <a:pt x="4592878" y="771653"/>
                        <a:pt x="4575351" y="772225"/>
                        <a:pt x="4558207" y="773557"/>
                      </a:cubicBezTo>
                      <a:cubicBezTo>
                        <a:pt x="4539728" y="775081"/>
                        <a:pt x="4519343" y="771081"/>
                        <a:pt x="4502579" y="777367"/>
                      </a:cubicBezTo>
                      <a:cubicBezTo>
                        <a:pt x="4452665" y="796038"/>
                        <a:pt x="4401419" y="800038"/>
                        <a:pt x="4349222" y="800038"/>
                      </a:cubicBezTo>
                      <a:cubicBezTo>
                        <a:pt x="4339695" y="800038"/>
                        <a:pt x="4329979" y="797372"/>
                        <a:pt x="4320837" y="794514"/>
                      </a:cubicBezTo>
                      <a:cubicBezTo>
                        <a:pt x="4267493" y="777367"/>
                        <a:pt x="4213961" y="778891"/>
                        <a:pt x="4159667" y="789370"/>
                      </a:cubicBezTo>
                      <a:cubicBezTo>
                        <a:pt x="4148427" y="791656"/>
                        <a:pt x="4135854" y="792038"/>
                        <a:pt x="4124614" y="789752"/>
                      </a:cubicBezTo>
                      <a:cubicBezTo>
                        <a:pt x="4092989" y="783083"/>
                        <a:pt x="4062318" y="772033"/>
                        <a:pt x="4030503" y="767271"/>
                      </a:cubicBezTo>
                      <a:cubicBezTo>
                        <a:pt x="3977925" y="759461"/>
                        <a:pt x="3932394" y="785749"/>
                        <a:pt x="3885338" y="802896"/>
                      </a:cubicBezTo>
                      <a:cubicBezTo>
                        <a:pt x="3840569" y="819089"/>
                        <a:pt x="3802467" y="855666"/>
                        <a:pt x="3749506" y="847473"/>
                      </a:cubicBezTo>
                      <a:cubicBezTo>
                        <a:pt x="3744173" y="846711"/>
                        <a:pt x="3738267" y="851856"/>
                        <a:pt x="3732361" y="853190"/>
                      </a:cubicBezTo>
                      <a:cubicBezTo>
                        <a:pt x="3716168" y="856810"/>
                        <a:pt x="3699976" y="861190"/>
                        <a:pt x="3683591" y="862906"/>
                      </a:cubicBezTo>
                      <a:cubicBezTo>
                        <a:pt x="3663589" y="865192"/>
                        <a:pt x="3643204" y="864430"/>
                        <a:pt x="3623201" y="866334"/>
                      </a:cubicBezTo>
                      <a:cubicBezTo>
                        <a:pt x="3597482" y="868620"/>
                        <a:pt x="3572146" y="874716"/>
                        <a:pt x="3546617" y="874716"/>
                      </a:cubicBezTo>
                      <a:cubicBezTo>
                        <a:pt x="3526042" y="874716"/>
                        <a:pt x="3505657" y="867668"/>
                        <a:pt x="3485275" y="864238"/>
                      </a:cubicBezTo>
                      <a:cubicBezTo>
                        <a:pt x="3456508" y="859476"/>
                        <a:pt x="3424883" y="860810"/>
                        <a:pt x="3399546" y="848618"/>
                      </a:cubicBezTo>
                      <a:cubicBezTo>
                        <a:pt x="3372495" y="835663"/>
                        <a:pt x="3346776" y="829757"/>
                        <a:pt x="3318771" y="833757"/>
                      </a:cubicBezTo>
                      <a:cubicBezTo>
                        <a:pt x="3309437" y="835091"/>
                        <a:pt x="3297434" y="843093"/>
                        <a:pt x="3293244" y="851284"/>
                      </a:cubicBezTo>
                      <a:cubicBezTo>
                        <a:pt x="3283908" y="869572"/>
                        <a:pt x="3271145" y="872812"/>
                        <a:pt x="3253809" y="866524"/>
                      </a:cubicBezTo>
                      <a:cubicBezTo>
                        <a:pt x="3238758" y="861190"/>
                        <a:pt x="3220280" y="858524"/>
                        <a:pt x="3209993" y="848235"/>
                      </a:cubicBezTo>
                      <a:cubicBezTo>
                        <a:pt x="3180844" y="819089"/>
                        <a:pt x="3143695" y="818136"/>
                        <a:pt x="3107500" y="810326"/>
                      </a:cubicBezTo>
                      <a:cubicBezTo>
                        <a:pt x="3085403" y="805562"/>
                        <a:pt x="3064827" y="805372"/>
                        <a:pt x="3042728" y="808610"/>
                      </a:cubicBezTo>
                      <a:cubicBezTo>
                        <a:pt x="2994722" y="815850"/>
                        <a:pt x="2948047" y="805562"/>
                        <a:pt x="2901943" y="792418"/>
                      </a:cubicBezTo>
                      <a:cubicBezTo>
                        <a:pt x="2871462" y="783655"/>
                        <a:pt x="2840219" y="778321"/>
                        <a:pt x="2809930" y="769367"/>
                      </a:cubicBezTo>
                      <a:cubicBezTo>
                        <a:pt x="2787259" y="762509"/>
                        <a:pt x="2764590" y="754316"/>
                        <a:pt x="2743826" y="743268"/>
                      </a:cubicBezTo>
                      <a:cubicBezTo>
                        <a:pt x="2713723" y="727073"/>
                        <a:pt x="2687436" y="702689"/>
                        <a:pt x="2649143" y="709167"/>
                      </a:cubicBezTo>
                      <a:cubicBezTo>
                        <a:pt x="2615421" y="714881"/>
                        <a:pt x="2584942" y="702881"/>
                        <a:pt x="2554079" y="691450"/>
                      </a:cubicBezTo>
                      <a:cubicBezTo>
                        <a:pt x="2531409" y="683068"/>
                        <a:pt x="2508742" y="674494"/>
                        <a:pt x="2485307" y="669160"/>
                      </a:cubicBezTo>
                      <a:cubicBezTo>
                        <a:pt x="2457492" y="662873"/>
                        <a:pt x="2426059" y="665541"/>
                        <a:pt x="2401292" y="653919"/>
                      </a:cubicBezTo>
                      <a:cubicBezTo>
                        <a:pt x="2375383" y="641727"/>
                        <a:pt x="2353859" y="649919"/>
                        <a:pt x="2330806" y="653349"/>
                      </a:cubicBezTo>
                      <a:cubicBezTo>
                        <a:pt x="2294039" y="658683"/>
                        <a:pt x="2257459" y="668590"/>
                        <a:pt x="2220312" y="656015"/>
                      </a:cubicBezTo>
                      <a:cubicBezTo>
                        <a:pt x="2175163" y="640775"/>
                        <a:pt x="2130393" y="624392"/>
                        <a:pt x="2085054" y="609914"/>
                      </a:cubicBezTo>
                      <a:cubicBezTo>
                        <a:pt x="2067525" y="604387"/>
                        <a:pt x="2048668" y="602101"/>
                        <a:pt x="2030378" y="599625"/>
                      </a:cubicBezTo>
                      <a:cubicBezTo>
                        <a:pt x="2013043" y="597529"/>
                        <a:pt x="1992279" y="602863"/>
                        <a:pt x="1978940" y="594863"/>
                      </a:cubicBezTo>
                      <a:cubicBezTo>
                        <a:pt x="1944649" y="574288"/>
                        <a:pt x="1909408" y="564192"/>
                        <a:pt x="1869780" y="564192"/>
                      </a:cubicBezTo>
                      <a:cubicBezTo>
                        <a:pt x="1854920" y="564192"/>
                        <a:pt x="1840441" y="555618"/>
                        <a:pt x="1825393" y="554094"/>
                      </a:cubicBezTo>
                      <a:cubicBezTo>
                        <a:pt x="1804816" y="552190"/>
                        <a:pt x="1781194" y="547045"/>
                        <a:pt x="1763287" y="554286"/>
                      </a:cubicBezTo>
                      <a:cubicBezTo>
                        <a:pt x="1721185" y="571430"/>
                        <a:pt x="1687086" y="557142"/>
                        <a:pt x="1650317" y="540187"/>
                      </a:cubicBezTo>
                      <a:cubicBezTo>
                        <a:pt x="1614120" y="523423"/>
                        <a:pt x="1576019" y="510088"/>
                        <a:pt x="1537537" y="499038"/>
                      </a:cubicBezTo>
                      <a:cubicBezTo>
                        <a:pt x="1523059" y="495038"/>
                        <a:pt x="1505724" y="501706"/>
                        <a:pt x="1489720" y="503038"/>
                      </a:cubicBezTo>
                      <a:cubicBezTo>
                        <a:pt x="1484004" y="503420"/>
                        <a:pt x="1477717" y="503992"/>
                        <a:pt x="1472575" y="502086"/>
                      </a:cubicBezTo>
                      <a:cubicBezTo>
                        <a:pt x="1422854" y="483797"/>
                        <a:pt x="1372368" y="469891"/>
                        <a:pt x="1318456" y="479415"/>
                      </a:cubicBezTo>
                      <a:cubicBezTo>
                        <a:pt x="1313504" y="480369"/>
                        <a:pt x="1307978" y="478273"/>
                        <a:pt x="1303024" y="476939"/>
                      </a:cubicBezTo>
                      <a:cubicBezTo>
                        <a:pt x="1278829" y="470081"/>
                        <a:pt x="1255206" y="459223"/>
                        <a:pt x="1230633" y="456746"/>
                      </a:cubicBezTo>
                      <a:cubicBezTo>
                        <a:pt x="1170051" y="450650"/>
                        <a:pt x="1109091" y="448172"/>
                        <a:pt x="1048125" y="444172"/>
                      </a:cubicBezTo>
                      <a:cubicBezTo>
                        <a:pt x="1044315" y="443982"/>
                        <a:pt x="1040315" y="443982"/>
                        <a:pt x="1036887" y="442648"/>
                      </a:cubicBezTo>
                      <a:cubicBezTo>
                        <a:pt x="1014406" y="434456"/>
                        <a:pt x="994785" y="437124"/>
                        <a:pt x="975733" y="452744"/>
                      </a:cubicBezTo>
                      <a:cubicBezTo>
                        <a:pt x="967350" y="459603"/>
                        <a:pt x="955920" y="463223"/>
                        <a:pt x="945444" y="467033"/>
                      </a:cubicBezTo>
                      <a:cubicBezTo>
                        <a:pt x="930011" y="472749"/>
                        <a:pt x="914200" y="478273"/>
                        <a:pt x="898198" y="481893"/>
                      </a:cubicBezTo>
                      <a:cubicBezTo>
                        <a:pt x="882384" y="485321"/>
                        <a:pt x="865430" y="490084"/>
                        <a:pt x="850189" y="487417"/>
                      </a:cubicBezTo>
                      <a:cubicBezTo>
                        <a:pt x="822756" y="482655"/>
                        <a:pt x="796655" y="471987"/>
                        <a:pt x="769605" y="464937"/>
                      </a:cubicBezTo>
                      <a:cubicBezTo>
                        <a:pt x="760270" y="462461"/>
                        <a:pt x="749982" y="462843"/>
                        <a:pt x="740268" y="462651"/>
                      </a:cubicBezTo>
                      <a:cubicBezTo>
                        <a:pt x="717977" y="462081"/>
                        <a:pt x="695116" y="467605"/>
                        <a:pt x="674923" y="451792"/>
                      </a:cubicBezTo>
                      <a:cubicBezTo>
                        <a:pt x="656255" y="436934"/>
                        <a:pt x="637392" y="441314"/>
                        <a:pt x="617772" y="452554"/>
                      </a:cubicBezTo>
                      <a:cubicBezTo>
                        <a:pt x="603673" y="460557"/>
                        <a:pt x="587672" y="466843"/>
                        <a:pt x="571860" y="469891"/>
                      </a:cubicBezTo>
                      <a:cubicBezTo>
                        <a:pt x="550141" y="474081"/>
                        <a:pt x="528615" y="475797"/>
                        <a:pt x="505182" y="473319"/>
                      </a:cubicBezTo>
                      <a:cubicBezTo>
                        <a:pt x="488607" y="471605"/>
                        <a:pt x="475081" y="470843"/>
                        <a:pt x="462126" y="460747"/>
                      </a:cubicBezTo>
                      <a:cubicBezTo>
                        <a:pt x="460032" y="459223"/>
                        <a:pt x="456222" y="458841"/>
                        <a:pt x="453364" y="459033"/>
                      </a:cubicBezTo>
                      <a:cubicBezTo>
                        <a:pt x="415835" y="462271"/>
                        <a:pt x="378686" y="460557"/>
                        <a:pt x="340774" y="458268"/>
                      </a:cubicBezTo>
                      <a:cubicBezTo>
                        <a:pt x="292579" y="455222"/>
                        <a:pt x="241901" y="464175"/>
                        <a:pt x="200182" y="496180"/>
                      </a:cubicBezTo>
                      <a:cubicBezTo>
                        <a:pt x="194085" y="500944"/>
                        <a:pt x="184941" y="503038"/>
                        <a:pt x="176939" y="504182"/>
                      </a:cubicBezTo>
                      <a:cubicBezTo>
                        <a:pt x="139219" y="509134"/>
                        <a:pt x="101308" y="512564"/>
                        <a:pt x="63587" y="518088"/>
                      </a:cubicBezTo>
                      <a:cubicBezTo>
                        <a:pt x="43012" y="521137"/>
                        <a:pt x="21486" y="523805"/>
                        <a:pt x="2817" y="532187"/>
                      </a:cubicBezTo>
                      <a:lnTo>
                        <a:pt x="0" y="533314"/>
                      </a:lnTo>
                      <a:close/>
                    </a:path>
                  </a:pathLst>
                </a:cu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F8841A98-AA1D-4F65-A368-EF31110B07CD}"/>
                    </a:ext>
                    <a:ext uri="{C183D7F6-B498-43B3-948B-1728B52AA6E4}">
                      <adec:decorative xmlns:adec="http://schemas.microsoft.com/office/drawing/2017/decorative" val="1"/>
                    </a:ext>
                  </a:extLst>
                </p:cNvPr>
                <p:cNvSpPr/>
                <p:nvPr>
                  <p:extLst>
                    <p:ext uri="{386F3935-93C4-4BCD-93E2-E3B085C9AB24}">
                      <p16:designElem xmlns:p16="http://schemas.microsoft.com/office/powerpoint/2015/main" val="1"/>
                    </p:ext>
                  </p:extLst>
                </p:nvPr>
              </p:nvSpPr>
              <p:spPr>
                <a:xfrm rot="16200000" flipH="1">
                  <a:off x="715166" y="2991642"/>
                  <a:ext cx="6858001" cy="874716"/>
                </a:xfrm>
                <a:custGeom>
                  <a:avLst/>
                  <a:gdLst>
                    <a:gd name="connsiteX0" fmla="*/ 0 w 6858001"/>
                    <a:gd name="connsiteY0" fmla="*/ 533314 h 874716"/>
                    <a:gd name="connsiteX1" fmla="*/ 0 w 6858001"/>
                    <a:gd name="connsiteY1" fmla="*/ 69206 h 874716"/>
                    <a:gd name="connsiteX2" fmla="*/ 21486 w 6858001"/>
                    <a:gd name="connsiteY2" fmla="*/ 71924 h 874716"/>
                    <a:gd name="connsiteX3" fmla="*/ 228948 w 6858001"/>
                    <a:gd name="connsiteY3" fmla="*/ 88116 h 874716"/>
                    <a:gd name="connsiteX4" fmla="*/ 313533 w 6858001"/>
                    <a:gd name="connsiteY4" fmla="*/ 62779 h 874716"/>
                    <a:gd name="connsiteX5" fmla="*/ 338870 w 6858001"/>
                    <a:gd name="connsiteY5" fmla="*/ 62207 h 874716"/>
                    <a:gd name="connsiteX6" fmla="*/ 395640 w 6858001"/>
                    <a:gd name="connsiteY6" fmla="*/ 72114 h 874716"/>
                    <a:gd name="connsiteX7" fmla="*/ 512802 w 6858001"/>
                    <a:gd name="connsiteY7" fmla="*/ 65446 h 874716"/>
                    <a:gd name="connsiteX8" fmla="*/ 556047 w 6858001"/>
                    <a:gd name="connsiteY8" fmla="*/ 55349 h 874716"/>
                    <a:gd name="connsiteX9" fmla="*/ 580050 w 6858001"/>
                    <a:gd name="connsiteY9" fmla="*/ 48871 h 874716"/>
                    <a:gd name="connsiteX10" fmla="*/ 703308 w 6858001"/>
                    <a:gd name="connsiteY10" fmla="*/ 30964 h 874716"/>
                    <a:gd name="connsiteX11" fmla="*/ 758174 w 6858001"/>
                    <a:gd name="connsiteY11" fmla="*/ 11724 h 874716"/>
                    <a:gd name="connsiteX12" fmla="*/ 773035 w 6858001"/>
                    <a:gd name="connsiteY12" fmla="*/ 8866 h 874716"/>
                    <a:gd name="connsiteX13" fmla="*/ 854379 w 6858001"/>
                    <a:gd name="connsiteY13" fmla="*/ 16866 h 874716"/>
                    <a:gd name="connsiteX14" fmla="*/ 915343 w 6858001"/>
                    <a:gd name="connsiteY14" fmla="*/ 47919 h 874716"/>
                    <a:gd name="connsiteX15" fmla="*/ 927155 w 6858001"/>
                    <a:gd name="connsiteY15" fmla="*/ 58397 h 874716"/>
                    <a:gd name="connsiteX16" fmla="*/ 1097087 w 6858001"/>
                    <a:gd name="connsiteY16" fmla="*/ 54777 h 874716"/>
                    <a:gd name="connsiteX17" fmla="*/ 1123185 w 6858001"/>
                    <a:gd name="connsiteY17" fmla="*/ 50395 h 874716"/>
                    <a:gd name="connsiteX18" fmla="*/ 1249302 w 6858001"/>
                    <a:gd name="connsiteY18" fmla="*/ 68684 h 874716"/>
                    <a:gd name="connsiteX19" fmla="*/ 1286069 w 6858001"/>
                    <a:gd name="connsiteY19" fmla="*/ 72304 h 874716"/>
                    <a:gd name="connsiteX20" fmla="*/ 1417899 w 6858001"/>
                    <a:gd name="connsiteY20" fmla="*/ 88688 h 874716"/>
                    <a:gd name="connsiteX21" fmla="*/ 1436568 w 6858001"/>
                    <a:gd name="connsiteY21" fmla="*/ 73448 h 874716"/>
                    <a:gd name="connsiteX22" fmla="*/ 1490292 w 6858001"/>
                    <a:gd name="connsiteY22" fmla="*/ 35154 h 874716"/>
                    <a:gd name="connsiteX23" fmla="*/ 1596213 w 6858001"/>
                    <a:gd name="connsiteY23" fmla="*/ 1245 h 874716"/>
                    <a:gd name="connsiteX24" fmla="*/ 1624980 w 6858001"/>
                    <a:gd name="connsiteY24" fmla="*/ 3150 h 874716"/>
                    <a:gd name="connsiteX25" fmla="*/ 1697753 w 6858001"/>
                    <a:gd name="connsiteY25" fmla="*/ 59731 h 874716"/>
                    <a:gd name="connsiteX26" fmla="*/ 1733188 w 6858001"/>
                    <a:gd name="connsiteY26" fmla="*/ 82400 h 874716"/>
                    <a:gd name="connsiteX27" fmla="*/ 1833775 w 6858001"/>
                    <a:gd name="connsiteY27" fmla="*/ 124121 h 874716"/>
                    <a:gd name="connsiteX28" fmla="*/ 1842158 w 6858001"/>
                    <a:gd name="connsiteY28" fmla="*/ 131742 h 874716"/>
                    <a:gd name="connsiteX29" fmla="*/ 1916454 w 6858001"/>
                    <a:gd name="connsiteY29" fmla="*/ 222233 h 874716"/>
                    <a:gd name="connsiteX30" fmla="*/ 1933219 w 6858001"/>
                    <a:gd name="connsiteY30" fmla="*/ 237663 h 874716"/>
                    <a:gd name="connsiteX31" fmla="*/ 1953413 w 6858001"/>
                    <a:gd name="connsiteY31" fmla="*/ 261668 h 874716"/>
                    <a:gd name="connsiteX32" fmla="*/ 2016469 w 6858001"/>
                    <a:gd name="connsiteY32" fmla="*/ 308151 h 874716"/>
                    <a:gd name="connsiteX33" fmla="*/ 2094578 w 6858001"/>
                    <a:gd name="connsiteY33" fmla="*/ 323010 h 874716"/>
                    <a:gd name="connsiteX34" fmla="*/ 2188879 w 6858001"/>
                    <a:gd name="connsiteY34" fmla="*/ 345681 h 874716"/>
                    <a:gd name="connsiteX35" fmla="*/ 2228314 w 6858001"/>
                    <a:gd name="connsiteY35" fmla="*/ 360921 h 874716"/>
                    <a:gd name="connsiteX36" fmla="*/ 2334044 w 6858001"/>
                    <a:gd name="connsiteY36" fmla="*/ 389878 h 874716"/>
                    <a:gd name="connsiteX37" fmla="*/ 2409485 w 6858001"/>
                    <a:gd name="connsiteY37" fmla="*/ 414263 h 874716"/>
                    <a:gd name="connsiteX38" fmla="*/ 2518264 w 6858001"/>
                    <a:gd name="connsiteY38" fmla="*/ 428552 h 874716"/>
                    <a:gd name="connsiteX39" fmla="*/ 2571034 w 6858001"/>
                    <a:gd name="connsiteY39" fmla="*/ 429122 h 874716"/>
                    <a:gd name="connsiteX40" fmla="*/ 2668001 w 6858001"/>
                    <a:gd name="connsiteY40" fmla="*/ 502276 h 874716"/>
                    <a:gd name="connsiteX41" fmla="*/ 2745348 w 6858001"/>
                    <a:gd name="connsiteY41" fmla="*/ 550666 h 874716"/>
                    <a:gd name="connsiteX42" fmla="*/ 2826694 w 6858001"/>
                    <a:gd name="connsiteY42" fmla="*/ 527233 h 874716"/>
                    <a:gd name="connsiteX43" fmla="*/ 2848793 w 6858001"/>
                    <a:gd name="connsiteY43" fmla="*/ 505134 h 874716"/>
                    <a:gd name="connsiteX44" fmla="*/ 2982148 w 6858001"/>
                    <a:gd name="connsiteY44" fmla="*/ 484179 h 874716"/>
                    <a:gd name="connsiteX45" fmla="*/ 3172654 w 6858001"/>
                    <a:gd name="connsiteY45" fmla="*/ 483417 h 874716"/>
                    <a:gd name="connsiteX46" fmla="*/ 3489467 w 6858001"/>
                    <a:gd name="connsiteY46" fmla="*/ 435790 h 874716"/>
                    <a:gd name="connsiteX47" fmla="*/ 3544713 w 6858001"/>
                    <a:gd name="connsiteY47" fmla="*/ 413691 h 874716"/>
                    <a:gd name="connsiteX48" fmla="*/ 3606817 w 6858001"/>
                    <a:gd name="connsiteY48" fmla="*/ 408167 h 874716"/>
                    <a:gd name="connsiteX49" fmla="*/ 3630632 w 6858001"/>
                    <a:gd name="connsiteY49" fmla="*/ 421693 h 874716"/>
                    <a:gd name="connsiteX50" fmla="*/ 3734837 w 6858001"/>
                    <a:gd name="connsiteY50" fmla="*/ 441886 h 874716"/>
                    <a:gd name="connsiteX51" fmla="*/ 3754652 w 6858001"/>
                    <a:gd name="connsiteY51" fmla="*/ 442268 h 874716"/>
                    <a:gd name="connsiteX52" fmla="*/ 3822472 w 6858001"/>
                    <a:gd name="connsiteY52" fmla="*/ 433694 h 874716"/>
                    <a:gd name="connsiteX53" fmla="*/ 3885338 w 6858001"/>
                    <a:gd name="connsiteY53" fmla="*/ 428742 h 874716"/>
                    <a:gd name="connsiteX54" fmla="*/ 4043839 w 6858001"/>
                    <a:gd name="connsiteY54" fmla="*/ 444934 h 874716"/>
                    <a:gd name="connsiteX55" fmla="*/ 4165383 w 6858001"/>
                    <a:gd name="connsiteY55" fmla="*/ 441124 h 874716"/>
                    <a:gd name="connsiteX56" fmla="*/ 4221391 w 6858001"/>
                    <a:gd name="connsiteY56" fmla="*/ 444934 h 874716"/>
                    <a:gd name="connsiteX57" fmla="*/ 4253014 w 6858001"/>
                    <a:gd name="connsiteY57" fmla="*/ 450650 h 874716"/>
                    <a:gd name="connsiteX58" fmla="*/ 4324645 w 6858001"/>
                    <a:gd name="connsiteY58" fmla="*/ 490466 h 874716"/>
                    <a:gd name="connsiteX59" fmla="*/ 4363890 w 6858001"/>
                    <a:gd name="connsiteY59" fmla="*/ 499420 h 874716"/>
                    <a:gd name="connsiteX60" fmla="*/ 4482004 w 6858001"/>
                    <a:gd name="connsiteY60" fmla="*/ 498658 h 874716"/>
                    <a:gd name="connsiteX61" fmla="*/ 4659174 w 6858001"/>
                    <a:gd name="connsiteY61" fmla="*/ 438648 h 874716"/>
                    <a:gd name="connsiteX62" fmla="*/ 4677655 w 6858001"/>
                    <a:gd name="connsiteY62" fmla="*/ 430646 h 874716"/>
                    <a:gd name="connsiteX63" fmla="*/ 4767764 w 6858001"/>
                    <a:gd name="connsiteY63" fmla="*/ 420739 h 874716"/>
                    <a:gd name="connsiteX64" fmla="*/ 4828916 w 6858001"/>
                    <a:gd name="connsiteY64" fmla="*/ 434266 h 874716"/>
                    <a:gd name="connsiteX65" fmla="*/ 4912168 w 6858001"/>
                    <a:gd name="connsiteY65" fmla="*/ 462271 h 874716"/>
                    <a:gd name="connsiteX66" fmla="*/ 4987037 w 6858001"/>
                    <a:gd name="connsiteY66" fmla="*/ 485703 h 874716"/>
                    <a:gd name="connsiteX67" fmla="*/ 5041521 w 6858001"/>
                    <a:gd name="connsiteY67" fmla="*/ 512182 h 874716"/>
                    <a:gd name="connsiteX68" fmla="*/ 5166113 w 6858001"/>
                    <a:gd name="connsiteY68" fmla="*/ 531615 h 874716"/>
                    <a:gd name="connsiteX69" fmla="*/ 5179067 w 6858001"/>
                    <a:gd name="connsiteY69" fmla="*/ 534853 h 874716"/>
                    <a:gd name="connsiteX70" fmla="*/ 5272796 w 6858001"/>
                    <a:gd name="connsiteY70" fmla="*/ 511230 h 874716"/>
                    <a:gd name="connsiteX71" fmla="*/ 5385384 w 6858001"/>
                    <a:gd name="connsiteY71" fmla="*/ 487227 h 874716"/>
                    <a:gd name="connsiteX72" fmla="*/ 5425582 w 6858001"/>
                    <a:gd name="connsiteY72" fmla="*/ 495418 h 874716"/>
                    <a:gd name="connsiteX73" fmla="*/ 5480637 w 6858001"/>
                    <a:gd name="connsiteY73" fmla="*/ 507040 h 874716"/>
                    <a:gd name="connsiteX74" fmla="*/ 5531693 w 6858001"/>
                    <a:gd name="connsiteY74" fmla="*/ 500944 h 874716"/>
                    <a:gd name="connsiteX75" fmla="*/ 5562746 w 6858001"/>
                    <a:gd name="connsiteY75" fmla="*/ 500372 h 874716"/>
                    <a:gd name="connsiteX76" fmla="*/ 5704483 w 6858001"/>
                    <a:gd name="connsiteY76" fmla="*/ 571620 h 874716"/>
                    <a:gd name="connsiteX77" fmla="*/ 5740488 w 6858001"/>
                    <a:gd name="connsiteY77" fmla="*/ 577526 h 874716"/>
                    <a:gd name="connsiteX78" fmla="*/ 5760873 w 6858001"/>
                    <a:gd name="connsiteY78" fmla="*/ 586291 h 874716"/>
                    <a:gd name="connsiteX79" fmla="*/ 5883751 w 6858001"/>
                    <a:gd name="connsiteY79" fmla="*/ 674686 h 874716"/>
                    <a:gd name="connsiteX80" fmla="*/ 5935949 w 6858001"/>
                    <a:gd name="connsiteY80" fmla="*/ 692592 h 874716"/>
                    <a:gd name="connsiteX81" fmla="*/ 5993291 w 6858001"/>
                    <a:gd name="connsiteY81" fmla="*/ 688972 h 874716"/>
                    <a:gd name="connsiteX82" fmla="*/ 6026440 w 6858001"/>
                    <a:gd name="connsiteY82" fmla="*/ 682496 h 874716"/>
                    <a:gd name="connsiteX83" fmla="*/ 6108738 w 6858001"/>
                    <a:gd name="connsiteY83" fmla="*/ 626296 h 874716"/>
                    <a:gd name="connsiteX84" fmla="*/ 6155602 w 6858001"/>
                    <a:gd name="connsiteY84" fmla="*/ 628202 h 874716"/>
                    <a:gd name="connsiteX85" fmla="*/ 6228756 w 6858001"/>
                    <a:gd name="connsiteY85" fmla="*/ 666873 h 874716"/>
                    <a:gd name="connsiteX86" fmla="*/ 6361539 w 6858001"/>
                    <a:gd name="connsiteY86" fmla="*/ 684210 h 874716"/>
                    <a:gd name="connsiteX87" fmla="*/ 6428979 w 6858001"/>
                    <a:gd name="connsiteY87" fmla="*/ 630106 h 874716"/>
                    <a:gd name="connsiteX88" fmla="*/ 6463840 w 6858001"/>
                    <a:gd name="connsiteY88" fmla="*/ 578098 h 874716"/>
                    <a:gd name="connsiteX89" fmla="*/ 6564620 w 6858001"/>
                    <a:gd name="connsiteY89" fmla="*/ 517708 h 874716"/>
                    <a:gd name="connsiteX90" fmla="*/ 6588625 w 6858001"/>
                    <a:gd name="connsiteY90" fmla="*/ 540187 h 874716"/>
                    <a:gd name="connsiteX91" fmla="*/ 6662541 w 6858001"/>
                    <a:gd name="connsiteY91" fmla="*/ 549714 h 874716"/>
                    <a:gd name="connsiteX92" fmla="*/ 6742552 w 6858001"/>
                    <a:gd name="connsiteY92" fmla="*/ 548952 h 874716"/>
                    <a:gd name="connsiteX93" fmla="*/ 6812063 w 6858001"/>
                    <a:gd name="connsiteY93" fmla="*/ 568430 h 874716"/>
                    <a:gd name="connsiteX94" fmla="*/ 6858001 w 6858001"/>
                    <a:gd name="connsiteY94" fmla="*/ 562267 h 874716"/>
                    <a:gd name="connsiteX95" fmla="*/ 6858001 w 6858001"/>
                    <a:gd name="connsiteY95" fmla="*/ 734520 h 874716"/>
                    <a:gd name="connsiteX96" fmla="*/ 6815516 w 6858001"/>
                    <a:gd name="connsiteY96" fmla="*/ 744220 h 874716"/>
                    <a:gd name="connsiteX97" fmla="*/ 6748458 w 6858001"/>
                    <a:gd name="connsiteY97" fmla="*/ 763271 h 874716"/>
                    <a:gd name="connsiteX98" fmla="*/ 6584812 w 6858001"/>
                    <a:gd name="connsiteY98" fmla="*/ 784797 h 874716"/>
                    <a:gd name="connsiteX99" fmla="*/ 6415833 w 6858001"/>
                    <a:gd name="connsiteY99" fmla="*/ 805562 h 874716"/>
                    <a:gd name="connsiteX100" fmla="*/ 6323058 w 6858001"/>
                    <a:gd name="connsiteY100" fmla="*/ 812420 h 874716"/>
                    <a:gd name="connsiteX101" fmla="*/ 6242093 w 6858001"/>
                    <a:gd name="connsiteY101" fmla="*/ 823281 h 874716"/>
                    <a:gd name="connsiteX102" fmla="*/ 6171605 w 6858001"/>
                    <a:gd name="connsiteY102" fmla="*/ 830139 h 874716"/>
                    <a:gd name="connsiteX103" fmla="*/ 6059397 w 6858001"/>
                    <a:gd name="connsiteY103" fmla="*/ 844045 h 874716"/>
                    <a:gd name="connsiteX104" fmla="*/ 6012723 w 6858001"/>
                    <a:gd name="connsiteY104" fmla="*/ 847665 h 874716"/>
                    <a:gd name="connsiteX105" fmla="*/ 5902610 w 6858001"/>
                    <a:gd name="connsiteY105" fmla="*/ 847473 h 874716"/>
                    <a:gd name="connsiteX106" fmla="*/ 5864318 w 6858001"/>
                    <a:gd name="connsiteY106" fmla="*/ 845569 h 874716"/>
                    <a:gd name="connsiteX107" fmla="*/ 5790592 w 6858001"/>
                    <a:gd name="connsiteY107" fmla="*/ 821947 h 874716"/>
                    <a:gd name="connsiteX108" fmla="*/ 5781830 w 6858001"/>
                    <a:gd name="connsiteY108" fmla="*/ 820233 h 874716"/>
                    <a:gd name="connsiteX109" fmla="*/ 5733440 w 6858001"/>
                    <a:gd name="connsiteY109" fmla="*/ 810896 h 874716"/>
                    <a:gd name="connsiteX110" fmla="*/ 5706959 w 6858001"/>
                    <a:gd name="connsiteY110" fmla="*/ 807848 h 874716"/>
                    <a:gd name="connsiteX111" fmla="*/ 5606372 w 6858001"/>
                    <a:gd name="connsiteY111" fmla="*/ 788417 h 874716"/>
                    <a:gd name="connsiteX112" fmla="*/ 5548460 w 6858001"/>
                    <a:gd name="connsiteY112" fmla="*/ 779273 h 874716"/>
                    <a:gd name="connsiteX113" fmla="*/ 5501594 w 6858001"/>
                    <a:gd name="connsiteY113" fmla="*/ 780607 h 874716"/>
                    <a:gd name="connsiteX114" fmla="*/ 5419295 w 6858001"/>
                    <a:gd name="connsiteY114" fmla="*/ 782321 h 874716"/>
                    <a:gd name="connsiteX115" fmla="*/ 5393005 w 6858001"/>
                    <a:gd name="connsiteY115" fmla="*/ 786703 h 874716"/>
                    <a:gd name="connsiteX116" fmla="*/ 5274129 w 6858001"/>
                    <a:gd name="connsiteY116" fmla="*/ 774129 h 874716"/>
                    <a:gd name="connsiteX117" fmla="*/ 5206308 w 6858001"/>
                    <a:gd name="connsiteY117" fmla="*/ 773177 h 874716"/>
                    <a:gd name="connsiteX118" fmla="*/ 5129916 w 6858001"/>
                    <a:gd name="connsiteY118" fmla="*/ 757554 h 874716"/>
                    <a:gd name="connsiteX119" fmla="*/ 5107627 w 6858001"/>
                    <a:gd name="connsiteY119" fmla="*/ 758316 h 874716"/>
                    <a:gd name="connsiteX120" fmla="*/ 5082670 w 6858001"/>
                    <a:gd name="connsiteY120" fmla="*/ 759651 h 874716"/>
                    <a:gd name="connsiteX121" fmla="*/ 5006086 w 6858001"/>
                    <a:gd name="connsiteY121" fmla="*/ 760795 h 874716"/>
                    <a:gd name="connsiteX122" fmla="*/ 4959602 w 6858001"/>
                    <a:gd name="connsiteY122" fmla="*/ 766509 h 874716"/>
                    <a:gd name="connsiteX123" fmla="*/ 4871019 w 6858001"/>
                    <a:gd name="connsiteY123" fmla="*/ 763081 h 874716"/>
                    <a:gd name="connsiteX124" fmla="*/ 4838250 w 6858001"/>
                    <a:gd name="connsiteY124" fmla="*/ 768033 h 874716"/>
                    <a:gd name="connsiteX125" fmla="*/ 4755381 w 6858001"/>
                    <a:gd name="connsiteY125" fmla="*/ 768605 h 874716"/>
                    <a:gd name="connsiteX126" fmla="*/ 4681083 w 6858001"/>
                    <a:gd name="connsiteY126" fmla="*/ 765747 h 874716"/>
                    <a:gd name="connsiteX127" fmla="*/ 4609452 w 6858001"/>
                    <a:gd name="connsiteY127" fmla="*/ 767271 h 874716"/>
                    <a:gd name="connsiteX128" fmla="*/ 4558207 w 6858001"/>
                    <a:gd name="connsiteY128" fmla="*/ 773557 h 874716"/>
                    <a:gd name="connsiteX129" fmla="*/ 4502579 w 6858001"/>
                    <a:gd name="connsiteY129" fmla="*/ 777367 h 874716"/>
                    <a:gd name="connsiteX130" fmla="*/ 4349222 w 6858001"/>
                    <a:gd name="connsiteY130" fmla="*/ 800038 h 874716"/>
                    <a:gd name="connsiteX131" fmla="*/ 4320837 w 6858001"/>
                    <a:gd name="connsiteY131" fmla="*/ 794514 h 874716"/>
                    <a:gd name="connsiteX132" fmla="*/ 4159667 w 6858001"/>
                    <a:gd name="connsiteY132" fmla="*/ 789370 h 874716"/>
                    <a:gd name="connsiteX133" fmla="*/ 4124614 w 6858001"/>
                    <a:gd name="connsiteY133" fmla="*/ 789752 h 874716"/>
                    <a:gd name="connsiteX134" fmla="*/ 4030503 w 6858001"/>
                    <a:gd name="connsiteY134" fmla="*/ 767271 h 874716"/>
                    <a:gd name="connsiteX135" fmla="*/ 3885338 w 6858001"/>
                    <a:gd name="connsiteY135" fmla="*/ 802896 h 874716"/>
                    <a:gd name="connsiteX136" fmla="*/ 3749506 w 6858001"/>
                    <a:gd name="connsiteY136" fmla="*/ 847473 h 874716"/>
                    <a:gd name="connsiteX137" fmla="*/ 3732361 w 6858001"/>
                    <a:gd name="connsiteY137" fmla="*/ 853190 h 874716"/>
                    <a:gd name="connsiteX138" fmla="*/ 3683591 w 6858001"/>
                    <a:gd name="connsiteY138" fmla="*/ 862906 h 874716"/>
                    <a:gd name="connsiteX139" fmla="*/ 3623201 w 6858001"/>
                    <a:gd name="connsiteY139" fmla="*/ 866334 h 874716"/>
                    <a:gd name="connsiteX140" fmla="*/ 3546617 w 6858001"/>
                    <a:gd name="connsiteY140" fmla="*/ 874716 h 874716"/>
                    <a:gd name="connsiteX141" fmla="*/ 3485275 w 6858001"/>
                    <a:gd name="connsiteY141" fmla="*/ 864238 h 874716"/>
                    <a:gd name="connsiteX142" fmla="*/ 3399546 w 6858001"/>
                    <a:gd name="connsiteY142" fmla="*/ 848618 h 874716"/>
                    <a:gd name="connsiteX143" fmla="*/ 3318771 w 6858001"/>
                    <a:gd name="connsiteY143" fmla="*/ 833757 h 874716"/>
                    <a:gd name="connsiteX144" fmla="*/ 3293244 w 6858001"/>
                    <a:gd name="connsiteY144" fmla="*/ 851284 h 874716"/>
                    <a:gd name="connsiteX145" fmla="*/ 3253809 w 6858001"/>
                    <a:gd name="connsiteY145" fmla="*/ 866524 h 874716"/>
                    <a:gd name="connsiteX146" fmla="*/ 3209993 w 6858001"/>
                    <a:gd name="connsiteY146" fmla="*/ 848235 h 874716"/>
                    <a:gd name="connsiteX147" fmla="*/ 3107500 w 6858001"/>
                    <a:gd name="connsiteY147" fmla="*/ 810326 h 874716"/>
                    <a:gd name="connsiteX148" fmla="*/ 3042728 w 6858001"/>
                    <a:gd name="connsiteY148" fmla="*/ 808610 h 874716"/>
                    <a:gd name="connsiteX149" fmla="*/ 2901943 w 6858001"/>
                    <a:gd name="connsiteY149" fmla="*/ 792418 h 874716"/>
                    <a:gd name="connsiteX150" fmla="*/ 2809930 w 6858001"/>
                    <a:gd name="connsiteY150" fmla="*/ 769367 h 874716"/>
                    <a:gd name="connsiteX151" fmla="*/ 2743826 w 6858001"/>
                    <a:gd name="connsiteY151" fmla="*/ 743268 h 874716"/>
                    <a:gd name="connsiteX152" fmla="*/ 2649143 w 6858001"/>
                    <a:gd name="connsiteY152" fmla="*/ 709167 h 874716"/>
                    <a:gd name="connsiteX153" fmla="*/ 2554079 w 6858001"/>
                    <a:gd name="connsiteY153" fmla="*/ 691450 h 874716"/>
                    <a:gd name="connsiteX154" fmla="*/ 2485307 w 6858001"/>
                    <a:gd name="connsiteY154" fmla="*/ 669160 h 874716"/>
                    <a:gd name="connsiteX155" fmla="*/ 2401292 w 6858001"/>
                    <a:gd name="connsiteY155" fmla="*/ 653919 h 874716"/>
                    <a:gd name="connsiteX156" fmla="*/ 2330806 w 6858001"/>
                    <a:gd name="connsiteY156" fmla="*/ 653349 h 874716"/>
                    <a:gd name="connsiteX157" fmla="*/ 2220312 w 6858001"/>
                    <a:gd name="connsiteY157" fmla="*/ 656015 h 874716"/>
                    <a:gd name="connsiteX158" fmla="*/ 2085054 w 6858001"/>
                    <a:gd name="connsiteY158" fmla="*/ 609914 h 874716"/>
                    <a:gd name="connsiteX159" fmla="*/ 2030378 w 6858001"/>
                    <a:gd name="connsiteY159" fmla="*/ 599625 h 874716"/>
                    <a:gd name="connsiteX160" fmla="*/ 1978940 w 6858001"/>
                    <a:gd name="connsiteY160" fmla="*/ 594863 h 874716"/>
                    <a:gd name="connsiteX161" fmla="*/ 1869780 w 6858001"/>
                    <a:gd name="connsiteY161" fmla="*/ 564192 h 874716"/>
                    <a:gd name="connsiteX162" fmla="*/ 1825393 w 6858001"/>
                    <a:gd name="connsiteY162" fmla="*/ 554094 h 874716"/>
                    <a:gd name="connsiteX163" fmla="*/ 1763287 w 6858001"/>
                    <a:gd name="connsiteY163" fmla="*/ 554286 h 874716"/>
                    <a:gd name="connsiteX164" fmla="*/ 1650317 w 6858001"/>
                    <a:gd name="connsiteY164" fmla="*/ 540187 h 874716"/>
                    <a:gd name="connsiteX165" fmla="*/ 1537537 w 6858001"/>
                    <a:gd name="connsiteY165" fmla="*/ 499038 h 874716"/>
                    <a:gd name="connsiteX166" fmla="*/ 1489720 w 6858001"/>
                    <a:gd name="connsiteY166" fmla="*/ 503038 h 874716"/>
                    <a:gd name="connsiteX167" fmla="*/ 1472575 w 6858001"/>
                    <a:gd name="connsiteY167" fmla="*/ 502086 h 874716"/>
                    <a:gd name="connsiteX168" fmla="*/ 1318456 w 6858001"/>
                    <a:gd name="connsiteY168" fmla="*/ 479415 h 874716"/>
                    <a:gd name="connsiteX169" fmla="*/ 1303024 w 6858001"/>
                    <a:gd name="connsiteY169" fmla="*/ 476939 h 874716"/>
                    <a:gd name="connsiteX170" fmla="*/ 1230633 w 6858001"/>
                    <a:gd name="connsiteY170" fmla="*/ 456746 h 874716"/>
                    <a:gd name="connsiteX171" fmla="*/ 1048125 w 6858001"/>
                    <a:gd name="connsiteY171" fmla="*/ 444172 h 874716"/>
                    <a:gd name="connsiteX172" fmla="*/ 1036887 w 6858001"/>
                    <a:gd name="connsiteY172" fmla="*/ 442648 h 874716"/>
                    <a:gd name="connsiteX173" fmla="*/ 975733 w 6858001"/>
                    <a:gd name="connsiteY173" fmla="*/ 452744 h 874716"/>
                    <a:gd name="connsiteX174" fmla="*/ 945444 w 6858001"/>
                    <a:gd name="connsiteY174" fmla="*/ 467033 h 874716"/>
                    <a:gd name="connsiteX175" fmla="*/ 898198 w 6858001"/>
                    <a:gd name="connsiteY175" fmla="*/ 481893 h 874716"/>
                    <a:gd name="connsiteX176" fmla="*/ 850189 w 6858001"/>
                    <a:gd name="connsiteY176" fmla="*/ 487417 h 874716"/>
                    <a:gd name="connsiteX177" fmla="*/ 769605 w 6858001"/>
                    <a:gd name="connsiteY177" fmla="*/ 464937 h 874716"/>
                    <a:gd name="connsiteX178" fmla="*/ 740268 w 6858001"/>
                    <a:gd name="connsiteY178" fmla="*/ 462651 h 874716"/>
                    <a:gd name="connsiteX179" fmla="*/ 674923 w 6858001"/>
                    <a:gd name="connsiteY179" fmla="*/ 451792 h 874716"/>
                    <a:gd name="connsiteX180" fmla="*/ 617772 w 6858001"/>
                    <a:gd name="connsiteY180" fmla="*/ 452554 h 874716"/>
                    <a:gd name="connsiteX181" fmla="*/ 571860 w 6858001"/>
                    <a:gd name="connsiteY181" fmla="*/ 469891 h 874716"/>
                    <a:gd name="connsiteX182" fmla="*/ 505182 w 6858001"/>
                    <a:gd name="connsiteY182" fmla="*/ 473319 h 874716"/>
                    <a:gd name="connsiteX183" fmla="*/ 462126 w 6858001"/>
                    <a:gd name="connsiteY183" fmla="*/ 460747 h 874716"/>
                    <a:gd name="connsiteX184" fmla="*/ 453364 w 6858001"/>
                    <a:gd name="connsiteY184" fmla="*/ 459033 h 874716"/>
                    <a:gd name="connsiteX185" fmla="*/ 340774 w 6858001"/>
                    <a:gd name="connsiteY185" fmla="*/ 458268 h 874716"/>
                    <a:gd name="connsiteX186" fmla="*/ 200182 w 6858001"/>
                    <a:gd name="connsiteY186" fmla="*/ 496180 h 874716"/>
                    <a:gd name="connsiteX187" fmla="*/ 176939 w 6858001"/>
                    <a:gd name="connsiteY187" fmla="*/ 504182 h 874716"/>
                    <a:gd name="connsiteX188" fmla="*/ 63587 w 6858001"/>
                    <a:gd name="connsiteY188" fmla="*/ 518088 h 874716"/>
                    <a:gd name="connsiteX189" fmla="*/ 2817 w 6858001"/>
                    <a:gd name="connsiteY189" fmla="*/ 532187 h 874716"/>
                    <a:gd name="connsiteX190" fmla="*/ 0 w 6858001"/>
                    <a:gd name="connsiteY190" fmla="*/ 533314 h 874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</a:cxnLst>
                  <a:rect l="l" t="t" r="r" b="b"/>
                  <a:pathLst>
                    <a:path w="6858001" h="874716">
                      <a:moveTo>
                        <a:pt x="0" y="533314"/>
                      </a:moveTo>
                      <a:lnTo>
                        <a:pt x="0" y="69206"/>
                      </a:lnTo>
                      <a:lnTo>
                        <a:pt x="21486" y="71924"/>
                      </a:lnTo>
                      <a:cubicBezTo>
                        <a:pt x="92546" y="60493"/>
                        <a:pt x="159604" y="87354"/>
                        <a:pt x="228948" y="88116"/>
                      </a:cubicBezTo>
                      <a:cubicBezTo>
                        <a:pt x="260382" y="88496"/>
                        <a:pt x="291435" y="94592"/>
                        <a:pt x="313533" y="62779"/>
                      </a:cubicBezTo>
                      <a:cubicBezTo>
                        <a:pt x="316389" y="58587"/>
                        <a:pt x="330298" y="60873"/>
                        <a:pt x="338870" y="62207"/>
                      </a:cubicBezTo>
                      <a:cubicBezTo>
                        <a:pt x="357921" y="65066"/>
                        <a:pt x="376781" y="72304"/>
                        <a:pt x="395640" y="72114"/>
                      </a:cubicBezTo>
                      <a:cubicBezTo>
                        <a:pt x="434695" y="71924"/>
                        <a:pt x="473939" y="68876"/>
                        <a:pt x="512802" y="65446"/>
                      </a:cubicBezTo>
                      <a:cubicBezTo>
                        <a:pt x="527470" y="64112"/>
                        <a:pt x="541569" y="58969"/>
                        <a:pt x="556047" y="55349"/>
                      </a:cubicBezTo>
                      <a:cubicBezTo>
                        <a:pt x="564048" y="53253"/>
                        <a:pt x="572622" y="47729"/>
                        <a:pt x="580050" y="48871"/>
                      </a:cubicBezTo>
                      <a:cubicBezTo>
                        <a:pt x="623106" y="55539"/>
                        <a:pt x="662541" y="39157"/>
                        <a:pt x="703308" y="30964"/>
                      </a:cubicBezTo>
                      <a:cubicBezTo>
                        <a:pt x="722169" y="27154"/>
                        <a:pt x="739886" y="18010"/>
                        <a:pt x="758174" y="11724"/>
                      </a:cubicBezTo>
                      <a:cubicBezTo>
                        <a:pt x="762936" y="10008"/>
                        <a:pt x="768271" y="8484"/>
                        <a:pt x="773035" y="8866"/>
                      </a:cubicBezTo>
                      <a:cubicBezTo>
                        <a:pt x="800276" y="11152"/>
                        <a:pt x="827329" y="14390"/>
                        <a:pt x="854379" y="16866"/>
                      </a:cubicBezTo>
                      <a:cubicBezTo>
                        <a:pt x="878956" y="19152"/>
                        <a:pt x="903722" y="19914"/>
                        <a:pt x="915343" y="47919"/>
                      </a:cubicBezTo>
                      <a:cubicBezTo>
                        <a:pt x="917059" y="52301"/>
                        <a:pt x="922773" y="55539"/>
                        <a:pt x="927155" y="58397"/>
                      </a:cubicBezTo>
                      <a:cubicBezTo>
                        <a:pt x="994785" y="102405"/>
                        <a:pt x="1030980" y="101261"/>
                        <a:pt x="1097087" y="54777"/>
                      </a:cubicBezTo>
                      <a:cubicBezTo>
                        <a:pt x="1103945" y="50015"/>
                        <a:pt x="1118613" y="46585"/>
                        <a:pt x="1123185" y="50395"/>
                      </a:cubicBezTo>
                      <a:cubicBezTo>
                        <a:pt x="1162049" y="82020"/>
                        <a:pt x="1204532" y="78590"/>
                        <a:pt x="1249302" y="68684"/>
                      </a:cubicBezTo>
                      <a:cubicBezTo>
                        <a:pt x="1260922" y="66018"/>
                        <a:pt x="1277307" y="66018"/>
                        <a:pt x="1286069" y="72304"/>
                      </a:cubicBezTo>
                      <a:cubicBezTo>
                        <a:pt x="1327790" y="101451"/>
                        <a:pt x="1372560" y="97261"/>
                        <a:pt x="1417899" y="88688"/>
                      </a:cubicBezTo>
                      <a:cubicBezTo>
                        <a:pt x="1424948" y="87354"/>
                        <a:pt x="1433522" y="80114"/>
                        <a:pt x="1436568" y="73448"/>
                      </a:cubicBezTo>
                      <a:cubicBezTo>
                        <a:pt x="1447428" y="49825"/>
                        <a:pt x="1467813" y="41823"/>
                        <a:pt x="1490292" y="35154"/>
                      </a:cubicBezTo>
                      <a:cubicBezTo>
                        <a:pt x="1525727" y="24296"/>
                        <a:pt x="1560588" y="11532"/>
                        <a:pt x="1596213" y="1245"/>
                      </a:cubicBezTo>
                      <a:cubicBezTo>
                        <a:pt x="1604978" y="-1231"/>
                        <a:pt x="1615836" y="293"/>
                        <a:pt x="1624980" y="3150"/>
                      </a:cubicBezTo>
                      <a:cubicBezTo>
                        <a:pt x="1656223" y="12866"/>
                        <a:pt x="1676036" y="37251"/>
                        <a:pt x="1697753" y="59731"/>
                      </a:cubicBezTo>
                      <a:cubicBezTo>
                        <a:pt x="1707279" y="69638"/>
                        <a:pt x="1720423" y="76686"/>
                        <a:pt x="1733188" y="82400"/>
                      </a:cubicBezTo>
                      <a:cubicBezTo>
                        <a:pt x="1766335" y="97071"/>
                        <a:pt x="1800246" y="110215"/>
                        <a:pt x="1833775" y="124121"/>
                      </a:cubicBezTo>
                      <a:cubicBezTo>
                        <a:pt x="1837013" y="125455"/>
                        <a:pt x="1839679" y="128884"/>
                        <a:pt x="1842158" y="131742"/>
                      </a:cubicBezTo>
                      <a:cubicBezTo>
                        <a:pt x="1866922" y="161843"/>
                        <a:pt x="1891497" y="192132"/>
                        <a:pt x="1916454" y="222233"/>
                      </a:cubicBezTo>
                      <a:cubicBezTo>
                        <a:pt x="1921216" y="227947"/>
                        <a:pt x="1928076" y="232139"/>
                        <a:pt x="1933219" y="237663"/>
                      </a:cubicBezTo>
                      <a:cubicBezTo>
                        <a:pt x="1940459" y="245283"/>
                        <a:pt x="1949603" y="252524"/>
                        <a:pt x="1953413" y="261668"/>
                      </a:cubicBezTo>
                      <a:cubicBezTo>
                        <a:pt x="1965224" y="290433"/>
                        <a:pt x="1987894" y="302817"/>
                        <a:pt x="2016469" y="308151"/>
                      </a:cubicBezTo>
                      <a:cubicBezTo>
                        <a:pt x="2042570" y="313104"/>
                        <a:pt x="2068669" y="317296"/>
                        <a:pt x="2094578" y="323010"/>
                      </a:cubicBezTo>
                      <a:cubicBezTo>
                        <a:pt x="2126201" y="329868"/>
                        <a:pt x="2157636" y="337298"/>
                        <a:pt x="2188879" y="345681"/>
                      </a:cubicBezTo>
                      <a:cubicBezTo>
                        <a:pt x="2202404" y="349301"/>
                        <a:pt x="2216692" y="353491"/>
                        <a:pt x="2228314" y="360921"/>
                      </a:cubicBezTo>
                      <a:cubicBezTo>
                        <a:pt x="2260890" y="381496"/>
                        <a:pt x="2295753" y="395402"/>
                        <a:pt x="2334044" y="389878"/>
                      </a:cubicBezTo>
                      <a:cubicBezTo>
                        <a:pt x="2364715" y="385496"/>
                        <a:pt x="2390434" y="396736"/>
                        <a:pt x="2409485" y="414263"/>
                      </a:cubicBezTo>
                      <a:cubicBezTo>
                        <a:pt x="2444158" y="446078"/>
                        <a:pt x="2481305" y="438838"/>
                        <a:pt x="2518264" y="428552"/>
                      </a:cubicBezTo>
                      <a:cubicBezTo>
                        <a:pt x="2537315" y="423217"/>
                        <a:pt x="2552935" y="423979"/>
                        <a:pt x="2571034" y="429122"/>
                      </a:cubicBezTo>
                      <a:cubicBezTo>
                        <a:pt x="2612945" y="441124"/>
                        <a:pt x="2640950" y="473701"/>
                        <a:pt x="2668001" y="502276"/>
                      </a:cubicBezTo>
                      <a:cubicBezTo>
                        <a:pt x="2691054" y="526661"/>
                        <a:pt x="2716963" y="540377"/>
                        <a:pt x="2745348" y="550666"/>
                      </a:cubicBezTo>
                      <a:cubicBezTo>
                        <a:pt x="2781163" y="563810"/>
                        <a:pt x="2809548" y="558858"/>
                        <a:pt x="2826694" y="527233"/>
                      </a:cubicBezTo>
                      <a:cubicBezTo>
                        <a:pt x="2831457" y="518278"/>
                        <a:pt x="2839839" y="507800"/>
                        <a:pt x="2848793" y="505134"/>
                      </a:cubicBezTo>
                      <a:cubicBezTo>
                        <a:pt x="2892037" y="491800"/>
                        <a:pt x="2935854" y="472367"/>
                        <a:pt x="2982148" y="484179"/>
                      </a:cubicBezTo>
                      <a:cubicBezTo>
                        <a:pt x="3046158" y="500372"/>
                        <a:pt x="3108644" y="499420"/>
                        <a:pt x="3172654" y="483417"/>
                      </a:cubicBezTo>
                      <a:cubicBezTo>
                        <a:pt x="3276480" y="457508"/>
                        <a:pt x="3380305" y="430076"/>
                        <a:pt x="3489467" y="435790"/>
                      </a:cubicBezTo>
                      <a:cubicBezTo>
                        <a:pt x="3507563" y="436742"/>
                        <a:pt x="3529090" y="425121"/>
                        <a:pt x="3544713" y="413691"/>
                      </a:cubicBezTo>
                      <a:cubicBezTo>
                        <a:pt x="3574622" y="391974"/>
                        <a:pt x="3573288" y="390258"/>
                        <a:pt x="3606817" y="408167"/>
                      </a:cubicBezTo>
                      <a:cubicBezTo>
                        <a:pt x="3614819" y="412549"/>
                        <a:pt x="3624725" y="415215"/>
                        <a:pt x="3630632" y="421693"/>
                      </a:cubicBezTo>
                      <a:cubicBezTo>
                        <a:pt x="3660731" y="454650"/>
                        <a:pt x="3697880" y="446648"/>
                        <a:pt x="3734837" y="441886"/>
                      </a:cubicBezTo>
                      <a:cubicBezTo>
                        <a:pt x="3741315" y="440934"/>
                        <a:pt x="3749125" y="439600"/>
                        <a:pt x="3754652" y="442268"/>
                      </a:cubicBezTo>
                      <a:cubicBezTo>
                        <a:pt x="3779607" y="454268"/>
                        <a:pt x="3800753" y="450078"/>
                        <a:pt x="3822472" y="433694"/>
                      </a:cubicBezTo>
                      <a:cubicBezTo>
                        <a:pt x="3841331" y="419597"/>
                        <a:pt x="3863049" y="411215"/>
                        <a:pt x="3885338" y="428742"/>
                      </a:cubicBezTo>
                      <a:cubicBezTo>
                        <a:pt x="3934870" y="467605"/>
                        <a:pt x="3987829" y="469509"/>
                        <a:pt x="4043839" y="444934"/>
                      </a:cubicBezTo>
                      <a:cubicBezTo>
                        <a:pt x="4083845" y="427407"/>
                        <a:pt x="4123280" y="423407"/>
                        <a:pt x="4165383" y="441124"/>
                      </a:cubicBezTo>
                      <a:cubicBezTo>
                        <a:pt x="4181576" y="447982"/>
                        <a:pt x="4202531" y="443410"/>
                        <a:pt x="4221391" y="444934"/>
                      </a:cubicBezTo>
                      <a:cubicBezTo>
                        <a:pt x="4232060" y="445696"/>
                        <a:pt x="4243872" y="445886"/>
                        <a:pt x="4253014" y="450650"/>
                      </a:cubicBezTo>
                      <a:cubicBezTo>
                        <a:pt x="4277401" y="462843"/>
                        <a:pt x="4300070" y="478463"/>
                        <a:pt x="4324645" y="490466"/>
                      </a:cubicBezTo>
                      <a:cubicBezTo>
                        <a:pt x="4336457" y="496180"/>
                        <a:pt x="4350554" y="499228"/>
                        <a:pt x="4363890" y="499420"/>
                      </a:cubicBezTo>
                      <a:cubicBezTo>
                        <a:pt x="4403325" y="500372"/>
                        <a:pt x="4442761" y="500372"/>
                        <a:pt x="4482004" y="498658"/>
                      </a:cubicBezTo>
                      <a:cubicBezTo>
                        <a:pt x="4546776" y="495990"/>
                        <a:pt x="4612500" y="495418"/>
                        <a:pt x="4659174" y="438648"/>
                      </a:cubicBezTo>
                      <a:cubicBezTo>
                        <a:pt x="4662986" y="434076"/>
                        <a:pt x="4671176" y="431408"/>
                        <a:pt x="4677655" y="430646"/>
                      </a:cubicBezTo>
                      <a:cubicBezTo>
                        <a:pt x="4707564" y="427027"/>
                        <a:pt x="4738235" y="426645"/>
                        <a:pt x="4767764" y="420739"/>
                      </a:cubicBezTo>
                      <a:cubicBezTo>
                        <a:pt x="4791386" y="415977"/>
                        <a:pt x="4811009" y="417501"/>
                        <a:pt x="4828916" y="434266"/>
                      </a:cubicBezTo>
                      <a:cubicBezTo>
                        <a:pt x="4852348" y="456364"/>
                        <a:pt x="4880925" y="469319"/>
                        <a:pt x="4912168" y="462271"/>
                      </a:cubicBezTo>
                      <a:cubicBezTo>
                        <a:pt x="4943409" y="455412"/>
                        <a:pt x="4963984" y="470271"/>
                        <a:pt x="4987037" y="485703"/>
                      </a:cubicBezTo>
                      <a:cubicBezTo>
                        <a:pt x="5003801" y="496942"/>
                        <a:pt x="5022852" y="511040"/>
                        <a:pt x="5041521" y="512182"/>
                      </a:cubicBezTo>
                      <a:cubicBezTo>
                        <a:pt x="5083814" y="514658"/>
                        <a:pt x="5120201" y="553904"/>
                        <a:pt x="5166113" y="531615"/>
                      </a:cubicBezTo>
                      <a:cubicBezTo>
                        <a:pt x="5169161" y="530091"/>
                        <a:pt x="5174685" y="533901"/>
                        <a:pt x="5179067" y="534853"/>
                      </a:cubicBezTo>
                      <a:cubicBezTo>
                        <a:pt x="5214121" y="542093"/>
                        <a:pt x="5247078" y="535043"/>
                        <a:pt x="5272796" y="511230"/>
                      </a:cubicBezTo>
                      <a:cubicBezTo>
                        <a:pt x="5306516" y="480177"/>
                        <a:pt x="5343855" y="477129"/>
                        <a:pt x="5385384" y="487227"/>
                      </a:cubicBezTo>
                      <a:cubicBezTo>
                        <a:pt x="5398721" y="490466"/>
                        <a:pt x="5412057" y="492752"/>
                        <a:pt x="5425582" y="495418"/>
                      </a:cubicBezTo>
                      <a:cubicBezTo>
                        <a:pt x="5443870" y="499228"/>
                        <a:pt x="5462351" y="503230"/>
                        <a:pt x="5480637" y="507040"/>
                      </a:cubicBezTo>
                      <a:cubicBezTo>
                        <a:pt x="5498356" y="510850"/>
                        <a:pt x="5517979" y="517326"/>
                        <a:pt x="5531693" y="500944"/>
                      </a:cubicBezTo>
                      <a:cubicBezTo>
                        <a:pt x="5543506" y="486845"/>
                        <a:pt x="5551888" y="488179"/>
                        <a:pt x="5562746" y="500372"/>
                      </a:cubicBezTo>
                      <a:cubicBezTo>
                        <a:pt x="5600467" y="543045"/>
                        <a:pt x="5646189" y="569716"/>
                        <a:pt x="5704483" y="571620"/>
                      </a:cubicBezTo>
                      <a:cubicBezTo>
                        <a:pt x="5716485" y="572002"/>
                        <a:pt x="5728678" y="574668"/>
                        <a:pt x="5740488" y="577526"/>
                      </a:cubicBezTo>
                      <a:cubicBezTo>
                        <a:pt x="5747728" y="579241"/>
                        <a:pt x="5756493" y="581147"/>
                        <a:pt x="5760873" y="586291"/>
                      </a:cubicBezTo>
                      <a:cubicBezTo>
                        <a:pt x="5794974" y="625534"/>
                        <a:pt x="5837457" y="652777"/>
                        <a:pt x="5883751" y="674686"/>
                      </a:cubicBezTo>
                      <a:cubicBezTo>
                        <a:pt x="5900323" y="682496"/>
                        <a:pt x="5918042" y="690306"/>
                        <a:pt x="5935949" y="692592"/>
                      </a:cubicBezTo>
                      <a:cubicBezTo>
                        <a:pt x="5954617" y="694878"/>
                        <a:pt x="5974240" y="691068"/>
                        <a:pt x="5993291" y="688972"/>
                      </a:cubicBezTo>
                      <a:cubicBezTo>
                        <a:pt x="6004531" y="687830"/>
                        <a:pt x="6017485" y="688020"/>
                        <a:pt x="6026440" y="682496"/>
                      </a:cubicBezTo>
                      <a:cubicBezTo>
                        <a:pt x="6054825" y="665159"/>
                        <a:pt x="6082258" y="646491"/>
                        <a:pt x="6108738" y="626296"/>
                      </a:cubicBezTo>
                      <a:cubicBezTo>
                        <a:pt x="6131409" y="608960"/>
                        <a:pt x="6135981" y="606483"/>
                        <a:pt x="6155602" y="628202"/>
                      </a:cubicBezTo>
                      <a:cubicBezTo>
                        <a:pt x="6175797" y="650491"/>
                        <a:pt x="6200944" y="662111"/>
                        <a:pt x="6228756" y="666873"/>
                      </a:cubicBezTo>
                      <a:cubicBezTo>
                        <a:pt x="6272764" y="674304"/>
                        <a:pt x="6317151" y="680590"/>
                        <a:pt x="6361539" y="684210"/>
                      </a:cubicBezTo>
                      <a:cubicBezTo>
                        <a:pt x="6401736" y="687448"/>
                        <a:pt x="6420977" y="669922"/>
                        <a:pt x="6428979" y="630106"/>
                      </a:cubicBezTo>
                      <a:cubicBezTo>
                        <a:pt x="6433551" y="608007"/>
                        <a:pt x="6439458" y="584003"/>
                        <a:pt x="6463840" y="578098"/>
                      </a:cubicBezTo>
                      <a:cubicBezTo>
                        <a:pt x="6503658" y="568572"/>
                        <a:pt x="6544997" y="564382"/>
                        <a:pt x="6564620" y="517708"/>
                      </a:cubicBezTo>
                      <a:cubicBezTo>
                        <a:pt x="6575478" y="527995"/>
                        <a:pt x="6582146" y="534091"/>
                        <a:pt x="6588625" y="540187"/>
                      </a:cubicBezTo>
                      <a:cubicBezTo>
                        <a:pt x="6606531" y="557142"/>
                        <a:pt x="6643678" y="564382"/>
                        <a:pt x="6662541" y="549714"/>
                      </a:cubicBezTo>
                      <a:cubicBezTo>
                        <a:pt x="6690354" y="528377"/>
                        <a:pt x="6715883" y="532377"/>
                        <a:pt x="6742552" y="548952"/>
                      </a:cubicBezTo>
                      <a:cubicBezTo>
                        <a:pt x="6764841" y="562668"/>
                        <a:pt x="6788417" y="567954"/>
                        <a:pt x="6812063" y="568430"/>
                      </a:cubicBezTo>
                      <a:lnTo>
                        <a:pt x="6858001" y="562267"/>
                      </a:lnTo>
                      <a:lnTo>
                        <a:pt x="6858001" y="734520"/>
                      </a:lnTo>
                      <a:lnTo>
                        <a:pt x="6815516" y="744220"/>
                      </a:lnTo>
                      <a:cubicBezTo>
                        <a:pt x="6793035" y="749744"/>
                        <a:pt x="6771319" y="759651"/>
                        <a:pt x="6748458" y="763271"/>
                      </a:cubicBezTo>
                      <a:cubicBezTo>
                        <a:pt x="6694164" y="771843"/>
                        <a:pt x="6639488" y="777939"/>
                        <a:pt x="6584812" y="784797"/>
                      </a:cubicBezTo>
                      <a:cubicBezTo>
                        <a:pt x="6528424" y="791846"/>
                        <a:pt x="6472225" y="799276"/>
                        <a:pt x="6415833" y="805562"/>
                      </a:cubicBezTo>
                      <a:cubicBezTo>
                        <a:pt x="6384972" y="808802"/>
                        <a:pt x="6353919" y="809372"/>
                        <a:pt x="6323058" y="812420"/>
                      </a:cubicBezTo>
                      <a:cubicBezTo>
                        <a:pt x="6296005" y="815088"/>
                        <a:pt x="6269144" y="820041"/>
                        <a:pt x="6242093" y="823281"/>
                      </a:cubicBezTo>
                      <a:cubicBezTo>
                        <a:pt x="6218660" y="825947"/>
                        <a:pt x="6195037" y="827471"/>
                        <a:pt x="6171605" y="830139"/>
                      </a:cubicBezTo>
                      <a:cubicBezTo>
                        <a:pt x="6134075" y="834519"/>
                        <a:pt x="6096736" y="839473"/>
                        <a:pt x="6059397" y="844045"/>
                      </a:cubicBezTo>
                      <a:cubicBezTo>
                        <a:pt x="6043776" y="845759"/>
                        <a:pt x="6027392" y="850522"/>
                        <a:pt x="6012723" y="847665"/>
                      </a:cubicBezTo>
                      <a:cubicBezTo>
                        <a:pt x="5975764" y="840425"/>
                        <a:pt x="5939377" y="842521"/>
                        <a:pt x="5902610" y="847473"/>
                      </a:cubicBezTo>
                      <a:cubicBezTo>
                        <a:pt x="5890037" y="849190"/>
                        <a:pt x="5876511" y="848808"/>
                        <a:pt x="5864318" y="845569"/>
                      </a:cubicBezTo>
                      <a:cubicBezTo>
                        <a:pt x="5839361" y="839091"/>
                        <a:pt x="5815169" y="829947"/>
                        <a:pt x="5790592" y="821947"/>
                      </a:cubicBezTo>
                      <a:cubicBezTo>
                        <a:pt x="5787924" y="820995"/>
                        <a:pt x="5784686" y="820803"/>
                        <a:pt x="5781830" y="820233"/>
                      </a:cubicBezTo>
                      <a:cubicBezTo>
                        <a:pt x="5765635" y="816992"/>
                        <a:pt x="5749634" y="813754"/>
                        <a:pt x="5733440" y="810896"/>
                      </a:cubicBezTo>
                      <a:cubicBezTo>
                        <a:pt x="5724678" y="809372"/>
                        <a:pt x="5715723" y="809182"/>
                        <a:pt x="5706959" y="807848"/>
                      </a:cubicBezTo>
                      <a:cubicBezTo>
                        <a:pt x="5673050" y="802514"/>
                        <a:pt x="5635711" y="811468"/>
                        <a:pt x="5606372" y="788417"/>
                      </a:cubicBezTo>
                      <a:cubicBezTo>
                        <a:pt x="5587321" y="773557"/>
                        <a:pt x="5568842" y="776987"/>
                        <a:pt x="5548460" y="779273"/>
                      </a:cubicBezTo>
                      <a:cubicBezTo>
                        <a:pt x="5533027" y="780987"/>
                        <a:pt x="5517215" y="780415"/>
                        <a:pt x="5501594" y="780607"/>
                      </a:cubicBezTo>
                      <a:cubicBezTo>
                        <a:pt x="5474161" y="781177"/>
                        <a:pt x="5446728" y="781369"/>
                        <a:pt x="5419295" y="782321"/>
                      </a:cubicBezTo>
                      <a:cubicBezTo>
                        <a:pt x="5410531" y="782701"/>
                        <a:pt x="5401579" y="787465"/>
                        <a:pt x="5393005" y="786703"/>
                      </a:cubicBezTo>
                      <a:cubicBezTo>
                        <a:pt x="5353379" y="783083"/>
                        <a:pt x="5313754" y="777367"/>
                        <a:pt x="5274129" y="774129"/>
                      </a:cubicBezTo>
                      <a:cubicBezTo>
                        <a:pt x="5251650" y="772225"/>
                        <a:pt x="5228597" y="775843"/>
                        <a:pt x="5206308" y="773177"/>
                      </a:cubicBezTo>
                      <a:cubicBezTo>
                        <a:pt x="5180591" y="770129"/>
                        <a:pt x="5155445" y="762319"/>
                        <a:pt x="5129916" y="757554"/>
                      </a:cubicBezTo>
                      <a:cubicBezTo>
                        <a:pt x="5122867" y="756222"/>
                        <a:pt x="5115057" y="757936"/>
                        <a:pt x="5107627" y="758316"/>
                      </a:cubicBezTo>
                      <a:cubicBezTo>
                        <a:pt x="5099245" y="758699"/>
                        <a:pt x="5091052" y="759461"/>
                        <a:pt x="5082670" y="759651"/>
                      </a:cubicBezTo>
                      <a:cubicBezTo>
                        <a:pt x="5057141" y="760033"/>
                        <a:pt x="5031614" y="759461"/>
                        <a:pt x="5006086" y="760795"/>
                      </a:cubicBezTo>
                      <a:cubicBezTo>
                        <a:pt x="4990465" y="761557"/>
                        <a:pt x="4974082" y="769367"/>
                        <a:pt x="4959602" y="766509"/>
                      </a:cubicBezTo>
                      <a:cubicBezTo>
                        <a:pt x="4930075" y="760985"/>
                        <a:pt x="4900546" y="773367"/>
                        <a:pt x="4871019" y="763081"/>
                      </a:cubicBezTo>
                      <a:cubicBezTo>
                        <a:pt x="4861873" y="760033"/>
                        <a:pt x="4849300" y="767653"/>
                        <a:pt x="4838250" y="768033"/>
                      </a:cubicBezTo>
                      <a:cubicBezTo>
                        <a:pt x="4810627" y="768985"/>
                        <a:pt x="4783004" y="768795"/>
                        <a:pt x="4755381" y="768605"/>
                      </a:cubicBezTo>
                      <a:cubicBezTo>
                        <a:pt x="4730614" y="768415"/>
                        <a:pt x="4704895" y="771081"/>
                        <a:pt x="4681083" y="765747"/>
                      </a:cubicBezTo>
                      <a:cubicBezTo>
                        <a:pt x="4656126" y="760033"/>
                        <a:pt x="4633647" y="760795"/>
                        <a:pt x="4609452" y="767271"/>
                      </a:cubicBezTo>
                      <a:cubicBezTo>
                        <a:pt x="4592878" y="771653"/>
                        <a:pt x="4575351" y="772225"/>
                        <a:pt x="4558207" y="773557"/>
                      </a:cubicBezTo>
                      <a:cubicBezTo>
                        <a:pt x="4539728" y="775081"/>
                        <a:pt x="4519343" y="771081"/>
                        <a:pt x="4502579" y="777367"/>
                      </a:cubicBezTo>
                      <a:cubicBezTo>
                        <a:pt x="4452665" y="796038"/>
                        <a:pt x="4401419" y="800038"/>
                        <a:pt x="4349222" y="800038"/>
                      </a:cubicBezTo>
                      <a:cubicBezTo>
                        <a:pt x="4339695" y="800038"/>
                        <a:pt x="4329979" y="797372"/>
                        <a:pt x="4320837" y="794514"/>
                      </a:cubicBezTo>
                      <a:cubicBezTo>
                        <a:pt x="4267493" y="777367"/>
                        <a:pt x="4213961" y="778891"/>
                        <a:pt x="4159667" y="789370"/>
                      </a:cubicBezTo>
                      <a:cubicBezTo>
                        <a:pt x="4148427" y="791656"/>
                        <a:pt x="4135854" y="792038"/>
                        <a:pt x="4124614" y="789752"/>
                      </a:cubicBezTo>
                      <a:cubicBezTo>
                        <a:pt x="4092989" y="783083"/>
                        <a:pt x="4062318" y="772033"/>
                        <a:pt x="4030503" y="767271"/>
                      </a:cubicBezTo>
                      <a:cubicBezTo>
                        <a:pt x="3977925" y="759461"/>
                        <a:pt x="3932394" y="785749"/>
                        <a:pt x="3885338" y="802896"/>
                      </a:cubicBezTo>
                      <a:cubicBezTo>
                        <a:pt x="3840569" y="819089"/>
                        <a:pt x="3802467" y="855666"/>
                        <a:pt x="3749506" y="847473"/>
                      </a:cubicBezTo>
                      <a:cubicBezTo>
                        <a:pt x="3744173" y="846711"/>
                        <a:pt x="3738267" y="851856"/>
                        <a:pt x="3732361" y="853190"/>
                      </a:cubicBezTo>
                      <a:cubicBezTo>
                        <a:pt x="3716168" y="856810"/>
                        <a:pt x="3699976" y="861190"/>
                        <a:pt x="3683591" y="862906"/>
                      </a:cubicBezTo>
                      <a:cubicBezTo>
                        <a:pt x="3663589" y="865192"/>
                        <a:pt x="3643204" y="864430"/>
                        <a:pt x="3623201" y="866334"/>
                      </a:cubicBezTo>
                      <a:cubicBezTo>
                        <a:pt x="3597482" y="868620"/>
                        <a:pt x="3572146" y="874716"/>
                        <a:pt x="3546617" y="874716"/>
                      </a:cubicBezTo>
                      <a:cubicBezTo>
                        <a:pt x="3526042" y="874716"/>
                        <a:pt x="3505657" y="867668"/>
                        <a:pt x="3485275" y="864238"/>
                      </a:cubicBezTo>
                      <a:cubicBezTo>
                        <a:pt x="3456508" y="859476"/>
                        <a:pt x="3424883" y="860810"/>
                        <a:pt x="3399546" y="848618"/>
                      </a:cubicBezTo>
                      <a:cubicBezTo>
                        <a:pt x="3372495" y="835663"/>
                        <a:pt x="3346776" y="829757"/>
                        <a:pt x="3318771" y="833757"/>
                      </a:cubicBezTo>
                      <a:cubicBezTo>
                        <a:pt x="3309437" y="835091"/>
                        <a:pt x="3297434" y="843093"/>
                        <a:pt x="3293244" y="851284"/>
                      </a:cubicBezTo>
                      <a:cubicBezTo>
                        <a:pt x="3283908" y="869572"/>
                        <a:pt x="3271145" y="872812"/>
                        <a:pt x="3253809" y="866524"/>
                      </a:cubicBezTo>
                      <a:cubicBezTo>
                        <a:pt x="3238758" y="861190"/>
                        <a:pt x="3220280" y="858524"/>
                        <a:pt x="3209993" y="848235"/>
                      </a:cubicBezTo>
                      <a:cubicBezTo>
                        <a:pt x="3180844" y="819089"/>
                        <a:pt x="3143695" y="818136"/>
                        <a:pt x="3107500" y="810326"/>
                      </a:cubicBezTo>
                      <a:cubicBezTo>
                        <a:pt x="3085403" y="805562"/>
                        <a:pt x="3064827" y="805372"/>
                        <a:pt x="3042728" y="808610"/>
                      </a:cubicBezTo>
                      <a:cubicBezTo>
                        <a:pt x="2994722" y="815850"/>
                        <a:pt x="2948047" y="805562"/>
                        <a:pt x="2901943" y="792418"/>
                      </a:cubicBezTo>
                      <a:cubicBezTo>
                        <a:pt x="2871462" y="783655"/>
                        <a:pt x="2840219" y="778321"/>
                        <a:pt x="2809930" y="769367"/>
                      </a:cubicBezTo>
                      <a:cubicBezTo>
                        <a:pt x="2787259" y="762509"/>
                        <a:pt x="2764590" y="754316"/>
                        <a:pt x="2743826" y="743268"/>
                      </a:cubicBezTo>
                      <a:cubicBezTo>
                        <a:pt x="2713723" y="727073"/>
                        <a:pt x="2687436" y="702689"/>
                        <a:pt x="2649143" y="709167"/>
                      </a:cubicBezTo>
                      <a:cubicBezTo>
                        <a:pt x="2615421" y="714881"/>
                        <a:pt x="2584942" y="702881"/>
                        <a:pt x="2554079" y="691450"/>
                      </a:cubicBezTo>
                      <a:cubicBezTo>
                        <a:pt x="2531409" y="683068"/>
                        <a:pt x="2508742" y="674494"/>
                        <a:pt x="2485307" y="669160"/>
                      </a:cubicBezTo>
                      <a:cubicBezTo>
                        <a:pt x="2457492" y="662873"/>
                        <a:pt x="2426059" y="665541"/>
                        <a:pt x="2401292" y="653919"/>
                      </a:cubicBezTo>
                      <a:cubicBezTo>
                        <a:pt x="2375383" y="641727"/>
                        <a:pt x="2353859" y="649919"/>
                        <a:pt x="2330806" y="653349"/>
                      </a:cubicBezTo>
                      <a:cubicBezTo>
                        <a:pt x="2294039" y="658683"/>
                        <a:pt x="2257459" y="668590"/>
                        <a:pt x="2220312" y="656015"/>
                      </a:cubicBezTo>
                      <a:cubicBezTo>
                        <a:pt x="2175163" y="640775"/>
                        <a:pt x="2130393" y="624392"/>
                        <a:pt x="2085054" y="609914"/>
                      </a:cubicBezTo>
                      <a:cubicBezTo>
                        <a:pt x="2067525" y="604387"/>
                        <a:pt x="2048668" y="602101"/>
                        <a:pt x="2030378" y="599625"/>
                      </a:cubicBezTo>
                      <a:cubicBezTo>
                        <a:pt x="2013043" y="597529"/>
                        <a:pt x="1992279" y="602863"/>
                        <a:pt x="1978940" y="594863"/>
                      </a:cubicBezTo>
                      <a:cubicBezTo>
                        <a:pt x="1944649" y="574288"/>
                        <a:pt x="1909408" y="564192"/>
                        <a:pt x="1869780" y="564192"/>
                      </a:cubicBezTo>
                      <a:cubicBezTo>
                        <a:pt x="1854920" y="564192"/>
                        <a:pt x="1840441" y="555618"/>
                        <a:pt x="1825393" y="554094"/>
                      </a:cubicBezTo>
                      <a:cubicBezTo>
                        <a:pt x="1804816" y="552190"/>
                        <a:pt x="1781194" y="547045"/>
                        <a:pt x="1763287" y="554286"/>
                      </a:cubicBezTo>
                      <a:cubicBezTo>
                        <a:pt x="1721185" y="571430"/>
                        <a:pt x="1687086" y="557142"/>
                        <a:pt x="1650317" y="540187"/>
                      </a:cubicBezTo>
                      <a:cubicBezTo>
                        <a:pt x="1614120" y="523423"/>
                        <a:pt x="1576019" y="510088"/>
                        <a:pt x="1537537" y="499038"/>
                      </a:cubicBezTo>
                      <a:cubicBezTo>
                        <a:pt x="1523059" y="495038"/>
                        <a:pt x="1505724" y="501706"/>
                        <a:pt x="1489720" y="503038"/>
                      </a:cubicBezTo>
                      <a:cubicBezTo>
                        <a:pt x="1484004" y="503420"/>
                        <a:pt x="1477717" y="503992"/>
                        <a:pt x="1472575" y="502086"/>
                      </a:cubicBezTo>
                      <a:cubicBezTo>
                        <a:pt x="1422854" y="483797"/>
                        <a:pt x="1372368" y="469891"/>
                        <a:pt x="1318456" y="479415"/>
                      </a:cubicBezTo>
                      <a:cubicBezTo>
                        <a:pt x="1313504" y="480369"/>
                        <a:pt x="1307978" y="478273"/>
                        <a:pt x="1303024" y="476939"/>
                      </a:cubicBezTo>
                      <a:cubicBezTo>
                        <a:pt x="1278829" y="470081"/>
                        <a:pt x="1255206" y="459223"/>
                        <a:pt x="1230633" y="456746"/>
                      </a:cubicBezTo>
                      <a:cubicBezTo>
                        <a:pt x="1170051" y="450650"/>
                        <a:pt x="1109091" y="448172"/>
                        <a:pt x="1048125" y="444172"/>
                      </a:cubicBezTo>
                      <a:cubicBezTo>
                        <a:pt x="1044315" y="443982"/>
                        <a:pt x="1040315" y="443982"/>
                        <a:pt x="1036887" y="442648"/>
                      </a:cubicBezTo>
                      <a:cubicBezTo>
                        <a:pt x="1014406" y="434456"/>
                        <a:pt x="994785" y="437124"/>
                        <a:pt x="975733" y="452744"/>
                      </a:cubicBezTo>
                      <a:cubicBezTo>
                        <a:pt x="967350" y="459603"/>
                        <a:pt x="955920" y="463223"/>
                        <a:pt x="945444" y="467033"/>
                      </a:cubicBezTo>
                      <a:cubicBezTo>
                        <a:pt x="930011" y="472749"/>
                        <a:pt x="914200" y="478273"/>
                        <a:pt x="898198" y="481893"/>
                      </a:cubicBezTo>
                      <a:cubicBezTo>
                        <a:pt x="882384" y="485321"/>
                        <a:pt x="865430" y="490084"/>
                        <a:pt x="850189" y="487417"/>
                      </a:cubicBezTo>
                      <a:cubicBezTo>
                        <a:pt x="822756" y="482655"/>
                        <a:pt x="796655" y="471987"/>
                        <a:pt x="769605" y="464937"/>
                      </a:cubicBezTo>
                      <a:cubicBezTo>
                        <a:pt x="760270" y="462461"/>
                        <a:pt x="749982" y="462843"/>
                        <a:pt x="740268" y="462651"/>
                      </a:cubicBezTo>
                      <a:cubicBezTo>
                        <a:pt x="717977" y="462081"/>
                        <a:pt x="695116" y="467605"/>
                        <a:pt x="674923" y="451792"/>
                      </a:cubicBezTo>
                      <a:cubicBezTo>
                        <a:pt x="656255" y="436934"/>
                        <a:pt x="637392" y="441314"/>
                        <a:pt x="617772" y="452554"/>
                      </a:cubicBezTo>
                      <a:cubicBezTo>
                        <a:pt x="603673" y="460557"/>
                        <a:pt x="587672" y="466843"/>
                        <a:pt x="571860" y="469891"/>
                      </a:cubicBezTo>
                      <a:cubicBezTo>
                        <a:pt x="550141" y="474081"/>
                        <a:pt x="528615" y="475797"/>
                        <a:pt x="505182" y="473319"/>
                      </a:cubicBezTo>
                      <a:cubicBezTo>
                        <a:pt x="488607" y="471605"/>
                        <a:pt x="475081" y="470843"/>
                        <a:pt x="462126" y="460747"/>
                      </a:cubicBezTo>
                      <a:cubicBezTo>
                        <a:pt x="460032" y="459223"/>
                        <a:pt x="456222" y="458841"/>
                        <a:pt x="453364" y="459033"/>
                      </a:cubicBezTo>
                      <a:cubicBezTo>
                        <a:pt x="415835" y="462271"/>
                        <a:pt x="378686" y="460557"/>
                        <a:pt x="340774" y="458268"/>
                      </a:cubicBezTo>
                      <a:cubicBezTo>
                        <a:pt x="292579" y="455222"/>
                        <a:pt x="241901" y="464175"/>
                        <a:pt x="200182" y="496180"/>
                      </a:cubicBezTo>
                      <a:cubicBezTo>
                        <a:pt x="194085" y="500944"/>
                        <a:pt x="184941" y="503038"/>
                        <a:pt x="176939" y="504182"/>
                      </a:cubicBezTo>
                      <a:cubicBezTo>
                        <a:pt x="139219" y="509134"/>
                        <a:pt x="101308" y="512564"/>
                        <a:pt x="63587" y="518088"/>
                      </a:cubicBezTo>
                      <a:cubicBezTo>
                        <a:pt x="43012" y="521137"/>
                        <a:pt x="21486" y="523805"/>
                        <a:pt x="2817" y="532187"/>
                      </a:cubicBezTo>
                      <a:lnTo>
                        <a:pt x="0" y="533314"/>
                      </a:lnTo>
                      <a:close/>
                    </a:path>
                  </a:pathLst>
                </a:cu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E6609F08-9B2C-4879-AC68-E3E537BED78C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Grp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GrpSpPr>
            <p:grpSpPr>
              <a:xfrm>
                <a:off x="3697284" y="0"/>
                <a:ext cx="884241" cy="6858001"/>
                <a:chOff x="3697284" y="-1"/>
                <a:chExt cx="884241" cy="6858001"/>
              </a:xfrm>
              <a:blipFill>
                <a:blip r:embed="rId2">
                  <a:alphaModFix amt="57000"/>
                </a:blip>
                <a:tile tx="0" ty="0" sx="100000" sy="100000" flip="none" algn="tl"/>
              </a:blipFill>
              <a:effectLst/>
            </p:grpSpPr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6910EFC9-D70D-42FD-BCCD-AB1F710BFD43}"/>
                    </a:ext>
                    <a:ext uri="{C183D7F6-B498-43B3-948B-1728B52AA6E4}">
                      <adec:decorative xmlns:adec="http://schemas.microsoft.com/office/drawing/2017/decorative" val="1"/>
                    </a:ext>
                  </a:extLst>
                </p:cNvPr>
                <p:cNvSpPr/>
                <p:nvPr>
                  <p:extLst>
                    <p:ext uri="{386F3935-93C4-4BCD-93E2-E3B085C9AB24}">
                      <p16:designElem xmlns:p16="http://schemas.microsoft.com/office/powerpoint/2015/main" val="1"/>
                    </p:ext>
                  </p:extLst>
                </p:nvPr>
              </p:nvSpPr>
              <p:spPr>
                <a:xfrm rot="16200000" flipH="1">
                  <a:off x="705641" y="2991642"/>
                  <a:ext cx="6858001" cy="874716"/>
                </a:xfrm>
                <a:custGeom>
                  <a:avLst/>
                  <a:gdLst>
                    <a:gd name="connsiteX0" fmla="*/ 0 w 6858001"/>
                    <a:gd name="connsiteY0" fmla="*/ 533314 h 874716"/>
                    <a:gd name="connsiteX1" fmla="*/ 0 w 6858001"/>
                    <a:gd name="connsiteY1" fmla="*/ 69206 h 874716"/>
                    <a:gd name="connsiteX2" fmla="*/ 21486 w 6858001"/>
                    <a:gd name="connsiteY2" fmla="*/ 71924 h 874716"/>
                    <a:gd name="connsiteX3" fmla="*/ 228948 w 6858001"/>
                    <a:gd name="connsiteY3" fmla="*/ 88116 h 874716"/>
                    <a:gd name="connsiteX4" fmla="*/ 313533 w 6858001"/>
                    <a:gd name="connsiteY4" fmla="*/ 62779 h 874716"/>
                    <a:gd name="connsiteX5" fmla="*/ 338870 w 6858001"/>
                    <a:gd name="connsiteY5" fmla="*/ 62207 h 874716"/>
                    <a:gd name="connsiteX6" fmla="*/ 395640 w 6858001"/>
                    <a:gd name="connsiteY6" fmla="*/ 72114 h 874716"/>
                    <a:gd name="connsiteX7" fmla="*/ 512802 w 6858001"/>
                    <a:gd name="connsiteY7" fmla="*/ 65446 h 874716"/>
                    <a:gd name="connsiteX8" fmla="*/ 556047 w 6858001"/>
                    <a:gd name="connsiteY8" fmla="*/ 55349 h 874716"/>
                    <a:gd name="connsiteX9" fmla="*/ 580050 w 6858001"/>
                    <a:gd name="connsiteY9" fmla="*/ 48871 h 874716"/>
                    <a:gd name="connsiteX10" fmla="*/ 703308 w 6858001"/>
                    <a:gd name="connsiteY10" fmla="*/ 30964 h 874716"/>
                    <a:gd name="connsiteX11" fmla="*/ 758174 w 6858001"/>
                    <a:gd name="connsiteY11" fmla="*/ 11724 h 874716"/>
                    <a:gd name="connsiteX12" fmla="*/ 773035 w 6858001"/>
                    <a:gd name="connsiteY12" fmla="*/ 8866 h 874716"/>
                    <a:gd name="connsiteX13" fmla="*/ 854379 w 6858001"/>
                    <a:gd name="connsiteY13" fmla="*/ 16866 h 874716"/>
                    <a:gd name="connsiteX14" fmla="*/ 915343 w 6858001"/>
                    <a:gd name="connsiteY14" fmla="*/ 47919 h 874716"/>
                    <a:gd name="connsiteX15" fmla="*/ 927155 w 6858001"/>
                    <a:gd name="connsiteY15" fmla="*/ 58397 h 874716"/>
                    <a:gd name="connsiteX16" fmla="*/ 1097087 w 6858001"/>
                    <a:gd name="connsiteY16" fmla="*/ 54777 h 874716"/>
                    <a:gd name="connsiteX17" fmla="*/ 1123185 w 6858001"/>
                    <a:gd name="connsiteY17" fmla="*/ 50395 h 874716"/>
                    <a:gd name="connsiteX18" fmla="*/ 1249302 w 6858001"/>
                    <a:gd name="connsiteY18" fmla="*/ 68684 h 874716"/>
                    <a:gd name="connsiteX19" fmla="*/ 1286069 w 6858001"/>
                    <a:gd name="connsiteY19" fmla="*/ 72304 h 874716"/>
                    <a:gd name="connsiteX20" fmla="*/ 1417899 w 6858001"/>
                    <a:gd name="connsiteY20" fmla="*/ 88688 h 874716"/>
                    <a:gd name="connsiteX21" fmla="*/ 1436568 w 6858001"/>
                    <a:gd name="connsiteY21" fmla="*/ 73448 h 874716"/>
                    <a:gd name="connsiteX22" fmla="*/ 1490292 w 6858001"/>
                    <a:gd name="connsiteY22" fmla="*/ 35154 h 874716"/>
                    <a:gd name="connsiteX23" fmla="*/ 1596213 w 6858001"/>
                    <a:gd name="connsiteY23" fmla="*/ 1245 h 874716"/>
                    <a:gd name="connsiteX24" fmla="*/ 1624980 w 6858001"/>
                    <a:gd name="connsiteY24" fmla="*/ 3150 h 874716"/>
                    <a:gd name="connsiteX25" fmla="*/ 1697753 w 6858001"/>
                    <a:gd name="connsiteY25" fmla="*/ 59731 h 874716"/>
                    <a:gd name="connsiteX26" fmla="*/ 1733188 w 6858001"/>
                    <a:gd name="connsiteY26" fmla="*/ 82400 h 874716"/>
                    <a:gd name="connsiteX27" fmla="*/ 1833775 w 6858001"/>
                    <a:gd name="connsiteY27" fmla="*/ 124121 h 874716"/>
                    <a:gd name="connsiteX28" fmla="*/ 1842158 w 6858001"/>
                    <a:gd name="connsiteY28" fmla="*/ 131742 h 874716"/>
                    <a:gd name="connsiteX29" fmla="*/ 1916454 w 6858001"/>
                    <a:gd name="connsiteY29" fmla="*/ 222233 h 874716"/>
                    <a:gd name="connsiteX30" fmla="*/ 1933219 w 6858001"/>
                    <a:gd name="connsiteY30" fmla="*/ 237663 h 874716"/>
                    <a:gd name="connsiteX31" fmla="*/ 1953413 w 6858001"/>
                    <a:gd name="connsiteY31" fmla="*/ 261668 h 874716"/>
                    <a:gd name="connsiteX32" fmla="*/ 2016469 w 6858001"/>
                    <a:gd name="connsiteY32" fmla="*/ 308151 h 874716"/>
                    <a:gd name="connsiteX33" fmla="*/ 2094578 w 6858001"/>
                    <a:gd name="connsiteY33" fmla="*/ 323010 h 874716"/>
                    <a:gd name="connsiteX34" fmla="*/ 2188879 w 6858001"/>
                    <a:gd name="connsiteY34" fmla="*/ 345681 h 874716"/>
                    <a:gd name="connsiteX35" fmla="*/ 2228314 w 6858001"/>
                    <a:gd name="connsiteY35" fmla="*/ 360921 h 874716"/>
                    <a:gd name="connsiteX36" fmla="*/ 2334044 w 6858001"/>
                    <a:gd name="connsiteY36" fmla="*/ 389878 h 874716"/>
                    <a:gd name="connsiteX37" fmla="*/ 2409485 w 6858001"/>
                    <a:gd name="connsiteY37" fmla="*/ 414263 h 874716"/>
                    <a:gd name="connsiteX38" fmla="*/ 2518264 w 6858001"/>
                    <a:gd name="connsiteY38" fmla="*/ 428552 h 874716"/>
                    <a:gd name="connsiteX39" fmla="*/ 2571034 w 6858001"/>
                    <a:gd name="connsiteY39" fmla="*/ 429122 h 874716"/>
                    <a:gd name="connsiteX40" fmla="*/ 2668001 w 6858001"/>
                    <a:gd name="connsiteY40" fmla="*/ 502276 h 874716"/>
                    <a:gd name="connsiteX41" fmla="*/ 2745348 w 6858001"/>
                    <a:gd name="connsiteY41" fmla="*/ 550666 h 874716"/>
                    <a:gd name="connsiteX42" fmla="*/ 2826694 w 6858001"/>
                    <a:gd name="connsiteY42" fmla="*/ 527233 h 874716"/>
                    <a:gd name="connsiteX43" fmla="*/ 2848793 w 6858001"/>
                    <a:gd name="connsiteY43" fmla="*/ 505134 h 874716"/>
                    <a:gd name="connsiteX44" fmla="*/ 2982148 w 6858001"/>
                    <a:gd name="connsiteY44" fmla="*/ 484179 h 874716"/>
                    <a:gd name="connsiteX45" fmla="*/ 3172654 w 6858001"/>
                    <a:gd name="connsiteY45" fmla="*/ 483417 h 874716"/>
                    <a:gd name="connsiteX46" fmla="*/ 3489467 w 6858001"/>
                    <a:gd name="connsiteY46" fmla="*/ 435790 h 874716"/>
                    <a:gd name="connsiteX47" fmla="*/ 3544713 w 6858001"/>
                    <a:gd name="connsiteY47" fmla="*/ 413691 h 874716"/>
                    <a:gd name="connsiteX48" fmla="*/ 3606817 w 6858001"/>
                    <a:gd name="connsiteY48" fmla="*/ 408167 h 874716"/>
                    <a:gd name="connsiteX49" fmla="*/ 3630632 w 6858001"/>
                    <a:gd name="connsiteY49" fmla="*/ 421693 h 874716"/>
                    <a:gd name="connsiteX50" fmla="*/ 3734837 w 6858001"/>
                    <a:gd name="connsiteY50" fmla="*/ 441886 h 874716"/>
                    <a:gd name="connsiteX51" fmla="*/ 3754652 w 6858001"/>
                    <a:gd name="connsiteY51" fmla="*/ 442268 h 874716"/>
                    <a:gd name="connsiteX52" fmla="*/ 3822472 w 6858001"/>
                    <a:gd name="connsiteY52" fmla="*/ 433694 h 874716"/>
                    <a:gd name="connsiteX53" fmla="*/ 3885338 w 6858001"/>
                    <a:gd name="connsiteY53" fmla="*/ 428742 h 874716"/>
                    <a:gd name="connsiteX54" fmla="*/ 4043839 w 6858001"/>
                    <a:gd name="connsiteY54" fmla="*/ 444934 h 874716"/>
                    <a:gd name="connsiteX55" fmla="*/ 4165383 w 6858001"/>
                    <a:gd name="connsiteY55" fmla="*/ 441124 h 874716"/>
                    <a:gd name="connsiteX56" fmla="*/ 4221391 w 6858001"/>
                    <a:gd name="connsiteY56" fmla="*/ 444934 h 874716"/>
                    <a:gd name="connsiteX57" fmla="*/ 4253014 w 6858001"/>
                    <a:gd name="connsiteY57" fmla="*/ 450650 h 874716"/>
                    <a:gd name="connsiteX58" fmla="*/ 4324645 w 6858001"/>
                    <a:gd name="connsiteY58" fmla="*/ 490466 h 874716"/>
                    <a:gd name="connsiteX59" fmla="*/ 4363890 w 6858001"/>
                    <a:gd name="connsiteY59" fmla="*/ 499420 h 874716"/>
                    <a:gd name="connsiteX60" fmla="*/ 4482004 w 6858001"/>
                    <a:gd name="connsiteY60" fmla="*/ 498658 h 874716"/>
                    <a:gd name="connsiteX61" fmla="*/ 4659174 w 6858001"/>
                    <a:gd name="connsiteY61" fmla="*/ 438648 h 874716"/>
                    <a:gd name="connsiteX62" fmla="*/ 4677655 w 6858001"/>
                    <a:gd name="connsiteY62" fmla="*/ 430646 h 874716"/>
                    <a:gd name="connsiteX63" fmla="*/ 4767764 w 6858001"/>
                    <a:gd name="connsiteY63" fmla="*/ 420739 h 874716"/>
                    <a:gd name="connsiteX64" fmla="*/ 4828916 w 6858001"/>
                    <a:gd name="connsiteY64" fmla="*/ 434266 h 874716"/>
                    <a:gd name="connsiteX65" fmla="*/ 4912168 w 6858001"/>
                    <a:gd name="connsiteY65" fmla="*/ 462271 h 874716"/>
                    <a:gd name="connsiteX66" fmla="*/ 4987037 w 6858001"/>
                    <a:gd name="connsiteY66" fmla="*/ 485703 h 874716"/>
                    <a:gd name="connsiteX67" fmla="*/ 5041521 w 6858001"/>
                    <a:gd name="connsiteY67" fmla="*/ 512182 h 874716"/>
                    <a:gd name="connsiteX68" fmla="*/ 5166113 w 6858001"/>
                    <a:gd name="connsiteY68" fmla="*/ 531615 h 874716"/>
                    <a:gd name="connsiteX69" fmla="*/ 5179067 w 6858001"/>
                    <a:gd name="connsiteY69" fmla="*/ 534853 h 874716"/>
                    <a:gd name="connsiteX70" fmla="*/ 5272796 w 6858001"/>
                    <a:gd name="connsiteY70" fmla="*/ 511230 h 874716"/>
                    <a:gd name="connsiteX71" fmla="*/ 5385384 w 6858001"/>
                    <a:gd name="connsiteY71" fmla="*/ 487227 h 874716"/>
                    <a:gd name="connsiteX72" fmla="*/ 5425582 w 6858001"/>
                    <a:gd name="connsiteY72" fmla="*/ 495418 h 874716"/>
                    <a:gd name="connsiteX73" fmla="*/ 5480637 w 6858001"/>
                    <a:gd name="connsiteY73" fmla="*/ 507040 h 874716"/>
                    <a:gd name="connsiteX74" fmla="*/ 5531693 w 6858001"/>
                    <a:gd name="connsiteY74" fmla="*/ 500944 h 874716"/>
                    <a:gd name="connsiteX75" fmla="*/ 5562746 w 6858001"/>
                    <a:gd name="connsiteY75" fmla="*/ 500372 h 874716"/>
                    <a:gd name="connsiteX76" fmla="*/ 5704483 w 6858001"/>
                    <a:gd name="connsiteY76" fmla="*/ 571620 h 874716"/>
                    <a:gd name="connsiteX77" fmla="*/ 5740488 w 6858001"/>
                    <a:gd name="connsiteY77" fmla="*/ 577526 h 874716"/>
                    <a:gd name="connsiteX78" fmla="*/ 5760873 w 6858001"/>
                    <a:gd name="connsiteY78" fmla="*/ 586291 h 874716"/>
                    <a:gd name="connsiteX79" fmla="*/ 5883751 w 6858001"/>
                    <a:gd name="connsiteY79" fmla="*/ 674686 h 874716"/>
                    <a:gd name="connsiteX80" fmla="*/ 5935949 w 6858001"/>
                    <a:gd name="connsiteY80" fmla="*/ 692592 h 874716"/>
                    <a:gd name="connsiteX81" fmla="*/ 5993291 w 6858001"/>
                    <a:gd name="connsiteY81" fmla="*/ 688972 h 874716"/>
                    <a:gd name="connsiteX82" fmla="*/ 6026440 w 6858001"/>
                    <a:gd name="connsiteY82" fmla="*/ 682496 h 874716"/>
                    <a:gd name="connsiteX83" fmla="*/ 6108738 w 6858001"/>
                    <a:gd name="connsiteY83" fmla="*/ 626296 h 874716"/>
                    <a:gd name="connsiteX84" fmla="*/ 6155602 w 6858001"/>
                    <a:gd name="connsiteY84" fmla="*/ 628202 h 874716"/>
                    <a:gd name="connsiteX85" fmla="*/ 6228756 w 6858001"/>
                    <a:gd name="connsiteY85" fmla="*/ 666873 h 874716"/>
                    <a:gd name="connsiteX86" fmla="*/ 6361539 w 6858001"/>
                    <a:gd name="connsiteY86" fmla="*/ 684210 h 874716"/>
                    <a:gd name="connsiteX87" fmla="*/ 6428979 w 6858001"/>
                    <a:gd name="connsiteY87" fmla="*/ 630106 h 874716"/>
                    <a:gd name="connsiteX88" fmla="*/ 6463840 w 6858001"/>
                    <a:gd name="connsiteY88" fmla="*/ 578098 h 874716"/>
                    <a:gd name="connsiteX89" fmla="*/ 6564620 w 6858001"/>
                    <a:gd name="connsiteY89" fmla="*/ 517708 h 874716"/>
                    <a:gd name="connsiteX90" fmla="*/ 6588625 w 6858001"/>
                    <a:gd name="connsiteY90" fmla="*/ 540187 h 874716"/>
                    <a:gd name="connsiteX91" fmla="*/ 6662541 w 6858001"/>
                    <a:gd name="connsiteY91" fmla="*/ 549714 h 874716"/>
                    <a:gd name="connsiteX92" fmla="*/ 6742552 w 6858001"/>
                    <a:gd name="connsiteY92" fmla="*/ 548952 h 874716"/>
                    <a:gd name="connsiteX93" fmla="*/ 6812063 w 6858001"/>
                    <a:gd name="connsiteY93" fmla="*/ 568430 h 874716"/>
                    <a:gd name="connsiteX94" fmla="*/ 6858001 w 6858001"/>
                    <a:gd name="connsiteY94" fmla="*/ 562267 h 874716"/>
                    <a:gd name="connsiteX95" fmla="*/ 6858001 w 6858001"/>
                    <a:gd name="connsiteY95" fmla="*/ 734520 h 874716"/>
                    <a:gd name="connsiteX96" fmla="*/ 6815516 w 6858001"/>
                    <a:gd name="connsiteY96" fmla="*/ 744220 h 874716"/>
                    <a:gd name="connsiteX97" fmla="*/ 6748458 w 6858001"/>
                    <a:gd name="connsiteY97" fmla="*/ 763271 h 874716"/>
                    <a:gd name="connsiteX98" fmla="*/ 6584812 w 6858001"/>
                    <a:gd name="connsiteY98" fmla="*/ 784797 h 874716"/>
                    <a:gd name="connsiteX99" fmla="*/ 6415833 w 6858001"/>
                    <a:gd name="connsiteY99" fmla="*/ 805562 h 874716"/>
                    <a:gd name="connsiteX100" fmla="*/ 6323058 w 6858001"/>
                    <a:gd name="connsiteY100" fmla="*/ 812420 h 874716"/>
                    <a:gd name="connsiteX101" fmla="*/ 6242093 w 6858001"/>
                    <a:gd name="connsiteY101" fmla="*/ 823281 h 874716"/>
                    <a:gd name="connsiteX102" fmla="*/ 6171605 w 6858001"/>
                    <a:gd name="connsiteY102" fmla="*/ 830139 h 874716"/>
                    <a:gd name="connsiteX103" fmla="*/ 6059397 w 6858001"/>
                    <a:gd name="connsiteY103" fmla="*/ 844045 h 874716"/>
                    <a:gd name="connsiteX104" fmla="*/ 6012723 w 6858001"/>
                    <a:gd name="connsiteY104" fmla="*/ 847665 h 874716"/>
                    <a:gd name="connsiteX105" fmla="*/ 5902610 w 6858001"/>
                    <a:gd name="connsiteY105" fmla="*/ 847473 h 874716"/>
                    <a:gd name="connsiteX106" fmla="*/ 5864318 w 6858001"/>
                    <a:gd name="connsiteY106" fmla="*/ 845569 h 874716"/>
                    <a:gd name="connsiteX107" fmla="*/ 5790592 w 6858001"/>
                    <a:gd name="connsiteY107" fmla="*/ 821947 h 874716"/>
                    <a:gd name="connsiteX108" fmla="*/ 5781830 w 6858001"/>
                    <a:gd name="connsiteY108" fmla="*/ 820233 h 874716"/>
                    <a:gd name="connsiteX109" fmla="*/ 5733440 w 6858001"/>
                    <a:gd name="connsiteY109" fmla="*/ 810896 h 874716"/>
                    <a:gd name="connsiteX110" fmla="*/ 5706959 w 6858001"/>
                    <a:gd name="connsiteY110" fmla="*/ 807848 h 874716"/>
                    <a:gd name="connsiteX111" fmla="*/ 5606372 w 6858001"/>
                    <a:gd name="connsiteY111" fmla="*/ 788417 h 874716"/>
                    <a:gd name="connsiteX112" fmla="*/ 5548460 w 6858001"/>
                    <a:gd name="connsiteY112" fmla="*/ 779273 h 874716"/>
                    <a:gd name="connsiteX113" fmla="*/ 5501594 w 6858001"/>
                    <a:gd name="connsiteY113" fmla="*/ 780607 h 874716"/>
                    <a:gd name="connsiteX114" fmla="*/ 5419295 w 6858001"/>
                    <a:gd name="connsiteY114" fmla="*/ 782321 h 874716"/>
                    <a:gd name="connsiteX115" fmla="*/ 5393005 w 6858001"/>
                    <a:gd name="connsiteY115" fmla="*/ 786703 h 874716"/>
                    <a:gd name="connsiteX116" fmla="*/ 5274129 w 6858001"/>
                    <a:gd name="connsiteY116" fmla="*/ 774129 h 874716"/>
                    <a:gd name="connsiteX117" fmla="*/ 5206308 w 6858001"/>
                    <a:gd name="connsiteY117" fmla="*/ 773177 h 874716"/>
                    <a:gd name="connsiteX118" fmla="*/ 5129916 w 6858001"/>
                    <a:gd name="connsiteY118" fmla="*/ 757554 h 874716"/>
                    <a:gd name="connsiteX119" fmla="*/ 5107627 w 6858001"/>
                    <a:gd name="connsiteY119" fmla="*/ 758316 h 874716"/>
                    <a:gd name="connsiteX120" fmla="*/ 5082670 w 6858001"/>
                    <a:gd name="connsiteY120" fmla="*/ 759651 h 874716"/>
                    <a:gd name="connsiteX121" fmla="*/ 5006086 w 6858001"/>
                    <a:gd name="connsiteY121" fmla="*/ 760795 h 874716"/>
                    <a:gd name="connsiteX122" fmla="*/ 4959602 w 6858001"/>
                    <a:gd name="connsiteY122" fmla="*/ 766509 h 874716"/>
                    <a:gd name="connsiteX123" fmla="*/ 4871019 w 6858001"/>
                    <a:gd name="connsiteY123" fmla="*/ 763081 h 874716"/>
                    <a:gd name="connsiteX124" fmla="*/ 4838250 w 6858001"/>
                    <a:gd name="connsiteY124" fmla="*/ 768033 h 874716"/>
                    <a:gd name="connsiteX125" fmla="*/ 4755381 w 6858001"/>
                    <a:gd name="connsiteY125" fmla="*/ 768605 h 874716"/>
                    <a:gd name="connsiteX126" fmla="*/ 4681083 w 6858001"/>
                    <a:gd name="connsiteY126" fmla="*/ 765747 h 874716"/>
                    <a:gd name="connsiteX127" fmla="*/ 4609452 w 6858001"/>
                    <a:gd name="connsiteY127" fmla="*/ 767271 h 874716"/>
                    <a:gd name="connsiteX128" fmla="*/ 4558207 w 6858001"/>
                    <a:gd name="connsiteY128" fmla="*/ 773557 h 874716"/>
                    <a:gd name="connsiteX129" fmla="*/ 4502579 w 6858001"/>
                    <a:gd name="connsiteY129" fmla="*/ 777367 h 874716"/>
                    <a:gd name="connsiteX130" fmla="*/ 4349222 w 6858001"/>
                    <a:gd name="connsiteY130" fmla="*/ 800038 h 874716"/>
                    <a:gd name="connsiteX131" fmla="*/ 4320837 w 6858001"/>
                    <a:gd name="connsiteY131" fmla="*/ 794514 h 874716"/>
                    <a:gd name="connsiteX132" fmla="*/ 4159667 w 6858001"/>
                    <a:gd name="connsiteY132" fmla="*/ 789370 h 874716"/>
                    <a:gd name="connsiteX133" fmla="*/ 4124614 w 6858001"/>
                    <a:gd name="connsiteY133" fmla="*/ 789752 h 874716"/>
                    <a:gd name="connsiteX134" fmla="*/ 4030503 w 6858001"/>
                    <a:gd name="connsiteY134" fmla="*/ 767271 h 874716"/>
                    <a:gd name="connsiteX135" fmla="*/ 3885338 w 6858001"/>
                    <a:gd name="connsiteY135" fmla="*/ 802896 h 874716"/>
                    <a:gd name="connsiteX136" fmla="*/ 3749506 w 6858001"/>
                    <a:gd name="connsiteY136" fmla="*/ 847473 h 874716"/>
                    <a:gd name="connsiteX137" fmla="*/ 3732361 w 6858001"/>
                    <a:gd name="connsiteY137" fmla="*/ 853190 h 874716"/>
                    <a:gd name="connsiteX138" fmla="*/ 3683591 w 6858001"/>
                    <a:gd name="connsiteY138" fmla="*/ 862906 h 874716"/>
                    <a:gd name="connsiteX139" fmla="*/ 3623201 w 6858001"/>
                    <a:gd name="connsiteY139" fmla="*/ 866334 h 874716"/>
                    <a:gd name="connsiteX140" fmla="*/ 3546617 w 6858001"/>
                    <a:gd name="connsiteY140" fmla="*/ 874716 h 874716"/>
                    <a:gd name="connsiteX141" fmla="*/ 3485275 w 6858001"/>
                    <a:gd name="connsiteY141" fmla="*/ 864238 h 874716"/>
                    <a:gd name="connsiteX142" fmla="*/ 3399546 w 6858001"/>
                    <a:gd name="connsiteY142" fmla="*/ 848618 h 874716"/>
                    <a:gd name="connsiteX143" fmla="*/ 3318771 w 6858001"/>
                    <a:gd name="connsiteY143" fmla="*/ 833757 h 874716"/>
                    <a:gd name="connsiteX144" fmla="*/ 3293244 w 6858001"/>
                    <a:gd name="connsiteY144" fmla="*/ 851284 h 874716"/>
                    <a:gd name="connsiteX145" fmla="*/ 3253809 w 6858001"/>
                    <a:gd name="connsiteY145" fmla="*/ 866524 h 874716"/>
                    <a:gd name="connsiteX146" fmla="*/ 3209993 w 6858001"/>
                    <a:gd name="connsiteY146" fmla="*/ 848235 h 874716"/>
                    <a:gd name="connsiteX147" fmla="*/ 3107500 w 6858001"/>
                    <a:gd name="connsiteY147" fmla="*/ 810326 h 874716"/>
                    <a:gd name="connsiteX148" fmla="*/ 3042728 w 6858001"/>
                    <a:gd name="connsiteY148" fmla="*/ 808610 h 874716"/>
                    <a:gd name="connsiteX149" fmla="*/ 2901943 w 6858001"/>
                    <a:gd name="connsiteY149" fmla="*/ 792418 h 874716"/>
                    <a:gd name="connsiteX150" fmla="*/ 2809930 w 6858001"/>
                    <a:gd name="connsiteY150" fmla="*/ 769367 h 874716"/>
                    <a:gd name="connsiteX151" fmla="*/ 2743826 w 6858001"/>
                    <a:gd name="connsiteY151" fmla="*/ 743268 h 874716"/>
                    <a:gd name="connsiteX152" fmla="*/ 2649143 w 6858001"/>
                    <a:gd name="connsiteY152" fmla="*/ 709167 h 874716"/>
                    <a:gd name="connsiteX153" fmla="*/ 2554079 w 6858001"/>
                    <a:gd name="connsiteY153" fmla="*/ 691450 h 874716"/>
                    <a:gd name="connsiteX154" fmla="*/ 2485307 w 6858001"/>
                    <a:gd name="connsiteY154" fmla="*/ 669160 h 874716"/>
                    <a:gd name="connsiteX155" fmla="*/ 2401292 w 6858001"/>
                    <a:gd name="connsiteY155" fmla="*/ 653919 h 874716"/>
                    <a:gd name="connsiteX156" fmla="*/ 2330806 w 6858001"/>
                    <a:gd name="connsiteY156" fmla="*/ 653349 h 874716"/>
                    <a:gd name="connsiteX157" fmla="*/ 2220312 w 6858001"/>
                    <a:gd name="connsiteY157" fmla="*/ 656015 h 874716"/>
                    <a:gd name="connsiteX158" fmla="*/ 2085054 w 6858001"/>
                    <a:gd name="connsiteY158" fmla="*/ 609914 h 874716"/>
                    <a:gd name="connsiteX159" fmla="*/ 2030378 w 6858001"/>
                    <a:gd name="connsiteY159" fmla="*/ 599625 h 874716"/>
                    <a:gd name="connsiteX160" fmla="*/ 1978940 w 6858001"/>
                    <a:gd name="connsiteY160" fmla="*/ 594863 h 874716"/>
                    <a:gd name="connsiteX161" fmla="*/ 1869780 w 6858001"/>
                    <a:gd name="connsiteY161" fmla="*/ 564192 h 874716"/>
                    <a:gd name="connsiteX162" fmla="*/ 1825393 w 6858001"/>
                    <a:gd name="connsiteY162" fmla="*/ 554094 h 874716"/>
                    <a:gd name="connsiteX163" fmla="*/ 1763287 w 6858001"/>
                    <a:gd name="connsiteY163" fmla="*/ 554286 h 874716"/>
                    <a:gd name="connsiteX164" fmla="*/ 1650317 w 6858001"/>
                    <a:gd name="connsiteY164" fmla="*/ 540187 h 874716"/>
                    <a:gd name="connsiteX165" fmla="*/ 1537537 w 6858001"/>
                    <a:gd name="connsiteY165" fmla="*/ 499038 h 874716"/>
                    <a:gd name="connsiteX166" fmla="*/ 1489720 w 6858001"/>
                    <a:gd name="connsiteY166" fmla="*/ 503038 h 874716"/>
                    <a:gd name="connsiteX167" fmla="*/ 1472575 w 6858001"/>
                    <a:gd name="connsiteY167" fmla="*/ 502086 h 874716"/>
                    <a:gd name="connsiteX168" fmla="*/ 1318456 w 6858001"/>
                    <a:gd name="connsiteY168" fmla="*/ 479415 h 874716"/>
                    <a:gd name="connsiteX169" fmla="*/ 1303024 w 6858001"/>
                    <a:gd name="connsiteY169" fmla="*/ 476939 h 874716"/>
                    <a:gd name="connsiteX170" fmla="*/ 1230633 w 6858001"/>
                    <a:gd name="connsiteY170" fmla="*/ 456746 h 874716"/>
                    <a:gd name="connsiteX171" fmla="*/ 1048125 w 6858001"/>
                    <a:gd name="connsiteY171" fmla="*/ 444172 h 874716"/>
                    <a:gd name="connsiteX172" fmla="*/ 1036887 w 6858001"/>
                    <a:gd name="connsiteY172" fmla="*/ 442648 h 874716"/>
                    <a:gd name="connsiteX173" fmla="*/ 975733 w 6858001"/>
                    <a:gd name="connsiteY173" fmla="*/ 452744 h 874716"/>
                    <a:gd name="connsiteX174" fmla="*/ 945444 w 6858001"/>
                    <a:gd name="connsiteY174" fmla="*/ 467033 h 874716"/>
                    <a:gd name="connsiteX175" fmla="*/ 898198 w 6858001"/>
                    <a:gd name="connsiteY175" fmla="*/ 481893 h 874716"/>
                    <a:gd name="connsiteX176" fmla="*/ 850189 w 6858001"/>
                    <a:gd name="connsiteY176" fmla="*/ 487417 h 874716"/>
                    <a:gd name="connsiteX177" fmla="*/ 769605 w 6858001"/>
                    <a:gd name="connsiteY177" fmla="*/ 464937 h 874716"/>
                    <a:gd name="connsiteX178" fmla="*/ 740268 w 6858001"/>
                    <a:gd name="connsiteY178" fmla="*/ 462651 h 874716"/>
                    <a:gd name="connsiteX179" fmla="*/ 674923 w 6858001"/>
                    <a:gd name="connsiteY179" fmla="*/ 451792 h 874716"/>
                    <a:gd name="connsiteX180" fmla="*/ 617772 w 6858001"/>
                    <a:gd name="connsiteY180" fmla="*/ 452554 h 874716"/>
                    <a:gd name="connsiteX181" fmla="*/ 571860 w 6858001"/>
                    <a:gd name="connsiteY181" fmla="*/ 469891 h 874716"/>
                    <a:gd name="connsiteX182" fmla="*/ 505182 w 6858001"/>
                    <a:gd name="connsiteY182" fmla="*/ 473319 h 874716"/>
                    <a:gd name="connsiteX183" fmla="*/ 462126 w 6858001"/>
                    <a:gd name="connsiteY183" fmla="*/ 460747 h 874716"/>
                    <a:gd name="connsiteX184" fmla="*/ 453364 w 6858001"/>
                    <a:gd name="connsiteY184" fmla="*/ 459033 h 874716"/>
                    <a:gd name="connsiteX185" fmla="*/ 340774 w 6858001"/>
                    <a:gd name="connsiteY185" fmla="*/ 458268 h 874716"/>
                    <a:gd name="connsiteX186" fmla="*/ 200182 w 6858001"/>
                    <a:gd name="connsiteY186" fmla="*/ 496180 h 874716"/>
                    <a:gd name="connsiteX187" fmla="*/ 176939 w 6858001"/>
                    <a:gd name="connsiteY187" fmla="*/ 504182 h 874716"/>
                    <a:gd name="connsiteX188" fmla="*/ 63587 w 6858001"/>
                    <a:gd name="connsiteY188" fmla="*/ 518088 h 874716"/>
                    <a:gd name="connsiteX189" fmla="*/ 2817 w 6858001"/>
                    <a:gd name="connsiteY189" fmla="*/ 532187 h 874716"/>
                    <a:gd name="connsiteX190" fmla="*/ 0 w 6858001"/>
                    <a:gd name="connsiteY190" fmla="*/ 533314 h 874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</a:cxnLst>
                  <a:rect l="l" t="t" r="r" b="b"/>
                  <a:pathLst>
                    <a:path w="6858001" h="874716">
                      <a:moveTo>
                        <a:pt x="0" y="533314"/>
                      </a:moveTo>
                      <a:lnTo>
                        <a:pt x="0" y="69206"/>
                      </a:lnTo>
                      <a:lnTo>
                        <a:pt x="21486" y="71924"/>
                      </a:lnTo>
                      <a:cubicBezTo>
                        <a:pt x="92546" y="60493"/>
                        <a:pt x="159604" y="87354"/>
                        <a:pt x="228948" y="88116"/>
                      </a:cubicBezTo>
                      <a:cubicBezTo>
                        <a:pt x="260382" y="88496"/>
                        <a:pt x="291435" y="94592"/>
                        <a:pt x="313533" y="62779"/>
                      </a:cubicBezTo>
                      <a:cubicBezTo>
                        <a:pt x="316389" y="58587"/>
                        <a:pt x="330298" y="60873"/>
                        <a:pt x="338870" y="62207"/>
                      </a:cubicBezTo>
                      <a:cubicBezTo>
                        <a:pt x="357921" y="65066"/>
                        <a:pt x="376781" y="72304"/>
                        <a:pt x="395640" y="72114"/>
                      </a:cubicBezTo>
                      <a:cubicBezTo>
                        <a:pt x="434695" y="71924"/>
                        <a:pt x="473939" y="68876"/>
                        <a:pt x="512802" y="65446"/>
                      </a:cubicBezTo>
                      <a:cubicBezTo>
                        <a:pt x="527470" y="64112"/>
                        <a:pt x="541569" y="58969"/>
                        <a:pt x="556047" y="55349"/>
                      </a:cubicBezTo>
                      <a:cubicBezTo>
                        <a:pt x="564048" y="53253"/>
                        <a:pt x="572622" y="47729"/>
                        <a:pt x="580050" y="48871"/>
                      </a:cubicBezTo>
                      <a:cubicBezTo>
                        <a:pt x="623106" y="55539"/>
                        <a:pt x="662541" y="39157"/>
                        <a:pt x="703308" y="30964"/>
                      </a:cubicBezTo>
                      <a:cubicBezTo>
                        <a:pt x="722169" y="27154"/>
                        <a:pt x="739886" y="18010"/>
                        <a:pt x="758174" y="11724"/>
                      </a:cubicBezTo>
                      <a:cubicBezTo>
                        <a:pt x="762936" y="10008"/>
                        <a:pt x="768271" y="8484"/>
                        <a:pt x="773035" y="8866"/>
                      </a:cubicBezTo>
                      <a:cubicBezTo>
                        <a:pt x="800276" y="11152"/>
                        <a:pt x="827329" y="14390"/>
                        <a:pt x="854379" y="16866"/>
                      </a:cubicBezTo>
                      <a:cubicBezTo>
                        <a:pt x="878956" y="19152"/>
                        <a:pt x="903722" y="19914"/>
                        <a:pt x="915343" y="47919"/>
                      </a:cubicBezTo>
                      <a:cubicBezTo>
                        <a:pt x="917059" y="52301"/>
                        <a:pt x="922773" y="55539"/>
                        <a:pt x="927155" y="58397"/>
                      </a:cubicBezTo>
                      <a:cubicBezTo>
                        <a:pt x="994785" y="102405"/>
                        <a:pt x="1030980" y="101261"/>
                        <a:pt x="1097087" y="54777"/>
                      </a:cubicBezTo>
                      <a:cubicBezTo>
                        <a:pt x="1103945" y="50015"/>
                        <a:pt x="1118613" y="46585"/>
                        <a:pt x="1123185" y="50395"/>
                      </a:cubicBezTo>
                      <a:cubicBezTo>
                        <a:pt x="1162049" y="82020"/>
                        <a:pt x="1204532" y="78590"/>
                        <a:pt x="1249302" y="68684"/>
                      </a:cubicBezTo>
                      <a:cubicBezTo>
                        <a:pt x="1260922" y="66018"/>
                        <a:pt x="1277307" y="66018"/>
                        <a:pt x="1286069" y="72304"/>
                      </a:cubicBezTo>
                      <a:cubicBezTo>
                        <a:pt x="1327790" y="101451"/>
                        <a:pt x="1372560" y="97261"/>
                        <a:pt x="1417899" y="88688"/>
                      </a:cubicBezTo>
                      <a:cubicBezTo>
                        <a:pt x="1424948" y="87354"/>
                        <a:pt x="1433522" y="80114"/>
                        <a:pt x="1436568" y="73448"/>
                      </a:cubicBezTo>
                      <a:cubicBezTo>
                        <a:pt x="1447428" y="49825"/>
                        <a:pt x="1467813" y="41823"/>
                        <a:pt x="1490292" y="35154"/>
                      </a:cubicBezTo>
                      <a:cubicBezTo>
                        <a:pt x="1525727" y="24296"/>
                        <a:pt x="1560588" y="11532"/>
                        <a:pt x="1596213" y="1245"/>
                      </a:cubicBezTo>
                      <a:cubicBezTo>
                        <a:pt x="1604978" y="-1231"/>
                        <a:pt x="1615836" y="293"/>
                        <a:pt x="1624980" y="3150"/>
                      </a:cubicBezTo>
                      <a:cubicBezTo>
                        <a:pt x="1656223" y="12866"/>
                        <a:pt x="1676036" y="37251"/>
                        <a:pt x="1697753" y="59731"/>
                      </a:cubicBezTo>
                      <a:cubicBezTo>
                        <a:pt x="1707279" y="69638"/>
                        <a:pt x="1720423" y="76686"/>
                        <a:pt x="1733188" y="82400"/>
                      </a:cubicBezTo>
                      <a:cubicBezTo>
                        <a:pt x="1766335" y="97071"/>
                        <a:pt x="1800246" y="110215"/>
                        <a:pt x="1833775" y="124121"/>
                      </a:cubicBezTo>
                      <a:cubicBezTo>
                        <a:pt x="1837013" y="125455"/>
                        <a:pt x="1839679" y="128884"/>
                        <a:pt x="1842158" y="131742"/>
                      </a:cubicBezTo>
                      <a:cubicBezTo>
                        <a:pt x="1866922" y="161843"/>
                        <a:pt x="1891497" y="192132"/>
                        <a:pt x="1916454" y="222233"/>
                      </a:cubicBezTo>
                      <a:cubicBezTo>
                        <a:pt x="1921216" y="227947"/>
                        <a:pt x="1928076" y="232139"/>
                        <a:pt x="1933219" y="237663"/>
                      </a:cubicBezTo>
                      <a:cubicBezTo>
                        <a:pt x="1940459" y="245283"/>
                        <a:pt x="1949603" y="252524"/>
                        <a:pt x="1953413" y="261668"/>
                      </a:cubicBezTo>
                      <a:cubicBezTo>
                        <a:pt x="1965224" y="290433"/>
                        <a:pt x="1987894" y="302817"/>
                        <a:pt x="2016469" y="308151"/>
                      </a:cubicBezTo>
                      <a:cubicBezTo>
                        <a:pt x="2042570" y="313104"/>
                        <a:pt x="2068669" y="317296"/>
                        <a:pt x="2094578" y="323010"/>
                      </a:cubicBezTo>
                      <a:cubicBezTo>
                        <a:pt x="2126201" y="329868"/>
                        <a:pt x="2157636" y="337298"/>
                        <a:pt x="2188879" y="345681"/>
                      </a:cubicBezTo>
                      <a:cubicBezTo>
                        <a:pt x="2202404" y="349301"/>
                        <a:pt x="2216692" y="353491"/>
                        <a:pt x="2228314" y="360921"/>
                      </a:cubicBezTo>
                      <a:cubicBezTo>
                        <a:pt x="2260890" y="381496"/>
                        <a:pt x="2295753" y="395402"/>
                        <a:pt x="2334044" y="389878"/>
                      </a:cubicBezTo>
                      <a:cubicBezTo>
                        <a:pt x="2364715" y="385496"/>
                        <a:pt x="2390434" y="396736"/>
                        <a:pt x="2409485" y="414263"/>
                      </a:cubicBezTo>
                      <a:cubicBezTo>
                        <a:pt x="2444158" y="446078"/>
                        <a:pt x="2481305" y="438838"/>
                        <a:pt x="2518264" y="428552"/>
                      </a:cubicBezTo>
                      <a:cubicBezTo>
                        <a:pt x="2537315" y="423217"/>
                        <a:pt x="2552935" y="423979"/>
                        <a:pt x="2571034" y="429122"/>
                      </a:cubicBezTo>
                      <a:cubicBezTo>
                        <a:pt x="2612945" y="441124"/>
                        <a:pt x="2640950" y="473701"/>
                        <a:pt x="2668001" y="502276"/>
                      </a:cubicBezTo>
                      <a:cubicBezTo>
                        <a:pt x="2691054" y="526661"/>
                        <a:pt x="2716963" y="540377"/>
                        <a:pt x="2745348" y="550666"/>
                      </a:cubicBezTo>
                      <a:cubicBezTo>
                        <a:pt x="2781163" y="563810"/>
                        <a:pt x="2809548" y="558858"/>
                        <a:pt x="2826694" y="527233"/>
                      </a:cubicBezTo>
                      <a:cubicBezTo>
                        <a:pt x="2831457" y="518278"/>
                        <a:pt x="2839839" y="507800"/>
                        <a:pt x="2848793" y="505134"/>
                      </a:cubicBezTo>
                      <a:cubicBezTo>
                        <a:pt x="2892037" y="491800"/>
                        <a:pt x="2935854" y="472367"/>
                        <a:pt x="2982148" y="484179"/>
                      </a:cubicBezTo>
                      <a:cubicBezTo>
                        <a:pt x="3046158" y="500372"/>
                        <a:pt x="3108644" y="499420"/>
                        <a:pt x="3172654" y="483417"/>
                      </a:cubicBezTo>
                      <a:cubicBezTo>
                        <a:pt x="3276480" y="457508"/>
                        <a:pt x="3380305" y="430076"/>
                        <a:pt x="3489467" y="435790"/>
                      </a:cubicBezTo>
                      <a:cubicBezTo>
                        <a:pt x="3507563" y="436742"/>
                        <a:pt x="3529090" y="425121"/>
                        <a:pt x="3544713" y="413691"/>
                      </a:cubicBezTo>
                      <a:cubicBezTo>
                        <a:pt x="3574622" y="391974"/>
                        <a:pt x="3573288" y="390258"/>
                        <a:pt x="3606817" y="408167"/>
                      </a:cubicBezTo>
                      <a:cubicBezTo>
                        <a:pt x="3614819" y="412549"/>
                        <a:pt x="3624725" y="415215"/>
                        <a:pt x="3630632" y="421693"/>
                      </a:cubicBezTo>
                      <a:cubicBezTo>
                        <a:pt x="3660731" y="454650"/>
                        <a:pt x="3697880" y="446648"/>
                        <a:pt x="3734837" y="441886"/>
                      </a:cubicBezTo>
                      <a:cubicBezTo>
                        <a:pt x="3741315" y="440934"/>
                        <a:pt x="3749125" y="439600"/>
                        <a:pt x="3754652" y="442268"/>
                      </a:cubicBezTo>
                      <a:cubicBezTo>
                        <a:pt x="3779607" y="454268"/>
                        <a:pt x="3800753" y="450078"/>
                        <a:pt x="3822472" y="433694"/>
                      </a:cubicBezTo>
                      <a:cubicBezTo>
                        <a:pt x="3841331" y="419597"/>
                        <a:pt x="3863049" y="411215"/>
                        <a:pt x="3885338" y="428742"/>
                      </a:cubicBezTo>
                      <a:cubicBezTo>
                        <a:pt x="3934870" y="467605"/>
                        <a:pt x="3987829" y="469509"/>
                        <a:pt x="4043839" y="444934"/>
                      </a:cubicBezTo>
                      <a:cubicBezTo>
                        <a:pt x="4083845" y="427407"/>
                        <a:pt x="4123280" y="423407"/>
                        <a:pt x="4165383" y="441124"/>
                      </a:cubicBezTo>
                      <a:cubicBezTo>
                        <a:pt x="4181576" y="447982"/>
                        <a:pt x="4202531" y="443410"/>
                        <a:pt x="4221391" y="444934"/>
                      </a:cubicBezTo>
                      <a:cubicBezTo>
                        <a:pt x="4232060" y="445696"/>
                        <a:pt x="4243872" y="445886"/>
                        <a:pt x="4253014" y="450650"/>
                      </a:cubicBezTo>
                      <a:cubicBezTo>
                        <a:pt x="4277401" y="462843"/>
                        <a:pt x="4300070" y="478463"/>
                        <a:pt x="4324645" y="490466"/>
                      </a:cubicBezTo>
                      <a:cubicBezTo>
                        <a:pt x="4336457" y="496180"/>
                        <a:pt x="4350554" y="499228"/>
                        <a:pt x="4363890" y="499420"/>
                      </a:cubicBezTo>
                      <a:cubicBezTo>
                        <a:pt x="4403325" y="500372"/>
                        <a:pt x="4442761" y="500372"/>
                        <a:pt x="4482004" y="498658"/>
                      </a:cubicBezTo>
                      <a:cubicBezTo>
                        <a:pt x="4546776" y="495990"/>
                        <a:pt x="4612500" y="495418"/>
                        <a:pt x="4659174" y="438648"/>
                      </a:cubicBezTo>
                      <a:cubicBezTo>
                        <a:pt x="4662986" y="434076"/>
                        <a:pt x="4671176" y="431408"/>
                        <a:pt x="4677655" y="430646"/>
                      </a:cubicBezTo>
                      <a:cubicBezTo>
                        <a:pt x="4707564" y="427027"/>
                        <a:pt x="4738235" y="426645"/>
                        <a:pt x="4767764" y="420739"/>
                      </a:cubicBezTo>
                      <a:cubicBezTo>
                        <a:pt x="4791386" y="415977"/>
                        <a:pt x="4811009" y="417501"/>
                        <a:pt x="4828916" y="434266"/>
                      </a:cubicBezTo>
                      <a:cubicBezTo>
                        <a:pt x="4852348" y="456364"/>
                        <a:pt x="4880925" y="469319"/>
                        <a:pt x="4912168" y="462271"/>
                      </a:cubicBezTo>
                      <a:cubicBezTo>
                        <a:pt x="4943409" y="455412"/>
                        <a:pt x="4963984" y="470271"/>
                        <a:pt x="4987037" y="485703"/>
                      </a:cubicBezTo>
                      <a:cubicBezTo>
                        <a:pt x="5003801" y="496942"/>
                        <a:pt x="5022852" y="511040"/>
                        <a:pt x="5041521" y="512182"/>
                      </a:cubicBezTo>
                      <a:cubicBezTo>
                        <a:pt x="5083814" y="514658"/>
                        <a:pt x="5120201" y="553904"/>
                        <a:pt x="5166113" y="531615"/>
                      </a:cubicBezTo>
                      <a:cubicBezTo>
                        <a:pt x="5169161" y="530091"/>
                        <a:pt x="5174685" y="533901"/>
                        <a:pt x="5179067" y="534853"/>
                      </a:cubicBezTo>
                      <a:cubicBezTo>
                        <a:pt x="5214121" y="542093"/>
                        <a:pt x="5247078" y="535043"/>
                        <a:pt x="5272796" y="511230"/>
                      </a:cubicBezTo>
                      <a:cubicBezTo>
                        <a:pt x="5306516" y="480177"/>
                        <a:pt x="5343855" y="477129"/>
                        <a:pt x="5385384" y="487227"/>
                      </a:cubicBezTo>
                      <a:cubicBezTo>
                        <a:pt x="5398721" y="490466"/>
                        <a:pt x="5412057" y="492752"/>
                        <a:pt x="5425582" y="495418"/>
                      </a:cubicBezTo>
                      <a:cubicBezTo>
                        <a:pt x="5443870" y="499228"/>
                        <a:pt x="5462351" y="503230"/>
                        <a:pt x="5480637" y="507040"/>
                      </a:cubicBezTo>
                      <a:cubicBezTo>
                        <a:pt x="5498356" y="510850"/>
                        <a:pt x="5517979" y="517326"/>
                        <a:pt x="5531693" y="500944"/>
                      </a:cubicBezTo>
                      <a:cubicBezTo>
                        <a:pt x="5543506" y="486845"/>
                        <a:pt x="5551888" y="488179"/>
                        <a:pt x="5562746" y="500372"/>
                      </a:cubicBezTo>
                      <a:cubicBezTo>
                        <a:pt x="5600467" y="543045"/>
                        <a:pt x="5646189" y="569716"/>
                        <a:pt x="5704483" y="571620"/>
                      </a:cubicBezTo>
                      <a:cubicBezTo>
                        <a:pt x="5716485" y="572002"/>
                        <a:pt x="5728678" y="574668"/>
                        <a:pt x="5740488" y="577526"/>
                      </a:cubicBezTo>
                      <a:cubicBezTo>
                        <a:pt x="5747728" y="579241"/>
                        <a:pt x="5756493" y="581147"/>
                        <a:pt x="5760873" y="586291"/>
                      </a:cubicBezTo>
                      <a:cubicBezTo>
                        <a:pt x="5794974" y="625534"/>
                        <a:pt x="5837457" y="652777"/>
                        <a:pt x="5883751" y="674686"/>
                      </a:cubicBezTo>
                      <a:cubicBezTo>
                        <a:pt x="5900323" y="682496"/>
                        <a:pt x="5918042" y="690306"/>
                        <a:pt x="5935949" y="692592"/>
                      </a:cubicBezTo>
                      <a:cubicBezTo>
                        <a:pt x="5954617" y="694878"/>
                        <a:pt x="5974240" y="691068"/>
                        <a:pt x="5993291" y="688972"/>
                      </a:cubicBezTo>
                      <a:cubicBezTo>
                        <a:pt x="6004531" y="687830"/>
                        <a:pt x="6017485" y="688020"/>
                        <a:pt x="6026440" y="682496"/>
                      </a:cubicBezTo>
                      <a:cubicBezTo>
                        <a:pt x="6054825" y="665159"/>
                        <a:pt x="6082258" y="646491"/>
                        <a:pt x="6108738" y="626296"/>
                      </a:cubicBezTo>
                      <a:cubicBezTo>
                        <a:pt x="6131409" y="608960"/>
                        <a:pt x="6135981" y="606483"/>
                        <a:pt x="6155602" y="628202"/>
                      </a:cubicBezTo>
                      <a:cubicBezTo>
                        <a:pt x="6175797" y="650491"/>
                        <a:pt x="6200944" y="662111"/>
                        <a:pt x="6228756" y="666873"/>
                      </a:cubicBezTo>
                      <a:cubicBezTo>
                        <a:pt x="6272764" y="674304"/>
                        <a:pt x="6317151" y="680590"/>
                        <a:pt x="6361539" y="684210"/>
                      </a:cubicBezTo>
                      <a:cubicBezTo>
                        <a:pt x="6401736" y="687448"/>
                        <a:pt x="6420977" y="669922"/>
                        <a:pt x="6428979" y="630106"/>
                      </a:cubicBezTo>
                      <a:cubicBezTo>
                        <a:pt x="6433551" y="608007"/>
                        <a:pt x="6439458" y="584003"/>
                        <a:pt x="6463840" y="578098"/>
                      </a:cubicBezTo>
                      <a:cubicBezTo>
                        <a:pt x="6503658" y="568572"/>
                        <a:pt x="6544997" y="564382"/>
                        <a:pt x="6564620" y="517708"/>
                      </a:cubicBezTo>
                      <a:cubicBezTo>
                        <a:pt x="6575478" y="527995"/>
                        <a:pt x="6582146" y="534091"/>
                        <a:pt x="6588625" y="540187"/>
                      </a:cubicBezTo>
                      <a:cubicBezTo>
                        <a:pt x="6606531" y="557142"/>
                        <a:pt x="6643678" y="564382"/>
                        <a:pt x="6662541" y="549714"/>
                      </a:cubicBezTo>
                      <a:cubicBezTo>
                        <a:pt x="6690354" y="528377"/>
                        <a:pt x="6715883" y="532377"/>
                        <a:pt x="6742552" y="548952"/>
                      </a:cubicBezTo>
                      <a:cubicBezTo>
                        <a:pt x="6764841" y="562668"/>
                        <a:pt x="6788417" y="567954"/>
                        <a:pt x="6812063" y="568430"/>
                      </a:cubicBezTo>
                      <a:lnTo>
                        <a:pt x="6858001" y="562267"/>
                      </a:lnTo>
                      <a:lnTo>
                        <a:pt x="6858001" y="734520"/>
                      </a:lnTo>
                      <a:lnTo>
                        <a:pt x="6815516" y="744220"/>
                      </a:lnTo>
                      <a:cubicBezTo>
                        <a:pt x="6793035" y="749744"/>
                        <a:pt x="6771319" y="759651"/>
                        <a:pt x="6748458" y="763271"/>
                      </a:cubicBezTo>
                      <a:cubicBezTo>
                        <a:pt x="6694164" y="771843"/>
                        <a:pt x="6639488" y="777939"/>
                        <a:pt x="6584812" y="784797"/>
                      </a:cubicBezTo>
                      <a:cubicBezTo>
                        <a:pt x="6528424" y="791846"/>
                        <a:pt x="6472225" y="799276"/>
                        <a:pt x="6415833" y="805562"/>
                      </a:cubicBezTo>
                      <a:cubicBezTo>
                        <a:pt x="6384972" y="808802"/>
                        <a:pt x="6353919" y="809372"/>
                        <a:pt x="6323058" y="812420"/>
                      </a:cubicBezTo>
                      <a:cubicBezTo>
                        <a:pt x="6296005" y="815088"/>
                        <a:pt x="6269144" y="820041"/>
                        <a:pt x="6242093" y="823281"/>
                      </a:cubicBezTo>
                      <a:cubicBezTo>
                        <a:pt x="6218660" y="825947"/>
                        <a:pt x="6195037" y="827471"/>
                        <a:pt x="6171605" y="830139"/>
                      </a:cubicBezTo>
                      <a:cubicBezTo>
                        <a:pt x="6134075" y="834519"/>
                        <a:pt x="6096736" y="839473"/>
                        <a:pt x="6059397" y="844045"/>
                      </a:cubicBezTo>
                      <a:cubicBezTo>
                        <a:pt x="6043776" y="845759"/>
                        <a:pt x="6027392" y="850522"/>
                        <a:pt x="6012723" y="847665"/>
                      </a:cubicBezTo>
                      <a:cubicBezTo>
                        <a:pt x="5975764" y="840425"/>
                        <a:pt x="5939377" y="842521"/>
                        <a:pt x="5902610" y="847473"/>
                      </a:cubicBezTo>
                      <a:cubicBezTo>
                        <a:pt x="5890037" y="849190"/>
                        <a:pt x="5876511" y="848808"/>
                        <a:pt x="5864318" y="845569"/>
                      </a:cubicBezTo>
                      <a:cubicBezTo>
                        <a:pt x="5839361" y="839091"/>
                        <a:pt x="5815169" y="829947"/>
                        <a:pt x="5790592" y="821947"/>
                      </a:cubicBezTo>
                      <a:cubicBezTo>
                        <a:pt x="5787924" y="820995"/>
                        <a:pt x="5784686" y="820803"/>
                        <a:pt x="5781830" y="820233"/>
                      </a:cubicBezTo>
                      <a:cubicBezTo>
                        <a:pt x="5765635" y="816992"/>
                        <a:pt x="5749634" y="813754"/>
                        <a:pt x="5733440" y="810896"/>
                      </a:cubicBezTo>
                      <a:cubicBezTo>
                        <a:pt x="5724678" y="809372"/>
                        <a:pt x="5715723" y="809182"/>
                        <a:pt x="5706959" y="807848"/>
                      </a:cubicBezTo>
                      <a:cubicBezTo>
                        <a:pt x="5673050" y="802514"/>
                        <a:pt x="5635711" y="811468"/>
                        <a:pt x="5606372" y="788417"/>
                      </a:cubicBezTo>
                      <a:cubicBezTo>
                        <a:pt x="5587321" y="773557"/>
                        <a:pt x="5568842" y="776987"/>
                        <a:pt x="5548460" y="779273"/>
                      </a:cubicBezTo>
                      <a:cubicBezTo>
                        <a:pt x="5533027" y="780987"/>
                        <a:pt x="5517215" y="780415"/>
                        <a:pt x="5501594" y="780607"/>
                      </a:cubicBezTo>
                      <a:cubicBezTo>
                        <a:pt x="5474161" y="781177"/>
                        <a:pt x="5446728" y="781369"/>
                        <a:pt x="5419295" y="782321"/>
                      </a:cubicBezTo>
                      <a:cubicBezTo>
                        <a:pt x="5410531" y="782701"/>
                        <a:pt x="5401579" y="787465"/>
                        <a:pt x="5393005" y="786703"/>
                      </a:cubicBezTo>
                      <a:cubicBezTo>
                        <a:pt x="5353379" y="783083"/>
                        <a:pt x="5313754" y="777367"/>
                        <a:pt x="5274129" y="774129"/>
                      </a:cubicBezTo>
                      <a:cubicBezTo>
                        <a:pt x="5251650" y="772225"/>
                        <a:pt x="5228597" y="775843"/>
                        <a:pt x="5206308" y="773177"/>
                      </a:cubicBezTo>
                      <a:cubicBezTo>
                        <a:pt x="5180591" y="770129"/>
                        <a:pt x="5155445" y="762319"/>
                        <a:pt x="5129916" y="757554"/>
                      </a:cubicBezTo>
                      <a:cubicBezTo>
                        <a:pt x="5122867" y="756222"/>
                        <a:pt x="5115057" y="757936"/>
                        <a:pt x="5107627" y="758316"/>
                      </a:cubicBezTo>
                      <a:cubicBezTo>
                        <a:pt x="5099245" y="758699"/>
                        <a:pt x="5091052" y="759461"/>
                        <a:pt x="5082670" y="759651"/>
                      </a:cubicBezTo>
                      <a:cubicBezTo>
                        <a:pt x="5057141" y="760033"/>
                        <a:pt x="5031614" y="759461"/>
                        <a:pt x="5006086" y="760795"/>
                      </a:cubicBezTo>
                      <a:cubicBezTo>
                        <a:pt x="4990465" y="761557"/>
                        <a:pt x="4974082" y="769367"/>
                        <a:pt x="4959602" y="766509"/>
                      </a:cubicBezTo>
                      <a:cubicBezTo>
                        <a:pt x="4930075" y="760985"/>
                        <a:pt x="4900546" y="773367"/>
                        <a:pt x="4871019" y="763081"/>
                      </a:cubicBezTo>
                      <a:cubicBezTo>
                        <a:pt x="4861873" y="760033"/>
                        <a:pt x="4849300" y="767653"/>
                        <a:pt x="4838250" y="768033"/>
                      </a:cubicBezTo>
                      <a:cubicBezTo>
                        <a:pt x="4810627" y="768985"/>
                        <a:pt x="4783004" y="768795"/>
                        <a:pt x="4755381" y="768605"/>
                      </a:cubicBezTo>
                      <a:cubicBezTo>
                        <a:pt x="4730614" y="768415"/>
                        <a:pt x="4704895" y="771081"/>
                        <a:pt x="4681083" y="765747"/>
                      </a:cubicBezTo>
                      <a:cubicBezTo>
                        <a:pt x="4656126" y="760033"/>
                        <a:pt x="4633647" y="760795"/>
                        <a:pt x="4609452" y="767271"/>
                      </a:cubicBezTo>
                      <a:cubicBezTo>
                        <a:pt x="4592878" y="771653"/>
                        <a:pt x="4575351" y="772225"/>
                        <a:pt x="4558207" y="773557"/>
                      </a:cubicBezTo>
                      <a:cubicBezTo>
                        <a:pt x="4539728" y="775081"/>
                        <a:pt x="4519343" y="771081"/>
                        <a:pt x="4502579" y="777367"/>
                      </a:cubicBezTo>
                      <a:cubicBezTo>
                        <a:pt x="4452665" y="796038"/>
                        <a:pt x="4401419" y="800038"/>
                        <a:pt x="4349222" y="800038"/>
                      </a:cubicBezTo>
                      <a:cubicBezTo>
                        <a:pt x="4339695" y="800038"/>
                        <a:pt x="4329979" y="797372"/>
                        <a:pt x="4320837" y="794514"/>
                      </a:cubicBezTo>
                      <a:cubicBezTo>
                        <a:pt x="4267493" y="777367"/>
                        <a:pt x="4213961" y="778891"/>
                        <a:pt x="4159667" y="789370"/>
                      </a:cubicBezTo>
                      <a:cubicBezTo>
                        <a:pt x="4148427" y="791656"/>
                        <a:pt x="4135854" y="792038"/>
                        <a:pt x="4124614" y="789752"/>
                      </a:cubicBezTo>
                      <a:cubicBezTo>
                        <a:pt x="4092989" y="783083"/>
                        <a:pt x="4062318" y="772033"/>
                        <a:pt x="4030503" y="767271"/>
                      </a:cubicBezTo>
                      <a:cubicBezTo>
                        <a:pt x="3977925" y="759461"/>
                        <a:pt x="3932394" y="785749"/>
                        <a:pt x="3885338" y="802896"/>
                      </a:cubicBezTo>
                      <a:cubicBezTo>
                        <a:pt x="3840569" y="819089"/>
                        <a:pt x="3802467" y="855666"/>
                        <a:pt x="3749506" y="847473"/>
                      </a:cubicBezTo>
                      <a:cubicBezTo>
                        <a:pt x="3744173" y="846711"/>
                        <a:pt x="3738267" y="851856"/>
                        <a:pt x="3732361" y="853190"/>
                      </a:cubicBezTo>
                      <a:cubicBezTo>
                        <a:pt x="3716168" y="856810"/>
                        <a:pt x="3699976" y="861190"/>
                        <a:pt x="3683591" y="862906"/>
                      </a:cubicBezTo>
                      <a:cubicBezTo>
                        <a:pt x="3663589" y="865192"/>
                        <a:pt x="3643204" y="864430"/>
                        <a:pt x="3623201" y="866334"/>
                      </a:cubicBezTo>
                      <a:cubicBezTo>
                        <a:pt x="3597482" y="868620"/>
                        <a:pt x="3572146" y="874716"/>
                        <a:pt x="3546617" y="874716"/>
                      </a:cubicBezTo>
                      <a:cubicBezTo>
                        <a:pt x="3526042" y="874716"/>
                        <a:pt x="3505657" y="867668"/>
                        <a:pt x="3485275" y="864238"/>
                      </a:cubicBezTo>
                      <a:cubicBezTo>
                        <a:pt x="3456508" y="859476"/>
                        <a:pt x="3424883" y="860810"/>
                        <a:pt x="3399546" y="848618"/>
                      </a:cubicBezTo>
                      <a:cubicBezTo>
                        <a:pt x="3372495" y="835663"/>
                        <a:pt x="3346776" y="829757"/>
                        <a:pt x="3318771" y="833757"/>
                      </a:cubicBezTo>
                      <a:cubicBezTo>
                        <a:pt x="3309437" y="835091"/>
                        <a:pt x="3297434" y="843093"/>
                        <a:pt x="3293244" y="851284"/>
                      </a:cubicBezTo>
                      <a:cubicBezTo>
                        <a:pt x="3283908" y="869572"/>
                        <a:pt x="3271145" y="872812"/>
                        <a:pt x="3253809" y="866524"/>
                      </a:cubicBezTo>
                      <a:cubicBezTo>
                        <a:pt x="3238758" y="861190"/>
                        <a:pt x="3220280" y="858524"/>
                        <a:pt x="3209993" y="848235"/>
                      </a:cubicBezTo>
                      <a:cubicBezTo>
                        <a:pt x="3180844" y="819089"/>
                        <a:pt x="3143695" y="818136"/>
                        <a:pt x="3107500" y="810326"/>
                      </a:cubicBezTo>
                      <a:cubicBezTo>
                        <a:pt x="3085403" y="805562"/>
                        <a:pt x="3064827" y="805372"/>
                        <a:pt x="3042728" y="808610"/>
                      </a:cubicBezTo>
                      <a:cubicBezTo>
                        <a:pt x="2994722" y="815850"/>
                        <a:pt x="2948047" y="805562"/>
                        <a:pt x="2901943" y="792418"/>
                      </a:cubicBezTo>
                      <a:cubicBezTo>
                        <a:pt x="2871462" y="783655"/>
                        <a:pt x="2840219" y="778321"/>
                        <a:pt x="2809930" y="769367"/>
                      </a:cubicBezTo>
                      <a:cubicBezTo>
                        <a:pt x="2787259" y="762509"/>
                        <a:pt x="2764590" y="754316"/>
                        <a:pt x="2743826" y="743268"/>
                      </a:cubicBezTo>
                      <a:cubicBezTo>
                        <a:pt x="2713723" y="727073"/>
                        <a:pt x="2687436" y="702689"/>
                        <a:pt x="2649143" y="709167"/>
                      </a:cubicBezTo>
                      <a:cubicBezTo>
                        <a:pt x="2615421" y="714881"/>
                        <a:pt x="2584942" y="702881"/>
                        <a:pt x="2554079" y="691450"/>
                      </a:cubicBezTo>
                      <a:cubicBezTo>
                        <a:pt x="2531409" y="683068"/>
                        <a:pt x="2508742" y="674494"/>
                        <a:pt x="2485307" y="669160"/>
                      </a:cubicBezTo>
                      <a:cubicBezTo>
                        <a:pt x="2457492" y="662873"/>
                        <a:pt x="2426059" y="665541"/>
                        <a:pt x="2401292" y="653919"/>
                      </a:cubicBezTo>
                      <a:cubicBezTo>
                        <a:pt x="2375383" y="641727"/>
                        <a:pt x="2353859" y="649919"/>
                        <a:pt x="2330806" y="653349"/>
                      </a:cubicBezTo>
                      <a:cubicBezTo>
                        <a:pt x="2294039" y="658683"/>
                        <a:pt x="2257459" y="668590"/>
                        <a:pt x="2220312" y="656015"/>
                      </a:cubicBezTo>
                      <a:cubicBezTo>
                        <a:pt x="2175163" y="640775"/>
                        <a:pt x="2130393" y="624392"/>
                        <a:pt x="2085054" y="609914"/>
                      </a:cubicBezTo>
                      <a:cubicBezTo>
                        <a:pt x="2067525" y="604387"/>
                        <a:pt x="2048668" y="602101"/>
                        <a:pt x="2030378" y="599625"/>
                      </a:cubicBezTo>
                      <a:cubicBezTo>
                        <a:pt x="2013043" y="597529"/>
                        <a:pt x="1992279" y="602863"/>
                        <a:pt x="1978940" y="594863"/>
                      </a:cubicBezTo>
                      <a:cubicBezTo>
                        <a:pt x="1944649" y="574288"/>
                        <a:pt x="1909408" y="564192"/>
                        <a:pt x="1869780" y="564192"/>
                      </a:cubicBezTo>
                      <a:cubicBezTo>
                        <a:pt x="1854920" y="564192"/>
                        <a:pt x="1840441" y="555618"/>
                        <a:pt x="1825393" y="554094"/>
                      </a:cubicBezTo>
                      <a:cubicBezTo>
                        <a:pt x="1804816" y="552190"/>
                        <a:pt x="1781194" y="547045"/>
                        <a:pt x="1763287" y="554286"/>
                      </a:cubicBezTo>
                      <a:cubicBezTo>
                        <a:pt x="1721185" y="571430"/>
                        <a:pt x="1687086" y="557142"/>
                        <a:pt x="1650317" y="540187"/>
                      </a:cubicBezTo>
                      <a:cubicBezTo>
                        <a:pt x="1614120" y="523423"/>
                        <a:pt x="1576019" y="510088"/>
                        <a:pt x="1537537" y="499038"/>
                      </a:cubicBezTo>
                      <a:cubicBezTo>
                        <a:pt x="1523059" y="495038"/>
                        <a:pt x="1505724" y="501706"/>
                        <a:pt x="1489720" y="503038"/>
                      </a:cubicBezTo>
                      <a:cubicBezTo>
                        <a:pt x="1484004" y="503420"/>
                        <a:pt x="1477717" y="503992"/>
                        <a:pt x="1472575" y="502086"/>
                      </a:cubicBezTo>
                      <a:cubicBezTo>
                        <a:pt x="1422854" y="483797"/>
                        <a:pt x="1372368" y="469891"/>
                        <a:pt x="1318456" y="479415"/>
                      </a:cubicBezTo>
                      <a:cubicBezTo>
                        <a:pt x="1313504" y="480369"/>
                        <a:pt x="1307978" y="478273"/>
                        <a:pt x="1303024" y="476939"/>
                      </a:cubicBezTo>
                      <a:cubicBezTo>
                        <a:pt x="1278829" y="470081"/>
                        <a:pt x="1255206" y="459223"/>
                        <a:pt x="1230633" y="456746"/>
                      </a:cubicBezTo>
                      <a:cubicBezTo>
                        <a:pt x="1170051" y="450650"/>
                        <a:pt x="1109091" y="448172"/>
                        <a:pt x="1048125" y="444172"/>
                      </a:cubicBezTo>
                      <a:cubicBezTo>
                        <a:pt x="1044315" y="443982"/>
                        <a:pt x="1040315" y="443982"/>
                        <a:pt x="1036887" y="442648"/>
                      </a:cubicBezTo>
                      <a:cubicBezTo>
                        <a:pt x="1014406" y="434456"/>
                        <a:pt x="994785" y="437124"/>
                        <a:pt x="975733" y="452744"/>
                      </a:cubicBezTo>
                      <a:cubicBezTo>
                        <a:pt x="967350" y="459603"/>
                        <a:pt x="955920" y="463223"/>
                        <a:pt x="945444" y="467033"/>
                      </a:cubicBezTo>
                      <a:cubicBezTo>
                        <a:pt x="930011" y="472749"/>
                        <a:pt x="914200" y="478273"/>
                        <a:pt x="898198" y="481893"/>
                      </a:cubicBezTo>
                      <a:cubicBezTo>
                        <a:pt x="882384" y="485321"/>
                        <a:pt x="865430" y="490084"/>
                        <a:pt x="850189" y="487417"/>
                      </a:cubicBezTo>
                      <a:cubicBezTo>
                        <a:pt x="822756" y="482655"/>
                        <a:pt x="796655" y="471987"/>
                        <a:pt x="769605" y="464937"/>
                      </a:cubicBezTo>
                      <a:cubicBezTo>
                        <a:pt x="760270" y="462461"/>
                        <a:pt x="749982" y="462843"/>
                        <a:pt x="740268" y="462651"/>
                      </a:cubicBezTo>
                      <a:cubicBezTo>
                        <a:pt x="717977" y="462081"/>
                        <a:pt x="695116" y="467605"/>
                        <a:pt x="674923" y="451792"/>
                      </a:cubicBezTo>
                      <a:cubicBezTo>
                        <a:pt x="656255" y="436934"/>
                        <a:pt x="637392" y="441314"/>
                        <a:pt x="617772" y="452554"/>
                      </a:cubicBezTo>
                      <a:cubicBezTo>
                        <a:pt x="603673" y="460557"/>
                        <a:pt x="587672" y="466843"/>
                        <a:pt x="571860" y="469891"/>
                      </a:cubicBezTo>
                      <a:cubicBezTo>
                        <a:pt x="550141" y="474081"/>
                        <a:pt x="528615" y="475797"/>
                        <a:pt x="505182" y="473319"/>
                      </a:cubicBezTo>
                      <a:cubicBezTo>
                        <a:pt x="488607" y="471605"/>
                        <a:pt x="475081" y="470843"/>
                        <a:pt x="462126" y="460747"/>
                      </a:cubicBezTo>
                      <a:cubicBezTo>
                        <a:pt x="460032" y="459223"/>
                        <a:pt x="456222" y="458841"/>
                        <a:pt x="453364" y="459033"/>
                      </a:cubicBezTo>
                      <a:cubicBezTo>
                        <a:pt x="415835" y="462271"/>
                        <a:pt x="378686" y="460557"/>
                        <a:pt x="340774" y="458268"/>
                      </a:cubicBezTo>
                      <a:cubicBezTo>
                        <a:pt x="292579" y="455222"/>
                        <a:pt x="241901" y="464175"/>
                        <a:pt x="200182" y="496180"/>
                      </a:cubicBezTo>
                      <a:cubicBezTo>
                        <a:pt x="194085" y="500944"/>
                        <a:pt x="184941" y="503038"/>
                        <a:pt x="176939" y="504182"/>
                      </a:cubicBezTo>
                      <a:cubicBezTo>
                        <a:pt x="139219" y="509134"/>
                        <a:pt x="101308" y="512564"/>
                        <a:pt x="63587" y="518088"/>
                      </a:cubicBezTo>
                      <a:cubicBezTo>
                        <a:pt x="43012" y="521137"/>
                        <a:pt x="21486" y="523805"/>
                        <a:pt x="2817" y="532187"/>
                      </a:cubicBezTo>
                      <a:lnTo>
                        <a:pt x="0" y="533314"/>
                      </a:lnTo>
                      <a:close/>
                    </a:path>
                  </a:pathLst>
                </a:cu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" name="Freeform: Shape 15">
                  <a:extLst>
                    <a:ext uri="{FF2B5EF4-FFF2-40B4-BE49-F238E27FC236}">
                      <a16:creationId xmlns:a16="http://schemas.microsoft.com/office/drawing/2014/main" id="{83BEF371-1E22-4C4F-A62F-AC6B92CAE0B5}"/>
                    </a:ext>
                    <a:ext uri="{C183D7F6-B498-43B3-948B-1728B52AA6E4}">
                      <adec:decorative xmlns:adec="http://schemas.microsoft.com/office/drawing/2017/decorative" val="1"/>
                    </a:ext>
                  </a:extLst>
                </p:cNvPr>
                <p:cNvSpPr/>
                <p:nvPr>
                  <p:extLst>
                    <p:ext uri="{386F3935-93C4-4BCD-93E2-E3B085C9AB24}">
                      <p16:designElem xmlns:p16="http://schemas.microsoft.com/office/powerpoint/2015/main" val="1"/>
                    </p:ext>
                  </p:extLst>
                </p:nvPr>
              </p:nvSpPr>
              <p:spPr>
                <a:xfrm rot="16200000" flipH="1">
                  <a:off x="715166" y="2991642"/>
                  <a:ext cx="6858001" cy="874716"/>
                </a:xfrm>
                <a:custGeom>
                  <a:avLst/>
                  <a:gdLst>
                    <a:gd name="connsiteX0" fmla="*/ 0 w 6858001"/>
                    <a:gd name="connsiteY0" fmla="*/ 533314 h 874716"/>
                    <a:gd name="connsiteX1" fmla="*/ 0 w 6858001"/>
                    <a:gd name="connsiteY1" fmla="*/ 69206 h 874716"/>
                    <a:gd name="connsiteX2" fmla="*/ 21486 w 6858001"/>
                    <a:gd name="connsiteY2" fmla="*/ 71924 h 874716"/>
                    <a:gd name="connsiteX3" fmla="*/ 228948 w 6858001"/>
                    <a:gd name="connsiteY3" fmla="*/ 88116 h 874716"/>
                    <a:gd name="connsiteX4" fmla="*/ 313533 w 6858001"/>
                    <a:gd name="connsiteY4" fmla="*/ 62779 h 874716"/>
                    <a:gd name="connsiteX5" fmla="*/ 338870 w 6858001"/>
                    <a:gd name="connsiteY5" fmla="*/ 62207 h 874716"/>
                    <a:gd name="connsiteX6" fmla="*/ 395640 w 6858001"/>
                    <a:gd name="connsiteY6" fmla="*/ 72114 h 874716"/>
                    <a:gd name="connsiteX7" fmla="*/ 512802 w 6858001"/>
                    <a:gd name="connsiteY7" fmla="*/ 65446 h 874716"/>
                    <a:gd name="connsiteX8" fmla="*/ 556047 w 6858001"/>
                    <a:gd name="connsiteY8" fmla="*/ 55349 h 874716"/>
                    <a:gd name="connsiteX9" fmla="*/ 580050 w 6858001"/>
                    <a:gd name="connsiteY9" fmla="*/ 48871 h 874716"/>
                    <a:gd name="connsiteX10" fmla="*/ 703308 w 6858001"/>
                    <a:gd name="connsiteY10" fmla="*/ 30964 h 874716"/>
                    <a:gd name="connsiteX11" fmla="*/ 758174 w 6858001"/>
                    <a:gd name="connsiteY11" fmla="*/ 11724 h 874716"/>
                    <a:gd name="connsiteX12" fmla="*/ 773035 w 6858001"/>
                    <a:gd name="connsiteY12" fmla="*/ 8866 h 874716"/>
                    <a:gd name="connsiteX13" fmla="*/ 854379 w 6858001"/>
                    <a:gd name="connsiteY13" fmla="*/ 16866 h 874716"/>
                    <a:gd name="connsiteX14" fmla="*/ 915343 w 6858001"/>
                    <a:gd name="connsiteY14" fmla="*/ 47919 h 874716"/>
                    <a:gd name="connsiteX15" fmla="*/ 927155 w 6858001"/>
                    <a:gd name="connsiteY15" fmla="*/ 58397 h 874716"/>
                    <a:gd name="connsiteX16" fmla="*/ 1097087 w 6858001"/>
                    <a:gd name="connsiteY16" fmla="*/ 54777 h 874716"/>
                    <a:gd name="connsiteX17" fmla="*/ 1123185 w 6858001"/>
                    <a:gd name="connsiteY17" fmla="*/ 50395 h 874716"/>
                    <a:gd name="connsiteX18" fmla="*/ 1249302 w 6858001"/>
                    <a:gd name="connsiteY18" fmla="*/ 68684 h 874716"/>
                    <a:gd name="connsiteX19" fmla="*/ 1286069 w 6858001"/>
                    <a:gd name="connsiteY19" fmla="*/ 72304 h 874716"/>
                    <a:gd name="connsiteX20" fmla="*/ 1417899 w 6858001"/>
                    <a:gd name="connsiteY20" fmla="*/ 88688 h 874716"/>
                    <a:gd name="connsiteX21" fmla="*/ 1436568 w 6858001"/>
                    <a:gd name="connsiteY21" fmla="*/ 73448 h 874716"/>
                    <a:gd name="connsiteX22" fmla="*/ 1490292 w 6858001"/>
                    <a:gd name="connsiteY22" fmla="*/ 35154 h 874716"/>
                    <a:gd name="connsiteX23" fmla="*/ 1596213 w 6858001"/>
                    <a:gd name="connsiteY23" fmla="*/ 1245 h 874716"/>
                    <a:gd name="connsiteX24" fmla="*/ 1624980 w 6858001"/>
                    <a:gd name="connsiteY24" fmla="*/ 3150 h 874716"/>
                    <a:gd name="connsiteX25" fmla="*/ 1697753 w 6858001"/>
                    <a:gd name="connsiteY25" fmla="*/ 59731 h 874716"/>
                    <a:gd name="connsiteX26" fmla="*/ 1733188 w 6858001"/>
                    <a:gd name="connsiteY26" fmla="*/ 82400 h 874716"/>
                    <a:gd name="connsiteX27" fmla="*/ 1833775 w 6858001"/>
                    <a:gd name="connsiteY27" fmla="*/ 124121 h 874716"/>
                    <a:gd name="connsiteX28" fmla="*/ 1842158 w 6858001"/>
                    <a:gd name="connsiteY28" fmla="*/ 131742 h 874716"/>
                    <a:gd name="connsiteX29" fmla="*/ 1916454 w 6858001"/>
                    <a:gd name="connsiteY29" fmla="*/ 222233 h 874716"/>
                    <a:gd name="connsiteX30" fmla="*/ 1933219 w 6858001"/>
                    <a:gd name="connsiteY30" fmla="*/ 237663 h 874716"/>
                    <a:gd name="connsiteX31" fmla="*/ 1953413 w 6858001"/>
                    <a:gd name="connsiteY31" fmla="*/ 261668 h 874716"/>
                    <a:gd name="connsiteX32" fmla="*/ 2016469 w 6858001"/>
                    <a:gd name="connsiteY32" fmla="*/ 308151 h 874716"/>
                    <a:gd name="connsiteX33" fmla="*/ 2094578 w 6858001"/>
                    <a:gd name="connsiteY33" fmla="*/ 323010 h 874716"/>
                    <a:gd name="connsiteX34" fmla="*/ 2188879 w 6858001"/>
                    <a:gd name="connsiteY34" fmla="*/ 345681 h 874716"/>
                    <a:gd name="connsiteX35" fmla="*/ 2228314 w 6858001"/>
                    <a:gd name="connsiteY35" fmla="*/ 360921 h 874716"/>
                    <a:gd name="connsiteX36" fmla="*/ 2334044 w 6858001"/>
                    <a:gd name="connsiteY36" fmla="*/ 389878 h 874716"/>
                    <a:gd name="connsiteX37" fmla="*/ 2409485 w 6858001"/>
                    <a:gd name="connsiteY37" fmla="*/ 414263 h 874716"/>
                    <a:gd name="connsiteX38" fmla="*/ 2518264 w 6858001"/>
                    <a:gd name="connsiteY38" fmla="*/ 428552 h 874716"/>
                    <a:gd name="connsiteX39" fmla="*/ 2571034 w 6858001"/>
                    <a:gd name="connsiteY39" fmla="*/ 429122 h 874716"/>
                    <a:gd name="connsiteX40" fmla="*/ 2668001 w 6858001"/>
                    <a:gd name="connsiteY40" fmla="*/ 502276 h 874716"/>
                    <a:gd name="connsiteX41" fmla="*/ 2745348 w 6858001"/>
                    <a:gd name="connsiteY41" fmla="*/ 550666 h 874716"/>
                    <a:gd name="connsiteX42" fmla="*/ 2826694 w 6858001"/>
                    <a:gd name="connsiteY42" fmla="*/ 527233 h 874716"/>
                    <a:gd name="connsiteX43" fmla="*/ 2848793 w 6858001"/>
                    <a:gd name="connsiteY43" fmla="*/ 505134 h 874716"/>
                    <a:gd name="connsiteX44" fmla="*/ 2982148 w 6858001"/>
                    <a:gd name="connsiteY44" fmla="*/ 484179 h 874716"/>
                    <a:gd name="connsiteX45" fmla="*/ 3172654 w 6858001"/>
                    <a:gd name="connsiteY45" fmla="*/ 483417 h 874716"/>
                    <a:gd name="connsiteX46" fmla="*/ 3489467 w 6858001"/>
                    <a:gd name="connsiteY46" fmla="*/ 435790 h 874716"/>
                    <a:gd name="connsiteX47" fmla="*/ 3544713 w 6858001"/>
                    <a:gd name="connsiteY47" fmla="*/ 413691 h 874716"/>
                    <a:gd name="connsiteX48" fmla="*/ 3606817 w 6858001"/>
                    <a:gd name="connsiteY48" fmla="*/ 408167 h 874716"/>
                    <a:gd name="connsiteX49" fmla="*/ 3630632 w 6858001"/>
                    <a:gd name="connsiteY49" fmla="*/ 421693 h 874716"/>
                    <a:gd name="connsiteX50" fmla="*/ 3734837 w 6858001"/>
                    <a:gd name="connsiteY50" fmla="*/ 441886 h 874716"/>
                    <a:gd name="connsiteX51" fmla="*/ 3754652 w 6858001"/>
                    <a:gd name="connsiteY51" fmla="*/ 442268 h 874716"/>
                    <a:gd name="connsiteX52" fmla="*/ 3822472 w 6858001"/>
                    <a:gd name="connsiteY52" fmla="*/ 433694 h 874716"/>
                    <a:gd name="connsiteX53" fmla="*/ 3885338 w 6858001"/>
                    <a:gd name="connsiteY53" fmla="*/ 428742 h 874716"/>
                    <a:gd name="connsiteX54" fmla="*/ 4043839 w 6858001"/>
                    <a:gd name="connsiteY54" fmla="*/ 444934 h 874716"/>
                    <a:gd name="connsiteX55" fmla="*/ 4165383 w 6858001"/>
                    <a:gd name="connsiteY55" fmla="*/ 441124 h 874716"/>
                    <a:gd name="connsiteX56" fmla="*/ 4221391 w 6858001"/>
                    <a:gd name="connsiteY56" fmla="*/ 444934 h 874716"/>
                    <a:gd name="connsiteX57" fmla="*/ 4253014 w 6858001"/>
                    <a:gd name="connsiteY57" fmla="*/ 450650 h 874716"/>
                    <a:gd name="connsiteX58" fmla="*/ 4324645 w 6858001"/>
                    <a:gd name="connsiteY58" fmla="*/ 490466 h 874716"/>
                    <a:gd name="connsiteX59" fmla="*/ 4363890 w 6858001"/>
                    <a:gd name="connsiteY59" fmla="*/ 499420 h 874716"/>
                    <a:gd name="connsiteX60" fmla="*/ 4482004 w 6858001"/>
                    <a:gd name="connsiteY60" fmla="*/ 498658 h 874716"/>
                    <a:gd name="connsiteX61" fmla="*/ 4659174 w 6858001"/>
                    <a:gd name="connsiteY61" fmla="*/ 438648 h 874716"/>
                    <a:gd name="connsiteX62" fmla="*/ 4677655 w 6858001"/>
                    <a:gd name="connsiteY62" fmla="*/ 430646 h 874716"/>
                    <a:gd name="connsiteX63" fmla="*/ 4767764 w 6858001"/>
                    <a:gd name="connsiteY63" fmla="*/ 420739 h 874716"/>
                    <a:gd name="connsiteX64" fmla="*/ 4828916 w 6858001"/>
                    <a:gd name="connsiteY64" fmla="*/ 434266 h 874716"/>
                    <a:gd name="connsiteX65" fmla="*/ 4912168 w 6858001"/>
                    <a:gd name="connsiteY65" fmla="*/ 462271 h 874716"/>
                    <a:gd name="connsiteX66" fmla="*/ 4987037 w 6858001"/>
                    <a:gd name="connsiteY66" fmla="*/ 485703 h 874716"/>
                    <a:gd name="connsiteX67" fmla="*/ 5041521 w 6858001"/>
                    <a:gd name="connsiteY67" fmla="*/ 512182 h 874716"/>
                    <a:gd name="connsiteX68" fmla="*/ 5166113 w 6858001"/>
                    <a:gd name="connsiteY68" fmla="*/ 531615 h 874716"/>
                    <a:gd name="connsiteX69" fmla="*/ 5179067 w 6858001"/>
                    <a:gd name="connsiteY69" fmla="*/ 534853 h 874716"/>
                    <a:gd name="connsiteX70" fmla="*/ 5272796 w 6858001"/>
                    <a:gd name="connsiteY70" fmla="*/ 511230 h 874716"/>
                    <a:gd name="connsiteX71" fmla="*/ 5385384 w 6858001"/>
                    <a:gd name="connsiteY71" fmla="*/ 487227 h 874716"/>
                    <a:gd name="connsiteX72" fmla="*/ 5425582 w 6858001"/>
                    <a:gd name="connsiteY72" fmla="*/ 495418 h 874716"/>
                    <a:gd name="connsiteX73" fmla="*/ 5480637 w 6858001"/>
                    <a:gd name="connsiteY73" fmla="*/ 507040 h 874716"/>
                    <a:gd name="connsiteX74" fmla="*/ 5531693 w 6858001"/>
                    <a:gd name="connsiteY74" fmla="*/ 500944 h 874716"/>
                    <a:gd name="connsiteX75" fmla="*/ 5562746 w 6858001"/>
                    <a:gd name="connsiteY75" fmla="*/ 500372 h 874716"/>
                    <a:gd name="connsiteX76" fmla="*/ 5704483 w 6858001"/>
                    <a:gd name="connsiteY76" fmla="*/ 571620 h 874716"/>
                    <a:gd name="connsiteX77" fmla="*/ 5740488 w 6858001"/>
                    <a:gd name="connsiteY77" fmla="*/ 577526 h 874716"/>
                    <a:gd name="connsiteX78" fmla="*/ 5760873 w 6858001"/>
                    <a:gd name="connsiteY78" fmla="*/ 586291 h 874716"/>
                    <a:gd name="connsiteX79" fmla="*/ 5883751 w 6858001"/>
                    <a:gd name="connsiteY79" fmla="*/ 674686 h 874716"/>
                    <a:gd name="connsiteX80" fmla="*/ 5935949 w 6858001"/>
                    <a:gd name="connsiteY80" fmla="*/ 692592 h 874716"/>
                    <a:gd name="connsiteX81" fmla="*/ 5993291 w 6858001"/>
                    <a:gd name="connsiteY81" fmla="*/ 688972 h 874716"/>
                    <a:gd name="connsiteX82" fmla="*/ 6026440 w 6858001"/>
                    <a:gd name="connsiteY82" fmla="*/ 682496 h 874716"/>
                    <a:gd name="connsiteX83" fmla="*/ 6108738 w 6858001"/>
                    <a:gd name="connsiteY83" fmla="*/ 626296 h 874716"/>
                    <a:gd name="connsiteX84" fmla="*/ 6155602 w 6858001"/>
                    <a:gd name="connsiteY84" fmla="*/ 628202 h 874716"/>
                    <a:gd name="connsiteX85" fmla="*/ 6228756 w 6858001"/>
                    <a:gd name="connsiteY85" fmla="*/ 666873 h 874716"/>
                    <a:gd name="connsiteX86" fmla="*/ 6361539 w 6858001"/>
                    <a:gd name="connsiteY86" fmla="*/ 684210 h 874716"/>
                    <a:gd name="connsiteX87" fmla="*/ 6428979 w 6858001"/>
                    <a:gd name="connsiteY87" fmla="*/ 630106 h 874716"/>
                    <a:gd name="connsiteX88" fmla="*/ 6463840 w 6858001"/>
                    <a:gd name="connsiteY88" fmla="*/ 578098 h 874716"/>
                    <a:gd name="connsiteX89" fmla="*/ 6564620 w 6858001"/>
                    <a:gd name="connsiteY89" fmla="*/ 517708 h 874716"/>
                    <a:gd name="connsiteX90" fmla="*/ 6588625 w 6858001"/>
                    <a:gd name="connsiteY90" fmla="*/ 540187 h 874716"/>
                    <a:gd name="connsiteX91" fmla="*/ 6662541 w 6858001"/>
                    <a:gd name="connsiteY91" fmla="*/ 549714 h 874716"/>
                    <a:gd name="connsiteX92" fmla="*/ 6742552 w 6858001"/>
                    <a:gd name="connsiteY92" fmla="*/ 548952 h 874716"/>
                    <a:gd name="connsiteX93" fmla="*/ 6812063 w 6858001"/>
                    <a:gd name="connsiteY93" fmla="*/ 568430 h 874716"/>
                    <a:gd name="connsiteX94" fmla="*/ 6858001 w 6858001"/>
                    <a:gd name="connsiteY94" fmla="*/ 562267 h 874716"/>
                    <a:gd name="connsiteX95" fmla="*/ 6858001 w 6858001"/>
                    <a:gd name="connsiteY95" fmla="*/ 734520 h 874716"/>
                    <a:gd name="connsiteX96" fmla="*/ 6815516 w 6858001"/>
                    <a:gd name="connsiteY96" fmla="*/ 744220 h 874716"/>
                    <a:gd name="connsiteX97" fmla="*/ 6748458 w 6858001"/>
                    <a:gd name="connsiteY97" fmla="*/ 763271 h 874716"/>
                    <a:gd name="connsiteX98" fmla="*/ 6584812 w 6858001"/>
                    <a:gd name="connsiteY98" fmla="*/ 784797 h 874716"/>
                    <a:gd name="connsiteX99" fmla="*/ 6415833 w 6858001"/>
                    <a:gd name="connsiteY99" fmla="*/ 805562 h 874716"/>
                    <a:gd name="connsiteX100" fmla="*/ 6323058 w 6858001"/>
                    <a:gd name="connsiteY100" fmla="*/ 812420 h 874716"/>
                    <a:gd name="connsiteX101" fmla="*/ 6242093 w 6858001"/>
                    <a:gd name="connsiteY101" fmla="*/ 823281 h 874716"/>
                    <a:gd name="connsiteX102" fmla="*/ 6171605 w 6858001"/>
                    <a:gd name="connsiteY102" fmla="*/ 830139 h 874716"/>
                    <a:gd name="connsiteX103" fmla="*/ 6059397 w 6858001"/>
                    <a:gd name="connsiteY103" fmla="*/ 844045 h 874716"/>
                    <a:gd name="connsiteX104" fmla="*/ 6012723 w 6858001"/>
                    <a:gd name="connsiteY104" fmla="*/ 847665 h 874716"/>
                    <a:gd name="connsiteX105" fmla="*/ 5902610 w 6858001"/>
                    <a:gd name="connsiteY105" fmla="*/ 847473 h 874716"/>
                    <a:gd name="connsiteX106" fmla="*/ 5864318 w 6858001"/>
                    <a:gd name="connsiteY106" fmla="*/ 845569 h 874716"/>
                    <a:gd name="connsiteX107" fmla="*/ 5790592 w 6858001"/>
                    <a:gd name="connsiteY107" fmla="*/ 821947 h 874716"/>
                    <a:gd name="connsiteX108" fmla="*/ 5781830 w 6858001"/>
                    <a:gd name="connsiteY108" fmla="*/ 820233 h 874716"/>
                    <a:gd name="connsiteX109" fmla="*/ 5733440 w 6858001"/>
                    <a:gd name="connsiteY109" fmla="*/ 810896 h 874716"/>
                    <a:gd name="connsiteX110" fmla="*/ 5706959 w 6858001"/>
                    <a:gd name="connsiteY110" fmla="*/ 807848 h 874716"/>
                    <a:gd name="connsiteX111" fmla="*/ 5606372 w 6858001"/>
                    <a:gd name="connsiteY111" fmla="*/ 788417 h 874716"/>
                    <a:gd name="connsiteX112" fmla="*/ 5548460 w 6858001"/>
                    <a:gd name="connsiteY112" fmla="*/ 779273 h 874716"/>
                    <a:gd name="connsiteX113" fmla="*/ 5501594 w 6858001"/>
                    <a:gd name="connsiteY113" fmla="*/ 780607 h 874716"/>
                    <a:gd name="connsiteX114" fmla="*/ 5419295 w 6858001"/>
                    <a:gd name="connsiteY114" fmla="*/ 782321 h 874716"/>
                    <a:gd name="connsiteX115" fmla="*/ 5393005 w 6858001"/>
                    <a:gd name="connsiteY115" fmla="*/ 786703 h 874716"/>
                    <a:gd name="connsiteX116" fmla="*/ 5274129 w 6858001"/>
                    <a:gd name="connsiteY116" fmla="*/ 774129 h 874716"/>
                    <a:gd name="connsiteX117" fmla="*/ 5206308 w 6858001"/>
                    <a:gd name="connsiteY117" fmla="*/ 773177 h 874716"/>
                    <a:gd name="connsiteX118" fmla="*/ 5129916 w 6858001"/>
                    <a:gd name="connsiteY118" fmla="*/ 757554 h 874716"/>
                    <a:gd name="connsiteX119" fmla="*/ 5107627 w 6858001"/>
                    <a:gd name="connsiteY119" fmla="*/ 758316 h 874716"/>
                    <a:gd name="connsiteX120" fmla="*/ 5082670 w 6858001"/>
                    <a:gd name="connsiteY120" fmla="*/ 759651 h 874716"/>
                    <a:gd name="connsiteX121" fmla="*/ 5006086 w 6858001"/>
                    <a:gd name="connsiteY121" fmla="*/ 760795 h 874716"/>
                    <a:gd name="connsiteX122" fmla="*/ 4959602 w 6858001"/>
                    <a:gd name="connsiteY122" fmla="*/ 766509 h 874716"/>
                    <a:gd name="connsiteX123" fmla="*/ 4871019 w 6858001"/>
                    <a:gd name="connsiteY123" fmla="*/ 763081 h 874716"/>
                    <a:gd name="connsiteX124" fmla="*/ 4838250 w 6858001"/>
                    <a:gd name="connsiteY124" fmla="*/ 768033 h 874716"/>
                    <a:gd name="connsiteX125" fmla="*/ 4755381 w 6858001"/>
                    <a:gd name="connsiteY125" fmla="*/ 768605 h 874716"/>
                    <a:gd name="connsiteX126" fmla="*/ 4681083 w 6858001"/>
                    <a:gd name="connsiteY126" fmla="*/ 765747 h 874716"/>
                    <a:gd name="connsiteX127" fmla="*/ 4609452 w 6858001"/>
                    <a:gd name="connsiteY127" fmla="*/ 767271 h 874716"/>
                    <a:gd name="connsiteX128" fmla="*/ 4558207 w 6858001"/>
                    <a:gd name="connsiteY128" fmla="*/ 773557 h 874716"/>
                    <a:gd name="connsiteX129" fmla="*/ 4502579 w 6858001"/>
                    <a:gd name="connsiteY129" fmla="*/ 777367 h 874716"/>
                    <a:gd name="connsiteX130" fmla="*/ 4349222 w 6858001"/>
                    <a:gd name="connsiteY130" fmla="*/ 800038 h 874716"/>
                    <a:gd name="connsiteX131" fmla="*/ 4320837 w 6858001"/>
                    <a:gd name="connsiteY131" fmla="*/ 794514 h 874716"/>
                    <a:gd name="connsiteX132" fmla="*/ 4159667 w 6858001"/>
                    <a:gd name="connsiteY132" fmla="*/ 789370 h 874716"/>
                    <a:gd name="connsiteX133" fmla="*/ 4124614 w 6858001"/>
                    <a:gd name="connsiteY133" fmla="*/ 789752 h 874716"/>
                    <a:gd name="connsiteX134" fmla="*/ 4030503 w 6858001"/>
                    <a:gd name="connsiteY134" fmla="*/ 767271 h 874716"/>
                    <a:gd name="connsiteX135" fmla="*/ 3885338 w 6858001"/>
                    <a:gd name="connsiteY135" fmla="*/ 802896 h 874716"/>
                    <a:gd name="connsiteX136" fmla="*/ 3749506 w 6858001"/>
                    <a:gd name="connsiteY136" fmla="*/ 847473 h 874716"/>
                    <a:gd name="connsiteX137" fmla="*/ 3732361 w 6858001"/>
                    <a:gd name="connsiteY137" fmla="*/ 853190 h 874716"/>
                    <a:gd name="connsiteX138" fmla="*/ 3683591 w 6858001"/>
                    <a:gd name="connsiteY138" fmla="*/ 862906 h 874716"/>
                    <a:gd name="connsiteX139" fmla="*/ 3623201 w 6858001"/>
                    <a:gd name="connsiteY139" fmla="*/ 866334 h 874716"/>
                    <a:gd name="connsiteX140" fmla="*/ 3546617 w 6858001"/>
                    <a:gd name="connsiteY140" fmla="*/ 874716 h 874716"/>
                    <a:gd name="connsiteX141" fmla="*/ 3485275 w 6858001"/>
                    <a:gd name="connsiteY141" fmla="*/ 864238 h 874716"/>
                    <a:gd name="connsiteX142" fmla="*/ 3399546 w 6858001"/>
                    <a:gd name="connsiteY142" fmla="*/ 848618 h 874716"/>
                    <a:gd name="connsiteX143" fmla="*/ 3318771 w 6858001"/>
                    <a:gd name="connsiteY143" fmla="*/ 833757 h 874716"/>
                    <a:gd name="connsiteX144" fmla="*/ 3293244 w 6858001"/>
                    <a:gd name="connsiteY144" fmla="*/ 851284 h 874716"/>
                    <a:gd name="connsiteX145" fmla="*/ 3253809 w 6858001"/>
                    <a:gd name="connsiteY145" fmla="*/ 866524 h 874716"/>
                    <a:gd name="connsiteX146" fmla="*/ 3209993 w 6858001"/>
                    <a:gd name="connsiteY146" fmla="*/ 848235 h 874716"/>
                    <a:gd name="connsiteX147" fmla="*/ 3107500 w 6858001"/>
                    <a:gd name="connsiteY147" fmla="*/ 810326 h 874716"/>
                    <a:gd name="connsiteX148" fmla="*/ 3042728 w 6858001"/>
                    <a:gd name="connsiteY148" fmla="*/ 808610 h 874716"/>
                    <a:gd name="connsiteX149" fmla="*/ 2901943 w 6858001"/>
                    <a:gd name="connsiteY149" fmla="*/ 792418 h 874716"/>
                    <a:gd name="connsiteX150" fmla="*/ 2809930 w 6858001"/>
                    <a:gd name="connsiteY150" fmla="*/ 769367 h 874716"/>
                    <a:gd name="connsiteX151" fmla="*/ 2743826 w 6858001"/>
                    <a:gd name="connsiteY151" fmla="*/ 743268 h 874716"/>
                    <a:gd name="connsiteX152" fmla="*/ 2649143 w 6858001"/>
                    <a:gd name="connsiteY152" fmla="*/ 709167 h 874716"/>
                    <a:gd name="connsiteX153" fmla="*/ 2554079 w 6858001"/>
                    <a:gd name="connsiteY153" fmla="*/ 691450 h 874716"/>
                    <a:gd name="connsiteX154" fmla="*/ 2485307 w 6858001"/>
                    <a:gd name="connsiteY154" fmla="*/ 669160 h 874716"/>
                    <a:gd name="connsiteX155" fmla="*/ 2401292 w 6858001"/>
                    <a:gd name="connsiteY155" fmla="*/ 653919 h 874716"/>
                    <a:gd name="connsiteX156" fmla="*/ 2330806 w 6858001"/>
                    <a:gd name="connsiteY156" fmla="*/ 653349 h 874716"/>
                    <a:gd name="connsiteX157" fmla="*/ 2220312 w 6858001"/>
                    <a:gd name="connsiteY157" fmla="*/ 656015 h 874716"/>
                    <a:gd name="connsiteX158" fmla="*/ 2085054 w 6858001"/>
                    <a:gd name="connsiteY158" fmla="*/ 609914 h 874716"/>
                    <a:gd name="connsiteX159" fmla="*/ 2030378 w 6858001"/>
                    <a:gd name="connsiteY159" fmla="*/ 599625 h 874716"/>
                    <a:gd name="connsiteX160" fmla="*/ 1978940 w 6858001"/>
                    <a:gd name="connsiteY160" fmla="*/ 594863 h 874716"/>
                    <a:gd name="connsiteX161" fmla="*/ 1869780 w 6858001"/>
                    <a:gd name="connsiteY161" fmla="*/ 564192 h 874716"/>
                    <a:gd name="connsiteX162" fmla="*/ 1825393 w 6858001"/>
                    <a:gd name="connsiteY162" fmla="*/ 554094 h 874716"/>
                    <a:gd name="connsiteX163" fmla="*/ 1763287 w 6858001"/>
                    <a:gd name="connsiteY163" fmla="*/ 554286 h 874716"/>
                    <a:gd name="connsiteX164" fmla="*/ 1650317 w 6858001"/>
                    <a:gd name="connsiteY164" fmla="*/ 540187 h 874716"/>
                    <a:gd name="connsiteX165" fmla="*/ 1537537 w 6858001"/>
                    <a:gd name="connsiteY165" fmla="*/ 499038 h 874716"/>
                    <a:gd name="connsiteX166" fmla="*/ 1489720 w 6858001"/>
                    <a:gd name="connsiteY166" fmla="*/ 503038 h 874716"/>
                    <a:gd name="connsiteX167" fmla="*/ 1472575 w 6858001"/>
                    <a:gd name="connsiteY167" fmla="*/ 502086 h 874716"/>
                    <a:gd name="connsiteX168" fmla="*/ 1318456 w 6858001"/>
                    <a:gd name="connsiteY168" fmla="*/ 479415 h 874716"/>
                    <a:gd name="connsiteX169" fmla="*/ 1303024 w 6858001"/>
                    <a:gd name="connsiteY169" fmla="*/ 476939 h 874716"/>
                    <a:gd name="connsiteX170" fmla="*/ 1230633 w 6858001"/>
                    <a:gd name="connsiteY170" fmla="*/ 456746 h 874716"/>
                    <a:gd name="connsiteX171" fmla="*/ 1048125 w 6858001"/>
                    <a:gd name="connsiteY171" fmla="*/ 444172 h 874716"/>
                    <a:gd name="connsiteX172" fmla="*/ 1036887 w 6858001"/>
                    <a:gd name="connsiteY172" fmla="*/ 442648 h 874716"/>
                    <a:gd name="connsiteX173" fmla="*/ 975733 w 6858001"/>
                    <a:gd name="connsiteY173" fmla="*/ 452744 h 874716"/>
                    <a:gd name="connsiteX174" fmla="*/ 945444 w 6858001"/>
                    <a:gd name="connsiteY174" fmla="*/ 467033 h 874716"/>
                    <a:gd name="connsiteX175" fmla="*/ 898198 w 6858001"/>
                    <a:gd name="connsiteY175" fmla="*/ 481893 h 874716"/>
                    <a:gd name="connsiteX176" fmla="*/ 850189 w 6858001"/>
                    <a:gd name="connsiteY176" fmla="*/ 487417 h 874716"/>
                    <a:gd name="connsiteX177" fmla="*/ 769605 w 6858001"/>
                    <a:gd name="connsiteY177" fmla="*/ 464937 h 874716"/>
                    <a:gd name="connsiteX178" fmla="*/ 740268 w 6858001"/>
                    <a:gd name="connsiteY178" fmla="*/ 462651 h 874716"/>
                    <a:gd name="connsiteX179" fmla="*/ 674923 w 6858001"/>
                    <a:gd name="connsiteY179" fmla="*/ 451792 h 874716"/>
                    <a:gd name="connsiteX180" fmla="*/ 617772 w 6858001"/>
                    <a:gd name="connsiteY180" fmla="*/ 452554 h 874716"/>
                    <a:gd name="connsiteX181" fmla="*/ 571860 w 6858001"/>
                    <a:gd name="connsiteY181" fmla="*/ 469891 h 874716"/>
                    <a:gd name="connsiteX182" fmla="*/ 505182 w 6858001"/>
                    <a:gd name="connsiteY182" fmla="*/ 473319 h 874716"/>
                    <a:gd name="connsiteX183" fmla="*/ 462126 w 6858001"/>
                    <a:gd name="connsiteY183" fmla="*/ 460747 h 874716"/>
                    <a:gd name="connsiteX184" fmla="*/ 453364 w 6858001"/>
                    <a:gd name="connsiteY184" fmla="*/ 459033 h 874716"/>
                    <a:gd name="connsiteX185" fmla="*/ 340774 w 6858001"/>
                    <a:gd name="connsiteY185" fmla="*/ 458268 h 874716"/>
                    <a:gd name="connsiteX186" fmla="*/ 200182 w 6858001"/>
                    <a:gd name="connsiteY186" fmla="*/ 496180 h 874716"/>
                    <a:gd name="connsiteX187" fmla="*/ 176939 w 6858001"/>
                    <a:gd name="connsiteY187" fmla="*/ 504182 h 874716"/>
                    <a:gd name="connsiteX188" fmla="*/ 63587 w 6858001"/>
                    <a:gd name="connsiteY188" fmla="*/ 518088 h 874716"/>
                    <a:gd name="connsiteX189" fmla="*/ 2817 w 6858001"/>
                    <a:gd name="connsiteY189" fmla="*/ 532187 h 874716"/>
                    <a:gd name="connsiteX190" fmla="*/ 0 w 6858001"/>
                    <a:gd name="connsiteY190" fmla="*/ 533314 h 874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</a:cxnLst>
                  <a:rect l="l" t="t" r="r" b="b"/>
                  <a:pathLst>
                    <a:path w="6858001" h="874716">
                      <a:moveTo>
                        <a:pt x="0" y="533314"/>
                      </a:moveTo>
                      <a:lnTo>
                        <a:pt x="0" y="69206"/>
                      </a:lnTo>
                      <a:lnTo>
                        <a:pt x="21486" y="71924"/>
                      </a:lnTo>
                      <a:cubicBezTo>
                        <a:pt x="92546" y="60493"/>
                        <a:pt x="159604" y="87354"/>
                        <a:pt x="228948" y="88116"/>
                      </a:cubicBezTo>
                      <a:cubicBezTo>
                        <a:pt x="260382" y="88496"/>
                        <a:pt x="291435" y="94592"/>
                        <a:pt x="313533" y="62779"/>
                      </a:cubicBezTo>
                      <a:cubicBezTo>
                        <a:pt x="316389" y="58587"/>
                        <a:pt x="330298" y="60873"/>
                        <a:pt x="338870" y="62207"/>
                      </a:cubicBezTo>
                      <a:cubicBezTo>
                        <a:pt x="357921" y="65066"/>
                        <a:pt x="376781" y="72304"/>
                        <a:pt x="395640" y="72114"/>
                      </a:cubicBezTo>
                      <a:cubicBezTo>
                        <a:pt x="434695" y="71924"/>
                        <a:pt x="473939" y="68876"/>
                        <a:pt x="512802" y="65446"/>
                      </a:cubicBezTo>
                      <a:cubicBezTo>
                        <a:pt x="527470" y="64112"/>
                        <a:pt x="541569" y="58969"/>
                        <a:pt x="556047" y="55349"/>
                      </a:cubicBezTo>
                      <a:cubicBezTo>
                        <a:pt x="564048" y="53253"/>
                        <a:pt x="572622" y="47729"/>
                        <a:pt x="580050" y="48871"/>
                      </a:cubicBezTo>
                      <a:cubicBezTo>
                        <a:pt x="623106" y="55539"/>
                        <a:pt x="662541" y="39157"/>
                        <a:pt x="703308" y="30964"/>
                      </a:cubicBezTo>
                      <a:cubicBezTo>
                        <a:pt x="722169" y="27154"/>
                        <a:pt x="739886" y="18010"/>
                        <a:pt x="758174" y="11724"/>
                      </a:cubicBezTo>
                      <a:cubicBezTo>
                        <a:pt x="762936" y="10008"/>
                        <a:pt x="768271" y="8484"/>
                        <a:pt x="773035" y="8866"/>
                      </a:cubicBezTo>
                      <a:cubicBezTo>
                        <a:pt x="800276" y="11152"/>
                        <a:pt x="827329" y="14390"/>
                        <a:pt x="854379" y="16866"/>
                      </a:cubicBezTo>
                      <a:cubicBezTo>
                        <a:pt x="878956" y="19152"/>
                        <a:pt x="903722" y="19914"/>
                        <a:pt x="915343" y="47919"/>
                      </a:cubicBezTo>
                      <a:cubicBezTo>
                        <a:pt x="917059" y="52301"/>
                        <a:pt x="922773" y="55539"/>
                        <a:pt x="927155" y="58397"/>
                      </a:cubicBezTo>
                      <a:cubicBezTo>
                        <a:pt x="994785" y="102405"/>
                        <a:pt x="1030980" y="101261"/>
                        <a:pt x="1097087" y="54777"/>
                      </a:cubicBezTo>
                      <a:cubicBezTo>
                        <a:pt x="1103945" y="50015"/>
                        <a:pt x="1118613" y="46585"/>
                        <a:pt x="1123185" y="50395"/>
                      </a:cubicBezTo>
                      <a:cubicBezTo>
                        <a:pt x="1162049" y="82020"/>
                        <a:pt x="1204532" y="78590"/>
                        <a:pt x="1249302" y="68684"/>
                      </a:cubicBezTo>
                      <a:cubicBezTo>
                        <a:pt x="1260922" y="66018"/>
                        <a:pt x="1277307" y="66018"/>
                        <a:pt x="1286069" y="72304"/>
                      </a:cubicBezTo>
                      <a:cubicBezTo>
                        <a:pt x="1327790" y="101451"/>
                        <a:pt x="1372560" y="97261"/>
                        <a:pt x="1417899" y="88688"/>
                      </a:cubicBezTo>
                      <a:cubicBezTo>
                        <a:pt x="1424948" y="87354"/>
                        <a:pt x="1433522" y="80114"/>
                        <a:pt x="1436568" y="73448"/>
                      </a:cubicBezTo>
                      <a:cubicBezTo>
                        <a:pt x="1447428" y="49825"/>
                        <a:pt x="1467813" y="41823"/>
                        <a:pt x="1490292" y="35154"/>
                      </a:cubicBezTo>
                      <a:cubicBezTo>
                        <a:pt x="1525727" y="24296"/>
                        <a:pt x="1560588" y="11532"/>
                        <a:pt x="1596213" y="1245"/>
                      </a:cubicBezTo>
                      <a:cubicBezTo>
                        <a:pt x="1604978" y="-1231"/>
                        <a:pt x="1615836" y="293"/>
                        <a:pt x="1624980" y="3150"/>
                      </a:cubicBezTo>
                      <a:cubicBezTo>
                        <a:pt x="1656223" y="12866"/>
                        <a:pt x="1676036" y="37251"/>
                        <a:pt x="1697753" y="59731"/>
                      </a:cubicBezTo>
                      <a:cubicBezTo>
                        <a:pt x="1707279" y="69638"/>
                        <a:pt x="1720423" y="76686"/>
                        <a:pt x="1733188" y="82400"/>
                      </a:cubicBezTo>
                      <a:cubicBezTo>
                        <a:pt x="1766335" y="97071"/>
                        <a:pt x="1800246" y="110215"/>
                        <a:pt x="1833775" y="124121"/>
                      </a:cubicBezTo>
                      <a:cubicBezTo>
                        <a:pt x="1837013" y="125455"/>
                        <a:pt x="1839679" y="128884"/>
                        <a:pt x="1842158" y="131742"/>
                      </a:cubicBezTo>
                      <a:cubicBezTo>
                        <a:pt x="1866922" y="161843"/>
                        <a:pt x="1891497" y="192132"/>
                        <a:pt x="1916454" y="222233"/>
                      </a:cubicBezTo>
                      <a:cubicBezTo>
                        <a:pt x="1921216" y="227947"/>
                        <a:pt x="1928076" y="232139"/>
                        <a:pt x="1933219" y="237663"/>
                      </a:cubicBezTo>
                      <a:cubicBezTo>
                        <a:pt x="1940459" y="245283"/>
                        <a:pt x="1949603" y="252524"/>
                        <a:pt x="1953413" y="261668"/>
                      </a:cubicBezTo>
                      <a:cubicBezTo>
                        <a:pt x="1965224" y="290433"/>
                        <a:pt x="1987894" y="302817"/>
                        <a:pt x="2016469" y="308151"/>
                      </a:cubicBezTo>
                      <a:cubicBezTo>
                        <a:pt x="2042570" y="313104"/>
                        <a:pt x="2068669" y="317296"/>
                        <a:pt x="2094578" y="323010"/>
                      </a:cubicBezTo>
                      <a:cubicBezTo>
                        <a:pt x="2126201" y="329868"/>
                        <a:pt x="2157636" y="337298"/>
                        <a:pt x="2188879" y="345681"/>
                      </a:cubicBezTo>
                      <a:cubicBezTo>
                        <a:pt x="2202404" y="349301"/>
                        <a:pt x="2216692" y="353491"/>
                        <a:pt x="2228314" y="360921"/>
                      </a:cubicBezTo>
                      <a:cubicBezTo>
                        <a:pt x="2260890" y="381496"/>
                        <a:pt x="2295753" y="395402"/>
                        <a:pt x="2334044" y="389878"/>
                      </a:cubicBezTo>
                      <a:cubicBezTo>
                        <a:pt x="2364715" y="385496"/>
                        <a:pt x="2390434" y="396736"/>
                        <a:pt x="2409485" y="414263"/>
                      </a:cubicBezTo>
                      <a:cubicBezTo>
                        <a:pt x="2444158" y="446078"/>
                        <a:pt x="2481305" y="438838"/>
                        <a:pt x="2518264" y="428552"/>
                      </a:cubicBezTo>
                      <a:cubicBezTo>
                        <a:pt x="2537315" y="423217"/>
                        <a:pt x="2552935" y="423979"/>
                        <a:pt x="2571034" y="429122"/>
                      </a:cubicBezTo>
                      <a:cubicBezTo>
                        <a:pt x="2612945" y="441124"/>
                        <a:pt x="2640950" y="473701"/>
                        <a:pt x="2668001" y="502276"/>
                      </a:cubicBezTo>
                      <a:cubicBezTo>
                        <a:pt x="2691054" y="526661"/>
                        <a:pt x="2716963" y="540377"/>
                        <a:pt x="2745348" y="550666"/>
                      </a:cubicBezTo>
                      <a:cubicBezTo>
                        <a:pt x="2781163" y="563810"/>
                        <a:pt x="2809548" y="558858"/>
                        <a:pt x="2826694" y="527233"/>
                      </a:cubicBezTo>
                      <a:cubicBezTo>
                        <a:pt x="2831457" y="518278"/>
                        <a:pt x="2839839" y="507800"/>
                        <a:pt x="2848793" y="505134"/>
                      </a:cubicBezTo>
                      <a:cubicBezTo>
                        <a:pt x="2892037" y="491800"/>
                        <a:pt x="2935854" y="472367"/>
                        <a:pt x="2982148" y="484179"/>
                      </a:cubicBezTo>
                      <a:cubicBezTo>
                        <a:pt x="3046158" y="500372"/>
                        <a:pt x="3108644" y="499420"/>
                        <a:pt x="3172654" y="483417"/>
                      </a:cubicBezTo>
                      <a:cubicBezTo>
                        <a:pt x="3276480" y="457508"/>
                        <a:pt x="3380305" y="430076"/>
                        <a:pt x="3489467" y="435790"/>
                      </a:cubicBezTo>
                      <a:cubicBezTo>
                        <a:pt x="3507563" y="436742"/>
                        <a:pt x="3529090" y="425121"/>
                        <a:pt x="3544713" y="413691"/>
                      </a:cubicBezTo>
                      <a:cubicBezTo>
                        <a:pt x="3574622" y="391974"/>
                        <a:pt x="3573288" y="390258"/>
                        <a:pt x="3606817" y="408167"/>
                      </a:cubicBezTo>
                      <a:cubicBezTo>
                        <a:pt x="3614819" y="412549"/>
                        <a:pt x="3624725" y="415215"/>
                        <a:pt x="3630632" y="421693"/>
                      </a:cubicBezTo>
                      <a:cubicBezTo>
                        <a:pt x="3660731" y="454650"/>
                        <a:pt x="3697880" y="446648"/>
                        <a:pt x="3734837" y="441886"/>
                      </a:cubicBezTo>
                      <a:cubicBezTo>
                        <a:pt x="3741315" y="440934"/>
                        <a:pt x="3749125" y="439600"/>
                        <a:pt x="3754652" y="442268"/>
                      </a:cubicBezTo>
                      <a:cubicBezTo>
                        <a:pt x="3779607" y="454268"/>
                        <a:pt x="3800753" y="450078"/>
                        <a:pt x="3822472" y="433694"/>
                      </a:cubicBezTo>
                      <a:cubicBezTo>
                        <a:pt x="3841331" y="419597"/>
                        <a:pt x="3863049" y="411215"/>
                        <a:pt x="3885338" y="428742"/>
                      </a:cubicBezTo>
                      <a:cubicBezTo>
                        <a:pt x="3934870" y="467605"/>
                        <a:pt x="3987829" y="469509"/>
                        <a:pt x="4043839" y="444934"/>
                      </a:cubicBezTo>
                      <a:cubicBezTo>
                        <a:pt x="4083845" y="427407"/>
                        <a:pt x="4123280" y="423407"/>
                        <a:pt x="4165383" y="441124"/>
                      </a:cubicBezTo>
                      <a:cubicBezTo>
                        <a:pt x="4181576" y="447982"/>
                        <a:pt x="4202531" y="443410"/>
                        <a:pt x="4221391" y="444934"/>
                      </a:cubicBezTo>
                      <a:cubicBezTo>
                        <a:pt x="4232060" y="445696"/>
                        <a:pt x="4243872" y="445886"/>
                        <a:pt x="4253014" y="450650"/>
                      </a:cubicBezTo>
                      <a:cubicBezTo>
                        <a:pt x="4277401" y="462843"/>
                        <a:pt x="4300070" y="478463"/>
                        <a:pt x="4324645" y="490466"/>
                      </a:cubicBezTo>
                      <a:cubicBezTo>
                        <a:pt x="4336457" y="496180"/>
                        <a:pt x="4350554" y="499228"/>
                        <a:pt x="4363890" y="499420"/>
                      </a:cubicBezTo>
                      <a:cubicBezTo>
                        <a:pt x="4403325" y="500372"/>
                        <a:pt x="4442761" y="500372"/>
                        <a:pt x="4482004" y="498658"/>
                      </a:cubicBezTo>
                      <a:cubicBezTo>
                        <a:pt x="4546776" y="495990"/>
                        <a:pt x="4612500" y="495418"/>
                        <a:pt x="4659174" y="438648"/>
                      </a:cubicBezTo>
                      <a:cubicBezTo>
                        <a:pt x="4662986" y="434076"/>
                        <a:pt x="4671176" y="431408"/>
                        <a:pt x="4677655" y="430646"/>
                      </a:cubicBezTo>
                      <a:cubicBezTo>
                        <a:pt x="4707564" y="427027"/>
                        <a:pt x="4738235" y="426645"/>
                        <a:pt x="4767764" y="420739"/>
                      </a:cubicBezTo>
                      <a:cubicBezTo>
                        <a:pt x="4791386" y="415977"/>
                        <a:pt x="4811009" y="417501"/>
                        <a:pt x="4828916" y="434266"/>
                      </a:cubicBezTo>
                      <a:cubicBezTo>
                        <a:pt x="4852348" y="456364"/>
                        <a:pt x="4880925" y="469319"/>
                        <a:pt x="4912168" y="462271"/>
                      </a:cubicBezTo>
                      <a:cubicBezTo>
                        <a:pt x="4943409" y="455412"/>
                        <a:pt x="4963984" y="470271"/>
                        <a:pt x="4987037" y="485703"/>
                      </a:cubicBezTo>
                      <a:cubicBezTo>
                        <a:pt x="5003801" y="496942"/>
                        <a:pt x="5022852" y="511040"/>
                        <a:pt x="5041521" y="512182"/>
                      </a:cubicBezTo>
                      <a:cubicBezTo>
                        <a:pt x="5083814" y="514658"/>
                        <a:pt x="5120201" y="553904"/>
                        <a:pt x="5166113" y="531615"/>
                      </a:cubicBezTo>
                      <a:cubicBezTo>
                        <a:pt x="5169161" y="530091"/>
                        <a:pt x="5174685" y="533901"/>
                        <a:pt x="5179067" y="534853"/>
                      </a:cubicBezTo>
                      <a:cubicBezTo>
                        <a:pt x="5214121" y="542093"/>
                        <a:pt x="5247078" y="535043"/>
                        <a:pt x="5272796" y="511230"/>
                      </a:cubicBezTo>
                      <a:cubicBezTo>
                        <a:pt x="5306516" y="480177"/>
                        <a:pt x="5343855" y="477129"/>
                        <a:pt x="5385384" y="487227"/>
                      </a:cubicBezTo>
                      <a:cubicBezTo>
                        <a:pt x="5398721" y="490466"/>
                        <a:pt x="5412057" y="492752"/>
                        <a:pt x="5425582" y="495418"/>
                      </a:cubicBezTo>
                      <a:cubicBezTo>
                        <a:pt x="5443870" y="499228"/>
                        <a:pt x="5462351" y="503230"/>
                        <a:pt x="5480637" y="507040"/>
                      </a:cubicBezTo>
                      <a:cubicBezTo>
                        <a:pt x="5498356" y="510850"/>
                        <a:pt x="5517979" y="517326"/>
                        <a:pt x="5531693" y="500944"/>
                      </a:cubicBezTo>
                      <a:cubicBezTo>
                        <a:pt x="5543506" y="486845"/>
                        <a:pt x="5551888" y="488179"/>
                        <a:pt x="5562746" y="500372"/>
                      </a:cubicBezTo>
                      <a:cubicBezTo>
                        <a:pt x="5600467" y="543045"/>
                        <a:pt x="5646189" y="569716"/>
                        <a:pt x="5704483" y="571620"/>
                      </a:cubicBezTo>
                      <a:cubicBezTo>
                        <a:pt x="5716485" y="572002"/>
                        <a:pt x="5728678" y="574668"/>
                        <a:pt x="5740488" y="577526"/>
                      </a:cubicBezTo>
                      <a:cubicBezTo>
                        <a:pt x="5747728" y="579241"/>
                        <a:pt x="5756493" y="581147"/>
                        <a:pt x="5760873" y="586291"/>
                      </a:cubicBezTo>
                      <a:cubicBezTo>
                        <a:pt x="5794974" y="625534"/>
                        <a:pt x="5837457" y="652777"/>
                        <a:pt x="5883751" y="674686"/>
                      </a:cubicBezTo>
                      <a:cubicBezTo>
                        <a:pt x="5900323" y="682496"/>
                        <a:pt x="5918042" y="690306"/>
                        <a:pt x="5935949" y="692592"/>
                      </a:cubicBezTo>
                      <a:cubicBezTo>
                        <a:pt x="5954617" y="694878"/>
                        <a:pt x="5974240" y="691068"/>
                        <a:pt x="5993291" y="688972"/>
                      </a:cubicBezTo>
                      <a:cubicBezTo>
                        <a:pt x="6004531" y="687830"/>
                        <a:pt x="6017485" y="688020"/>
                        <a:pt x="6026440" y="682496"/>
                      </a:cubicBezTo>
                      <a:cubicBezTo>
                        <a:pt x="6054825" y="665159"/>
                        <a:pt x="6082258" y="646491"/>
                        <a:pt x="6108738" y="626296"/>
                      </a:cubicBezTo>
                      <a:cubicBezTo>
                        <a:pt x="6131409" y="608960"/>
                        <a:pt x="6135981" y="606483"/>
                        <a:pt x="6155602" y="628202"/>
                      </a:cubicBezTo>
                      <a:cubicBezTo>
                        <a:pt x="6175797" y="650491"/>
                        <a:pt x="6200944" y="662111"/>
                        <a:pt x="6228756" y="666873"/>
                      </a:cubicBezTo>
                      <a:cubicBezTo>
                        <a:pt x="6272764" y="674304"/>
                        <a:pt x="6317151" y="680590"/>
                        <a:pt x="6361539" y="684210"/>
                      </a:cubicBezTo>
                      <a:cubicBezTo>
                        <a:pt x="6401736" y="687448"/>
                        <a:pt x="6420977" y="669922"/>
                        <a:pt x="6428979" y="630106"/>
                      </a:cubicBezTo>
                      <a:cubicBezTo>
                        <a:pt x="6433551" y="608007"/>
                        <a:pt x="6439458" y="584003"/>
                        <a:pt x="6463840" y="578098"/>
                      </a:cubicBezTo>
                      <a:cubicBezTo>
                        <a:pt x="6503658" y="568572"/>
                        <a:pt x="6544997" y="564382"/>
                        <a:pt x="6564620" y="517708"/>
                      </a:cubicBezTo>
                      <a:cubicBezTo>
                        <a:pt x="6575478" y="527995"/>
                        <a:pt x="6582146" y="534091"/>
                        <a:pt x="6588625" y="540187"/>
                      </a:cubicBezTo>
                      <a:cubicBezTo>
                        <a:pt x="6606531" y="557142"/>
                        <a:pt x="6643678" y="564382"/>
                        <a:pt x="6662541" y="549714"/>
                      </a:cubicBezTo>
                      <a:cubicBezTo>
                        <a:pt x="6690354" y="528377"/>
                        <a:pt x="6715883" y="532377"/>
                        <a:pt x="6742552" y="548952"/>
                      </a:cubicBezTo>
                      <a:cubicBezTo>
                        <a:pt x="6764841" y="562668"/>
                        <a:pt x="6788417" y="567954"/>
                        <a:pt x="6812063" y="568430"/>
                      </a:cubicBezTo>
                      <a:lnTo>
                        <a:pt x="6858001" y="562267"/>
                      </a:lnTo>
                      <a:lnTo>
                        <a:pt x="6858001" y="734520"/>
                      </a:lnTo>
                      <a:lnTo>
                        <a:pt x="6815516" y="744220"/>
                      </a:lnTo>
                      <a:cubicBezTo>
                        <a:pt x="6793035" y="749744"/>
                        <a:pt x="6771319" y="759651"/>
                        <a:pt x="6748458" y="763271"/>
                      </a:cubicBezTo>
                      <a:cubicBezTo>
                        <a:pt x="6694164" y="771843"/>
                        <a:pt x="6639488" y="777939"/>
                        <a:pt x="6584812" y="784797"/>
                      </a:cubicBezTo>
                      <a:cubicBezTo>
                        <a:pt x="6528424" y="791846"/>
                        <a:pt x="6472225" y="799276"/>
                        <a:pt x="6415833" y="805562"/>
                      </a:cubicBezTo>
                      <a:cubicBezTo>
                        <a:pt x="6384972" y="808802"/>
                        <a:pt x="6353919" y="809372"/>
                        <a:pt x="6323058" y="812420"/>
                      </a:cubicBezTo>
                      <a:cubicBezTo>
                        <a:pt x="6296005" y="815088"/>
                        <a:pt x="6269144" y="820041"/>
                        <a:pt x="6242093" y="823281"/>
                      </a:cubicBezTo>
                      <a:cubicBezTo>
                        <a:pt x="6218660" y="825947"/>
                        <a:pt x="6195037" y="827471"/>
                        <a:pt x="6171605" y="830139"/>
                      </a:cubicBezTo>
                      <a:cubicBezTo>
                        <a:pt x="6134075" y="834519"/>
                        <a:pt x="6096736" y="839473"/>
                        <a:pt x="6059397" y="844045"/>
                      </a:cubicBezTo>
                      <a:cubicBezTo>
                        <a:pt x="6043776" y="845759"/>
                        <a:pt x="6027392" y="850522"/>
                        <a:pt x="6012723" y="847665"/>
                      </a:cubicBezTo>
                      <a:cubicBezTo>
                        <a:pt x="5975764" y="840425"/>
                        <a:pt x="5939377" y="842521"/>
                        <a:pt x="5902610" y="847473"/>
                      </a:cubicBezTo>
                      <a:cubicBezTo>
                        <a:pt x="5890037" y="849190"/>
                        <a:pt x="5876511" y="848808"/>
                        <a:pt x="5864318" y="845569"/>
                      </a:cubicBezTo>
                      <a:cubicBezTo>
                        <a:pt x="5839361" y="839091"/>
                        <a:pt x="5815169" y="829947"/>
                        <a:pt x="5790592" y="821947"/>
                      </a:cubicBezTo>
                      <a:cubicBezTo>
                        <a:pt x="5787924" y="820995"/>
                        <a:pt x="5784686" y="820803"/>
                        <a:pt x="5781830" y="820233"/>
                      </a:cubicBezTo>
                      <a:cubicBezTo>
                        <a:pt x="5765635" y="816992"/>
                        <a:pt x="5749634" y="813754"/>
                        <a:pt x="5733440" y="810896"/>
                      </a:cubicBezTo>
                      <a:cubicBezTo>
                        <a:pt x="5724678" y="809372"/>
                        <a:pt x="5715723" y="809182"/>
                        <a:pt x="5706959" y="807848"/>
                      </a:cubicBezTo>
                      <a:cubicBezTo>
                        <a:pt x="5673050" y="802514"/>
                        <a:pt x="5635711" y="811468"/>
                        <a:pt x="5606372" y="788417"/>
                      </a:cubicBezTo>
                      <a:cubicBezTo>
                        <a:pt x="5587321" y="773557"/>
                        <a:pt x="5568842" y="776987"/>
                        <a:pt x="5548460" y="779273"/>
                      </a:cubicBezTo>
                      <a:cubicBezTo>
                        <a:pt x="5533027" y="780987"/>
                        <a:pt x="5517215" y="780415"/>
                        <a:pt x="5501594" y="780607"/>
                      </a:cubicBezTo>
                      <a:cubicBezTo>
                        <a:pt x="5474161" y="781177"/>
                        <a:pt x="5446728" y="781369"/>
                        <a:pt x="5419295" y="782321"/>
                      </a:cubicBezTo>
                      <a:cubicBezTo>
                        <a:pt x="5410531" y="782701"/>
                        <a:pt x="5401579" y="787465"/>
                        <a:pt x="5393005" y="786703"/>
                      </a:cubicBezTo>
                      <a:cubicBezTo>
                        <a:pt x="5353379" y="783083"/>
                        <a:pt x="5313754" y="777367"/>
                        <a:pt x="5274129" y="774129"/>
                      </a:cubicBezTo>
                      <a:cubicBezTo>
                        <a:pt x="5251650" y="772225"/>
                        <a:pt x="5228597" y="775843"/>
                        <a:pt x="5206308" y="773177"/>
                      </a:cubicBezTo>
                      <a:cubicBezTo>
                        <a:pt x="5180591" y="770129"/>
                        <a:pt x="5155445" y="762319"/>
                        <a:pt x="5129916" y="757554"/>
                      </a:cubicBezTo>
                      <a:cubicBezTo>
                        <a:pt x="5122867" y="756222"/>
                        <a:pt x="5115057" y="757936"/>
                        <a:pt x="5107627" y="758316"/>
                      </a:cubicBezTo>
                      <a:cubicBezTo>
                        <a:pt x="5099245" y="758699"/>
                        <a:pt x="5091052" y="759461"/>
                        <a:pt x="5082670" y="759651"/>
                      </a:cubicBezTo>
                      <a:cubicBezTo>
                        <a:pt x="5057141" y="760033"/>
                        <a:pt x="5031614" y="759461"/>
                        <a:pt x="5006086" y="760795"/>
                      </a:cubicBezTo>
                      <a:cubicBezTo>
                        <a:pt x="4990465" y="761557"/>
                        <a:pt x="4974082" y="769367"/>
                        <a:pt x="4959602" y="766509"/>
                      </a:cubicBezTo>
                      <a:cubicBezTo>
                        <a:pt x="4930075" y="760985"/>
                        <a:pt x="4900546" y="773367"/>
                        <a:pt x="4871019" y="763081"/>
                      </a:cubicBezTo>
                      <a:cubicBezTo>
                        <a:pt x="4861873" y="760033"/>
                        <a:pt x="4849300" y="767653"/>
                        <a:pt x="4838250" y="768033"/>
                      </a:cubicBezTo>
                      <a:cubicBezTo>
                        <a:pt x="4810627" y="768985"/>
                        <a:pt x="4783004" y="768795"/>
                        <a:pt x="4755381" y="768605"/>
                      </a:cubicBezTo>
                      <a:cubicBezTo>
                        <a:pt x="4730614" y="768415"/>
                        <a:pt x="4704895" y="771081"/>
                        <a:pt x="4681083" y="765747"/>
                      </a:cubicBezTo>
                      <a:cubicBezTo>
                        <a:pt x="4656126" y="760033"/>
                        <a:pt x="4633647" y="760795"/>
                        <a:pt x="4609452" y="767271"/>
                      </a:cubicBezTo>
                      <a:cubicBezTo>
                        <a:pt x="4592878" y="771653"/>
                        <a:pt x="4575351" y="772225"/>
                        <a:pt x="4558207" y="773557"/>
                      </a:cubicBezTo>
                      <a:cubicBezTo>
                        <a:pt x="4539728" y="775081"/>
                        <a:pt x="4519343" y="771081"/>
                        <a:pt x="4502579" y="777367"/>
                      </a:cubicBezTo>
                      <a:cubicBezTo>
                        <a:pt x="4452665" y="796038"/>
                        <a:pt x="4401419" y="800038"/>
                        <a:pt x="4349222" y="800038"/>
                      </a:cubicBezTo>
                      <a:cubicBezTo>
                        <a:pt x="4339695" y="800038"/>
                        <a:pt x="4329979" y="797372"/>
                        <a:pt x="4320837" y="794514"/>
                      </a:cubicBezTo>
                      <a:cubicBezTo>
                        <a:pt x="4267493" y="777367"/>
                        <a:pt x="4213961" y="778891"/>
                        <a:pt x="4159667" y="789370"/>
                      </a:cubicBezTo>
                      <a:cubicBezTo>
                        <a:pt x="4148427" y="791656"/>
                        <a:pt x="4135854" y="792038"/>
                        <a:pt x="4124614" y="789752"/>
                      </a:cubicBezTo>
                      <a:cubicBezTo>
                        <a:pt x="4092989" y="783083"/>
                        <a:pt x="4062318" y="772033"/>
                        <a:pt x="4030503" y="767271"/>
                      </a:cubicBezTo>
                      <a:cubicBezTo>
                        <a:pt x="3977925" y="759461"/>
                        <a:pt x="3932394" y="785749"/>
                        <a:pt x="3885338" y="802896"/>
                      </a:cubicBezTo>
                      <a:cubicBezTo>
                        <a:pt x="3840569" y="819089"/>
                        <a:pt x="3802467" y="855666"/>
                        <a:pt x="3749506" y="847473"/>
                      </a:cubicBezTo>
                      <a:cubicBezTo>
                        <a:pt x="3744173" y="846711"/>
                        <a:pt x="3738267" y="851856"/>
                        <a:pt x="3732361" y="853190"/>
                      </a:cubicBezTo>
                      <a:cubicBezTo>
                        <a:pt x="3716168" y="856810"/>
                        <a:pt x="3699976" y="861190"/>
                        <a:pt x="3683591" y="862906"/>
                      </a:cubicBezTo>
                      <a:cubicBezTo>
                        <a:pt x="3663589" y="865192"/>
                        <a:pt x="3643204" y="864430"/>
                        <a:pt x="3623201" y="866334"/>
                      </a:cubicBezTo>
                      <a:cubicBezTo>
                        <a:pt x="3597482" y="868620"/>
                        <a:pt x="3572146" y="874716"/>
                        <a:pt x="3546617" y="874716"/>
                      </a:cubicBezTo>
                      <a:cubicBezTo>
                        <a:pt x="3526042" y="874716"/>
                        <a:pt x="3505657" y="867668"/>
                        <a:pt x="3485275" y="864238"/>
                      </a:cubicBezTo>
                      <a:cubicBezTo>
                        <a:pt x="3456508" y="859476"/>
                        <a:pt x="3424883" y="860810"/>
                        <a:pt x="3399546" y="848618"/>
                      </a:cubicBezTo>
                      <a:cubicBezTo>
                        <a:pt x="3372495" y="835663"/>
                        <a:pt x="3346776" y="829757"/>
                        <a:pt x="3318771" y="833757"/>
                      </a:cubicBezTo>
                      <a:cubicBezTo>
                        <a:pt x="3309437" y="835091"/>
                        <a:pt x="3297434" y="843093"/>
                        <a:pt x="3293244" y="851284"/>
                      </a:cubicBezTo>
                      <a:cubicBezTo>
                        <a:pt x="3283908" y="869572"/>
                        <a:pt x="3271145" y="872812"/>
                        <a:pt x="3253809" y="866524"/>
                      </a:cubicBezTo>
                      <a:cubicBezTo>
                        <a:pt x="3238758" y="861190"/>
                        <a:pt x="3220280" y="858524"/>
                        <a:pt x="3209993" y="848235"/>
                      </a:cubicBezTo>
                      <a:cubicBezTo>
                        <a:pt x="3180844" y="819089"/>
                        <a:pt x="3143695" y="818136"/>
                        <a:pt x="3107500" y="810326"/>
                      </a:cubicBezTo>
                      <a:cubicBezTo>
                        <a:pt x="3085403" y="805562"/>
                        <a:pt x="3064827" y="805372"/>
                        <a:pt x="3042728" y="808610"/>
                      </a:cubicBezTo>
                      <a:cubicBezTo>
                        <a:pt x="2994722" y="815850"/>
                        <a:pt x="2948047" y="805562"/>
                        <a:pt x="2901943" y="792418"/>
                      </a:cubicBezTo>
                      <a:cubicBezTo>
                        <a:pt x="2871462" y="783655"/>
                        <a:pt x="2840219" y="778321"/>
                        <a:pt x="2809930" y="769367"/>
                      </a:cubicBezTo>
                      <a:cubicBezTo>
                        <a:pt x="2787259" y="762509"/>
                        <a:pt x="2764590" y="754316"/>
                        <a:pt x="2743826" y="743268"/>
                      </a:cubicBezTo>
                      <a:cubicBezTo>
                        <a:pt x="2713723" y="727073"/>
                        <a:pt x="2687436" y="702689"/>
                        <a:pt x="2649143" y="709167"/>
                      </a:cubicBezTo>
                      <a:cubicBezTo>
                        <a:pt x="2615421" y="714881"/>
                        <a:pt x="2584942" y="702881"/>
                        <a:pt x="2554079" y="691450"/>
                      </a:cubicBezTo>
                      <a:cubicBezTo>
                        <a:pt x="2531409" y="683068"/>
                        <a:pt x="2508742" y="674494"/>
                        <a:pt x="2485307" y="669160"/>
                      </a:cubicBezTo>
                      <a:cubicBezTo>
                        <a:pt x="2457492" y="662873"/>
                        <a:pt x="2426059" y="665541"/>
                        <a:pt x="2401292" y="653919"/>
                      </a:cubicBezTo>
                      <a:cubicBezTo>
                        <a:pt x="2375383" y="641727"/>
                        <a:pt x="2353859" y="649919"/>
                        <a:pt x="2330806" y="653349"/>
                      </a:cubicBezTo>
                      <a:cubicBezTo>
                        <a:pt x="2294039" y="658683"/>
                        <a:pt x="2257459" y="668590"/>
                        <a:pt x="2220312" y="656015"/>
                      </a:cubicBezTo>
                      <a:cubicBezTo>
                        <a:pt x="2175163" y="640775"/>
                        <a:pt x="2130393" y="624392"/>
                        <a:pt x="2085054" y="609914"/>
                      </a:cubicBezTo>
                      <a:cubicBezTo>
                        <a:pt x="2067525" y="604387"/>
                        <a:pt x="2048668" y="602101"/>
                        <a:pt x="2030378" y="599625"/>
                      </a:cubicBezTo>
                      <a:cubicBezTo>
                        <a:pt x="2013043" y="597529"/>
                        <a:pt x="1992279" y="602863"/>
                        <a:pt x="1978940" y="594863"/>
                      </a:cubicBezTo>
                      <a:cubicBezTo>
                        <a:pt x="1944649" y="574288"/>
                        <a:pt x="1909408" y="564192"/>
                        <a:pt x="1869780" y="564192"/>
                      </a:cubicBezTo>
                      <a:cubicBezTo>
                        <a:pt x="1854920" y="564192"/>
                        <a:pt x="1840441" y="555618"/>
                        <a:pt x="1825393" y="554094"/>
                      </a:cubicBezTo>
                      <a:cubicBezTo>
                        <a:pt x="1804816" y="552190"/>
                        <a:pt x="1781194" y="547045"/>
                        <a:pt x="1763287" y="554286"/>
                      </a:cubicBezTo>
                      <a:cubicBezTo>
                        <a:pt x="1721185" y="571430"/>
                        <a:pt x="1687086" y="557142"/>
                        <a:pt x="1650317" y="540187"/>
                      </a:cubicBezTo>
                      <a:cubicBezTo>
                        <a:pt x="1614120" y="523423"/>
                        <a:pt x="1576019" y="510088"/>
                        <a:pt x="1537537" y="499038"/>
                      </a:cubicBezTo>
                      <a:cubicBezTo>
                        <a:pt x="1523059" y="495038"/>
                        <a:pt x="1505724" y="501706"/>
                        <a:pt x="1489720" y="503038"/>
                      </a:cubicBezTo>
                      <a:cubicBezTo>
                        <a:pt x="1484004" y="503420"/>
                        <a:pt x="1477717" y="503992"/>
                        <a:pt x="1472575" y="502086"/>
                      </a:cubicBezTo>
                      <a:cubicBezTo>
                        <a:pt x="1422854" y="483797"/>
                        <a:pt x="1372368" y="469891"/>
                        <a:pt x="1318456" y="479415"/>
                      </a:cubicBezTo>
                      <a:cubicBezTo>
                        <a:pt x="1313504" y="480369"/>
                        <a:pt x="1307978" y="478273"/>
                        <a:pt x="1303024" y="476939"/>
                      </a:cubicBezTo>
                      <a:cubicBezTo>
                        <a:pt x="1278829" y="470081"/>
                        <a:pt x="1255206" y="459223"/>
                        <a:pt x="1230633" y="456746"/>
                      </a:cubicBezTo>
                      <a:cubicBezTo>
                        <a:pt x="1170051" y="450650"/>
                        <a:pt x="1109091" y="448172"/>
                        <a:pt x="1048125" y="444172"/>
                      </a:cubicBezTo>
                      <a:cubicBezTo>
                        <a:pt x="1044315" y="443982"/>
                        <a:pt x="1040315" y="443982"/>
                        <a:pt x="1036887" y="442648"/>
                      </a:cubicBezTo>
                      <a:cubicBezTo>
                        <a:pt x="1014406" y="434456"/>
                        <a:pt x="994785" y="437124"/>
                        <a:pt x="975733" y="452744"/>
                      </a:cubicBezTo>
                      <a:cubicBezTo>
                        <a:pt x="967350" y="459603"/>
                        <a:pt x="955920" y="463223"/>
                        <a:pt x="945444" y="467033"/>
                      </a:cubicBezTo>
                      <a:cubicBezTo>
                        <a:pt x="930011" y="472749"/>
                        <a:pt x="914200" y="478273"/>
                        <a:pt x="898198" y="481893"/>
                      </a:cubicBezTo>
                      <a:cubicBezTo>
                        <a:pt x="882384" y="485321"/>
                        <a:pt x="865430" y="490084"/>
                        <a:pt x="850189" y="487417"/>
                      </a:cubicBezTo>
                      <a:cubicBezTo>
                        <a:pt x="822756" y="482655"/>
                        <a:pt x="796655" y="471987"/>
                        <a:pt x="769605" y="464937"/>
                      </a:cubicBezTo>
                      <a:cubicBezTo>
                        <a:pt x="760270" y="462461"/>
                        <a:pt x="749982" y="462843"/>
                        <a:pt x="740268" y="462651"/>
                      </a:cubicBezTo>
                      <a:cubicBezTo>
                        <a:pt x="717977" y="462081"/>
                        <a:pt x="695116" y="467605"/>
                        <a:pt x="674923" y="451792"/>
                      </a:cubicBezTo>
                      <a:cubicBezTo>
                        <a:pt x="656255" y="436934"/>
                        <a:pt x="637392" y="441314"/>
                        <a:pt x="617772" y="452554"/>
                      </a:cubicBezTo>
                      <a:cubicBezTo>
                        <a:pt x="603673" y="460557"/>
                        <a:pt x="587672" y="466843"/>
                        <a:pt x="571860" y="469891"/>
                      </a:cubicBezTo>
                      <a:cubicBezTo>
                        <a:pt x="550141" y="474081"/>
                        <a:pt x="528615" y="475797"/>
                        <a:pt x="505182" y="473319"/>
                      </a:cubicBezTo>
                      <a:cubicBezTo>
                        <a:pt x="488607" y="471605"/>
                        <a:pt x="475081" y="470843"/>
                        <a:pt x="462126" y="460747"/>
                      </a:cubicBezTo>
                      <a:cubicBezTo>
                        <a:pt x="460032" y="459223"/>
                        <a:pt x="456222" y="458841"/>
                        <a:pt x="453364" y="459033"/>
                      </a:cubicBezTo>
                      <a:cubicBezTo>
                        <a:pt x="415835" y="462271"/>
                        <a:pt x="378686" y="460557"/>
                        <a:pt x="340774" y="458268"/>
                      </a:cubicBezTo>
                      <a:cubicBezTo>
                        <a:pt x="292579" y="455222"/>
                        <a:pt x="241901" y="464175"/>
                        <a:pt x="200182" y="496180"/>
                      </a:cubicBezTo>
                      <a:cubicBezTo>
                        <a:pt x="194085" y="500944"/>
                        <a:pt x="184941" y="503038"/>
                        <a:pt x="176939" y="504182"/>
                      </a:cubicBezTo>
                      <a:cubicBezTo>
                        <a:pt x="139219" y="509134"/>
                        <a:pt x="101308" y="512564"/>
                        <a:pt x="63587" y="518088"/>
                      </a:cubicBezTo>
                      <a:cubicBezTo>
                        <a:pt x="43012" y="521137"/>
                        <a:pt x="21486" y="523805"/>
                        <a:pt x="2817" y="532187"/>
                      </a:cubicBezTo>
                      <a:lnTo>
                        <a:pt x="0" y="533314"/>
                      </a:lnTo>
                      <a:close/>
                    </a:path>
                  </a:pathLst>
                </a:cu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2" name="Rubrik 1">
            <a:extLst>
              <a:ext uri="{FF2B5EF4-FFF2-40B4-BE49-F238E27FC236}">
                <a16:creationId xmlns:a16="http://schemas.microsoft.com/office/drawing/2014/main" id="{F3A63458-81CF-FE99-0166-7F8A3FD7BD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7088" y="1641752"/>
            <a:ext cx="2655887" cy="3213277"/>
          </a:xfrm>
        </p:spPr>
        <p:txBody>
          <a:bodyPr anchor="t">
            <a:normAutofit/>
          </a:bodyPr>
          <a:lstStyle/>
          <a:p>
            <a:r>
              <a:rPr lang="sv-SE" sz="3400">
                <a:ea typeface="+mj-lt"/>
                <a:cs typeface="+mj-lt"/>
              </a:rPr>
              <a:t>Steg 3 – Skapa install_iis.yml</a:t>
            </a:r>
            <a:endParaRPr lang="sv-SE" sz="3400"/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63EAF98C-1E0A-8827-17DE-8DB61387CC2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52624" y="24"/>
            <a:ext cx="7438670" cy="6859535"/>
          </a:xfrm>
        </p:spPr>
        <p:txBody>
          <a:bodyPr vert="horz" lIns="91440" tIns="45720" rIns="91440" bIns="45720" rtlCol="0" anchor="t">
            <a:noAutofit/>
          </a:bodyPr>
          <a:lstStyle/>
          <a:p>
            <a:pPr>
              <a:buNone/>
            </a:pPr>
            <a:r>
              <a:rPr lang="sv-SE" sz="1400">
                <a:solidFill>
                  <a:srgbClr val="0F1115"/>
                </a:solidFill>
                <a:highlight>
                  <a:srgbClr val="F9FAFB"/>
                </a:highlight>
                <a:ea typeface="+mn-lt"/>
                <a:cs typeface="+mn-lt"/>
              </a:rPr>
              <a:t>yaml</a:t>
            </a:r>
            <a:endParaRPr lang="sv-SE" sz="1400">
              <a:solidFill>
                <a:srgbClr val="0F1115"/>
              </a:solidFill>
              <a:ea typeface="+mn-lt"/>
              <a:cs typeface="+mn-lt"/>
            </a:endParaRPr>
          </a:p>
          <a:p>
            <a:pPr>
              <a:buNone/>
            </a:pP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---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name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Installera och konfigurera IIS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hosts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windows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tasks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name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Installera IIS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ansible.windows.win_feature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 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name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Web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16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Server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 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state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present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 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include_sub_features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yes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 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include_management_tools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yes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name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Starta IIS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ansible.windows.win_service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 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name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W3SVC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 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state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started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 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start_mode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auto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name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Kopiera webbsida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ansible.windows.win_copy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 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src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files/index.html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 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dest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C</a:t>
            </a:r>
            <a:r>
              <a:rPr lang="sv-SE" sz="1600" dirty="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\inetpub\wwwroot\index.html
     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notify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Starta om IIS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handlers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-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name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Starta om IIS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ansible.windows.win_service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 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name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W3SVC</a:t>
            </a:r>
            <a:r>
              <a:rPr lang="sv-SE" sz="1600" dirty="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
        </a:t>
            </a:r>
            <a:r>
              <a:rPr lang="sv-SE" sz="1600">
                <a:solidFill>
                  <a:srgbClr val="B76B01"/>
                </a:solidFill>
                <a:highlight>
                  <a:srgbClr val="F9FAFB"/>
                </a:highlight>
                <a:latin typeface="Consolas"/>
              </a:rPr>
              <a:t>state</a:t>
            </a:r>
            <a:r>
              <a:rPr lang="sv-SE" sz="1600">
                <a:solidFill>
                  <a:srgbClr val="383A42"/>
                </a:solidFill>
                <a:highlight>
                  <a:srgbClr val="F9FAFB"/>
                </a:highlight>
                <a:latin typeface="Consolas"/>
              </a:rPr>
              <a:t>:</a:t>
            </a:r>
            <a:r>
              <a:rPr lang="sv-SE" sz="16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restarted</a:t>
            </a:r>
            <a:endParaRPr lang="sv-SE" sz="1600">
              <a:solidFill>
                <a:srgbClr val="0F1115"/>
              </a:solidFill>
              <a:highlight>
                <a:srgbClr val="F9FAFB"/>
              </a:highlight>
            </a:endParaRPr>
          </a:p>
        </p:txBody>
      </p:sp>
    </p:spTree>
    <p:extLst>
      <p:ext uri="{BB962C8B-B14F-4D97-AF65-F5344CB8AC3E}">
        <p14:creationId xmlns:p14="http://schemas.microsoft.com/office/powerpoint/2010/main" val="215561875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" name="Rectangle 19">
            <a:extLst>
              <a:ext uri="{FF2B5EF4-FFF2-40B4-BE49-F238E27FC236}">
                <a16:creationId xmlns:a16="http://schemas.microsoft.com/office/drawing/2014/main" id="{AB8C311F-7253-4AED-9701-7FC0708C41C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E2384209-CB15-4CDF-9D31-C44FD9A3F2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2666617" y="-2666188"/>
            <a:ext cx="6858000" cy="12191233"/>
          </a:xfrm>
          <a:prstGeom prst="rect">
            <a:avLst/>
          </a:prstGeom>
          <a:gradFill>
            <a:gsLst>
              <a:gs pos="8000">
                <a:schemeClr val="accent1"/>
              </a:gs>
              <a:gs pos="100000">
                <a:schemeClr val="accent1">
                  <a:lumMod val="50000"/>
                </a:schemeClr>
              </a:gs>
            </a:gsLst>
            <a:lin ang="12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2633B3B5-CC90-43F0-8714-D31D1F3F020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H="1">
            <a:off x="-2311" y="0"/>
            <a:ext cx="9070846" cy="6857572"/>
          </a:xfrm>
          <a:prstGeom prst="rect">
            <a:avLst/>
          </a:prstGeom>
          <a:gradFill>
            <a:gsLst>
              <a:gs pos="8000">
                <a:srgbClr val="000000">
                  <a:alpha val="52000"/>
                </a:srgbClr>
              </a:gs>
              <a:gs pos="100000">
                <a:schemeClr val="accent1"/>
              </a:gs>
            </a:gsLst>
            <a:lin ang="4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8D57A06-A426-446D-B02C-A2DC6B62E4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3649491" y="-1685840"/>
            <a:ext cx="4894564" cy="12193546"/>
          </a:xfrm>
          <a:prstGeom prst="rect">
            <a:avLst/>
          </a:prstGeom>
          <a:gradFill>
            <a:gsLst>
              <a:gs pos="0">
                <a:schemeClr val="accent5">
                  <a:lumMod val="60000"/>
                  <a:lumOff val="40000"/>
                  <a:alpha val="0"/>
                </a:schemeClr>
              </a:gs>
              <a:gs pos="100000">
                <a:srgbClr val="000000">
                  <a:alpha val="46000"/>
                </a:srgbClr>
              </a:gs>
            </a:gsLst>
            <a:lin ang="1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Bildobjekt 3">
            <a:extLst>
              <a:ext uri="{FF2B5EF4-FFF2-40B4-BE49-F238E27FC236}">
                <a16:creationId xmlns:a16="http://schemas.microsoft.com/office/drawing/2014/main" id="{2B83B2D1-B270-8750-36E4-CFE8FD73FAC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14506" r="-133" b="3805"/>
          <a:stretch>
            <a:fillRect/>
          </a:stretch>
        </p:blipFill>
        <p:spPr>
          <a:xfrm>
            <a:off x="449729" y="860612"/>
            <a:ext cx="11292588" cy="51360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173048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B95B9BA8-1D69-4796-85F5-B6D0BD52354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ubrik 1">
            <a:extLst>
              <a:ext uri="{FF2B5EF4-FFF2-40B4-BE49-F238E27FC236}">
                <a16:creationId xmlns:a16="http://schemas.microsoft.com/office/drawing/2014/main" id="{E886968B-5B87-8495-59A8-1C4826DD68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7088" y="1641752"/>
            <a:ext cx="3527425" cy="4366936"/>
          </a:xfrm>
        </p:spPr>
        <p:txBody>
          <a:bodyPr anchor="t">
            <a:normAutofit/>
          </a:bodyPr>
          <a:lstStyle/>
          <a:p>
            <a:r>
              <a:rPr lang="sv-SE" sz="4000">
                <a:ea typeface="+mj-lt"/>
                <a:cs typeface="+mj-lt"/>
              </a:rPr>
              <a:t>Steg 4 – Kör playbook</a:t>
            </a:r>
            <a:endParaRPr lang="sv-SE" sz="4000"/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19268D46-7E70-419A-9913-A5B11ABE99E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9415" y="3433862"/>
            <a:ext cx="11018307" cy="216789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None/>
            </a:pPr>
            <a:r>
              <a:rPr lang="sv-SE" sz="2000">
                <a:solidFill>
                  <a:srgbClr val="0F1115"/>
                </a:solidFill>
                <a:highlight>
                  <a:srgbClr val="F9FAFB"/>
                </a:highlight>
                <a:ea typeface="+mn-lt"/>
                <a:cs typeface="+mn-lt"/>
              </a:rPr>
              <a:t>bash</a:t>
            </a:r>
            <a:endParaRPr lang="sv-SE" sz="2000">
              <a:solidFill>
                <a:srgbClr val="0F1115"/>
              </a:solidFill>
              <a:ea typeface="+mn-lt"/>
              <a:cs typeface="+mn-lt"/>
            </a:endParaRPr>
          </a:p>
          <a:p>
            <a:pPr>
              <a:buNone/>
            </a:pP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ansible-playbook </a:t>
            </a:r>
            <a:r>
              <a:rPr lang="sv-SE" sz="2400">
                <a:solidFill>
                  <a:srgbClr val="4078F2"/>
                </a:solidFill>
                <a:highlight>
                  <a:srgbClr val="F9FAFB"/>
                </a:highlight>
                <a:latin typeface="Consolas"/>
              </a:rPr>
              <a:t>-i</a:t>
            </a:r>
            <a:r>
              <a:rPr lang="sv-SE" sz="2400">
                <a:solidFill>
                  <a:srgbClr val="0F1115"/>
                </a:solidFill>
                <a:highlight>
                  <a:srgbClr val="F9FAFB"/>
                </a:highlight>
                <a:latin typeface="Consolas"/>
              </a:rPr>
              <a:t> inventory.ini install_iis.yml</a:t>
            </a:r>
            <a:endParaRPr lang="sv-SE" sz="2400">
              <a:solidFill>
                <a:srgbClr val="0F1115"/>
              </a:solidFill>
              <a:highlight>
                <a:srgbClr val="F9FAFB"/>
              </a:highlight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4728F330-19FB-4D39-BD0F-53032ABFEB7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79015" y="0"/>
            <a:ext cx="712985" cy="6858000"/>
            <a:chOff x="11479015" y="0"/>
            <a:chExt cx="712985" cy="6858000"/>
          </a:xfrm>
          <a:effectLst>
            <a:outerShdw blurRad="381000" dist="152400" dir="10800000" algn="ctr" rotWithShape="0">
              <a:schemeClr val="bg1">
                <a:alpha val="10000"/>
              </a:schemeClr>
            </a:outerShdw>
          </a:effectLst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0220D63-6F38-42F9-8AAD-3B1363A4FA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1479018" y="0"/>
              <a:ext cx="712982" cy="6858000"/>
            </a:xfrm>
            <a:custGeom>
              <a:avLst/>
              <a:gdLst>
                <a:gd name="connsiteX0" fmla="*/ 280560 w 712982"/>
                <a:gd name="connsiteY0" fmla="*/ 0 h 6858000"/>
                <a:gd name="connsiteX1" fmla="*/ 712982 w 712982"/>
                <a:gd name="connsiteY1" fmla="*/ 0 h 6858000"/>
                <a:gd name="connsiteX2" fmla="*/ 712982 w 712982"/>
                <a:gd name="connsiteY2" fmla="*/ 6858000 h 6858000"/>
                <a:gd name="connsiteX3" fmla="*/ 372527 w 712982"/>
                <a:gd name="connsiteY3" fmla="*/ 6858000 h 6858000"/>
                <a:gd name="connsiteX4" fmla="*/ 372901 w 712982"/>
                <a:gd name="connsiteY4" fmla="*/ 6835810 h 6858000"/>
                <a:gd name="connsiteX5" fmla="*/ 363017 w 712982"/>
                <a:gd name="connsiteY5" fmla="*/ 6518145 h 6858000"/>
                <a:gd name="connsiteX6" fmla="*/ 310498 w 712982"/>
                <a:gd name="connsiteY6" fmla="*/ 6393936 h 6858000"/>
                <a:gd name="connsiteX7" fmla="*/ 305420 w 712982"/>
                <a:gd name="connsiteY7" fmla="*/ 6355564 h 6858000"/>
                <a:gd name="connsiteX8" fmla="*/ 311030 w 712982"/>
                <a:gd name="connsiteY8" fmla="*/ 6267729 h 6858000"/>
                <a:gd name="connsiteX9" fmla="*/ 281440 w 712982"/>
                <a:gd name="connsiteY9" fmla="*/ 6090959 h 6858000"/>
                <a:gd name="connsiteX10" fmla="*/ 258928 w 712982"/>
                <a:gd name="connsiteY10" fmla="*/ 6026981 h 6858000"/>
                <a:gd name="connsiteX11" fmla="*/ 245105 w 712982"/>
                <a:gd name="connsiteY11" fmla="*/ 5991615 h 6858000"/>
                <a:gd name="connsiteX12" fmla="*/ 197441 w 712982"/>
                <a:gd name="connsiteY12" fmla="*/ 5807458 h 6858000"/>
                <a:gd name="connsiteX13" fmla="*/ 159115 w 712982"/>
                <a:gd name="connsiteY13" fmla="*/ 5727356 h 6858000"/>
                <a:gd name="connsiteX14" fmla="*/ 152306 w 712982"/>
                <a:gd name="connsiteY14" fmla="*/ 5705270 h 6858000"/>
                <a:gd name="connsiteX15" fmla="*/ 150939 w 712982"/>
                <a:gd name="connsiteY15" fmla="*/ 5580441 h 6858000"/>
                <a:gd name="connsiteX16" fmla="*/ 187956 w 712982"/>
                <a:gd name="connsiteY16" fmla="*/ 5482729 h 6858000"/>
                <a:gd name="connsiteX17" fmla="*/ 201902 w 712982"/>
                <a:gd name="connsiteY17" fmla="*/ 5463053 h 6858000"/>
                <a:gd name="connsiteX18" fmla="*/ 168174 w 712982"/>
                <a:gd name="connsiteY18" fmla="*/ 5205662 h 6858000"/>
                <a:gd name="connsiteX19" fmla="*/ 157186 w 712982"/>
                <a:gd name="connsiteY19" fmla="*/ 5166766 h 6858000"/>
                <a:gd name="connsiteX20" fmla="*/ 163999 w 712982"/>
                <a:gd name="connsiteY20" fmla="*/ 4972256 h 6858000"/>
                <a:gd name="connsiteX21" fmla="*/ 163388 w 712982"/>
                <a:gd name="connsiteY21" fmla="*/ 4915833 h 6858000"/>
                <a:gd name="connsiteX22" fmla="*/ 166361 w 712982"/>
                <a:gd name="connsiteY22" fmla="*/ 4712964 h 6858000"/>
                <a:gd name="connsiteX23" fmla="*/ 140122 w 712982"/>
                <a:gd name="connsiteY23" fmla="*/ 4687152 h 6858000"/>
                <a:gd name="connsiteX24" fmla="*/ 73058 w 712982"/>
                <a:gd name="connsiteY24" fmla="*/ 4611951 h 6858000"/>
                <a:gd name="connsiteX25" fmla="*/ 3979 w 712982"/>
                <a:gd name="connsiteY25" fmla="*/ 4456771 h 6858000"/>
                <a:gd name="connsiteX26" fmla="*/ 2091 w 712982"/>
                <a:gd name="connsiteY26" fmla="*/ 4412781 h 6858000"/>
                <a:gd name="connsiteX27" fmla="*/ 75905 w 712982"/>
                <a:gd name="connsiteY27" fmla="*/ 4292897 h 6858000"/>
                <a:gd name="connsiteX28" fmla="*/ 104434 w 712982"/>
                <a:gd name="connsiteY28" fmla="*/ 4235333 h 6858000"/>
                <a:gd name="connsiteX29" fmla="*/ 151065 w 712982"/>
                <a:gd name="connsiteY29" fmla="*/ 4075686 h 6858000"/>
                <a:gd name="connsiteX30" fmla="*/ 161243 w 712982"/>
                <a:gd name="connsiteY30" fmla="*/ 4061695 h 6858000"/>
                <a:gd name="connsiteX31" fmla="*/ 286285 w 712982"/>
                <a:gd name="connsiteY31" fmla="*/ 3933862 h 6858000"/>
                <a:gd name="connsiteX32" fmla="*/ 306926 w 712982"/>
                <a:gd name="connsiteY32" fmla="*/ 3905847 h 6858000"/>
                <a:gd name="connsiteX33" fmla="*/ 340015 w 712982"/>
                <a:gd name="connsiteY33" fmla="*/ 3871199 h 6858000"/>
                <a:gd name="connsiteX34" fmla="*/ 400111 w 712982"/>
                <a:gd name="connsiteY34" fmla="*/ 3767743 h 6858000"/>
                <a:gd name="connsiteX35" fmla="*/ 409694 w 712982"/>
                <a:gd name="connsiteY35" fmla="*/ 3646690 h 6858000"/>
                <a:gd name="connsiteX36" fmla="*/ 428447 w 712982"/>
                <a:gd name="connsiteY36" fmla="*/ 3499752 h 6858000"/>
                <a:gd name="connsiteX37" fmla="*/ 445033 w 712982"/>
                <a:gd name="connsiteY37" fmla="*/ 3437349 h 6858000"/>
                <a:gd name="connsiteX38" fmla="*/ 471431 w 712982"/>
                <a:gd name="connsiteY38" fmla="*/ 3272018 h 6858000"/>
                <a:gd name="connsiteX39" fmla="*/ 495919 w 712982"/>
                <a:gd name="connsiteY39" fmla="*/ 3153432 h 6858000"/>
                <a:gd name="connsiteX40" fmla="*/ 499541 w 712982"/>
                <a:gd name="connsiteY40" fmla="*/ 2985907 h 6858000"/>
                <a:gd name="connsiteX41" fmla="*/ 491640 w 712982"/>
                <a:gd name="connsiteY41" fmla="*/ 2905697 h 6858000"/>
                <a:gd name="connsiteX42" fmla="*/ 586592 w 712982"/>
                <a:gd name="connsiteY42" fmla="*/ 2746325 h 6858000"/>
                <a:gd name="connsiteX43" fmla="*/ 647211 w 712982"/>
                <a:gd name="connsiteY43" fmla="*/ 2620857 h 6858000"/>
                <a:gd name="connsiteX44" fmla="*/ 598120 w 712982"/>
                <a:gd name="connsiteY44" fmla="*/ 2501248 h 6858000"/>
                <a:gd name="connsiteX45" fmla="*/ 560897 w 712982"/>
                <a:gd name="connsiteY45" fmla="*/ 2471368 h 6858000"/>
                <a:gd name="connsiteX46" fmla="*/ 506928 w 712982"/>
                <a:gd name="connsiteY46" fmla="*/ 2272389 h 6858000"/>
                <a:gd name="connsiteX47" fmla="*/ 474122 w 712982"/>
                <a:gd name="connsiteY47" fmla="*/ 1983284 h 6858000"/>
                <a:gd name="connsiteX48" fmla="*/ 349180 w 712982"/>
                <a:gd name="connsiteY48" fmla="*/ 1510207 h 6858000"/>
                <a:gd name="connsiteX49" fmla="*/ 306451 w 712982"/>
                <a:gd name="connsiteY49" fmla="*/ 1430003 h 6858000"/>
                <a:gd name="connsiteX50" fmla="*/ 287747 w 712982"/>
                <a:gd name="connsiteY50" fmla="*/ 1336633 h 6858000"/>
                <a:gd name="connsiteX51" fmla="*/ 304326 w 712982"/>
                <a:gd name="connsiteY51" fmla="*/ 1298229 h 6858000"/>
                <a:gd name="connsiteX52" fmla="*/ 317671 w 712982"/>
                <a:gd name="connsiteY52" fmla="*/ 1136667 h 6858000"/>
                <a:gd name="connsiteX53" fmla="*/ 314959 w 712982"/>
                <a:gd name="connsiteY53" fmla="*/ 1106522 h 6858000"/>
                <a:gd name="connsiteX54" fmla="*/ 290675 w 712982"/>
                <a:gd name="connsiteY54" fmla="*/ 1004980 h 6858000"/>
                <a:gd name="connsiteX55" fmla="*/ 272712 w 712982"/>
                <a:gd name="connsiteY55" fmla="*/ 910357 h 6858000"/>
                <a:gd name="connsiteX56" fmla="*/ 270963 w 712982"/>
                <a:gd name="connsiteY56" fmla="*/ 667028 h 6858000"/>
                <a:gd name="connsiteX57" fmla="*/ 244986 w 712982"/>
                <a:gd name="connsiteY57" fmla="*/ 483131 h 6858000"/>
                <a:gd name="connsiteX58" fmla="*/ 241465 w 712982"/>
                <a:gd name="connsiteY58" fmla="*/ 397465 h 6858000"/>
                <a:gd name="connsiteX59" fmla="*/ 244890 w 712982"/>
                <a:gd name="connsiteY59" fmla="*/ 348507 h 6858000"/>
                <a:gd name="connsiteX60" fmla="*/ 293439 w 712982"/>
                <a:gd name="connsiteY60" fmla="*/ 233141 h 6858000"/>
                <a:gd name="connsiteX61" fmla="*/ 300513 w 712982"/>
                <a:gd name="connsiteY61" fmla="*/ 172069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712982" h="6858000">
                  <a:moveTo>
                    <a:pt x="280560" y="0"/>
                  </a:moveTo>
                  <a:lnTo>
                    <a:pt x="712982" y="0"/>
                  </a:lnTo>
                  <a:lnTo>
                    <a:pt x="712982" y="6858000"/>
                  </a:lnTo>
                  <a:lnTo>
                    <a:pt x="372527" y="6858000"/>
                  </a:lnTo>
                  <a:lnTo>
                    <a:pt x="372901" y="6835810"/>
                  </a:lnTo>
                  <a:cubicBezTo>
                    <a:pt x="343741" y="6729822"/>
                    <a:pt x="373381" y="6623551"/>
                    <a:pt x="363017" y="6518145"/>
                  </a:cubicBezTo>
                  <a:cubicBezTo>
                    <a:pt x="358372" y="6470360"/>
                    <a:pt x="362468" y="6422202"/>
                    <a:pt x="310498" y="6393936"/>
                  </a:cubicBezTo>
                  <a:cubicBezTo>
                    <a:pt x="303659" y="6390296"/>
                    <a:pt x="304819" y="6368800"/>
                    <a:pt x="305420" y="6355564"/>
                  </a:cubicBezTo>
                  <a:cubicBezTo>
                    <a:pt x="306594" y="6326166"/>
                    <a:pt x="314451" y="6296329"/>
                    <a:pt x="311030" y="6267729"/>
                  </a:cubicBezTo>
                  <a:cubicBezTo>
                    <a:pt x="304253" y="6208466"/>
                    <a:pt x="293104" y="6149393"/>
                    <a:pt x="281440" y="6090959"/>
                  </a:cubicBezTo>
                  <a:cubicBezTo>
                    <a:pt x="276978" y="6068911"/>
                    <a:pt x="266829" y="6048361"/>
                    <a:pt x="258928" y="6026981"/>
                  </a:cubicBezTo>
                  <a:cubicBezTo>
                    <a:pt x="254416" y="6015184"/>
                    <a:pt x="244605" y="6003083"/>
                    <a:pt x="245105" y="5991615"/>
                  </a:cubicBezTo>
                  <a:cubicBezTo>
                    <a:pt x="248075" y="5925141"/>
                    <a:pt x="216651" y="5867990"/>
                    <a:pt x="197441" y="5807458"/>
                  </a:cubicBezTo>
                  <a:cubicBezTo>
                    <a:pt x="188523" y="5779456"/>
                    <a:pt x="171697" y="5754078"/>
                    <a:pt x="159115" y="5727356"/>
                  </a:cubicBezTo>
                  <a:cubicBezTo>
                    <a:pt x="155717" y="5720411"/>
                    <a:pt x="152517" y="5712566"/>
                    <a:pt x="152306" y="5705270"/>
                  </a:cubicBezTo>
                  <a:cubicBezTo>
                    <a:pt x="151252" y="5663532"/>
                    <a:pt x="151674" y="5621922"/>
                    <a:pt x="150939" y="5580441"/>
                  </a:cubicBezTo>
                  <a:cubicBezTo>
                    <a:pt x="150326" y="5542748"/>
                    <a:pt x="147369" y="5505023"/>
                    <a:pt x="187956" y="5482729"/>
                  </a:cubicBezTo>
                  <a:cubicBezTo>
                    <a:pt x="194324" y="5479395"/>
                    <a:pt x="198291" y="5470181"/>
                    <a:pt x="201902" y="5463053"/>
                  </a:cubicBezTo>
                  <a:cubicBezTo>
                    <a:pt x="257480" y="5353065"/>
                    <a:pt x="249730" y="5298303"/>
                    <a:pt x="168174" y="5205662"/>
                  </a:cubicBezTo>
                  <a:cubicBezTo>
                    <a:pt x="159805" y="5196040"/>
                    <a:pt x="152161" y="5174340"/>
                    <a:pt x="157186" y="5166766"/>
                  </a:cubicBezTo>
                  <a:cubicBezTo>
                    <a:pt x="198743" y="5102508"/>
                    <a:pt x="186477" y="5038579"/>
                    <a:pt x="163999" y="4972256"/>
                  </a:cubicBezTo>
                  <a:cubicBezTo>
                    <a:pt x="158020" y="4955056"/>
                    <a:pt x="155299" y="4930181"/>
                    <a:pt x="163388" y="4915833"/>
                  </a:cubicBezTo>
                  <a:cubicBezTo>
                    <a:pt x="200708" y="4847649"/>
                    <a:pt x="186907" y="4780374"/>
                    <a:pt x="166361" y="4712964"/>
                  </a:cubicBezTo>
                  <a:cubicBezTo>
                    <a:pt x="163165" y="4702485"/>
                    <a:pt x="150748" y="4690669"/>
                    <a:pt x="140122" y="4687152"/>
                  </a:cubicBezTo>
                  <a:cubicBezTo>
                    <a:pt x="102452" y="4674589"/>
                    <a:pt x="86917" y="4644970"/>
                    <a:pt x="73058" y="4611951"/>
                  </a:cubicBezTo>
                  <a:cubicBezTo>
                    <a:pt x="50686" y="4559957"/>
                    <a:pt x="25516" y="4509149"/>
                    <a:pt x="3979" y="4456771"/>
                  </a:cubicBezTo>
                  <a:cubicBezTo>
                    <a:pt x="-1236" y="4443877"/>
                    <a:pt x="-726" y="4427139"/>
                    <a:pt x="2091" y="4412781"/>
                  </a:cubicBezTo>
                  <a:cubicBezTo>
                    <a:pt x="11653" y="4363733"/>
                    <a:pt x="45382" y="4329603"/>
                    <a:pt x="75905" y="4292897"/>
                  </a:cubicBezTo>
                  <a:cubicBezTo>
                    <a:pt x="89361" y="4276787"/>
                    <a:pt x="97880" y="4255660"/>
                    <a:pt x="104434" y="4235333"/>
                  </a:cubicBezTo>
                  <a:cubicBezTo>
                    <a:pt x="121200" y="4182569"/>
                    <a:pt x="135523" y="4128901"/>
                    <a:pt x="151065" y="4075686"/>
                  </a:cubicBezTo>
                  <a:cubicBezTo>
                    <a:pt x="152552" y="4070549"/>
                    <a:pt x="157315" y="4065932"/>
                    <a:pt x="161243" y="4061695"/>
                  </a:cubicBezTo>
                  <a:cubicBezTo>
                    <a:pt x="202828" y="4019095"/>
                    <a:pt x="244731" y="3976753"/>
                    <a:pt x="286285" y="3933862"/>
                  </a:cubicBezTo>
                  <a:cubicBezTo>
                    <a:pt x="294168" y="3925683"/>
                    <a:pt x="299393" y="3914571"/>
                    <a:pt x="306926" y="3905847"/>
                  </a:cubicBezTo>
                  <a:cubicBezTo>
                    <a:pt x="317292" y="3893589"/>
                    <a:pt x="326766" y="3878502"/>
                    <a:pt x="340015" y="3871199"/>
                  </a:cubicBezTo>
                  <a:cubicBezTo>
                    <a:pt x="381725" y="3848490"/>
                    <a:pt x="396760" y="3812013"/>
                    <a:pt x="400111" y="3767743"/>
                  </a:cubicBezTo>
                  <a:cubicBezTo>
                    <a:pt x="403294" y="3727294"/>
                    <a:pt x="405323" y="3686973"/>
                    <a:pt x="409694" y="3646690"/>
                  </a:cubicBezTo>
                  <a:cubicBezTo>
                    <a:pt x="414852" y="3597538"/>
                    <a:pt x="420910" y="3548579"/>
                    <a:pt x="428447" y="3499752"/>
                  </a:cubicBezTo>
                  <a:cubicBezTo>
                    <a:pt x="431696" y="3478619"/>
                    <a:pt x="435683" y="3456228"/>
                    <a:pt x="445033" y="3437349"/>
                  </a:cubicBezTo>
                  <a:cubicBezTo>
                    <a:pt x="470858" y="3384475"/>
                    <a:pt x="486179" y="3329236"/>
                    <a:pt x="471431" y="3272018"/>
                  </a:cubicBezTo>
                  <a:cubicBezTo>
                    <a:pt x="459682" y="3226180"/>
                    <a:pt x="472474" y="3185267"/>
                    <a:pt x="495919" y="3153432"/>
                  </a:cubicBezTo>
                  <a:cubicBezTo>
                    <a:pt x="538461" y="3095505"/>
                    <a:pt x="521296" y="3040311"/>
                    <a:pt x="499541" y="2985907"/>
                  </a:cubicBezTo>
                  <a:cubicBezTo>
                    <a:pt x="488276" y="2957871"/>
                    <a:pt x="486838" y="2934028"/>
                    <a:pt x="491640" y="2905697"/>
                  </a:cubicBezTo>
                  <a:cubicBezTo>
                    <a:pt x="502898" y="2840071"/>
                    <a:pt x="547705" y="2792141"/>
                    <a:pt x="586592" y="2746325"/>
                  </a:cubicBezTo>
                  <a:cubicBezTo>
                    <a:pt x="619786" y="2707275"/>
                    <a:pt x="636305" y="2665661"/>
                    <a:pt x="647211" y="2620857"/>
                  </a:cubicBezTo>
                  <a:cubicBezTo>
                    <a:pt x="661216" y="2564298"/>
                    <a:pt x="648982" y="2522027"/>
                    <a:pt x="598120" y="2501248"/>
                  </a:cubicBezTo>
                  <a:cubicBezTo>
                    <a:pt x="583733" y="2495506"/>
                    <a:pt x="566431" y="2484521"/>
                    <a:pt x="560897" y="2471368"/>
                  </a:cubicBezTo>
                  <a:cubicBezTo>
                    <a:pt x="533469" y="2407931"/>
                    <a:pt x="496686" y="2344634"/>
                    <a:pt x="506928" y="2272389"/>
                  </a:cubicBezTo>
                  <a:cubicBezTo>
                    <a:pt x="520879" y="2172517"/>
                    <a:pt x="509052" y="2077807"/>
                    <a:pt x="474122" y="1983284"/>
                  </a:cubicBezTo>
                  <a:cubicBezTo>
                    <a:pt x="417537" y="1829959"/>
                    <a:pt x="358639" y="1676886"/>
                    <a:pt x="349180" y="1510207"/>
                  </a:cubicBezTo>
                  <a:cubicBezTo>
                    <a:pt x="347619" y="1482573"/>
                    <a:pt x="326399" y="1451821"/>
                    <a:pt x="306451" y="1430003"/>
                  </a:cubicBezTo>
                  <a:cubicBezTo>
                    <a:pt x="268511" y="1388202"/>
                    <a:pt x="266127" y="1390512"/>
                    <a:pt x="287747" y="1336633"/>
                  </a:cubicBezTo>
                  <a:cubicBezTo>
                    <a:pt x="293070" y="1323756"/>
                    <a:pt x="295470" y="1308272"/>
                    <a:pt x="304326" y="1298229"/>
                  </a:cubicBezTo>
                  <a:cubicBezTo>
                    <a:pt x="349361" y="1247057"/>
                    <a:pt x="331041" y="1191986"/>
                    <a:pt x="317671" y="1136667"/>
                  </a:cubicBezTo>
                  <a:cubicBezTo>
                    <a:pt x="315148" y="1126990"/>
                    <a:pt x="311827" y="1115354"/>
                    <a:pt x="314959" y="1106522"/>
                  </a:cubicBezTo>
                  <a:cubicBezTo>
                    <a:pt x="329032" y="1066641"/>
                    <a:pt x="319157" y="1035231"/>
                    <a:pt x="290675" y="1004980"/>
                  </a:cubicBezTo>
                  <a:cubicBezTo>
                    <a:pt x="266138" y="978690"/>
                    <a:pt x="249805" y="947108"/>
                    <a:pt x="272712" y="910357"/>
                  </a:cubicBezTo>
                  <a:cubicBezTo>
                    <a:pt x="323486" y="828702"/>
                    <a:pt x="317578" y="747981"/>
                    <a:pt x="270963" y="667028"/>
                  </a:cubicBezTo>
                  <a:cubicBezTo>
                    <a:pt x="237707" y="609204"/>
                    <a:pt x="225082" y="549995"/>
                    <a:pt x="244986" y="483131"/>
                  </a:cubicBezTo>
                  <a:cubicBezTo>
                    <a:pt x="252708" y="457408"/>
                    <a:pt x="242285" y="426353"/>
                    <a:pt x="241465" y="397465"/>
                  </a:cubicBezTo>
                  <a:cubicBezTo>
                    <a:pt x="240850" y="381142"/>
                    <a:pt x="239176" y="363176"/>
                    <a:pt x="244890" y="348507"/>
                  </a:cubicBezTo>
                  <a:cubicBezTo>
                    <a:pt x="259350" y="309454"/>
                    <a:pt x="279299" y="272445"/>
                    <a:pt x="293439" y="233141"/>
                  </a:cubicBezTo>
                  <a:cubicBezTo>
                    <a:pt x="300152" y="214256"/>
                    <a:pt x="302437" y="192349"/>
                    <a:pt x="300513" y="172069"/>
                  </a:cubicBezTo>
                  <a:close/>
                </a:path>
              </a:pathLst>
            </a:custGeom>
            <a:solidFill>
              <a:srgbClr val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7B054CB-4DA3-4EDD-B196-A5DDD1E4E6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1479015" y="0"/>
              <a:ext cx="712985" cy="6858000"/>
            </a:xfrm>
            <a:custGeom>
              <a:avLst/>
              <a:gdLst>
                <a:gd name="connsiteX0" fmla="*/ 280560 w 712985"/>
                <a:gd name="connsiteY0" fmla="*/ 0 h 6858000"/>
                <a:gd name="connsiteX1" fmla="*/ 712985 w 712985"/>
                <a:gd name="connsiteY1" fmla="*/ 0 h 6858000"/>
                <a:gd name="connsiteX2" fmla="*/ 712985 w 712985"/>
                <a:gd name="connsiteY2" fmla="*/ 6858000 h 6858000"/>
                <a:gd name="connsiteX3" fmla="*/ 372527 w 712985"/>
                <a:gd name="connsiteY3" fmla="*/ 6858000 h 6858000"/>
                <a:gd name="connsiteX4" fmla="*/ 372901 w 712985"/>
                <a:gd name="connsiteY4" fmla="*/ 6835810 h 6858000"/>
                <a:gd name="connsiteX5" fmla="*/ 363017 w 712985"/>
                <a:gd name="connsiteY5" fmla="*/ 6518145 h 6858000"/>
                <a:gd name="connsiteX6" fmla="*/ 310498 w 712985"/>
                <a:gd name="connsiteY6" fmla="*/ 6393936 h 6858000"/>
                <a:gd name="connsiteX7" fmla="*/ 305420 w 712985"/>
                <a:gd name="connsiteY7" fmla="*/ 6355564 h 6858000"/>
                <a:gd name="connsiteX8" fmla="*/ 311030 w 712985"/>
                <a:gd name="connsiteY8" fmla="*/ 6267729 h 6858000"/>
                <a:gd name="connsiteX9" fmla="*/ 281440 w 712985"/>
                <a:gd name="connsiteY9" fmla="*/ 6090959 h 6858000"/>
                <a:gd name="connsiteX10" fmla="*/ 258928 w 712985"/>
                <a:gd name="connsiteY10" fmla="*/ 6026981 h 6858000"/>
                <a:gd name="connsiteX11" fmla="*/ 245105 w 712985"/>
                <a:gd name="connsiteY11" fmla="*/ 5991615 h 6858000"/>
                <a:gd name="connsiteX12" fmla="*/ 197441 w 712985"/>
                <a:gd name="connsiteY12" fmla="*/ 5807458 h 6858000"/>
                <a:gd name="connsiteX13" fmla="*/ 159115 w 712985"/>
                <a:gd name="connsiteY13" fmla="*/ 5727356 h 6858000"/>
                <a:gd name="connsiteX14" fmla="*/ 152306 w 712985"/>
                <a:gd name="connsiteY14" fmla="*/ 5705270 h 6858000"/>
                <a:gd name="connsiteX15" fmla="*/ 150939 w 712985"/>
                <a:gd name="connsiteY15" fmla="*/ 5580441 h 6858000"/>
                <a:gd name="connsiteX16" fmla="*/ 187956 w 712985"/>
                <a:gd name="connsiteY16" fmla="*/ 5482729 h 6858000"/>
                <a:gd name="connsiteX17" fmla="*/ 201902 w 712985"/>
                <a:gd name="connsiteY17" fmla="*/ 5463053 h 6858000"/>
                <a:gd name="connsiteX18" fmla="*/ 168174 w 712985"/>
                <a:gd name="connsiteY18" fmla="*/ 5205662 h 6858000"/>
                <a:gd name="connsiteX19" fmla="*/ 157186 w 712985"/>
                <a:gd name="connsiteY19" fmla="*/ 5166766 h 6858000"/>
                <a:gd name="connsiteX20" fmla="*/ 163999 w 712985"/>
                <a:gd name="connsiteY20" fmla="*/ 4972256 h 6858000"/>
                <a:gd name="connsiteX21" fmla="*/ 163388 w 712985"/>
                <a:gd name="connsiteY21" fmla="*/ 4915833 h 6858000"/>
                <a:gd name="connsiteX22" fmla="*/ 166361 w 712985"/>
                <a:gd name="connsiteY22" fmla="*/ 4712964 h 6858000"/>
                <a:gd name="connsiteX23" fmla="*/ 140122 w 712985"/>
                <a:gd name="connsiteY23" fmla="*/ 4687152 h 6858000"/>
                <a:gd name="connsiteX24" fmla="*/ 73058 w 712985"/>
                <a:gd name="connsiteY24" fmla="*/ 4611951 h 6858000"/>
                <a:gd name="connsiteX25" fmla="*/ 3979 w 712985"/>
                <a:gd name="connsiteY25" fmla="*/ 4456771 h 6858000"/>
                <a:gd name="connsiteX26" fmla="*/ 2091 w 712985"/>
                <a:gd name="connsiteY26" fmla="*/ 4412781 h 6858000"/>
                <a:gd name="connsiteX27" fmla="*/ 75905 w 712985"/>
                <a:gd name="connsiteY27" fmla="*/ 4292897 h 6858000"/>
                <a:gd name="connsiteX28" fmla="*/ 104434 w 712985"/>
                <a:gd name="connsiteY28" fmla="*/ 4235333 h 6858000"/>
                <a:gd name="connsiteX29" fmla="*/ 151065 w 712985"/>
                <a:gd name="connsiteY29" fmla="*/ 4075686 h 6858000"/>
                <a:gd name="connsiteX30" fmla="*/ 161243 w 712985"/>
                <a:gd name="connsiteY30" fmla="*/ 4061695 h 6858000"/>
                <a:gd name="connsiteX31" fmla="*/ 286285 w 712985"/>
                <a:gd name="connsiteY31" fmla="*/ 3933862 h 6858000"/>
                <a:gd name="connsiteX32" fmla="*/ 306926 w 712985"/>
                <a:gd name="connsiteY32" fmla="*/ 3905847 h 6858000"/>
                <a:gd name="connsiteX33" fmla="*/ 340015 w 712985"/>
                <a:gd name="connsiteY33" fmla="*/ 3871199 h 6858000"/>
                <a:gd name="connsiteX34" fmla="*/ 400111 w 712985"/>
                <a:gd name="connsiteY34" fmla="*/ 3767743 h 6858000"/>
                <a:gd name="connsiteX35" fmla="*/ 409694 w 712985"/>
                <a:gd name="connsiteY35" fmla="*/ 3646690 h 6858000"/>
                <a:gd name="connsiteX36" fmla="*/ 428447 w 712985"/>
                <a:gd name="connsiteY36" fmla="*/ 3499752 h 6858000"/>
                <a:gd name="connsiteX37" fmla="*/ 445033 w 712985"/>
                <a:gd name="connsiteY37" fmla="*/ 3437349 h 6858000"/>
                <a:gd name="connsiteX38" fmla="*/ 471431 w 712985"/>
                <a:gd name="connsiteY38" fmla="*/ 3272018 h 6858000"/>
                <a:gd name="connsiteX39" fmla="*/ 495919 w 712985"/>
                <a:gd name="connsiteY39" fmla="*/ 3153432 h 6858000"/>
                <a:gd name="connsiteX40" fmla="*/ 499541 w 712985"/>
                <a:gd name="connsiteY40" fmla="*/ 2985907 h 6858000"/>
                <a:gd name="connsiteX41" fmla="*/ 491640 w 712985"/>
                <a:gd name="connsiteY41" fmla="*/ 2905697 h 6858000"/>
                <a:gd name="connsiteX42" fmla="*/ 586592 w 712985"/>
                <a:gd name="connsiteY42" fmla="*/ 2746325 h 6858000"/>
                <a:gd name="connsiteX43" fmla="*/ 647211 w 712985"/>
                <a:gd name="connsiteY43" fmla="*/ 2620857 h 6858000"/>
                <a:gd name="connsiteX44" fmla="*/ 598120 w 712985"/>
                <a:gd name="connsiteY44" fmla="*/ 2501248 h 6858000"/>
                <a:gd name="connsiteX45" fmla="*/ 560897 w 712985"/>
                <a:gd name="connsiteY45" fmla="*/ 2471368 h 6858000"/>
                <a:gd name="connsiteX46" fmla="*/ 506928 w 712985"/>
                <a:gd name="connsiteY46" fmla="*/ 2272389 h 6858000"/>
                <a:gd name="connsiteX47" fmla="*/ 474122 w 712985"/>
                <a:gd name="connsiteY47" fmla="*/ 1983284 h 6858000"/>
                <a:gd name="connsiteX48" fmla="*/ 349180 w 712985"/>
                <a:gd name="connsiteY48" fmla="*/ 1510207 h 6858000"/>
                <a:gd name="connsiteX49" fmla="*/ 306451 w 712985"/>
                <a:gd name="connsiteY49" fmla="*/ 1430003 h 6858000"/>
                <a:gd name="connsiteX50" fmla="*/ 287747 w 712985"/>
                <a:gd name="connsiteY50" fmla="*/ 1336633 h 6858000"/>
                <a:gd name="connsiteX51" fmla="*/ 304326 w 712985"/>
                <a:gd name="connsiteY51" fmla="*/ 1298229 h 6858000"/>
                <a:gd name="connsiteX52" fmla="*/ 317671 w 712985"/>
                <a:gd name="connsiteY52" fmla="*/ 1136667 h 6858000"/>
                <a:gd name="connsiteX53" fmla="*/ 314959 w 712985"/>
                <a:gd name="connsiteY53" fmla="*/ 1106522 h 6858000"/>
                <a:gd name="connsiteX54" fmla="*/ 290675 w 712985"/>
                <a:gd name="connsiteY54" fmla="*/ 1004980 h 6858000"/>
                <a:gd name="connsiteX55" fmla="*/ 272712 w 712985"/>
                <a:gd name="connsiteY55" fmla="*/ 910357 h 6858000"/>
                <a:gd name="connsiteX56" fmla="*/ 270963 w 712985"/>
                <a:gd name="connsiteY56" fmla="*/ 667028 h 6858000"/>
                <a:gd name="connsiteX57" fmla="*/ 244986 w 712985"/>
                <a:gd name="connsiteY57" fmla="*/ 483131 h 6858000"/>
                <a:gd name="connsiteX58" fmla="*/ 241465 w 712985"/>
                <a:gd name="connsiteY58" fmla="*/ 397465 h 6858000"/>
                <a:gd name="connsiteX59" fmla="*/ 244890 w 712985"/>
                <a:gd name="connsiteY59" fmla="*/ 348507 h 6858000"/>
                <a:gd name="connsiteX60" fmla="*/ 293439 w 712985"/>
                <a:gd name="connsiteY60" fmla="*/ 233141 h 6858000"/>
                <a:gd name="connsiteX61" fmla="*/ 300513 w 712985"/>
                <a:gd name="connsiteY61" fmla="*/ 172069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712985" h="6858000">
                  <a:moveTo>
                    <a:pt x="280560" y="0"/>
                  </a:moveTo>
                  <a:lnTo>
                    <a:pt x="712985" y="0"/>
                  </a:lnTo>
                  <a:lnTo>
                    <a:pt x="712985" y="6858000"/>
                  </a:lnTo>
                  <a:lnTo>
                    <a:pt x="372527" y="6858000"/>
                  </a:lnTo>
                  <a:lnTo>
                    <a:pt x="372901" y="6835810"/>
                  </a:lnTo>
                  <a:cubicBezTo>
                    <a:pt x="343741" y="6729822"/>
                    <a:pt x="373381" y="6623551"/>
                    <a:pt x="363017" y="6518145"/>
                  </a:cubicBezTo>
                  <a:cubicBezTo>
                    <a:pt x="358372" y="6470360"/>
                    <a:pt x="362468" y="6422202"/>
                    <a:pt x="310498" y="6393936"/>
                  </a:cubicBezTo>
                  <a:cubicBezTo>
                    <a:pt x="303659" y="6390296"/>
                    <a:pt x="304819" y="6368800"/>
                    <a:pt x="305420" y="6355564"/>
                  </a:cubicBezTo>
                  <a:cubicBezTo>
                    <a:pt x="306594" y="6326166"/>
                    <a:pt x="314451" y="6296329"/>
                    <a:pt x="311030" y="6267729"/>
                  </a:cubicBezTo>
                  <a:cubicBezTo>
                    <a:pt x="304253" y="6208466"/>
                    <a:pt x="293104" y="6149393"/>
                    <a:pt x="281440" y="6090959"/>
                  </a:cubicBezTo>
                  <a:cubicBezTo>
                    <a:pt x="276978" y="6068911"/>
                    <a:pt x="266829" y="6048361"/>
                    <a:pt x="258928" y="6026981"/>
                  </a:cubicBezTo>
                  <a:cubicBezTo>
                    <a:pt x="254416" y="6015184"/>
                    <a:pt x="244605" y="6003083"/>
                    <a:pt x="245105" y="5991615"/>
                  </a:cubicBezTo>
                  <a:cubicBezTo>
                    <a:pt x="248075" y="5925141"/>
                    <a:pt x="216651" y="5867990"/>
                    <a:pt x="197441" y="5807458"/>
                  </a:cubicBezTo>
                  <a:cubicBezTo>
                    <a:pt x="188523" y="5779456"/>
                    <a:pt x="171697" y="5754078"/>
                    <a:pt x="159115" y="5727356"/>
                  </a:cubicBezTo>
                  <a:cubicBezTo>
                    <a:pt x="155717" y="5720411"/>
                    <a:pt x="152517" y="5712566"/>
                    <a:pt x="152306" y="5705270"/>
                  </a:cubicBezTo>
                  <a:cubicBezTo>
                    <a:pt x="151252" y="5663532"/>
                    <a:pt x="151674" y="5621922"/>
                    <a:pt x="150939" y="5580441"/>
                  </a:cubicBezTo>
                  <a:cubicBezTo>
                    <a:pt x="150326" y="5542748"/>
                    <a:pt x="147369" y="5505023"/>
                    <a:pt x="187956" y="5482729"/>
                  </a:cubicBezTo>
                  <a:cubicBezTo>
                    <a:pt x="194324" y="5479395"/>
                    <a:pt x="198291" y="5470181"/>
                    <a:pt x="201902" y="5463053"/>
                  </a:cubicBezTo>
                  <a:cubicBezTo>
                    <a:pt x="257480" y="5353065"/>
                    <a:pt x="249730" y="5298303"/>
                    <a:pt x="168174" y="5205662"/>
                  </a:cubicBezTo>
                  <a:cubicBezTo>
                    <a:pt x="159805" y="5196040"/>
                    <a:pt x="152161" y="5174340"/>
                    <a:pt x="157186" y="5166766"/>
                  </a:cubicBezTo>
                  <a:cubicBezTo>
                    <a:pt x="198743" y="5102508"/>
                    <a:pt x="186477" y="5038579"/>
                    <a:pt x="163999" y="4972256"/>
                  </a:cubicBezTo>
                  <a:cubicBezTo>
                    <a:pt x="158020" y="4955056"/>
                    <a:pt x="155299" y="4930181"/>
                    <a:pt x="163388" y="4915833"/>
                  </a:cubicBezTo>
                  <a:cubicBezTo>
                    <a:pt x="200708" y="4847649"/>
                    <a:pt x="186907" y="4780374"/>
                    <a:pt x="166361" y="4712964"/>
                  </a:cubicBezTo>
                  <a:cubicBezTo>
                    <a:pt x="163165" y="4702485"/>
                    <a:pt x="150748" y="4690669"/>
                    <a:pt x="140122" y="4687152"/>
                  </a:cubicBezTo>
                  <a:cubicBezTo>
                    <a:pt x="102452" y="4674589"/>
                    <a:pt x="86917" y="4644970"/>
                    <a:pt x="73058" y="4611951"/>
                  </a:cubicBezTo>
                  <a:cubicBezTo>
                    <a:pt x="50686" y="4559957"/>
                    <a:pt x="25516" y="4509149"/>
                    <a:pt x="3979" y="4456771"/>
                  </a:cubicBezTo>
                  <a:cubicBezTo>
                    <a:pt x="-1236" y="4443877"/>
                    <a:pt x="-726" y="4427139"/>
                    <a:pt x="2091" y="4412781"/>
                  </a:cubicBezTo>
                  <a:cubicBezTo>
                    <a:pt x="11653" y="4363733"/>
                    <a:pt x="45382" y="4329603"/>
                    <a:pt x="75905" y="4292897"/>
                  </a:cubicBezTo>
                  <a:cubicBezTo>
                    <a:pt x="89361" y="4276787"/>
                    <a:pt x="97880" y="4255660"/>
                    <a:pt x="104434" y="4235333"/>
                  </a:cubicBezTo>
                  <a:cubicBezTo>
                    <a:pt x="121200" y="4182569"/>
                    <a:pt x="135523" y="4128901"/>
                    <a:pt x="151065" y="4075686"/>
                  </a:cubicBezTo>
                  <a:cubicBezTo>
                    <a:pt x="152552" y="4070549"/>
                    <a:pt x="157315" y="4065932"/>
                    <a:pt x="161243" y="4061695"/>
                  </a:cubicBezTo>
                  <a:cubicBezTo>
                    <a:pt x="202828" y="4019095"/>
                    <a:pt x="244731" y="3976753"/>
                    <a:pt x="286285" y="3933862"/>
                  </a:cubicBezTo>
                  <a:cubicBezTo>
                    <a:pt x="294168" y="3925683"/>
                    <a:pt x="299393" y="3914571"/>
                    <a:pt x="306926" y="3905847"/>
                  </a:cubicBezTo>
                  <a:cubicBezTo>
                    <a:pt x="317292" y="3893589"/>
                    <a:pt x="326766" y="3878502"/>
                    <a:pt x="340015" y="3871199"/>
                  </a:cubicBezTo>
                  <a:cubicBezTo>
                    <a:pt x="381725" y="3848490"/>
                    <a:pt x="396760" y="3812013"/>
                    <a:pt x="400111" y="3767743"/>
                  </a:cubicBezTo>
                  <a:cubicBezTo>
                    <a:pt x="403294" y="3727294"/>
                    <a:pt x="405323" y="3686973"/>
                    <a:pt x="409694" y="3646690"/>
                  </a:cubicBezTo>
                  <a:cubicBezTo>
                    <a:pt x="414852" y="3597538"/>
                    <a:pt x="420910" y="3548579"/>
                    <a:pt x="428447" y="3499752"/>
                  </a:cubicBezTo>
                  <a:cubicBezTo>
                    <a:pt x="431696" y="3478619"/>
                    <a:pt x="435683" y="3456228"/>
                    <a:pt x="445033" y="3437349"/>
                  </a:cubicBezTo>
                  <a:cubicBezTo>
                    <a:pt x="470858" y="3384475"/>
                    <a:pt x="486179" y="3329236"/>
                    <a:pt x="471431" y="3272018"/>
                  </a:cubicBezTo>
                  <a:cubicBezTo>
                    <a:pt x="459682" y="3226180"/>
                    <a:pt x="472474" y="3185267"/>
                    <a:pt x="495919" y="3153432"/>
                  </a:cubicBezTo>
                  <a:cubicBezTo>
                    <a:pt x="538461" y="3095505"/>
                    <a:pt x="521296" y="3040311"/>
                    <a:pt x="499541" y="2985907"/>
                  </a:cubicBezTo>
                  <a:cubicBezTo>
                    <a:pt x="488276" y="2957871"/>
                    <a:pt x="486838" y="2934028"/>
                    <a:pt x="491640" y="2905697"/>
                  </a:cubicBezTo>
                  <a:cubicBezTo>
                    <a:pt x="502898" y="2840071"/>
                    <a:pt x="547705" y="2792141"/>
                    <a:pt x="586592" y="2746325"/>
                  </a:cubicBezTo>
                  <a:cubicBezTo>
                    <a:pt x="619786" y="2707275"/>
                    <a:pt x="636305" y="2665661"/>
                    <a:pt x="647211" y="2620857"/>
                  </a:cubicBezTo>
                  <a:cubicBezTo>
                    <a:pt x="661216" y="2564298"/>
                    <a:pt x="648982" y="2522027"/>
                    <a:pt x="598120" y="2501248"/>
                  </a:cubicBezTo>
                  <a:cubicBezTo>
                    <a:pt x="583733" y="2495506"/>
                    <a:pt x="566431" y="2484521"/>
                    <a:pt x="560897" y="2471368"/>
                  </a:cubicBezTo>
                  <a:cubicBezTo>
                    <a:pt x="533469" y="2407931"/>
                    <a:pt x="496686" y="2344634"/>
                    <a:pt x="506928" y="2272389"/>
                  </a:cubicBezTo>
                  <a:cubicBezTo>
                    <a:pt x="520879" y="2172517"/>
                    <a:pt x="509052" y="2077807"/>
                    <a:pt x="474122" y="1983284"/>
                  </a:cubicBezTo>
                  <a:cubicBezTo>
                    <a:pt x="417537" y="1829959"/>
                    <a:pt x="358639" y="1676886"/>
                    <a:pt x="349180" y="1510207"/>
                  </a:cubicBezTo>
                  <a:cubicBezTo>
                    <a:pt x="347619" y="1482573"/>
                    <a:pt x="326399" y="1451821"/>
                    <a:pt x="306451" y="1430003"/>
                  </a:cubicBezTo>
                  <a:cubicBezTo>
                    <a:pt x="268511" y="1388202"/>
                    <a:pt x="266127" y="1390512"/>
                    <a:pt x="287747" y="1336633"/>
                  </a:cubicBezTo>
                  <a:cubicBezTo>
                    <a:pt x="293070" y="1323756"/>
                    <a:pt x="295470" y="1308272"/>
                    <a:pt x="304326" y="1298229"/>
                  </a:cubicBezTo>
                  <a:cubicBezTo>
                    <a:pt x="349361" y="1247057"/>
                    <a:pt x="331041" y="1191986"/>
                    <a:pt x="317671" y="1136667"/>
                  </a:cubicBezTo>
                  <a:cubicBezTo>
                    <a:pt x="315148" y="1126990"/>
                    <a:pt x="311827" y="1115354"/>
                    <a:pt x="314959" y="1106522"/>
                  </a:cubicBezTo>
                  <a:cubicBezTo>
                    <a:pt x="329032" y="1066641"/>
                    <a:pt x="319157" y="1035231"/>
                    <a:pt x="290675" y="1004980"/>
                  </a:cubicBezTo>
                  <a:cubicBezTo>
                    <a:pt x="266138" y="978690"/>
                    <a:pt x="249805" y="947108"/>
                    <a:pt x="272712" y="910357"/>
                  </a:cubicBezTo>
                  <a:cubicBezTo>
                    <a:pt x="323486" y="828702"/>
                    <a:pt x="317578" y="747981"/>
                    <a:pt x="270963" y="667028"/>
                  </a:cubicBezTo>
                  <a:cubicBezTo>
                    <a:pt x="237707" y="609204"/>
                    <a:pt x="225082" y="549995"/>
                    <a:pt x="244986" y="483131"/>
                  </a:cubicBezTo>
                  <a:cubicBezTo>
                    <a:pt x="252708" y="457408"/>
                    <a:pt x="242285" y="426353"/>
                    <a:pt x="241465" y="397465"/>
                  </a:cubicBezTo>
                  <a:cubicBezTo>
                    <a:pt x="240850" y="381142"/>
                    <a:pt x="239176" y="363176"/>
                    <a:pt x="244890" y="348507"/>
                  </a:cubicBezTo>
                  <a:cubicBezTo>
                    <a:pt x="259350" y="309454"/>
                    <a:pt x="279299" y="272445"/>
                    <a:pt x="293439" y="233141"/>
                  </a:cubicBezTo>
                  <a:cubicBezTo>
                    <a:pt x="300152" y="214256"/>
                    <a:pt x="302437" y="192349"/>
                    <a:pt x="300513" y="172069"/>
                  </a:cubicBezTo>
                  <a:close/>
                </a:path>
              </a:pathLst>
            </a:custGeom>
            <a:blipFill>
              <a:blip r:embed="rId2">
                <a:alphaModFix amt="57000"/>
              </a:blip>
              <a:tile tx="0" ty="0" sx="100000" sy="100000" flip="none" algn="tl"/>
            </a:blip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63004876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AB8C311F-7253-4AED-9701-7FC0708C41C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2384209-CB15-4CDF-9D31-C44FD9A3F2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2666617" y="-2666188"/>
            <a:ext cx="6858000" cy="12191233"/>
          </a:xfrm>
          <a:prstGeom prst="rect">
            <a:avLst/>
          </a:prstGeom>
          <a:gradFill>
            <a:gsLst>
              <a:gs pos="8000">
                <a:schemeClr val="accent1"/>
              </a:gs>
              <a:gs pos="100000">
                <a:schemeClr val="accent1">
                  <a:lumMod val="50000"/>
                </a:schemeClr>
              </a:gs>
            </a:gsLst>
            <a:lin ang="12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2633B3B5-CC90-43F0-8714-D31D1F3F020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H="1">
            <a:off x="-2311" y="0"/>
            <a:ext cx="9070846" cy="6857572"/>
          </a:xfrm>
          <a:prstGeom prst="rect">
            <a:avLst/>
          </a:prstGeom>
          <a:gradFill>
            <a:gsLst>
              <a:gs pos="8000">
                <a:srgbClr val="000000">
                  <a:alpha val="52000"/>
                </a:srgbClr>
              </a:gs>
              <a:gs pos="100000">
                <a:schemeClr val="accent1"/>
              </a:gs>
            </a:gsLst>
            <a:lin ang="4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8D57A06-A426-446D-B02C-A2DC6B62E4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3649491" y="-1685840"/>
            <a:ext cx="4894564" cy="12193546"/>
          </a:xfrm>
          <a:prstGeom prst="rect">
            <a:avLst/>
          </a:prstGeom>
          <a:gradFill>
            <a:gsLst>
              <a:gs pos="0">
                <a:schemeClr val="accent5">
                  <a:lumMod val="60000"/>
                  <a:lumOff val="40000"/>
                  <a:alpha val="0"/>
                </a:schemeClr>
              </a:gs>
              <a:gs pos="100000">
                <a:srgbClr val="000000">
                  <a:alpha val="46000"/>
                </a:srgbClr>
              </a:gs>
            </a:gsLst>
            <a:lin ang="1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Bildobjekt 3">
            <a:extLst>
              <a:ext uri="{FF2B5EF4-FFF2-40B4-BE49-F238E27FC236}">
                <a16:creationId xmlns:a16="http://schemas.microsoft.com/office/drawing/2014/main" id="{3CC2859B-5144-7CEE-7F1D-CB20954948F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3522" r="-70" b="3145"/>
          <a:stretch>
            <a:fillRect/>
          </a:stretch>
        </p:blipFill>
        <p:spPr>
          <a:xfrm>
            <a:off x="757945" y="651435"/>
            <a:ext cx="10668641" cy="55473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330421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B95B9BA8-1D69-4796-85F5-B6D0BD52354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ubrik 1">
            <a:extLst>
              <a:ext uri="{FF2B5EF4-FFF2-40B4-BE49-F238E27FC236}">
                <a16:creationId xmlns:a16="http://schemas.microsoft.com/office/drawing/2014/main" id="{5E3BEB63-2F38-6835-E99A-F3040B7997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0311" y="216530"/>
            <a:ext cx="10709978" cy="796825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sv-SE" sz="3200" b="1" dirty="0">
                <a:solidFill>
                  <a:srgbClr val="0F1115"/>
                </a:solidFill>
                <a:highlight>
                  <a:srgbClr val="FFFFFF"/>
                </a:highlight>
                <a:ea typeface="+mj-lt"/>
                <a:cs typeface="+mj-lt"/>
              </a:rPr>
              <a:t>Steg 5 – Verifiera:</a:t>
            </a:r>
            <a:r>
              <a:rPr lang="sv-SE" sz="3200" dirty="0">
                <a:solidFill>
                  <a:srgbClr val="0F1115"/>
                </a:solidFill>
                <a:highlight>
                  <a:srgbClr val="FFFFFF"/>
                </a:highlight>
                <a:ea typeface="+mj-lt"/>
                <a:cs typeface="+mj-lt"/>
              </a:rPr>
              <a:t> Öppna </a:t>
            </a:r>
            <a:r>
              <a:rPr lang="sv-SE" sz="4000" dirty="0">
                <a:solidFill>
                  <a:srgbClr val="0F1115"/>
                </a:solidFill>
                <a:highlight>
                  <a:srgbClr val="EBEEF2"/>
                </a:highlight>
                <a:latin typeface="Consolas"/>
                <a:ea typeface="+mj-lt"/>
                <a:cs typeface="+mj-lt"/>
              </a:rPr>
              <a:t>http://win01</a:t>
            </a:r>
            <a:r>
              <a:rPr lang="sv-SE" sz="3200">
                <a:solidFill>
                  <a:srgbClr val="0F1115"/>
                </a:solidFill>
                <a:highlight>
                  <a:srgbClr val="FFFFFF"/>
                </a:highlight>
                <a:ea typeface="+mj-lt"/>
                <a:cs typeface="+mj-lt"/>
              </a:rPr>
              <a:t> i webbläsaren</a:t>
            </a:r>
            <a:endParaRPr lang="sv-SE" sz="8800"/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AAD25CF4-BFE4-2922-23C5-3C424B4531B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12638" y="1712307"/>
            <a:ext cx="11977862" cy="3889445"/>
          </a:xfrm>
        </p:spPr>
        <p:txBody>
          <a:bodyPr vert="horz" lIns="91440" tIns="45720" rIns="91440" bIns="45720" rtlCol="0" anchor="t">
            <a:normAutofit/>
          </a:bodyPr>
          <a:lstStyle/>
          <a:p>
            <a:pPr marL="0" indent="0">
              <a:buNone/>
            </a:pPr>
            <a:r>
              <a:rPr lang="sv-SE" b="1" dirty="0">
                <a:solidFill>
                  <a:srgbClr val="0F1115"/>
                </a:solidFill>
                <a:highlight>
                  <a:srgbClr val="FFFFFF"/>
                </a:highlight>
                <a:ea typeface="+mn-lt"/>
                <a:cs typeface="+mn-lt"/>
              </a:rPr>
              <a:t>Enligt Red </a:t>
            </a:r>
            <a:r>
              <a:rPr lang="sv-SE" b="1">
                <a:solidFill>
                  <a:srgbClr val="0F1115"/>
                </a:solidFill>
                <a:highlight>
                  <a:srgbClr val="FFFFFF"/>
                </a:highlight>
                <a:ea typeface="+mn-lt"/>
                <a:cs typeface="+mn-lt"/>
              </a:rPr>
              <a:t>Hat:</a:t>
            </a:r>
            <a:r>
              <a:rPr lang="sv-SE" dirty="0">
                <a:solidFill>
                  <a:srgbClr val="0F1115"/>
                </a:solidFill>
                <a:highlight>
                  <a:srgbClr val="FFFFFF"/>
                </a:highlight>
                <a:ea typeface="+mn-lt"/>
                <a:cs typeface="+mn-lt"/>
              </a:rPr>
              <a:t> </a:t>
            </a:r>
            <a:r>
              <a:rPr lang="sv-SE" sz="4800">
                <a:solidFill>
                  <a:srgbClr val="0F1115"/>
                </a:solidFill>
                <a:highlight>
                  <a:srgbClr val="EBEEF2"/>
                </a:highlight>
                <a:latin typeface="Consolas"/>
              </a:rPr>
              <a:t>win_feature</a:t>
            </a:r>
            <a:r>
              <a:rPr lang="sv-SE">
                <a:solidFill>
                  <a:srgbClr val="0F1115"/>
                </a:solidFill>
                <a:highlight>
                  <a:srgbClr val="FFFFFF"/>
                </a:highlight>
                <a:ea typeface="+mn-lt"/>
                <a:cs typeface="+mn-lt"/>
              </a:rPr>
              <a:t> returnerar </a:t>
            </a:r>
            <a:r>
              <a:rPr lang="sv-SE" sz="4800">
                <a:solidFill>
                  <a:srgbClr val="0F1115"/>
                </a:solidFill>
                <a:highlight>
                  <a:srgbClr val="EBEEF2"/>
                </a:highlight>
                <a:latin typeface="Consolas"/>
              </a:rPr>
              <a:t>reboot_required</a:t>
            </a:r>
            <a:r>
              <a:rPr lang="sv-SE" dirty="0">
                <a:solidFill>
                  <a:srgbClr val="0F1115"/>
                </a:solidFill>
                <a:highlight>
                  <a:srgbClr val="FFFFFF"/>
                </a:highlight>
                <a:ea typeface="+mn-lt"/>
                <a:cs typeface="+mn-lt"/>
              </a:rPr>
              <a:t> </a:t>
            </a:r>
            <a:endParaRPr lang="sv-SE" dirty="0">
              <a:solidFill>
                <a:srgbClr val="FFFFFF">
                  <a:alpha val="80000"/>
                </a:srgbClr>
              </a:solidFill>
              <a:ea typeface="+mn-lt"/>
              <a:cs typeface="+mn-lt"/>
            </a:endParaRPr>
          </a:p>
          <a:p>
            <a:pPr marL="0" indent="0">
              <a:buNone/>
            </a:pPr>
            <a:endParaRPr lang="sv-SE" dirty="0">
              <a:solidFill>
                <a:srgbClr val="0F1115"/>
              </a:solidFill>
              <a:highlight>
                <a:srgbClr val="FFFFFF"/>
              </a:highlight>
              <a:ea typeface="+mn-lt"/>
              <a:cs typeface="+mn-lt"/>
            </a:endParaRPr>
          </a:p>
          <a:p>
            <a:pPr marL="0" indent="0">
              <a:buNone/>
            </a:pPr>
            <a:r>
              <a:rPr lang="sv-SE" dirty="0">
                <a:solidFill>
                  <a:srgbClr val="0F1115"/>
                </a:solidFill>
                <a:highlight>
                  <a:srgbClr val="FFFFFF"/>
                </a:highlight>
                <a:ea typeface="+mn-lt"/>
                <a:cs typeface="+mn-lt"/>
              </a:rPr>
              <a:t> </a:t>
            </a:r>
            <a:r>
              <a:rPr lang="sv-SE">
                <a:solidFill>
                  <a:srgbClr val="0F1115"/>
                </a:solidFill>
                <a:highlight>
                  <a:srgbClr val="FFFFFF"/>
                </a:highlight>
                <a:ea typeface="+mn-lt"/>
                <a:cs typeface="+mn-lt"/>
              </a:rPr>
              <a:t>du kan använda detta för att starta om servern vid behov .</a:t>
            </a:r>
            <a:endParaRPr lang="sv-SE">
              <a:solidFill>
                <a:srgbClr val="FFFFFF">
                  <a:alpha val="80000"/>
                </a:srgbClr>
              </a:solidFill>
              <a:ea typeface="+mn-lt"/>
              <a:cs typeface="+mn-lt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4728F330-19FB-4D39-BD0F-53032ABFEB7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79015" y="0"/>
            <a:ext cx="712985" cy="6858000"/>
            <a:chOff x="11479015" y="0"/>
            <a:chExt cx="712985" cy="6858000"/>
          </a:xfrm>
          <a:effectLst>
            <a:outerShdw blurRad="381000" dist="152400" dir="10800000" algn="ctr" rotWithShape="0">
              <a:schemeClr val="bg1">
                <a:alpha val="10000"/>
              </a:schemeClr>
            </a:outerShdw>
          </a:effectLst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0220D63-6F38-42F9-8AAD-3B1363A4FA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1479018" y="0"/>
              <a:ext cx="712982" cy="6858000"/>
            </a:xfrm>
            <a:custGeom>
              <a:avLst/>
              <a:gdLst>
                <a:gd name="connsiteX0" fmla="*/ 280560 w 712982"/>
                <a:gd name="connsiteY0" fmla="*/ 0 h 6858000"/>
                <a:gd name="connsiteX1" fmla="*/ 712982 w 712982"/>
                <a:gd name="connsiteY1" fmla="*/ 0 h 6858000"/>
                <a:gd name="connsiteX2" fmla="*/ 712982 w 712982"/>
                <a:gd name="connsiteY2" fmla="*/ 6858000 h 6858000"/>
                <a:gd name="connsiteX3" fmla="*/ 372527 w 712982"/>
                <a:gd name="connsiteY3" fmla="*/ 6858000 h 6858000"/>
                <a:gd name="connsiteX4" fmla="*/ 372901 w 712982"/>
                <a:gd name="connsiteY4" fmla="*/ 6835810 h 6858000"/>
                <a:gd name="connsiteX5" fmla="*/ 363017 w 712982"/>
                <a:gd name="connsiteY5" fmla="*/ 6518145 h 6858000"/>
                <a:gd name="connsiteX6" fmla="*/ 310498 w 712982"/>
                <a:gd name="connsiteY6" fmla="*/ 6393936 h 6858000"/>
                <a:gd name="connsiteX7" fmla="*/ 305420 w 712982"/>
                <a:gd name="connsiteY7" fmla="*/ 6355564 h 6858000"/>
                <a:gd name="connsiteX8" fmla="*/ 311030 w 712982"/>
                <a:gd name="connsiteY8" fmla="*/ 6267729 h 6858000"/>
                <a:gd name="connsiteX9" fmla="*/ 281440 w 712982"/>
                <a:gd name="connsiteY9" fmla="*/ 6090959 h 6858000"/>
                <a:gd name="connsiteX10" fmla="*/ 258928 w 712982"/>
                <a:gd name="connsiteY10" fmla="*/ 6026981 h 6858000"/>
                <a:gd name="connsiteX11" fmla="*/ 245105 w 712982"/>
                <a:gd name="connsiteY11" fmla="*/ 5991615 h 6858000"/>
                <a:gd name="connsiteX12" fmla="*/ 197441 w 712982"/>
                <a:gd name="connsiteY12" fmla="*/ 5807458 h 6858000"/>
                <a:gd name="connsiteX13" fmla="*/ 159115 w 712982"/>
                <a:gd name="connsiteY13" fmla="*/ 5727356 h 6858000"/>
                <a:gd name="connsiteX14" fmla="*/ 152306 w 712982"/>
                <a:gd name="connsiteY14" fmla="*/ 5705270 h 6858000"/>
                <a:gd name="connsiteX15" fmla="*/ 150939 w 712982"/>
                <a:gd name="connsiteY15" fmla="*/ 5580441 h 6858000"/>
                <a:gd name="connsiteX16" fmla="*/ 187956 w 712982"/>
                <a:gd name="connsiteY16" fmla="*/ 5482729 h 6858000"/>
                <a:gd name="connsiteX17" fmla="*/ 201902 w 712982"/>
                <a:gd name="connsiteY17" fmla="*/ 5463053 h 6858000"/>
                <a:gd name="connsiteX18" fmla="*/ 168174 w 712982"/>
                <a:gd name="connsiteY18" fmla="*/ 5205662 h 6858000"/>
                <a:gd name="connsiteX19" fmla="*/ 157186 w 712982"/>
                <a:gd name="connsiteY19" fmla="*/ 5166766 h 6858000"/>
                <a:gd name="connsiteX20" fmla="*/ 163999 w 712982"/>
                <a:gd name="connsiteY20" fmla="*/ 4972256 h 6858000"/>
                <a:gd name="connsiteX21" fmla="*/ 163388 w 712982"/>
                <a:gd name="connsiteY21" fmla="*/ 4915833 h 6858000"/>
                <a:gd name="connsiteX22" fmla="*/ 166361 w 712982"/>
                <a:gd name="connsiteY22" fmla="*/ 4712964 h 6858000"/>
                <a:gd name="connsiteX23" fmla="*/ 140122 w 712982"/>
                <a:gd name="connsiteY23" fmla="*/ 4687152 h 6858000"/>
                <a:gd name="connsiteX24" fmla="*/ 73058 w 712982"/>
                <a:gd name="connsiteY24" fmla="*/ 4611951 h 6858000"/>
                <a:gd name="connsiteX25" fmla="*/ 3979 w 712982"/>
                <a:gd name="connsiteY25" fmla="*/ 4456771 h 6858000"/>
                <a:gd name="connsiteX26" fmla="*/ 2091 w 712982"/>
                <a:gd name="connsiteY26" fmla="*/ 4412781 h 6858000"/>
                <a:gd name="connsiteX27" fmla="*/ 75905 w 712982"/>
                <a:gd name="connsiteY27" fmla="*/ 4292897 h 6858000"/>
                <a:gd name="connsiteX28" fmla="*/ 104434 w 712982"/>
                <a:gd name="connsiteY28" fmla="*/ 4235333 h 6858000"/>
                <a:gd name="connsiteX29" fmla="*/ 151065 w 712982"/>
                <a:gd name="connsiteY29" fmla="*/ 4075686 h 6858000"/>
                <a:gd name="connsiteX30" fmla="*/ 161243 w 712982"/>
                <a:gd name="connsiteY30" fmla="*/ 4061695 h 6858000"/>
                <a:gd name="connsiteX31" fmla="*/ 286285 w 712982"/>
                <a:gd name="connsiteY31" fmla="*/ 3933862 h 6858000"/>
                <a:gd name="connsiteX32" fmla="*/ 306926 w 712982"/>
                <a:gd name="connsiteY32" fmla="*/ 3905847 h 6858000"/>
                <a:gd name="connsiteX33" fmla="*/ 340015 w 712982"/>
                <a:gd name="connsiteY33" fmla="*/ 3871199 h 6858000"/>
                <a:gd name="connsiteX34" fmla="*/ 400111 w 712982"/>
                <a:gd name="connsiteY34" fmla="*/ 3767743 h 6858000"/>
                <a:gd name="connsiteX35" fmla="*/ 409694 w 712982"/>
                <a:gd name="connsiteY35" fmla="*/ 3646690 h 6858000"/>
                <a:gd name="connsiteX36" fmla="*/ 428447 w 712982"/>
                <a:gd name="connsiteY36" fmla="*/ 3499752 h 6858000"/>
                <a:gd name="connsiteX37" fmla="*/ 445033 w 712982"/>
                <a:gd name="connsiteY37" fmla="*/ 3437349 h 6858000"/>
                <a:gd name="connsiteX38" fmla="*/ 471431 w 712982"/>
                <a:gd name="connsiteY38" fmla="*/ 3272018 h 6858000"/>
                <a:gd name="connsiteX39" fmla="*/ 495919 w 712982"/>
                <a:gd name="connsiteY39" fmla="*/ 3153432 h 6858000"/>
                <a:gd name="connsiteX40" fmla="*/ 499541 w 712982"/>
                <a:gd name="connsiteY40" fmla="*/ 2985907 h 6858000"/>
                <a:gd name="connsiteX41" fmla="*/ 491640 w 712982"/>
                <a:gd name="connsiteY41" fmla="*/ 2905697 h 6858000"/>
                <a:gd name="connsiteX42" fmla="*/ 586592 w 712982"/>
                <a:gd name="connsiteY42" fmla="*/ 2746325 h 6858000"/>
                <a:gd name="connsiteX43" fmla="*/ 647211 w 712982"/>
                <a:gd name="connsiteY43" fmla="*/ 2620857 h 6858000"/>
                <a:gd name="connsiteX44" fmla="*/ 598120 w 712982"/>
                <a:gd name="connsiteY44" fmla="*/ 2501248 h 6858000"/>
                <a:gd name="connsiteX45" fmla="*/ 560897 w 712982"/>
                <a:gd name="connsiteY45" fmla="*/ 2471368 h 6858000"/>
                <a:gd name="connsiteX46" fmla="*/ 506928 w 712982"/>
                <a:gd name="connsiteY46" fmla="*/ 2272389 h 6858000"/>
                <a:gd name="connsiteX47" fmla="*/ 474122 w 712982"/>
                <a:gd name="connsiteY47" fmla="*/ 1983284 h 6858000"/>
                <a:gd name="connsiteX48" fmla="*/ 349180 w 712982"/>
                <a:gd name="connsiteY48" fmla="*/ 1510207 h 6858000"/>
                <a:gd name="connsiteX49" fmla="*/ 306451 w 712982"/>
                <a:gd name="connsiteY49" fmla="*/ 1430003 h 6858000"/>
                <a:gd name="connsiteX50" fmla="*/ 287747 w 712982"/>
                <a:gd name="connsiteY50" fmla="*/ 1336633 h 6858000"/>
                <a:gd name="connsiteX51" fmla="*/ 304326 w 712982"/>
                <a:gd name="connsiteY51" fmla="*/ 1298229 h 6858000"/>
                <a:gd name="connsiteX52" fmla="*/ 317671 w 712982"/>
                <a:gd name="connsiteY52" fmla="*/ 1136667 h 6858000"/>
                <a:gd name="connsiteX53" fmla="*/ 314959 w 712982"/>
                <a:gd name="connsiteY53" fmla="*/ 1106522 h 6858000"/>
                <a:gd name="connsiteX54" fmla="*/ 290675 w 712982"/>
                <a:gd name="connsiteY54" fmla="*/ 1004980 h 6858000"/>
                <a:gd name="connsiteX55" fmla="*/ 272712 w 712982"/>
                <a:gd name="connsiteY55" fmla="*/ 910357 h 6858000"/>
                <a:gd name="connsiteX56" fmla="*/ 270963 w 712982"/>
                <a:gd name="connsiteY56" fmla="*/ 667028 h 6858000"/>
                <a:gd name="connsiteX57" fmla="*/ 244986 w 712982"/>
                <a:gd name="connsiteY57" fmla="*/ 483131 h 6858000"/>
                <a:gd name="connsiteX58" fmla="*/ 241465 w 712982"/>
                <a:gd name="connsiteY58" fmla="*/ 397465 h 6858000"/>
                <a:gd name="connsiteX59" fmla="*/ 244890 w 712982"/>
                <a:gd name="connsiteY59" fmla="*/ 348507 h 6858000"/>
                <a:gd name="connsiteX60" fmla="*/ 293439 w 712982"/>
                <a:gd name="connsiteY60" fmla="*/ 233141 h 6858000"/>
                <a:gd name="connsiteX61" fmla="*/ 300513 w 712982"/>
                <a:gd name="connsiteY61" fmla="*/ 172069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712982" h="6858000">
                  <a:moveTo>
                    <a:pt x="280560" y="0"/>
                  </a:moveTo>
                  <a:lnTo>
                    <a:pt x="712982" y="0"/>
                  </a:lnTo>
                  <a:lnTo>
                    <a:pt x="712982" y="6858000"/>
                  </a:lnTo>
                  <a:lnTo>
                    <a:pt x="372527" y="6858000"/>
                  </a:lnTo>
                  <a:lnTo>
                    <a:pt x="372901" y="6835810"/>
                  </a:lnTo>
                  <a:cubicBezTo>
                    <a:pt x="343741" y="6729822"/>
                    <a:pt x="373381" y="6623551"/>
                    <a:pt x="363017" y="6518145"/>
                  </a:cubicBezTo>
                  <a:cubicBezTo>
                    <a:pt x="358372" y="6470360"/>
                    <a:pt x="362468" y="6422202"/>
                    <a:pt x="310498" y="6393936"/>
                  </a:cubicBezTo>
                  <a:cubicBezTo>
                    <a:pt x="303659" y="6390296"/>
                    <a:pt x="304819" y="6368800"/>
                    <a:pt x="305420" y="6355564"/>
                  </a:cubicBezTo>
                  <a:cubicBezTo>
                    <a:pt x="306594" y="6326166"/>
                    <a:pt x="314451" y="6296329"/>
                    <a:pt x="311030" y="6267729"/>
                  </a:cubicBezTo>
                  <a:cubicBezTo>
                    <a:pt x="304253" y="6208466"/>
                    <a:pt x="293104" y="6149393"/>
                    <a:pt x="281440" y="6090959"/>
                  </a:cubicBezTo>
                  <a:cubicBezTo>
                    <a:pt x="276978" y="6068911"/>
                    <a:pt x="266829" y="6048361"/>
                    <a:pt x="258928" y="6026981"/>
                  </a:cubicBezTo>
                  <a:cubicBezTo>
                    <a:pt x="254416" y="6015184"/>
                    <a:pt x="244605" y="6003083"/>
                    <a:pt x="245105" y="5991615"/>
                  </a:cubicBezTo>
                  <a:cubicBezTo>
                    <a:pt x="248075" y="5925141"/>
                    <a:pt x="216651" y="5867990"/>
                    <a:pt x="197441" y="5807458"/>
                  </a:cubicBezTo>
                  <a:cubicBezTo>
                    <a:pt x="188523" y="5779456"/>
                    <a:pt x="171697" y="5754078"/>
                    <a:pt x="159115" y="5727356"/>
                  </a:cubicBezTo>
                  <a:cubicBezTo>
                    <a:pt x="155717" y="5720411"/>
                    <a:pt x="152517" y="5712566"/>
                    <a:pt x="152306" y="5705270"/>
                  </a:cubicBezTo>
                  <a:cubicBezTo>
                    <a:pt x="151252" y="5663532"/>
                    <a:pt x="151674" y="5621922"/>
                    <a:pt x="150939" y="5580441"/>
                  </a:cubicBezTo>
                  <a:cubicBezTo>
                    <a:pt x="150326" y="5542748"/>
                    <a:pt x="147369" y="5505023"/>
                    <a:pt x="187956" y="5482729"/>
                  </a:cubicBezTo>
                  <a:cubicBezTo>
                    <a:pt x="194324" y="5479395"/>
                    <a:pt x="198291" y="5470181"/>
                    <a:pt x="201902" y="5463053"/>
                  </a:cubicBezTo>
                  <a:cubicBezTo>
                    <a:pt x="257480" y="5353065"/>
                    <a:pt x="249730" y="5298303"/>
                    <a:pt x="168174" y="5205662"/>
                  </a:cubicBezTo>
                  <a:cubicBezTo>
                    <a:pt x="159805" y="5196040"/>
                    <a:pt x="152161" y="5174340"/>
                    <a:pt x="157186" y="5166766"/>
                  </a:cubicBezTo>
                  <a:cubicBezTo>
                    <a:pt x="198743" y="5102508"/>
                    <a:pt x="186477" y="5038579"/>
                    <a:pt x="163999" y="4972256"/>
                  </a:cubicBezTo>
                  <a:cubicBezTo>
                    <a:pt x="158020" y="4955056"/>
                    <a:pt x="155299" y="4930181"/>
                    <a:pt x="163388" y="4915833"/>
                  </a:cubicBezTo>
                  <a:cubicBezTo>
                    <a:pt x="200708" y="4847649"/>
                    <a:pt x="186907" y="4780374"/>
                    <a:pt x="166361" y="4712964"/>
                  </a:cubicBezTo>
                  <a:cubicBezTo>
                    <a:pt x="163165" y="4702485"/>
                    <a:pt x="150748" y="4690669"/>
                    <a:pt x="140122" y="4687152"/>
                  </a:cubicBezTo>
                  <a:cubicBezTo>
                    <a:pt x="102452" y="4674589"/>
                    <a:pt x="86917" y="4644970"/>
                    <a:pt x="73058" y="4611951"/>
                  </a:cubicBezTo>
                  <a:cubicBezTo>
                    <a:pt x="50686" y="4559957"/>
                    <a:pt x="25516" y="4509149"/>
                    <a:pt x="3979" y="4456771"/>
                  </a:cubicBezTo>
                  <a:cubicBezTo>
                    <a:pt x="-1236" y="4443877"/>
                    <a:pt x="-726" y="4427139"/>
                    <a:pt x="2091" y="4412781"/>
                  </a:cubicBezTo>
                  <a:cubicBezTo>
                    <a:pt x="11653" y="4363733"/>
                    <a:pt x="45382" y="4329603"/>
                    <a:pt x="75905" y="4292897"/>
                  </a:cubicBezTo>
                  <a:cubicBezTo>
                    <a:pt x="89361" y="4276787"/>
                    <a:pt x="97880" y="4255660"/>
                    <a:pt x="104434" y="4235333"/>
                  </a:cubicBezTo>
                  <a:cubicBezTo>
                    <a:pt x="121200" y="4182569"/>
                    <a:pt x="135523" y="4128901"/>
                    <a:pt x="151065" y="4075686"/>
                  </a:cubicBezTo>
                  <a:cubicBezTo>
                    <a:pt x="152552" y="4070549"/>
                    <a:pt x="157315" y="4065932"/>
                    <a:pt x="161243" y="4061695"/>
                  </a:cubicBezTo>
                  <a:cubicBezTo>
                    <a:pt x="202828" y="4019095"/>
                    <a:pt x="244731" y="3976753"/>
                    <a:pt x="286285" y="3933862"/>
                  </a:cubicBezTo>
                  <a:cubicBezTo>
                    <a:pt x="294168" y="3925683"/>
                    <a:pt x="299393" y="3914571"/>
                    <a:pt x="306926" y="3905847"/>
                  </a:cubicBezTo>
                  <a:cubicBezTo>
                    <a:pt x="317292" y="3893589"/>
                    <a:pt x="326766" y="3878502"/>
                    <a:pt x="340015" y="3871199"/>
                  </a:cubicBezTo>
                  <a:cubicBezTo>
                    <a:pt x="381725" y="3848490"/>
                    <a:pt x="396760" y="3812013"/>
                    <a:pt x="400111" y="3767743"/>
                  </a:cubicBezTo>
                  <a:cubicBezTo>
                    <a:pt x="403294" y="3727294"/>
                    <a:pt x="405323" y="3686973"/>
                    <a:pt x="409694" y="3646690"/>
                  </a:cubicBezTo>
                  <a:cubicBezTo>
                    <a:pt x="414852" y="3597538"/>
                    <a:pt x="420910" y="3548579"/>
                    <a:pt x="428447" y="3499752"/>
                  </a:cubicBezTo>
                  <a:cubicBezTo>
                    <a:pt x="431696" y="3478619"/>
                    <a:pt x="435683" y="3456228"/>
                    <a:pt x="445033" y="3437349"/>
                  </a:cubicBezTo>
                  <a:cubicBezTo>
                    <a:pt x="470858" y="3384475"/>
                    <a:pt x="486179" y="3329236"/>
                    <a:pt x="471431" y="3272018"/>
                  </a:cubicBezTo>
                  <a:cubicBezTo>
                    <a:pt x="459682" y="3226180"/>
                    <a:pt x="472474" y="3185267"/>
                    <a:pt x="495919" y="3153432"/>
                  </a:cubicBezTo>
                  <a:cubicBezTo>
                    <a:pt x="538461" y="3095505"/>
                    <a:pt x="521296" y="3040311"/>
                    <a:pt x="499541" y="2985907"/>
                  </a:cubicBezTo>
                  <a:cubicBezTo>
                    <a:pt x="488276" y="2957871"/>
                    <a:pt x="486838" y="2934028"/>
                    <a:pt x="491640" y="2905697"/>
                  </a:cubicBezTo>
                  <a:cubicBezTo>
                    <a:pt x="502898" y="2840071"/>
                    <a:pt x="547705" y="2792141"/>
                    <a:pt x="586592" y="2746325"/>
                  </a:cubicBezTo>
                  <a:cubicBezTo>
                    <a:pt x="619786" y="2707275"/>
                    <a:pt x="636305" y="2665661"/>
                    <a:pt x="647211" y="2620857"/>
                  </a:cubicBezTo>
                  <a:cubicBezTo>
                    <a:pt x="661216" y="2564298"/>
                    <a:pt x="648982" y="2522027"/>
                    <a:pt x="598120" y="2501248"/>
                  </a:cubicBezTo>
                  <a:cubicBezTo>
                    <a:pt x="583733" y="2495506"/>
                    <a:pt x="566431" y="2484521"/>
                    <a:pt x="560897" y="2471368"/>
                  </a:cubicBezTo>
                  <a:cubicBezTo>
                    <a:pt x="533469" y="2407931"/>
                    <a:pt x="496686" y="2344634"/>
                    <a:pt x="506928" y="2272389"/>
                  </a:cubicBezTo>
                  <a:cubicBezTo>
                    <a:pt x="520879" y="2172517"/>
                    <a:pt x="509052" y="2077807"/>
                    <a:pt x="474122" y="1983284"/>
                  </a:cubicBezTo>
                  <a:cubicBezTo>
                    <a:pt x="417537" y="1829959"/>
                    <a:pt x="358639" y="1676886"/>
                    <a:pt x="349180" y="1510207"/>
                  </a:cubicBezTo>
                  <a:cubicBezTo>
                    <a:pt x="347619" y="1482573"/>
                    <a:pt x="326399" y="1451821"/>
                    <a:pt x="306451" y="1430003"/>
                  </a:cubicBezTo>
                  <a:cubicBezTo>
                    <a:pt x="268511" y="1388202"/>
                    <a:pt x="266127" y="1390512"/>
                    <a:pt x="287747" y="1336633"/>
                  </a:cubicBezTo>
                  <a:cubicBezTo>
                    <a:pt x="293070" y="1323756"/>
                    <a:pt x="295470" y="1308272"/>
                    <a:pt x="304326" y="1298229"/>
                  </a:cubicBezTo>
                  <a:cubicBezTo>
                    <a:pt x="349361" y="1247057"/>
                    <a:pt x="331041" y="1191986"/>
                    <a:pt x="317671" y="1136667"/>
                  </a:cubicBezTo>
                  <a:cubicBezTo>
                    <a:pt x="315148" y="1126990"/>
                    <a:pt x="311827" y="1115354"/>
                    <a:pt x="314959" y="1106522"/>
                  </a:cubicBezTo>
                  <a:cubicBezTo>
                    <a:pt x="329032" y="1066641"/>
                    <a:pt x="319157" y="1035231"/>
                    <a:pt x="290675" y="1004980"/>
                  </a:cubicBezTo>
                  <a:cubicBezTo>
                    <a:pt x="266138" y="978690"/>
                    <a:pt x="249805" y="947108"/>
                    <a:pt x="272712" y="910357"/>
                  </a:cubicBezTo>
                  <a:cubicBezTo>
                    <a:pt x="323486" y="828702"/>
                    <a:pt x="317578" y="747981"/>
                    <a:pt x="270963" y="667028"/>
                  </a:cubicBezTo>
                  <a:cubicBezTo>
                    <a:pt x="237707" y="609204"/>
                    <a:pt x="225082" y="549995"/>
                    <a:pt x="244986" y="483131"/>
                  </a:cubicBezTo>
                  <a:cubicBezTo>
                    <a:pt x="252708" y="457408"/>
                    <a:pt x="242285" y="426353"/>
                    <a:pt x="241465" y="397465"/>
                  </a:cubicBezTo>
                  <a:cubicBezTo>
                    <a:pt x="240850" y="381142"/>
                    <a:pt x="239176" y="363176"/>
                    <a:pt x="244890" y="348507"/>
                  </a:cubicBezTo>
                  <a:cubicBezTo>
                    <a:pt x="259350" y="309454"/>
                    <a:pt x="279299" y="272445"/>
                    <a:pt x="293439" y="233141"/>
                  </a:cubicBezTo>
                  <a:cubicBezTo>
                    <a:pt x="300152" y="214256"/>
                    <a:pt x="302437" y="192349"/>
                    <a:pt x="300513" y="172069"/>
                  </a:cubicBezTo>
                  <a:close/>
                </a:path>
              </a:pathLst>
            </a:custGeom>
            <a:solidFill>
              <a:srgbClr val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7B054CB-4DA3-4EDD-B196-A5DDD1E4E6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1479015" y="0"/>
              <a:ext cx="712985" cy="6858000"/>
            </a:xfrm>
            <a:custGeom>
              <a:avLst/>
              <a:gdLst>
                <a:gd name="connsiteX0" fmla="*/ 280560 w 712985"/>
                <a:gd name="connsiteY0" fmla="*/ 0 h 6858000"/>
                <a:gd name="connsiteX1" fmla="*/ 712985 w 712985"/>
                <a:gd name="connsiteY1" fmla="*/ 0 h 6858000"/>
                <a:gd name="connsiteX2" fmla="*/ 712985 w 712985"/>
                <a:gd name="connsiteY2" fmla="*/ 6858000 h 6858000"/>
                <a:gd name="connsiteX3" fmla="*/ 372527 w 712985"/>
                <a:gd name="connsiteY3" fmla="*/ 6858000 h 6858000"/>
                <a:gd name="connsiteX4" fmla="*/ 372901 w 712985"/>
                <a:gd name="connsiteY4" fmla="*/ 6835810 h 6858000"/>
                <a:gd name="connsiteX5" fmla="*/ 363017 w 712985"/>
                <a:gd name="connsiteY5" fmla="*/ 6518145 h 6858000"/>
                <a:gd name="connsiteX6" fmla="*/ 310498 w 712985"/>
                <a:gd name="connsiteY6" fmla="*/ 6393936 h 6858000"/>
                <a:gd name="connsiteX7" fmla="*/ 305420 w 712985"/>
                <a:gd name="connsiteY7" fmla="*/ 6355564 h 6858000"/>
                <a:gd name="connsiteX8" fmla="*/ 311030 w 712985"/>
                <a:gd name="connsiteY8" fmla="*/ 6267729 h 6858000"/>
                <a:gd name="connsiteX9" fmla="*/ 281440 w 712985"/>
                <a:gd name="connsiteY9" fmla="*/ 6090959 h 6858000"/>
                <a:gd name="connsiteX10" fmla="*/ 258928 w 712985"/>
                <a:gd name="connsiteY10" fmla="*/ 6026981 h 6858000"/>
                <a:gd name="connsiteX11" fmla="*/ 245105 w 712985"/>
                <a:gd name="connsiteY11" fmla="*/ 5991615 h 6858000"/>
                <a:gd name="connsiteX12" fmla="*/ 197441 w 712985"/>
                <a:gd name="connsiteY12" fmla="*/ 5807458 h 6858000"/>
                <a:gd name="connsiteX13" fmla="*/ 159115 w 712985"/>
                <a:gd name="connsiteY13" fmla="*/ 5727356 h 6858000"/>
                <a:gd name="connsiteX14" fmla="*/ 152306 w 712985"/>
                <a:gd name="connsiteY14" fmla="*/ 5705270 h 6858000"/>
                <a:gd name="connsiteX15" fmla="*/ 150939 w 712985"/>
                <a:gd name="connsiteY15" fmla="*/ 5580441 h 6858000"/>
                <a:gd name="connsiteX16" fmla="*/ 187956 w 712985"/>
                <a:gd name="connsiteY16" fmla="*/ 5482729 h 6858000"/>
                <a:gd name="connsiteX17" fmla="*/ 201902 w 712985"/>
                <a:gd name="connsiteY17" fmla="*/ 5463053 h 6858000"/>
                <a:gd name="connsiteX18" fmla="*/ 168174 w 712985"/>
                <a:gd name="connsiteY18" fmla="*/ 5205662 h 6858000"/>
                <a:gd name="connsiteX19" fmla="*/ 157186 w 712985"/>
                <a:gd name="connsiteY19" fmla="*/ 5166766 h 6858000"/>
                <a:gd name="connsiteX20" fmla="*/ 163999 w 712985"/>
                <a:gd name="connsiteY20" fmla="*/ 4972256 h 6858000"/>
                <a:gd name="connsiteX21" fmla="*/ 163388 w 712985"/>
                <a:gd name="connsiteY21" fmla="*/ 4915833 h 6858000"/>
                <a:gd name="connsiteX22" fmla="*/ 166361 w 712985"/>
                <a:gd name="connsiteY22" fmla="*/ 4712964 h 6858000"/>
                <a:gd name="connsiteX23" fmla="*/ 140122 w 712985"/>
                <a:gd name="connsiteY23" fmla="*/ 4687152 h 6858000"/>
                <a:gd name="connsiteX24" fmla="*/ 73058 w 712985"/>
                <a:gd name="connsiteY24" fmla="*/ 4611951 h 6858000"/>
                <a:gd name="connsiteX25" fmla="*/ 3979 w 712985"/>
                <a:gd name="connsiteY25" fmla="*/ 4456771 h 6858000"/>
                <a:gd name="connsiteX26" fmla="*/ 2091 w 712985"/>
                <a:gd name="connsiteY26" fmla="*/ 4412781 h 6858000"/>
                <a:gd name="connsiteX27" fmla="*/ 75905 w 712985"/>
                <a:gd name="connsiteY27" fmla="*/ 4292897 h 6858000"/>
                <a:gd name="connsiteX28" fmla="*/ 104434 w 712985"/>
                <a:gd name="connsiteY28" fmla="*/ 4235333 h 6858000"/>
                <a:gd name="connsiteX29" fmla="*/ 151065 w 712985"/>
                <a:gd name="connsiteY29" fmla="*/ 4075686 h 6858000"/>
                <a:gd name="connsiteX30" fmla="*/ 161243 w 712985"/>
                <a:gd name="connsiteY30" fmla="*/ 4061695 h 6858000"/>
                <a:gd name="connsiteX31" fmla="*/ 286285 w 712985"/>
                <a:gd name="connsiteY31" fmla="*/ 3933862 h 6858000"/>
                <a:gd name="connsiteX32" fmla="*/ 306926 w 712985"/>
                <a:gd name="connsiteY32" fmla="*/ 3905847 h 6858000"/>
                <a:gd name="connsiteX33" fmla="*/ 340015 w 712985"/>
                <a:gd name="connsiteY33" fmla="*/ 3871199 h 6858000"/>
                <a:gd name="connsiteX34" fmla="*/ 400111 w 712985"/>
                <a:gd name="connsiteY34" fmla="*/ 3767743 h 6858000"/>
                <a:gd name="connsiteX35" fmla="*/ 409694 w 712985"/>
                <a:gd name="connsiteY35" fmla="*/ 3646690 h 6858000"/>
                <a:gd name="connsiteX36" fmla="*/ 428447 w 712985"/>
                <a:gd name="connsiteY36" fmla="*/ 3499752 h 6858000"/>
                <a:gd name="connsiteX37" fmla="*/ 445033 w 712985"/>
                <a:gd name="connsiteY37" fmla="*/ 3437349 h 6858000"/>
                <a:gd name="connsiteX38" fmla="*/ 471431 w 712985"/>
                <a:gd name="connsiteY38" fmla="*/ 3272018 h 6858000"/>
                <a:gd name="connsiteX39" fmla="*/ 495919 w 712985"/>
                <a:gd name="connsiteY39" fmla="*/ 3153432 h 6858000"/>
                <a:gd name="connsiteX40" fmla="*/ 499541 w 712985"/>
                <a:gd name="connsiteY40" fmla="*/ 2985907 h 6858000"/>
                <a:gd name="connsiteX41" fmla="*/ 491640 w 712985"/>
                <a:gd name="connsiteY41" fmla="*/ 2905697 h 6858000"/>
                <a:gd name="connsiteX42" fmla="*/ 586592 w 712985"/>
                <a:gd name="connsiteY42" fmla="*/ 2746325 h 6858000"/>
                <a:gd name="connsiteX43" fmla="*/ 647211 w 712985"/>
                <a:gd name="connsiteY43" fmla="*/ 2620857 h 6858000"/>
                <a:gd name="connsiteX44" fmla="*/ 598120 w 712985"/>
                <a:gd name="connsiteY44" fmla="*/ 2501248 h 6858000"/>
                <a:gd name="connsiteX45" fmla="*/ 560897 w 712985"/>
                <a:gd name="connsiteY45" fmla="*/ 2471368 h 6858000"/>
                <a:gd name="connsiteX46" fmla="*/ 506928 w 712985"/>
                <a:gd name="connsiteY46" fmla="*/ 2272389 h 6858000"/>
                <a:gd name="connsiteX47" fmla="*/ 474122 w 712985"/>
                <a:gd name="connsiteY47" fmla="*/ 1983284 h 6858000"/>
                <a:gd name="connsiteX48" fmla="*/ 349180 w 712985"/>
                <a:gd name="connsiteY48" fmla="*/ 1510207 h 6858000"/>
                <a:gd name="connsiteX49" fmla="*/ 306451 w 712985"/>
                <a:gd name="connsiteY49" fmla="*/ 1430003 h 6858000"/>
                <a:gd name="connsiteX50" fmla="*/ 287747 w 712985"/>
                <a:gd name="connsiteY50" fmla="*/ 1336633 h 6858000"/>
                <a:gd name="connsiteX51" fmla="*/ 304326 w 712985"/>
                <a:gd name="connsiteY51" fmla="*/ 1298229 h 6858000"/>
                <a:gd name="connsiteX52" fmla="*/ 317671 w 712985"/>
                <a:gd name="connsiteY52" fmla="*/ 1136667 h 6858000"/>
                <a:gd name="connsiteX53" fmla="*/ 314959 w 712985"/>
                <a:gd name="connsiteY53" fmla="*/ 1106522 h 6858000"/>
                <a:gd name="connsiteX54" fmla="*/ 290675 w 712985"/>
                <a:gd name="connsiteY54" fmla="*/ 1004980 h 6858000"/>
                <a:gd name="connsiteX55" fmla="*/ 272712 w 712985"/>
                <a:gd name="connsiteY55" fmla="*/ 910357 h 6858000"/>
                <a:gd name="connsiteX56" fmla="*/ 270963 w 712985"/>
                <a:gd name="connsiteY56" fmla="*/ 667028 h 6858000"/>
                <a:gd name="connsiteX57" fmla="*/ 244986 w 712985"/>
                <a:gd name="connsiteY57" fmla="*/ 483131 h 6858000"/>
                <a:gd name="connsiteX58" fmla="*/ 241465 w 712985"/>
                <a:gd name="connsiteY58" fmla="*/ 397465 h 6858000"/>
                <a:gd name="connsiteX59" fmla="*/ 244890 w 712985"/>
                <a:gd name="connsiteY59" fmla="*/ 348507 h 6858000"/>
                <a:gd name="connsiteX60" fmla="*/ 293439 w 712985"/>
                <a:gd name="connsiteY60" fmla="*/ 233141 h 6858000"/>
                <a:gd name="connsiteX61" fmla="*/ 300513 w 712985"/>
                <a:gd name="connsiteY61" fmla="*/ 172069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712985" h="6858000">
                  <a:moveTo>
                    <a:pt x="280560" y="0"/>
                  </a:moveTo>
                  <a:lnTo>
                    <a:pt x="712985" y="0"/>
                  </a:lnTo>
                  <a:lnTo>
                    <a:pt x="712985" y="6858000"/>
                  </a:lnTo>
                  <a:lnTo>
                    <a:pt x="372527" y="6858000"/>
                  </a:lnTo>
                  <a:lnTo>
                    <a:pt x="372901" y="6835810"/>
                  </a:lnTo>
                  <a:cubicBezTo>
                    <a:pt x="343741" y="6729822"/>
                    <a:pt x="373381" y="6623551"/>
                    <a:pt x="363017" y="6518145"/>
                  </a:cubicBezTo>
                  <a:cubicBezTo>
                    <a:pt x="358372" y="6470360"/>
                    <a:pt x="362468" y="6422202"/>
                    <a:pt x="310498" y="6393936"/>
                  </a:cubicBezTo>
                  <a:cubicBezTo>
                    <a:pt x="303659" y="6390296"/>
                    <a:pt x="304819" y="6368800"/>
                    <a:pt x="305420" y="6355564"/>
                  </a:cubicBezTo>
                  <a:cubicBezTo>
                    <a:pt x="306594" y="6326166"/>
                    <a:pt x="314451" y="6296329"/>
                    <a:pt x="311030" y="6267729"/>
                  </a:cubicBezTo>
                  <a:cubicBezTo>
                    <a:pt x="304253" y="6208466"/>
                    <a:pt x="293104" y="6149393"/>
                    <a:pt x="281440" y="6090959"/>
                  </a:cubicBezTo>
                  <a:cubicBezTo>
                    <a:pt x="276978" y="6068911"/>
                    <a:pt x="266829" y="6048361"/>
                    <a:pt x="258928" y="6026981"/>
                  </a:cubicBezTo>
                  <a:cubicBezTo>
                    <a:pt x="254416" y="6015184"/>
                    <a:pt x="244605" y="6003083"/>
                    <a:pt x="245105" y="5991615"/>
                  </a:cubicBezTo>
                  <a:cubicBezTo>
                    <a:pt x="248075" y="5925141"/>
                    <a:pt x="216651" y="5867990"/>
                    <a:pt x="197441" y="5807458"/>
                  </a:cubicBezTo>
                  <a:cubicBezTo>
                    <a:pt x="188523" y="5779456"/>
                    <a:pt x="171697" y="5754078"/>
                    <a:pt x="159115" y="5727356"/>
                  </a:cubicBezTo>
                  <a:cubicBezTo>
                    <a:pt x="155717" y="5720411"/>
                    <a:pt x="152517" y="5712566"/>
                    <a:pt x="152306" y="5705270"/>
                  </a:cubicBezTo>
                  <a:cubicBezTo>
                    <a:pt x="151252" y="5663532"/>
                    <a:pt x="151674" y="5621922"/>
                    <a:pt x="150939" y="5580441"/>
                  </a:cubicBezTo>
                  <a:cubicBezTo>
                    <a:pt x="150326" y="5542748"/>
                    <a:pt x="147369" y="5505023"/>
                    <a:pt x="187956" y="5482729"/>
                  </a:cubicBezTo>
                  <a:cubicBezTo>
                    <a:pt x="194324" y="5479395"/>
                    <a:pt x="198291" y="5470181"/>
                    <a:pt x="201902" y="5463053"/>
                  </a:cubicBezTo>
                  <a:cubicBezTo>
                    <a:pt x="257480" y="5353065"/>
                    <a:pt x="249730" y="5298303"/>
                    <a:pt x="168174" y="5205662"/>
                  </a:cubicBezTo>
                  <a:cubicBezTo>
                    <a:pt x="159805" y="5196040"/>
                    <a:pt x="152161" y="5174340"/>
                    <a:pt x="157186" y="5166766"/>
                  </a:cubicBezTo>
                  <a:cubicBezTo>
                    <a:pt x="198743" y="5102508"/>
                    <a:pt x="186477" y="5038579"/>
                    <a:pt x="163999" y="4972256"/>
                  </a:cubicBezTo>
                  <a:cubicBezTo>
                    <a:pt x="158020" y="4955056"/>
                    <a:pt x="155299" y="4930181"/>
                    <a:pt x="163388" y="4915833"/>
                  </a:cubicBezTo>
                  <a:cubicBezTo>
                    <a:pt x="200708" y="4847649"/>
                    <a:pt x="186907" y="4780374"/>
                    <a:pt x="166361" y="4712964"/>
                  </a:cubicBezTo>
                  <a:cubicBezTo>
                    <a:pt x="163165" y="4702485"/>
                    <a:pt x="150748" y="4690669"/>
                    <a:pt x="140122" y="4687152"/>
                  </a:cubicBezTo>
                  <a:cubicBezTo>
                    <a:pt x="102452" y="4674589"/>
                    <a:pt x="86917" y="4644970"/>
                    <a:pt x="73058" y="4611951"/>
                  </a:cubicBezTo>
                  <a:cubicBezTo>
                    <a:pt x="50686" y="4559957"/>
                    <a:pt x="25516" y="4509149"/>
                    <a:pt x="3979" y="4456771"/>
                  </a:cubicBezTo>
                  <a:cubicBezTo>
                    <a:pt x="-1236" y="4443877"/>
                    <a:pt x="-726" y="4427139"/>
                    <a:pt x="2091" y="4412781"/>
                  </a:cubicBezTo>
                  <a:cubicBezTo>
                    <a:pt x="11653" y="4363733"/>
                    <a:pt x="45382" y="4329603"/>
                    <a:pt x="75905" y="4292897"/>
                  </a:cubicBezTo>
                  <a:cubicBezTo>
                    <a:pt x="89361" y="4276787"/>
                    <a:pt x="97880" y="4255660"/>
                    <a:pt x="104434" y="4235333"/>
                  </a:cubicBezTo>
                  <a:cubicBezTo>
                    <a:pt x="121200" y="4182569"/>
                    <a:pt x="135523" y="4128901"/>
                    <a:pt x="151065" y="4075686"/>
                  </a:cubicBezTo>
                  <a:cubicBezTo>
                    <a:pt x="152552" y="4070549"/>
                    <a:pt x="157315" y="4065932"/>
                    <a:pt x="161243" y="4061695"/>
                  </a:cubicBezTo>
                  <a:cubicBezTo>
                    <a:pt x="202828" y="4019095"/>
                    <a:pt x="244731" y="3976753"/>
                    <a:pt x="286285" y="3933862"/>
                  </a:cubicBezTo>
                  <a:cubicBezTo>
                    <a:pt x="294168" y="3925683"/>
                    <a:pt x="299393" y="3914571"/>
                    <a:pt x="306926" y="3905847"/>
                  </a:cubicBezTo>
                  <a:cubicBezTo>
                    <a:pt x="317292" y="3893589"/>
                    <a:pt x="326766" y="3878502"/>
                    <a:pt x="340015" y="3871199"/>
                  </a:cubicBezTo>
                  <a:cubicBezTo>
                    <a:pt x="381725" y="3848490"/>
                    <a:pt x="396760" y="3812013"/>
                    <a:pt x="400111" y="3767743"/>
                  </a:cubicBezTo>
                  <a:cubicBezTo>
                    <a:pt x="403294" y="3727294"/>
                    <a:pt x="405323" y="3686973"/>
                    <a:pt x="409694" y="3646690"/>
                  </a:cubicBezTo>
                  <a:cubicBezTo>
                    <a:pt x="414852" y="3597538"/>
                    <a:pt x="420910" y="3548579"/>
                    <a:pt x="428447" y="3499752"/>
                  </a:cubicBezTo>
                  <a:cubicBezTo>
                    <a:pt x="431696" y="3478619"/>
                    <a:pt x="435683" y="3456228"/>
                    <a:pt x="445033" y="3437349"/>
                  </a:cubicBezTo>
                  <a:cubicBezTo>
                    <a:pt x="470858" y="3384475"/>
                    <a:pt x="486179" y="3329236"/>
                    <a:pt x="471431" y="3272018"/>
                  </a:cubicBezTo>
                  <a:cubicBezTo>
                    <a:pt x="459682" y="3226180"/>
                    <a:pt x="472474" y="3185267"/>
                    <a:pt x="495919" y="3153432"/>
                  </a:cubicBezTo>
                  <a:cubicBezTo>
                    <a:pt x="538461" y="3095505"/>
                    <a:pt x="521296" y="3040311"/>
                    <a:pt x="499541" y="2985907"/>
                  </a:cubicBezTo>
                  <a:cubicBezTo>
                    <a:pt x="488276" y="2957871"/>
                    <a:pt x="486838" y="2934028"/>
                    <a:pt x="491640" y="2905697"/>
                  </a:cubicBezTo>
                  <a:cubicBezTo>
                    <a:pt x="502898" y="2840071"/>
                    <a:pt x="547705" y="2792141"/>
                    <a:pt x="586592" y="2746325"/>
                  </a:cubicBezTo>
                  <a:cubicBezTo>
                    <a:pt x="619786" y="2707275"/>
                    <a:pt x="636305" y="2665661"/>
                    <a:pt x="647211" y="2620857"/>
                  </a:cubicBezTo>
                  <a:cubicBezTo>
                    <a:pt x="661216" y="2564298"/>
                    <a:pt x="648982" y="2522027"/>
                    <a:pt x="598120" y="2501248"/>
                  </a:cubicBezTo>
                  <a:cubicBezTo>
                    <a:pt x="583733" y="2495506"/>
                    <a:pt x="566431" y="2484521"/>
                    <a:pt x="560897" y="2471368"/>
                  </a:cubicBezTo>
                  <a:cubicBezTo>
                    <a:pt x="533469" y="2407931"/>
                    <a:pt x="496686" y="2344634"/>
                    <a:pt x="506928" y="2272389"/>
                  </a:cubicBezTo>
                  <a:cubicBezTo>
                    <a:pt x="520879" y="2172517"/>
                    <a:pt x="509052" y="2077807"/>
                    <a:pt x="474122" y="1983284"/>
                  </a:cubicBezTo>
                  <a:cubicBezTo>
                    <a:pt x="417537" y="1829959"/>
                    <a:pt x="358639" y="1676886"/>
                    <a:pt x="349180" y="1510207"/>
                  </a:cubicBezTo>
                  <a:cubicBezTo>
                    <a:pt x="347619" y="1482573"/>
                    <a:pt x="326399" y="1451821"/>
                    <a:pt x="306451" y="1430003"/>
                  </a:cubicBezTo>
                  <a:cubicBezTo>
                    <a:pt x="268511" y="1388202"/>
                    <a:pt x="266127" y="1390512"/>
                    <a:pt x="287747" y="1336633"/>
                  </a:cubicBezTo>
                  <a:cubicBezTo>
                    <a:pt x="293070" y="1323756"/>
                    <a:pt x="295470" y="1308272"/>
                    <a:pt x="304326" y="1298229"/>
                  </a:cubicBezTo>
                  <a:cubicBezTo>
                    <a:pt x="349361" y="1247057"/>
                    <a:pt x="331041" y="1191986"/>
                    <a:pt x="317671" y="1136667"/>
                  </a:cubicBezTo>
                  <a:cubicBezTo>
                    <a:pt x="315148" y="1126990"/>
                    <a:pt x="311827" y="1115354"/>
                    <a:pt x="314959" y="1106522"/>
                  </a:cubicBezTo>
                  <a:cubicBezTo>
                    <a:pt x="329032" y="1066641"/>
                    <a:pt x="319157" y="1035231"/>
                    <a:pt x="290675" y="1004980"/>
                  </a:cubicBezTo>
                  <a:cubicBezTo>
                    <a:pt x="266138" y="978690"/>
                    <a:pt x="249805" y="947108"/>
                    <a:pt x="272712" y="910357"/>
                  </a:cubicBezTo>
                  <a:cubicBezTo>
                    <a:pt x="323486" y="828702"/>
                    <a:pt x="317578" y="747981"/>
                    <a:pt x="270963" y="667028"/>
                  </a:cubicBezTo>
                  <a:cubicBezTo>
                    <a:pt x="237707" y="609204"/>
                    <a:pt x="225082" y="549995"/>
                    <a:pt x="244986" y="483131"/>
                  </a:cubicBezTo>
                  <a:cubicBezTo>
                    <a:pt x="252708" y="457408"/>
                    <a:pt x="242285" y="426353"/>
                    <a:pt x="241465" y="397465"/>
                  </a:cubicBezTo>
                  <a:cubicBezTo>
                    <a:pt x="240850" y="381142"/>
                    <a:pt x="239176" y="363176"/>
                    <a:pt x="244890" y="348507"/>
                  </a:cubicBezTo>
                  <a:cubicBezTo>
                    <a:pt x="259350" y="309454"/>
                    <a:pt x="279299" y="272445"/>
                    <a:pt x="293439" y="233141"/>
                  </a:cubicBezTo>
                  <a:cubicBezTo>
                    <a:pt x="300152" y="214256"/>
                    <a:pt x="302437" y="192349"/>
                    <a:pt x="300513" y="172069"/>
                  </a:cubicBezTo>
                  <a:close/>
                </a:path>
              </a:pathLst>
            </a:custGeom>
            <a:blipFill>
              <a:blip r:embed="rId2">
                <a:alphaModFix amt="57000"/>
              </a:blip>
              <a:tile tx="0" ty="0" sx="100000" sy="100000" flip="none" algn="tl"/>
            </a:blip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1862910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" name="Rectangle 19">
            <a:extLst>
              <a:ext uri="{FF2B5EF4-FFF2-40B4-BE49-F238E27FC236}">
                <a16:creationId xmlns:a16="http://schemas.microsoft.com/office/drawing/2014/main" id="{AB8C311F-7253-4AED-9701-7FC0708C41C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E2384209-CB15-4CDF-9D31-C44FD9A3F2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2666617" y="-2666188"/>
            <a:ext cx="6858000" cy="12191233"/>
          </a:xfrm>
          <a:prstGeom prst="rect">
            <a:avLst/>
          </a:prstGeom>
          <a:gradFill>
            <a:gsLst>
              <a:gs pos="8000">
                <a:schemeClr val="accent1"/>
              </a:gs>
              <a:gs pos="100000">
                <a:schemeClr val="accent1">
                  <a:lumMod val="50000"/>
                </a:schemeClr>
              </a:gs>
            </a:gsLst>
            <a:lin ang="12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2633B3B5-CC90-43F0-8714-D31D1F3F020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H="1">
            <a:off x="-2311" y="0"/>
            <a:ext cx="9070846" cy="6857572"/>
          </a:xfrm>
          <a:prstGeom prst="rect">
            <a:avLst/>
          </a:prstGeom>
          <a:gradFill>
            <a:gsLst>
              <a:gs pos="8000">
                <a:srgbClr val="000000">
                  <a:alpha val="52000"/>
                </a:srgbClr>
              </a:gs>
              <a:gs pos="100000">
                <a:schemeClr val="accent1"/>
              </a:gs>
            </a:gsLst>
            <a:lin ang="4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8D57A06-A426-446D-B02C-A2DC6B62E4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3649491" y="-1685840"/>
            <a:ext cx="4894564" cy="12193546"/>
          </a:xfrm>
          <a:prstGeom prst="rect">
            <a:avLst/>
          </a:prstGeom>
          <a:gradFill>
            <a:gsLst>
              <a:gs pos="0">
                <a:schemeClr val="accent5">
                  <a:lumMod val="60000"/>
                  <a:lumOff val="40000"/>
                  <a:alpha val="0"/>
                </a:schemeClr>
              </a:gs>
              <a:gs pos="100000">
                <a:srgbClr val="000000">
                  <a:alpha val="46000"/>
                </a:srgbClr>
              </a:gs>
            </a:gsLst>
            <a:lin ang="1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Bildobjekt 3">
            <a:extLst>
              <a:ext uri="{FF2B5EF4-FFF2-40B4-BE49-F238E27FC236}">
                <a16:creationId xmlns:a16="http://schemas.microsoft.com/office/drawing/2014/main" id="{BBF3358D-C199-E888-5C97-D7A6D4EFD99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083" t="3899" r="3153" b="4906"/>
          <a:stretch>
            <a:fillRect/>
          </a:stretch>
        </p:blipFill>
        <p:spPr>
          <a:xfrm>
            <a:off x="615251" y="457200"/>
            <a:ext cx="10961498" cy="5943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74339644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5" name="Rectangle 7">
            <a:extLst>
              <a:ext uri="{FF2B5EF4-FFF2-40B4-BE49-F238E27FC236}">
                <a16:creationId xmlns:a16="http://schemas.microsoft.com/office/drawing/2014/main" id="{5FEF463D-EE6B-46FF-B7C7-74B09A96C8A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7" name="Group 9">
            <a:extLst>
              <a:ext uri="{FF2B5EF4-FFF2-40B4-BE49-F238E27FC236}">
                <a16:creationId xmlns:a16="http://schemas.microsoft.com/office/drawing/2014/main" id="{11A27B3A-460C-4100-99B5-817F25979F6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827089" y="1498602"/>
            <a:ext cx="4403345" cy="3940174"/>
            <a:chOff x="827089" y="1498602"/>
            <a:chExt cx="4403345" cy="3940174"/>
          </a:xfrm>
          <a:effectLst>
            <a:outerShdw blurRad="381000" dist="152400" dir="5400000" algn="ctr" rotWithShape="0">
              <a:srgbClr val="000000">
                <a:alpha val="10000"/>
              </a:srgbClr>
            </a:outerShdw>
          </a:effectLst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5450488-7F33-43E4-B4DA-CAB50A1CC38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827089" y="1498602"/>
              <a:ext cx="4403345" cy="3940174"/>
            </a:xfrm>
            <a:custGeom>
              <a:avLst/>
              <a:gdLst>
                <a:gd name="connsiteX0" fmla="*/ 0 w 5260975"/>
                <a:gd name="connsiteY0" fmla="*/ 0 h 4707593"/>
                <a:gd name="connsiteX1" fmla="*/ 5260975 w 5260975"/>
                <a:gd name="connsiteY1" fmla="*/ 0 h 4707593"/>
                <a:gd name="connsiteX2" fmla="*/ 5260975 w 5260975"/>
                <a:gd name="connsiteY2" fmla="*/ 3296937 h 4707593"/>
                <a:gd name="connsiteX3" fmla="*/ 5260975 w 5260975"/>
                <a:gd name="connsiteY3" fmla="*/ 3518571 h 4707593"/>
                <a:gd name="connsiteX4" fmla="*/ 5226504 w 5260975"/>
                <a:gd name="connsiteY4" fmla="*/ 3534000 h 4707593"/>
                <a:gd name="connsiteX5" fmla="*/ 5206341 w 5260975"/>
                <a:gd name="connsiteY5" fmla="*/ 3542065 h 4707593"/>
                <a:gd name="connsiteX6" fmla="*/ 5123287 w 5260975"/>
                <a:gd name="connsiteY6" fmla="*/ 3594010 h 4707593"/>
                <a:gd name="connsiteX7" fmla="*/ 5048107 w 5260975"/>
                <a:gd name="connsiteY7" fmla="*/ 3658244 h 4707593"/>
                <a:gd name="connsiteX8" fmla="*/ 4992899 w 5260975"/>
                <a:gd name="connsiteY8" fmla="*/ 3734479 h 4707593"/>
                <a:gd name="connsiteX9" fmla="*/ 4977440 w 5260975"/>
                <a:gd name="connsiteY9" fmla="*/ 3752627 h 4707593"/>
                <a:gd name="connsiteX10" fmla="*/ 4935194 w 5260975"/>
                <a:gd name="connsiteY10" fmla="*/ 3775382 h 4707593"/>
                <a:gd name="connsiteX11" fmla="*/ 4897844 w 5260975"/>
                <a:gd name="connsiteY11" fmla="*/ 3792472 h 4707593"/>
                <a:gd name="connsiteX12" fmla="*/ 4870767 w 5260975"/>
                <a:gd name="connsiteY12" fmla="*/ 3811388 h 4707593"/>
                <a:gd name="connsiteX13" fmla="*/ 4847917 w 5260975"/>
                <a:gd name="connsiteY13" fmla="*/ 3828767 h 4707593"/>
                <a:gd name="connsiteX14" fmla="*/ 4796163 w 5260975"/>
                <a:gd name="connsiteY14" fmla="*/ 3873702 h 4707593"/>
                <a:gd name="connsiteX15" fmla="*/ 4738843 w 5260975"/>
                <a:gd name="connsiteY15" fmla="*/ 3911628 h 4707593"/>
                <a:gd name="connsiteX16" fmla="*/ 4692755 w 5260975"/>
                <a:gd name="connsiteY16" fmla="*/ 3958099 h 4707593"/>
                <a:gd name="connsiteX17" fmla="*/ 4673744 w 5260975"/>
                <a:gd name="connsiteY17" fmla="*/ 3983255 h 4707593"/>
                <a:gd name="connsiteX18" fmla="*/ 4633801 w 5260975"/>
                <a:gd name="connsiteY18" fmla="*/ 4000442 h 4707593"/>
                <a:gd name="connsiteX19" fmla="*/ 4590499 w 5260975"/>
                <a:gd name="connsiteY19" fmla="*/ 4027326 h 4707593"/>
                <a:gd name="connsiteX20" fmla="*/ 4559773 w 5260975"/>
                <a:gd name="connsiteY20" fmla="*/ 4054018 h 4707593"/>
                <a:gd name="connsiteX21" fmla="*/ 4536059 w 5260975"/>
                <a:gd name="connsiteY21" fmla="*/ 4071877 h 4707593"/>
                <a:gd name="connsiteX22" fmla="*/ 4502550 w 5260975"/>
                <a:gd name="connsiteY22" fmla="*/ 4089832 h 4707593"/>
                <a:gd name="connsiteX23" fmla="*/ 4468944 w 5260975"/>
                <a:gd name="connsiteY23" fmla="*/ 4113356 h 4707593"/>
                <a:gd name="connsiteX24" fmla="*/ 4452623 w 5260975"/>
                <a:gd name="connsiteY24" fmla="*/ 4127854 h 4707593"/>
                <a:gd name="connsiteX25" fmla="*/ 4421032 w 5260975"/>
                <a:gd name="connsiteY25" fmla="*/ 4151953 h 4707593"/>
                <a:gd name="connsiteX26" fmla="*/ 4388483 w 5260975"/>
                <a:gd name="connsiteY26" fmla="*/ 4174421 h 4707593"/>
                <a:gd name="connsiteX27" fmla="*/ 4327321 w 5260975"/>
                <a:gd name="connsiteY27" fmla="*/ 4200153 h 4707593"/>
                <a:gd name="connsiteX28" fmla="*/ 4271633 w 5260975"/>
                <a:gd name="connsiteY28" fmla="*/ 4237983 h 4707593"/>
                <a:gd name="connsiteX29" fmla="*/ 4227465 w 5260975"/>
                <a:gd name="connsiteY29" fmla="*/ 4265635 h 4707593"/>
                <a:gd name="connsiteX30" fmla="*/ 4201733 w 5260975"/>
                <a:gd name="connsiteY30" fmla="*/ 4283783 h 4707593"/>
                <a:gd name="connsiteX31" fmla="*/ 4154494 w 5260975"/>
                <a:gd name="connsiteY31" fmla="*/ 4324301 h 4707593"/>
                <a:gd name="connsiteX32" fmla="*/ 4081234 w 5260975"/>
                <a:gd name="connsiteY32" fmla="*/ 4366931 h 4707593"/>
                <a:gd name="connsiteX33" fmla="*/ 4036971 w 5260975"/>
                <a:gd name="connsiteY33" fmla="*/ 4389975 h 4707593"/>
                <a:gd name="connsiteX34" fmla="*/ 3941725 w 5260975"/>
                <a:gd name="connsiteY34" fmla="*/ 4424733 h 4707593"/>
                <a:gd name="connsiteX35" fmla="*/ 3910999 w 5260975"/>
                <a:gd name="connsiteY35" fmla="*/ 4437119 h 4707593"/>
                <a:gd name="connsiteX36" fmla="*/ 3875859 w 5260975"/>
                <a:gd name="connsiteY36" fmla="*/ 4445280 h 4707593"/>
                <a:gd name="connsiteX37" fmla="*/ 3819401 w 5260975"/>
                <a:gd name="connsiteY37" fmla="*/ 4464579 h 4707593"/>
                <a:gd name="connsiteX38" fmla="*/ 3709176 w 5260975"/>
                <a:gd name="connsiteY38" fmla="*/ 4497800 h 4707593"/>
                <a:gd name="connsiteX39" fmla="*/ 3684981 w 5260975"/>
                <a:gd name="connsiteY39" fmla="*/ 4502889 h 4707593"/>
                <a:gd name="connsiteX40" fmla="*/ 3623338 w 5260975"/>
                <a:gd name="connsiteY40" fmla="*/ 4524300 h 4707593"/>
                <a:gd name="connsiteX41" fmla="*/ 3586373 w 5260975"/>
                <a:gd name="connsiteY41" fmla="*/ 4538702 h 4707593"/>
                <a:gd name="connsiteX42" fmla="*/ 3555743 w 5260975"/>
                <a:gd name="connsiteY42" fmla="*/ 4546960 h 4707593"/>
                <a:gd name="connsiteX43" fmla="*/ 3528667 w 5260975"/>
                <a:gd name="connsiteY43" fmla="*/ 4550801 h 4707593"/>
                <a:gd name="connsiteX44" fmla="*/ 3457424 w 5260975"/>
                <a:gd name="connsiteY44" fmla="*/ 4569811 h 4707593"/>
                <a:gd name="connsiteX45" fmla="*/ 3429003 w 5260975"/>
                <a:gd name="connsiteY45" fmla="*/ 4577301 h 4707593"/>
                <a:gd name="connsiteX46" fmla="*/ 3355264 w 5260975"/>
                <a:gd name="connsiteY46" fmla="*/ 4603033 h 4707593"/>
                <a:gd name="connsiteX47" fmla="*/ 3292757 w 5260975"/>
                <a:gd name="connsiteY47" fmla="*/ 4620027 h 4707593"/>
                <a:gd name="connsiteX48" fmla="*/ 3266643 w 5260975"/>
                <a:gd name="connsiteY48" fmla="*/ 4628188 h 4707593"/>
                <a:gd name="connsiteX49" fmla="*/ 3206921 w 5260975"/>
                <a:gd name="connsiteY49" fmla="*/ 4641823 h 4707593"/>
                <a:gd name="connsiteX50" fmla="*/ 3173123 w 5260975"/>
                <a:gd name="connsiteY50" fmla="*/ 4651425 h 4707593"/>
                <a:gd name="connsiteX51" fmla="*/ 3090646 w 5260975"/>
                <a:gd name="connsiteY51" fmla="*/ 4662274 h 4707593"/>
                <a:gd name="connsiteX52" fmla="*/ 3005480 w 5260975"/>
                <a:gd name="connsiteY52" fmla="*/ 4672739 h 4707593"/>
                <a:gd name="connsiteX53" fmla="*/ 2958721 w 5260975"/>
                <a:gd name="connsiteY53" fmla="*/ 4676196 h 4707593"/>
                <a:gd name="connsiteX54" fmla="*/ 2917915 w 5260975"/>
                <a:gd name="connsiteY54" fmla="*/ 4681670 h 4707593"/>
                <a:gd name="connsiteX55" fmla="*/ 2882389 w 5260975"/>
                <a:gd name="connsiteY55" fmla="*/ 4685126 h 4707593"/>
                <a:gd name="connsiteX56" fmla="*/ 2825837 w 5260975"/>
                <a:gd name="connsiteY56" fmla="*/ 4692135 h 4707593"/>
                <a:gd name="connsiteX57" fmla="*/ 2802313 w 5260975"/>
                <a:gd name="connsiteY57" fmla="*/ 4693960 h 4707593"/>
                <a:gd name="connsiteX58" fmla="*/ 2746816 w 5260975"/>
                <a:gd name="connsiteY58" fmla="*/ 4693863 h 4707593"/>
                <a:gd name="connsiteX59" fmla="*/ 2727517 w 5260975"/>
                <a:gd name="connsiteY59" fmla="*/ 4692903 h 4707593"/>
                <a:gd name="connsiteX60" fmla="*/ 2690359 w 5260975"/>
                <a:gd name="connsiteY60" fmla="*/ 4680997 h 4707593"/>
                <a:gd name="connsiteX61" fmla="*/ 2685943 w 5260975"/>
                <a:gd name="connsiteY61" fmla="*/ 4680133 h 4707593"/>
                <a:gd name="connsiteX62" fmla="*/ 2661554 w 5260975"/>
                <a:gd name="connsiteY62" fmla="*/ 4675428 h 4707593"/>
                <a:gd name="connsiteX63" fmla="*/ 2648208 w 5260975"/>
                <a:gd name="connsiteY63" fmla="*/ 4673892 h 4707593"/>
                <a:gd name="connsiteX64" fmla="*/ 2597512 w 5260975"/>
                <a:gd name="connsiteY64" fmla="*/ 4664099 h 4707593"/>
                <a:gd name="connsiteX65" fmla="*/ 2568324 w 5260975"/>
                <a:gd name="connsiteY65" fmla="*/ 4659490 h 4707593"/>
                <a:gd name="connsiteX66" fmla="*/ 2544704 w 5260975"/>
                <a:gd name="connsiteY66" fmla="*/ 4660162 h 4707593"/>
                <a:gd name="connsiteX67" fmla="*/ 2503225 w 5260975"/>
                <a:gd name="connsiteY67" fmla="*/ 4661026 h 4707593"/>
                <a:gd name="connsiteX68" fmla="*/ 2489975 w 5260975"/>
                <a:gd name="connsiteY68" fmla="*/ 4663235 h 4707593"/>
                <a:gd name="connsiteX69" fmla="*/ 2430061 w 5260975"/>
                <a:gd name="connsiteY69" fmla="*/ 4656897 h 4707593"/>
                <a:gd name="connsiteX70" fmla="*/ 2395880 w 5260975"/>
                <a:gd name="connsiteY70" fmla="*/ 4656417 h 4707593"/>
                <a:gd name="connsiteX71" fmla="*/ 2357378 w 5260975"/>
                <a:gd name="connsiteY71" fmla="*/ 4648544 h 4707593"/>
                <a:gd name="connsiteX72" fmla="*/ 2346145 w 5260975"/>
                <a:gd name="connsiteY72" fmla="*/ 4648928 h 4707593"/>
                <a:gd name="connsiteX73" fmla="*/ 2333567 w 5260975"/>
                <a:gd name="connsiteY73" fmla="*/ 4649600 h 4707593"/>
                <a:gd name="connsiteX74" fmla="*/ 2294968 w 5260975"/>
                <a:gd name="connsiteY74" fmla="*/ 4650177 h 4707593"/>
                <a:gd name="connsiteX75" fmla="*/ 2271540 w 5260975"/>
                <a:gd name="connsiteY75" fmla="*/ 4653057 h 4707593"/>
                <a:gd name="connsiteX76" fmla="*/ 2226895 w 5260975"/>
                <a:gd name="connsiteY76" fmla="*/ 4651329 h 4707593"/>
                <a:gd name="connsiteX77" fmla="*/ 2210379 w 5260975"/>
                <a:gd name="connsiteY77" fmla="*/ 4653825 h 4707593"/>
                <a:gd name="connsiteX78" fmla="*/ 2168613 w 5260975"/>
                <a:gd name="connsiteY78" fmla="*/ 4654113 h 4707593"/>
                <a:gd name="connsiteX79" fmla="*/ 2131167 w 5260975"/>
                <a:gd name="connsiteY79" fmla="*/ 4652673 h 4707593"/>
                <a:gd name="connsiteX80" fmla="*/ 2095065 w 5260975"/>
                <a:gd name="connsiteY80" fmla="*/ 4653441 h 4707593"/>
                <a:gd name="connsiteX81" fmla="*/ 2069237 w 5260975"/>
                <a:gd name="connsiteY81" fmla="*/ 4656609 h 4707593"/>
                <a:gd name="connsiteX82" fmla="*/ 2041201 w 5260975"/>
                <a:gd name="connsiteY82" fmla="*/ 4658529 h 4707593"/>
                <a:gd name="connsiteX83" fmla="*/ 1963909 w 5260975"/>
                <a:gd name="connsiteY83" fmla="*/ 4669955 h 4707593"/>
                <a:gd name="connsiteX84" fmla="*/ 1949603 w 5260975"/>
                <a:gd name="connsiteY84" fmla="*/ 4667171 h 4707593"/>
                <a:gd name="connsiteX85" fmla="*/ 1868373 w 5260975"/>
                <a:gd name="connsiteY85" fmla="*/ 4664578 h 4707593"/>
                <a:gd name="connsiteX86" fmla="*/ 1850707 w 5260975"/>
                <a:gd name="connsiteY86" fmla="*/ 4664771 h 4707593"/>
                <a:gd name="connsiteX87" fmla="*/ 1803275 w 5260975"/>
                <a:gd name="connsiteY87" fmla="*/ 4653441 h 4707593"/>
                <a:gd name="connsiteX88" fmla="*/ 1730112 w 5260975"/>
                <a:gd name="connsiteY88" fmla="*/ 4671396 h 4707593"/>
                <a:gd name="connsiteX89" fmla="*/ 1661652 w 5260975"/>
                <a:gd name="connsiteY89" fmla="*/ 4693863 h 4707593"/>
                <a:gd name="connsiteX90" fmla="*/ 1653011 w 5260975"/>
                <a:gd name="connsiteY90" fmla="*/ 4696744 h 4707593"/>
                <a:gd name="connsiteX91" fmla="*/ 1628431 w 5260975"/>
                <a:gd name="connsiteY91" fmla="*/ 4701641 h 4707593"/>
                <a:gd name="connsiteX92" fmla="*/ 1597995 w 5260975"/>
                <a:gd name="connsiteY92" fmla="*/ 4703369 h 4707593"/>
                <a:gd name="connsiteX93" fmla="*/ 1559396 w 5260975"/>
                <a:gd name="connsiteY93" fmla="*/ 4707593 h 4707593"/>
                <a:gd name="connsiteX94" fmla="*/ 1528480 w 5260975"/>
                <a:gd name="connsiteY94" fmla="*/ 4702312 h 4707593"/>
                <a:gd name="connsiteX95" fmla="*/ 1485272 w 5260975"/>
                <a:gd name="connsiteY95" fmla="*/ 4694439 h 4707593"/>
                <a:gd name="connsiteX96" fmla="*/ 1444562 w 5260975"/>
                <a:gd name="connsiteY96" fmla="*/ 4686950 h 4707593"/>
                <a:gd name="connsiteX97" fmla="*/ 1431696 w 5260975"/>
                <a:gd name="connsiteY97" fmla="*/ 4695783 h 4707593"/>
                <a:gd name="connsiteX98" fmla="*/ 1411821 w 5260975"/>
                <a:gd name="connsiteY98" fmla="*/ 4703464 h 4707593"/>
                <a:gd name="connsiteX99" fmla="*/ 1389738 w 5260975"/>
                <a:gd name="connsiteY99" fmla="*/ 4694247 h 4707593"/>
                <a:gd name="connsiteX100" fmla="*/ 1338081 w 5260975"/>
                <a:gd name="connsiteY100" fmla="*/ 4675141 h 4707593"/>
                <a:gd name="connsiteX101" fmla="*/ 1305436 w 5260975"/>
                <a:gd name="connsiteY101" fmla="*/ 4674276 h 4707593"/>
                <a:gd name="connsiteX102" fmla="*/ 1234481 w 5260975"/>
                <a:gd name="connsiteY102" fmla="*/ 4666115 h 4707593"/>
                <a:gd name="connsiteX103" fmla="*/ 1188106 w 5260975"/>
                <a:gd name="connsiteY103" fmla="*/ 4654497 h 4707593"/>
                <a:gd name="connsiteX104" fmla="*/ 1154790 w 5260975"/>
                <a:gd name="connsiteY104" fmla="*/ 4641343 h 4707593"/>
                <a:gd name="connsiteX105" fmla="*/ 1107069 w 5260975"/>
                <a:gd name="connsiteY105" fmla="*/ 4624156 h 4707593"/>
                <a:gd name="connsiteX106" fmla="*/ 1059158 w 5260975"/>
                <a:gd name="connsiteY106" fmla="*/ 4615227 h 4707593"/>
                <a:gd name="connsiteX107" fmla="*/ 1024496 w 5260975"/>
                <a:gd name="connsiteY107" fmla="*/ 4603993 h 4707593"/>
                <a:gd name="connsiteX108" fmla="*/ 982153 w 5260975"/>
                <a:gd name="connsiteY108" fmla="*/ 4596311 h 4707593"/>
                <a:gd name="connsiteX109" fmla="*/ 946628 w 5260975"/>
                <a:gd name="connsiteY109" fmla="*/ 4596024 h 4707593"/>
                <a:gd name="connsiteX110" fmla="*/ 890939 w 5260975"/>
                <a:gd name="connsiteY110" fmla="*/ 4597368 h 4707593"/>
                <a:gd name="connsiteX111" fmla="*/ 822769 w 5260975"/>
                <a:gd name="connsiteY111" fmla="*/ 4574133 h 4707593"/>
                <a:gd name="connsiteX112" fmla="*/ 795212 w 5260975"/>
                <a:gd name="connsiteY112" fmla="*/ 4568947 h 4707593"/>
                <a:gd name="connsiteX113" fmla="*/ 769288 w 5260975"/>
                <a:gd name="connsiteY113" fmla="*/ 4566547 h 4707593"/>
                <a:gd name="connsiteX114" fmla="*/ 714271 w 5260975"/>
                <a:gd name="connsiteY114" fmla="*/ 4551089 h 4707593"/>
                <a:gd name="connsiteX115" fmla="*/ 691900 w 5260975"/>
                <a:gd name="connsiteY115" fmla="*/ 4545999 h 4707593"/>
                <a:gd name="connsiteX116" fmla="*/ 660598 w 5260975"/>
                <a:gd name="connsiteY116" fmla="*/ 4546096 h 4707593"/>
                <a:gd name="connsiteX117" fmla="*/ 603662 w 5260975"/>
                <a:gd name="connsiteY117" fmla="*/ 4538991 h 4707593"/>
                <a:gd name="connsiteX118" fmla="*/ 546821 w 5260975"/>
                <a:gd name="connsiteY118" fmla="*/ 4518251 h 4707593"/>
                <a:gd name="connsiteX119" fmla="*/ 522721 w 5260975"/>
                <a:gd name="connsiteY119" fmla="*/ 4520267 h 4707593"/>
                <a:gd name="connsiteX120" fmla="*/ 514080 w 5260975"/>
                <a:gd name="connsiteY120" fmla="*/ 4519788 h 4707593"/>
                <a:gd name="connsiteX121" fmla="*/ 436404 w 5260975"/>
                <a:gd name="connsiteY121" fmla="*/ 4508361 h 4707593"/>
                <a:gd name="connsiteX122" fmla="*/ 428626 w 5260975"/>
                <a:gd name="connsiteY122" fmla="*/ 4507114 h 4707593"/>
                <a:gd name="connsiteX123" fmla="*/ 392141 w 5260975"/>
                <a:gd name="connsiteY123" fmla="*/ 4496936 h 4707593"/>
                <a:gd name="connsiteX124" fmla="*/ 300157 w 5260975"/>
                <a:gd name="connsiteY124" fmla="*/ 4490599 h 4707593"/>
                <a:gd name="connsiteX125" fmla="*/ 294493 w 5260975"/>
                <a:gd name="connsiteY125" fmla="*/ 4489831 h 4707593"/>
                <a:gd name="connsiteX126" fmla="*/ 263671 w 5260975"/>
                <a:gd name="connsiteY126" fmla="*/ 4494919 h 4707593"/>
                <a:gd name="connsiteX127" fmla="*/ 248406 w 5260975"/>
                <a:gd name="connsiteY127" fmla="*/ 4502121 h 4707593"/>
                <a:gd name="connsiteX128" fmla="*/ 224594 w 5260975"/>
                <a:gd name="connsiteY128" fmla="*/ 4509610 h 4707593"/>
                <a:gd name="connsiteX129" fmla="*/ 200398 w 5260975"/>
                <a:gd name="connsiteY129" fmla="*/ 4512395 h 4707593"/>
                <a:gd name="connsiteX130" fmla="*/ 159783 w 5260975"/>
                <a:gd name="connsiteY130" fmla="*/ 4501064 h 4707593"/>
                <a:gd name="connsiteX131" fmla="*/ 144997 w 5260975"/>
                <a:gd name="connsiteY131" fmla="*/ 4499912 h 4707593"/>
                <a:gd name="connsiteX132" fmla="*/ 112064 w 5260975"/>
                <a:gd name="connsiteY132" fmla="*/ 4494440 h 4707593"/>
                <a:gd name="connsiteX133" fmla="*/ 83259 w 5260975"/>
                <a:gd name="connsiteY133" fmla="*/ 4494824 h 4707593"/>
                <a:gd name="connsiteX134" fmla="*/ 60120 w 5260975"/>
                <a:gd name="connsiteY134" fmla="*/ 4503561 h 4707593"/>
                <a:gd name="connsiteX135" fmla="*/ 26514 w 5260975"/>
                <a:gd name="connsiteY135" fmla="*/ 4505289 h 4707593"/>
                <a:gd name="connsiteX136" fmla="*/ 4814 w 5260975"/>
                <a:gd name="connsiteY136" fmla="*/ 4498952 h 4707593"/>
                <a:gd name="connsiteX137" fmla="*/ 398 w 5260975"/>
                <a:gd name="connsiteY137" fmla="*/ 4498089 h 4707593"/>
                <a:gd name="connsiteX138" fmla="*/ 0 w 5260975"/>
                <a:gd name="connsiteY138" fmla="*/ 4498087 h 4707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5260975" h="4707593">
                  <a:moveTo>
                    <a:pt x="0" y="0"/>
                  </a:moveTo>
                  <a:lnTo>
                    <a:pt x="5260975" y="0"/>
                  </a:lnTo>
                  <a:lnTo>
                    <a:pt x="5260975" y="3296937"/>
                  </a:lnTo>
                  <a:lnTo>
                    <a:pt x="5260975" y="3518571"/>
                  </a:lnTo>
                  <a:lnTo>
                    <a:pt x="5226504" y="3534000"/>
                  </a:lnTo>
                  <a:cubicBezTo>
                    <a:pt x="5219783" y="3536785"/>
                    <a:pt x="5212389" y="3538321"/>
                    <a:pt x="5206341" y="3542065"/>
                  </a:cubicBezTo>
                  <a:cubicBezTo>
                    <a:pt x="5178495" y="3559156"/>
                    <a:pt x="5151515" y="3577591"/>
                    <a:pt x="5123287" y="3594010"/>
                  </a:cubicBezTo>
                  <a:cubicBezTo>
                    <a:pt x="5094195" y="3611004"/>
                    <a:pt x="5068175" y="3631071"/>
                    <a:pt x="5048107" y="3658244"/>
                  </a:cubicBezTo>
                  <a:cubicBezTo>
                    <a:pt x="5029480" y="3683496"/>
                    <a:pt x="5011429" y="3709131"/>
                    <a:pt x="4992899" y="3734479"/>
                  </a:cubicBezTo>
                  <a:cubicBezTo>
                    <a:pt x="4988194" y="3740912"/>
                    <a:pt x="4983874" y="3748498"/>
                    <a:pt x="4977440" y="3752627"/>
                  </a:cubicBezTo>
                  <a:cubicBezTo>
                    <a:pt x="4964094" y="3761268"/>
                    <a:pt x="4949500" y="3768277"/>
                    <a:pt x="4935194" y="3775382"/>
                  </a:cubicBezTo>
                  <a:cubicBezTo>
                    <a:pt x="4922903" y="3781431"/>
                    <a:pt x="4909846" y="3785943"/>
                    <a:pt x="4897844" y="3792472"/>
                  </a:cubicBezTo>
                  <a:cubicBezTo>
                    <a:pt x="4888243" y="3797658"/>
                    <a:pt x="4879697" y="3804859"/>
                    <a:pt x="4870767" y="3811388"/>
                  </a:cubicBezTo>
                  <a:cubicBezTo>
                    <a:pt x="4862990" y="3817052"/>
                    <a:pt x="4854445" y="3821949"/>
                    <a:pt x="4847917" y="3828767"/>
                  </a:cubicBezTo>
                  <a:cubicBezTo>
                    <a:pt x="4831977" y="3845281"/>
                    <a:pt x="4815942" y="3861508"/>
                    <a:pt x="4796163" y="3873702"/>
                  </a:cubicBezTo>
                  <a:cubicBezTo>
                    <a:pt x="4776672" y="3885799"/>
                    <a:pt x="4758237" y="3899338"/>
                    <a:pt x="4738843" y="3911628"/>
                  </a:cubicBezTo>
                  <a:cubicBezTo>
                    <a:pt x="4719831" y="3923630"/>
                    <a:pt x="4702645" y="3936783"/>
                    <a:pt x="4692755" y="3958099"/>
                  </a:cubicBezTo>
                  <a:cubicBezTo>
                    <a:pt x="4688339" y="3967508"/>
                    <a:pt x="4682097" y="3977782"/>
                    <a:pt x="4673744" y="3983255"/>
                  </a:cubicBezTo>
                  <a:cubicBezTo>
                    <a:pt x="4661838" y="3991032"/>
                    <a:pt x="4646764" y="3993817"/>
                    <a:pt x="4633801" y="4000442"/>
                  </a:cubicBezTo>
                  <a:cubicBezTo>
                    <a:pt x="4618535" y="4008219"/>
                    <a:pt x="4600869" y="4014940"/>
                    <a:pt x="4590499" y="4027326"/>
                  </a:cubicBezTo>
                  <a:cubicBezTo>
                    <a:pt x="4581281" y="4038368"/>
                    <a:pt x="4571968" y="4047009"/>
                    <a:pt x="4559773" y="4054018"/>
                  </a:cubicBezTo>
                  <a:cubicBezTo>
                    <a:pt x="4551229" y="4058915"/>
                    <a:pt x="4544892" y="4067844"/>
                    <a:pt x="4536059" y="4071877"/>
                  </a:cubicBezTo>
                  <a:cubicBezTo>
                    <a:pt x="4524442" y="4077254"/>
                    <a:pt x="4512727" y="4081479"/>
                    <a:pt x="4502550" y="4089832"/>
                  </a:cubicBezTo>
                  <a:cubicBezTo>
                    <a:pt x="4491987" y="4098473"/>
                    <a:pt x="4479986" y="4105290"/>
                    <a:pt x="4468944" y="4113356"/>
                  </a:cubicBezTo>
                  <a:cubicBezTo>
                    <a:pt x="4463087" y="4117676"/>
                    <a:pt x="4458286" y="4123341"/>
                    <a:pt x="4452623" y="4127854"/>
                  </a:cubicBezTo>
                  <a:cubicBezTo>
                    <a:pt x="4442252" y="4136111"/>
                    <a:pt x="4431690" y="4144176"/>
                    <a:pt x="4421032" y="4151953"/>
                  </a:cubicBezTo>
                  <a:cubicBezTo>
                    <a:pt x="4410375" y="4159731"/>
                    <a:pt x="4400197" y="4168756"/>
                    <a:pt x="4388483" y="4174421"/>
                  </a:cubicBezTo>
                  <a:cubicBezTo>
                    <a:pt x="4368513" y="4184023"/>
                    <a:pt x="4346717" y="4189784"/>
                    <a:pt x="4327321" y="4200153"/>
                  </a:cubicBezTo>
                  <a:cubicBezTo>
                    <a:pt x="4307639" y="4210714"/>
                    <a:pt x="4289107" y="4223965"/>
                    <a:pt x="4271633" y="4237983"/>
                  </a:cubicBezTo>
                  <a:cubicBezTo>
                    <a:pt x="4257807" y="4249025"/>
                    <a:pt x="4244845" y="4259971"/>
                    <a:pt x="4227465" y="4265635"/>
                  </a:cubicBezTo>
                  <a:cubicBezTo>
                    <a:pt x="4217768" y="4268804"/>
                    <a:pt x="4207591" y="4275717"/>
                    <a:pt x="4201733" y="4283783"/>
                  </a:cubicBezTo>
                  <a:cubicBezTo>
                    <a:pt x="4189059" y="4301353"/>
                    <a:pt x="4172833" y="4313739"/>
                    <a:pt x="4154494" y="4324301"/>
                  </a:cubicBezTo>
                  <a:cubicBezTo>
                    <a:pt x="4130010" y="4338511"/>
                    <a:pt x="4105814" y="4353009"/>
                    <a:pt x="4081234" y="4366931"/>
                  </a:cubicBezTo>
                  <a:cubicBezTo>
                    <a:pt x="4066737" y="4375189"/>
                    <a:pt x="4052335" y="4383926"/>
                    <a:pt x="4036971" y="4389975"/>
                  </a:cubicBezTo>
                  <a:cubicBezTo>
                    <a:pt x="4005575" y="4402457"/>
                    <a:pt x="3973410" y="4413114"/>
                    <a:pt x="3941725" y="4424733"/>
                  </a:cubicBezTo>
                  <a:cubicBezTo>
                    <a:pt x="3931355" y="4428477"/>
                    <a:pt x="3921561" y="4433854"/>
                    <a:pt x="3910999" y="4437119"/>
                  </a:cubicBezTo>
                  <a:cubicBezTo>
                    <a:pt x="3899573" y="4440671"/>
                    <a:pt x="3887285" y="4441727"/>
                    <a:pt x="3875859" y="4445280"/>
                  </a:cubicBezTo>
                  <a:cubicBezTo>
                    <a:pt x="3856847" y="4451136"/>
                    <a:pt x="3838412" y="4458626"/>
                    <a:pt x="3819401" y="4464579"/>
                  </a:cubicBezTo>
                  <a:cubicBezTo>
                    <a:pt x="3782723" y="4476005"/>
                    <a:pt x="3745949" y="4486951"/>
                    <a:pt x="3709176" y="4497800"/>
                  </a:cubicBezTo>
                  <a:cubicBezTo>
                    <a:pt x="3701303" y="4500105"/>
                    <a:pt x="3692757" y="4500393"/>
                    <a:pt x="3684981" y="4502889"/>
                  </a:cubicBezTo>
                  <a:cubicBezTo>
                    <a:pt x="3664337" y="4509610"/>
                    <a:pt x="3643789" y="4516907"/>
                    <a:pt x="3623338" y="4524300"/>
                  </a:cubicBezTo>
                  <a:cubicBezTo>
                    <a:pt x="3610953" y="4528813"/>
                    <a:pt x="3598854" y="4534382"/>
                    <a:pt x="3586373" y="4538702"/>
                  </a:cubicBezTo>
                  <a:cubicBezTo>
                    <a:pt x="3576387" y="4542159"/>
                    <a:pt x="3566113" y="4544847"/>
                    <a:pt x="3555743" y="4546960"/>
                  </a:cubicBezTo>
                  <a:cubicBezTo>
                    <a:pt x="3546814" y="4548785"/>
                    <a:pt x="3537501" y="4548592"/>
                    <a:pt x="3528667" y="4550801"/>
                  </a:cubicBezTo>
                  <a:cubicBezTo>
                    <a:pt x="3504759" y="4556753"/>
                    <a:pt x="3481140" y="4563475"/>
                    <a:pt x="3457424" y="4569811"/>
                  </a:cubicBezTo>
                  <a:cubicBezTo>
                    <a:pt x="3447919" y="4572308"/>
                    <a:pt x="3438221" y="4574133"/>
                    <a:pt x="3429003" y="4577301"/>
                  </a:cubicBezTo>
                  <a:cubicBezTo>
                    <a:pt x="3404327" y="4585654"/>
                    <a:pt x="3380036" y="4595159"/>
                    <a:pt x="3355264" y="4603033"/>
                  </a:cubicBezTo>
                  <a:cubicBezTo>
                    <a:pt x="3334717" y="4609562"/>
                    <a:pt x="3313593" y="4614266"/>
                    <a:pt x="3292757" y="4620027"/>
                  </a:cubicBezTo>
                  <a:cubicBezTo>
                    <a:pt x="3283924" y="4622524"/>
                    <a:pt x="3275475" y="4626077"/>
                    <a:pt x="3266643" y="4628188"/>
                  </a:cubicBezTo>
                  <a:cubicBezTo>
                    <a:pt x="3246863" y="4632990"/>
                    <a:pt x="3226796" y="4637022"/>
                    <a:pt x="3206921" y="4641823"/>
                  </a:cubicBezTo>
                  <a:cubicBezTo>
                    <a:pt x="3195590" y="4644607"/>
                    <a:pt x="3184645" y="4649600"/>
                    <a:pt x="3173123" y="4651425"/>
                  </a:cubicBezTo>
                  <a:cubicBezTo>
                    <a:pt x="3145759" y="4655745"/>
                    <a:pt x="3118203" y="4658817"/>
                    <a:pt x="3090646" y="4662274"/>
                  </a:cubicBezTo>
                  <a:cubicBezTo>
                    <a:pt x="3062227" y="4665826"/>
                    <a:pt x="3033902" y="4669571"/>
                    <a:pt x="3005480" y="4672739"/>
                  </a:cubicBezTo>
                  <a:cubicBezTo>
                    <a:pt x="2989926" y="4674372"/>
                    <a:pt x="2974275" y="4674660"/>
                    <a:pt x="2958721" y="4676196"/>
                  </a:cubicBezTo>
                  <a:cubicBezTo>
                    <a:pt x="2945087" y="4677541"/>
                    <a:pt x="2931549" y="4680037"/>
                    <a:pt x="2917915" y="4681670"/>
                  </a:cubicBezTo>
                  <a:cubicBezTo>
                    <a:pt x="2906105" y="4683013"/>
                    <a:pt x="2894199" y="4683781"/>
                    <a:pt x="2882389" y="4685126"/>
                  </a:cubicBezTo>
                  <a:cubicBezTo>
                    <a:pt x="2863475" y="4687334"/>
                    <a:pt x="2844655" y="4689831"/>
                    <a:pt x="2825837" y="4692135"/>
                  </a:cubicBezTo>
                  <a:cubicBezTo>
                    <a:pt x="2817964" y="4692999"/>
                    <a:pt x="2809706" y="4695399"/>
                    <a:pt x="2802313" y="4693960"/>
                  </a:cubicBezTo>
                  <a:cubicBezTo>
                    <a:pt x="2783686" y="4690310"/>
                    <a:pt x="2765347" y="4691367"/>
                    <a:pt x="2746816" y="4693863"/>
                  </a:cubicBezTo>
                  <a:cubicBezTo>
                    <a:pt x="2740479" y="4694728"/>
                    <a:pt x="2733662" y="4694535"/>
                    <a:pt x="2727517" y="4692903"/>
                  </a:cubicBezTo>
                  <a:cubicBezTo>
                    <a:pt x="2714939" y="4689638"/>
                    <a:pt x="2702745" y="4685029"/>
                    <a:pt x="2690359" y="4680997"/>
                  </a:cubicBezTo>
                  <a:cubicBezTo>
                    <a:pt x="2689014" y="4680517"/>
                    <a:pt x="2687382" y="4680421"/>
                    <a:pt x="2685943" y="4680133"/>
                  </a:cubicBezTo>
                  <a:cubicBezTo>
                    <a:pt x="2677781" y="4678500"/>
                    <a:pt x="2669717" y="4676868"/>
                    <a:pt x="2661554" y="4675428"/>
                  </a:cubicBezTo>
                  <a:cubicBezTo>
                    <a:pt x="2657138" y="4674660"/>
                    <a:pt x="2652625" y="4674564"/>
                    <a:pt x="2648208" y="4673892"/>
                  </a:cubicBezTo>
                  <a:cubicBezTo>
                    <a:pt x="2631118" y="4671203"/>
                    <a:pt x="2612299" y="4675716"/>
                    <a:pt x="2597512" y="4664099"/>
                  </a:cubicBezTo>
                  <a:cubicBezTo>
                    <a:pt x="2587911" y="4656609"/>
                    <a:pt x="2578597" y="4658338"/>
                    <a:pt x="2568324" y="4659490"/>
                  </a:cubicBezTo>
                  <a:cubicBezTo>
                    <a:pt x="2560547" y="4660354"/>
                    <a:pt x="2552577" y="4660065"/>
                    <a:pt x="2544704" y="4660162"/>
                  </a:cubicBezTo>
                  <a:cubicBezTo>
                    <a:pt x="2530878" y="4660449"/>
                    <a:pt x="2517052" y="4660546"/>
                    <a:pt x="2503225" y="4661026"/>
                  </a:cubicBezTo>
                  <a:cubicBezTo>
                    <a:pt x="2498808" y="4661218"/>
                    <a:pt x="2494297" y="4663619"/>
                    <a:pt x="2489975" y="4663235"/>
                  </a:cubicBezTo>
                  <a:cubicBezTo>
                    <a:pt x="2470004" y="4661410"/>
                    <a:pt x="2450033" y="4658529"/>
                    <a:pt x="2430061" y="4656897"/>
                  </a:cubicBezTo>
                  <a:cubicBezTo>
                    <a:pt x="2418732" y="4655938"/>
                    <a:pt x="2407114" y="4657761"/>
                    <a:pt x="2395880" y="4656417"/>
                  </a:cubicBezTo>
                  <a:cubicBezTo>
                    <a:pt x="2382919" y="4654881"/>
                    <a:pt x="2370245" y="4650945"/>
                    <a:pt x="2357378" y="4648544"/>
                  </a:cubicBezTo>
                  <a:cubicBezTo>
                    <a:pt x="2353826" y="4647872"/>
                    <a:pt x="2349889" y="4648736"/>
                    <a:pt x="2346145" y="4648928"/>
                  </a:cubicBezTo>
                  <a:cubicBezTo>
                    <a:pt x="2341920" y="4649120"/>
                    <a:pt x="2337791" y="4649504"/>
                    <a:pt x="2333567" y="4649600"/>
                  </a:cubicBezTo>
                  <a:cubicBezTo>
                    <a:pt x="2320700" y="4649793"/>
                    <a:pt x="2307835" y="4649504"/>
                    <a:pt x="2294968" y="4650177"/>
                  </a:cubicBezTo>
                  <a:cubicBezTo>
                    <a:pt x="2287095" y="4650561"/>
                    <a:pt x="2278839" y="4654497"/>
                    <a:pt x="2271540" y="4653057"/>
                  </a:cubicBezTo>
                  <a:cubicBezTo>
                    <a:pt x="2256659" y="4650272"/>
                    <a:pt x="2241776" y="4656513"/>
                    <a:pt x="2226895" y="4651329"/>
                  </a:cubicBezTo>
                  <a:cubicBezTo>
                    <a:pt x="2222285" y="4649793"/>
                    <a:pt x="2215948" y="4653633"/>
                    <a:pt x="2210379" y="4653825"/>
                  </a:cubicBezTo>
                  <a:cubicBezTo>
                    <a:pt x="2196457" y="4654305"/>
                    <a:pt x="2182535" y="4654209"/>
                    <a:pt x="2168613" y="4654113"/>
                  </a:cubicBezTo>
                  <a:cubicBezTo>
                    <a:pt x="2156131" y="4654017"/>
                    <a:pt x="2143168" y="4655361"/>
                    <a:pt x="2131167" y="4652673"/>
                  </a:cubicBezTo>
                  <a:cubicBezTo>
                    <a:pt x="2118588" y="4649793"/>
                    <a:pt x="2107259" y="4650177"/>
                    <a:pt x="2095065" y="4653441"/>
                  </a:cubicBezTo>
                  <a:cubicBezTo>
                    <a:pt x="2086711" y="4655649"/>
                    <a:pt x="2077878" y="4655938"/>
                    <a:pt x="2069237" y="4656609"/>
                  </a:cubicBezTo>
                  <a:cubicBezTo>
                    <a:pt x="2059924" y="4657377"/>
                    <a:pt x="2049650" y="4655361"/>
                    <a:pt x="2041201" y="4658529"/>
                  </a:cubicBezTo>
                  <a:cubicBezTo>
                    <a:pt x="2016044" y="4667939"/>
                    <a:pt x="1990216" y="4669955"/>
                    <a:pt x="1963909" y="4669955"/>
                  </a:cubicBezTo>
                  <a:cubicBezTo>
                    <a:pt x="1959107" y="4669955"/>
                    <a:pt x="1954210" y="4668612"/>
                    <a:pt x="1949603" y="4667171"/>
                  </a:cubicBezTo>
                  <a:cubicBezTo>
                    <a:pt x="1922717" y="4658529"/>
                    <a:pt x="1895737" y="4659297"/>
                    <a:pt x="1868373" y="4664578"/>
                  </a:cubicBezTo>
                  <a:cubicBezTo>
                    <a:pt x="1862708" y="4665731"/>
                    <a:pt x="1856372" y="4665923"/>
                    <a:pt x="1850707" y="4664771"/>
                  </a:cubicBezTo>
                  <a:cubicBezTo>
                    <a:pt x="1834768" y="4661410"/>
                    <a:pt x="1819309" y="4655841"/>
                    <a:pt x="1803275" y="4653441"/>
                  </a:cubicBezTo>
                  <a:cubicBezTo>
                    <a:pt x="1776775" y="4649504"/>
                    <a:pt x="1753828" y="4662754"/>
                    <a:pt x="1730112" y="4671396"/>
                  </a:cubicBezTo>
                  <a:cubicBezTo>
                    <a:pt x="1707548" y="4679557"/>
                    <a:pt x="1688345" y="4697992"/>
                    <a:pt x="1661652" y="4693863"/>
                  </a:cubicBezTo>
                  <a:cubicBezTo>
                    <a:pt x="1658965" y="4693479"/>
                    <a:pt x="1655988" y="4696071"/>
                    <a:pt x="1653011" y="4696744"/>
                  </a:cubicBezTo>
                  <a:cubicBezTo>
                    <a:pt x="1644850" y="4698568"/>
                    <a:pt x="1636689" y="4700776"/>
                    <a:pt x="1628431" y="4701641"/>
                  </a:cubicBezTo>
                  <a:cubicBezTo>
                    <a:pt x="1618350" y="4702793"/>
                    <a:pt x="1608076" y="4702409"/>
                    <a:pt x="1597995" y="4703369"/>
                  </a:cubicBezTo>
                  <a:cubicBezTo>
                    <a:pt x="1585032" y="4704521"/>
                    <a:pt x="1572263" y="4707593"/>
                    <a:pt x="1559396" y="4707593"/>
                  </a:cubicBezTo>
                  <a:cubicBezTo>
                    <a:pt x="1549026" y="4707593"/>
                    <a:pt x="1538753" y="4704041"/>
                    <a:pt x="1528480" y="4702312"/>
                  </a:cubicBezTo>
                  <a:cubicBezTo>
                    <a:pt x="1513981" y="4699912"/>
                    <a:pt x="1498042" y="4700584"/>
                    <a:pt x="1485272" y="4694439"/>
                  </a:cubicBezTo>
                  <a:cubicBezTo>
                    <a:pt x="1471639" y="4687910"/>
                    <a:pt x="1458676" y="4684934"/>
                    <a:pt x="1444562" y="4686950"/>
                  </a:cubicBezTo>
                  <a:cubicBezTo>
                    <a:pt x="1439857" y="4687622"/>
                    <a:pt x="1433808" y="4691655"/>
                    <a:pt x="1431696" y="4695783"/>
                  </a:cubicBezTo>
                  <a:cubicBezTo>
                    <a:pt x="1426991" y="4705001"/>
                    <a:pt x="1420559" y="4706634"/>
                    <a:pt x="1411821" y="4703464"/>
                  </a:cubicBezTo>
                  <a:cubicBezTo>
                    <a:pt x="1404236" y="4700776"/>
                    <a:pt x="1394922" y="4699432"/>
                    <a:pt x="1389738" y="4694247"/>
                  </a:cubicBezTo>
                  <a:cubicBezTo>
                    <a:pt x="1375047" y="4679557"/>
                    <a:pt x="1356324" y="4679077"/>
                    <a:pt x="1338081" y="4675141"/>
                  </a:cubicBezTo>
                  <a:cubicBezTo>
                    <a:pt x="1326945" y="4672739"/>
                    <a:pt x="1316574" y="4672644"/>
                    <a:pt x="1305436" y="4674276"/>
                  </a:cubicBezTo>
                  <a:cubicBezTo>
                    <a:pt x="1281241" y="4677925"/>
                    <a:pt x="1257717" y="4672739"/>
                    <a:pt x="1234481" y="4666115"/>
                  </a:cubicBezTo>
                  <a:cubicBezTo>
                    <a:pt x="1219118" y="4661698"/>
                    <a:pt x="1203372" y="4659010"/>
                    <a:pt x="1188106" y="4654497"/>
                  </a:cubicBezTo>
                  <a:cubicBezTo>
                    <a:pt x="1176680" y="4651041"/>
                    <a:pt x="1165255" y="4646912"/>
                    <a:pt x="1154790" y="4641343"/>
                  </a:cubicBezTo>
                  <a:cubicBezTo>
                    <a:pt x="1139618" y="4633181"/>
                    <a:pt x="1126369" y="4620891"/>
                    <a:pt x="1107069" y="4624156"/>
                  </a:cubicBezTo>
                  <a:cubicBezTo>
                    <a:pt x="1090074" y="4627036"/>
                    <a:pt x="1074713" y="4620988"/>
                    <a:pt x="1059158" y="4615227"/>
                  </a:cubicBezTo>
                  <a:cubicBezTo>
                    <a:pt x="1047732" y="4611002"/>
                    <a:pt x="1036308" y="4606681"/>
                    <a:pt x="1024496" y="4603993"/>
                  </a:cubicBezTo>
                  <a:cubicBezTo>
                    <a:pt x="1010478" y="4600824"/>
                    <a:pt x="994635" y="4602169"/>
                    <a:pt x="982153" y="4596311"/>
                  </a:cubicBezTo>
                  <a:cubicBezTo>
                    <a:pt x="969095" y="4590166"/>
                    <a:pt x="958246" y="4594295"/>
                    <a:pt x="946628" y="4596024"/>
                  </a:cubicBezTo>
                  <a:cubicBezTo>
                    <a:pt x="928097" y="4598712"/>
                    <a:pt x="909661" y="4603705"/>
                    <a:pt x="890939" y="4597368"/>
                  </a:cubicBezTo>
                  <a:cubicBezTo>
                    <a:pt x="868184" y="4589687"/>
                    <a:pt x="845620" y="4581430"/>
                    <a:pt x="822769" y="4574133"/>
                  </a:cubicBezTo>
                  <a:cubicBezTo>
                    <a:pt x="813934" y="4571347"/>
                    <a:pt x="804431" y="4570195"/>
                    <a:pt x="795212" y="4568947"/>
                  </a:cubicBezTo>
                  <a:cubicBezTo>
                    <a:pt x="786476" y="4567891"/>
                    <a:pt x="776010" y="4570579"/>
                    <a:pt x="769288" y="4566547"/>
                  </a:cubicBezTo>
                  <a:cubicBezTo>
                    <a:pt x="752005" y="4556178"/>
                    <a:pt x="734243" y="4551089"/>
                    <a:pt x="714271" y="4551089"/>
                  </a:cubicBezTo>
                  <a:cubicBezTo>
                    <a:pt x="706781" y="4551089"/>
                    <a:pt x="699484" y="4546768"/>
                    <a:pt x="691900" y="4545999"/>
                  </a:cubicBezTo>
                  <a:cubicBezTo>
                    <a:pt x="681529" y="4545040"/>
                    <a:pt x="669623" y="4542447"/>
                    <a:pt x="660598" y="4546096"/>
                  </a:cubicBezTo>
                  <a:cubicBezTo>
                    <a:pt x="639379" y="4554737"/>
                    <a:pt x="622193" y="4547536"/>
                    <a:pt x="603662" y="4538991"/>
                  </a:cubicBezTo>
                  <a:cubicBezTo>
                    <a:pt x="585418" y="4530541"/>
                    <a:pt x="566215" y="4523821"/>
                    <a:pt x="546821" y="4518251"/>
                  </a:cubicBezTo>
                  <a:cubicBezTo>
                    <a:pt x="539524" y="4516235"/>
                    <a:pt x="530787" y="4519596"/>
                    <a:pt x="522721" y="4520267"/>
                  </a:cubicBezTo>
                  <a:cubicBezTo>
                    <a:pt x="519840" y="4520460"/>
                    <a:pt x="516671" y="4520748"/>
                    <a:pt x="514080" y="4519788"/>
                  </a:cubicBezTo>
                  <a:cubicBezTo>
                    <a:pt x="489020" y="4510570"/>
                    <a:pt x="463575" y="4503561"/>
                    <a:pt x="436404" y="4508361"/>
                  </a:cubicBezTo>
                  <a:cubicBezTo>
                    <a:pt x="433908" y="4508842"/>
                    <a:pt x="431123" y="4507786"/>
                    <a:pt x="428626" y="4507114"/>
                  </a:cubicBezTo>
                  <a:cubicBezTo>
                    <a:pt x="416432" y="4503657"/>
                    <a:pt x="404526" y="4498184"/>
                    <a:pt x="392141" y="4496936"/>
                  </a:cubicBezTo>
                  <a:cubicBezTo>
                    <a:pt x="361608" y="4493864"/>
                    <a:pt x="330884" y="4492615"/>
                    <a:pt x="300157" y="4490599"/>
                  </a:cubicBezTo>
                  <a:cubicBezTo>
                    <a:pt x="298237" y="4490503"/>
                    <a:pt x="296221" y="4490503"/>
                    <a:pt x="294493" y="4489831"/>
                  </a:cubicBezTo>
                  <a:cubicBezTo>
                    <a:pt x="283163" y="4485702"/>
                    <a:pt x="273274" y="4487047"/>
                    <a:pt x="263671" y="4494919"/>
                  </a:cubicBezTo>
                  <a:cubicBezTo>
                    <a:pt x="259447" y="4498376"/>
                    <a:pt x="253686" y="4500200"/>
                    <a:pt x="248406" y="4502121"/>
                  </a:cubicBezTo>
                  <a:cubicBezTo>
                    <a:pt x="240628" y="4505002"/>
                    <a:pt x="232659" y="4507786"/>
                    <a:pt x="224594" y="4509610"/>
                  </a:cubicBezTo>
                  <a:cubicBezTo>
                    <a:pt x="216624" y="4511338"/>
                    <a:pt x="208079" y="4513738"/>
                    <a:pt x="200398" y="4512395"/>
                  </a:cubicBezTo>
                  <a:cubicBezTo>
                    <a:pt x="186572" y="4509994"/>
                    <a:pt x="173417" y="4504618"/>
                    <a:pt x="159783" y="4501064"/>
                  </a:cubicBezTo>
                  <a:cubicBezTo>
                    <a:pt x="155079" y="4499816"/>
                    <a:pt x="149893" y="4500009"/>
                    <a:pt x="144997" y="4499912"/>
                  </a:cubicBezTo>
                  <a:cubicBezTo>
                    <a:pt x="133763" y="4499625"/>
                    <a:pt x="122241" y="4502409"/>
                    <a:pt x="112064" y="4494440"/>
                  </a:cubicBezTo>
                  <a:cubicBezTo>
                    <a:pt x="102655" y="4486951"/>
                    <a:pt x="93148" y="4489158"/>
                    <a:pt x="83259" y="4494824"/>
                  </a:cubicBezTo>
                  <a:cubicBezTo>
                    <a:pt x="76154" y="4498857"/>
                    <a:pt x="68090" y="4502025"/>
                    <a:pt x="60120" y="4503561"/>
                  </a:cubicBezTo>
                  <a:cubicBezTo>
                    <a:pt x="49174" y="4505673"/>
                    <a:pt x="38324" y="4506538"/>
                    <a:pt x="26514" y="4505289"/>
                  </a:cubicBezTo>
                  <a:cubicBezTo>
                    <a:pt x="18161" y="4504425"/>
                    <a:pt x="11343" y="4504041"/>
                    <a:pt x="4814" y="4498952"/>
                  </a:cubicBezTo>
                  <a:cubicBezTo>
                    <a:pt x="3759" y="4498184"/>
                    <a:pt x="1839" y="4497992"/>
                    <a:pt x="398" y="4498089"/>
                  </a:cubicBezTo>
                  <a:lnTo>
                    <a:pt x="0" y="4498087"/>
                  </a:lnTo>
                  <a:close/>
                </a:path>
              </a:pathLst>
            </a:custGeom>
            <a:solidFill>
              <a:schemeClr val="tx1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>
                <a:solidFill>
                  <a:schemeClr val="lt1">
                    <a:alpha val="14000"/>
                  </a:schemeClr>
                </a:solidFill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EE5154B2-BEF9-4C08-B6B1-9DED9F17C4B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827089" y="1498602"/>
              <a:ext cx="4403345" cy="3940174"/>
            </a:xfrm>
            <a:custGeom>
              <a:avLst/>
              <a:gdLst>
                <a:gd name="connsiteX0" fmla="*/ 0 w 5260975"/>
                <a:gd name="connsiteY0" fmla="*/ 0 h 4707593"/>
                <a:gd name="connsiteX1" fmla="*/ 5260975 w 5260975"/>
                <a:gd name="connsiteY1" fmla="*/ 0 h 4707593"/>
                <a:gd name="connsiteX2" fmla="*/ 5260975 w 5260975"/>
                <a:gd name="connsiteY2" fmla="*/ 3296937 h 4707593"/>
                <a:gd name="connsiteX3" fmla="*/ 5260975 w 5260975"/>
                <a:gd name="connsiteY3" fmla="*/ 3518571 h 4707593"/>
                <a:gd name="connsiteX4" fmla="*/ 5226504 w 5260975"/>
                <a:gd name="connsiteY4" fmla="*/ 3534000 h 4707593"/>
                <a:gd name="connsiteX5" fmla="*/ 5206341 w 5260975"/>
                <a:gd name="connsiteY5" fmla="*/ 3542065 h 4707593"/>
                <a:gd name="connsiteX6" fmla="*/ 5123287 w 5260975"/>
                <a:gd name="connsiteY6" fmla="*/ 3594010 h 4707593"/>
                <a:gd name="connsiteX7" fmla="*/ 5048107 w 5260975"/>
                <a:gd name="connsiteY7" fmla="*/ 3658244 h 4707593"/>
                <a:gd name="connsiteX8" fmla="*/ 4992899 w 5260975"/>
                <a:gd name="connsiteY8" fmla="*/ 3734479 h 4707593"/>
                <a:gd name="connsiteX9" fmla="*/ 4977440 w 5260975"/>
                <a:gd name="connsiteY9" fmla="*/ 3752627 h 4707593"/>
                <a:gd name="connsiteX10" fmla="*/ 4935194 w 5260975"/>
                <a:gd name="connsiteY10" fmla="*/ 3775382 h 4707593"/>
                <a:gd name="connsiteX11" fmla="*/ 4897844 w 5260975"/>
                <a:gd name="connsiteY11" fmla="*/ 3792472 h 4707593"/>
                <a:gd name="connsiteX12" fmla="*/ 4870767 w 5260975"/>
                <a:gd name="connsiteY12" fmla="*/ 3811388 h 4707593"/>
                <a:gd name="connsiteX13" fmla="*/ 4847917 w 5260975"/>
                <a:gd name="connsiteY13" fmla="*/ 3828767 h 4707593"/>
                <a:gd name="connsiteX14" fmla="*/ 4796163 w 5260975"/>
                <a:gd name="connsiteY14" fmla="*/ 3873702 h 4707593"/>
                <a:gd name="connsiteX15" fmla="*/ 4738843 w 5260975"/>
                <a:gd name="connsiteY15" fmla="*/ 3911628 h 4707593"/>
                <a:gd name="connsiteX16" fmla="*/ 4692755 w 5260975"/>
                <a:gd name="connsiteY16" fmla="*/ 3958099 h 4707593"/>
                <a:gd name="connsiteX17" fmla="*/ 4673744 w 5260975"/>
                <a:gd name="connsiteY17" fmla="*/ 3983255 h 4707593"/>
                <a:gd name="connsiteX18" fmla="*/ 4633801 w 5260975"/>
                <a:gd name="connsiteY18" fmla="*/ 4000442 h 4707593"/>
                <a:gd name="connsiteX19" fmla="*/ 4590499 w 5260975"/>
                <a:gd name="connsiteY19" fmla="*/ 4027326 h 4707593"/>
                <a:gd name="connsiteX20" fmla="*/ 4559773 w 5260975"/>
                <a:gd name="connsiteY20" fmla="*/ 4054018 h 4707593"/>
                <a:gd name="connsiteX21" fmla="*/ 4536059 w 5260975"/>
                <a:gd name="connsiteY21" fmla="*/ 4071877 h 4707593"/>
                <a:gd name="connsiteX22" fmla="*/ 4502550 w 5260975"/>
                <a:gd name="connsiteY22" fmla="*/ 4089832 h 4707593"/>
                <a:gd name="connsiteX23" fmla="*/ 4468944 w 5260975"/>
                <a:gd name="connsiteY23" fmla="*/ 4113356 h 4707593"/>
                <a:gd name="connsiteX24" fmla="*/ 4452623 w 5260975"/>
                <a:gd name="connsiteY24" fmla="*/ 4127854 h 4707593"/>
                <a:gd name="connsiteX25" fmla="*/ 4421032 w 5260975"/>
                <a:gd name="connsiteY25" fmla="*/ 4151953 h 4707593"/>
                <a:gd name="connsiteX26" fmla="*/ 4388483 w 5260975"/>
                <a:gd name="connsiteY26" fmla="*/ 4174421 h 4707593"/>
                <a:gd name="connsiteX27" fmla="*/ 4327321 w 5260975"/>
                <a:gd name="connsiteY27" fmla="*/ 4200153 h 4707593"/>
                <a:gd name="connsiteX28" fmla="*/ 4271633 w 5260975"/>
                <a:gd name="connsiteY28" fmla="*/ 4237983 h 4707593"/>
                <a:gd name="connsiteX29" fmla="*/ 4227465 w 5260975"/>
                <a:gd name="connsiteY29" fmla="*/ 4265635 h 4707593"/>
                <a:gd name="connsiteX30" fmla="*/ 4201733 w 5260975"/>
                <a:gd name="connsiteY30" fmla="*/ 4283783 h 4707593"/>
                <a:gd name="connsiteX31" fmla="*/ 4154494 w 5260975"/>
                <a:gd name="connsiteY31" fmla="*/ 4324301 h 4707593"/>
                <a:gd name="connsiteX32" fmla="*/ 4081234 w 5260975"/>
                <a:gd name="connsiteY32" fmla="*/ 4366931 h 4707593"/>
                <a:gd name="connsiteX33" fmla="*/ 4036971 w 5260975"/>
                <a:gd name="connsiteY33" fmla="*/ 4389975 h 4707593"/>
                <a:gd name="connsiteX34" fmla="*/ 3941725 w 5260975"/>
                <a:gd name="connsiteY34" fmla="*/ 4424733 h 4707593"/>
                <a:gd name="connsiteX35" fmla="*/ 3910999 w 5260975"/>
                <a:gd name="connsiteY35" fmla="*/ 4437119 h 4707593"/>
                <a:gd name="connsiteX36" fmla="*/ 3875859 w 5260975"/>
                <a:gd name="connsiteY36" fmla="*/ 4445280 h 4707593"/>
                <a:gd name="connsiteX37" fmla="*/ 3819401 w 5260975"/>
                <a:gd name="connsiteY37" fmla="*/ 4464579 h 4707593"/>
                <a:gd name="connsiteX38" fmla="*/ 3709176 w 5260975"/>
                <a:gd name="connsiteY38" fmla="*/ 4497800 h 4707593"/>
                <a:gd name="connsiteX39" fmla="*/ 3684981 w 5260975"/>
                <a:gd name="connsiteY39" fmla="*/ 4502889 h 4707593"/>
                <a:gd name="connsiteX40" fmla="*/ 3623338 w 5260975"/>
                <a:gd name="connsiteY40" fmla="*/ 4524300 h 4707593"/>
                <a:gd name="connsiteX41" fmla="*/ 3586373 w 5260975"/>
                <a:gd name="connsiteY41" fmla="*/ 4538702 h 4707593"/>
                <a:gd name="connsiteX42" fmla="*/ 3555743 w 5260975"/>
                <a:gd name="connsiteY42" fmla="*/ 4546960 h 4707593"/>
                <a:gd name="connsiteX43" fmla="*/ 3528667 w 5260975"/>
                <a:gd name="connsiteY43" fmla="*/ 4550801 h 4707593"/>
                <a:gd name="connsiteX44" fmla="*/ 3457424 w 5260975"/>
                <a:gd name="connsiteY44" fmla="*/ 4569811 h 4707593"/>
                <a:gd name="connsiteX45" fmla="*/ 3429003 w 5260975"/>
                <a:gd name="connsiteY45" fmla="*/ 4577301 h 4707593"/>
                <a:gd name="connsiteX46" fmla="*/ 3355264 w 5260975"/>
                <a:gd name="connsiteY46" fmla="*/ 4603033 h 4707593"/>
                <a:gd name="connsiteX47" fmla="*/ 3292757 w 5260975"/>
                <a:gd name="connsiteY47" fmla="*/ 4620027 h 4707593"/>
                <a:gd name="connsiteX48" fmla="*/ 3266643 w 5260975"/>
                <a:gd name="connsiteY48" fmla="*/ 4628188 h 4707593"/>
                <a:gd name="connsiteX49" fmla="*/ 3206921 w 5260975"/>
                <a:gd name="connsiteY49" fmla="*/ 4641823 h 4707593"/>
                <a:gd name="connsiteX50" fmla="*/ 3173123 w 5260975"/>
                <a:gd name="connsiteY50" fmla="*/ 4651425 h 4707593"/>
                <a:gd name="connsiteX51" fmla="*/ 3090646 w 5260975"/>
                <a:gd name="connsiteY51" fmla="*/ 4662274 h 4707593"/>
                <a:gd name="connsiteX52" fmla="*/ 3005480 w 5260975"/>
                <a:gd name="connsiteY52" fmla="*/ 4672739 h 4707593"/>
                <a:gd name="connsiteX53" fmla="*/ 2958721 w 5260975"/>
                <a:gd name="connsiteY53" fmla="*/ 4676196 h 4707593"/>
                <a:gd name="connsiteX54" fmla="*/ 2917915 w 5260975"/>
                <a:gd name="connsiteY54" fmla="*/ 4681670 h 4707593"/>
                <a:gd name="connsiteX55" fmla="*/ 2882389 w 5260975"/>
                <a:gd name="connsiteY55" fmla="*/ 4685126 h 4707593"/>
                <a:gd name="connsiteX56" fmla="*/ 2825837 w 5260975"/>
                <a:gd name="connsiteY56" fmla="*/ 4692135 h 4707593"/>
                <a:gd name="connsiteX57" fmla="*/ 2802313 w 5260975"/>
                <a:gd name="connsiteY57" fmla="*/ 4693960 h 4707593"/>
                <a:gd name="connsiteX58" fmla="*/ 2746816 w 5260975"/>
                <a:gd name="connsiteY58" fmla="*/ 4693863 h 4707593"/>
                <a:gd name="connsiteX59" fmla="*/ 2727517 w 5260975"/>
                <a:gd name="connsiteY59" fmla="*/ 4692903 h 4707593"/>
                <a:gd name="connsiteX60" fmla="*/ 2690359 w 5260975"/>
                <a:gd name="connsiteY60" fmla="*/ 4680997 h 4707593"/>
                <a:gd name="connsiteX61" fmla="*/ 2685943 w 5260975"/>
                <a:gd name="connsiteY61" fmla="*/ 4680133 h 4707593"/>
                <a:gd name="connsiteX62" fmla="*/ 2661554 w 5260975"/>
                <a:gd name="connsiteY62" fmla="*/ 4675428 h 4707593"/>
                <a:gd name="connsiteX63" fmla="*/ 2648208 w 5260975"/>
                <a:gd name="connsiteY63" fmla="*/ 4673892 h 4707593"/>
                <a:gd name="connsiteX64" fmla="*/ 2597512 w 5260975"/>
                <a:gd name="connsiteY64" fmla="*/ 4664099 h 4707593"/>
                <a:gd name="connsiteX65" fmla="*/ 2568324 w 5260975"/>
                <a:gd name="connsiteY65" fmla="*/ 4659490 h 4707593"/>
                <a:gd name="connsiteX66" fmla="*/ 2544704 w 5260975"/>
                <a:gd name="connsiteY66" fmla="*/ 4660162 h 4707593"/>
                <a:gd name="connsiteX67" fmla="*/ 2503225 w 5260975"/>
                <a:gd name="connsiteY67" fmla="*/ 4661026 h 4707593"/>
                <a:gd name="connsiteX68" fmla="*/ 2489975 w 5260975"/>
                <a:gd name="connsiteY68" fmla="*/ 4663235 h 4707593"/>
                <a:gd name="connsiteX69" fmla="*/ 2430061 w 5260975"/>
                <a:gd name="connsiteY69" fmla="*/ 4656897 h 4707593"/>
                <a:gd name="connsiteX70" fmla="*/ 2395880 w 5260975"/>
                <a:gd name="connsiteY70" fmla="*/ 4656417 h 4707593"/>
                <a:gd name="connsiteX71" fmla="*/ 2357378 w 5260975"/>
                <a:gd name="connsiteY71" fmla="*/ 4648544 h 4707593"/>
                <a:gd name="connsiteX72" fmla="*/ 2346145 w 5260975"/>
                <a:gd name="connsiteY72" fmla="*/ 4648928 h 4707593"/>
                <a:gd name="connsiteX73" fmla="*/ 2333567 w 5260975"/>
                <a:gd name="connsiteY73" fmla="*/ 4649600 h 4707593"/>
                <a:gd name="connsiteX74" fmla="*/ 2294968 w 5260975"/>
                <a:gd name="connsiteY74" fmla="*/ 4650177 h 4707593"/>
                <a:gd name="connsiteX75" fmla="*/ 2271540 w 5260975"/>
                <a:gd name="connsiteY75" fmla="*/ 4653057 h 4707593"/>
                <a:gd name="connsiteX76" fmla="*/ 2226895 w 5260975"/>
                <a:gd name="connsiteY76" fmla="*/ 4651329 h 4707593"/>
                <a:gd name="connsiteX77" fmla="*/ 2210379 w 5260975"/>
                <a:gd name="connsiteY77" fmla="*/ 4653825 h 4707593"/>
                <a:gd name="connsiteX78" fmla="*/ 2168613 w 5260975"/>
                <a:gd name="connsiteY78" fmla="*/ 4654113 h 4707593"/>
                <a:gd name="connsiteX79" fmla="*/ 2131167 w 5260975"/>
                <a:gd name="connsiteY79" fmla="*/ 4652673 h 4707593"/>
                <a:gd name="connsiteX80" fmla="*/ 2095065 w 5260975"/>
                <a:gd name="connsiteY80" fmla="*/ 4653441 h 4707593"/>
                <a:gd name="connsiteX81" fmla="*/ 2069237 w 5260975"/>
                <a:gd name="connsiteY81" fmla="*/ 4656609 h 4707593"/>
                <a:gd name="connsiteX82" fmla="*/ 2041201 w 5260975"/>
                <a:gd name="connsiteY82" fmla="*/ 4658529 h 4707593"/>
                <a:gd name="connsiteX83" fmla="*/ 1963909 w 5260975"/>
                <a:gd name="connsiteY83" fmla="*/ 4669955 h 4707593"/>
                <a:gd name="connsiteX84" fmla="*/ 1949603 w 5260975"/>
                <a:gd name="connsiteY84" fmla="*/ 4667171 h 4707593"/>
                <a:gd name="connsiteX85" fmla="*/ 1868373 w 5260975"/>
                <a:gd name="connsiteY85" fmla="*/ 4664578 h 4707593"/>
                <a:gd name="connsiteX86" fmla="*/ 1850707 w 5260975"/>
                <a:gd name="connsiteY86" fmla="*/ 4664771 h 4707593"/>
                <a:gd name="connsiteX87" fmla="*/ 1803275 w 5260975"/>
                <a:gd name="connsiteY87" fmla="*/ 4653441 h 4707593"/>
                <a:gd name="connsiteX88" fmla="*/ 1730112 w 5260975"/>
                <a:gd name="connsiteY88" fmla="*/ 4671396 h 4707593"/>
                <a:gd name="connsiteX89" fmla="*/ 1661652 w 5260975"/>
                <a:gd name="connsiteY89" fmla="*/ 4693863 h 4707593"/>
                <a:gd name="connsiteX90" fmla="*/ 1653011 w 5260975"/>
                <a:gd name="connsiteY90" fmla="*/ 4696744 h 4707593"/>
                <a:gd name="connsiteX91" fmla="*/ 1628431 w 5260975"/>
                <a:gd name="connsiteY91" fmla="*/ 4701641 h 4707593"/>
                <a:gd name="connsiteX92" fmla="*/ 1597995 w 5260975"/>
                <a:gd name="connsiteY92" fmla="*/ 4703369 h 4707593"/>
                <a:gd name="connsiteX93" fmla="*/ 1559396 w 5260975"/>
                <a:gd name="connsiteY93" fmla="*/ 4707593 h 4707593"/>
                <a:gd name="connsiteX94" fmla="*/ 1528480 w 5260975"/>
                <a:gd name="connsiteY94" fmla="*/ 4702312 h 4707593"/>
                <a:gd name="connsiteX95" fmla="*/ 1485272 w 5260975"/>
                <a:gd name="connsiteY95" fmla="*/ 4694439 h 4707593"/>
                <a:gd name="connsiteX96" fmla="*/ 1444562 w 5260975"/>
                <a:gd name="connsiteY96" fmla="*/ 4686950 h 4707593"/>
                <a:gd name="connsiteX97" fmla="*/ 1431696 w 5260975"/>
                <a:gd name="connsiteY97" fmla="*/ 4695783 h 4707593"/>
                <a:gd name="connsiteX98" fmla="*/ 1411821 w 5260975"/>
                <a:gd name="connsiteY98" fmla="*/ 4703464 h 4707593"/>
                <a:gd name="connsiteX99" fmla="*/ 1389738 w 5260975"/>
                <a:gd name="connsiteY99" fmla="*/ 4694247 h 4707593"/>
                <a:gd name="connsiteX100" fmla="*/ 1338081 w 5260975"/>
                <a:gd name="connsiteY100" fmla="*/ 4675141 h 4707593"/>
                <a:gd name="connsiteX101" fmla="*/ 1305436 w 5260975"/>
                <a:gd name="connsiteY101" fmla="*/ 4674276 h 4707593"/>
                <a:gd name="connsiteX102" fmla="*/ 1234481 w 5260975"/>
                <a:gd name="connsiteY102" fmla="*/ 4666115 h 4707593"/>
                <a:gd name="connsiteX103" fmla="*/ 1188106 w 5260975"/>
                <a:gd name="connsiteY103" fmla="*/ 4654497 h 4707593"/>
                <a:gd name="connsiteX104" fmla="*/ 1154790 w 5260975"/>
                <a:gd name="connsiteY104" fmla="*/ 4641343 h 4707593"/>
                <a:gd name="connsiteX105" fmla="*/ 1107069 w 5260975"/>
                <a:gd name="connsiteY105" fmla="*/ 4624156 h 4707593"/>
                <a:gd name="connsiteX106" fmla="*/ 1059158 w 5260975"/>
                <a:gd name="connsiteY106" fmla="*/ 4615227 h 4707593"/>
                <a:gd name="connsiteX107" fmla="*/ 1024496 w 5260975"/>
                <a:gd name="connsiteY107" fmla="*/ 4603993 h 4707593"/>
                <a:gd name="connsiteX108" fmla="*/ 982153 w 5260975"/>
                <a:gd name="connsiteY108" fmla="*/ 4596311 h 4707593"/>
                <a:gd name="connsiteX109" fmla="*/ 946628 w 5260975"/>
                <a:gd name="connsiteY109" fmla="*/ 4596024 h 4707593"/>
                <a:gd name="connsiteX110" fmla="*/ 890939 w 5260975"/>
                <a:gd name="connsiteY110" fmla="*/ 4597368 h 4707593"/>
                <a:gd name="connsiteX111" fmla="*/ 822769 w 5260975"/>
                <a:gd name="connsiteY111" fmla="*/ 4574133 h 4707593"/>
                <a:gd name="connsiteX112" fmla="*/ 795212 w 5260975"/>
                <a:gd name="connsiteY112" fmla="*/ 4568947 h 4707593"/>
                <a:gd name="connsiteX113" fmla="*/ 769288 w 5260975"/>
                <a:gd name="connsiteY113" fmla="*/ 4566547 h 4707593"/>
                <a:gd name="connsiteX114" fmla="*/ 714271 w 5260975"/>
                <a:gd name="connsiteY114" fmla="*/ 4551089 h 4707593"/>
                <a:gd name="connsiteX115" fmla="*/ 691900 w 5260975"/>
                <a:gd name="connsiteY115" fmla="*/ 4545999 h 4707593"/>
                <a:gd name="connsiteX116" fmla="*/ 660598 w 5260975"/>
                <a:gd name="connsiteY116" fmla="*/ 4546096 h 4707593"/>
                <a:gd name="connsiteX117" fmla="*/ 603662 w 5260975"/>
                <a:gd name="connsiteY117" fmla="*/ 4538991 h 4707593"/>
                <a:gd name="connsiteX118" fmla="*/ 546821 w 5260975"/>
                <a:gd name="connsiteY118" fmla="*/ 4518251 h 4707593"/>
                <a:gd name="connsiteX119" fmla="*/ 522721 w 5260975"/>
                <a:gd name="connsiteY119" fmla="*/ 4520267 h 4707593"/>
                <a:gd name="connsiteX120" fmla="*/ 514080 w 5260975"/>
                <a:gd name="connsiteY120" fmla="*/ 4519788 h 4707593"/>
                <a:gd name="connsiteX121" fmla="*/ 436404 w 5260975"/>
                <a:gd name="connsiteY121" fmla="*/ 4508361 h 4707593"/>
                <a:gd name="connsiteX122" fmla="*/ 428626 w 5260975"/>
                <a:gd name="connsiteY122" fmla="*/ 4507114 h 4707593"/>
                <a:gd name="connsiteX123" fmla="*/ 392141 w 5260975"/>
                <a:gd name="connsiteY123" fmla="*/ 4496936 h 4707593"/>
                <a:gd name="connsiteX124" fmla="*/ 300157 w 5260975"/>
                <a:gd name="connsiteY124" fmla="*/ 4490599 h 4707593"/>
                <a:gd name="connsiteX125" fmla="*/ 294493 w 5260975"/>
                <a:gd name="connsiteY125" fmla="*/ 4489831 h 4707593"/>
                <a:gd name="connsiteX126" fmla="*/ 263671 w 5260975"/>
                <a:gd name="connsiteY126" fmla="*/ 4494919 h 4707593"/>
                <a:gd name="connsiteX127" fmla="*/ 248406 w 5260975"/>
                <a:gd name="connsiteY127" fmla="*/ 4502121 h 4707593"/>
                <a:gd name="connsiteX128" fmla="*/ 224594 w 5260975"/>
                <a:gd name="connsiteY128" fmla="*/ 4509610 h 4707593"/>
                <a:gd name="connsiteX129" fmla="*/ 200398 w 5260975"/>
                <a:gd name="connsiteY129" fmla="*/ 4512395 h 4707593"/>
                <a:gd name="connsiteX130" fmla="*/ 159783 w 5260975"/>
                <a:gd name="connsiteY130" fmla="*/ 4501064 h 4707593"/>
                <a:gd name="connsiteX131" fmla="*/ 144997 w 5260975"/>
                <a:gd name="connsiteY131" fmla="*/ 4499912 h 4707593"/>
                <a:gd name="connsiteX132" fmla="*/ 112064 w 5260975"/>
                <a:gd name="connsiteY132" fmla="*/ 4494440 h 4707593"/>
                <a:gd name="connsiteX133" fmla="*/ 83259 w 5260975"/>
                <a:gd name="connsiteY133" fmla="*/ 4494824 h 4707593"/>
                <a:gd name="connsiteX134" fmla="*/ 60120 w 5260975"/>
                <a:gd name="connsiteY134" fmla="*/ 4503561 h 4707593"/>
                <a:gd name="connsiteX135" fmla="*/ 26514 w 5260975"/>
                <a:gd name="connsiteY135" fmla="*/ 4505289 h 4707593"/>
                <a:gd name="connsiteX136" fmla="*/ 4814 w 5260975"/>
                <a:gd name="connsiteY136" fmla="*/ 4498952 h 4707593"/>
                <a:gd name="connsiteX137" fmla="*/ 398 w 5260975"/>
                <a:gd name="connsiteY137" fmla="*/ 4498089 h 4707593"/>
                <a:gd name="connsiteX138" fmla="*/ 0 w 5260975"/>
                <a:gd name="connsiteY138" fmla="*/ 4498087 h 4707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5260975" h="4707593">
                  <a:moveTo>
                    <a:pt x="0" y="0"/>
                  </a:moveTo>
                  <a:lnTo>
                    <a:pt x="5260975" y="0"/>
                  </a:lnTo>
                  <a:lnTo>
                    <a:pt x="5260975" y="3296937"/>
                  </a:lnTo>
                  <a:lnTo>
                    <a:pt x="5260975" y="3518571"/>
                  </a:lnTo>
                  <a:lnTo>
                    <a:pt x="5226504" y="3534000"/>
                  </a:lnTo>
                  <a:cubicBezTo>
                    <a:pt x="5219783" y="3536785"/>
                    <a:pt x="5212389" y="3538321"/>
                    <a:pt x="5206341" y="3542065"/>
                  </a:cubicBezTo>
                  <a:cubicBezTo>
                    <a:pt x="5178495" y="3559156"/>
                    <a:pt x="5151515" y="3577591"/>
                    <a:pt x="5123287" y="3594010"/>
                  </a:cubicBezTo>
                  <a:cubicBezTo>
                    <a:pt x="5094195" y="3611004"/>
                    <a:pt x="5068175" y="3631071"/>
                    <a:pt x="5048107" y="3658244"/>
                  </a:cubicBezTo>
                  <a:cubicBezTo>
                    <a:pt x="5029480" y="3683496"/>
                    <a:pt x="5011429" y="3709131"/>
                    <a:pt x="4992899" y="3734479"/>
                  </a:cubicBezTo>
                  <a:cubicBezTo>
                    <a:pt x="4988194" y="3740912"/>
                    <a:pt x="4983874" y="3748498"/>
                    <a:pt x="4977440" y="3752627"/>
                  </a:cubicBezTo>
                  <a:cubicBezTo>
                    <a:pt x="4964094" y="3761268"/>
                    <a:pt x="4949500" y="3768277"/>
                    <a:pt x="4935194" y="3775382"/>
                  </a:cubicBezTo>
                  <a:cubicBezTo>
                    <a:pt x="4922903" y="3781431"/>
                    <a:pt x="4909846" y="3785943"/>
                    <a:pt x="4897844" y="3792472"/>
                  </a:cubicBezTo>
                  <a:cubicBezTo>
                    <a:pt x="4888243" y="3797658"/>
                    <a:pt x="4879697" y="3804859"/>
                    <a:pt x="4870767" y="3811388"/>
                  </a:cubicBezTo>
                  <a:cubicBezTo>
                    <a:pt x="4862990" y="3817052"/>
                    <a:pt x="4854445" y="3821949"/>
                    <a:pt x="4847917" y="3828767"/>
                  </a:cubicBezTo>
                  <a:cubicBezTo>
                    <a:pt x="4831977" y="3845281"/>
                    <a:pt x="4815942" y="3861508"/>
                    <a:pt x="4796163" y="3873702"/>
                  </a:cubicBezTo>
                  <a:cubicBezTo>
                    <a:pt x="4776672" y="3885799"/>
                    <a:pt x="4758237" y="3899338"/>
                    <a:pt x="4738843" y="3911628"/>
                  </a:cubicBezTo>
                  <a:cubicBezTo>
                    <a:pt x="4719831" y="3923630"/>
                    <a:pt x="4702645" y="3936783"/>
                    <a:pt x="4692755" y="3958099"/>
                  </a:cubicBezTo>
                  <a:cubicBezTo>
                    <a:pt x="4688339" y="3967508"/>
                    <a:pt x="4682097" y="3977782"/>
                    <a:pt x="4673744" y="3983255"/>
                  </a:cubicBezTo>
                  <a:cubicBezTo>
                    <a:pt x="4661838" y="3991032"/>
                    <a:pt x="4646764" y="3993817"/>
                    <a:pt x="4633801" y="4000442"/>
                  </a:cubicBezTo>
                  <a:cubicBezTo>
                    <a:pt x="4618535" y="4008219"/>
                    <a:pt x="4600869" y="4014940"/>
                    <a:pt x="4590499" y="4027326"/>
                  </a:cubicBezTo>
                  <a:cubicBezTo>
                    <a:pt x="4581281" y="4038368"/>
                    <a:pt x="4571968" y="4047009"/>
                    <a:pt x="4559773" y="4054018"/>
                  </a:cubicBezTo>
                  <a:cubicBezTo>
                    <a:pt x="4551229" y="4058915"/>
                    <a:pt x="4544892" y="4067844"/>
                    <a:pt x="4536059" y="4071877"/>
                  </a:cubicBezTo>
                  <a:cubicBezTo>
                    <a:pt x="4524442" y="4077254"/>
                    <a:pt x="4512727" y="4081479"/>
                    <a:pt x="4502550" y="4089832"/>
                  </a:cubicBezTo>
                  <a:cubicBezTo>
                    <a:pt x="4491987" y="4098473"/>
                    <a:pt x="4479986" y="4105290"/>
                    <a:pt x="4468944" y="4113356"/>
                  </a:cubicBezTo>
                  <a:cubicBezTo>
                    <a:pt x="4463087" y="4117676"/>
                    <a:pt x="4458286" y="4123341"/>
                    <a:pt x="4452623" y="4127854"/>
                  </a:cubicBezTo>
                  <a:cubicBezTo>
                    <a:pt x="4442252" y="4136111"/>
                    <a:pt x="4431690" y="4144176"/>
                    <a:pt x="4421032" y="4151953"/>
                  </a:cubicBezTo>
                  <a:cubicBezTo>
                    <a:pt x="4410375" y="4159731"/>
                    <a:pt x="4400197" y="4168756"/>
                    <a:pt x="4388483" y="4174421"/>
                  </a:cubicBezTo>
                  <a:cubicBezTo>
                    <a:pt x="4368513" y="4184023"/>
                    <a:pt x="4346717" y="4189784"/>
                    <a:pt x="4327321" y="4200153"/>
                  </a:cubicBezTo>
                  <a:cubicBezTo>
                    <a:pt x="4307639" y="4210714"/>
                    <a:pt x="4289107" y="4223965"/>
                    <a:pt x="4271633" y="4237983"/>
                  </a:cubicBezTo>
                  <a:cubicBezTo>
                    <a:pt x="4257807" y="4249025"/>
                    <a:pt x="4244845" y="4259971"/>
                    <a:pt x="4227465" y="4265635"/>
                  </a:cubicBezTo>
                  <a:cubicBezTo>
                    <a:pt x="4217768" y="4268804"/>
                    <a:pt x="4207591" y="4275717"/>
                    <a:pt x="4201733" y="4283783"/>
                  </a:cubicBezTo>
                  <a:cubicBezTo>
                    <a:pt x="4189059" y="4301353"/>
                    <a:pt x="4172833" y="4313739"/>
                    <a:pt x="4154494" y="4324301"/>
                  </a:cubicBezTo>
                  <a:cubicBezTo>
                    <a:pt x="4130010" y="4338511"/>
                    <a:pt x="4105814" y="4353009"/>
                    <a:pt x="4081234" y="4366931"/>
                  </a:cubicBezTo>
                  <a:cubicBezTo>
                    <a:pt x="4066737" y="4375189"/>
                    <a:pt x="4052335" y="4383926"/>
                    <a:pt x="4036971" y="4389975"/>
                  </a:cubicBezTo>
                  <a:cubicBezTo>
                    <a:pt x="4005575" y="4402457"/>
                    <a:pt x="3973410" y="4413114"/>
                    <a:pt x="3941725" y="4424733"/>
                  </a:cubicBezTo>
                  <a:cubicBezTo>
                    <a:pt x="3931355" y="4428477"/>
                    <a:pt x="3921561" y="4433854"/>
                    <a:pt x="3910999" y="4437119"/>
                  </a:cubicBezTo>
                  <a:cubicBezTo>
                    <a:pt x="3899573" y="4440671"/>
                    <a:pt x="3887285" y="4441727"/>
                    <a:pt x="3875859" y="4445280"/>
                  </a:cubicBezTo>
                  <a:cubicBezTo>
                    <a:pt x="3856847" y="4451136"/>
                    <a:pt x="3838412" y="4458626"/>
                    <a:pt x="3819401" y="4464579"/>
                  </a:cubicBezTo>
                  <a:cubicBezTo>
                    <a:pt x="3782723" y="4476005"/>
                    <a:pt x="3745949" y="4486951"/>
                    <a:pt x="3709176" y="4497800"/>
                  </a:cubicBezTo>
                  <a:cubicBezTo>
                    <a:pt x="3701303" y="4500105"/>
                    <a:pt x="3692757" y="4500393"/>
                    <a:pt x="3684981" y="4502889"/>
                  </a:cubicBezTo>
                  <a:cubicBezTo>
                    <a:pt x="3664337" y="4509610"/>
                    <a:pt x="3643789" y="4516907"/>
                    <a:pt x="3623338" y="4524300"/>
                  </a:cubicBezTo>
                  <a:cubicBezTo>
                    <a:pt x="3610953" y="4528813"/>
                    <a:pt x="3598854" y="4534382"/>
                    <a:pt x="3586373" y="4538702"/>
                  </a:cubicBezTo>
                  <a:cubicBezTo>
                    <a:pt x="3576387" y="4542159"/>
                    <a:pt x="3566113" y="4544847"/>
                    <a:pt x="3555743" y="4546960"/>
                  </a:cubicBezTo>
                  <a:cubicBezTo>
                    <a:pt x="3546814" y="4548785"/>
                    <a:pt x="3537501" y="4548592"/>
                    <a:pt x="3528667" y="4550801"/>
                  </a:cubicBezTo>
                  <a:cubicBezTo>
                    <a:pt x="3504759" y="4556753"/>
                    <a:pt x="3481140" y="4563475"/>
                    <a:pt x="3457424" y="4569811"/>
                  </a:cubicBezTo>
                  <a:cubicBezTo>
                    <a:pt x="3447919" y="4572308"/>
                    <a:pt x="3438221" y="4574133"/>
                    <a:pt x="3429003" y="4577301"/>
                  </a:cubicBezTo>
                  <a:cubicBezTo>
                    <a:pt x="3404327" y="4585654"/>
                    <a:pt x="3380036" y="4595159"/>
                    <a:pt x="3355264" y="4603033"/>
                  </a:cubicBezTo>
                  <a:cubicBezTo>
                    <a:pt x="3334717" y="4609562"/>
                    <a:pt x="3313593" y="4614266"/>
                    <a:pt x="3292757" y="4620027"/>
                  </a:cubicBezTo>
                  <a:cubicBezTo>
                    <a:pt x="3283924" y="4622524"/>
                    <a:pt x="3275475" y="4626077"/>
                    <a:pt x="3266643" y="4628188"/>
                  </a:cubicBezTo>
                  <a:cubicBezTo>
                    <a:pt x="3246863" y="4632990"/>
                    <a:pt x="3226796" y="4637022"/>
                    <a:pt x="3206921" y="4641823"/>
                  </a:cubicBezTo>
                  <a:cubicBezTo>
                    <a:pt x="3195590" y="4644607"/>
                    <a:pt x="3184645" y="4649600"/>
                    <a:pt x="3173123" y="4651425"/>
                  </a:cubicBezTo>
                  <a:cubicBezTo>
                    <a:pt x="3145759" y="4655745"/>
                    <a:pt x="3118203" y="4658817"/>
                    <a:pt x="3090646" y="4662274"/>
                  </a:cubicBezTo>
                  <a:cubicBezTo>
                    <a:pt x="3062227" y="4665826"/>
                    <a:pt x="3033902" y="4669571"/>
                    <a:pt x="3005480" y="4672739"/>
                  </a:cubicBezTo>
                  <a:cubicBezTo>
                    <a:pt x="2989926" y="4674372"/>
                    <a:pt x="2974275" y="4674660"/>
                    <a:pt x="2958721" y="4676196"/>
                  </a:cubicBezTo>
                  <a:cubicBezTo>
                    <a:pt x="2945087" y="4677541"/>
                    <a:pt x="2931549" y="4680037"/>
                    <a:pt x="2917915" y="4681670"/>
                  </a:cubicBezTo>
                  <a:cubicBezTo>
                    <a:pt x="2906105" y="4683013"/>
                    <a:pt x="2894199" y="4683781"/>
                    <a:pt x="2882389" y="4685126"/>
                  </a:cubicBezTo>
                  <a:cubicBezTo>
                    <a:pt x="2863475" y="4687334"/>
                    <a:pt x="2844655" y="4689831"/>
                    <a:pt x="2825837" y="4692135"/>
                  </a:cubicBezTo>
                  <a:cubicBezTo>
                    <a:pt x="2817964" y="4692999"/>
                    <a:pt x="2809706" y="4695399"/>
                    <a:pt x="2802313" y="4693960"/>
                  </a:cubicBezTo>
                  <a:cubicBezTo>
                    <a:pt x="2783686" y="4690310"/>
                    <a:pt x="2765347" y="4691367"/>
                    <a:pt x="2746816" y="4693863"/>
                  </a:cubicBezTo>
                  <a:cubicBezTo>
                    <a:pt x="2740479" y="4694728"/>
                    <a:pt x="2733662" y="4694535"/>
                    <a:pt x="2727517" y="4692903"/>
                  </a:cubicBezTo>
                  <a:cubicBezTo>
                    <a:pt x="2714939" y="4689638"/>
                    <a:pt x="2702745" y="4685029"/>
                    <a:pt x="2690359" y="4680997"/>
                  </a:cubicBezTo>
                  <a:cubicBezTo>
                    <a:pt x="2689014" y="4680517"/>
                    <a:pt x="2687382" y="4680421"/>
                    <a:pt x="2685943" y="4680133"/>
                  </a:cubicBezTo>
                  <a:cubicBezTo>
                    <a:pt x="2677781" y="4678500"/>
                    <a:pt x="2669717" y="4676868"/>
                    <a:pt x="2661554" y="4675428"/>
                  </a:cubicBezTo>
                  <a:cubicBezTo>
                    <a:pt x="2657138" y="4674660"/>
                    <a:pt x="2652625" y="4674564"/>
                    <a:pt x="2648208" y="4673892"/>
                  </a:cubicBezTo>
                  <a:cubicBezTo>
                    <a:pt x="2631118" y="4671203"/>
                    <a:pt x="2612299" y="4675716"/>
                    <a:pt x="2597512" y="4664099"/>
                  </a:cubicBezTo>
                  <a:cubicBezTo>
                    <a:pt x="2587911" y="4656609"/>
                    <a:pt x="2578597" y="4658338"/>
                    <a:pt x="2568324" y="4659490"/>
                  </a:cubicBezTo>
                  <a:cubicBezTo>
                    <a:pt x="2560547" y="4660354"/>
                    <a:pt x="2552577" y="4660065"/>
                    <a:pt x="2544704" y="4660162"/>
                  </a:cubicBezTo>
                  <a:cubicBezTo>
                    <a:pt x="2530878" y="4660449"/>
                    <a:pt x="2517052" y="4660546"/>
                    <a:pt x="2503225" y="4661026"/>
                  </a:cubicBezTo>
                  <a:cubicBezTo>
                    <a:pt x="2498808" y="4661218"/>
                    <a:pt x="2494297" y="4663619"/>
                    <a:pt x="2489975" y="4663235"/>
                  </a:cubicBezTo>
                  <a:cubicBezTo>
                    <a:pt x="2470004" y="4661410"/>
                    <a:pt x="2450033" y="4658529"/>
                    <a:pt x="2430061" y="4656897"/>
                  </a:cubicBezTo>
                  <a:cubicBezTo>
                    <a:pt x="2418732" y="4655938"/>
                    <a:pt x="2407114" y="4657761"/>
                    <a:pt x="2395880" y="4656417"/>
                  </a:cubicBezTo>
                  <a:cubicBezTo>
                    <a:pt x="2382919" y="4654881"/>
                    <a:pt x="2370245" y="4650945"/>
                    <a:pt x="2357378" y="4648544"/>
                  </a:cubicBezTo>
                  <a:cubicBezTo>
                    <a:pt x="2353826" y="4647872"/>
                    <a:pt x="2349889" y="4648736"/>
                    <a:pt x="2346145" y="4648928"/>
                  </a:cubicBezTo>
                  <a:cubicBezTo>
                    <a:pt x="2341920" y="4649120"/>
                    <a:pt x="2337791" y="4649504"/>
                    <a:pt x="2333567" y="4649600"/>
                  </a:cubicBezTo>
                  <a:cubicBezTo>
                    <a:pt x="2320700" y="4649793"/>
                    <a:pt x="2307835" y="4649504"/>
                    <a:pt x="2294968" y="4650177"/>
                  </a:cubicBezTo>
                  <a:cubicBezTo>
                    <a:pt x="2287095" y="4650561"/>
                    <a:pt x="2278839" y="4654497"/>
                    <a:pt x="2271540" y="4653057"/>
                  </a:cubicBezTo>
                  <a:cubicBezTo>
                    <a:pt x="2256659" y="4650272"/>
                    <a:pt x="2241776" y="4656513"/>
                    <a:pt x="2226895" y="4651329"/>
                  </a:cubicBezTo>
                  <a:cubicBezTo>
                    <a:pt x="2222285" y="4649793"/>
                    <a:pt x="2215948" y="4653633"/>
                    <a:pt x="2210379" y="4653825"/>
                  </a:cubicBezTo>
                  <a:cubicBezTo>
                    <a:pt x="2196457" y="4654305"/>
                    <a:pt x="2182535" y="4654209"/>
                    <a:pt x="2168613" y="4654113"/>
                  </a:cubicBezTo>
                  <a:cubicBezTo>
                    <a:pt x="2156131" y="4654017"/>
                    <a:pt x="2143168" y="4655361"/>
                    <a:pt x="2131167" y="4652673"/>
                  </a:cubicBezTo>
                  <a:cubicBezTo>
                    <a:pt x="2118588" y="4649793"/>
                    <a:pt x="2107259" y="4650177"/>
                    <a:pt x="2095065" y="4653441"/>
                  </a:cubicBezTo>
                  <a:cubicBezTo>
                    <a:pt x="2086711" y="4655649"/>
                    <a:pt x="2077878" y="4655938"/>
                    <a:pt x="2069237" y="4656609"/>
                  </a:cubicBezTo>
                  <a:cubicBezTo>
                    <a:pt x="2059924" y="4657377"/>
                    <a:pt x="2049650" y="4655361"/>
                    <a:pt x="2041201" y="4658529"/>
                  </a:cubicBezTo>
                  <a:cubicBezTo>
                    <a:pt x="2016044" y="4667939"/>
                    <a:pt x="1990216" y="4669955"/>
                    <a:pt x="1963909" y="4669955"/>
                  </a:cubicBezTo>
                  <a:cubicBezTo>
                    <a:pt x="1959107" y="4669955"/>
                    <a:pt x="1954210" y="4668612"/>
                    <a:pt x="1949603" y="4667171"/>
                  </a:cubicBezTo>
                  <a:cubicBezTo>
                    <a:pt x="1922717" y="4658529"/>
                    <a:pt x="1895737" y="4659297"/>
                    <a:pt x="1868373" y="4664578"/>
                  </a:cubicBezTo>
                  <a:cubicBezTo>
                    <a:pt x="1862708" y="4665731"/>
                    <a:pt x="1856372" y="4665923"/>
                    <a:pt x="1850707" y="4664771"/>
                  </a:cubicBezTo>
                  <a:cubicBezTo>
                    <a:pt x="1834768" y="4661410"/>
                    <a:pt x="1819309" y="4655841"/>
                    <a:pt x="1803275" y="4653441"/>
                  </a:cubicBezTo>
                  <a:cubicBezTo>
                    <a:pt x="1776775" y="4649504"/>
                    <a:pt x="1753828" y="4662754"/>
                    <a:pt x="1730112" y="4671396"/>
                  </a:cubicBezTo>
                  <a:cubicBezTo>
                    <a:pt x="1707548" y="4679557"/>
                    <a:pt x="1688345" y="4697992"/>
                    <a:pt x="1661652" y="4693863"/>
                  </a:cubicBezTo>
                  <a:cubicBezTo>
                    <a:pt x="1658965" y="4693479"/>
                    <a:pt x="1655988" y="4696071"/>
                    <a:pt x="1653011" y="4696744"/>
                  </a:cubicBezTo>
                  <a:cubicBezTo>
                    <a:pt x="1644850" y="4698568"/>
                    <a:pt x="1636689" y="4700776"/>
                    <a:pt x="1628431" y="4701641"/>
                  </a:cubicBezTo>
                  <a:cubicBezTo>
                    <a:pt x="1618350" y="4702793"/>
                    <a:pt x="1608076" y="4702409"/>
                    <a:pt x="1597995" y="4703369"/>
                  </a:cubicBezTo>
                  <a:cubicBezTo>
                    <a:pt x="1585032" y="4704521"/>
                    <a:pt x="1572263" y="4707593"/>
                    <a:pt x="1559396" y="4707593"/>
                  </a:cubicBezTo>
                  <a:cubicBezTo>
                    <a:pt x="1549026" y="4707593"/>
                    <a:pt x="1538753" y="4704041"/>
                    <a:pt x="1528480" y="4702312"/>
                  </a:cubicBezTo>
                  <a:cubicBezTo>
                    <a:pt x="1513981" y="4699912"/>
                    <a:pt x="1498042" y="4700584"/>
                    <a:pt x="1485272" y="4694439"/>
                  </a:cubicBezTo>
                  <a:cubicBezTo>
                    <a:pt x="1471639" y="4687910"/>
                    <a:pt x="1458676" y="4684934"/>
                    <a:pt x="1444562" y="4686950"/>
                  </a:cubicBezTo>
                  <a:cubicBezTo>
                    <a:pt x="1439857" y="4687622"/>
                    <a:pt x="1433808" y="4691655"/>
                    <a:pt x="1431696" y="4695783"/>
                  </a:cubicBezTo>
                  <a:cubicBezTo>
                    <a:pt x="1426991" y="4705001"/>
                    <a:pt x="1420559" y="4706634"/>
                    <a:pt x="1411821" y="4703464"/>
                  </a:cubicBezTo>
                  <a:cubicBezTo>
                    <a:pt x="1404236" y="4700776"/>
                    <a:pt x="1394922" y="4699432"/>
                    <a:pt x="1389738" y="4694247"/>
                  </a:cubicBezTo>
                  <a:cubicBezTo>
                    <a:pt x="1375047" y="4679557"/>
                    <a:pt x="1356324" y="4679077"/>
                    <a:pt x="1338081" y="4675141"/>
                  </a:cubicBezTo>
                  <a:cubicBezTo>
                    <a:pt x="1326945" y="4672739"/>
                    <a:pt x="1316574" y="4672644"/>
                    <a:pt x="1305436" y="4674276"/>
                  </a:cubicBezTo>
                  <a:cubicBezTo>
                    <a:pt x="1281241" y="4677925"/>
                    <a:pt x="1257717" y="4672739"/>
                    <a:pt x="1234481" y="4666115"/>
                  </a:cubicBezTo>
                  <a:cubicBezTo>
                    <a:pt x="1219118" y="4661698"/>
                    <a:pt x="1203372" y="4659010"/>
                    <a:pt x="1188106" y="4654497"/>
                  </a:cubicBezTo>
                  <a:cubicBezTo>
                    <a:pt x="1176680" y="4651041"/>
                    <a:pt x="1165255" y="4646912"/>
                    <a:pt x="1154790" y="4641343"/>
                  </a:cubicBezTo>
                  <a:cubicBezTo>
                    <a:pt x="1139618" y="4633181"/>
                    <a:pt x="1126369" y="4620891"/>
                    <a:pt x="1107069" y="4624156"/>
                  </a:cubicBezTo>
                  <a:cubicBezTo>
                    <a:pt x="1090074" y="4627036"/>
                    <a:pt x="1074713" y="4620988"/>
                    <a:pt x="1059158" y="4615227"/>
                  </a:cubicBezTo>
                  <a:cubicBezTo>
                    <a:pt x="1047732" y="4611002"/>
                    <a:pt x="1036308" y="4606681"/>
                    <a:pt x="1024496" y="4603993"/>
                  </a:cubicBezTo>
                  <a:cubicBezTo>
                    <a:pt x="1010478" y="4600824"/>
                    <a:pt x="994635" y="4602169"/>
                    <a:pt x="982153" y="4596311"/>
                  </a:cubicBezTo>
                  <a:cubicBezTo>
                    <a:pt x="969095" y="4590166"/>
                    <a:pt x="958246" y="4594295"/>
                    <a:pt x="946628" y="4596024"/>
                  </a:cubicBezTo>
                  <a:cubicBezTo>
                    <a:pt x="928097" y="4598712"/>
                    <a:pt x="909661" y="4603705"/>
                    <a:pt x="890939" y="4597368"/>
                  </a:cubicBezTo>
                  <a:cubicBezTo>
                    <a:pt x="868184" y="4589687"/>
                    <a:pt x="845620" y="4581430"/>
                    <a:pt x="822769" y="4574133"/>
                  </a:cubicBezTo>
                  <a:cubicBezTo>
                    <a:pt x="813934" y="4571347"/>
                    <a:pt x="804431" y="4570195"/>
                    <a:pt x="795212" y="4568947"/>
                  </a:cubicBezTo>
                  <a:cubicBezTo>
                    <a:pt x="786476" y="4567891"/>
                    <a:pt x="776010" y="4570579"/>
                    <a:pt x="769288" y="4566547"/>
                  </a:cubicBezTo>
                  <a:cubicBezTo>
                    <a:pt x="752005" y="4556178"/>
                    <a:pt x="734243" y="4551089"/>
                    <a:pt x="714271" y="4551089"/>
                  </a:cubicBezTo>
                  <a:cubicBezTo>
                    <a:pt x="706781" y="4551089"/>
                    <a:pt x="699484" y="4546768"/>
                    <a:pt x="691900" y="4545999"/>
                  </a:cubicBezTo>
                  <a:cubicBezTo>
                    <a:pt x="681529" y="4545040"/>
                    <a:pt x="669623" y="4542447"/>
                    <a:pt x="660598" y="4546096"/>
                  </a:cubicBezTo>
                  <a:cubicBezTo>
                    <a:pt x="639379" y="4554737"/>
                    <a:pt x="622193" y="4547536"/>
                    <a:pt x="603662" y="4538991"/>
                  </a:cubicBezTo>
                  <a:cubicBezTo>
                    <a:pt x="585418" y="4530541"/>
                    <a:pt x="566215" y="4523821"/>
                    <a:pt x="546821" y="4518251"/>
                  </a:cubicBezTo>
                  <a:cubicBezTo>
                    <a:pt x="539524" y="4516235"/>
                    <a:pt x="530787" y="4519596"/>
                    <a:pt x="522721" y="4520267"/>
                  </a:cubicBezTo>
                  <a:cubicBezTo>
                    <a:pt x="519840" y="4520460"/>
                    <a:pt x="516671" y="4520748"/>
                    <a:pt x="514080" y="4519788"/>
                  </a:cubicBezTo>
                  <a:cubicBezTo>
                    <a:pt x="489020" y="4510570"/>
                    <a:pt x="463575" y="4503561"/>
                    <a:pt x="436404" y="4508361"/>
                  </a:cubicBezTo>
                  <a:cubicBezTo>
                    <a:pt x="433908" y="4508842"/>
                    <a:pt x="431123" y="4507786"/>
                    <a:pt x="428626" y="4507114"/>
                  </a:cubicBezTo>
                  <a:cubicBezTo>
                    <a:pt x="416432" y="4503657"/>
                    <a:pt x="404526" y="4498184"/>
                    <a:pt x="392141" y="4496936"/>
                  </a:cubicBezTo>
                  <a:cubicBezTo>
                    <a:pt x="361608" y="4493864"/>
                    <a:pt x="330884" y="4492615"/>
                    <a:pt x="300157" y="4490599"/>
                  </a:cubicBezTo>
                  <a:cubicBezTo>
                    <a:pt x="298237" y="4490503"/>
                    <a:pt x="296221" y="4490503"/>
                    <a:pt x="294493" y="4489831"/>
                  </a:cubicBezTo>
                  <a:cubicBezTo>
                    <a:pt x="283163" y="4485702"/>
                    <a:pt x="273274" y="4487047"/>
                    <a:pt x="263671" y="4494919"/>
                  </a:cubicBezTo>
                  <a:cubicBezTo>
                    <a:pt x="259447" y="4498376"/>
                    <a:pt x="253686" y="4500200"/>
                    <a:pt x="248406" y="4502121"/>
                  </a:cubicBezTo>
                  <a:cubicBezTo>
                    <a:pt x="240628" y="4505002"/>
                    <a:pt x="232659" y="4507786"/>
                    <a:pt x="224594" y="4509610"/>
                  </a:cubicBezTo>
                  <a:cubicBezTo>
                    <a:pt x="216624" y="4511338"/>
                    <a:pt x="208079" y="4513738"/>
                    <a:pt x="200398" y="4512395"/>
                  </a:cubicBezTo>
                  <a:cubicBezTo>
                    <a:pt x="186572" y="4509994"/>
                    <a:pt x="173417" y="4504618"/>
                    <a:pt x="159783" y="4501064"/>
                  </a:cubicBezTo>
                  <a:cubicBezTo>
                    <a:pt x="155079" y="4499816"/>
                    <a:pt x="149893" y="4500009"/>
                    <a:pt x="144997" y="4499912"/>
                  </a:cubicBezTo>
                  <a:cubicBezTo>
                    <a:pt x="133763" y="4499625"/>
                    <a:pt x="122241" y="4502409"/>
                    <a:pt x="112064" y="4494440"/>
                  </a:cubicBezTo>
                  <a:cubicBezTo>
                    <a:pt x="102655" y="4486951"/>
                    <a:pt x="93148" y="4489158"/>
                    <a:pt x="83259" y="4494824"/>
                  </a:cubicBezTo>
                  <a:cubicBezTo>
                    <a:pt x="76154" y="4498857"/>
                    <a:pt x="68090" y="4502025"/>
                    <a:pt x="60120" y="4503561"/>
                  </a:cubicBezTo>
                  <a:cubicBezTo>
                    <a:pt x="49174" y="4505673"/>
                    <a:pt x="38324" y="4506538"/>
                    <a:pt x="26514" y="4505289"/>
                  </a:cubicBezTo>
                  <a:cubicBezTo>
                    <a:pt x="18161" y="4504425"/>
                    <a:pt x="11343" y="4504041"/>
                    <a:pt x="4814" y="4498952"/>
                  </a:cubicBezTo>
                  <a:cubicBezTo>
                    <a:pt x="3759" y="4498184"/>
                    <a:pt x="1839" y="4497992"/>
                    <a:pt x="398" y="4498089"/>
                  </a:cubicBezTo>
                  <a:lnTo>
                    <a:pt x="0" y="4498087"/>
                  </a:lnTo>
                  <a:close/>
                </a:path>
              </a:pathLst>
            </a:custGeom>
            <a:solidFill>
              <a:schemeClr val="bg1">
                <a:alpha val="86000"/>
              </a:schemeClr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>
                <a:solidFill>
                  <a:schemeClr val="lt1">
                    <a:alpha val="14000"/>
                  </a:schemeClr>
                </a:solidFill>
              </a:endParaRPr>
            </a:p>
          </p:txBody>
        </p:sp>
      </p:grpSp>
      <p:sp>
        <p:nvSpPr>
          <p:cNvPr id="2" name="Rubrik 1">
            <a:extLst>
              <a:ext uri="{FF2B5EF4-FFF2-40B4-BE49-F238E27FC236}">
                <a16:creationId xmlns:a16="http://schemas.microsoft.com/office/drawing/2014/main" id="{E6DBA2F6-63DA-54D7-BBCF-5BCF5C0F55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68127" y="2023558"/>
            <a:ext cx="3521265" cy="2491292"/>
          </a:xfrm>
        </p:spPr>
        <p:txBody>
          <a:bodyPr anchor="t">
            <a:normAutofit/>
          </a:bodyPr>
          <a:lstStyle/>
          <a:p>
            <a:r>
              <a:rPr lang="sv-SE" sz="3700">
                <a:ea typeface="+mj-lt"/>
                <a:cs typeface="+mj-lt"/>
              </a:rPr>
              <a:t>Sammanfattning </a:t>
            </a:r>
            <a:endParaRPr lang="sv-SE" sz="3700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30B5ED20-499B-41E7-95BE-8BBD3131456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827088" y="4258080"/>
            <a:ext cx="4403345" cy="1180695"/>
          </a:xfrm>
          <a:custGeom>
            <a:avLst/>
            <a:gdLst>
              <a:gd name="connsiteX0" fmla="*/ 5260975 w 5260975"/>
              <a:gd name="connsiteY0" fmla="*/ 0 h 1410656"/>
              <a:gd name="connsiteX1" fmla="*/ 5260975 w 5260975"/>
              <a:gd name="connsiteY1" fmla="*/ 221634 h 1410656"/>
              <a:gd name="connsiteX2" fmla="*/ 5226503 w 5260975"/>
              <a:gd name="connsiteY2" fmla="*/ 237063 h 1410656"/>
              <a:gd name="connsiteX3" fmla="*/ 5206341 w 5260975"/>
              <a:gd name="connsiteY3" fmla="*/ 245128 h 1410656"/>
              <a:gd name="connsiteX4" fmla="*/ 5123287 w 5260975"/>
              <a:gd name="connsiteY4" fmla="*/ 297073 h 1410656"/>
              <a:gd name="connsiteX5" fmla="*/ 5048107 w 5260975"/>
              <a:gd name="connsiteY5" fmla="*/ 361307 h 1410656"/>
              <a:gd name="connsiteX6" fmla="*/ 4992899 w 5260975"/>
              <a:gd name="connsiteY6" fmla="*/ 437542 h 1410656"/>
              <a:gd name="connsiteX7" fmla="*/ 4977440 w 5260975"/>
              <a:gd name="connsiteY7" fmla="*/ 455690 h 1410656"/>
              <a:gd name="connsiteX8" fmla="*/ 4935193 w 5260975"/>
              <a:gd name="connsiteY8" fmla="*/ 478445 h 1410656"/>
              <a:gd name="connsiteX9" fmla="*/ 4897844 w 5260975"/>
              <a:gd name="connsiteY9" fmla="*/ 495535 h 1410656"/>
              <a:gd name="connsiteX10" fmla="*/ 4870767 w 5260975"/>
              <a:gd name="connsiteY10" fmla="*/ 514451 h 1410656"/>
              <a:gd name="connsiteX11" fmla="*/ 4847916 w 5260975"/>
              <a:gd name="connsiteY11" fmla="*/ 531830 h 1410656"/>
              <a:gd name="connsiteX12" fmla="*/ 4796163 w 5260975"/>
              <a:gd name="connsiteY12" fmla="*/ 576765 h 1410656"/>
              <a:gd name="connsiteX13" fmla="*/ 4738843 w 5260975"/>
              <a:gd name="connsiteY13" fmla="*/ 614691 h 1410656"/>
              <a:gd name="connsiteX14" fmla="*/ 4692755 w 5260975"/>
              <a:gd name="connsiteY14" fmla="*/ 661162 h 1410656"/>
              <a:gd name="connsiteX15" fmla="*/ 4673744 w 5260975"/>
              <a:gd name="connsiteY15" fmla="*/ 686318 h 1410656"/>
              <a:gd name="connsiteX16" fmla="*/ 4633801 w 5260975"/>
              <a:gd name="connsiteY16" fmla="*/ 703505 h 1410656"/>
              <a:gd name="connsiteX17" fmla="*/ 4590499 w 5260975"/>
              <a:gd name="connsiteY17" fmla="*/ 730389 h 1410656"/>
              <a:gd name="connsiteX18" fmla="*/ 4559773 w 5260975"/>
              <a:gd name="connsiteY18" fmla="*/ 757081 h 1410656"/>
              <a:gd name="connsiteX19" fmla="*/ 4536059 w 5260975"/>
              <a:gd name="connsiteY19" fmla="*/ 774940 h 1410656"/>
              <a:gd name="connsiteX20" fmla="*/ 4502549 w 5260975"/>
              <a:gd name="connsiteY20" fmla="*/ 792895 h 1410656"/>
              <a:gd name="connsiteX21" fmla="*/ 4468944 w 5260975"/>
              <a:gd name="connsiteY21" fmla="*/ 816419 h 1410656"/>
              <a:gd name="connsiteX22" fmla="*/ 4452622 w 5260975"/>
              <a:gd name="connsiteY22" fmla="*/ 830917 h 1410656"/>
              <a:gd name="connsiteX23" fmla="*/ 4421032 w 5260975"/>
              <a:gd name="connsiteY23" fmla="*/ 855016 h 1410656"/>
              <a:gd name="connsiteX24" fmla="*/ 4388483 w 5260975"/>
              <a:gd name="connsiteY24" fmla="*/ 877484 h 1410656"/>
              <a:gd name="connsiteX25" fmla="*/ 4327321 w 5260975"/>
              <a:gd name="connsiteY25" fmla="*/ 903216 h 1410656"/>
              <a:gd name="connsiteX26" fmla="*/ 4271633 w 5260975"/>
              <a:gd name="connsiteY26" fmla="*/ 941046 h 1410656"/>
              <a:gd name="connsiteX27" fmla="*/ 4227465 w 5260975"/>
              <a:gd name="connsiteY27" fmla="*/ 968698 h 1410656"/>
              <a:gd name="connsiteX28" fmla="*/ 4201733 w 5260975"/>
              <a:gd name="connsiteY28" fmla="*/ 986846 h 1410656"/>
              <a:gd name="connsiteX29" fmla="*/ 4154494 w 5260975"/>
              <a:gd name="connsiteY29" fmla="*/ 1027364 h 1410656"/>
              <a:gd name="connsiteX30" fmla="*/ 4081234 w 5260975"/>
              <a:gd name="connsiteY30" fmla="*/ 1069994 h 1410656"/>
              <a:gd name="connsiteX31" fmla="*/ 4036971 w 5260975"/>
              <a:gd name="connsiteY31" fmla="*/ 1093038 h 1410656"/>
              <a:gd name="connsiteX32" fmla="*/ 3941725 w 5260975"/>
              <a:gd name="connsiteY32" fmla="*/ 1127796 h 1410656"/>
              <a:gd name="connsiteX33" fmla="*/ 3910999 w 5260975"/>
              <a:gd name="connsiteY33" fmla="*/ 1140182 h 1410656"/>
              <a:gd name="connsiteX34" fmla="*/ 3875859 w 5260975"/>
              <a:gd name="connsiteY34" fmla="*/ 1148343 h 1410656"/>
              <a:gd name="connsiteX35" fmla="*/ 3819401 w 5260975"/>
              <a:gd name="connsiteY35" fmla="*/ 1167642 h 1410656"/>
              <a:gd name="connsiteX36" fmla="*/ 3709176 w 5260975"/>
              <a:gd name="connsiteY36" fmla="*/ 1200863 h 1410656"/>
              <a:gd name="connsiteX37" fmla="*/ 3684981 w 5260975"/>
              <a:gd name="connsiteY37" fmla="*/ 1205952 h 1410656"/>
              <a:gd name="connsiteX38" fmla="*/ 3623338 w 5260975"/>
              <a:gd name="connsiteY38" fmla="*/ 1227363 h 1410656"/>
              <a:gd name="connsiteX39" fmla="*/ 3586373 w 5260975"/>
              <a:gd name="connsiteY39" fmla="*/ 1241765 h 1410656"/>
              <a:gd name="connsiteX40" fmla="*/ 3555743 w 5260975"/>
              <a:gd name="connsiteY40" fmla="*/ 1250023 h 1410656"/>
              <a:gd name="connsiteX41" fmla="*/ 3528667 w 5260975"/>
              <a:gd name="connsiteY41" fmla="*/ 1253864 h 1410656"/>
              <a:gd name="connsiteX42" fmla="*/ 3457424 w 5260975"/>
              <a:gd name="connsiteY42" fmla="*/ 1272874 h 1410656"/>
              <a:gd name="connsiteX43" fmla="*/ 3429003 w 5260975"/>
              <a:gd name="connsiteY43" fmla="*/ 1280364 h 1410656"/>
              <a:gd name="connsiteX44" fmla="*/ 3355264 w 5260975"/>
              <a:gd name="connsiteY44" fmla="*/ 1306096 h 1410656"/>
              <a:gd name="connsiteX45" fmla="*/ 3292757 w 5260975"/>
              <a:gd name="connsiteY45" fmla="*/ 1323090 h 1410656"/>
              <a:gd name="connsiteX46" fmla="*/ 3266643 w 5260975"/>
              <a:gd name="connsiteY46" fmla="*/ 1331251 h 1410656"/>
              <a:gd name="connsiteX47" fmla="*/ 3206921 w 5260975"/>
              <a:gd name="connsiteY47" fmla="*/ 1344886 h 1410656"/>
              <a:gd name="connsiteX48" fmla="*/ 3173123 w 5260975"/>
              <a:gd name="connsiteY48" fmla="*/ 1354488 h 1410656"/>
              <a:gd name="connsiteX49" fmla="*/ 3090646 w 5260975"/>
              <a:gd name="connsiteY49" fmla="*/ 1365337 h 1410656"/>
              <a:gd name="connsiteX50" fmla="*/ 3005480 w 5260975"/>
              <a:gd name="connsiteY50" fmla="*/ 1375802 h 1410656"/>
              <a:gd name="connsiteX51" fmla="*/ 2958721 w 5260975"/>
              <a:gd name="connsiteY51" fmla="*/ 1379259 h 1410656"/>
              <a:gd name="connsiteX52" fmla="*/ 2917915 w 5260975"/>
              <a:gd name="connsiteY52" fmla="*/ 1384733 h 1410656"/>
              <a:gd name="connsiteX53" fmla="*/ 2882389 w 5260975"/>
              <a:gd name="connsiteY53" fmla="*/ 1388189 h 1410656"/>
              <a:gd name="connsiteX54" fmla="*/ 2825837 w 5260975"/>
              <a:gd name="connsiteY54" fmla="*/ 1395198 h 1410656"/>
              <a:gd name="connsiteX55" fmla="*/ 2802313 w 5260975"/>
              <a:gd name="connsiteY55" fmla="*/ 1397023 h 1410656"/>
              <a:gd name="connsiteX56" fmla="*/ 2746816 w 5260975"/>
              <a:gd name="connsiteY56" fmla="*/ 1396926 h 1410656"/>
              <a:gd name="connsiteX57" fmla="*/ 2727517 w 5260975"/>
              <a:gd name="connsiteY57" fmla="*/ 1395966 h 1410656"/>
              <a:gd name="connsiteX58" fmla="*/ 2690359 w 5260975"/>
              <a:gd name="connsiteY58" fmla="*/ 1384060 h 1410656"/>
              <a:gd name="connsiteX59" fmla="*/ 2685943 w 5260975"/>
              <a:gd name="connsiteY59" fmla="*/ 1383196 h 1410656"/>
              <a:gd name="connsiteX60" fmla="*/ 2661554 w 5260975"/>
              <a:gd name="connsiteY60" fmla="*/ 1378491 h 1410656"/>
              <a:gd name="connsiteX61" fmla="*/ 2648208 w 5260975"/>
              <a:gd name="connsiteY61" fmla="*/ 1376955 h 1410656"/>
              <a:gd name="connsiteX62" fmla="*/ 2597512 w 5260975"/>
              <a:gd name="connsiteY62" fmla="*/ 1367162 h 1410656"/>
              <a:gd name="connsiteX63" fmla="*/ 2568324 w 5260975"/>
              <a:gd name="connsiteY63" fmla="*/ 1362553 h 1410656"/>
              <a:gd name="connsiteX64" fmla="*/ 2544704 w 5260975"/>
              <a:gd name="connsiteY64" fmla="*/ 1363225 h 1410656"/>
              <a:gd name="connsiteX65" fmla="*/ 2503225 w 5260975"/>
              <a:gd name="connsiteY65" fmla="*/ 1364089 h 1410656"/>
              <a:gd name="connsiteX66" fmla="*/ 2489975 w 5260975"/>
              <a:gd name="connsiteY66" fmla="*/ 1366298 h 1410656"/>
              <a:gd name="connsiteX67" fmla="*/ 2430061 w 5260975"/>
              <a:gd name="connsiteY67" fmla="*/ 1359960 h 1410656"/>
              <a:gd name="connsiteX68" fmla="*/ 2395880 w 5260975"/>
              <a:gd name="connsiteY68" fmla="*/ 1359480 h 1410656"/>
              <a:gd name="connsiteX69" fmla="*/ 2357378 w 5260975"/>
              <a:gd name="connsiteY69" fmla="*/ 1351607 h 1410656"/>
              <a:gd name="connsiteX70" fmla="*/ 2346145 w 5260975"/>
              <a:gd name="connsiteY70" fmla="*/ 1351991 h 1410656"/>
              <a:gd name="connsiteX71" fmla="*/ 2333567 w 5260975"/>
              <a:gd name="connsiteY71" fmla="*/ 1352663 h 1410656"/>
              <a:gd name="connsiteX72" fmla="*/ 2294968 w 5260975"/>
              <a:gd name="connsiteY72" fmla="*/ 1353240 h 1410656"/>
              <a:gd name="connsiteX73" fmla="*/ 2271540 w 5260975"/>
              <a:gd name="connsiteY73" fmla="*/ 1356120 h 1410656"/>
              <a:gd name="connsiteX74" fmla="*/ 2226895 w 5260975"/>
              <a:gd name="connsiteY74" fmla="*/ 1354392 h 1410656"/>
              <a:gd name="connsiteX75" fmla="*/ 2210379 w 5260975"/>
              <a:gd name="connsiteY75" fmla="*/ 1356888 h 1410656"/>
              <a:gd name="connsiteX76" fmla="*/ 2168613 w 5260975"/>
              <a:gd name="connsiteY76" fmla="*/ 1357176 h 1410656"/>
              <a:gd name="connsiteX77" fmla="*/ 2131167 w 5260975"/>
              <a:gd name="connsiteY77" fmla="*/ 1355736 h 1410656"/>
              <a:gd name="connsiteX78" fmla="*/ 2095065 w 5260975"/>
              <a:gd name="connsiteY78" fmla="*/ 1356504 h 1410656"/>
              <a:gd name="connsiteX79" fmla="*/ 2069237 w 5260975"/>
              <a:gd name="connsiteY79" fmla="*/ 1359672 h 1410656"/>
              <a:gd name="connsiteX80" fmla="*/ 2041201 w 5260975"/>
              <a:gd name="connsiteY80" fmla="*/ 1361592 h 1410656"/>
              <a:gd name="connsiteX81" fmla="*/ 1963909 w 5260975"/>
              <a:gd name="connsiteY81" fmla="*/ 1373018 h 1410656"/>
              <a:gd name="connsiteX82" fmla="*/ 1949603 w 5260975"/>
              <a:gd name="connsiteY82" fmla="*/ 1370234 h 1410656"/>
              <a:gd name="connsiteX83" fmla="*/ 1868373 w 5260975"/>
              <a:gd name="connsiteY83" fmla="*/ 1367641 h 1410656"/>
              <a:gd name="connsiteX84" fmla="*/ 1850707 w 5260975"/>
              <a:gd name="connsiteY84" fmla="*/ 1367834 h 1410656"/>
              <a:gd name="connsiteX85" fmla="*/ 1803275 w 5260975"/>
              <a:gd name="connsiteY85" fmla="*/ 1356504 h 1410656"/>
              <a:gd name="connsiteX86" fmla="*/ 1730112 w 5260975"/>
              <a:gd name="connsiteY86" fmla="*/ 1374459 h 1410656"/>
              <a:gd name="connsiteX87" fmla="*/ 1661652 w 5260975"/>
              <a:gd name="connsiteY87" fmla="*/ 1396926 h 1410656"/>
              <a:gd name="connsiteX88" fmla="*/ 1653011 w 5260975"/>
              <a:gd name="connsiteY88" fmla="*/ 1399807 h 1410656"/>
              <a:gd name="connsiteX89" fmla="*/ 1628431 w 5260975"/>
              <a:gd name="connsiteY89" fmla="*/ 1404704 h 1410656"/>
              <a:gd name="connsiteX90" fmla="*/ 1597995 w 5260975"/>
              <a:gd name="connsiteY90" fmla="*/ 1406432 h 1410656"/>
              <a:gd name="connsiteX91" fmla="*/ 1559396 w 5260975"/>
              <a:gd name="connsiteY91" fmla="*/ 1410656 h 1410656"/>
              <a:gd name="connsiteX92" fmla="*/ 1528480 w 5260975"/>
              <a:gd name="connsiteY92" fmla="*/ 1405375 h 1410656"/>
              <a:gd name="connsiteX93" fmla="*/ 1485272 w 5260975"/>
              <a:gd name="connsiteY93" fmla="*/ 1397502 h 1410656"/>
              <a:gd name="connsiteX94" fmla="*/ 1444562 w 5260975"/>
              <a:gd name="connsiteY94" fmla="*/ 1390013 h 1410656"/>
              <a:gd name="connsiteX95" fmla="*/ 1431696 w 5260975"/>
              <a:gd name="connsiteY95" fmla="*/ 1398846 h 1410656"/>
              <a:gd name="connsiteX96" fmla="*/ 1411821 w 5260975"/>
              <a:gd name="connsiteY96" fmla="*/ 1406527 h 1410656"/>
              <a:gd name="connsiteX97" fmla="*/ 1389738 w 5260975"/>
              <a:gd name="connsiteY97" fmla="*/ 1397310 h 1410656"/>
              <a:gd name="connsiteX98" fmla="*/ 1338081 w 5260975"/>
              <a:gd name="connsiteY98" fmla="*/ 1378204 h 1410656"/>
              <a:gd name="connsiteX99" fmla="*/ 1305436 w 5260975"/>
              <a:gd name="connsiteY99" fmla="*/ 1377339 h 1410656"/>
              <a:gd name="connsiteX100" fmla="*/ 1234481 w 5260975"/>
              <a:gd name="connsiteY100" fmla="*/ 1369178 h 1410656"/>
              <a:gd name="connsiteX101" fmla="*/ 1188106 w 5260975"/>
              <a:gd name="connsiteY101" fmla="*/ 1357560 h 1410656"/>
              <a:gd name="connsiteX102" fmla="*/ 1154790 w 5260975"/>
              <a:gd name="connsiteY102" fmla="*/ 1344406 h 1410656"/>
              <a:gd name="connsiteX103" fmla="*/ 1107069 w 5260975"/>
              <a:gd name="connsiteY103" fmla="*/ 1327219 h 1410656"/>
              <a:gd name="connsiteX104" fmla="*/ 1059158 w 5260975"/>
              <a:gd name="connsiteY104" fmla="*/ 1318290 h 1410656"/>
              <a:gd name="connsiteX105" fmla="*/ 1024496 w 5260975"/>
              <a:gd name="connsiteY105" fmla="*/ 1307056 h 1410656"/>
              <a:gd name="connsiteX106" fmla="*/ 982153 w 5260975"/>
              <a:gd name="connsiteY106" fmla="*/ 1299374 h 1410656"/>
              <a:gd name="connsiteX107" fmla="*/ 946628 w 5260975"/>
              <a:gd name="connsiteY107" fmla="*/ 1299087 h 1410656"/>
              <a:gd name="connsiteX108" fmla="*/ 890939 w 5260975"/>
              <a:gd name="connsiteY108" fmla="*/ 1300431 h 1410656"/>
              <a:gd name="connsiteX109" fmla="*/ 822769 w 5260975"/>
              <a:gd name="connsiteY109" fmla="*/ 1277196 h 1410656"/>
              <a:gd name="connsiteX110" fmla="*/ 795212 w 5260975"/>
              <a:gd name="connsiteY110" fmla="*/ 1272010 h 1410656"/>
              <a:gd name="connsiteX111" fmla="*/ 769288 w 5260975"/>
              <a:gd name="connsiteY111" fmla="*/ 1269610 h 1410656"/>
              <a:gd name="connsiteX112" fmla="*/ 714271 w 5260975"/>
              <a:gd name="connsiteY112" fmla="*/ 1254152 h 1410656"/>
              <a:gd name="connsiteX113" fmla="*/ 691900 w 5260975"/>
              <a:gd name="connsiteY113" fmla="*/ 1249062 h 1410656"/>
              <a:gd name="connsiteX114" fmla="*/ 660598 w 5260975"/>
              <a:gd name="connsiteY114" fmla="*/ 1249159 h 1410656"/>
              <a:gd name="connsiteX115" fmla="*/ 603662 w 5260975"/>
              <a:gd name="connsiteY115" fmla="*/ 1242054 h 1410656"/>
              <a:gd name="connsiteX116" fmla="*/ 546821 w 5260975"/>
              <a:gd name="connsiteY116" fmla="*/ 1221314 h 1410656"/>
              <a:gd name="connsiteX117" fmla="*/ 522721 w 5260975"/>
              <a:gd name="connsiteY117" fmla="*/ 1223330 h 1410656"/>
              <a:gd name="connsiteX118" fmla="*/ 514080 w 5260975"/>
              <a:gd name="connsiteY118" fmla="*/ 1222851 h 1410656"/>
              <a:gd name="connsiteX119" fmla="*/ 436404 w 5260975"/>
              <a:gd name="connsiteY119" fmla="*/ 1211424 h 1410656"/>
              <a:gd name="connsiteX120" fmla="*/ 428626 w 5260975"/>
              <a:gd name="connsiteY120" fmla="*/ 1210177 h 1410656"/>
              <a:gd name="connsiteX121" fmla="*/ 392141 w 5260975"/>
              <a:gd name="connsiteY121" fmla="*/ 1199999 h 1410656"/>
              <a:gd name="connsiteX122" fmla="*/ 300157 w 5260975"/>
              <a:gd name="connsiteY122" fmla="*/ 1193662 h 1410656"/>
              <a:gd name="connsiteX123" fmla="*/ 294493 w 5260975"/>
              <a:gd name="connsiteY123" fmla="*/ 1192894 h 1410656"/>
              <a:gd name="connsiteX124" fmla="*/ 263671 w 5260975"/>
              <a:gd name="connsiteY124" fmla="*/ 1197982 h 1410656"/>
              <a:gd name="connsiteX125" fmla="*/ 248406 w 5260975"/>
              <a:gd name="connsiteY125" fmla="*/ 1205184 h 1410656"/>
              <a:gd name="connsiteX126" fmla="*/ 224594 w 5260975"/>
              <a:gd name="connsiteY126" fmla="*/ 1212673 h 1410656"/>
              <a:gd name="connsiteX127" fmla="*/ 200398 w 5260975"/>
              <a:gd name="connsiteY127" fmla="*/ 1215458 h 1410656"/>
              <a:gd name="connsiteX128" fmla="*/ 159783 w 5260975"/>
              <a:gd name="connsiteY128" fmla="*/ 1204127 h 1410656"/>
              <a:gd name="connsiteX129" fmla="*/ 144997 w 5260975"/>
              <a:gd name="connsiteY129" fmla="*/ 1202975 h 1410656"/>
              <a:gd name="connsiteX130" fmla="*/ 112064 w 5260975"/>
              <a:gd name="connsiteY130" fmla="*/ 1197503 h 1410656"/>
              <a:gd name="connsiteX131" fmla="*/ 83259 w 5260975"/>
              <a:gd name="connsiteY131" fmla="*/ 1197887 h 1410656"/>
              <a:gd name="connsiteX132" fmla="*/ 60120 w 5260975"/>
              <a:gd name="connsiteY132" fmla="*/ 1206624 h 1410656"/>
              <a:gd name="connsiteX133" fmla="*/ 26514 w 5260975"/>
              <a:gd name="connsiteY133" fmla="*/ 1208352 h 1410656"/>
              <a:gd name="connsiteX134" fmla="*/ 4814 w 5260975"/>
              <a:gd name="connsiteY134" fmla="*/ 1202015 h 1410656"/>
              <a:gd name="connsiteX135" fmla="*/ 398 w 5260975"/>
              <a:gd name="connsiteY135" fmla="*/ 1201152 h 1410656"/>
              <a:gd name="connsiteX136" fmla="*/ 0 w 5260975"/>
              <a:gd name="connsiteY136" fmla="*/ 1201150 h 1410656"/>
              <a:gd name="connsiteX137" fmla="*/ 0 w 5260975"/>
              <a:gd name="connsiteY137" fmla="*/ 1004512 h 1410656"/>
              <a:gd name="connsiteX138" fmla="*/ 30355 w 5260975"/>
              <a:gd name="connsiteY138" fmla="*/ 1002784 h 1410656"/>
              <a:gd name="connsiteX139" fmla="*/ 52151 w 5260975"/>
              <a:gd name="connsiteY139" fmla="*/ 997695 h 1410656"/>
              <a:gd name="connsiteX140" fmla="*/ 64248 w 5260975"/>
              <a:gd name="connsiteY140" fmla="*/ 994430 h 1410656"/>
              <a:gd name="connsiteX141" fmla="*/ 126370 w 5260975"/>
              <a:gd name="connsiteY141" fmla="*/ 985405 h 1410656"/>
              <a:gd name="connsiteX142" fmla="*/ 154022 w 5260975"/>
              <a:gd name="connsiteY142" fmla="*/ 975708 h 1410656"/>
              <a:gd name="connsiteX143" fmla="*/ 161512 w 5260975"/>
              <a:gd name="connsiteY143" fmla="*/ 974268 h 1410656"/>
              <a:gd name="connsiteX144" fmla="*/ 202510 w 5260975"/>
              <a:gd name="connsiteY144" fmla="*/ 978300 h 1410656"/>
              <a:gd name="connsiteX145" fmla="*/ 233235 w 5260975"/>
              <a:gd name="connsiteY145" fmla="*/ 993950 h 1410656"/>
              <a:gd name="connsiteX146" fmla="*/ 239188 w 5260975"/>
              <a:gd name="connsiteY146" fmla="*/ 999231 h 1410656"/>
              <a:gd name="connsiteX147" fmla="*/ 324834 w 5260975"/>
              <a:gd name="connsiteY147" fmla="*/ 997407 h 1410656"/>
              <a:gd name="connsiteX148" fmla="*/ 337987 w 5260975"/>
              <a:gd name="connsiteY148" fmla="*/ 995198 h 1410656"/>
              <a:gd name="connsiteX149" fmla="*/ 401550 w 5260975"/>
              <a:gd name="connsiteY149" fmla="*/ 1004416 h 1410656"/>
              <a:gd name="connsiteX150" fmla="*/ 420081 w 5260975"/>
              <a:gd name="connsiteY150" fmla="*/ 1006240 h 1410656"/>
              <a:gd name="connsiteX151" fmla="*/ 486523 w 5260975"/>
              <a:gd name="connsiteY151" fmla="*/ 1014498 h 1410656"/>
              <a:gd name="connsiteX152" fmla="*/ 495932 w 5260975"/>
              <a:gd name="connsiteY152" fmla="*/ 1006817 h 1410656"/>
              <a:gd name="connsiteX153" fmla="*/ 523009 w 5260975"/>
              <a:gd name="connsiteY153" fmla="*/ 987517 h 1410656"/>
              <a:gd name="connsiteX154" fmla="*/ 576393 w 5260975"/>
              <a:gd name="connsiteY154" fmla="*/ 970427 h 1410656"/>
              <a:gd name="connsiteX155" fmla="*/ 590892 w 5260975"/>
              <a:gd name="connsiteY155" fmla="*/ 971387 h 1410656"/>
              <a:gd name="connsiteX156" fmla="*/ 627569 w 5260975"/>
              <a:gd name="connsiteY156" fmla="*/ 999904 h 1410656"/>
              <a:gd name="connsiteX157" fmla="*/ 645429 w 5260975"/>
              <a:gd name="connsiteY157" fmla="*/ 1011329 h 1410656"/>
              <a:gd name="connsiteX158" fmla="*/ 696125 w 5260975"/>
              <a:gd name="connsiteY158" fmla="*/ 1032356 h 1410656"/>
              <a:gd name="connsiteX159" fmla="*/ 700349 w 5260975"/>
              <a:gd name="connsiteY159" fmla="*/ 1036197 h 1410656"/>
              <a:gd name="connsiteX160" fmla="*/ 737795 w 5260975"/>
              <a:gd name="connsiteY160" fmla="*/ 1081804 h 1410656"/>
              <a:gd name="connsiteX161" fmla="*/ 746244 w 5260975"/>
              <a:gd name="connsiteY161" fmla="*/ 1089581 h 1410656"/>
              <a:gd name="connsiteX162" fmla="*/ 756422 w 5260975"/>
              <a:gd name="connsiteY162" fmla="*/ 1101680 h 1410656"/>
              <a:gd name="connsiteX163" fmla="*/ 788202 w 5260975"/>
              <a:gd name="connsiteY163" fmla="*/ 1125108 h 1410656"/>
              <a:gd name="connsiteX164" fmla="*/ 827569 w 5260975"/>
              <a:gd name="connsiteY164" fmla="*/ 1132596 h 1410656"/>
              <a:gd name="connsiteX165" fmla="*/ 875097 w 5260975"/>
              <a:gd name="connsiteY165" fmla="*/ 1144022 h 1410656"/>
              <a:gd name="connsiteX166" fmla="*/ 894972 w 5260975"/>
              <a:gd name="connsiteY166" fmla="*/ 1151704 h 1410656"/>
              <a:gd name="connsiteX167" fmla="*/ 948260 w 5260975"/>
              <a:gd name="connsiteY167" fmla="*/ 1166298 h 1410656"/>
              <a:gd name="connsiteX168" fmla="*/ 986282 w 5260975"/>
              <a:gd name="connsiteY168" fmla="*/ 1178588 h 1410656"/>
              <a:gd name="connsiteX169" fmla="*/ 1041107 w 5260975"/>
              <a:gd name="connsiteY169" fmla="*/ 1185789 h 1410656"/>
              <a:gd name="connsiteX170" fmla="*/ 1067703 w 5260975"/>
              <a:gd name="connsiteY170" fmla="*/ 1186076 h 1410656"/>
              <a:gd name="connsiteX171" fmla="*/ 1116574 w 5260975"/>
              <a:gd name="connsiteY171" fmla="*/ 1222946 h 1410656"/>
              <a:gd name="connsiteX172" fmla="*/ 1155557 w 5260975"/>
              <a:gd name="connsiteY172" fmla="*/ 1247335 h 1410656"/>
              <a:gd name="connsiteX173" fmla="*/ 1196556 w 5260975"/>
              <a:gd name="connsiteY173" fmla="*/ 1235525 h 1410656"/>
              <a:gd name="connsiteX174" fmla="*/ 1207693 w 5260975"/>
              <a:gd name="connsiteY174" fmla="*/ 1224387 h 1410656"/>
              <a:gd name="connsiteX175" fmla="*/ 1274904 w 5260975"/>
              <a:gd name="connsiteY175" fmla="*/ 1213826 h 1410656"/>
              <a:gd name="connsiteX176" fmla="*/ 1370919 w 5260975"/>
              <a:gd name="connsiteY176" fmla="*/ 1213442 h 1410656"/>
              <a:gd name="connsiteX177" fmla="*/ 1530593 w 5260975"/>
              <a:gd name="connsiteY177" fmla="*/ 1189437 h 1410656"/>
              <a:gd name="connsiteX178" fmla="*/ 1558436 w 5260975"/>
              <a:gd name="connsiteY178" fmla="*/ 1178299 h 1410656"/>
              <a:gd name="connsiteX179" fmla="*/ 1589737 w 5260975"/>
              <a:gd name="connsiteY179" fmla="*/ 1175515 h 1410656"/>
              <a:gd name="connsiteX180" fmla="*/ 1601740 w 5260975"/>
              <a:gd name="connsiteY180" fmla="*/ 1182333 h 1410656"/>
              <a:gd name="connsiteX181" fmla="*/ 1654259 w 5260975"/>
              <a:gd name="connsiteY181" fmla="*/ 1192510 h 1410656"/>
              <a:gd name="connsiteX182" fmla="*/ 1664246 w 5260975"/>
              <a:gd name="connsiteY182" fmla="*/ 1192702 h 1410656"/>
              <a:gd name="connsiteX183" fmla="*/ 1698427 w 5260975"/>
              <a:gd name="connsiteY183" fmla="*/ 1188381 h 1410656"/>
              <a:gd name="connsiteX184" fmla="*/ 1730112 w 5260975"/>
              <a:gd name="connsiteY184" fmla="*/ 1185885 h 1410656"/>
              <a:gd name="connsiteX185" fmla="*/ 1809996 w 5260975"/>
              <a:gd name="connsiteY185" fmla="*/ 1194046 h 1410656"/>
              <a:gd name="connsiteX186" fmla="*/ 1871254 w 5260975"/>
              <a:gd name="connsiteY186" fmla="*/ 1192126 h 1410656"/>
              <a:gd name="connsiteX187" fmla="*/ 1899482 w 5260975"/>
              <a:gd name="connsiteY187" fmla="*/ 1194046 h 1410656"/>
              <a:gd name="connsiteX188" fmla="*/ 1915420 w 5260975"/>
              <a:gd name="connsiteY188" fmla="*/ 1196927 h 1410656"/>
              <a:gd name="connsiteX189" fmla="*/ 1951522 w 5260975"/>
              <a:gd name="connsiteY189" fmla="*/ 1216994 h 1410656"/>
              <a:gd name="connsiteX190" fmla="*/ 1971302 w 5260975"/>
              <a:gd name="connsiteY190" fmla="*/ 1221507 h 1410656"/>
              <a:gd name="connsiteX191" fmla="*/ 2030831 w 5260975"/>
              <a:gd name="connsiteY191" fmla="*/ 1221123 h 1410656"/>
              <a:gd name="connsiteX192" fmla="*/ 2120125 w 5260975"/>
              <a:gd name="connsiteY192" fmla="*/ 1190878 h 1410656"/>
              <a:gd name="connsiteX193" fmla="*/ 2129439 w 5260975"/>
              <a:gd name="connsiteY193" fmla="*/ 1186845 h 1410656"/>
              <a:gd name="connsiteX194" fmla="*/ 2174854 w 5260975"/>
              <a:gd name="connsiteY194" fmla="*/ 1181852 h 1410656"/>
              <a:gd name="connsiteX195" fmla="*/ 2205674 w 5260975"/>
              <a:gd name="connsiteY195" fmla="*/ 1188669 h 1410656"/>
              <a:gd name="connsiteX196" fmla="*/ 2247634 w 5260975"/>
              <a:gd name="connsiteY196" fmla="*/ 1202784 h 1410656"/>
              <a:gd name="connsiteX197" fmla="*/ 2285367 w 5260975"/>
              <a:gd name="connsiteY197" fmla="*/ 1214594 h 1410656"/>
              <a:gd name="connsiteX198" fmla="*/ 2312827 w 5260975"/>
              <a:gd name="connsiteY198" fmla="*/ 1227939 h 1410656"/>
              <a:gd name="connsiteX199" fmla="*/ 2375622 w 5260975"/>
              <a:gd name="connsiteY199" fmla="*/ 1237733 h 1410656"/>
              <a:gd name="connsiteX200" fmla="*/ 2382151 w 5260975"/>
              <a:gd name="connsiteY200" fmla="*/ 1239365 h 1410656"/>
              <a:gd name="connsiteX201" fmla="*/ 2429390 w 5260975"/>
              <a:gd name="connsiteY201" fmla="*/ 1227459 h 1410656"/>
              <a:gd name="connsiteX202" fmla="*/ 2486134 w 5260975"/>
              <a:gd name="connsiteY202" fmla="*/ 1215362 h 1410656"/>
              <a:gd name="connsiteX203" fmla="*/ 2506394 w 5260975"/>
              <a:gd name="connsiteY203" fmla="*/ 1219490 h 1410656"/>
              <a:gd name="connsiteX204" fmla="*/ 2534142 w 5260975"/>
              <a:gd name="connsiteY204" fmla="*/ 1225347 h 1410656"/>
              <a:gd name="connsiteX205" fmla="*/ 2559874 w 5260975"/>
              <a:gd name="connsiteY205" fmla="*/ 1222275 h 1410656"/>
              <a:gd name="connsiteX206" fmla="*/ 2575525 w 5260975"/>
              <a:gd name="connsiteY206" fmla="*/ 1221987 h 1410656"/>
              <a:gd name="connsiteX207" fmla="*/ 2646960 w 5260975"/>
              <a:gd name="connsiteY207" fmla="*/ 1257896 h 1410656"/>
              <a:gd name="connsiteX208" fmla="*/ 2665107 w 5260975"/>
              <a:gd name="connsiteY208" fmla="*/ 1260873 h 1410656"/>
              <a:gd name="connsiteX209" fmla="*/ 2675381 w 5260975"/>
              <a:gd name="connsiteY209" fmla="*/ 1265290 h 1410656"/>
              <a:gd name="connsiteX210" fmla="*/ 2737311 w 5260975"/>
              <a:gd name="connsiteY210" fmla="*/ 1309841 h 1410656"/>
              <a:gd name="connsiteX211" fmla="*/ 2763619 w 5260975"/>
              <a:gd name="connsiteY211" fmla="*/ 1318866 h 1410656"/>
              <a:gd name="connsiteX212" fmla="*/ 2792519 w 5260975"/>
              <a:gd name="connsiteY212" fmla="*/ 1317041 h 1410656"/>
              <a:gd name="connsiteX213" fmla="*/ 2809226 w 5260975"/>
              <a:gd name="connsiteY213" fmla="*/ 1313777 h 1410656"/>
              <a:gd name="connsiteX214" fmla="*/ 2850705 w 5260975"/>
              <a:gd name="connsiteY214" fmla="*/ 1285452 h 1410656"/>
              <a:gd name="connsiteX215" fmla="*/ 2874324 w 5260975"/>
              <a:gd name="connsiteY215" fmla="*/ 1286413 h 1410656"/>
              <a:gd name="connsiteX216" fmla="*/ 2911194 w 5260975"/>
              <a:gd name="connsiteY216" fmla="*/ 1305903 h 1410656"/>
              <a:gd name="connsiteX217" fmla="*/ 2978116 w 5260975"/>
              <a:gd name="connsiteY217" fmla="*/ 1314641 h 1410656"/>
              <a:gd name="connsiteX218" fmla="*/ 3012106 w 5260975"/>
              <a:gd name="connsiteY218" fmla="*/ 1287373 h 1410656"/>
              <a:gd name="connsiteX219" fmla="*/ 3029676 w 5260975"/>
              <a:gd name="connsiteY219" fmla="*/ 1261161 h 1410656"/>
              <a:gd name="connsiteX220" fmla="*/ 3080469 w 5260975"/>
              <a:gd name="connsiteY220" fmla="*/ 1230724 h 1410656"/>
              <a:gd name="connsiteX221" fmla="*/ 3092567 w 5260975"/>
              <a:gd name="connsiteY221" fmla="*/ 1242054 h 1410656"/>
              <a:gd name="connsiteX222" fmla="*/ 3129821 w 5260975"/>
              <a:gd name="connsiteY222" fmla="*/ 1246855 h 1410656"/>
              <a:gd name="connsiteX223" fmla="*/ 3170147 w 5260975"/>
              <a:gd name="connsiteY223" fmla="*/ 1246471 h 1410656"/>
              <a:gd name="connsiteX224" fmla="*/ 3240429 w 5260975"/>
              <a:gd name="connsiteY224" fmla="*/ 1251559 h 1410656"/>
              <a:gd name="connsiteX225" fmla="*/ 3287189 w 5260975"/>
              <a:gd name="connsiteY225" fmla="*/ 1222466 h 1410656"/>
              <a:gd name="connsiteX226" fmla="*/ 3305049 w 5260975"/>
              <a:gd name="connsiteY226" fmla="*/ 1210465 h 1410656"/>
              <a:gd name="connsiteX227" fmla="*/ 3321755 w 5260975"/>
              <a:gd name="connsiteY227" fmla="*/ 1202784 h 1410656"/>
              <a:gd name="connsiteX228" fmla="*/ 3341055 w 5260975"/>
              <a:gd name="connsiteY228" fmla="*/ 1198463 h 1410656"/>
              <a:gd name="connsiteX229" fmla="*/ 3387621 w 5260975"/>
              <a:gd name="connsiteY229" fmla="*/ 1182140 h 1410656"/>
              <a:gd name="connsiteX230" fmla="*/ 3413161 w 5260975"/>
              <a:gd name="connsiteY230" fmla="*/ 1166105 h 1410656"/>
              <a:gd name="connsiteX231" fmla="*/ 3470579 w 5260975"/>
              <a:gd name="connsiteY231" fmla="*/ 1150647 h 1410656"/>
              <a:gd name="connsiteX232" fmla="*/ 3509657 w 5260975"/>
              <a:gd name="connsiteY232" fmla="*/ 1136821 h 1410656"/>
              <a:gd name="connsiteX233" fmla="*/ 3550847 w 5260975"/>
              <a:gd name="connsiteY233" fmla="*/ 1113009 h 1410656"/>
              <a:gd name="connsiteX234" fmla="*/ 3556608 w 5260975"/>
              <a:gd name="connsiteY234" fmla="*/ 1109361 h 1410656"/>
              <a:gd name="connsiteX235" fmla="*/ 3570435 w 5260975"/>
              <a:gd name="connsiteY235" fmla="*/ 1093710 h 1410656"/>
              <a:gd name="connsiteX236" fmla="*/ 3590501 w 5260975"/>
              <a:gd name="connsiteY236" fmla="*/ 1039846 h 1410656"/>
              <a:gd name="connsiteX237" fmla="*/ 3596263 w 5260975"/>
              <a:gd name="connsiteY237" fmla="*/ 1028900 h 1410656"/>
              <a:gd name="connsiteX238" fmla="*/ 3648591 w 5260975"/>
              <a:gd name="connsiteY238" fmla="*/ 992030 h 1410656"/>
              <a:gd name="connsiteX239" fmla="*/ 3667986 w 5260975"/>
              <a:gd name="connsiteY239" fmla="*/ 995487 h 1410656"/>
              <a:gd name="connsiteX240" fmla="*/ 3689397 w 5260975"/>
              <a:gd name="connsiteY240" fmla="*/ 1007585 h 1410656"/>
              <a:gd name="connsiteX241" fmla="*/ 3736349 w 5260975"/>
              <a:gd name="connsiteY241" fmla="*/ 1010753 h 1410656"/>
              <a:gd name="connsiteX242" fmla="*/ 3753919 w 5260975"/>
              <a:gd name="connsiteY242" fmla="*/ 1004513 h 1410656"/>
              <a:gd name="connsiteX243" fmla="*/ 3784643 w 5260975"/>
              <a:gd name="connsiteY243" fmla="*/ 987710 h 1410656"/>
              <a:gd name="connsiteX244" fmla="*/ 3808359 w 5260975"/>
              <a:gd name="connsiteY244" fmla="*/ 961689 h 1410656"/>
              <a:gd name="connsiteX245" fmla="*/ 3842829 w 5260975"/>
              <a:gd name="connsiteY245" fmla="*/ 918674 h 1410656"/>
              <a:gd name="connsiteX246" fmla="*/ 3908983 w 5260975"/>
              <a:gd name="connsiteY246" fmla="*/ 902256 h 1410656"/>
              <a:gd name="connsiteX247" fmla="*/ 3934428 w 5260975"/>
              <a:gd name="connsiteY247" fmla="*/ 896783 h 1410656"/>
              <a:gd name="connsiteX248" fmla="*/ 4026987 w 5260975"/>
              <a:gd name="connsiteY248" fmla="*/ 873835 h 1410656"/>
              <a:gd name="connsiteX249" fmla="*/ 4035051 w 5260975"/>
              <a:gd name="connsiteY249" fmla="*/ 873067 h 1410656"/>
              <a:gd name="connsiteX250" fmla="*/ 4099189 w 5260975"/>
              <a:gd name="connsiteY250" fmla="*/ 846664 h 1410656"/>
              <a:gd name="connsiteX251" fmla="*/ 4114647 w 5260975"/>
              <a:gd name="connsiteY251" fmla="*/ 840134 h 1410656"/>
              <a:gd name="connsiteX252" fmla="*/ 4133563 w 5260975"/>
              <a:gd name="connsiteY252" fmla="*/ 823427 h 1410656"/>
              <a:gd name="connsiteX253" fmla="*/ 4151039 w 5260975"/>
              <a:gd name="connsiteY253" fmla="*/ 776284 h 1410656"/>
              <a:gd name="connsiteX254" fmla="*/ 4171489 w 5260975"/>
              <a:gd name="connsiteY254" fmla="*/ 754776 h 1410656"/>
              <a:gd name="connsiteX255" fmla="*/ 4186372 w 5260975"/>
              <a:gd name="connsiteY255" fmla="*/ 741718 h 1410656"/>
              <a:gd name="connsiteX256" fmla="*/ 4199429 w 5260975"/>
              <a:gd name="connsiteY256" fmla="*/ 721940 h 1410656"/>
              <a:gd name="connsiteX257" fmla="*/ 4212487 w 5260975"/>
              <a:gd name="connsiteY257" fmla="*/ 674604 h 1410656"/>
              <a:gd name="connsiteX258" fmla="*/ 4232555 w 5260975"/>
              <a:gd name="connsiteY258" fmla="*/ 632645 h 1410656"/>
              <a:gd name="connsiteX259" fmla="*/ 4268657 w 5260975"/>
              <a:gd name="connsiteY259" fmla="*/ 609410 h 1410656"/>
              <a:gd name="connsiteX260" fmla="*/ 4291028 w 5260975"/>
              <a:gd name="connsiteY260" fmla="*/ 597216 h 1410656"/>
              <a:gd name="connsiteX261" fmla="*/ 4379651 w 5260975"/>
              <a:gd name="connsiteY261" fmla="*/ 609506 h 1410656"/>
              <a:gd name="connsiteX262" fmla="*/ 4440139 w 5260975"/>
              <a:gd name="connsiteY262" fmla="*/ 621507 h 1410656"/>
              <a:gd name="connsiteX263" fmla="*/ 4460015 w 5260975"/>
              <a:gd name="connsiteY263" fmla="*/ 616899 h 1410656"/>
              <a:gd name="connsiteX264" fmla="*/ 4516183 w 5260975"/>
              <a:gd name="connsiteY264" fmla="*/ 577724 h 1410656"/>
              <a:gd name="connsiteX265" fmla="*/ 4571681 w 5260975"/>
              <a:gd name="connsiteY265" fmla="*/ 560250 h 1410656"/>
              <a:gd name="connsiteX266" fmla="*/ 4613447 w 5260975"/>
              <a:gd name="connsiteY266" fmla="*/ 555257 h 1410656"/>
              <a:gd name="connsiteX267" fmla="*/ 4649355 w 5260975"/>
              <a:gd name="connsiteY267" fmla="*/ 551417 h 1410656"/>
              <a:gd name="connsiteX268" fmla="*/ 4692467 w 5260975"/>
              <a:gd name="connsiteY268" fmla="*/ 540663 h 1410656"/>
              <a:gd name="connsiteX269" fmla="*/ 4716855 w 5260975"/>
              <a:gd name="connsiteY269" fmla="*/ 528949 h 1410656"/>
              <a:gd name="connsiteX270" fmla="*/ 4755645 w 5260975"/>
              <a:gd name="connsiteY270" fmla="*/ 512147 h 1410656"/>
              <a:gd name="connsiteX271" fmla="*/ 4795395 w 5260975"/>
              <a:gd name="connsiteY271" fmla="*/ 490351 h 1410656"/>
              <a:gd name="connsiteX272" fmla="*/ 4825928 w 5260975"/>
              <a:gd name="connsiteY272" fmla="*/ 459818 h 1410656"/>
              <a:gd name="connsiteX273" fmla="*/ 4842347 w 5260975"/>
              <a:gd name="connsiteY273" fmla="*/ 434086 h 1410656"/>
              <a:gd name="connsiteX274" fmla="*/ 4890451 w 5260975"/>
              <a:gd name="connsiteY274" fmla="*/ 397216 h 1410656"/>
              <a:gd name="connsiteX275" fmla="*/ 4933945 w 5260975"/>
              <a:gd name="connsiteY275" fmla="*/ 327701 h 1410656"/>
              <a:gd name="connsiteX276" fmla="*/ 4961214 w 5260975"/>
              <a:gd name="connsiteY276" fmla="*/ 298801 h 1410656"/>
              <a:gd name="connsiteX277" fmla="*/ 4976672 w 5260975"/>
              <a:gd name="connsiteY277" fmla="*/ 290639 h 1410656"/>
              <a:gd name="connsiteX278" fmla="*/ 5002979 w 5260975"/>
              <a:gd name="connsiteY278" fmla="*/ 270573 h 1410656"/>
              <a:gd name="connsiteX279" fmla="*/ 5018535 w 5260975"/>
              <a:gd name="connsiteY279" fmla="*/ 255690 h 1410656"/>
              <a:gd name="connsiteX280" fmla="*/ 5061069 w 5260975"/>
              <a:gd name="connsiteY280" fmla="*/ 200961 h 1410656"/>
              <a:gd name="connsiteX281" fmla="*/ 5074127 w 5260975"/>
              <a:gd name="connsiteY281" fmla="*/ 184735 h 1410656"/>
              <a:gd name="connsiteX282" fmla="*/ 5101108 w 5260975"/>
              <a:gd name="connsiteY282" fmla="*/ 156891 h 1410656"/>
              <a:gd name="connsiteX283" fmla="*/ 5112918 w 5260975"/>
              <a:gd name="connsiteY283" fmla="*/ 148441 h 1410656"/>
              <a:gd name="connsiteX284" fmla="*/ 5133753 w 5260975"/>
              <a:gd name="connsiteY284" fmla="*/ 125782 h 1410656"/>
              <a:gd name="connsiteX285" fmla="*/ 5183393 w 5260975"/>
              <a:gd name="connsiteY285" fmla="*/ 66348 h 1410656"/>
              <a:gd name="connsiteX286" fmla="*/ 5204709 w 5260975"/>
              <a:gd name="connsiteY286" fmla="*/ 33030 h 1410656"/>
              <a:gd name="connsiteX287" fmla="*/ 5247243 w 5260975"/>
              <a:gd name="connsiteY287" fmla="*/ 8451 h 1410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</a:cxnLst>
            <a:rect l="l" t="t" r="r" b="b"/>
            <a:pathLst>
              <a:path w="5260975" h="1410656">
                <a:moveTo>
                  <a:pt x="5260975" y="0"/>
                </a:moveTo>
                <a:lnTo>
                  <a:pt x="5260975" y="221634"/>
                </a:lnTo>
                <a:lnTo>
                  <a:pt x="5226503" y="237063"/>
                </a:lnTo>
                <a:cubicBezTo>
                  <a:pt x="5219783" y="239848"/>
                  <a:pt x="5212389" y="241384"/>
                  <a:pt x="5206341" y="245128"/>
                </a:cubicBezTo>
                <a:cubicBezTo>
                  <a:pt x="5178495" y="262219"/>
                  <a:pt x="5151515" y="280654"/>
                  <a:pt x="5123287" y="297073"/>
                </a:cubicBezTo>
                <a:cubicBezTo>
                  <a:pt x="5094195" y="314067"/>
                  <a:pt x="5068175" y="334134"/>
                  <a:pt x="5048107" y="361307"/>
                </a:cubicBezTo>
                <a:cubicBezTo>
                  <a:pt x="5029480" y="386559"/>
                  <a:pt x="5011429" y="412194"/>
                  <a:pt x="4992899" y="437542"/>
                </a:cubicBezTo>
                <a:cubicBezTo>
                  <a:pt x="4988194" y="443975"/>
                  <a:pt x="4983873" y="451561"/>
                  <a:pt x="4977440" y="455690"/>
                </a:cubicBezTo>
                <a:cubicBezTo>
                  <a:pt x="4964094" y="464331"/>
                  <a:pt x="4949499" y="471340"/>
                  <a:pt x="4935193" y="478445"/>
                </a:cubicBezTo>
                <a:cubicBezTo>
                  <a:pt x="4922903" y="484494"/>
                  <a:pt x="4909845" y="489006"/>
                  <a:pt x="4897844" y="495535"/>
                </a:cubicBezTo>
                <a:cubicBezTo>
                  <a:pt x="4888243" y="500721"/>
                  <a:pt x="4879697" y="507922"/>
                  <a:pt x="4870767" y="514451"/>
                </a:cubicBezTo>
                <a:cubicBezTo>
                  <a:pt x="4862990" y="520115"/>
                  <a:pt x="4854445" y="525012"/>
                  <a:pt x="4847916" y="531830"/>
                </a:cubicBezTo>
                <a:cubicBezTo>
                  <a:pt x="4831977" y="548344"/>
                  <a:pt x="4815942" y="564571"/>
                  <a:pt x="4796163" y="576765"/>
                </a:cubicBezTo>
                <a:cubicBezTo>
                  <a:pt x="4776672" y="588862"/>
                  <a:pt x="4758237" y="602401"/>
                  <a:pt x="4738843" y="614691"/>
                </a:cubicBezTo>
                <a:cubicBezTo>
                  <a:pt x="4719831" y="626693"/>
                  <a:pt x="4702645" y="639846"/>
                  <a:pt x="4692755" y="661162"/>
                </a:cubicBezTo>
                <a:cubicBezTo>
                  <a:pt x="4688339" y="670571"/>
                  <a:pt x="4682097" y="680845"/>
                  <a:pt x="4673744" y="686318"/>
                </a:cubicBezTo>
                <a:cubicBezTo>
                  <a:pt x="4661838" y="694095"/>
                  <a:pt x="4646764" y="696880"/>
                  <a:pt x="4633801" y="703505"/>
                </a:cubicBezTo>
                <a:cubicBezTo>
                  <a:pt x="4618535" y="711282"/>
                  <a:pt x="4600869" y="718003"/>
                  <a:pt x="4590499" y="730389"/>
                </a:cubicBezTo>
                <a:cubicBezTo>
                  <a:pt x="4581281" y="741431"/>
                  <a:pt x="4571968" y="750072"/>
                  <a:pt x="4559773" y="757081"/>
                </a:cubicBezTo>
                <a:cubicBezTo>
                  <a:pt x="4551229" y="761978"/>
                  <a:pt x="4544892" y="770907"/>
                  <a:pt x="4536059" y="774940"/>
                </a:cubicBezTo>
                <a:cubicBezTo>
                  <a:pt x="4524441" y="780317"/>
                  <a:pt x="4512727" y="784542"/>
                  <a:pt x="4502549" y="792895"/>
                </a:cubicBezTo>
                <a:cubicBezTo>
                  <a:pt x="4491987" y="801536"/>
                  <a:pt x="4479986" y="808353"/>
                  <a:pt x="4468944" y="816419"/>
                </a:cubicBezTo>
                <a:cubicBezTo>
                  <a:pt x="4463087" y="820739"/>
                  <a:pt x="4458286" y="826404"/>
                  <a:pt x="4452622" y="830917"/>
                </a:cubicBezTo>
                <a:cubicBezTo>
                  <a:pt x="4442252" y="839174"/>
                  <a:pt x="4431690" y="847239"/>
                  <a:pt x="4421032" y="855016"/>
                </a:cubicBezTo>
                <a:cubicBezTo>
                  <a:pt x="4410375" y="862794"/>
                  <a:pt x="4400197" y="871819"/>
                  <a:pt x="4388483" y="877484"/>
                </a:cubicBezTo>
                <a:cubicBezTo>
                  <a:pt x="4368513" y="887086"/>
                  <a:pt x="4346717" y="892847"/>
                  <a:pt x="4327321" y="903216"/>
                </a:cubicBezTo>
                <a:cubicBezTo>
                  <a:pt x="4307639" y="913777"/>
                  <a:pt x="4289107" y="927028"/>
                  <a:pt x="4271633" y="941046"/>
                </a:cubicBezTo>
                <a:cubicBezTo>
                  <a:pt x="4257807" y="952088"/>
                  <a:pt x="4244845" y="963034"/>
                  <a:pt x="4227465" y="968698"/>
                </a:cubicBezTo>
                <a:cubicBezTo>
                  <a:pt x="4217768" y="971867"/>
                  <a:pt x="4207591" y="978780"/>
                  <a:pt x="4201733" y="986846"/>
                </a:cubicBezTo>
                <a:cubicBezTo>
                  <a:pt x="4189059" y="1004416"/>
                  <a:pt x="4172833" y="1016802"/>
                  <a:pt x="4154494" y="1027364"/>
                </a:cubicBezTo>
                <a:cubicBezTo>
                  <a:pt x="4130010" y="1041574"/>
                  <a:pt x="4105814" y="1056072"/>
                  <a:pt x="4081234" y="1069994"/>
                </a:cubicBezTo>
                <a:cubicBezTo>
                  <a:pt x="4066737" y="1078252"/>
                  <a:pt x="4052335" y="1086989"/>
                  <a:pt x="4036971" y="1093038"/>
                </a:cubicBezTo>
                <a:cubicBezTo>
                  <a:pt x="4005575" y="1105520"/>
                  <a:pt x="3973410" y="1116177"/>
                  <a:pt x="3941725" y="1127796"/>
                </a:cubicBezTo>
                <a:cubicBezTo>
                  <a:pt x="3931355" y="1131540"/>
                  <a:pt x="3921561" y="1136917"/>
                  <a:pt x="3910999" y="1140182"/>
                </a:cubicBezTo>
                <a:cubicBezTo>
                  <a:pt x="3899573" y="1143734"/>
                  <a:pt x="3887285" y="1144790"/>
                  <a:pt x="3875859" y="1148343"/>
                </a:cubicBezTo>
                <a:cubicBezTo>
                  <a:pt x="3856847" y="1154199"/>
                  <a:pt x="3838412" y="1161689"/>
                  <a:pt x="3819401" y="1167642"/>
                </a:cubicBezTo>
                <a:cubicBezTo>
                  <a:pt x="3782723" y="1179068"/>
                  <a:pt x="3745949" y="1190014"/>
                  <a:pt x="3709176" y="1200863"/>
                </a:cubicBezTo>
                <a:cubicBezTo>
                  <a:pt x="3701303" y="1203168"/>
                  <a:pt x="3692757" y="1203456"/>
                  <a:pt x="3684981" y="1205952"/>
                </a:cubicBezTo>
                <a:cubicBezTo>
                  <a:pt x="3664337" y="1212673"/>
                  <a:pt x="3643789" y="1219970"/>
                  <a:pt x="3623338" y="1227363"/>
                </a:cubicBezTo>
                <a:cubicBezTo>
                  <a:pt x="3610953" y="1231876"/>
                  <a:pt x="3598854" y="1237445"/>
                  <a:pt x="3586373" y="1241765"/>
                </a:cubicBezTo>
                <a:cubicBezTo>
                  <a:pt x="3576387" y="1245222"/>
                  <a:pt x="3566113" y="1247910"/>
                  <a:pt x="3555743" y="1250023"/>
                </a:cubicBezTo>
                <a:cubicBezTo>
                  <a:pt x="3546814" y="1251848"/>
                  <a:pt x="3537501" y="1251655"/>
                  <a:pt x="3528667" y="1253864"/>
                </a:cubicBezTo>
                <a:cubicBezTo>
                  <a:pt x="3504759" y="1259816"/>
                  <a:pt x="3481140" y="1266538"/>
                  <a:pt x="3457424" y="1272874"/>
                </a:cubicBezTo>
                <a:cubicBezTo>
                  <a:pt x="3447919" y="1275371"/>
                  <a:pt x="3438221" y="1277196"/>
                  <a:pt x="3429003" y="1280364"/>
                </a:cubicBezTo>
                <a:cubicBezTo>
                  <a:pt x="3404327" y="1288717"/>
                  <a:pt x="3380036" y="1298222"/>
                  <a:pt x="3355264" y="1306096"/>
                </a:cubicBezTo>
                <a:cubicBezTo>
                  <a:pt x="3334717" y="1312625"/>
                  <a:pt x="3313593" y="1317329"/>
                  <a:pt x="3292757" y="1323090"/>
                </a:cubicBezTo>
                <a:cubicBezTo>
                  <a:pt x="3283924" y="1325587"/>
                  <a:pt x="3275475" y="1329140"/>
                  <a:pt x="3266643" y="1331251"/>
                </a:cubicBezTo>
                <a:cubicBezTo>
                  <a:pt x="3246863" y="1336053"/>
                  <a:pt x="3226796" y="1340085"/>
                  <a:pt x="3206921" y="1344886"/>
                </a:cubicBezTo>
                <a:cubicBezTo>
                  <a:pt x="3195590" y="1347670"/>
                  <a:pt x="3184645" y="1352663"/>
                  <a:pt x="3173123" y="1354488"/>
                </a:cubicBezTo>
                <a:cubicBezTo>
                  <a:pt x="3145759" y="1358808"/>
                  <a:pt x="3118203" y="1361880"/>
                  <a:pt x="3090646" y="1365337"/>
                </a:cubicBezTo>
                <a:cubicBezTo>
                  <a:pt x="3062227" y="1368889"/>
                  <a:pt x="3033902" y="1372634"/>
                  <a:pt x="3005480" y="1375802"/>
                </a:cubicBezTo>
                <a:cubicBezTo>
                  <a:pt x="2989926" y="1377435"/>
                  <a:pt x="2974275" y="1377723"/>
                  <a:pt x="2958721" y="1379259"/>
                </a:cubicBezTo>
                <a:cubicBezTo>
                  <a:pt x="2945087" y="1380604"/>
                  <a:pt x="2931549" y="1383100"/>
                  <a:pt x="2917915" y="1384733"/>
                </a:cubicBezTo>
                <a:cubicBezTo>
                  <a:pt x="2906105" y="1386076"/>
                  <a:pt x="2894199" y="1386844"/>
                  <a:pt x="2882389" y="1388189"/>
                </a:cubicBezTo>
                <a:cubicBezTo>
                  <a:pt x="2863475" y="1390397"/>
                  <a:pt x="2844655" y="1392894"/>
                  <a:pt x="2825837" y="1395198"/>
                </a:cubicBezTo>
                <a:cubicBezTo>
                  <a:pt x="2817964" y="1396062"/>
                  <a:pt x="2809706" y="1398462"/>
                  <a:pt x="2802313" y="1397023"/>
                </a:cubicBezTo>
                <a:cubicBezTo>
                  <a:pt x="2783686" y="1393373"/>
                  <a:pt x="2765347" y="1394430"/>
                  <a:pt x="2746816" y="1396926"/>
                </a:cubicBezTo>
                <a:cubicBezTo>
                  <a:pt x="2740479" y="1397791"/>
                  <a:pt x="2733662" y="1397598"/>
                  <a:pt x="2727517" y="1395966"/>
                </a:cubicBezTo>
                <a:cubicBezTo>
                  <a:pt x="2714939" y="1392701"/>
                  <a:pt x="2702745" y="1388092"/>
                  <a:pt x="2690359" y="1384060"/>
                </a:cubicBezTo>
                <a:cubicBezTo>
                  <a:pt x="2689014" y="1383580"/>
                  <a:pt x="2687382" y="1383484"/>
                  <a:pt x="2685943" y="1383196"/>
                </a:cubicBezTo>
                <a:cubicBezTo>
                  <a:pt x="2677781" y="1381563"/>
                  <a:pt x="2669717" y="1379931"/>
                  <a:pt x="2661554" y="1378491"/>
                </a:cubicBezTo>
                <a:cubicBezTo>
                  <a:pt x="2657138" y="1377723"/>
                  <a:pt x="2652625" y="1377627"/>
                  <a:pt x="2648208" y="1376955"/>
                </a:cubicBezTo>
                <a:cubicBezTo>
                  <a:pt x="2631118" y="1374266"/>
                  <a:pt x="2612299" y="1378779"/>
                  <a:pt x="2597512" y="1367162"/>
                </a:cubicBezTo>
                <a:cubicBezTo>
                  <a:pt x="2587911" y="1359672"/>
                  <a:pt x="2578597" y="1361401"/>
                  <a:pt x="2568324" y="1362553"/>
                </a:cubicBezTo>
                <a:cubicBezTo>
                  <a:pt x="2560547" y="1363417"/>
                  <a:pt x="2552577" y="1363128"/>
                  <a:pt x="2544704" y="1363225"/>
                </a:cubicBezTo>
                <a:cubicBezTo>
                  <a:pt x="2530878" y="1363512"/>
                  <a:pt x="2517052" y="1363609"/>
                  <a:pt x="2503225" y="1364089"/>
                </a:cubicBezTo>
                <a:cubicBezTo>
                  <a:pt x="2498808" y="1364281"/>
                  <a:pt x="2494297" y="1366682"/>
                  <a:pt x="2489975" y="1366298"/>
                </a:cubicBezTo>
                <a:cubicBezTo>
                  <a:pt x="2470004" y="1364473"/>
                  <a:pt x="2450033" y="1361592"/>
                  <a:pt x="2430061" y="1359960"/>
                </a:cubicBezTo>
                <a:cubicBezTo>
                  <a:pt x="2418732" y="1359001"/>
                  <a:pt x="2407114" y="1360824"/>
                  <a:pt x="2395880" y="1359480"/>
                </a:cubicBezTo>
                <a:cubicBezTo>
                  <a:pt x="2382919" y="1357944"/>
                  <a:pt x="2370245" y="1354008"/>
                  <a:pt x="2357378" y="1351607"/>
                </a:cubicBezTo>
                <a:cubicBezTo>
                  <a:pt x="2353826" y="1350935"/>
                  <a:pt x="2349889" y="1351799"/>
                  <a:pt x="2346145" y="1351991"/>
                </a:cubicBezTo>
                <a:cubicBezTo>
                  <a:pt x="2341920" y="1352183"/>
                  <a:pt x="2337791" y="1352567"/>
                  <a:pt x="2333567" y="1352663"/>
                </a:cubicBezTo>
                <a:cubicBezTo>
                  <a:pt x="2320700" y="1352856"/>
                  <a:pt x="2307835" y="1352567"/>
                  <a:pt x="2294968" y="1353240"/>
                </a:cubicBezTo>
                <a:cubicBezTo>
                  <a:pt x="2287095" y="1353624"/>
                  <a:pt x="2278839" y="1357560"/>
                  <a:pt x="2271540" y="1356120"/>
                </a:cubicBezTo>
                <a:cubicBezTo>
                  <a:pt x="2256659" y="1353335"/>
                  <a:pt x="2241776" y="1359576"/>
                  <a:pt x="2226895" y="1354392"/>
                </a:cubicBezTo>
                <a:cubicBezTo>
                  <a:pt x="2222285" y="1352856"/>
                  <a:pt x="2215948" y="1356696"/>
                  <a:pt x="2210379" y="1356888"/>
                </a:cubicBezTo>
                <a:cubicBezTo>
                  <a:pt x="2196457" y="1357368"/>
                  <a:pt x="2182535" y="1357272"/>
                  <a:pt x="2168613" y="1357176"/>
                </a:cubicBezTo>
                <a:cubicBezTo>
                  <a:pt x="2156131" y="1357080"/>
                  <a:pt x="2143168" y="1358424"/>
                  <a:pt x="2131167" y="1355736"/>
                </a:cubicBezTo>
                <a:cubicBezTo>
                  <a:pt x="2118588" y="1352856"/>
                  <a:pt x="2107259" y="1353240"/>
                  <a:pt x="2095065" y="1356504"/>
                </a:cubicBezTo>
                <a:cubicBezTo>
                  <a:pt x="2086711" y="1358712"/>
                  <a:pt x="2077878" y="1359001"/>
                  <a:pt x="2069237" y="1359672"/>
                </a:cubicBezTo>
                <a:cubicBezTo>
                  <a:pt x="2059924" y="1360440"/>
                  <a:pt x="2049650" y="1358424"/>
                  <a:pt x="2041201" y="1361592"/>
                </a:cubicBezTo>
                <a:cubicBezTo>
                  <a:pt x="2016044" y="1371002"/>
                  <a:pt x="1990216" y="1373018"/>
                  <a:pt x="1963909" y="1373018"/>
                </a:cubicBezTo>
                <a:cubicBezTo>
                  <a:pt x="1959107" y="1373018"/>
                  <a:pt x="1954210" y="1371675"/>
                  <a:pt x="1949603" y="1370234"/>
                </a:cubicBezTo>
                <a:cubicBezTo>
                  <a:pt x="1922717" y="1361592"/>
                  <a:pt x="1895737" y="1362360"/>
                  <a:pt x="1868373" y="1367641"/>
                </a:cubicBezTo>
                <a:cubicBezTo>
                  <a:pt x="1862708" y="1368794"/>
                  <a:pt x="1856372" y="1368986"/>
                  <a:pt x="1850707" y="1367834"/>
                </a:cubicBezTo>
                <a:cubicBezTo>
                  <a:pt x="1834768" y="1364473"/>
                  <a:pt x="1819309" y="1358904"/>
                  <a:pt x="1803275" y="1356504"/>
                </a:cubicBezTo>
                <a:cubicBezTo>
                  <a:pt x="1776775" y="1352567"/>
                  <a:pt x="1753828" y="1365817"/>
                  <a:pt x="1730112" y="1374459"/>
                </a:cubicBezTo>
                <a:cubicBezTo>
                  <a:pt x="1707548" y="1382620"/>
                  <a:pt x="1688345" y="1401055"/>
                  <a:pt x="1661652" y="1396926"/>
                </a:cubicBezTo>
                <a:cubicBezTo>
                  <a:pt x="1658965" y="1396542"/>
                  <a:pt x="1655988" y="1399134"/>
                  <a:pt x="1653011" y="1399807"/>
                </a:cubicBezTo>
                <a:cubicBezTo>
                  <a:pt x="1644850" y="1401631"/>
                  <a:pt x="1636689" y="1403839"/>
                  <a:pt x="1628431" y="1404704"/>
                </a:cubicBezTo>
                <a:cubicBezTo>
                  <a:pt x="1618350" y="1405856"/>
                  <a:pt x="1608076" y="1405472"/>
                  <a:pt x="1597995" y="1406432"/>
                </a:cubicBezTo>
                <a:cubicBezTo>
                  <a:pt x="1585032" y="1407584"/>
                  <a:pt x="1572263" y="1410656"/>
                  <a:pt x="1559396" y="1410656"/>
                </a:cubicBezTo>
                <a:cubicBezTo>
                  <a:pt x="1549026" y="1410656"/>
                  <a:pt x="1538753" y="1407104"/>
                  <a:pt x="1528480" y="1405375"/>
                </a:cubicBezTo>
                <a:cubicBezTo>
                  <a:pt x="1513981" y="1402975"/>
                  <a:pt x="1498042" y="1403647"/>
                  <a:pt x="1485272" y="1397502"/>
                </a:cubicBezTo>
                <a:cubicBezTo>
                  <a:pt x="1471639" y="1390973"/>
                  <a:pt x="1458676" y="1387997"/>
                  <a:pt x="1444562" y="1390013"/>
                </a:cubicBezTo>
                <a:cubicBezTo>
                  <a:pt x="1439857" y="1390685"/>
                  <a:pt x="1433808" y="1394718"/>
                  <a:pt x="1431696" y="1398846"/>
                </a:cubicBezTo>
                <a:cubicBezTo>
                  <a:pt x="1426991" y="1408064"/>
                  <a:pt x="1420559" y="1409697"/>
                  <a:pt x="1411821" y="1406527"/>
                </a:cubicBezTo>
                <a:cubicBezTo>
                  <a:pt x="1404236" y="1403839"/>
                  <a:pt x="1394922" y="1402495"/>
                  <a:pt x="1389738" y="1397310"/>
                </a:cubicBezTo>
                <a:cubicBezTo>
                  <a:pt x="1375047" y="1382620"/>
                  <a:pt x="1356324" y="1382140"/>
                  <a:pt x="1338081" y="1378204"/>
                </a:cubicBezTo>
                <a:cubicBezTo>
                  <a:pt x="1326945" y="1375802"/>
                  <a:pt x="1316574" y="1375707"/>
                  <a:pt x="1305436" y="1377339"/>
                </a:cubicBezTo>
                <a:cubicBezTo>
                  <a:pt x="1281241" y="1380988"/>
                  <a:pt x="1257717" y="1375802"/>
                  <a:pt x="1234481" y="1369178"/>
                </a:cubicBezTo>
                <a:cubicBezTo>
                  <a:pt x="1219118" y="1364761"/>
                  <a:pt x="1203372" y="1362073"/>
                  <a:pt x="1188106" y="1357560"/>
                </a:cubicBezTo>
                <a:cubicBezTo>
                  <a:pt x="1176680" y="1354104"/>
                  <a:pt x="1165255" y="1349975"/>
                  <a:pt x="1154790" y="1344406"/>
                </a:cubicBezTo>
                <a:cubicBezTo>
                  <a:pt x="1139618" y="1336244"/>
                  <a:pt x="1126369" y="1323954"/>
                  <a:pt x="1107069" y="1327219"/>
                </a:cubicBezTo>
                <a:cubicBezTo>
                  <a:pt x="1090074" y="1330099"/>
                  <a:pt x="1074713" y="1324051"/>
                  <a:pt x="1059158" y="1318290"/>
                </a:cubicBezTo>
                <a:cubicBezTo>
                  <a:pt x="1047732" y="1314065"/>
                  <a:pt x="1036308" y="1309744"/>
                  <a:pt x="1024496" y="1307056"/>
                </a:cubicBezTo>
                <a:cubicBezTo>
                  <a:pt x="1010478" y="1303887"/>
                  <a:pt x="994635" y="1305232"/>
                  <a:pt x="982153" y="1299374"/>
                </a:cubicBezTo>
                <a:cubicBezTo>
                  <a:pt x="969095" y="1293229"/>
                  <a:pt x="958246" y="1297358"/>
                  <a:pt x="946628" y="1299087"/>
                </a:cubicBezTo>
                <a:cubicBezTo>
                  <a:pt x="928097" y="1301775"/>
                  <a:pt x="909661" y="1306768"/>
                  <a:pt x="890939" y="1300431"/>
                </a:cubicBezTo>
                <a:cubicBezTo>
                  <a:pt x="868184" y="1292750"/>
                  <a:pt x="845620" y="1284493"/>
                  <a:pt x="822769" y="1277196"/>
                </a:cubicBezTo>
                <a:cubicBezTo>
                  <a:pt x="813934" y="1274410"/>
                  <a:pt x="804431" y="1273258"/>
                  <a:pt x="795212" y="1272010"/>
                </a:cubicBezTo>
                <a:cubicBezTo>
                  <a:pt x="786476" y="1270954"/>
                  <a:pt x="776010" y="1273642"/>
                  <a:pt x="769288" y="1269610"/>
                </a:cubicBezTo>
                <a:cubicBezTo>
                  <a:pt x="752005" y="1259241"/>
                  <a:pt x="734243" y="1254152"/>
                  <a:pt x="714271" y="1254152"/>
                </a:cubicBezTo>
                <a:cubicBezTo>
                  <a:pt x="706781" y="1254152"/>
                  <a:pt x="699484" y="1249831"/>
                  <a:pt x="691900" y="1249062"/>
                </a:cubicBezTo>
                <a:cubicBezTo>
                  <a:pt x="681529" y="1248103"/>
                  <a:pt x="669623" y="1245510"/>
                  <a:pt x="660598" y="1249159"/>
                </a:cubicBezTo>
                <a:cubicBezTo>
                  <a:pt x="639379" y="1257800"/>
                  <a:pt x="622193" y="1250599"/>
                  <a:pt x="603662" y="1242054"/>
                </a:cubicBezTo>
                <a:cubicBezTo>
                  <a:pt x="585418" y="1233604"/>
                  <a:pt x="566215" y="1226884"/>
                  <a:pt x="546821" y="1221314"/>
                </a:cubicBezTo>
                <a:cubicBezTo>
                  <a:pt x="539524" y="1219298"/>
                  <a:pt x="530787" y="1222659"/>
                  <a:pt x="522721" y="1223330"/>
                </a:cubicBezTo>
                <a:cubicBezTo>
                  <a:pt x="519840" y="1223523"/>
                  <a:pt x="516671" y="1223811"/>
                  <a:pt x="514080" y="1222851"/>
                </a:cubicBezTo>
                <a:cubicBezTo>
                  <a:pt x="489020" y="1213633"/>
                  <a:pt x="463575" y="1206624"/>
                  <a:pt x="436404" y="1211424"/>
                </a:cubicBezTo>
                <a:cubicBezTo>
                  <a:pt x="433908" y="1211905"/>
                  <a:pt x="431123" y="1210849"/>
                  <a:pt x="428626" y="1210177"/>
                </a:cubicBezTo>
                <a:cubicBezTo>
                  <a:pt x="416432" y="1206720"/>
                  <a:pt x="404526" y="1201247"/>
                  <a:pt x="392141" y="1199999"/>
                </a:cubicBezTo>
                <a:cubicBezTo>
                  <a:pt x="361608" y="1196927"/>
                  <a:pt x="330884" y="1195678"/>
                  <a:pt x="300157" y="1193662"/>
                </a:cubicBezTo>
                <a:cubicBezTo>
                  <a:pt x="298237" y="1193566"/>
                  <a:pt x="296221" y="1193566"/>
                  <a:pt x="294493" y="1192894"/>
                </a:cubicBezTo>
                <a:cubicBezTo>
                  <a:pt x="283163" y="1188765"/>
                  <a:pt x="273274" y="1190110"/>
                  <a:pt x="263671" y="1197982"/>
                </a:cubicBezTo>
                <a:cubicBezTo>
                  <a:pt x="259447" y="1201439"/>
                  <a:pt x="253686" y="1203263"/>
                  <a:pt x="248406" y="1205184"/>
                </a:cubicBezTo>
                <a:cubicBezTo>
                  <a:pt x="240628" y="1208065"/>
                  <a:pt x="232659" y="1210849"/>
                  <a:pt x="224594" y="1212673"/>
                </a:cubicBezTo>
                <a:cubicBezTo>
                  <a:pt x="216624" y="1214401"/>
                  <a:pt x="208079" y="1216801"/>
                  <a:pt x="200398" y="1215458"/>
                </a:cubicBezTo>
                <a:cubicBezTo>
                  <a:pt x="186572" y="1213057"/>
                  <a:pt x="173417" y="1207681"/>
                  <a:pt x="159783" y="1204127"/>
                </a:cubicBezTo>
                <a:cubicBezTo>
                  <a:pt x="155079" y="1202879"/>
                  <a:pt x="149893" y="1203072"/>
                  <a:pt x="144997" y="1202975"/>
                </a:cubicBezTo>
                <a:cubicBezTo>
                  <a:pt x="133763" y="1202688"/>
                  <a:pt x="122241" y="1205472"/>
                  <a:pt x="112064" y="1197503"/>
                </a:cubicBezTo>
                <a:cubicBezTo>
                  <a:pt x="102655" y="1190014"/>
                  <a:pt x="93148" y="1192221"/>
                  <a:pt x="83259" y="1197887"/>
                </a:cubicBezTo>
                <a:cubicBezTo>
                  <a:pt x="76154" y="1201920"/>
                  <a:pt x="68090" y="1205088"/>
                  <a:pt x="60120" y="1206624"/>
                </a:cubicBezTo>
                <a:cubicBezTo>
                  <a:pt x="49174" y="1208736"/>
                  <a:pt x="38324" y="1209601"/>
                  <a:pt x="26514" y="1208352"/>
                </a:cubicBezTo>
                <a:cubicBezTo>
                  <a:pt x="18161" y="1207488"/>
                  <a:pt x="11343" y="1207104"/>
                  <a:pt x="4814" y="1202015"/>
                </a:cubicBezTo>
                <a:cubicBezTo>
                  <a:pt x="3759" y="1201247"/>
                  <a:pt x="1839" y="1201055"/>
                  <a:pt x="398" y="1201152"/>
                </a:cubicBezTo>
                <a:lnTo>
                  <a:pt x="0" y="1201150"/>
                </a:lnTo>
                <a:lnTo>
                  <a:pt x="0" y="1004512"/>
                </a:lnTo>
                <a:lnTo>
                  <a:pt x="30355" y="1002784"/>
                </a:lnTo>
                <a:cubicBezTo>
                  <a:pt x="37748" y="1002111"/>
                  <a:pt x="44853" y="999520"/>
                  <a:pt x="52151" y="997695"/>
                </a:cubicBezTo>
                <a:cubicBezTo>
                  <a:pt x="56183" y="996639"/>
                  <a:pt x="60504" y="993855"/>
                  <a:pt x="64248" y="994430"/>
                </a:cubicBezTo>
                <a:cubicBezTo>
                  <a:pt x="85948" y="997791"/>
                  <a:pt x="105823" y="989534"/>
                  <a:pt x="126370" y="985405"/>
                </a:cubicBezTo>
                <a:cubicBezTo>
                  <a:pt x="135876" y="983485"/>
                  <a:pt x="144805" y="978876"/>
                  <a:pt x="154022" y="975708"/>
                </a:cubicBezTo>
                <a:cubicBezTo>
                  <a:pt x="156423" y="974843"/>
                  <a:pt x="159111" y="974075"/>
                  <a:pt x="161512" y="974268"/>
                </a:cubicBezTo>
                <a:cubicBezTo>
                  <a:pt x="175242" y="975420"/>
                  <a:pt x="188876" y="977052"/>
                  <a:pt x="202510" y="978300"/>
                </a:cubicBezTo>
                <a:cubicBezTo>
                  <a:pt x="214896" y="979452"/>
                  <a:pt x="227378" y="979836"/>
                  <a:pt x="233235" y="993950"/>
                </a:cubicBezTo>
                <a:cubicBezTo>
                  <a:pt x="234100" y="996159"/>
                  <a:pt x="236979" y="997791"/>
                  <a:pt x="239188" y="999231"/>
                </a:cubicBezTo>
                <a:cubicBezTo>
                  <a:pt x="273274" y="1021411"/>
                  <a:pt x="291516" y="1020835"/>
                  <a:pt x="324834" y="997407"/>
                </a:cubicBezTo>
                <a:cubicBezTo>
                  <a:pt x="328290" y="995007"/>
                  <a:pt x="335683" y="993278"/>
                  <a:pt x="337987" y="995198"/>
                </a:cubicBezTo>
                <a:cubicBezTo>
                  <a:pt x="357575" y="1011137"/>
                  <a:pt x="378986" y="1009409"/>
                  <a:pt x="401550" y="1004416"/>
                </a:cubicBezTo>
                <a:cubicBezTo>
                  <a:pt x="407407" y="1003072"/>
                  <a:pt x="415664" y="1003072"/>
                  <a:pt x="420081" y="1006240"/>
                </a:cubicBezTo>
                <a:cubicBezTo>
                  <a:pt x="441108" y="1020930"/>
                  <a:pt x="463672" y="1018819"/>
                  <a:pt x="486523" y="1014498"/>
                </a:cubicBezTo>
                <a:cubicBezTo>
                  <a:pt x="490075" y="1013826"/>
                  <a:pt x="494397" y="1010177"/>
                  <a:pt x="495932" y="1006817"/>
                </a:cubicBezTo>
                <a:cubicBezTo>
                  <a:pt x="501406" y="994911"/>
                  <a:pt x="511680" y="990878"/>
                  <a:pt x="523009" y="987517"/>
                </a:cubicBezTo>
                <a:cubicBezTo>
                  <a:pt x="540868" y="982044"/>
                  <a:pt x="558438" y="975611"/>
                  <a:pt x="576393" y="970427"/>
                </a:cubicBezTo>
                <a:cubicBezTo>
                  <a:pt x="580811" y="969179"/>
                  <a:pt x="586283" y="969947"/>
                  <a:pt x="590892" y="971387"/>
                </a:cubicBezTo>
                <a:cubicBezTo>
                  <a:pt x="606638" y="976284"/>
                  <a:pt x="616624" y="988574"/>
                  <a:pt x="627569" y="999904"/>
                </a:cubicBezTo>
                <a:cubicBezTo>
                  <a:pt x="632370" y="1004897"/>
                  <a:pt x="638995" y="1008449"/>
                  <a:pt x="645429" y="1011329"/>
                </a:cubicBezTo>
                <a:cubicBezTo>
                  <a:pt x="662135" y="1018723"/>
                  <a:pt x="679226" y="1025348"/>
                  <a:pt x="696125" y="1032356"/>
                </a:cubicBezTo>
                <a:cubicBezTo>
                  <a:pt x="697757" y="1033029"/>
                  <a:pt x="699100" y="1034757"/>
                  <a:pt x="700349" y="1036197"/>
                </a:cubicBezTo>
                <a:cubicBezTo>
                  <a:pt x="712831" y="1051368"/>
                  <a:pt x="725216" y="1066634"/>
                  <a:pt x="737795" y="1081804"/>
                </a:cubicBezTo>
                <a:cubicBezTo>
                  <a:pt x="740195" y="1084684"/>
                  <a:pt x="743652" y="1086797"/>
                  <a:pt x="746244" y="1089581"/>
                </a:cubicBezTo>
                <a:cubicBezTo>
                  <a:pt x="749893" y="1093422"/>
                  <a:pt x="754502" y="1097071"/>
                  <a:pt x="756422" y="1101680"/>
                </a:cubicBezTo>
                <a:cubicBezTo>
                  <a:pt x="762374" y="1116177"/>
                  <a:pt x="773801" y="1122419"/>
                  <a:pt x="788202" y="1125108"/>
                </a:cubicBezTo>
                <a:cubicBezTo>
                  <a:pt x="801357" y="1127603"/>
                  <a:pt x="814511" y="1129716"/>
                  <a:pt x="827569" y="1132596"/>
                </a:cubicBezTo>
                <a:cubicBezTo>
                  <a:pt x="843507" y="1136053"/>
                  <a:pt x="859350" y="1139798"/>
                  <a:pt x="875097" y="1144022"/>
                </a:cubicBezTo>
                <a:cubicBezTo>
                  <a:pt x="881913" y="1145847"/>
                  <a:pt x="889115" y="1147959"/>
                  <a:pt x="894972" y="1151704"/>
                </a:cubicBezTo>
                <a:cubicBezTo>
                  <a:pt x="911390" y="1162073"/>
                  <a:pt x="928961" y="1169082"/>
                  <a:pt x="948260" y="1166298"/>
                </a:cubicBezTo>
                <a:cubicBezTo>
                  <a:pt x="963718" y="1164089"/>
                  <a:pt x="976680" y="1169754"/>
                  <a:pt x="986282" y="1178588"/>
                </a:cubicBezTo>
                <a:cubicBezTo>
                  <a:pt x="1003757" y="1194623"/>
                  <a:pt x="1022479" y="1190973"/>
                  <a:pt x="1041107" y="1185789"/>
                </a:cubicBezTo>
                <a:cubicBezTo>
                  <a:pt x="1050708" y="1183101"/>
                  <a:pt x="1058581" y="1183485"/>
                  <a:pt x="1067703" y="1186076"/>
                </a:cubicBezTo>
                <a:cubicBezTo>
                  <a:pt x="1088826" y="1192126"/>
                  <a:pt x="1102941" y="1208544"/>
                  <a:pt x="1116574" y="1222946"/>
                </a:cubicBezTo>
                <a:cubicBezTo>
                  <a:pt x="1128193" y="1235236"/>
                  <a:pt x="1141251" y="1242149"/>
                  <a:pt x="1155557" y="1247335"/>
                </a:cubicBezTo>
                <a:cubicBezTo>
                  <a:pt x="1173608" y="1253959"/>
                  <a:pt x="1187914" y="1251464"/>
                  <a:pt x="1196556" y="1235525"/>
                </a:cubicBezTo>
                <a:cubicBezTo>
                  <a:pt x="1198956" y="1231012"/>
                  <a:pt x="1203180" y="1225730"/>
                  <a:pt x="1207693" y="1224387"/>
                </a:cubicBezTo>
                <a:cubicBezTo>
                  <a:pt x="1229488" y="1217666"/>
                  <a:pt x="1251572" y="1207872"/>
                  <a:pt x="1274904" y="1213826"/>
                </a:cubicBezTo>
                <a:cubicBezTo>
                  <a:pt x="1307165" y="1221987"/>
                  <a:pt x="1338658" y="1221507"/>
                  <a:pt x="1370919" y="1213442"/>
                </a:cubicBezTo>
                <a:cubicBezTo>
                  <a:pt x="1423247" y="1200383"/>
                  <a:pt x="1475575" y="1186557"/>
                  <a:pt x="1530593" y="1189437"/>
                </a:cubicBezTo>
                <a:cubicBezTo>
                  <a:pt x="1539713" y="1189917"/>
                  <a:pt x="1550563" y="1184060"/>
                  <a:pt x="1558436" y="1178299"/>
                </a:cubicBezTo>
                <a:cubicBezTo>
                  <a:pt x="1573511" y="1167354"/>
                  <a:pt x="1572838" y="1166489"/>
                  <a:pt x="1589737" y="1175515"/>
                </a:cubicBezTo>
                <a:cubicBezTo>
                  <a:pt x="1593770" y="1177724"/>
                  <a:pt x="1598763" y="1179068"/>
                  <a:pt x="1601740" y="1182333"/>
                </a:cubicBezTo>
                <a:cubicBezTo>
                  <a:pt x="1616909" y="1198943"/>
                  <a:pt x="1635633" y="1194910"/>
                  <a:pt x="1654259" y="1192510"/>
                </a:cubicBezTo>
                <a:cubicBezTo>
                  <a:pt x="1657524" y="1192030"/>
                  <a:pt x="1661460" y="1191358"/>
                  <a:pt x="1664246" y="1192702"/>
                </a:cubicBezTo>
                <a:cubicBezTo>
                  <a:pt x="1676823" y="1198750"/>
                  <a:pt x="1687481" y="1196639"/>
                  <a:pt x="1698427" y="1188381"/>
                </a:cubicBezTo>
                <a:cubicBezTo>
                  <a:pt x="1707932" y="1181276"/>
                  <a:pt x="1718878" y="1177052"/>
                  <a:pt x="1730112" y="1185885"/>
                </a:cubicBezTo>
                <a:cubicBezTo>
                  <a:pt x="1755076" y="1205472"/>
                  <a:pt x="1781767" y="1206432"/>
                  <a:pt x="1809996" y="1194046"/>
                </a:cubicBezTo>
                <a:cubicBezTo>
                  <a:pt x="1830159" y="1185213"/>
                  <a:pt x="1850034" y="1183196"/>
                  <a:pt x="1871254" y="1192126"/>
                </a:cubicBezTo>
                <a:cubicBezTo>
                  <a:pt x="1879415" y="1195582"/>
                  <a:pt x="1889977" y="1193278"/>
                  <a:pt x="1899482" y="1194046"/>
                </a:cubicBezTo>
                <a:cubicBezTo>
                  <a:pt x="1904859" y="1194430"/>
                  <a:pt x="1910813" y="1194526"/>
                  <a:pt x="1915420" y="1196927"/>
                </a:cubicBezTo>
                <a:cubicBezTo>
                  <a:pt x="1927711" y="1203072"/>
                  <a:pt x="1939136" y="1210945"/>
                  <a:pt x="1951522" y="1216994"/>
                </a:cubicBezTo>
                <a:cubicBezTo>
                  <a:pt x="1957475" y="1219874"/>
                  <a:pt x="1964580" y="1221410"/>
                  <a:pt x="1971302" y="1221507"/>
                </a:cubicBezTo>
                <a:cubicBezTo>
                  <a:pt x="1991177" y="1221987"/>
                  <a:pt x="2011052" y="1221987"/>
                  <a:pt x="2030831" y="1221123"/>
                </a:cubicBezTo>
                <a:cubicBezTo>
                  <a:pt x="2063476" y="1219778"/>
                  <a:pt x="2096601" y="1219490"/>
                  <a:pt x="2120125" y="1190878"/>
                </a:cubicBezTo>
                <a:cubicBezTo>
                  <a:pt x="2122046" y="1188573"/>
                  <a:pt x="2126174" y="1187229"/>
                  <a:pt x="2129439" y="1186845"/>
                </a:cubicBezTo>
                <a:cubicBezTo>
                  <a:pt x="2144513" y="1185021"/>
                  <a:pt x="2159971" y="1184828"/>
                  <a:pt x="2174854" y="1181852"/>
                </a:cubicBezTo>
                <a:cubicBezTo>
                  <a:pt x="2186760" y="1179452"/>
                  <a:pt x="2196650" y="1180220"/>
                  <a:pt x="2205674" y="1188669"/>
                </a:cubicBezTo>
                <a:cubicBezTo>
                  <a:pt x="2217485" y="1199807"/>
                  <a:pt x="2231887" y="1206336"/>
                  <a:pt x="2247634" y="1202784"/>
                </a:cubicBezTo>
                <a:cubicBezTo>
                  <a:pt x="2263379" y="1199327"/>
                  <a:pt x="2273749" y="1206816"/>
                  <a:pt x="2285367" y="1214594"/>
                </a:cubicBezTo>
                <a:cubicBezTo>
                  <a:pt x="2293817" y="1220258"/>
                  <a:pt x="2303418" y="1227363"/>
                  <a:pt x="2312827" y="1227939"/>
                </a:cubicBezTo>
                <a:cubicBezTo>
                  <a:pt x="2334143" y="1229187"/>
                  <a:pt x="2352482" y="1248967"/>
                  <a:pt x="2375622" y="1237733"/>
                </a:cubicBezTo>
                <a:cubicBezTo>
                  <a:pt x="2377158" y="1236965"/>
                  <a:pt x="2379942" y="1238885"/>
                  <a:pt x="2382151" y="1239365"/>
                </a:cubicBezTo>
                <a:cubicBezTo>
                  <a:pt x="2399817" y="1243014"/>
                  <a:pt x="2416428" y="1239461"/>
                  <a:pt x="2429390" y="1227459"/>
                </a:cubicBezTo>
                <a:cubicBezTo>
                  <a:pt x="2446385" y="1211809"/>
                  <a:pt x="2465203" y="1210272"/>
                  <a:pt x="2486134" y="1215362"/>
                </a:cubicBezTo>
                <a:cubicBezTo>
                  <a:pt x="2492856" y="1216994"/>
                  <a:pt x="2499577" y="1218146"/>
                  <a:pt x="2506394" y="1219490"/>
                </a:cubicBezTo>
                <a:cubicBezTo>
                  <a:pt x="2515611" y="1221410"/>
                  <a:pt x="2524925" y="1223427"/>
                  <a:pt x="2534142" y="1225347"/>
                </a:cubicBezTo>
                <a:cubicBezTo>
                  <a:pt x="2543072" y="1227268"/>
                  <a:pt x="2552962" y="1230532"/>
                  <a:pt x="2559874" y="1222275"/>
                </a:cubicBezTo>
                <a:cubicBezTo>
                  <a:pt x="2565827" y="1215169"/>
                  <a:pt x="2570052" y="1215842"/>
                  <a:pt x="2575525" y="1221987"/>
                </a:cubicBezTo>
                <a:cubicBezTo>
                  <a:pt x="2594536" y="1243494"/>
                  <a:pt x="2617580" y="1256936"/>
                  <a:pt x="2646960" y="1257896"/>
                </a:cubicBezTo>
                <a:cubicBezTo>
                  <a:pt x="2653009" y="1258088"/>
                  <a:pt x="2659154" y="1259432"/>
                  <a:pt x="2665107" y="1260873"/>
                </a:cubicBezTo>
                <a:cubicBezTo>
                  <a:pt x="2668756" y="1261736"/>
                  <a:pt x="2673173" y="1262697"/>
                  <a:pt x="2675381" y="1265290"/>
                </a:cubicBezTo>
                <a:cubicBezTo>
                  <a:pt x="2692567" y="1285068"/>
                  <a:pt x="2713979" y="1298799"/>
                  <a:pt x="2737311" y="1309841"/>
                </a:cubicBezTo>
                <a:cubicBezTo>
                  <a:pt x="2745664" y="1313777"/>
                  <a:pt x="2754594" y="1317713"/>
                  <a:pt x="2763619" y="1318866"/>
                </a:cubicBezTo>
                <a:cubicBezTo>
                  <a:pt x="2773028" y="1320018"/>
                  <a:pt x="2782917" y="1318098"/>
                  <a:pt x="2792519" y="1317041"/>
                </a:cubicBezTo>
                <a:cubicBezTo>
                  <a:pt x="2798184" y="1316466"/>
                  <a:pt x="2804713" y="1316561"/>
                  <a:pt x="2809226" y="1313777"/>
                </a:cubicBezTo>
                <a:cubicBezTo>
                  <a:pt x="2823532" y="1305039"/>
                  <a:pt x="2837358" y="1295631"/>
                  <a:pt x="2850705" y="1285452"/>
                </a:cubicBezTo>
                <a:cubicBezTo>
                  <a:pt x="2862131" y="1276715"/>
                  <a:pt x="2864435" y="1275467"/>
                  <a:pt x="2874324" y="1286413"/>
                </a:cubicBezTo>
                <a:cubicBezTo>
                  <a:pt x="2884502" y="1297647"/>
                  <a:pt x="2897176" y="1303503"/>
                  <a:pt x="2911194" y="1305903"/>
                </a:cubicBezTo>
                <a:cubicBezTo>
                  <a:pt x="2933373" y="1309648"/>
                  <a:pt x="2955745" y="1312816"/>
                  <a:pt x="2978116" y="1314641"/>
                </a:cubicBezTo>
                <a:cubicBezTo>
                  <a:pt x="2998375" y="1316273"/>
                  <a:pt x="3008073" y="1307440"/>
                  <a:pt x="3012106" y="1287373"/>
                </a:cubicBezTo>
                <a:cubicBezTo>
                  <a:pt x="3014410" y="1276235"/>
                  <a:pt x="3017387" y="1264137"/>
                  <a:pt x="3029676" y="1261161"/>
                </a:cubicBezTo>
                <a:cubicBezTo>
                  <a:pt x="3049744" y="1256360"/>
                  <a:pt x="3070579" y="1254248"/>
                  <a:pt x="3080469" y="1230724"/>
                </a:cubicBezTo>
                <a:cubicBezTo>
                  <a:pt x="3085941" y="1235909"/>
                  <a:pt x="3089302" y="1238981"/>
                  <a:pt x="3092567" y="1242054"/>
                </a:cubicBezTo>
                <a:cubicBezTo>
                  <a:pt x="3101592" y="1250599"/>
                  <a:pt x="3120314" y="1254248"/>
                  <a:pt x="3129821" y="1246855"/>
                </a:cubicBezTo>
                <a:cubicBezTo>
                  <a:pt x="3143839" y="1236101"/>
                  <a:pt x="3156705" y="1238117"/>
                  <a:pt x="3170147" y="1246471"/>
                </a:cubicBezTo>
                <a:cubicBezTo>
                  <a:pt x="3192615" y="1260297"/>
                  <a:pt x="3217674" y="1257128"/>
                  <a:pt x="3240429" y="1251559"/>
                </a:cubicBezTo>
                <a:cubicBezTo>
                  <a:pt x="3257617" y="1247430"/>
                  <a:pt x="3275956" y="1239845"/>
                  <a:pt x="3287189" y="1222466"/>
                </a:cubicBezTo>
                <a:cubicBezTo>
                  <a:pt x="3290741" y="1216898"/>
                  <a:pt x="3298711" y="1214113"/>
                  <a:pt x="3305049" y="1210465"/>
                </a:cubicBezTo>
                <a:cubicBezTo>
                  <a:pt x="3310329" y="1207488"/>
                  <a:pt x="3315898" y="1204704"/>
                  <a:pt x="3321755" y="1202784"/>
                </a:cubicBezTo>
                <a:cubicBezTo>
                  <a:pt x="3327995" y="1200671"/>
                  <a:pt x="3334909" y="1197598"/>
                  <a:pt x="3341055" y="1198463"/>
                </a:cubicBezTo>
                <a:cubicBezTo>
                  <a:pt x="3359681" y="1200959"/>
                  <a:pt x="3374467" y="1196062"/>
                  <a:pt x="3387621" y="1182140"/>
                </a:cubicBezTo>
                <a:cubicBezTo>
                  <a:pt x="3394439" y="1174939"/>
                  <a:pt x="3404520" y="1166202"/>
                  <a:pt x="3413161" y="1166105"/>
                </a:cubicBezTo>
                <a:cubicBezTo>
                  <a:pt x="3434189" y="1165818"/>
                  <a:pt x="3451663" y="1158905"/>
                  <a:pt x="3470579" y="1150647"/>
                </a:cubicBezTo>
                <a:cubicBezTo>
                  <a:pt x="3482772" y="1145366"/>
                  <a:pt x="3496598" y="1141718"/>
                  <a:pt x="3509657" y="1136821"/>
                </a:cubicBezTo>
                <a:cubicBezTo>
                  <a:pt x="3524923" y="1131060"/>
                  <a:pt x="3541534" y="1128948"/>
                  <a:pt x="3550847" y="1113009"/>
                </a:cubicBezTo>
                <a:cubicBezTo>
                  <a:pt x="3551903" y="1111281"/>
                  <a:pt x="3555072" y="1110993"/>
                  <a:pt x="3556608" y="1109361"/>
                </a:cubicBezTo>
                <a:cubicBezTo>
                  <a:pt x="3561505" y="1104368"/>
                  <a:pt x="3567842" y="1099760"/>
                  <a:pt x="3570435" y="1093710"/>
                </a:cubicBezTo>
                <a:cubicBezTo>
                  <a:pt x="3577923" y="1076044"/>
                  <a:pt x="3583780" y="1057800"/>
                  <a:pt x="3590501" y="1039846"/>
                </a:cubicBezTo>
                <a:cubicBezTo>
                  <a:pt x="3591942" y="1036005"/>
                  <a:pt x="3593285" y="1031108"/>
                  <a:pt x="3596263" y="1028900"/>
                </a:cubicBezTo>
                <a:cubicBezTo>
                  <a:pt x="3613449" y="1016226"/>
                  <a:pt x="3630925" y="1004032"/>
                  <a:pt x="3648591" y="992030"/>
                </a:cubicBezTo>
                <a:cubicBezTo>
                  <a:pt x="3655696" y="987229"/>
                  <a:pt x="3661649" y="989918"/>
                  <a:pt x="3667986" y="995487"/>
                </a:cubicBezTo>
                <a:cubicBezTo>
                  <a:pt x="3674131" y="1000768"/>
                  <a:pt x="3681717" y="1006240"/>
                  <a:pt x="3689397" y="1007585"/>
                </a:cubicBezTo>
                <a:cubicBezTo>
                  <a:pt x="3704760" y="1010177"/>
                  <a:pt x="3720698" y="1010753"/>
                  <a:pt x="3736349" y="1010753"/>
                </a:cubicBezTo>
                <a:cubicBezTo>
                  <a:pt x="3742205" y="1010753"/>
                  <a:pt x="3748446" y="1007297"/>
                  <a:pt x="3753919" y="1004513"/>
                </a:cubicBezTo>
                <a:cubicBezTo>
                  <a:pt x="3764289" y="999231"/>
                  <a:pt x="3773890" y="992126"/>
                  <a:pt x="3784643" y="987710"/>
                </a:cubicBezTo>
                <a:cubicBezTo>
                  <a:pt x="3797126" y="982621"/>
                  <a:pt x="3804615" y="974459"/>
                  <a:pt x="3808359" y="961689"/>
                </a:cubicBezTo>
                <a:cubicBezTo>
                  <a:pt x="3813929" y="942679"/>
                  <a:pt x="3827179" y="929428"/>
                  <a:pt x="3842829" y="918674"/>
                </a:cubicBezTo>
                <a:cubicBezTo>
                  <a:pt x="3862705" y="904944"/>
                  <a:pt x="3886421" y="905616"/>
                  <a:pt x="3908983" y="902256"/>
                </a:cubicBezTo>
                <a:cubicBezTo>
                  <a:pt x="3917625" y="901008"/>
                  <a:pt x="3926555" y="899951"/>
                  <a:pt x="3934428" y="896783"/>
                </a:cubicBezTo>
                <a:cubicBezTo>
                  <a:pt x="3964288" y="884877"/>
                  <a:pt x="3994149" y="873548"/>
                  <a:pt x="4026987" y="873835"/>
                </a:cubicBezTo>
                <a:cubicBezTo>
                  <a:pt x="4029674" y="873835"/>
                  <a:pt x="4032363" y="873548"/>
                  <a:pt x="4035051" y="873067"/>
                </a:cubicBezTo>
                <a:cubicBezTo>
                  <a:pt x="4058383" y="869131"/>
                  <a:pt x="4082483" y="867594"/>
                  <a:pt x="4099189" y="846664"/>
                </a:cubicBezTo>
                <a:cubicBezTo>
                  <a:pt x="4102261" y="842823"/>
                  <a:pt x="4109271" y="841671"/>
                  <a:pt x="4114647" y="840134"/>
                </a:cubicBezTo>
                <a:cubicBezTo>
                  <a:pt x="4123961" y="837638"/>
                  <a:pt x="4130203" y="832549"/>
                  <a:pt x="4133563" y="823427"/>
                </a:cubicBezTo>
                <a:cubicBezTo>
                  <a:pt x="4139229" y="807681"/>
                  <a:pt x="4145949" y="792223"/>
                  <a:pt x="4151039" y="776284"/>
                </a:cubicBezTo>
                <a:cubicBezTo>
                  <a:pt x="4154591" y="765338"/>
                  <a:pt x="4161215" y="759289"/>
                  <a:pt x="4171489" y="754776"/>
                </a:cubicBezTo>
                <a:cubicBezTo>
                  <a:pt x="4177251" y="752280"/>
                  <a:pt x="4182243" y="746808"/>
                  <a:pt x="4186372" y="741718"/>
                </a:cubicBezTo>
                <a:cubicBezTo>
                  <a:pt x="4191365" y="735573"/>
                  <a:pt x="4193957" y="727412"/>
                  <a:pt x="4199429" y="721940"/>
                </a:cubicBezTo>
                <a:cubicBezTo>
                  <a:pt x="4212775" y="708305"/>
                  <a:pt x="4216905" y="693231"/>
                  <a:pt x="4212487" y="674604"/>
                </a:cubicBezTo>
                <a:cubicBezTo>
                  <a:pt x="4208551" y="658090"/>
                  <a:pt x="4218921" y="636006"/>
                  <a:pt x="4232555" y="632645"/>
                </a:cubicBezTo>
                <a:cubicBezTo>
                  <a:pt x="4247629" y="628900"/>
                  <a:pt x="4257999" y="619684"/>
                  <a:pt x="4268657" y="609410"/>
                </a:cubicBezTo>
                <a:cubicBezTo>
                  <a:pt x="4274609" y="603649"/>
                  <a:pt x="4282963" y="598656"/>
                  <a:pt x="4291028" y="597216"/>
                </a:cubicBezTo>
                <a:cubicBezTo>
                  <a:pt x="4321657" y="591647"/>
                  <a:pt x="4350557" y="598464"/>
                  <a:pt x="4379651" y="609506"/>
                </a:cubicBezTo>
                <a:cubicBezTo>
                  <a:pt x="4398661" y="616707"/>
                  <a:pt x="4419784" y="618627"/>
                  <a:pt x="4440139" y="621507"/>
                </a:cubicBezTo>
                <a:cubicBezTo>
                  <a:pt x="4446477" y="622371"/>
                  <a:pt x="4454542" y="620452"/>
                  <a:pt x="4460015" y="616899"/>
                </a:cubicBezTo>
                <a:cubicBezTo>
                  <a:pt x="4479218" y="604609"/>
                  <a:pt x="4498325" y="591935"/>
                  <a:pt x="4516183" y="577724"/>
                </a:cubicBezTo>
                <a:cubicBezTo>
                  <a:pt x="4532795" y="564379"/>
                  <a:pt x="4551517" y="558810"/>
                  <a:pt x="4571681" y="560250"/>
                </a:cubicBezTo>
                <a:cubicBezTo>
                  <a:pt x="4586371" y="561306"/>
                  <a:pt x="4599621" y="558905"/>
                  <a:pt x="4613447" y="555257"/>
                </a:cubicBezTo>
                <a:cubicBezTo>
                  <a:pt x="4624969" y="552185"/>
                  <a:pt x="4637643" y="550072"/>
                  <a:pt x="4649355" y="551417"/>
                </a:cubicBezTo>
                <a:cubicBezTo>
                  <a:pt x="4665775" y="553337"/>
                  <a:pt x="4679313" y="550553"/>
                  <a:pt x="4692467" y="540663"/>
                </a:cubicBezTo>
                <a:cubicBezTo>
                  <a:pt x="4699476" y="535382"/>
                  <a:pt x="4708502" y="532598"/>
                  <a:pt x="4716855" y="528949"/>
                </a:cubicBezTo>
                <a:cubicBezTo>
                  <a:pt x="4729721" y="523284"/>
                  <a:pt x="4743067" y="518483"/>
                  <a:pt x="4755645" y="512147"/>
                </a:cubicBezTo>
                <a:cubicBezTo>
                  <a:pt x="4769183" y="505425"/>
                  <a:pt x="4781569" y="496112"/>
                  <a:pt x="4795395" y="490351"/>
                </a:cubicBezTo>
                <a:cubicBezTo>
                  <a:pt x="4810278" y="484110"/>
                  <a:pt x="4819879" y="474605"/>
                  <a:pt x="4825928" y="459818"/>
                </a:cubicBezTo>
                <a:cubicBezTo>
                  <a:pt x="4829769" y="450504"/>
                  <a:pt x="4835049" y="440615"/>
                  <a:pt x="4842347" y="434086"/>
                </a:cubicBezTo>
                <a:cubicBezTo>
                  <a:pt x="4857422" y="420740"/>
                  <a:pt x="4875087" y="410370"/>
                  <a:pt x="4890451" y="397216"/>
                </a:cubicBezTo>
                <a:cubicBezTo>
                  <a:pt x="4912054" y="378781"/>
                  <a:pt x="4932025" y="359194"/>
                  <a:pt x="4933945" y="327701"/>
                </a:cubicBezTo>
                <a:cubicBezTo>
                  <a:pt x="4935001" y="310322"/>
                  <a:pt x="4944219" y="302929"/>
                  <a:pt x="4961214" y="298801"/>
                </a:cubicBezTo>
                <a:cubicBezTo>
                  <a:pt x="4966878" y="297457"/>
                  <a:pt x="4974945" y="294864"/>
                  <a:pt x="4976672" y="290639"/>
                </a:cubicBezTo>
                <a:cubicBezTo>
                  <a:pt x="4981857" y="278061"/>
                  <a:pt x="4992610" y="275565"/>
                  <a:pt x="5002979" y="270573"/>
                </a:cubicBezTo>
                <a:cubicBezTo>
                  <a:pt x="5009221" y="267596"/>
                  <a:pt x="5016903" y="261739"/>
                  <a:pt x="5018535" y="255690"/>
                </a:cubicBezTo>
                <a:cubicBezTo>
                  <a:pt x="5025255" y="231206"/>
                  <a:pt x="5043690" y="216804"/>
                  <a:pt x="5061069" y="200961"/>
                </a:cubicBezTo>
                <a:cubicBezTo>
                  <a:pt x="5066158" y="196256"/>
                  <a:pt x="5071631" y="190879"/>
                  <a:pt x="5074127" y="184735"/>
                </a:cubicBezTo>
                <a:cubicBezTo>
                  <a:pt x="5079409" y="171484"/>
                  <a:pt x="5087281" y="161882"/>
                  <a:pt x="5101108" y="156891"/>
                </a:cubicBezTo>
                <a:cubicBezTo>
                  <a:pt x="5105524" y="155354"/>
                  <a:pt x="5109557" y="151801"/>
                  <a:pt x="5112918" y="148441"/>
                </a:cubicBezTo>
                <a:cubicBezTo>
                  <a:pt x="5120119" y="141144"/>
                  <a:pt x="5126167" y="132598"/>
                  <a:pt x="5133753" y="125782"/>
                </a:cubicBezTo>
                <a:cubicBezTo>
                  <a:pt x="5153051" y="108211"/>
                  <a:pt x="5172159" y="90928"/>
                  <a:pt x="5183393" y="66348"/>
                </a:cubicBezTo>
                <a:cubicBezTo>
                  <a:pt x="5188865" y="54346"/>
                  <a:pt x="5195107" y="41288"/>
                  <a:pt x="5204709" y="33030"/>
                </a:cubicBezTo>
                <a:cubicBezTo>
                  <a:pt x="5216903" y="22565"/>
                  <a:pt x="5232937" y="16612"/>
                  <a:pt x="5247243" y="845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35A51D22-76EA-4C70-B5C9-ED3946924CB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827088" y="4258080"/>
            <a:ext cx="4403345" cy="1180695"/>
          </a:xfrm>
          <a:custGeom>
            <a:avLst/>
            <a:gdLst>
              <a:gd name="connsiteX0" fmla="*/ 5260975 w 5260975"/>
              <a:gd name="connsiteY0" fmla="*/ 0 h 1410656"/>
              <a:gd name="connsiteX1" fmla="*/ 5260975 w 5260975"/>
              <a:gd name="connsiteY1" fmla="*/ 221634 h 1410656"/>
              <a:gd name="connsiteX2" fmla="*/ 5226503 w 5260975"/>
              <a:gd name="connsiteY2" fmla="*/ 237063 h 1410656"/>
              <a:gd name="connsiteX3" fmla="*/ 5206341 w 5260975"/>
              <a:gd name="connsiteY3" fmla="*/ 245128 h 1410656"/>
              <a:gd name="connsiteX4" fmla="*/ 5123287 w 5260975"/>
              <a:gd name="connsiteY4" fmla="*/ 297073 h 1410656"/>
              <a:gd name="connsiteX5" fmla="*/ 5048107 w 5260975"/>
              <a:gd name="connsiteY5" fmla="*/ 361307 h 1410656"/>
              <a:gd name="connsiteX6" fmla="*/ 4992899 w 5260975"/>
              <a:gd name="connsiteY6" fmla="*/ 437542 h 1410656"/>
              <a:gd name="connsiteX7" fmla="*/ 4977440 w 5260975"/>
              <a:gd name="connsiteY7" fmla="*/ 455690 h 1410656"/>
              <a:gd name="connsiteX8" fmla="*/ 4935193 w 5260975"/>
              <a:gd name="connsiteY8" fmla="*/ 478445 h 1410656"/>
              <a:gd name="connsiteX9" fmla="*/ 4897844 w 5260975"/>
              <a:gd name="connsiteY9" fmla="*/ 495535 h 1410656"/>
              <a:gd name="connsiteX10" fmla="*/ 4870767 w 5260975"/>
              <a:gd name="connsiteY10" fmla="*/ 514451 h 1410656"/>
              <a:gd name="connsiteX11" fmla="*/ 4847916 w 5260975"/>
              <a:gd name="connsiteY11" fmla="*/ 531830 h 1410656"/>
              <a:gd name="connsiteX12" fmla="*/ 4796163 w 5260975"/>
              <a:gd name="connsiteY12" fmla="*/ 576765 h 1410656"/>
              <a:gd name="connsiteX13" fmla="*/ 4738843 w 5260975"/>
              <a:gd name="connsiteY13" fmla="*/ 614691 h 1410656"/>
              <a:gd name="connsiteX14" fmla="*/ 4692755 w 5260975"/>
              <a:gd name="connsiteY14" fmla="*/ 661162 h 1410656"/>
              <a:gd name="connsiteX15" fmla="*/ 4673744 w 5260975"/>
              <a:gd name="connsiteY15" fmla="*/ 686318 h 1410656"/>
              <a:gd name="connsiteX16" fmla="*/ 4633801 w 5260975"/>
              <a:gd name="connsiteY16" fmla="*/ 703505 h 1410656"/>
              <a:gd name="connsiteX17" fmla="*/ 4590499 w 5260975"/>
              <a:gd name="connsiteY17" fmla="*/ 730389 h 1410656"/>
              <a:gd name="connsiteX18" fmla="*/ 4559773 w 5260975"/>
              <a:gd name="connsiteY18" fmla="*/ 757081 h 1410656"/>
              <a:gd name="connsiteX19" fmla="*/ 4536059 w 5260975"/>
              <a:gd name="connsiteY19" fmla="*/ 774940 h 1410656"/>
              <a:gd name="connsiteX20" fmla="*/ 4502549 w 5260975"/>
              <a:gd name="connsiteY20" fmla="*/ 792895 h 1410656"/>
              <a:gd name="connsiteX21" fmla="*/ 4468944 w 5260975"/>
              <a:gd name="connsiteY21" fmla="*/ 816419 h 1410656"/>
              <a:gd name="connsiteX22" fmla="*/ 4452622 w 5260975"/>
              <a:gd name="connsiteY22" fmla="*/ 830917 h 1410656"/>
              <a:gd name="connsiteX23" fmla="*/ 4421032 w 5260975"/>
              <a:gd name="connsiteY23" fmla="*/ 855016 h 1410656"/>
              <a:gd name="connsiteX24" fmla="*/ 4388483 w 5260975"/>
              <a:gd name="connsiteY24" fmla="*/ 877484 h 1410656"/>
              <a:gd name="connsiteX25" fmla="*/ 4327321 w 5260975"/>
              <a:gd name="connsiteY25" fmla="*/ 903216 h 1410656"/>
              <a:gd name="connsiteX26" fmla="*/ 4271633 w 5260975"/>
              <a:gd name="connsiteY26" fmla="*/ 941046 h 1410656"/>
              <a:gd name="connsiteX27" fmla="*/ 4227465 w 5260975"/>
              <a:gd name="connsiteY27" fmla="*/ 968698 h 1410656"/>
              <a:gd name="connsiteX28" fmla="*/ 4201733 w 5260975"/>
              <a:gd name="connsiteY28" fmla="*/ 986846 h 1410656"/>
              <a:gd name="connsiteX29" fmla="*/ 4154494 w 5260975"/>
              <a:gd name="connsiteY29" fmla="*/ 1027364 h 1410656"/>
              <a:gd name="connsiteX30" fmla="*/ 4081234 w 5260975"/>
              <a:gd name="connsiteY30" fmla="*/ 1069994 h 1410656"/>
              <a:gd name="connsiteX31" fmla="*/ 4036971 w 5260975"/>
              <a:gd name="connsiteY31" fmla="*/ 1093038 h 1410656"/>
              <a:gd name="connsiteX32" fmla="*/ 3941725 w 5260975"/>
              <a:gd name="connsiteY32" fmla="*/ 1127796 h 1410656"/>
              <a:gd name="connsiteX33" fmla="*/ 3910999 w 5260975"/>
              <a:gd name="connsiteY33" fmla="*/ 1140182 h 1410656"/>
              <a:gd name="connsiteX34" fmla="*/ 3875859 w 5260975"/>
              <a:gd name="connsiteY34" fmla="*/ 1148343 h 1410656"/>
              <a:gd name="connsiteX35" fmla="*/ 3819401 w 5260975"/>
              <a:gd name="connsiteY35" fmla="*/ 1167642 h 1410656"/>
              <a:gd name="connsiteX36" fmla="*/ 3709176 w 5260975"/>
              <a:gd name="connsiteY36" fmla="*/ 1200863 h 1410656"/>
              <a:gd name="connsiteX37" fmla="*/ 3684981 w 5260975"/>
              <a:gd name="connsiteY37" fmla="*/ 1205952 h 1410656"/>
              <a:gd name="connsiteX38" fmla="*/ 3623338 w 5260975"/>
              <a:gd name="connsiteY38" fmla="*/ 1227363 h 1410656"/>
              <a:gd name="connsiteX39" fmla="*/ 3586373 w 5260975"/>
              <a:gd name="connsiteY39" fmla="*/ 1241765 h 1410656"/>
              <a:gd name="connsiteX40" fmla="*/ 3555743 w 5260975"/>
              <a:gd name="connsiteY40" fmla="*/ 1250023 h 1410656"/>
              <a:gd name="connsiteX41" fmla="*/ 3528667 w 5260975"/>
              <a:gd name="connsiteY41" fmla="*/ 1253864 h 1410656"/>
              <a:gd name="connsiteX42" fmla="*/ 3457424 w 5260975"/>
              <a:gd name="connsiteY42" fmla="*/ 1272874 h 1410656"/>
              <a:gd name="connsiteX43" fmla="*/ 3429003 w 5260975"/>
              <a:gd name="connsiteY43" fmla="*/ 1280364 h 1410656"/>
              <a:gd name="connsiteX44" fmla="*/ 3355264 w 5260975"/>
              <a:gd name="connsiteY44" fmla="*/ 1306096 h 1410656"/>
              <a:gd name="connsiteX45" fmla="*/ 3292757 w 5260975"/>
              <a:gd name="connsiteY45" fmla="*/ 1323090 h 1410656"/>
              <a:gd name="connsiteX46" fmla="*/ 3266643 w 5260975"/>
              <a:gd name="connsiteY46" fmla="*/ 1331251 h 1410656"/>
              <a:gd name="connsiteX47" fmla="*/ 3206921 w 5260975"/>
              <a:gd name="connsiteY47" fmla="*/ 1344886 h 1410656"/>
              <a:gd name="connsiteX48" fmla="*/ 3173123 w 5260975"/>
              <a:gd name="connsiteY48" fmla="*/ 1354488 h 1410656"/>
              <a:gd name="connsiteX49" fmla="*/ 3090646 w 5260975"/>
              <a:gd name="connsiteY49" fmla="*/ 1365337 h 1410656"/>
              <a:gd name="connsiteX50" fmla="*/ 3005480 w 5260975"/>
              <a:gd name="connsiteY50" fmla="*/ 1375802 h 1410656"/>
              <a:gd name="connsiteX51" fmla="*/ 2958721 w 5260975"/>
              <a:gd name="connsiteY51" fmla="*/ 1379259 h 1410656"/>
              <a:gd name="connsiteX52" fmla="*/ 2917915 w 5260975"/>
              <a:gd name="connsiteY52" fmla="*/ 1384733 h 1410656"/>
              <a:gd name="connsiteX53" fmla="*/ 2882389 w 5260975"/>
              <a:gd name="connsiteY53" fmla="*/ 1388189 h 1410656"/>
              <a:gd name="connsiteX54" fmla="*/ 2825837 w 5260975"/>
              <a:gd name="connsiteY54" fmla="*/ 1395198 h 1410656"/>
              <a:gd name="connsiteX55" fmla="*/ 2802313 w 5260975"/>
              <a:gd name="connsiteY55" fmla="*/ 1397023 h 1410656"/>
              <a:gd name="connsiteX56" fmla="*/ 2746816 w 5260975"/>
              <a:gd name="connsiteY56" fmla="*/ 1396926 h 1410656"/>
              <a:gd name="connsiteX57" fmla="*/ 2727517 w 5260975"/>
              <a:gd name="connsiteY57" fmla="*/ 1395966 h 1410656"/>
              <a:gd name="connsiteX58" fmla="*/ 2690359 w 5260975"/>
              <a:gd name="connsiteY58" fmla="*/ 1384060 h 1410656"/>
              <a:gd name="connsiteX59" fmla="*/ 2685943 w 5260975"/>
              <a:gd name="connsiteY59" fmla="*/ 1383196 h 1410656"/>
              <a:gd name="connsiteX60" fmla="*/ 2661554 w 5260975"/>
              <a:gd name="connsiteY60" fmla="*/ 1378491 h 1410656"/>
              <a:gd name="connsiteX61" fmla="*/ 2648208 w 5260975"/>
              <a:gd name="connsiteY61" fmla="*/ 1376955 h 1410656"/>
              <a:gd name="connsiteX62" fmla="*/ 2597512 w 5260975"/>
              <a:gd name="connsiteY62" fmla="*/ 1367162 h 1410656"/>
              <a:gd name="connsiteX63" fmla="*/ 2568324 w 5260975"/>
              <a:gd name="connsiteY63" fmla="*/ 1362553 h 1410656"/>
              <a:gd name="connsiteX64" fmla="*/ 2544704 w 5260975"/>
              <a:gd name="connsiteY64" fmla="*/ 1363225 h 1410656"/>
              <a:gd name="connsiteX65" fmla="*/ 2503225 w 5260975"/>
              <a:gd name="connsiteY65" fmla="*/ 1364089 h 1410656"/>
              <a:gd name="connsiteX66" fmla="*/ 2489975 w 5260975"/>
              <a:gd name="connsiteY66" fmla="*/ 1366298 h 1410656"/>
              <a:gd name="connsiteX67" fmla="*/ 2430061 w 5260975"/>
              <a:gd name="connsiteY67" fmla="*/ 1359960 h 1410656"/>
              <a:gd name="connsiteX68" fmla="*/ 2395880 w 5260975"/>
              <a:gd name="connsiteY68" fmla="*/ 1359480 h 1410656"/>
              <a:gd name="connsiteX69" fmla="*/ 2357378 w 5260975"/>
              <a:gd name="connsiteY69" fmla="*/ 1351607 h 1410656"/>
              <a:gd name="connsiteX70" fmla="*/ 2346145 w 5260975"/>
              <a:gd name="connsiteY70" fmla="*/ 1351991 h 1410656"/>
              <a:gd name="connsiteX71" fmla="*/ 2333567 w 5260975"/>
              <a:gd name="connsiteY71" fmla="*/ 1352663 h 1410656"/>
              <a:gd name="connsiteX72" fmla="*/ 2294968 w 5260975"/>
              <a:gd name="connsiteY72" fmla="*/ 1353240 h 1410656"/>
              <a:gd name="connsiteX73" fmla="*/ 2271540 w 5260975"/>
              <a:gd name="connsiteY73" fmla="*/ 1356120 h 1410656"/>
              <a:gd name="connsiteX74" fmla="*/ 2226895 w 5260975"/>
              <a:gd name="connsiteY74" fmla="*/ 1354392 h 1410656"/>
              <a:gd name="connsiteX75" fmla="*/ 2210379 w 5260975"/>
              <a:gd name="connsiteY75" fmla="*/ 1356888 h 1410656"/>
              <a:gd name="connsiteX76" fmla="*/ 2168613 w 5260975"/>
              <a:gd name="connsiteY76" fmla="*/ 1357176 h 1410656"/>
              <a:gd name="connsiteX77" fmla="*/ 2131167 w 5260975"/>
              <a:gd name="connsiteY77" fmla="*/ 1355736 h 1410656"/>
              <a:gd name="connsiteX78" fmla="*/ 2095065 w 5260975"/>
              <a:gd name="connsiteY78" fmla="*/ 1356504 h 1410656"/>
              <a:gd name="connsiteX79" fmla="*/ 2069237 w 5260975"/>
              <a:gd name="connsiteY79" fmla="*/ 1359672 h 1410656"/>
              <a:gd name="connsiteX80" fmla="*/ 2041201 w 5260975"/>
              <a:gd name="connsiteY80" fmla="*/ 1361592 h 1410656"/>
              <a:gd name="connsiteX81" fmla="*/ 1963909 w 5260975"/>
              <a:gd name="connsiteY81" fmla="*/ 1373018 h 1410656"/>
              <a:gd name="connsiteX82" fmla="*/ 1949603 w 5260975"/>
              <a:gd name="connsiteY82" fmla="*/ 1370234 h 1410656"/>
              <a:gd name="connsiteX83" fmla="*/ 1868373 w 5260975"/>
              <a:gd name="connsiteY83" fmla="*/ 1367641 h 1410656"/>
              <a:gd name="connsiteX84" fmla="*/ 1850707 w 5260975"/>
              <a:gd name="connsiteY84" fmla="*/ 1367834 h 1410656"/>
              <a:gd name="connsiteX85" fmla="*/ 1803275 w 5260975"/>
              <a:gd name="connsiteY85" fmla="*/ 1356504 h 1410656"/>
              <a:gd name="connsiteX86" fmla="*/ 1730112 w 5260975"/>
              <a:gd name="connsiteY86" fmla="*/ 1374459 h 1410656"/>
              <a:gd name="connsiteX87" fmla="*/ 1661652 w 5260975"/>
              <a:gd name="connsiteY87" fmla="*/ 1396926 h 1410656"/>
              <a:gd name="connsiteX88" fmla="*/ 1653011 w 5260975"/>
              <a:gd name="connsiteY88" fmla="*/ 1399807 h 1410656"/>
              <a:gd name="connsiteX89" fmla="*/ 1628431 w 5260975"/>
              <a:gd name="connsiteY89" fmla="*/ 1404704 h 1410656"/>
              <a:gd name="connsiteX90" fmla="*/ 1597995 w 5260975"/>
              <a:gd name="connsiteY90" fmla="*/ 1406432 h 1410656"/>
              <a:gd name="connsiteX91" fmla="*/ 1559396 w 5260975"/>
              <a:gd name="connsiteY91" fmla="*/ 1410656 h 1410656"/>
              <a:gd name="connsiteX92" fmla="*/ 1528480 w 5260975"/>
              <a:gd name="connsiteY92" fmla="*/ 1405375 h 1410656"/>
              <a:gd name="connsiteX93" fmla="*/ 1485272 w 5260975"/>
              <a:gd name="connsiteY93" fmla="*/ 1397502 h 1410656"/>
              <a:gd name="connsiteX94" fmla="*/ 1444562 w 5260975"/>
              <a:gd name="connsiteY94" fmla="*/ 1390013 h 1410656"/>
              <a:gd name="connsiteX95" fmla="*/ 1431696 w 5260975"/>
              <a:gd name="connsiteY95" fmla="*/ 1398846 h 1410656"/>
              <a:gd name="connsiteX96" fmla="*/ 1411821 w 5260975"/>
              <a:gd name="connsiteY96" fmla="*/ 1406527 h 1410656"/>
              <a:gd name="connsiteX97" fmla="*/ 1389738 w 5260975"/>
              <a:gd name="connsiteY97" fmla="*/ 1397310 h 1410656"/>
              <a:gd name="connsiteX98" fmla="*/ 1338081 w 5260975"/>
              <a:gd name="connsiteY98" fmla="*/ 1378204 h 1410656"/>
              <a:gd name="connsiteX99" fmla="*/ 1305436 w 5260975"/>
              <a:gd name="connsiteY99" fmla="*/ 1377339 h 1410656"/>
              <a:gd name="connsiteX100" fmla="*/ 1234481 w 5260975"/>
              <a:gd name="connsiteY100" fmla="*/ 1369178 h 1410656"/>
              <a:gd name="connsiteX101" fmla="*/ 1188106 w 5260975"/>
              <a:gd name="connsiteY101" fmla="*/ 1357560 h 1410656"/>
              <a:gd name="connsiteX102" fmla="*/ 1154790 w 5260975"/>
              <a:gd name="connsiteY102" fmla="*/ 1344406 h 1410656"/>
              <a:gd name="connsiteX103" fmla="*/ 1107069 w 5260975"/>
              <a:gd name="connsiteY103" fmla="*/ 1327219 h 1410656"/>
              <a:gd name="connsiteX104" fmla="*/ 1059158 w 5260975"/>
              <a:gd name="connsiteY104" fmla="*/ 1318290 h 1410656"/>
              <a:gd name="connsiteX105" fmla="*/ 1024496 w 5260975"/>
              <a:gd name="connsiteY105" fmla="*/ 1307056 h 1410656"/>
              <a:gd name="connsiteX106" fmla="*/ 982153 w 5260975"/>
              <a:gd name="connsiteY106" fmla="*/ 1299374 h 1410656"/>
              <a:gd name="connsiteX107" fmla="*/ 946628 w 5260975"/>
              <a:gd name="connsiteY107" fmla="*/ 1299087 h 1410656"/>
              <a:gd name="connsiteX108" fmla="*/ 890939 w 5260975"/>
              <a:gd name="connsiteY108" fmla="*/ 1300431 h 1410656"/>
              <a:gd name="connsiteX109" fmla="*/ 822769 w 5260975"/>
              <a:gd name="connsiteY109" fmla="*/ 1277196 h 1410656"/>
              <a:gd name="connsiteX110" fmla="*/ 795212 w 5260975"/>
              <a:gd name="connsiteY110" fmla="*/ 1272010 h 1410656"/>
              <a:gd name="connsiteX111" fmla="*/ 769288 w 5260975"/>
              <a:gd name="connsiteY111" fmla="*/ 1269610 h 1410656"/>
              <a:gd name="connsiteX112" fmla="*/ 714271 w 5260975"/>
              <a:gd name="connsiteY112" fmla="*/ 1254152 h 1410656"/>
              <a:gd name="connsiteX113" fmla="*/ 691900 w 5260975"/>
              <a:gd name="connsiteY113" fmla="*/ 1249062 h 1410656"/>
              <a:gd name="connsiteX114" fmla="*/ 660598 w 5260975"/>
              <a:gd name="connsiteY114" fmla="*/ 1249159 h 1410656"/>
              <a:gd name="connsiteX115" fmla="*/ 603662 w 5260975"/>
              <a:gd name="connsiteY115" fmla="*/ 1242054 h 1410656"/>
              <a:gd name="connsiteX116" fmla="*/ 546821 w 5260975"/>
              <a:gd name="connsiteY116" fmla="*/ 1221314 h 1410656"/>
              <a:gd name="connsiteX117" fmla="*/ 522721 w 5260975"/>
              <a:gd name="connsiteY117" fmla="*/ 1223330 h 1410656"/>
              <a:gd name="connsiteX118" fmla="*/ 514080 w 5260975"/>
              <a:gd name="connsiteY118" fmla="*/ 1222851 h 1410656"/>
              <a:gd name="connsiteX119" fmla="*/ 436404 w 5260975"/>
              <a:gd name="connsiteY119" fmla="*/ 1211424 h 1410656"/>
              <a:gd name="connsiteX120" fmla="*/ 428626 w 5260975"/>
              <a:gd name="connsiteY120" fmla="*/ 1210177 h 1410656"/>
              <a:gd name="connsiteX121" fmla="*/ 392141 w 5260975"/>
              <a:gd name="connsiteY121" fmla="*/ 1199999 h 1410656"/>
              <a:gd name="connsiteX122" fmla="*/ 300157 w 5260975"/>
              <a:gd name="connsiteY122" fmla="*/ 1193662 h 1410656"/>
              <a:gd name="connsiteX123" fmla="*/ 294493 w 5260975"/>
              <a:gd name="connsiteY123" fmla="*/ 1192894 h 1410656"/>
              <a:gd name="connsiteX124" fmla="*/ 263671 w 5260975"/>
              <a:gd name="connsiteY124" fmla="*/ 1197982 h 1410656"/>
              <a:gd name="connsiteX125" fmla="*/ 248406 w 5260975"/>
              <a:gd name="connsiteY125" fmla="*/ 1205184 h 1410656"/>
              <a:gd name="connsiteX126" fmla="*/ 224594 w 5260975"/>
              <a:gd name="connsiteY126" fmla="*/ 1212673 h 1410656"/>
              <a:gd name="connsiteX127" fmla="*/ 200398 w 5260975"/>
              <a:gd name="connsiteY127" fmla="*/ 1215458 h 1410656"/>
              <a:gd name="connsiteX128" fmla="*/ 159783 w 5260975"/>
              <a:gd name="connsiteY128" fmla="*/ 1204127 h 1410656"/>
              <a:gd name="connsiteX129" fmla="*/ 144997 w 5260975"/>
              <a:gd name="connsiteY129" fmla="*/ 1202975 h 1410656"/>
              <a:gd name="connsiteX130" fmla="*/ 112064 w 5260975"/>
              <a:gd name="connsiteY130" fmla="*/ 1197503 h 1410656"/>
              <a:gd name="connsiteX131" fmla="*/ 83259 w 5260975"/>
              <a:gd name="connsiteY131" fmla="*/ 1197887 h 1410656"/>
              <a:gd name="connsiteX132" fmla="*/ 60120 w 5260975"/>
              <a:gd name="connsiteY132" fmla="*/ 1206624 h 1410656"/>
              <a:gd name="connsiteX133" fmla="*/ 26514 w 5260975"/>
              <a:gd name="connsiteY133" fmla="*/ 1208352 h 1410656"/>
              <a:gd name="connsiteX134" fmla="*/ 4814 w 5260975"/>
              <a:gd name="connsiteY134" fmla="*/ 1202015 h 1410656"/>
              <a:gd name="connsiteX135" fmla="*/ 398 w 5260975"/>
              <a:gd name="connsiteY135" fmla="*/ 1201152 h 1410656"/>
              <a:gd name="connsiteX136" fmla="*/ 0 w 5260975"/>
              <a:gd name="connsiteY136" fmla="*/ 1201150 h 1410656"/>
              <a:gd name="connsiteX137" fmla="*/ 0 w 5260975"/>
              <a:gd name="connsiteY137" fmla="*/ 1004512 h 1410656"/>
              <a:gd name="connsiteX138" fmla="*/ 30355 w 5260975"/>
              <a:gd name="connsiteY138" fmla="*/ 1002784 h 1410656"/>
              <a:gd name="connsiteX139" fmla="*/ 52151 w 5260975"/>
              <a:gd name="connsiteY139" fmla="*/ 997695 h 1410656"/>
              <a:gd name="connsiteX140" fmla="*/ 64248 w 5260975"/>
              <a:gd name="connsiteY140" fmla="*/ 994430 h 1410656"/>
              <a:gd name="connsiteX141" fmla="*/ 126370 w 5260975"/>
              <a:gd name="connsiteY141" fmla="*/ 985405 h 1410656"/>
              <a:gd name="connsiteX142" fmla="*/ 154022 w 5260975"/>
              <a:gd name="connsiteY142" fmla="*/ 975708 h 1410656"/>
              <a:gd name="connsiteX143" fmla="*/ 161512 w 5260975"/>
              <a:gd name="connsiteY143" fmla="*/ 974268 h 1410656"/>
              <a:gd name="connsiteX144" fmla="*/ 202510 w 5260975"/>
              <a:gd name="connsiteY144" fmla="*/ 978300 h 1410656"/>
              <a:gd name="connsiteX145" fmla="*/ 233235 w 5260975"/>
              <a:gd name="connsiteY145" fmla="*/ 993950 h 1410656"/>
              <a:gd name="connsiteX146" fmla="*/ 239188 w 5260975"/>
              <a:gd name="connsiteY146" fmla="*/ 999231 h 1410656"/>
              <a:gd name="connsiteX147" fmla="*/ 324834 w 5260975"/>
              <a:gd name="connsiteY147" fmla="*/ 997407 h 1410656"/>
              <a:gd name="connsiteX148" fmla="*/ 337987 w 5260975"/>
              <a:gd name="connsiteY148" fmla="*/ 995198 h 1410656"/>
              <a:gd name="connsiteX149" fmla="*/ 401550 w 5260975"/>
              <a:gd name="connsiteY149" fmla="*/ 1004416 h 1410656"/>
              <a:gd name="connsiteX150" fmla="*/ 420081 w 5260975"/>
              <a:gd name="connsiteY150" fmla="*/ 1006240 h 1410656"/>
              <a:gd name="connsiteX151" fmla="*/ 486523 w 5260975"/>
              <a:gd name="connsiteY151" fmla="*/ 1014498 h 1410656"/>
              <a:gd name="connsiteX152" fmla="*/ 495932 w 5260975"/>
              <a:gd name="connsiteY152" fmla="*/ 1006817 h 1410656"/>
              <a:gd name="connsiteX153" fmla="*/ 523009 w 5260975"/>
              <a:gd name="connsiteY153" fmla="*/ 987517 h 1410656"/>
              <a:gd name="connsiteX154" fmla="*/ 576393 w 5260975"/>
              <a:gd name="connsiteY154" fmla="*/ 970427 h 1410656"/>
              <a:gd name="connsiteX155" fmla="*/ 590892 w 5260975"/>
              <a:gd name="connsiteY155" fmla="*/ 971387 h 1410656"/>
              <a:gd name="connsiteX156" fmla="*/ 627569 w 5260975"/>
              <a:gd name="connsiteY156" fmla="*/ 999904 h 1410656"/>
              <a:gd name="connsiteX157" fmla="*/ 645429 w 5260975"/>
              <a:gd name="connsiteY157" fmla="*/ 1011329 h 1410656"/>
              <a:gd name="connsiteX158" fmla="*/ 696125 w 5260975"/>
              <a:gd name="connsiteY158" fmla="*/ 1032356 h 1410656"/>
              <a:gd name="connsiteX159" fmla="*/ 700349 w 5260975"/>
              <a:gd name="connsiteY159" fmla="*/ 1036197 h 1410656"/>
              <a:gd name="connsiteX160" fmla="*/ 737795 w 5260975"/>
              <a:gd name="connsiteY160" fmla="*/ 1081804 h 1410656"/>
              <a:gd name="connsiteX161" fmla="*/ 746244 w 5260975"/>
              <a:gd name="connsiteY161" fmla="*/ 1089581 h 1410656"/>
              <a:gd name="connsiteX162" fmla="*/ 756422 w 5260975"/>
              <a:gd name="connsiteY162" fmla="*/ 1101680 h 1410656"/>
              <a:gd name="connsiteX163" fmla="*/ 788202 w 5260975"/>
              <a:gd name="connsiteY163" fmla="*/ 1125108 h 1410656"/>
              <a:gd name="connsiteX164" fmla="*/ 827569 w 5260975"/>
              <a:gd name="connsiteY164" fmla="*/ 1132596 h 1410656"/>
              <a:gd name="connsiteX165" fmla="*/ 875097 w 5260975"/>
              <a:gd name="connsiteY165" fmla="*/ 1144022 h 1410656"/>
              <a:gd name="connsiteX166" fmla="*/ 894972 w 5260975"/>
              <a:gd name="connsiteY166" fmla="*/ 1151704 h 1410656"/>
              <a:gd name="connsiteX167" fmla="*/ 948260 w 5260975"/>
              <a:gd name="connsiteY167" fmla="*/ 1166298 h 1410656"/>
              <a:gd name="connsiteX168" fmla="*/ 986282 w 5260975"/>
              <a:gd name="connsiteY168" fmla="*/ 1178588 h 1410656"/>
              <a:gd name="connsiteX169" fmla="*/ 1041107 w 5260975"/>
              <a:gd name="connsiteY169" fmla="*/ 1185789 h 1410656"/>
              <a:gd name="connsiteX170" fmla="*/ 1067703 w 5260975"/>
              <a:gd name="connsiteY170" fmla="*/ 1186076 h 1410656"/>
              <a:gd name="connsiteX171" fmla="*/ 1116574 w 5260975"/>
              <a:gd name="connsiteY171" fmla="*/ 1222946 h 1410656"/>
              <a:gd name="connsiteX172" fmla="*/ 1155557 w 5260975"/>
              <a:gd name="connsiteY172" fmla="*/ 1247335 h 1410656"/>
              <a:gd name="connsiteX173" fmla="*/ 1196556 w 5260975"/>
              <a:gd name="connsiteY173" fmla="*/ 1235525 h 1410656"/>
              <a:gd name="connsiteX174" fmla="*/ 1207693 w 5260975"/>
              <a:gd name="connsiteY174" fmla="*/ 1224387 h 1410656"/>
              <a:gd name="connsiteX175" fmla="*/ 1274904 w 5260975"/>
              <a:gd name="connsiteY175" fmla="*/ 1213826 h 1410656"/>
              <a:gd name="connsiteX176" fmla="*/ 1370919 w 5260975"/>
              <a:gd name="connsiteY176" fmla="*/ 1213442 h 1410656"/>
              <a:gd name="connsiteX177" fmla="*/ 1530593 w 5260975"/>
              <a:gd name="connsiteY177" fmla="*/ 1189437 h 1410656"/>
              <a:gd name="connsiteX178" fmla="*/ 1558436 w 5260975"/>
              <a:gd name="connsiteY178" fmla="*/ 1178299 h 1410656"/>
              <a:gd name="connsiteX179" fmla="*/ 1589737 w 5260975"/>
              <a:gd name="connsiteY179" fmla="*/ 1175515 h 1410656"/>
              <a:gd name="connsiteX180" fmla="*/ 1601740 w 5260975"/>
              <a:gd name="connsiteY180" fmla="*/ 1182333 h 1410656"/>
              <a:gd name="connsiteX181" fmla="*/ 1654259 w 5260975"/>
              <a:gd name="connsiteY181" fmla="*/ 1192510 h 1410656"/>
              <a:gd name="connsiteX182" fmla="*/ 1664246 w 5260975"/>
              <a:gd name="connsiteY182" fmla="*/ 1192702 h 1410656"/>
              <a:gd name="connsiteX183" fmla="*/ 1698427 w 5260975"/>
              <a:gd name="connsiteY183" fmla="*/ 1188381 h 1410656"/>
              <a:gd name="connsiteX184" fmla="*/ 1730112 w 5260975"/>
              <a:gd name="connsiteY184" fmla="*/ 1185885 h 1410656"/>
              <a:gd name="connsiteX185" fmla="*/ 1809996 w 5260975"/>
              <a:gd name="connsiteY185" fmla="*/ 1194046 h 1410656"/>
              <a:gd name="connsiteX186" fmla="*/ 1871254 w 5260975"/>
              <a:gd name="connsiteY186" fmla="*/ 1192126 h 1410656"/>
              <a:gd name="connsiteX187" fmla="*/ 1899482 w 5260975"/>
              <a:gd name="connsiteY187" fmla="*/ 1194046 h 1410656"/>
              <a:gd name="connsiteX188" fmla="*/ 1915420 w 5260975"/>
              <a:gd name="connsiteY188" fmla="*/ 1196927 h 1410656"/>
              <a:gd name="connsiteX189" fmla="*/ 1951522 w 5260975"/>
              <a:gd name="connsiteY189" fmla="*/ 1216994 h 1410656"/>
              <a:gd name="connsiteX190" fmla="*/ 1971302 w 5260975"/>
              <a:gd name="connsiteY190" fmla="*/ 1221507 h 1410656"/>
              <a:gd name="connsiteX191" fmla="*/ 2030831 w 5260975"/>
              <a:gd name="connsiteY191" fmla="*/ 1221123 h 1410656"/>
              <a:gd name="connsiteX192" fmla="*/ 2120125 w 5260975"/>
              <a:gd name="connsiteY192" fmla="*/ 1190878 h 1410656"/>
              <a:gd name="connsiteX193" fmla="*/ 2129439 w 5260975"/>
              <a:gd name="connsiteY193" fmla="*/ 1186845 h 1410656"/>
              <a:gd name="connsiteX194" fmla="*/ 2174854 w 5260975"/>
              <a:gd name="connsiteY194" fmla="*/ 1181852 h 1410656"/>
              <a:gd name="connsiteX195" fmla="*/ 2205674 w 5260975"/>
              <a:gd name="connsiteY195" fmla="*/ 1188669 h 1410656"/>
              <a:gd name="connsiteX196" fmla="*/ 2247634 w 5260975"/>
              <a:gd name="connsiteY196" fmla="*/ 1202784 h 1410656"/>
              <a:gd name="connsiteX197" fmla="*/ 2285367 w 5260975"/>
              <a:gd name="connsiteY197" fmla="*/ 1214594 h 1410656"/>
              <a:gd name="connsiteX198" fmla="*/ 2312827 w 5260975"/>
              <a:gd name="connsiteY198" fmla="*/ 1227939 h 1410656"/>
              <a:gd name="connsiteX199" fmla="*/ 2375622 w 5260975"/>
              <a:gd name="connsiteY199" fmla="*/ 1237733 h 1410656"/>
              <a:gd name="connsiteX200" fmla="*/ 2382151 w 5260975"/>
              <a:gd name="connsiteY200" fmla="*/ 1239365 h 1410656"/>
              <a:gd name="connsiteX201" fmla="*/ 2429390 w 5260975"/>
              <a:gd name="connsiteY201" fmla="*/ 1227459 h 1410656"/>
              <a:gd name="connsiteX202" fmla="*/ 2486134 w 5260975"/>
              <a:gd name="connsiteY202" fmla="*/ 1215362 h 1410656"/>
              <a:gd name="connsiteX203" fmla="*/ 2506394 w 5260975"/>
              <a:gd name="connsiteY203" fmla="*/ 1219490 h 1410656"/>
              <a:gd name="connsiteX204" fmla="*/ 2534142 w 5260975"/>
              <a:gd name="connsiteY204" fmla="*/ 1225347 h 1410656"/>
              <a:gd name="connsiteX205" fmla="*/ 2559874 w 5260975"/>
              <a:gd name="connsiteY205" fmla="*/ 1222275 h 1410656"/>
              <a:gd name="connsiteX206" fmla="*/ 2575525 w 5260975"/>
              <a:gd name="connsiteY206" fmla="*/ 1221987 h 1410656"/>
              <a:gd name="connsiteX207" fmla="*/ 2646960 w 5260975"/>
              <a:gd name="connsiteY207" fmla="*/ 1257896 h 1410656"/>
              <a:gd name="connsiteX208" fmla="*/ 2665107 w 5260975"/>
              <a:gd name="connsiteY208" fmla="*/ 1260873 h 1410656"/>
              <a:gd name="connsiteX209" fmla="*/ 2675381 w 5260975"/>
              <a:gd name="connsiteY209" fmla="*/ 1265290 h 1410656"/>
              <a:gd name="connsiteX210" fmla="*/ 2737311 w 5260975"/>
              <a:gd name="connsiteY210" fmla="*/ 1309841 h 1410656"/>
              <a:gd name="connsiteX211" fmla="*/ 2763619 w 5260975"/>
              <a:gd name="connsiteY211" fmla="*/ 1318866 h 1410656"/>
              <a:gd name="connsiteX212" fmla="*/ 2792519 w 5260975"/>
              <a:gd name="connsiteY212" fmla="*/ 1317041 h 1410656"/>
              <a:gd name="connsiteX213" fmla="*/ 2809226 w 5260975"/>
              <a:gd name="connsiteY213" fmla="*/ 1313777 h 1410656"/>
              <a:gd name="connsiteX214" fmla="*/ 2850705 w 5260975"/>
              <a:gd name="connsiteY214" fmla="*/ 1285452 h 1410656"/>
              <a:gd name="connsiteX215" fmla="*/ 2874324 w 5260975"/>
              <a:gd name="connsiteY215" fmla="*/ 1286413 h 1410656"/>
              <a:gd name="connsiteX216" fmla="*/ 2911194 w 5260975"/>
              <a:gd name="connsiteY216" fmla="*/ 1305903 h 1410656"/>
              <a:gd name="connsiteX217" fmla="*/ 2978116 w 5260975"/>
              <a:gd name="connsiteY217" fmla="*/ 1314641 h 1410656"/>
              <a:gd name="connsiteX218" fmla="*/ 3012106 w 5260975"/>
              <a:gd name="connsiteY218" fmla="*/ 1287373 h 1410656"/>
              <a:gd name="connsiteX219" fmla="*/ 3029676 w 5260975"/>
              <a:gd name="connsiteY219" fmla="*/ 1261161 h 1410656"/>
              <a:gd name="connsiteX220" fmla="*/ 3080469 w 5260975"/>
              <a:gd name="connsiteY220" fmla="*/ 1230724 h 1410656"/>
              <a:gd name="connsiteX221" fmla="*/ 3092567 w 5260975"/>
              <a:gd name="connsiteY221" fmla="*/ 1242054 h 1410656"/>
              <a:gd name="connsiteX222" fmla="*/ 3129821 w 5260975"/>
              <a:gd name="connsiteY222" fmla="*/ 1246855 h 1410656"/>
              <a:gd name="connsiteX223" fmla="*/ 3170147 w 5260975"/>
              <a:gd name="connsiteY223" fmla="*/ 1246471 h 1410656"/>
              <a:gd name="connsiteX224" fmla="*/ 3240429 w 5260975"/>
              <a:gd name="connsiteY224" fmla="*/ 1251559 h 1410656"/>
              <a:gd name="connsiteX225" fmla="*/ 3287189 w 5260975"/>
              <a:gd name="connsiteY225" fmla="*/ 1222466 h 1410656"/>
              <a:gd name="connsiteX226" fmla="*/ 3305049 w 5260975"/>
              <a:gd name="connsiteY226" fmla="*/ 1210465 h 1410656"/>
              <a:gd name="connsiteX227" fmla="*/ 3321755 w 5260975"/>
              <a:gd name="connsiteY227" fmla="*/ 1202784 h 1410656"/>
              <a:gd name="connsiteX228" fmla="*/ 3341055 w 5260975"/>
              <a:gd name="connsiteY228" fmla="*/ 1198463 h 1410656"/>
              <a:gd name="connsiteX229" fmla="*/ 3387621 w 5260975"/>
              <a:gd name="connsiteY229" fmla="*/ 1182140 h 1410656"/>
              <a:gd name="connsiteX230" fmla="*/ 3413161 w 5260975"/>
              <a:gd name="connsiteY230" fmla="*/ 1166105 h 1410656"/>
              <a:gd name="connsiteX231" fmla="*/ 3470579 w 5260975"/>
              <a:gd name="connsiteY231" fmla="*/ 1150647 h 1410656"/>
              <a:gd name="connsiteX232" fmla="*/ 3509657 w 5260975"/>
              <a:gd name="connsiteY232" fmla="*/ 1136821 h 1410656"/>
              <a:gd name="connsiteX233" fmla="*/ 3550847 w 5260975"/>
              <a:gd name="connsiteY233" fmla="*/ 1113009 h 1410656"/>
              <a:gd name="connsiteX234" fmla="*/ 3556608 w 5260975"/>
              <a:gd name="connsiteY234" fmla="*/ 1109361 h 1410656"/>
              <a:gd name="connsiteX235" fmla="*/ 3570435 w 5260975"/>
              <a:gd name="connsiteY235" fmla="*/ 1093710 h 1410656"/>
              <a:gd name="connsiteX236" fmla="*/ 3590501 w 5260975"/>
              <a:gd name="connsiteY236" fmla="*/ 1039846 h 1410656"/>
              <a:gd name="connsiteX237" fmla="*/ 3596263 w 5260975"/>
              <a:gd name="connsiteY237" fmla="*/ 1028900 h 1410656"/>
              <a:gd name="connsiteX238" fmla="*/ 3648591 w 5260975"/>
              <a:gd name="connsiteY238" fmla="*/ 992030 h 1410656"/>
              <a:gd name="connsiteX239" fmla="*/ 3667986 w 5260975"/>
              <a:gd name="connsiteY239" fmla="*/ 995487 h 1410656"/>
              <a:gd name="connsiteX240" fmla="*/ 3689397 w 5260975"/>
              <a:gd name="connsiteY240" fmla="*/ 1007585 h 1410656"/>
              <a:gd name="connsiteX241" fmla="*/ 3736349 w 5260975"/>
              <a:gd name="connsiteY241" fmla="*/ 1010753 h 1410656"/>
              <a:gd name="connsiteX242" fmla="*/ 3753919 w 5260975"/>
              <a:gd name="connsiteY242" fmla="*/ 1004513 h 1410656"/>
              <a:gd name="connsiteX243" fmla="*/ 3784643 w 5260975"/>
              <a:gd name="connsiteY243" fmla="*/ 987710 h 1410656"/>
              <a:gd name="connsiteX244" fmla="*/ 3808359 w 5260975"/>
              <a:gd name="connsiteY244" fmla="*/ 961689 h 1410656"/>
              <a:gd name="connsiteX245" fmla="*/ 3842829 w 5260975"/>
              <a:gd name="connsiteY245" fmla="*/ 918674 h 1410656"/>
              <a:gd name="connsiteX246" fmla="*/ 3908983 w 5260975"/>
              <a:gd name="connsiteY246" fmla="*/ 902256 h 1410656"/>
              <a:gd name="connsiteX247" fmla="*/ 3934428 w 5260975"/>
              <a:gd name="connsiteY247" fmla="*/ 896783 h 1410656"/>
              <a:gd name="connsiteX248" fmla="*/ 4026987 w 5260975"/>
              <a:gd name="connsiteY248" fmla="*/ 873835 h 1410656"/>
              <a:gd name="connsiteX249" fmla="*/ 4035051 w 5260975"/>
              <a:gd name="connsiteY249" fmla="*/ 873067 h 1410656"/>
              <a:gd name="connsiteX250" fmla="*/ 4099189 w 5260975"/>
              <a:gd name="connsiteY250" fmla="*/ 846664 h 1410656"/>
              <a:gd name="connsiteX251" fmla="*/ 4114647 w 5260975"/>
              <a:gd name="connsiteY251" fmla="*/ 840134 h 1410656"/>
              <a:gd name="connsiteX252" fmla="*/ 4133563 w 5260975"/>
              <a:gd name="connsiteY252" fmla="*/ 823427 h 1410656"/>
              <a:gd name="connsiteX253" fmla="*/ 4151039 w 5260975"/>
              <a:gd name="connsiteY253" fmla="*/ 776284 h 1410656"/>
              <a:gd name="connsiteX254" fmla="*/ 4171489 w 5260975"/>
              <a:gd name="connsiteY254" fmla="*/ 754776 h 1410656"/>
              <a:gd name="connsiteX255" fmla="*/ 4186372 w 5260975"/>
              <a:gd name="connsiteY255" fmla="*/ 741718 h 1410656"/>
              <a:gd name="connsiteX256" fmla="*/ 4199429 w 5260975"/>
              <a:gd name="connsiteY256" fmla="*/ 721940 h 1410656"/>
              <a:gd name="connsiteX257" fmla="*/ 4212487 w 5260975"/>
              <a:gd name="connsiteY257" fmla="*/ 674604 h 1410656"/>
              <a:gd name="connsiteX258" fmla="*/ 4232555 w 5260975"/>
              <a:gd name="connsiteY258" fmla="*/ 632645 h 1410656"/>
              <a:gd name="connsiteX259" fmla="*/ 4268657 w 5260975"/>
              <a:gd name="connsiteY259" fmla="*/ 609410 h 1410656"/>
              <a:gd name="connsiteX260" fmla="*/ 4291028 w 5260975"/>
              <a:gd name="connsiteY260" fmla="*/ 597216 h 1410656"/>
              <a:gd name="connsiteX261" fmla="*/ 4379651 w 5260975"/>
              <a:gd name="connsiteY261" fmla="*/ 609506 h 1410656"/>
              <a:gd name="connsiteX262" fmla="*/ 4440139 w 5260975"/>
              <a:gd name="connsiteY262" fmla="*/ 621507 h 1410656"/>
              <a:gd name="connsiteX263" fmla="*/ 4460015 w 5260975"/>
              <a:gd name="connsiteY263" fmla="*/ 616899 h 1410656"/>
              <a:gd name="connsiteX264" fmla="*/ 4516183 w 5260975"/>
              <a:gd name="connsiteY264" fmla="*/ 577724 h 1410656"/>
              <a:gd name="connsiteX265" fmla="*/ 4571681 w 5260975"/>
              <a:gd name="connsiteY265" fmla="*/ 560250 h 1410656"/>
              <a:gd name="connsiteX266" fmla="*/ 4613447 w 5260975"/>
              <a:gd name="connsiteY266" fmla="*/ 555257 h 1410656"/>
              <a:gd name="connsiteX267" fmla="*/ 4649355 w 5260975"/>
              <a:gd name="connsiteY267" fmla="*/ 551417 h 1410656"/>
              <a:gd name="connsiteX268" fmla="*/ 4692467 w 5260975"/>
              <a:gd name="connsiteY268" fmla="*/ 540663 h 1410656"/>
              <a:gd name="connsiteX269" fmla="*/ 4716855 w 5260975"/>
              <a:gd name="connsiteY269" fmla="*/ 528949 h 1410656"/>
              <a:gd name="connsiteX270" fmla="*/ 4755645 w 5260975"/>
              <a:gd name="connsiteY270" fmla="*/ 512147 h 1410656"/>
              <a:gd name="connsiteX271" fmla="*/ 4795395 w 5260975"/>
              <a:gd name="connsiteY271" fmla="*/ 490351 h 1410656"/>
              <a:gd name="connsiteX272" fmla="*/ 4825928 w 5260975"/>
              <a:gd name="connsiteY272" fmla="*/ 459818 h 1410656"/>
              <a:gd name="connsiteX273" fmla="*/ 4842347 w 5260975"/>
              <a:gd name="connsiteY273" fmla="*/ 434086 h 1410656"/>
              <a:gd name="connsiteX274" fmla="*/ 4890451 w 5260975"/>
              <a:gd name="connsiteY274" fmla="*/ 397216 h 1410656"/>
              <a:gd name="connsiteX275" fmla="*/ 4933945 w 5260975"/>
              <a:gd name="connsiteY275" fmla="*/ 327701 h 1410656"/>
              <a:gd name="connsiteX276" fmla="*/ 4961214 w 5260975"/>
              <a:gd name="connsiteY276" fmla="*/ 298801 h 1410656"/>
              <a:gd name="connsiteX277" fmla="*/ 4976672 w 5260975"/>
              <a:gd name="connsiteY277" fmla="*/ 290639 h 1410656"/>
              <a:gd name="connsiteX278" fmla="*/ 5002979 w 5260975"/>
              <a:gd name="connsiteY278" fmla="*/ 270573 h 1410656"/>
              <a:gd name="connsiteX279" fmla="*/ 5018535 w 5260975"/>
              <a:gd name="connsiteY279" fmla="*/ 255690 h 1410656"/>
              <a:gd name="connsiteX280" fmla="*/ 5061069 w 5260975"/>
              <a:gd name="connsiteY280" fmla="*/ 200961 h 1410656"/>
              <a:gd name="connsiteX281" fmla="*/ 5074127 w 5260975"/>
              <a:gd name="connsiteY281" fmla="*/ 184735 h 1410656"/>
              <a:gd name="connsiteX282" fmla="*/ 5101108 w 5260975"/>
              <a:gd name="connsiteY282" fmla="*/ 156891 h 1410656"/>
              <a:gd name="connsiteX283" fmla="*/ 5112918 w 5260975"/>
              <a:gd name="connsiteY283" fmla="*/ 148441 h 1410656"/>
              <a:gd name="connsiteX284" fmla="*/ 5133753 w 5260975"/>
              <a:gd name="connsiteY284" fmla="*/ 125782 h 1410656"/>
              <a:gd name="connsiteX285" fmla="*/ 5183393 w 5260975"/>
              <a:gd name="connsiteY285" fmla="*/ 66348 h 1410656"/>
              <a:gd name="connsiteX286" fmla="*/ 5204709 w 5260975"/>
              <a:gd name="connsiteY286" fmla="*/ 33030 h 1410656"/>
              <a:gd name="connsiteX287" fmla="*/ 5247243 w 5260975"/>
              <a:gd name="connsiteY287" fmla="*/ 8451 h 1410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</a:cxnLst>
            <a:rect l="l" t="t" r="r" b="b"/>
            <a:pathLst>
              <a:path w="5260975" h="1410656">
                <a:moveTo>
                  <a:pt x="5260975" y="0"/>
                </a:moveTo>
                <a:lnTo>
                  <a:pt x="5260975" y="221634"/>
                </a:lnTo>
                <a:lnTo>
                  <a:pt x="5226503" y="237063"/>
                </a:lnTo>
                <a:cubicBezTo>
                  <a:pt x="5219783" y="239848"/>
                  <a:pt x="5212389" y="241384"/>
                  <a:pt x="5206341" y="245128"/>
                </a:cubicBezTo>
                <a:cubicBezTo>
                  <a:pt x="5178495" y="262219"/>
                  <a:pt x="5151515" y="280654"/>
                  <a:pt x="5123287" y="297073"/>
                </a:cubicBezTo>
                <a:cubicBezTo>
                  <a:pt x="5094195" y="314067"/>
                  <a:pt x="5068175" y="334134"/>
                  <a:pt x="5048107" y="361307"/>
                </a:cubicBezTo>
                <a:cubicBezTo>
                  <a:pt x="5029480" y="386559"/>
                  <a:pt x="5011429" y="412194"/>
                  <a:pt x="4992899" y="437542"/>
                </a:cubicBezTo>
                <a:cubicBezTo>
                  <a:pt x="4988194" y="443975"/>
                  <a:pt x="4983873" y="451561"/>
                  <a:pt x="4977440" y="455690"/>
                </a:cubicBezTo>
                <a:cubicBezTo>
                  <a:pt x="4964094" y="464331"/>
                  <a:pt x="4949499" y="471340"/>
                  <a:pt x="4935193" y="478445"/>
                </a:cubicBezTo>
                <a:cubicBezTo>
                  <a:pt x="4922903" y="484494"/>
                  <a:pt x="4909845" y="489006"/>
                  <a:pt x="4897844" y="495535"/>
                </a:cubicBezTo>
                <a:cubicBezTo>
                  <a:pt x="4888243" y="500721"/>
                  <a:pt x="4879697" y="507922"/>
                  <a:pt x="4870767" y="514451"/>
                </a:cubicBezTo>
                <a:cubicBezTo>
                  <a:pt x="4862990" y="520115"/>
                  <a:pt x="4854445" y="525012"/>
                  <a:pt x="4847916" y="531830"/>
                </a:cubicBezTo>
                <a:cubicBezTo>
                  <a:pt x="4831977" y="548344"/>
                  <a:pt x="4815942" y="564571"/>
                  <a:pt x="4796163" y="576765"/>
                </a:cubicBezTo>
                <a:cubicBezTo>
                  <a:pt x="4776672" y="588862"/>
                  <a:pt x="4758237" y="602401"/>
                  <a:pt x="4738843" y="614691"/>
                </a:cubicBezTo>
                <a:cubicBezTo>
                  <a:pt x="4719831" y="626693"/>
                  <a:pt x="4702645" y="639846"/>
                  <a:pt x="4692755" y="661162"/>
                </a:cubicBezTo>
                <a:cubicBezTo>
                  <a:pt x="4688339" y="670571"/>
                  <a:pt x="4682097" y="680845"/>
                  <a:pt x="4673744" y="686318"/>
                </a:cubicBezTo>
                <a:cubicBezTo>
                  <a:pt x="4661838" y="694095"/>
                  <a:pt x="4646764" y="696880"/>
                  <a:pt x="4633801" y="703505"/>
                </a:cubicBezTo>
                <a:cubicBezTo>
                  <a:pt x="4618535" y="711282"/>
                  <a:pt x="4600869" y="718003"/>
                  <a:pt x="4590499" y="730389"/>
                </a:cubicBezTo>
                <a:cubicBezTo>
                  <a:pt x="4581281" y="741431"/>
                  <a:pt x="4571968" y="750072"/>
                  <a:pt x="4559773" y="757081"/>
                </a:cubicBezTo>
                <a:cubicBezTo>
                  <a:pt x="4551229" y="761978"/>
                  <a:pt x="4544892" y="770907"/>
                  <a:pt x="4536059" y="774940"/>
                </a:cubicBezTo>
                <a:cubicBezTo>
                  <a:pt x="4524441" y="780317"/>
                  <a:pt x="4512727" y="784542"/>
                  <a:pt x="4502549" y="792895"/>
                </a:cubicBezTo>
                <a:cubicBezTo>
                  <a:pt x="4491987" y="801536"/>
                  <a:pt x="4479986" y="808353"/>
                  <a:pt x="4468944" y="816419"/>
                </a:cubicBezTo>
                <a:cubicBezTo>
                  <a:pt x="4463087" y="820739"/>
                  <a:pt x="4458286" y="826404"/>
                  <a:pt x="4452622" y="830917"/>
                </a:cubicBezTo>
                <a:cubicBezTo>
                  <a:pt x="4442252" y="839174"/>
                  <a:pt x="4431690" y="847239"/>
                  <a:pt x="4421032" y="855016"/>
                </a:cubicBezTo>
                <a:cubicBezTo>
                  <a:pt x="4410375" y="862794"/>
                  <a:pt x="4400197" y="871819"/>
                  <a:pt x="4388483" y="877484"/>
                </a:cubicBezTo>
                <a:cubicBezTo>
                  <a:pt x="4368513" y="887086"/>
                  <a:pt x="4346717" y="892847"/>
                  <a:pt x="4327321" y="903216"/>
                </a:cubicBezTo>
                <a:cubicBezTo>
                  <a:pt x="4307639" y="913777"/>
                  <a:pt x="4289107" y="927028"/>
                  <a:pt x="4271633" y="941046"/>
                </a:cubicBezTo>
                <a:cubicBezTo>
                  <a:pt x="4257807" y="952088"/>
                  <a:pt x="4244845" y="963034"/>
                  <a:pt x="4227465" y="968698"/>
                </a:cubicBezTo>
                <a:cubicBezTo>
                  <a:pt x="4217768" y="971867"/>
                  <a:pt x="4207591" y="978780"/>
                  <a:pt x="4201733" y="986846"/>
                </a:cubicBezTo>
                <a:cubicBezTo>
                  <a:pt x="4189059" y="1004416"/>
                  <a:pt x="4172833" y="1016802"/>
                  <a:pt x="4154494" y="1027364"/>
                </a:cubicBezTo>
                <a:cubicBezTo>
                  <a:pt x="4130010" y="1041574"/>
                  <a:pt x="4105814" y="1056072"/>
                  <a:pt x="4081234" y="1069994"/>
                </a:cubicBezTo>
                <a:cubicBezTo>
                  <a:pt x="4066737" y="1078252"/>
                  <a:pt x="4052335" y="1086989"/>
                  <a:pt x="4036971" y="1093038"/>
                </a:cubicBezTo>
                <a:cubicBezTo>
                  <a:pt x="4005575" y="1105520"/>
                  <a:pt x="3973410" y="1116177"/>
                  <a:pt x="3941725" y="1127796"/>
                </a:cubicBezTo>
                <a:cubicBezTo>
                  <a:pt x="3931355" y="1131540"/>
                  <a:pt x="3921561" y="1136917"/>
                  <a:pt x="3910999" y="1140182"/>
                </a:cubicBezTo>
                <a:cubicBezTo>
                  <a:pt x="3899573" y="1143734"/>
                  <a:pt x="3887285" y="1144790"/>
                  <a:pt x="3875859" y="1148343"/>
                </a:cubicBezTo>
                <a:cubicBezTo>
                  <a:pt x="3856847" y="1154199"/>
                  <a:pt x="3838412" y="1161689"/>
                  <a:pt x="3819401" y="1167642"/>
                </a:cubicBezTo>
                <a:cubicBezTo>
                  <a:pt x="3782723" y="1179068"/>
                  <a:pt x="3745949" y="1190014"/>
                  <a:pt x="3709176" y="1200863"/>
                </a:cubicBezTo>
                <a:cubicBezTo>
                  <a:pt x="3701303" y="1203168"/>
                  <a:pt x="3692757" y="1203456"/>
                  <a:pt x="3684981" y="1205952"/>
                </a:cubicBezTo>
                <a:cubicBezTo>
                  <a:pt x="3664337" y="1212673"/>
                  <a:pt x="3643789" y="1219970"/>
                  <a:pt x="3623338" y="1227363"/>
                </a:cubicBezTo>
                <a:cubicBezTo>
                  <a:pt x="3610953" y="1231876"/>
                  <a:pt x="3598854" y="1237445"/>
                  <a:pt x="3586373" y="1241765"/>
                </a:cubicBezTo>
                <a:cubicBezTo>
                  <a:pt x="3576387" y="1245222"/>
                  <a:pt x="3566113" y="1247910"/>
                  <a:pt x="3555743" y="1250023"/>
                </a:cubicBezTo>
                <a:cubicBezTo>
                  <a:pt x="3546814" y="1251848"/>
                  <a:pt x="3537501" y="1251655"/>
                  <a:pt x="3528667" y="1253864"/>
                </a:cubicBezTo>
                <a:cubicBezTo>
                  <a:pt x="3504759" y="1259816"/>
                  <a:pt x="3481140" y="1266538"/>
                  <a:pt x="3457424" y="1272874"/>
                </a:cubicBezTo>
                <a:cubicBezTo>
                  <a:pt x="3447919" y="1275371"/>
                  <a:pt x="3438221" y="1277196"/>
                  <a:pt x="3429003" y="1280364"/>
                </a:cubicBezTo>
                <a:cubicBezTo>
                  <a:pt x="3404327" y="1288717"/>
                  <a:pt x="3380036" y="1298222"/>
                  <a:pt x="3355264" y="1306096"/>
                </a:cubicBezTo>
                <a:cubicBezTo>
                  <a:pt x="3334717" y="1312625"/>
                  <a:pt x="3313593" y="1317329"/>
                  <a:pt x="3292757" y="1323090"/>
                </a:cubicBezTo>
                <a:cubicBezTo>
                  <a:pt x="3283924" y="1325587"/>
                  <a:pt x="3275475" y="1329140"/>
                  <a:pt x="3266643" y="1331251"/>
                </a:cubicBezTo>
                <a:cubicBezTo>
                  <a:pt x="3246863" y="1336053"/>
                  <a:pt x="3226796" y="1340085"/>
                  <a:pt x="3206921" y="1344886"/>
                </a:cubicBezTo>
                <a:cubicBezTo>
                  <a:pt x="3195590" y="1347670"/>
                  <a:pt x="3184645" y="1352663"/>
                  <a:pt x="3173123" y="1354488"/>
                </a:cubicBezTo>
                <a:cubicBezTo>
                  <a:pt x="3145759" y="1358808"/>
                  <a:pt x="3118203" y="1361880"/>
                  <a:pt x="3090646" y="1365337"/>
                </a:cubicBezTo>
                <a:cubicBezTo>
                  <a:pt x="3062227" y="1368889"/>
                  <a:pt x="3033902" y="1372634"/>
                  <a:pt x="3005480" y="1375802"/>
                </a:cubicBezTo>
                <a:cubicBezTo>
                  <a:pt x="2989926" y="1377435"/>
                  <a:pt x="2974275" y="1377723"/>
                  <a:pt x="2958721" y="1379259"/>
                </a:cubicBezTo>
                <a:cubicBezTo>
                  <a:pt x="2945087" y="1380604"/>
                  <a:pt x="2931549" y="1383100"/>
                  <a:pt x="2917915" y="1384733"/>
                </a:cubicBezTo>
                <a:cubicBezTo>
                  <a:pt x="2906105" y="1386076"/>
                  <a:pt x="2894199" y="1386844"/>
                  <a:pt x="2882389" y="1388189"/>
                </a:cubicBezTo>
                <a:cubicBezTo>
                  <a:pt x="2863475" y="1390397"/>
                  <a:pt x="2844655" y="1392894"/>
                  <a:pt x="2825837" y="1395198"/>
                </a:cubicBezTo>
                <a:cubicBezTo>
                  <a:pt x="2817964" y="1396062"/>
                  <a:pt x="2809706" y="1398462"/>
                  <a:pt x="2802313" y="1397023"/>
                </a:cubicBezTo>
                <a:cubicBezTo>
                  <a:pt x="2783686" y="1393373"/>
                  <a:pt x="2765347" y="1394430"/>
                  <a:pt x="2746816" y="1396926"/>
                </a:cubicBezTo>
                <a:cubicBezTo>
                  <a:pt x="2740479" y="1397791"/>
                  <a:pt x="2733662" y="1397598"/>
                  <a:pt x="2727517" y="1395966"/>
                </a:cubicBezTo>
                <a:cubicBezTo>
                  <a:pt x="2714939" y="1392701"/>
                  <a:pt x="2702745" y="1388092"/>
                  <a:pt x="2690359" y="1384060"/>
                </a:cubicBezTo>
                <a:cubicBezTo>
                  <a:pt x="2689014" y="1383580"/>
                  <a:pt x="2687382" y="1383484"/>
                  <a:pt x="2685943" y="1383196"/>
                </a:cubicBezTo>
                <a:cubicBezTo>
                  <a:pt x="2677781" y="1381563"/>
                  <a:pt x="2669717" y="1379931"/>
                  <a:pt x="2661554" y="1378491"/>
                </a:cubicBezTo>
                <a:cubicBezTo>
                  <a:pt x="2657138" y="1377723"/>
                  <a:pt x="2652625" y="1377627"/>
                  <a:pt x="2648208" y="1376955"/>
                </a:cubicBezTo>
                <a:cubicBezTo>
                  <a:pt x="2631118" y="1374266"/>
                  <a:pt x="2612299" y="1378779"/>
                  <a:pt x="2597512" y="1367162"/>
                </a:cubicBezTo>
                <a:cubicBezTo>
                  <a:pt x="2587911" y="1359672"/>
                  <a:pt x="2578597" y="1361401"/>
                  <a:pt x="2568324" y="1362553"/>
                </a:cubicBezTo>
                <a:cubicBezTo>
                  <a:pt x="2560547" y="1363417"/>
                  <a:pt x="2552577" y="1363128"/>
                  <a:pt x="2544704" y="1363225"/>
                </a:cubicBezTo>
                <a:cubicBezTo>
                  <a:pt x="2530878" y="1363512"/>
                  <a:pt x="2517052" y="1363609"/>
                  <a:pt x="2503225" y="1364089"/>
                </a:cubicBezTo>
                <a:cubicBezTo>
                  <a:pt x="2498808" y="1364281"/>
                  <a:pt x="2494297" y="1366682"/>
                  <a:pt x="2489975" y="1366298"/>
                </a:cubicBezTo>
                <a:cubicBezTo>
                  <a:pt x="2470004" y="1364473"/>
                  <a:pt x="2450033" y="1361592"/>
                  <a:pt x="2430061" y="1359960"/>
                </a:cubicBezTo>
                <a:cubicBezTo>
                  <a:pt x="2418732" y="1359001"/>
                  <a:pt x="2407114" y="1360824"/>
                  <a:pt x="2395880" y="1359480"/>
                </a:cubicBezTo>
                <a:cubicBezTo>
                  <a:pt x="2382919" y="1357944"/>
                  <a:pt x="2370245" y="1354008"/>
                  <a:pt x="2357378" y="1351607"/>
                </a:cubicBezTo>
                <a:cubicBezTo>
                  <a:pt x="2353826" y="1350935"/>
                  <a:pt x="2349889" y="1351799"/>
                  <a:pt x="2346145" y="1351991"/>
                </a:cubicBezTo>
                <a:cubicBezTo>
                  <a:pt x="2341920" y="1352183"/>
                  <a:pt x="2337791" y="1352567"/>
                  <a:pt x="2333567" y="1352663"/>
                </a:cubicBezTo>
                <a:cubicBezTo>
                  <a:pt x="2320700" y="1352856"/>
                  <a:pt x="2307835" y="1352567"/>
                  <a:pt x="2294968" y="1353240"/>
                </a:cubicBezTo>
                <a:cubicBezTo>
                  <a:pt x="2287095" y="1353624"/>
                  <a:pt x="2278839" y="1357560"/>
                  <a:pt x="2271540" y="1356120"/>
                </a:cubicBezTo>
                <a:cubicBezTo>
                  <a:pt x="2256659" y="1353335"/>
                  <a:pt x="2241776" y="1359576"/>
                  <a:pt x="2226895" y="1354392"/>
                </a:cubicBezTo>
                <a:cubicBezTo>
                  <a:pt x="2222285" y="1352856"/>
                  <a:pt x="2215948" y="1356696"/>
                  <a:pt x="2210379" y="1356888"/>
                </a:cubicBezTo>
                <a:cubicBezTo>
                  <a:pt x="2196457" y="1357368"/>
                  <a:pt x="2182535" y="1357272"/>
                  <a:pt x="2168613" y="1357176"/>
                </a:cubicBezTo>
                <a:cubicBezTo>
                  <a:pt x="2156131" y="1357080"/>
                  <a:pt x="2143168" y="1358424"/>
                  <a:pt x="2131167" y="1355736"/>
                </a:cubicBezTo>
                <a:cubicBezTo>
                  <a:pt x="2118588" y="1352856"/>
                  <a:pt x="2107259" y="1353240"/>
                  <a:pt x="2095065" y="1356504"/>
                </a:cubicBezTo>
                <a:cubicBezTo>
                  <a:pt x="2086711" y="1358712"/>
                  <a:pt x="2077878" y="1359001"/>
                  <a:pt x="2069237" y="1359672"/>
                </a:cubicBezTo>
                <a:cubicBezTo>
                  <a:pt x="2059924" y="1360440"/>
                  <a:pt x="2049650" y="1358424"/>
                  <a:pt x="2041201" y="1361592"/>
                </a:cubicBezTo>
                <a:cubicBezTo>
                  <a:pt x="2016044" y="1371002"/>
                  <a:pt x="1990216" y="1373018"/>
                  <a:pt x="1963909" y="1373018"/>
                </a:cubicBezTo>
                <a:cubicBezTo>
                  <a:pt x="1959107" y="1373018"/>
                  <a:pt x="1954210" y="1371675"/>
                  <a:pt x="1949603" y="1370234"/>
                </a:cubicBezTo>
                <a:cubicBezTo>
                  <a:pt x="1922717" y="1361592"/>
                  <a:pt x="1895737" y="1362360"/>
                  <a:pt x="1868373" y="1367641"/>
                </a:cubicBezTo>
                <a:cubicBezTo>
                  <a:pt x="1862708" y="1368794"/>
                  <a:pt x="1856372" y="1368986"/>
                  <a:pt x="1850707" y="1367834"/>
                </a:cubicBezTo>
                <a:cubicBezTo>
                  <a:pt x="1834768" y="1364473"/>
                  <a:pt x="1819309" y="1358904"/>
                  <a:pt x="1803275" y="1356504"/>
                </a:cubicBezTo>
                <a:cubicBezTo>
                  <a:pt x="1776775" y="1352567"/>
                  <a:pt x="1753828" y="1365817"/>
                  <a:pt x="1730112" y="1374459"/>
                </a:cubicBezTo>
                <a:cubicBezTo>
                  <a:pt x="1707548" y="1382620"/>
                  <a:pt x="1688345" y="1401055"/>
                  <a:pt x="1661652" y="1396926"/>
                </a:cubicBezTo>
                <a:cubicBezTo>
                  <a:pt x="1658965" y="1396542"/>
                  <a:pt x="1655988" y="1399134"/>
                  <a:pt x="1653011" y="1399807"/>
                </a:cubicBezTo>
                <a:cubicBezTo>
                  <a:pt x="1644850" y="1401631"/>
                  <a:pt x="1636689" y="1403839"/>
                  <a:pt x="1628431" y="1404704"/>
                </a:cubicBezTo>
                <a:cubicBezTo>
                  <a:pt x="1618350" y="1405856"/>
                  <a:pt x="1608076" y="1405472"/>
                  <a:pt x="1597995" y="1406432"/>
                </a:cubicBezTo>
                <a:cubicBezTo>
                  <a:pt x="1585032" y="1407584"/>
                  <a:pt x="1572263" y="1410656"/>
                  <a:pt x="1559396" y="1410656"/>
                </a:cubicBezTo>
                <a:cubicBezTo>
                  <a:pt x="1549026" y="1410656"/>
                  <a:pt x="1538753" y="1407104"/>
                  <a:pt x="1528480" y="1405375"/>
                </a:cubicBezTo>
                <a:cubicBezTo>
                  <a:pt x="1513981" y="1402975"/>
                  <a:pt x="1498042" y="1403647"/>
                  <a:pt x="1485272" y="1397502"/>
                </a:cubicBezTo>
                <a:cubicBezTo>
                  <a:pt x="1471639" y="1390973"/>
                  <a:pt x="1458676" y="1387997"/>
                  <a:pt x="1444562" y="1390013"/>
                </a:cubicBezTo>
                <a:cubicBezTo>
                  <a:pt x="1439857" y="1390685"/>
                  <a:pt x="1433808" y="1394718"/>
                  <a:pt x="1431696" y="1398846"/>
                </a:cubicBezTo>
                <a:cubicBezTo>
                  <a:pt x="1426991" y="1408064"/>
                  <a:pt x="1420559" y="1409697"/>
                  <a:pt x="1411821" y="1406527"/>
                </a:cubicBezTo>
                <a:cubicBezTo>
                  <a:pt x="1404236" y="1403839"/>
                  <a:pt x="1394922" y="1402495"/>
                  <a:pt x="1389738" y="1397310"/>
                </a:cubicBezTo>
                <a:cubicBezTo>
                  <a:pt x="1375047" y="1382620"/>
                  <a:pt x="1356324" y="1382140"/>
                  <a:pt x="1338081" y="1378204"/>
                </a:cubicBezTo>
                <a:cubicBezTo>
                  <a:pt x="1326945" y="1375802"/>
                  <a:pt x="1316574" y="1375707"/>
                  <a:pt x="1305436" y="1377339"/>
                </a:cubicBezTo>
                <a:cubicBezTo>
                  <a:pt x="1281241" y="1380988"/>
                  <a:pt x="1257717" y="1375802"/>
                  <a:pt x="1234481" y="1369178"/>
                </a:cubicBezTo>
                <a:cubicBezTo>
                  <a:pt x="1219118" y="1364761"/>
                  <a:pt x="1203372" y="1362073"/>
                  <a:pt x="1188106" y="1357560"/>
                </a:cubicBezTo>
                <a:cubicBezTo>
                  <a:pt x="1176680" y="1354104"/>
                  <a:pt x="1165255" y="1349975"/>
                  <a:pt x="1154790" y="1344406"/>
                </a:cubicBezTo>
                <a:cubicBezTo>
                  <a:pt x="1139618" y="1336244"/>
                  <a:pt x="1126369" y="1323954"/>
                  <a:pt x="1107069" y="1327219"/>
                </a:cubicBezTo>
                <a:cubicBezTo>
                  <a:pt x="1090074" y="1330099"/>
                  <a:pt x="1074713" y="1324051"/>
                  <a:pt x="1059158" y="1318290"/>
                </a:cubicBezTo>
                <a:cubicBezTo>
                  <a:pt x="1047732" y="1314065"/>
                  <a:pt x="1036308" y="1309744"/>
                  <a:pt x="1024496" y="1307056"/>
                </a:cubicBezTo>
                <a:cubicBezTo>
                  <a:pt x="1010478" y="1303887"/>
                  <a:pt x="994635" y="1305232"/>
                  <a:pt x="982153" y="1299374"/>
                </a:cubicBezTo>
                <a:cubicBezTo>
                  <a:pt x="969095" y="1293229"/>
                  <a:pt x="958246" y="1297358"/>
                  <a:pt x="946628" y="1299087"/>
                </a:cubicBezTo>
                <a:cubicBezTo>
                  <a:pt x="928097" y="1301775"/>
                  <a:pt x="909661" y="1306768"/>
                  <a:pt x="890939" y="1300431"/>
                </a:cubicBezTo>
                <a:cubicBezTo>
                  <a:pt x="868184" y="1292750"/>
                  <a:pt x="845620" y="1284493"/>
                  <a:pt x="822769" y="1277196"/>
                </a:cubicBezTo>
                <a:cubicBezTo>
                  <a:pt x="813934" y="1274410"/>
                  <a:pt x="804431" y="1273258"/>
                  <a:pt x="795212" y="1272010"/>
                </a:cubicBezTo>
                <a:cubicBezTo>
                  <a:pt x="786476" y="1270954"/>
                  <a:pt x="776010" y="1273642"/>
                  <a:pt x="769288" y="1269610"/>
                </a:cubicBezTo>
                <a:cubicBezTo>
                  <a:pt x="752005" y="1259241"/>
                  <a:pt x="734243" y="1254152"/>
                  <a:pt x="714271" y="1254152"/>
                </a:cubicBezTo>
                <a:cubicBezTo>
                  <a:pt x="706781" y="1254152"/>
                  <a:pt x="699484" y="1249831"/>
                  <a:pt x="691900" y="1249062"/>
                </a:cubicBezTo>
                <a:cubicBezTo>
                  <a:pt x="681529" y="1248103"/>
                  <a:pt x="669623" y="1245510"/>
                  <a:pt x="660598" y="1249159"/>
                </a:cubicBezTo>
                <a:cubicBezTo>
                  <a:pt x="639379" y="1257800"/>
                  <a:pt x="622193" y="1250599"/>
                  <a:pt x="603662" y="1242054"/>
                </a:cubicBezTo>
                <a:cubicBezTo>
                  <a:pt x="585418" y="1233604"/>
                  <a:pt x="566215" y="1226884"/>
                  <a:pt x="546821" y="1221314"/>
                </a:cubicBezTo>
                <a:cubicBezTo>
                  <a:pt x="539524" y="1219298"/>
                  <a:pt x="530787" y="1222659"/>
                  <a:pt x="522721" y="1223330"/>
                </a:cubicBezTo>
                <a:cubicBezTo>
                  <a:pt x="519840" y="1223523"/>
                  <a:pt x="516671" y="1223811"/>
                  <a:pt x="514080" y="1222851"/>
                </a:cubicBezTo>
                <a:cubicBezTo>
                  <a:pt x="489020" y="1213633"/>
                  <a:pt x="463575" y="1206624"/>
                  <a:pt x="436404" y="1211424"/>
                </a:cubicBezTo>
                <a:cubicBezTo>
                  <a:pt x="433908" y="1211905"/>
                  <a:pt x="431123" y="1210849"/>
                  <a:pt x="428626" y="1210177"/>
                </a:cubicBezTo>
                <a:cubicBezTo>
                  <a:pt x="416432" y="1206720"/>
                  <a:pt x="404526" y="1201247"/>
                  <a:pt x="392141" y="1199999"/>
                </a:cubicBezTo>
                <a:cubicBezTo>
                  <a:pt x="361608" y="1196927"/>
                  <a:pt x="330884" y="1195678"/>
                  <a:pt x="300157" y="1193662"/>
                </a:cubicBezTo>
                <a:cubicBezTo>
                  <a:pt x="298237" y="1193566"/>
                  <a:pt x="296221" y="1193566"/>
                  <a:pt x="294493" y="1192894"/>
                </a:cubicBezTo>
                <a:cubicBezTo>
                  <a:pt x="283163" y="1188765"/>
                  <a:pt x="273274" y="1190110"/>
                  <a:pt x="263671" y="1197982"/>
                </a:cubicBezTo>
                <a:cubicBezTo>
                  <a:pt x="259447" y="1201439"/>
                  <a:pt x="253686" y="1203263"/>
                  <a:pt x="248406" y="1205184"/>
                </a:cubicBezTo>
                <a:cubicBezTo>
                  <a:pt x="240628" y="1208065"/>
                  <a:pt x="232659" y="1210849"/>
                  <a:pt x="224594" y="1212673"/>
                </a:cubicBezTo>
                <a:cubicBezTo>
                  <a:pt x="216624" y="1214401"/>
                  <a:pt x="208079" y="1216801"/>
                  <a:pt x="200398" y="1215458"/>
                </a:cubicBezTo>
                <a:cubicBezTo>
                  <a:pt x="186572" y="1213057"/>
                  <a:pt x="173417" y="1207681"/>
                  <a:pt x="159783" y="1204127"/>
                </a:cubicBezTo>
                <a:cubicBezTo>
                  <a:pt x="155079" y="1202879"/>
                  <a:pt x="149893" y="1203072"/>
                  <a:pt x="144997" y="1202975"/>
                </a:cubicBezTo>
                <a:cubicBezTo>
                  <a:pt x="133763" y="1202688"/>
                  <a:pt x="122241" y="1205472"/>
                  <a:pt x="112064" y="1197503"/>
                </a:cubicBezTo>
                <a:cubicBezTo>
                  <a:pt x="102655" y="1190014"/>
                  <a:pt x="93148" y="1192221"/>
                  <a:pt x="83259" y="1197887"/>
                </a:cubicBezTo>
                <a:cubicBezTo>
                  <a:pt x="76154" y="1201920"/>
                  <a:pt x="68090" y="1205088"/>
                  <a:pt x="60120" y="1206624"/>
                </a:cubicBezTo>
                <a:cubicBezTo>
                  <a:pt x="49174" y="1208736"/>
                  <a:pt x="38324" y="1209601"/>
                  <a:pt x="26514" y="1208352"/>
                </a:cubicBezTo>
                <a:cubicBezTo>
                  <a:pt x="18161" y="1207488"/>
                  <a:pt x="11343" y="1207104"/>
                  <a:pt x="4814" y="1202015"/>
                </a:cubicBezTo>
                <a:cubicBezTo>
                  <a:pt x="3759" y="1201247"/>
                  <a:pt x="1839" y="1201055"/>
                  <a:pt x="398" y="1201152"/>
                </a:cubicBezTo>
                <a:lnTo>
                  <a:pt x="0" y="1201150"/>
                </a:lnTo>
                <a:lnTo>
                  <a:pt x="0" y="1004512"/>
                </a:lnTo>
                <a:lnTo>
                  <a:pt x="30355" y="1002784"/>
                </a:lnTo>
                <a:cubicBezTo>
                  <a:pt x="37748" y="1002111"/>
                  <a:pt x="44853" y="999520"/>
                  <a:pt x="52151" y="997695"/>
                </a:cubicBezTo>
                <a:cubicBezTo>
                  <a:pt x="56183" y="996639"/>
                  <a:pt x="60504" y="993855"/>
                  <a:pt x="64248" y="994430"/>
                </a:cubicBezTo>
                <a:cubicBezTo>
                  <a:pt x="85948" y="997791"/>
                  <a:pt x="105823" y="989534"/>
                  <a:pt x="126370" y="985405"/>
                </a:cubicBezTo>
                <a:cubicBezTo>
                  <a:pt x="135876" y="983485"/>
                  <a:pt x="144805" y="978876"/>
                  <a:pt x="154022" y="975708"/>
                </a:cubicBezTo>
                <a:cubicBezTo>
                  <a:pt x="156423" y="974843"/>
                  <a:pt x="159111" y="974075"/>
                  <a:pt x="161512" y="974268"/>
                </a:cubicBezTo>
                <a:cubicBezTo>
                  <a:pt x="175242" y="975420"/>
                  <a:pt x="188876" y="977052"/>
                  <a:pt x="202510" y="978300"/>
                </a:cubicBezTo>
                <a:cubicBezTo>
                  <a:pt x="214896" y="979452"/>
                  <a:pt x="227378" y="979836"/>
                  <a:pt x="233235" y="993950"/>
                </a:cubicBezTo>
                <a:cubicBezTo>
                  <a:pt x="234100" y="996159"/>
                  <a:pt x="236979" y="997791"/>
                  <a:pt x="239188" y="999231"/>
                </a:cubicBezTo>
                <a:cubicBezTo>
                  <a:pt x="273274" y="1021411"/>
                  <a:pt x="291516" y="1020835"/>
                  <a:pt x="324834" y="997407"/>
                </a:cubicBezTo>
                <a:cubicBezTo>
                  <a:pt x="328290" y="995007"/>
                  <a:pt x="335683" y="993278"/>
                  <a:pt x="337987" y="995198"/>
                </a:cubicBezTo>
                <a:cubicBezTo>
                  <a:pt x="357575" y="1011137"/>
                  <a:pt x="378986" y="1009409"/>
                  <a:pt x="401550" y="1004416"/>
                </a:cubicBezTo>
                <a:cubicBezTo>
                  <a:pt x="407407" y="1003072"/>
                  <a:pt x="415664" y="1003072"/>
                  <a:pt x="420081" y="1006240"/>
                </a:cubicBezTo>
                <a:cubicBezTo>
                  <a:pt x="441108" y="1020930"/>
                  <a:pt x="463672" y="1018819"/>
                  <a:pt x="486523" y="1014498"/>
                </a:cubicBezTo>
                <a:cubicBezTo>
                  <a:pt x="490075" y="1013826"/>
                  <a:pt x="494397" y="1010177"/>
                  <a:pt x="495932" y="1006817"/>
                </a:cubicBezTo>
                <a:cubicBezTo>
                  <a:pt x="501406" y="994911"/>
                  <a:pt x="511680" y="990878"/>
                  <a:pt x="523009" y="987517"/>
                </a:cubicBezTo>
                <a:cubicBezTo>
                  <a:pt x="540868" y="982044"/>
                  <a:pt x="558438" y="975611"/>
                  <a:pt x="576393" y="970427"/>
                </a:cubicBezTo>
                <a:cubicBezTo>
                  <a:pt x="580811" y="969179"/>
                  <a:pt x="586283" y="969947"/>
                  <a:pt x="590892" y="971387"/>
                </a:cubicBezTo>
                <a:cubicBezTo>
                  <a:pt x="606638" y="976284"/>
                  <a:pt x="616624" y="988574"/>
                  <a:pt x="627569" y="999904"/>
                </a:cubicBezTo>
                <a:cubicBezTo>
                  <a:pt x="632370" y="1004897"/>
                  <a:pt x="638995" y="1008449"/>
                  <a:pt x="645429" y="1011329"/>
                </a:cubicBezTo>
                <a:cubicBezTo>
                  <a:pt x="662135" y="1018723"/>
                  <a:pt x="679226" y="1025348"/>
                  <a:pt x="696125" y="1032356"/>
                </a:cubicBezTo>
                <a:cubicBezTo>
                  <a:pt x="697757" y="1033029"/>
                  <a:pt x="699100" y="1034757"/>
                  <a:pt x="700349" y="1036197"/>
                </a:cubicBezTo>
                <a:cubicBezTo>
                  <a:pt x="712831" y="1051368"/>
                  <a:pt x="725216" y="1066634"/>
                  <a:pt x="737795" y="1081804"/>
                </a:cubicBezTo>
                <a:cubicBezTo>
                  <a:pt x="740195" y="1084684"/>
                  <a:pt x="743652" y="1086797"/>
                  <a:pt x="746244" y="1089581"/>
                </a:cubicBezTo>
                <a:cubicBezTo>
                  <a:pt x="749893" y="1093422"/>
                  <a:pt x="754502" y="1097071"/>
                  <a:pt x="756422" y="1101680"/>
                </a:cubicBezTo>
                <a:cubicBezTo>
                  <a:pt x="762374" y="1116177"/>
                  <a:pt x="773801" y="1122419"/>
                  <a:pt x="788202" y="1125108"/>
                </a:cubicBezTo>
                <a:cubicBezTo>
                  <a:pt x="801357" y="1127603"/>
                  <a:pt x="814511" y="1129716"/>
                  <a:pt x="827569" y="1132596"/>
                </a:cubicBezTo>
                <a:cubicBezTo>
                  <a:pt x="843507" y="1136053"/>
                  <a:pt x="859350" y="1139798"/>
                  <a:pt x="875097" y="1144022"/>
                </a:cubicBezTo>
                <a:cubicBezTo>
                  <a:pt x="881913" y="1145847"/>
                  <a:pt x="889115" y="1147959"/>
                  <a:pt x="894972" y="1151704"/>
                </a:cubicBezTo>
                <a:cubicBezTo>
                  <a:pt x="911390" y="1162073"/>
                  <a:pt x="928961" y="1169082"/>
                  <a:pt x="948260" y="1166298"/>
                </a:cubicBezTo>
                <a:cubicBezTo>
                  <a:pt x="963718" y="1164089"/>
                  <a:pt x="976680" y="1169754"/>
                  <a:pt x="986282" y="1178588"/>
                </a:cubicBezTo>
                <a:cubicBezTo>
                  <a:pt x="1003757" y="1194623"/>
                  <a:pt x="1022479" y="1190973"/>
                  <a:pt x="1041107" y="1185789"/>
                </a:cubicBezTo>
                <a:cubicBezTo>
                  <a:pt x="1050708" y="1183101"/>
                  <a:pt x="1058581" y="1183485"/>
                  <a:pt x="1067703" y="1186076"/>
                </a:cubicBezTo>
                <a:cubicBezTo>
                  <a:pt x="1088826" y="1192126"/>
                  <a:pt x="1102941" y="1208544"/>
                  <a:pt x="1116574" y="1222946"/>
                </a:cubicBezTo>
                <a:cubicBezTo>
                  <a:pt x="1128193" y="1235236"/>
                  <a:pt x="1141251" y="1242149"/>
                  <a:pt x="1155557" y="1247335"/>
                </a:cubicBezTo>
                <a:cubicBezTo>
                  <a:pt x="1173608" y="1253959"/>
                  <a:pt x="1187914" y="1251464"/>
                  <a:pt x="1196556" y="1235525"/>
                </a:cubicBezTo>
                <a:cubicBezTo>
                  <a:pt x="1198956" y="1231012"/>
                  <a:pt x="1203180" y="1225730"/>
                  <a:pt x="1207693" y="1224387"/>
                </a:cubicBezTo>
                <a:cubicBezTo>
                  <a:pt x="1229488" y="1217666"/>
                  <a:pt x="1251572" y="1207872"/>
                  <a:pt x="1274904" y="1213826"/>
                </a:cubicBezTo>
                <a:cubicBezTo>
                  <a:pt x="1307165" y="1221987"/>
                  <a:pt x="1338658" y="1221507"/>
                  <a:pt x="1370919" y="1213442"/>
                </a:cubicBezTo>
                <a:cubicBezTo>
                  <a:pt x="1423247" y="1200383"/>
                  <a:pt x="1475575" y="1186557"/>
                  <a:pt x="1530593" y="1189437"/>
                </a:cubicBezTo>
                <a:cubicBezTo>
                  <a:pt x="1539713" y="1189917"/>
                  <a:pt x="1550563" y="1184060"/>
                  <a:pt x="1558436" y="1178299"/>
                </a:cubicBezTo>
                <a:cubicBezTo>
                  <a:pt x="1573511" y="1167354"/>
                  <a:pt x="1572838" y="1166489"/>
                  <a:pt x="1589737" y="1175515"/>
                </a:cubicBezTo>
                <a:cubicBezTo>
                  <a:pt x="1593770" y="1177724"/>
                  <a:pt x="1598763" y="1179068"/>
                  <a:pt x="1601740" y="1182333"/>
                </a:cubicBezTo>
                <a:cubicBezTo>
                  <a:pt x="1616909" y="1198943"/>
                  <a:pt x="1635633" y="1194910"/>
                  <a:pt x="1654259" y="1192510"/>
                </a:cubicBezTo>
                <a:cubicBezTo>
                  <a:pt x="1657524" y="1192030"/>
                  <a:pt x="1661460" y="1191358"/>
                  <a:pt x="1664246" y="1192702"/>
                </a:cubicBezTo>
                <a:cubicBezTo>
                  <a:pt x="1676823" y="1198750"/>
                  <a:pt x="1687481" y="1196639"/>
                  <a:pt x="1698427" y="1188381"/>
                </a:cubicBezTo>
                <a:cubicBezTo>
                  <a:pt x="1707932" y="1181276"/>
                  <a:pt x="1718878" y="1177052"/>
                  <a:pt x="1730112" y="1185885"/>
                </a:cubicBezTo>
                <a:cubicBezTo>
                  <a:pt x="1755076" y="1205472"/>
                  <a:pt x="1781767" y="1206432"/>
                  <a:pt x="1809996" y="1194046"/>
                </a:cubicBezTo>
                <a:cubicBezTo>
                  <a:pt x="1830159" y="1185213"/>
                  <a:pt x="1850034" y="1183196"/>
                  <a:pt x="1871254" y="1192126"/>
                </a:cubicBezTo>
                <a:cubicBezTo>
                  <a:pt x="1879415" y="1195582"/>
                  <a:pt x="1889977" y="1193278"/>
                  <a:pt x="1899482" y="1194046"/>
                </a:cubicBezTo>
                <a:cubicBezTo>
                  <a:pt x="1904859" y="1194430"/>
                  <a:pt x="1910813" y="1194526"/>
                  <a:pt x="1915420" y="1196927"/>
                </a:cubicBezTo>
                <a:cubicBezTo>
                  <a:pt x="1927711" y="1203072"/>
                  <a:pt x="1939136" y="1210945"/>
                  <a:pt x="1951522" y="1216994"/>
                </a:cubicBezTo>
                <a:cubicBezTo>
                  <a:pt x="1957475" y="1219874"/>
                  <a:pt x="1964580" y="1221410"/>
                  <a:pt x="1971302" y="1221507"/>
                </a:cubicBezTo>
                <a:cubicBezTo>
                  <a:pt x="1991177" y="1221987"/>
                  <a:pt x="2011052" y="1221987"/>
                  <a:pt x="2030831" y="1221123"/>
                </a:cubicBezTo>
                <a:cubicBezTo>
                  <a:pt x="2063476" y="1219778"/>
                  <a:pt x="2096601" y="1219490"/>
                  <a:pt x="2120125" y="1190878"/>
                </a:cubicBezTo>
                <a:cubicBezTo>
                  <a:pt x="2122046" y="1188573"/>
                  <a:pt x="2126174" y="1187229"/>
                  <a:pt x="2129439" y="1186845"/>
                </a:cubicBezTo>
                <a:cubicBezTo>
                  <a:pt x="2144513" y="1185021"/>
                  <a:pt x="2159971" y="1184828"/>
                  <a:pt x="2174854" y="1181852"/>
                </a:cubicBezTo>
                <a:cubicBezTo>
                  <a:pt x="2186760" y="1179452"/>
                  <a:pt x="2196650" y="1180220"/>
                  <a:pt x="2205674" y="1188669"/>
                </a:cubicBezTo>
                <a:cubicBezTo>
                  <a:pt x="2217485" y="1199807"/>
                  <a:pt x="2231887" y="1206336"/>
                  <a:pt x="2247634" y="1202784"/>
                </a:cubicBezTo>
                <a:cubicBezTo>
                  <a:pt x="2263379" y="1199327"/>
                  <a:pt x="2273749" y="1206816"/>
                  <a:pt x="2285367" y="1214594"/>
                </a:cubicBezTo>
                <a:cubicBezTo>
                  <a:pt x="2293817" y="1220258"/>
                  <a:pt x="2303418" y="1227363"/>
                  <a:pt x="2312827" y="1227939"/>
                </a:cubicBezTo>
                <a:cubicBezTo>
                  <a:pt x="2334143" y="1229187"/>
                  <a:pt x="2352482" y="1248967"/>
                  <a:pt x="2375622" y="1237733"/>
                </a:cubicBezTo>
                <a:cubicBezTo>
                  <a:pt x="2377158" y="1236965"/>
                  <a:pt x="2379942" y="1238885"/>
                  <a:pt x="2382151" y="1239365"/>
                </a:cubicBezTo>
                <a:cubicBezTo>
                  <a:pt x="2399817" y="1243014"/>
                  <a:pt x="2416428" y="1239461"/>
                  <a:pt x="2429390" y="1227459"/>
                </a:cubicBezTo>
                <a:cubicBezTo>
                  <a:pt x="2446385" y="1211809"/>
                  <a:pt x="2465203" y="1210272"/>
                  <a:pt x="2486134" y="1215362"/>
                </a:cubicBezTo>
                <a:cubicBezTo>
                  <a:pt x="2492856" y="1216994"/>
                  <a:pt x="2499577" y="1218146"/>
                  <a:pt x="2506394" y="1219490"/>
                </a:cubicBezTo>
                <a:cubicBezTo>
                  <a:pt x="2515611" y="1221410"/>
                  <a:pt x="2524925" y="1223427"/>
                  <a:pt x="2534142" y="1225347"/>
                </a:cubicBezTo>
                <a:cubicBezTo>
                  <a:pt x="2543072" y="1227268"/>
                  <a:pt x="2552962" y="1230532"/>
                  <a:pt x="2559874" y="1222275"/>
                </a:cubicBezTo>
                <a:cubicBezTo>
                  <a:pt x="2565827" y="1215169"/>
                  <a:pt x="2570052" y="1215842"/>
                  <a:pt x="2575525" y="1221987"/>
                </a:cubicBezTo>
                <a:cubicBezTo>
                  <a:pt x="2594536" y="1243494"/>
                  <a:pt x="2617580" y="1256936"/>
                  <a:pt x="2646960" y="1257896"/>
                </a:cubicBezTo>
                <a:cubicBezTo>
                  <a:pt x="2653009" y="1258088"/>
                  <a:pt x="2659154" y="1259432"/>
                  <a:pt x="2665107" y="1260873"/>
                </a:cubicBezTo>
                <a:cubicBezTo>
                  <a:pt x="2668756" y="1261736"/>
                  <a:pt x="2673173" y="1262697"/>
                  <a:pt x="2675381" y="1265290"/>
                </a:cubicBezTo>
                <a:cubicBezTo>
                  <a:pt x="2692567" y="1285068"/>
                  <a:pt x="2713979" y="1298799"/>
                  <a:pt x="2737311" y="1309841"/>
                </a:cubicBezTo>
                <a:cubicBezTo>
                  <a:pt x="2745664" y="1313777"/>
                  <a:pt x="2754594" y="1317713"/>
                  <a:pt x="2763619" y="1318866"/>
                </a:cubicBezTo>
                <a:cubicBezTo>
                  <a:pt x="2773028" y="1320018"/>
                  <a:pt x="2782917" y="1318098"/>
                  <a:pt x="2792519" y="1317041"/>
                </a:cubicBezTo>
                <a:cubicBezTo>
                  <a:pt x="2798184" y="1316466"/>
                  <a:pt x="2804713" y="1316561"/>
                  <a:pt x="2809226" y="1313777"/>
                </a:cubicBezTo>
                <a:cubicBezTo>
                  <a:pt x="2823532" y="1305039"/>
                  <a:pt x="2837358" y="1295631"/>
                  <a:pt x="2850705" y="1285452"/>
                </a:cubicBezTo>
                <a:cubicBezTo>
                  <a:pt x="2862131" y="1276715"/>
                  <a:pt x="2864435" y="1275467"/>
                  <a:pt x="2874324" y="1286413"/>
                </a:cubicBezTo>
                <a:cubicBezTo>
                  <a:pt x="2884502" y="1297647"/>
                  <a:pt x="2897176" y="1303503"/>
                  <a:pt x="2911194" y="1305903"/>
                </a:cubicBezTo>
                <a:cubicBezTo>
                  <a:pt x="2933373" y="1309648"/>
                  <a:pt x="2955745" y="1312816"/>
                  <a:pt x="2978116" y="1314641"/>
                </a:cubicBezTo>
                <a:cubicBezTo>
                  <a:pt x="2998375" y="1316273"/>
                  <a:pt x="3008073" y="1307440"/>
                  <a:pt x="3012106" y="1287373"/>
                </a:cubicBezTo>
                <a:cubicBezTo>
                  <a:pt x="3014410" y="1276235"/>
                  <a:pt x="3017387" y="1264137"/>
                  <a:pt x="3029676" y="1261161"/>
                </a:cubicBezTo>
                <a:cubicBezTo>
                  <a:pt x="3049744" y="1256360"/>
                  <a:pt x="3070579" y="1254248"/>
                  <a:pt x="3080469" y="1230724"/>
                </a:cubicBezTo>
                <a:cubicBezTo>
                  <a:pt x="3085941" y="1235909"/>
                  <a:pt x="3089302" y="1238981"/>
                  <a:pt x="3092567" y="1242054"/>
                </a:cubicBezTo>
                <a:cubicBezTo>
                  <a:pt x="3101592" y="1250599"/>
                  <a:pt x="3120314" y="1254248"/>
                  <a:pt x="3129821" y="1246855"/>
                </a:cubicBezTo>
                <a:cubicBezTo>
                  <a:pt x="3143839" y="1236101"/>
                  <a:pt x="3156705" y="1238117"/>
                  <a:pt x="3170147" y="1246471"/>
                </a:cubicBezTo>
                <a:cubicBezTo>
                  <a:pt x="3192615" y="1260297"/>
                  <a:pt x="3217674" y="1257128"/>
                  <a:pt x="3240429" y="1251559"/>
                </a:cubicBezTo>
                <a:cubicBezTo>
                  <a:pt x="3257617" y="1247430"/>
                  <a:pt x="3275956" y="1239845"/>
                  <a:pt x="3287189" y="1222466"/>
                </a:cubicBezTo>
                <a:cubicBezTo>
                  <a:pt x="3290741" y="1216898"/>
                  <a:pt x="3298711" y="1214113"/>
                  <a:pt x="3305049" y="1210465"/>
                </a:cubicBezTo>
                <a:cubicBezTo>
                  <a:pt x="3310329" y="1207488"/>
                  <a:pt x="3315898" y="1204704"/>
                  <a:pt x="3321755" y="1202784"/>
                </a:cubicBezTo>
                <a:cubicBezTo>
                  <a:pt x="3327995" y="1200671"/>
                  <a:pt x="3334909" y="1197598"/>
                  <a:pt x="3341055" y="1198463"/>
                </a:cubicBezTo>
                <a:cubicBezTo>
                  <a:pt x="3359681" y="1200959"/>
                  <a:pt x="3374467" y="1196062"/>
                  <a:pt x="3387621" y="1182140"/>
                </a:cubicBezTo>
                <a:cubicBezTo>
                  <a:pt x="3394439" y="1174939"/>
                  <a:pt x="3404520" y="1166202"/>
                  <a:pt x="3413161" y="1166105"/>
                </a:cubicBezTo>
                <a:cubicBezTo>
                  <a:pt x="3434189" y="1165818"/>
                  <a:pt x="3451663" y="1158905"/>
                  <a:pt x="3470579" y="1150647"/>
                </a:cubicBezTo>
                <a:cubicBezTo>
                  <a:pt x="3482772" y="1145366"/>
                  <a:pt x="3496598" y="1141718"/>
                  <a:pt x="3509657" y="1136821"/>
                </a:cubicBezTo>
                <a:cubicBezTo>
                  <a:pt x="3524923" y="1131060"/>
                  <a:pt x="3541534" y="1128948"/>
                  <a:pt x="3550847" y="1113009"/>
                </a:cubicBezTo>
                <a:cubicBezTo>
                  <a:pt x="3551903" y="1111281"/>
                  <a:pt x="3555072" y="1110993"/>
                  <a:pt x="3556608" y="1109361"/>
                </a:cubicBezTo>
                <a:cubicBezTo>
                  <a:pt x="3561505" y="1104368"/>
                  <a:pt x="3567842" y="1099760"/>
                  <a:pt x="3570435" y="1093710"/>
                </a:cubicBezTo>
                <a:cubicBezTo>
                  <a:pt x="3577923" y="1076044"/>
                  <a:pt x="3583780" y="1057800"/>
                  <a:pt x="3590501" y="1039846"/>
                </a:cubicBezTo>
                <a:cubicBezTo>
                  <a:pt x="3591942" y="1036005"/>
                  <a:pt x="3593285" y="1031108"/>
                  <a:pt x="3596263" y="1028900"/>
                </a:cubicBezTo>
                <a:cubicBezTo>
                  <a:pt x="3613449" y="1016226"/>
                  <a:pt x="3630925" y="1004032"/>
                  <a:pt x="3648591" y="992030"/>
                </a:cubicBezTo>
                <a:cubicBezTo>
                  <a:pt x="3655696" y="987229"/>
                  <a:pt x="3661649" y="989918"/>
                  <a:pt x="3667986" y="995487"/>
                </a:cubicBezTo>
                <a:cubicBezTo>
                  <a:pt x="3674131" y="1000768"/>
                  <a:pt x="3681717" y="1006240"/>
                  <a:pt x="3689397" y="1007585"/>
                </a:cubicBezTo>
                <a:cubicBezTo>
                  <a:pt x="3704760" y="1010177"/>
                  <a:pt x="3720698" y="1010753"/>
                  <a:pt x="3736349" y="1010753"/>
                </a:cubicBezTo>
                <a:cubicBezTo>
                  <a:pt x="3742205" y="1010753"/>
                  <a:pt x="3748446" y="1007297"/>
                  <a:pt x="3753919" y="1004513"/>
                </a:cubicBezTo>
                <a:cubicBezTo>
                  <a:pt x="3764289" y="999231"/>
                  <a:pt x="3773890" y="992126"/>
                  <a:pt x="3784643" y="987710"/>
                </a:cubicBezTo>
                <a:cubicBezTo>
                  <a:pt x="3797126" y="982621"/>
                  <a:pt x="3804615" y="974459"/>
                  <a:pt x="3808359" y="961689"/>
                </a:cubicBezTo>
                <a:cubicBezTo>
                  <a:pt x="3813929" y="942679"/>
                  <a:pt x="3827179" y="929428"/>
                  <a:pt x="3842829" y="918674"/>
                </a:cubicBezTo>
                <a:cubicBezTo>
                  <a:pt x="3862705" y="904944"/>
                  <a:pt x="3886421" y="905616"/>
                  <a:pt x="3908983" y="902256"/>
                </a:cubicBezTo>
                <a:cubicBezTo>
                  <a:pt x="3917625" y="901008"/>
                  <a:pt x="3926555" y="899951"/>
                  <a:pt x="3934428" y="896783"/>
                </a:cubicBezTo>
                <a:cubicBezTo>
                  <a:pt x="3964288" y="884877"/>
                  <a:pt x="3994149" y="873548"/>
                  <a:pt x="4026987" y="873835"/>
                </a:cubicBezTo>
                <a:cubicBezTo>
                  <a:pt x="4029674" y="873835"/>
                  <a:pt x="4032363" y="873548"/>
                  <a:pt x="4035051" y="873067"/>
                </a:cubicBezTo>
                <a:cubicBezTo>
                  <a:pt x="4058383" y="869131"/>
                  <a:pt x="4082483" y="867594"/>
                  <a:pt x="4099189" y="846664"/>
                </a:cubicBezTo>
                <a:cubicBezTo>
                  <a:pt x="4102261" y="842823"/>
                  <a:pt x="4109271" y="841671"/>
                  <a:pt x="4114647" y="840134"/>
                </a:cubicBezTo>
                <a:cubicBezTo>
                  <a:pt x="4123961" y="837638"/>
                  <a:pt x="4130203" y="832549"/>
                  <a:pt x="4133563" y="823427"/>
                </a:cubicBezTo>
                <a:cubicBezTo>
                  <a:pt x="4139229" y="807681"/>
                  <a:pt x="4145949" y="792223"/>
                  <a:pt x="4151039" y="776284"/>
                </a:cubicBezTo>
                <a:cubicBezTo>
                  <a:pt x="4154591" y="765338"/>
                  <a:pt x="4161215" y="759289"/>
                  <a:pt x="4171489" y="754776"/>
                </a:cubicBezTo>
                <a:cubicBezTo>
                  <a:pt x="4177251" y="752280"/>
                  <a:pt x="4182243" y="746808"/>
                  <a:pt x="4186372" y="741718"/>
                </a:cubicBezTo>
                <a:cubicBezTo>
                  <a:pt x="4191365" y="735573"/>
                  <a:pt x="4193957" y="727412"/>
                  <a:pt x="4199429" y="721940"/>
                </a:cubicBezTo>
                <a:cubicBezTo>
                  <a:pt x="4212775" y="708305"/>
                  <a:pt x="4216905" y="693231"/>
                  <a:pt x="4212487" y="674604"/>
                </a:cubicBezTo>
                <a:cubicBezTo>
                  <a:pt x="4208551" y="658090"/>
                  <a:pt x="4218921" y="636006"/>
                  <a:pt x="4232555" y="632645"/>
                </a:cubicBezTo>
                <a:cubicBezTo>
                  <a:pt x="4247629" y="628900"/>
                  <a:pt x="4257999" y="619684"/>
                  <a:pt x="4268657" y="609410"/>
                </a:cubicBezTo>
                <a:cubicBezTo>
                  <a:pt x="4274609" y="603649"/>
                  <a:pt x="4282963" y="598656"/>
                  <a:pt x="4291028" y="597216"/>
                </a:cubicBezTo>
                <a:cubicBezTo>
                  <a:pt x="4321657" y="591647"/>
                  <a:pt x="4350557" y="598464"/>
                  <a:pt x="4379651" y="609506"/>
                </a:cubicBezTo>
                <a:cubicBezTo>
                  <a:pt x="4398661" y="616707"/>
                  <a:pt x="4419784" y="618627"/>
                  <a:pt x="4440139" y="621507"/>
                </a:cubicBezTo>
                <a:cubicBezTo>
                  <a:pt x="4446477" y="622371"/>
                  <a:pt x="4454542" y="620452"/>
                  <a:pt x="4460015" y="616899"/>
                </a:cubicBezTo>
                <a:cubicBezTo>
                  <a:pt x="4479218" y="604609"/>
                  <a:pt x="4498325" y="591935"/>
                  <a:pt x="4516183" y="577724"/>
                </a:cubicBezTo>
                <a:cubicBezTo>
                  <a:pt x="4532795" y="564379"/>
                  <a:pt x="4551517" y="558810"/>
                  <a:pt x="4571681" y="560250"/>
                </a:cubicBezTo>
                <a:cubicBezTo>
                  <a:pt x="4586371" y="561306"/>
                  <a:pt x="4599621" y="558905"/>
                  <a:pt x="4613447" y="555257"/>
                </a:cubicBezTo>
                <a:cubicBezTo>
                  <a:pt x="4624969" y="552185"/>
                  <a:pt x="4637643" y="550072"/>
                  <a:pt x="4649355" y="551417"/>
                </a:cubicBezTo>
                <a:cubicBezTo>
                  <a:pt x="4665775" y="553337"/>
                  <a:pt x="4679313" y="550553"/>
                  <a:pt x="4692467" y="540663"/>
                </a:cubicBezTo>
                <a:cubicBezTo>
                  <a:pt x="4699476" y="535382"/>
                  <a:pt x="4708502" y="532598"/>
                  <a:pt x="4716855" y="528949"/>
                </a:cubicBezTo>
                <a:cubicBezTo>
                  <a:pt x="4729721" y="523284"/>
                  <a:pt x="4743067" y="518483"/>
                  <a:pt x="4755645" y="512147"/>
                </a:cubicBezTo>
                <a:cubicBezTo>
                  <a:pt x="4769183" y="505425"/>
                  <a:pt x="4781569" y="496112"/>
                  <a:pt x="4795395" y="490351"/>
                </a:cubicBezTo>
                <a:cubicBezTo>
                  <a:pt x="4810278" y="484110"/>
                  <a:pt x="4819879" y="474605"/>
                  <a:pt x="4825928" y="459818"/>
                </a:cubicBezTo>
                <a:cubicBezTo>
                  <a:pt x="4829769" y="450504"/>
                  <a:pt x="4835049" y="440615"/>
                  <a:pt x="4842347" y="434086"/>
                </a:cubicBezTo>
                <a:cubicBezTo>
                  <a:pt x="4857422" y="420740"/>
                  <a:pt x="4875087" y="410370"/>
                  <a:pt x="4890451" y="397216"/>
                </a:cubicBezTo>
                <a:cubicBezTo>
                  <a:pt x="4912054" y="378781"/>
                  <a:pt x="4932025" y="359194"/>
                  <a:pt x="4933945" y="327701"/>
                </a:cubicBezTo>
                <a:cubicBezTo>
                  <a:pt x="4935001" y="310322"/>
                  <a:pt x="4944219" y="302929"/>
                  <a:pt x="4961214" y="298801"/>
                </a:cubicBezTo>
                <a:cubicBezTo>
                  <a:pt x="4966878" y="297457"/>
                  <a:pt x="4974945" y="294864"/>
                  <a:pt x="4976672" y="290639"/>
                </a:cubicBezTo>
                <a:cubicBezTo>
                  <a:pt x="4981857" y="278061"/>
                  <a:pt x="4992610" y="275565"/>
                  <a:pt x="5002979" y="270573"/>
                </a:cubicBezTo>
                <a:cubicBezTo>
                  <a:pt x="5009221" y="267596"/>
                  <a:pt x="5016903" y="261739"/>
                  <a:pt x="5018535" y="255690"/>
                </a:cubicBezTo>
                <a:cubicBezTo>
                  <a:pt x="5025255" y="231206"/>
                  <a:pt x="5043690" y="216804"/>
                  <a:pt x="5061069" y="200961"/>
                </a:cubicBezTo>
                <a:cubicBezTo>
                  <a:pt x="5066158" y="196256"/>
                  <a:pt x="5071631" y="190879"/>
                  <a:pt x="5074127" y="184735"/>
                </a:cubicBezTo>
                <a:cubicBezTo>
                  <a:pt x="5079409" y="171484"/>
                  <a:pt x="5087281" y="161882"/>
                  <a:pt x="5101108" y="156891"/>
                </a:cubicBezTo>
                <a:cubicBezTo>
                  <a:pt x="5105524" y="155354"/>
                  <a:pt x="5109557" y="151801"/>
                  <a:pt x="5112918" y="148441"/>
                </a:cubicBezTo>
                <a:cubicBezTo>
                  <a:pt x="5120119" y="141144"/>
                  <a:pt x="5126167" y="132598"/>
                  <a:pt x="5133753" y="125782"/>
                </a:cubicBezTo>
                <a:cubicBezTo>
                  <a:pt x="5153051" y="108211"/>
                  <a:pt x="5172159" y="90928"/>
                  <a:pt x="5183393" y="66348"/>
                </a:cubicBezTo>
                <a:cubicBezTo>
                  <a:pt x="5188865" y="54346"/>
                  <a:pt x="5195107" y="41288"/>
                  <a:pt x="5204709" y="33030"/>
                </a:cubicBezTo>
                <a:cubicBezTo>
                  <a:pt x="5216903" y="22565"/>
                  <a:pt x="5232937" y="16612"/>
                  <a:pt x="5247243" y="8451"/>
                </a:cubicBezTo>
                <a:close/>
              </a:path>
            </a:pathLst>
          </a:custGeom>
          <a:blipFill dpi="0" rotWithShape="1">
            <a:blip r:embed="rId2">
              <a:alphaModFix amt="57000"/>
            </a:blip>
            <a:srcRect/>
            <a:tile tx="0" ty="0" sx="100000" sy="100000" flip="none" algn="tl"/>
          </a:blip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D1BFE34B-80CD-5F37-BA27-B27FB7714CE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642029" y="941945"/>
            <a:ext cx="6551531" cy="55878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sv-SE" sz="2400">
                <a:solidFill>
                  <a:schemeClr val="tx1">
                    <a:alpha val="80000"/>
                  </a:schemeClr>
                </a:solidFill>
                <a:ea typeface="+mn-lt"/>
                <a:cs typeface="+mn-lt"/>
              </a:rPr>
              <a:t>Windows-moduler: Ansible har dedikerade Windows-moduler (win_ping, win_feature, win_service, win_copy) </a:t>
            </a:r>
            <a:endParaRPr lang="sv-SE" sz="2400">
              <a:solidFill>
                <a:schemeClr val="tx1">
                  <a:alpha val="80000"/>
                </a:schemeClr>
              </a:solidFill>
            </a:endParaRPr>
          </a:p>
          <a:p>
            <a:r>
              <a:rPr lang="sv-SE" sz="2400">
                <a:solidFill>
                  <a:schemeClr val="tx1">
                    <a:alpha val="80000"/>
                  </a:schemeClr>
                </a:solidFill>
                <a:ea typeface="+mn-lt"/>
                <a:cs typeface="+mn-lt"/>
              </a:rPr>
              <a:t>WinRM: Windows använder WinRM istället för SSH – måste aktiveras och konfigureras </a:t>
            </a:r>
            <a:endParaRPr lang="sv-SE" sz="2400">
              <a:solidFill>
                <a:schemeClr val="tx1">
                  <a:alpha val="80000"/>
                </a:schemeClr>
              </a:solidFill>
            </a:endParaRPr>
          </a:p>
          <a:p>
            <a:r>
              <a:rPr lang="sv-SE" sz="2400">
                <a:solidFill>
                  <a:schemeClr val="tx1">
                    <a:alpha val="80000"/>
                  </a:schemeClr>
                </a:solidFill>
                <a:ea typeface="+mn-lt"/>
                <a:cs typeface="+mn-lt"/>
              </a:rPr>
              <a:t>HTTPS: Använd HTTPS (port 5986) i produktion med certifikatvalidering </a:t>
            </a:r>
            <a:endParaRPr lang="sv-SE" sz="2400">
              <a:solidFill>
                <a:schemeClr val="tx1">
                  <a:alpha val="80000"/>
                </a:schemeClr>
              </a:solidFill>
            </a:endParaRPr>
          </a:p>
          <a:p>
            <a:r>
              <a:rPr lang="sv-SE" sz="2400">
                <a:solidFill>
                  <a:schemeClr val="tx1">
                    <a:alpha val="80000"/>
                  </a:schemeClr>
                </a:solidFill>
                <a:ea typeface="+mn-lt"/>
                <a:cs typeface="+mn-lt"/>
              </a:rPr>
              <a:t>Autentisering: Välj rätt metod (Basic, NTLM, Kerberos, Certificate) baserat på miljö </a:t>
            </a:r>
            <a:endParaRPr lang="sv-SE" sz="2400">
              <a:solidFill>
                <a:schemeClr val="tx1">
                  <a:alpha val="80000"/>
                </a:schemeClr>
              </a:solidFill>
            </a:endParaRPr>
          </a:p>
          <a:p>
            <a:r>
              <a:rPr lang="sv-SE" sz="2400">
                <a:solidFill>
                  <a:schemeClr val="tx1">
                    <a:alpha val="80000"/>
                  </a:schemeClr>
                </a:solidFill>
                <a:ea typeface="+mn-lt"/>
                <a:cs typeface="+mn-lt"/>
              </a:rPr>
              <a:t>Idempotens: Playbooks är idempotenta – kör om och om igen utan negativa bieffekter</a:t>
            </a:r>
            <a:endParaRPr lang="sv-SE" sz="2400">
              <a:solidFill>
                <a:schemeClr val="tx1">
                  <a:alpha val="80000"/>
                </a:schemeClr>
              </a:solidFill>
            </a:endParaRPr>
          </a:p>
          <a:p>
            <a:r>
              <a:rPr lang="sv-SE" sz="2400">
                <a:solidFill>
                  <a:schemeClr val="tx1">
                    <a:alpha val="80000"/>
                  </a:schemeClr>
                </a:solidFill>
                <a:ea typeface="+mn-lt"/>
                <a:cs typeface="+mn-lt"/>
              </a:rPr>
              <a:t>Handlers: Notifiera handlers för att starta om tjänster ENDAST vid ändringar</a:t>
            </a:r>
            <a:endParaRPr lang="sv-SE" sz="2400">
              <a:solidFill>
                <a:schemeClr val="tx1">
                  <a:alpha val="8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019763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A9CB0874-88B8-43D3-B0B6-C32F790F79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4BFD067A-52BE-40EE-B7CA-391830B9A26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92000" cy="2561771"/>
            <a:chOff x="0" y="0"/>
            <a:chExt cx="12192000" cy="256177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CDA7855-806B-4A02-9C19-24872E4D89A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2192000" cy="2561771"/>
            </a:xfrm>
            <a:custGeom>
              <a:avLst/>
              <a:gdLst>
                <a:gd name="connsiteX0" fmla="*/ 0 w 12192000"/>
                <a:gd name="connsiteY0" fmla="*/ 0 h 2561771"/>
                <a:gd name="connsiteX1" fmla="*/ 12192000 w 12192000"/>
                <a:gd name="connsiteY1" fmla="*/ 0 h 2561771"/>
                <a:gd name="connsiteX2" fmla="*/ 12192000 w 12192000"/>
                <a:gd name="connsiteY2" fmla="*/ 2359863 h 2561771"/>
                <a:gd name="connsiteX3" fmla="*/ 6364514 w 12192000"/>
                <a:gd name="connsiteY3" fmla="*/ 2561771 h 2561771"/>
                <a:gd name="connsiteX4" fmla="*/ 1981200 w 12192000"/>
                <a:gd name="connsiteY4" fmla="*/ 2278742 h 2561771"/>
                <a:gd name="connsiteX5" fmla="*/ 0 w 12192000"/>
                <a:gd name="connsiteY5" fmla="*/ 2343277 h 2561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000" h="2561771">
                  <a:moveTo>
                    <a:pt x="0" y="0"/>
                  </a:moveTo>
                  <a:lnTo>
                    <a:pt x="12192000" y="0"/>
                  </a:lnTo>
                  <a:lnTo>
                    <a:pt x="12192000" y="2359863"/>
                  </a:lnTo>
                  <a:lnTo>
                    <a:pt x="6364514" y="2561771"/>
                  </a:lnTo>
                  <a:lnTo>
                    <a:pt x="1981200" y="2278742"/>
                  </a:lnTo>
                  <a:lnTo>
                    <a:pt x="0" y="2343277"/>
                  </a:lnTo>
                  <a:close/>
                </a:path>
              </a:pathLst>
            </a:custGeom>
            <a:solidFill>
              <a:schemeClr val="tx1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3AFE70DE-5BEC-4E54-98D2-48C13E1491F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2192000" cy="2561771"/>
            </a:xfrm>
            <a:custGeom>
              <a:avLst/>
              <a:gdLst>
                <a:gd name="connsiteX0" fmla="*/ 0 w 12192000"/>
                <a:gd name="connsiteY0" fmla="*/ 0 h 2561771"/>
                <a:gd name="connsiteX1" fmla="*/ 12192000 w 12192000"/>
                <a:gd name="connsiteY1" fmla="*/ 0 h 2561771"/>
                <a:gd name="connsiteX2" fmla="*/ 12192000 w 12192000"/>
                <a:gd name="connsiteY2" fmla="*/ 2359863 h 2561771"/>
                <a:gd name="connsiteX3" fmla="*/ 6364514 w 12192000"/>
                <a:gd name="connsiteY3" fmla="*/ 2561771 h 2561771"/>
                <a:gd name="connsiteX4" fmla="*/ 1981200 w 12192000"/>
                <a:gd name="connsiteY4" fmla="*/ 2278742 h 2561771"/>
                <a:gd name="connsiteX5" fmla="*/ 0 w 12192000"/>
                <a:gd name="connsiteY5" fmla="*/ 2343277 h 2561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000" h="2561771">
                  <a:moveTo>
                    <a:pt x="0" y="0"/>
                  </a:moveTo>
                  <a:lnTo>
                    <a:pt x="12192000" y="0"/>
                  </a:lnTo>
                  <a:lnTo>
                    <a:pt x="12192000" y="2359863"/>
                  </a:lnTo>
                  <a:lnTo>
                    <a:pt x="6364514" y="2561771"/>
                  </a:lnTo>
                  <a:lnTo>
                    <a:pt x="1981200" y="2278742"/>
                  </a:lnTo>
                  <a:lnTo>
                    <a:pt x="0" y="2343277"/>
                  </a:lnTo>
                  <a:close/>
                </a:path>
              </a:pathLst>
            </a:custGeom>
            <a:solidFill>
              <a:schemeClr val="bg1">
                <a:alpha val="86000"/>
              </a:schemeClr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2" name="Rubrik 1">
            <a:extLst>
              <a:ext uri="{FF2B5EF4-FFF2-40B4-BE49-F238E27FC236}">
                <a16:creationId xmlns:a16="http://schemas.microsoft.com/office/drawing/2014/main" id="{AA82A74A-2770-9C2D-95E1-A3A9BBFF8F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35582" y="602956"/>
            <a:ext cx="8543393" cy="1117108"/>
          </a:xfrm>
        </p:spPr>
        <p:txBody>
          <a:bodyPr anchor="b">
            <a:noAutofit/>
          </a:bodyPr>
          <a:lstStyle/>
          <a:p>
            <a:r>
              <a:rPr lang="sv-SE" sz="9600" dirty="0">
                <a:hlinkClick r:id="rId2"/>
              </a:rPr>
              <a:t>Quiz</a:t>
            </a:r>
            <a:endParaRPr lang="sv-SE" sz="960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15B8CC4-8CCE-428F-AE7E-28D178984CE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 rot="10800000">
            <a:off x="0" y="2027156"/>
            <a:ext cx="12192000" cy="757168"/>
            <a:chOff x="0" y="2959818"/>
            <a:chExt cx="12192000" cy="757168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A6359FA2-E374-4073-8269-E10D2AE749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959818"/>
              <a:ext cx="12192000" cy="757168"/>
            </a:xfrm>
            <a:custGeom>
              <a:avLst/>
              <a:gdLst>
                <a:gd name="connsiteX0" fmla="*/ 0 w 12192000"/>
                <a:gd name="connsiteY0" fmla="*/ 0 h 757168"/>
                <a:gd name="connsiteX1" fmla="*/ 41653 w 12192000"/>
                <a:gd name="connsiteY1" fmla="*/ 6945 h 757168"/>
                <a:gd name="connsiteX2" fmla="*/ 81317 w 12192000"/>
                <a:gd name="connsiteY2" fmla="*/ 15509 h 757168"/>
                <a:gd name="connsiteX3" fmla="*/ 114150 w 12192000"/>
                <a:gd name="connsiteY3" fmla="*/ 28105 h 757168"/>
                <a:gd name="connsiteX4" fmla="*/ 214865 w 12192000"/>
                <a:gd name="connsiteY4" fmla="*/ 58374 h 757168"/>
                <a:gd name="connsiteX5" fmla="*/ 299237 w 12192000"/>
                <a:gd name="connsiteY5" fmla="*/ 63560 h 757168"/>
                <a:gd name="connsiteX6" fmla="*/ 415570 w 12192000"/>
                <a:gd name="connsiteY6" fmla="*/ 83774 h 757168"/>
                <a:gd name="connsiteX7" fmla="*/ 633210 w 12192000"/>
                <a:gd name="connsiteY7" fmla="*/ 109108 h 757168"/>
                <a:gd name="connsiteX8" fmla="*/ 677567 w 12192000"/>
                <a:gd name="connsiteY8" fmla="*/ 119446 h 757168"/>
                <a:gd name="connsiteX9" fmla="*/ 946429 w 12192000"/>
                <a:gd name="connsiteY9" fmla="*/ 171502 h 757168"/>
                <a:gd name="connsiteX10" fmla="*/ 1163367 w 12192000"/>
                <a:gd name="connsiteY10" fmla="*/ 182106 h 757168"/>
                <a:gd name="connsiteX11" fmla="*/ 1180337 w 12192000"/>
                <a:gd name="connsiteY11" fmla="*/ 181279 h 757168"/>
                <a:gd name="connsiteX12" fmla="*/ 1263939 w 12192000"/>
                <a:gd name="connsiteY12" fmla="*/ 173070 h 757168"/>
                <a:gd name="connsiteX13" fmla="*/ 1392213 w 12192000"/>
                <a:gd name="connsiteY13" fmla="*/ 183225 h 757168"/>
                <a:gd name="connsiteX14" fmla="*/ 1479752 w 12192000"/>
                <a:gd name="connsiteY14" fmla="*/ 205174 h 757168"/>
                <a:gd name="connsiteX15" fmla="*/ 1589813 w 12192000"/>
                <a:gd name="connsiteY15" fmla="*/ 211706 h 757168"/>
                <a:gd name="connsiteX16" fmla="*/ 1716264 w 12192000"/>
                <a:gd name="connsiteY16" fmla="*/ 207459 h 757168"/>
                <a:gd name="connsiteX17" fmla="*/ 1772900 w 12192000"/>
                <a:gd name="connsiteY17" fmla="*/ 208137 h 757168"/>
                <a:gd name="connsiteX18" fmla="*/ 1929319 w 12192000"/>
                <a:gd name="connsiteY18" fmla="*/ 193822 h 757168"/>
                <a:gd name="connsiteX19" fmla="*/ 2021514 w 12192000"/>
                <a:gd name="connsiteY19" fmla="*/ 204186 h 757168"/>
                <a:gd name="connsiteX20" fmla="*/ 2111753 w 12192000"/>
                <a:gd name="connsiteY20" fmla="*/ 223797 h 757168"/>
                <a:gd name="connsiteX21" fmla="*/ 2169356 w 12192000"/>
                <a:gd name="connsiteY21" fmla="*/ 241125 h 757168"/>
                <a:gd name="connsiteX22" fmla="*/ 2286638 w 12192000"/>
                <a:gd name="connsiteY22" fmla="*/ 257382 h 757168"/>
                <a:gd name="connsiteX23" fmla="*/ 2308368 w 12192000"/>
                <a:gd name="connsiteY23" fmla="*/ 256995 h 757168"/>
                <a:gd name="connsiteX24" fmla="*/ 2660621 w 12192000"/>
                <a:gd name="connsiteY24" fmla="*/ 262863 h 757168"/>
                <a:gd name="connsiteX25" fmla="*/ 2801134 w 12192000"/>
                <a:gd name="connsiteY25" fmla="*/ 250006 h 757168"/>
                <a:gd name="connsiteX26" fmla="*/ 2830994 w 12192000"/>
                <a:gd name="connsiteY26" fmla="*/ 249091 h 757168"/>
                <a:gd name="connsiteX27" fmla="*/ 3129084 w 12192000"/>
                <a:gd name="connsiteY27" fmla="*/ 242009 h 757168"/>
                <a:gd name="connsiteX28" fmla="*/ 3162162 w 12192000"/>
                <a:gd name="connsiteY28" fmla="*/ 242789 h 757168"/>
                <a:gd name="connsiteX29" fmla="*/ 3254072 w 12192000"/>
                <a:gd name="connsiteY29" fmla="*/ 251612 h 757168"/>
                <a:gd name="connsiteX30" fmla="*/ 3473491 w 12192000"/>
                <a:gd name="connsiteY30" fmla="*/ 221903 h 757168"/>
                <a:gd name="connsiteX31" fmla="*/ 3691860 w 12192000"/>
                <a:gd name="connsiteY31" fmla="*/ 219228 h 757168"/>
                <a:gd name="connsiteX32" fmla="*/ 3811494 w 12192000"/>
                <a:gd name="connsiteY32" fmla="*/ 225691 h 757168"/>
                <a:gd name="connsiteX33" fmla="*/ 3897533 w 12192000"/>
                <a:gd name="connsiteY33" fmla="*/ 220087 h 757168"/>
                <a:gd name="connsiteX34" fmla="*/ 4109430 w 12192000"/>
                <a:gd name="connsiteY34" fmla="*/ 200477 h 757168"/>
                <a:gd name="connsiteX35" fmla="*/ 4208772 w 12192000"/>
                <a:gd name="connsiteY35" fmla="*/ 200914 h 757168"/>
                <a:gd name="connsiteX36" fmla="*/ 4314641 w 12192000"/>
                <a:gd name="connsiteY36" fmla="*/ 196159 h 757168"/>
                <a:gd name="connsiteX37" fmla="*/ 4577622 w 12192000"/>
                <a:gd name="connsiteY37" fmla="*/ 163774 h 757168"/>
                <a:gd name="connsiteX38" fmla="*/ 4790345 w 12192000"/>
                <a:gd name="connsiteY38" fmla="*/ 177592 h 757168"/>
                <a:gd name="connsiteX39" fmla="*/ 4926164 w 12192000"/>
                <a:gd name="connsiteY39" fmla="*/ 184139 h 757168"/>
                <a:gd name="connsiteX40" fmla="*/ 5088812 w 12192000"/>
                <a:gd name="connsiteY40" fmla="*/ 177401 h 757168"/>
                <a:gd name="connsiteX41" fmla="*/ 5222466 w 12192000"/>
                <a:gd name="connsiteY41" fmla="*/ 162082 h 757168"/>
                <a:gd name="connsiteX42" fmla="*/ 5406528 w 12192000"/>
                <a:gd name="connsiteY42" fmla="*/ 153987 h 757168"/>
                <a:gd name="connsiteX43" fmla="*/ 5590716 w 12192000"/>
                <a:gd name="connsiteY43" fmla="*/ 129490 h 757168"/>
                <a:gd name="connsiteX44" fmla="*/ 5719429 w 12192000"/>
                <a:gd name="connsiteY44" fmla="*/ 110099 h 757168"/>
                <a:gd name="connsiteX45" fmla="*/ 5897895 w 12192000"/>
                <a:gd name="connsiteY45" fmla="*/ 96368 h 757168"/>
                <a:gd name="connsiteX46" fmla="*/ 6169957 w 12192000"/>
                <a:gd name="connsiteY46" fmla="*/ 94411 h 757168"/>
                <a:gd name="connsiteX47" fmla="*/ 6294827 w 12192000"/>
                <a:gd name="connsiteY47" fmla="*/ 99236 h 757168"/>
                <a:gd name="connsiteX48" fmla="*/ 6494261 w 12192000"/>
                <a:gd name="connsiteY48" fmla="*/ 71724 h 757168"/>
                <a:gd name="connsiteX49" fmla="*/ 6579627 w 12192000"/>
                <a:gd name="connsiteY49" fmla="*/ 57883 h 757168"/>
                <a:gd name="connsiteX50" fmla="*/ 6654800 w 12192000"/>
                <a:gd name="connsiteY50" fmla="*/ 77086 h 757168"/>
                <a:gd name="connsiteX51" fmla="*/ 6703059 w 12192000"/>
                <a:gd name="connsiteY51" fmla="*/ 97166 h 757168"/>
                <a:gd name="connsiteX52" fmla="*/ 6859445 w 12192000"/>
                <a:gd name="connsiteY52" fmla="*/ 90481 h 757168"/>
                <a:gd name="connsiteX53" fmla="*/ 7025414 w 12192000"/>
                <a:gd name="connsiteY53" fmla="*/ 83536 h 757168"/>
                <a:gd name="connsiteX54" fmla="*/ 7144137 w 12192000"/>
                <a:gd name="connsiteY54" fmla="*/ 79264 h 757168"/>
                <a:gd name="connsiteX55" fmla="*/ 7291235 w 12192000"/>
                <a:gd name="connsiteY55" fmla="*/ 95367 h 757168"/>
                <a:gd name="connsiteX56" fmla="*/ 7407395 w 12192000"/>
                <a:gd name="connsiteY56" fmla="*/ 104888 h 757168"/>
                <a:gd name="connsiteX57" fmla="*/ 7500837 w 12192000"/>
                <a:gd name="connsiteY57" fmla="*/ 119515 h 757168"/>
                <a:gd name="connsiteX58" fmla="*/ 7533567 w 12192000"/>
                <a:gd name="connsiteY58" fmla="*/ 126955 h 757168"/>
                <a:gd name="connsiteX59" fmla="*/ 7792910 w 12192000"/>
                <a:gd name="connsiteY59" fmla="*/ 185188 h 757168"/>
                <a:gd name="connsiteX60" fmla="*/ 8070699 w 12192000"/>
                <a:gd name="connsiteY60" fmla="*/ 235423 h 757168"/>
                <a:gd name="connsiteX61" fmla="*/ 8253177 w 12192000"/>
                <a:gd name="connsiteY61" fmla="*/ 222473 h 757168"/>
                <a:gd name="connsiteX62" fmla="*/ 8320683 w 12192000"/>
                <a:gd name="connsiteY62" fmla="*/ 226393 h 757168"/>
                <a:gd name="connsiteX63" fmla="*/ 8631438 w 12192000"/>
                <a:gd name="connsiteY63" fmla="*/ 237528 h 757168"/>
                <a:gd name="connsiteX64" fmla="*/ 8686410 w 12192000"/>
                <a:gd name="connsiteY64" fmla="*/ 234877 h 757168"/>
                <a:gd name="connsiteX65" fmla="*/ 8980658 w 12192000"/>
                <a:gd name="connsiteY65" fmla="*/ 273001 h 757168"/>
                <a:gd name="connsiteX66" fmla="*/ 9087625 w 12192000"/>
                <a:gd name="connsiteY66" fmla="*/ 282423 h 757168"/>
                <a:gd name="connsiteX67" fmla="*/ 9186017 w 12192000"/>
                <a:gd name="connsiteY67" fmla="*/ 293875 h 757168"/>
                <a:gd name="connsiteX68" fmla="*/ 9323931 w 12192000"/>
                <a:gd name="connsiteY68" fmla="*/ 302628 h 757168"/>
                <a:gd name="connsiteX69" fmla="*/ 9467213 w 12192000"/>
                <a:gd name="connsiteY69" fmla="*/ 307275 h 757168"/>
                <a:gd name="connsiteX70" fmla="*/ 9626826 w 12192000"/>
                <a:gd name="connsiteY70" fmla="*/ 316213 h 757168"/>
                <a:gd name="connsiteX71" fmla="*/ 9689696 w 12192000"/>
                <a:gd name="connsiteY71" fmla="*/ 324467 h 757168"/>
                <a:gd name="connsiteX72" fmla="*/ 9860526 w 12192000"/>
                <a:gd name="connsiteY72" fmla="*/ 329986 h 757168"/>
                <a:gd name="connsiteX73" fmla="*/ 9949775 w 12192000"/>
                <a:gd name="connsiteY73" fmla="*/ 340386 h 757168"/>
                <a:gd name="connsiteX74" fmla="*/ 10097252 w 12192000"/>
                <a:gd name="connsiteY74" fmla="*/ 349262 h 757168"/>
                <a:gd name="connsiteX75" fmla="*/ 10145261 w 12192000"/>
                <a:gd name="connsiteY75" fmla="*/ 353113 h 757168"/>
                <a:gd name="connsiteX76" fmla="*/ 10188159 w 12192000"/>
                <a:gd name="connsiteY76" fmla="*/ 356124 h 757168"/>
                <a:gd name="connsiteX77" fmla="*/ 10336144 w 12192000"/>
                <a:gd name="connsiteY77" fmla="*/ 348235 h 757168"/>
                <a:gd name="connsiteX78" fmla="*/ 10466847 w 12192000"/>
                <a:gd name="connsiteY78" fmla="*/ 354131 h 757168"/>
                <a:gd name="connsiteX79" fmla="*/ 10696514 w 12192000"/>
                <a:gd name="connsiteY79" fmla="*/ 353575 h 757168"/>
                <a:gd name="connsiteX80" fmla="*/ 10746932 w 12192000"/>
                <a:gd name="connsiteY80" fmla="*/ 360606 h 757168"/>
                <a:gd name="connsiteX81" fmla="*/ 10905388 w 12192000"/>
                <a:gd name="connsiteY81" fmla="*/ 370627 h 757168"/>
                <a:gd name="connsiteX82" fmla="*/ 10995602 w 12192000"/>
                <a:gd name="connsiteY82" fmla="*/ 376691 h 757168"/>
                <a:gd name="connsiteX83" fmla="*/ 11107647 w 12192000"/>
                <a:gd name="connsiteY83" fmla="*/ 373405 h 757168"/>
                <a:gd name="connsiteX84" fmla="*/ 11302440 w 12192000"/>
                <a:gd name="connsiteY84" fmla="*/ 364156 h 757168"/>
                <a:gd name="connsiteX85" fmla="*/ 11353613 w 12192000"/>
                <a:gd name="connsiteY85" fmla="*/ 363785 h 757168"/>
                <a:gd name="connsiteX86" fmla="*/ 11447323 w 12192000"/>
                <a:gd name="connsiteY86" fmla="*/ 359346 h 757168"/>
                <a:gd name="connsiteX87" fmla="*/ 11464292 w 12192000"/>
                <a:gd name="connsiteY87" fmla="*/ 358519 h 757168"/>
                <a:gd name="connsiteX88" fmla="*/ 11607560 w 12192000"/>
                <a:gd name="connsiteY88" fmla="*/ 342370 h 757168"/>
                <a:gd name="connsiteX89" fmla="*/ 11681426 w 12192000"/>
                <a:gd name="connsiteY89" fmla="*/ 344335 h 757168"/>
                <a:gd name="connsiteX90" fmla="*/ 11893565 w 12192000"/>
                <a:gd name="connsiteY90" fmla="*/ 355261 h 757168"/>
                <a:gd name="connsiteX91" fmla="*/ 11983290 w 12192000"/>
                <a:gd name="connsiteY91" fmla="*/ 363588 h 757168"/>
                <a:gd name="connsiteX92" fmla="*/ 12192000 w 12192000"/>
                <a:gd name="connsiteY92" fmla="*/ 388018 h 757168"/>
                <a:gd name="connsiteX93" fmla="*/ 12192000 w 12192000"/>
                <a:gd name="connsiteY93" fmla="*/ 577115 h 757168"/>
                <a:gd name="connsiteX94" fmla="*/ 12157329 w 12192000"/>
                <a:gd name="connsiteY94" fmla="*/ 588862 h 757168"/>
                <a:gd name="connsiteX95" fmla="*/ 12066948 w 12192000"/>
                <a:gd name="connsiteY95" fmla="*/ 586034 h 757168"/>
                <a:gd name="connsiteX96" fmla="*/ 11911344 w 12192000"/>
                <a:gd name="connsiteY96" fmla="*/ 521599 h 757168"/>
                <a:gd name="connsiteX97" fmla="*/ 11847823 w 12192000"/>
                <a:gd name="connsiteY97" fmla="*/ 511785 h 757168"/>
                <a:gd name="connsiteX98" fmla="*/ 11737547 w 12192000"/>
                <a:gd name="connsiteY98" fmla="*/ 502380 h 757168"/>
                <a:gd name="connsiteX99" fmla="*/ 11636052 w 12192000"/>
                <a:gd name="connsiteY99" fmla="*/ 514993 h 757168"/>
                <a:gd name="connsiteX100" fmla="*/ 11394706 w 12192000"/>
                <a:gd name="connsiteY100" fmla="*/ 590867 h 757168"/>
                <a:gd name="connsiteX101" fmla="*/ 11354978 w 12192000"/>
                <a:gd name="connsiteY101" fmla="*/ 597561 h 757168"/>
                <a:gd name="connsiteX102" fmla="*/ 11285306 w 12192000"/>
                <a:gd name="connsiteY102" fmla="*/ 599825 h 757168"/>
                <a:gd name="connsiteX103" fmla="*/ 11008528 w 12192000"/>
                <a:gd name="connsiteY103" fmla="*/ 656670 h 757168"/>
                <a:gd name="connsiteX104" fmla="*/ 10948735 w 12192000"/>
                <a:gd name="connsiteY104" fmla="*/ 652964 h 757168"/>
                <a:gd name="connsiteX105" fmla="*/ 10850698 w 12192000"/>
                <a:gd name="connsiteY105" fmla="*/ 641721 h 757168"/>
                <a:gd name="connsiteX106" fmla="*/ 10744026 w 12192000"/>
                <a:gd name="connsiteY106" fmla="*/ 647769 h 757168"/>
                <a:gd name="connsiteX107" fmla="*/ 10666160 w 12192000"/>
                <a:gd name="connsiteY107" fmla="*/ 651891 h 757168"/>
                <a:gd name="connsiteX108" fmla="*/ 10450521 w 12192000"/>
                <a:gd name="connsiteY108" fmla="*/ 616552 h 757168"/>
                <a:gd name="connsiteX109" fmla="*/ 10271192 w 12192000"/>
                <a:gd name="connsiteY109" fmla="*/ 583498 h 757168"/>
                <a:gd name="connsiteX110" fmla="*/ 10246067 w 12192000"/>
                <a:gd name="connsiteY110" fmla="*/ 585423 h 757168"/>
                <a:gd name="connsiteX111" fmla="*/ 10005027 w 12192000"/>
                <a:gd name="connsiteY111" fmla="*/ 592252 h 757168"/>
                <a:gd name="connsiteX112" fmla="*/ 9898681 w 12192000"/>
                <a:gd name="connsiteY112" fmla="*/ 613195 h 757168"/>
                <a:gd name="connsiteX113" fmla="*/ 9753225 w 12192000"/>
                <a:gd name="connsiteY113" fmla="*/ 629038 h 757168"/>
                <a:gd name="connsiteX114" fmla="*/ 9591376 w 12192000"/>
                <a:gd name="connsiteY114" fmla="*/ 648601 h 757168"/>
                <a:gd name="connsiteX115" fmla="*/ 9472860 w 12192000"/>
                <a:gd name="connsiteY115" fmla="*/ 655936 h 757168"/>
                <a:gd name="connsiteX116" fmla="*/ 9299788 w 12192000"/>
                <a:gd name="connsiteY116" fmla="*/ 636945 h 757168"/>
                <a:gd name="connsiteX117" fmla="*/ 9264605 w 12192000"/>
                <a:gd name="connsiteY117" fmla="*/ 627087 h 757168"/>
                <a:gd name="connsiteX118" fmla="*/ 8926435 w 12192000"/>
                <a:gd name="connsiteY118" fmla="*/ 549269 h 757168"/>
                <a:gd name="connsiteX119" fmla="*/ 8698934 w 12192000"/>
                <a:gd name="connsiteY119" fmla="*/ 536583 h 757168"/>
                <a:gd name="connsiteX120" fmla="*/ 8622862 w 12192000"/>
                <a:gd name="connsiteY120" fmla="*/ 541563 h 757168"/>
                <a:gd name="connsiteX121" fmla="*/ 8482784 w 12192000"/>
                <a:gd name="connsiteY121" fmla="*/ 574094 h 757168"/>
                <a:gd name="connsiteX122" fmla="*/ 8421565 w 12192000"/>
                <a:gd name="connsiteY122" fmla="*/ 576610 h 757168"/>
                <a:gd name="connsiteX123" fmla="*/ 8313469 w 12192000"/>
                <a:gd name="connsiteY123" fmla="*/ 574762 h 757168"/>
                <a:gd name="connsiteX124" fmla="*/ 8079520 w 12192000"/>
                <a:gd name="connsiteY124" fmla="*/ 558685 h 757168"/>
                <a:gd name="connsiteX125" fmla="*/ 7773327 w 12192000"/>
                <a:gd name="connsiteY125" fmla="*/ 558854 h 757168"/>
                <a:gd name="connsiteX126" fmla="*/ 7652477 w 12192000"/>
                <a:gd name="connsiteY126" fmla="*/ 547561 h 757168"/>
                <a:gd name="connsiteX127" fmla="*/ 7522274 w 12192000"/>
                <a:gd name="connsiteY127" fmla="*/ 532150 h 757168"/>
                <a:gd name="connsiteX128" fmla="*/ 7484080 w 12192000"/>
                <a:gd name="connsiteY128" fmla="*/ 530532 h 757168"/>
                <a:gd name="connsiteX129" fmla="*/ 7282277 w 12192000"/>
                <a:gd name="connsiteY129" fmla="*/ 540177 h 757168"/>
                <a:gd name="connsiteX130" fmla="*/ 7235690 w 12192000"/>
                <a:gd name="connsiteY130" fmla="*/ 551282 h 757168"/>
                <a:gd name="connsiteX131" fmla="*/ 7116339 w 12192000"/>
                <a:gd name="connsiteY131" fmla="*/ 539494 h 757168"/>
                <a:gd name="connsiteX132" fmla="*/ 7011067 w 12192000"/>
                <a:gd name="connsiteY132" fmla="*/ 511848 h 757168"/>
                <a:gd name="connsiteX133" fmla="*/ 6403234 w 12192000"/>
                <a:gd name="connsiteY133" fmla="*/ 432296 h 757168"/>
                <a:gd name="connsiteX134" fmla="*/ 6036273 w 12192000"/>
                <a:gd name="connsiteY134" fmla="*/ 412301 h 757168"/>
                <a:gd name="connsiteX135" fmla="*/ 5780467 w 12192000"/>
                <a:gd name="connsiteY135" fmla="*/ 377910 h 757168"/>
                <a:gd name="connsiteX136" fmla="*/ 5739051 w 12192000"/>
                <a:gd name="connsiteY136" fmla="*/ 353609 h 757168"/>
                <a:gd name="connsiteX137" fmla="*/ 5583566 w 12192000"/>
                <a:gd name="connsiteY137" fmla="*/ 321995 h 757168"/>
                <a:gd name="connsiteX138" fmla="*/ 5432030 w 12192000"/>
                <a:gd name="connsiteY138" fmla="*/ 362512 h 757168"/>
                <a:gd name="connsiteX139" fmla="*/ 5241398 w 12192000"/>
                <a:gd name="connsiteY139" fmla="*/ 425781 h 757168"/>
                <a:gd name="connsiteX140" fmla="*/ 5139710 w 12192000"/>
                <a:gd name="connsiteY140" fmla="*/ 421022 h 757168"/>
                <a:gd name="connsiteX141" fmla="*/ 4929402 w 12192000"/>
                <a:gd name="connsiteY141" fmla="*/ 424310 h 757168"/>
                <a:gd name="connsiteX142" fmla="*/ 4782793 w 12192000"/>
                <a:gd name="connsiteY142" fmla="*/ 441046 h 757168"/>
                <a:gd name="connsiteX143" fmla="*/ 4577594 w 12192000"/>
                <a:gd name="connsiteY143" fmla="*/ 459290 h 757168"/>
                <a:gd name="connsiteX144" fmla="*/ 4500826 w 12192000"/>
                <a:gd name="connsiteY144" fmla="*/ 470529 h 757168"/>
                <a:gd name="connsiteX145" fmla="*/ 4317973 w 12192000"/>
                <a:gd name="connsiteY145" fmla="*/ 483649 h 757168"/>
                <a:gd name="connsiteX146" fmla="*/ 4166722 w 12192000"/>
                <a:gd name="connsiteY146" fmla="*/ 490602 h 757168"/>
                <a:gd name="connsiteX147" fmla="*/ 4042814 w 12192000"/>
                <a:gd name="connsiteY147" fmla="*/ 530660 h 757168"/>
                <a:gd name="connsiteX148" fmla="*/ 4002653 w 12192000"/>
                <a:gd name="connsiteY148" fmla="*/ 552594 h 757168"/>
                <a:gd name="connsiteX149" fmla="*/ 3969549 w 12192000"/>
                <a:gd name="connsiteY149" fmla="*/ 566312 h 757168"/>
                <a:gd name="connsiteX150" fmla="*/ 3821685 w 12192000"/>
                <a:gd name="connsiteY150" fmla="*/ 649183 h 757168"/>
                <a:gd name="connsiteX151" fmla="*/ 3805138 w 12192000"/>
                <a:gd name="connsiteY151" fmla="*/ 655947 h 757168"/>
                <a:gd name="connsiteX152" fmla="*/ 3609177 w 12192000"/>
                <a:gd name="connsiteY152" fmla="*/ 687459 h 757168"/>
                <a:gd name="connsiteX153" fmla="*/ 3539727 w 12192000"/>
                <a:gd name="connsiteY153" fmla="*/ 706521 h 757168"/>
                <a:gd name="connsiteX154" fmla="*/ 3396572 w 12192000"/>
                <a:gd name="connsiteY154" fmla="*/ 755681 h 757168"/>
                <a:gd name="connsiteX155" fmla="*/ 3341054 w 12192000"/>
                <a:gd name="connsiteY155" fmla="*/ 754679 h 757168"/>
                <a:gd name="connsiteX156" fmla="*/ 3138775 w 12192000"/>
                <a:gd name="connsiteY156" fmla="*/ 710120 h 757168"/>
                <a:gd name="connsiteX157" fmla="*/ 3037283 w 12192000"/>
                <a:gd name="connsiteY157" fmla="*/ 666453 h 757168"/>
                <a:gd name="connsiteX158" fmla="*/ 3002117 w 12192000"/>
                <a:gd name="connsiteY158" fmla="*/ 649347 h 757168"/>
                <a:gd name="connsiteX159" fmla="*/ 2747294 w 12192000"/>
                <a:gd name="connsiteY159" fmla="*/ 652400 h 757168"/>
                <a:gd name="connsiteX160" fmla="*/ 2676273 w 12192000"/>
                <a:gd name="connsiteY160" fmla="*/ 652304 h 757168"/>
                <a:gd name="connsiteX161" fmla="*/ 2432360 w 12192000"/>
                <a:gd name="connsiteY161" fmla="*/ 657836 h 757168"/>
                <a:gd name="connsiteX162" fmla="*/ 2382311 w 12192000"/>
                <a:gd name="connsiteY162" fmla="*/ 650824 h 757168"/>
                <a:gd name="connsiteX163" fmla="*/ 2055134 w 12192000"/>
                <a:gd name="connsiteY163" fmla="*/ 630053 h 757168"/>
                <a:gd name="connsiteX164" fmla="*/ 2031829 w 12192000"/>
                <a:gd name="connsiteY164" fmla="*/ 639324 h 757168"/>
                <a:gd name="connsiteX165" fmla="*/ 1912764 w 12192000"/>
                <a:gd name="connsiteY165" fmla="*/ 664183 h 757168"/>
                <a:gd name="connsiteX166" fmla="*/ 1755637 w 12192000"/>
                <a:gd name="connsiteY166" fmla="*/ 663960 h 757168"/>
                <a:gd name="connsiteX167" fmla="*/ 1727159 w 12192000"/>
                <a:gd name="connsiteY167" fmla="*/ 659605 h 757168"/>
                <a:gd name="connsiteX168" fmla="*/ 1622470 w 12192000"/>
                <a:gd name="connsiteY168" fmla="*/ 634850 h 757168"/>
                <a:gd name="connsiteX169" fmla="*/ 1385955 w 12192000"/>
                <a:gd name="connsiteY169" fmla="*/ 604522 h 757168"/>
                <a:gd name="connsiteX170" fmla="*/ 1340055 w 12192000"/>
                <a:gd name="connsiteY170" fmla="*/ 595629 h 757168"/>
                <a:gd name="connsiteX171" fmla="*/ 1257271 w 12192000"/>
                <a:gd name="connsiteY171" fmla="*/ 581180 h 757168"/>
                <a:gd name="connsiteX172" fmla="*/ 1031914 w 12192000"/>
                <a:gd name="connsiteY172" fmla="*/ 562692 h 757168"/>
                <a:gd name="connsiteX173" fmla="*/ 922031 w 12192000"/>
                <a:gd name="connsiteY173" fmla="*/ 566853 h 757168"/>
                <a:gd name="connsiteX174" fmla="*/ 873250 w 12192000"/>
                <a:gd name="connsiteY174" fmla="*/ 563724 h 757168"/>
                <a:gd name="connsiteX175" fmla="*/ 711627 w 12192000"/>
                <a:gd name="connsiteY175" fmla="*/ 529880 h 757168"/>
                <a:gd name="connsiteX176" fmla="*/ 311112 w 12192000"/>
                <a:gd name="connsiteY176" fmla="*/ 525106 h 757168"/>
                <a:gd name="connsiteX177" fmla="*/ 184145 w 12192000"/>
                <a:gd name="connsiteY177" fmla="*/ 532188 h 757168"/>
                <a:gd name="connsiteX178" fmla="*/ 116886 w 12192000"/>
                <a:gd name="connsiteY178" fmla="*/ 530572 h 757168"/>
                <a:gd name="connsiteX179" fmla="*/ 23941 w 12192000"/>
                <a:gd name="connsiteY179" fmla="*/ 506433 h 757168"/>
                <a:gd name="connsiteX180" fmla="*/ 0 w 12192000"/>
                <a:gd name="connsiteY180" fmla="*/ 502149 h 75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12192000" h="757168">
                  <a:moveTo>
                    <a:pt x="0" y="0"/>
                  </a:moveTo>
                  <a:lnTo>
                    <a:pt x="41653" y="6945"/>
                  </a:lnTo>
                  <a:cubicBezTo>
                    <a:pt x="55151" y="9178"/>
                    <a:pt x="68996" y="11810"/>
                    <a:pt x="81317" y="15509"/>
                  </a:cubicBezTo>
                  <a:cubicBezTo>
                    <a:pt x="92911" y="18978"/>
                    <a:pt x="102562" y="24446"/>
                    <a:pt x="114150" y="28105"/>
                  </a:cubicBezTo>
                  <a:cubicBezTo>
                    <a:pt x="145644" y="37958"/>
                    <a:pt x="177914" y="47281"/>
                    <a:pt x="214865" y="58374"/>
                  </a:cubicBezTo>
                  <a:cubicBezTo>
                    <a:pt x="236680" y="42349"/>
                    <a:pt x="264438" y="53534"/>
                    <a:pt x="299237" y="63560"/>
                  </a:cubicBezTo>
                  <a:cubicBezTo>
                    <a:pt x="334763" y="73816"/>
                    <a:pt x="376093" y="78654"/>
                    <a:pt x="415570" y="83774"/>
                  </a:cubicBezTo>
                  <a:cubicBezTo>
                    <a:pt x="487949" y="93100"/>
                    <a:pt x="560804" y="100354"/>
                    <a:pt x="633210" y="109108"/>
                  </a:cubicBezTo>
                  <a:cubicBezTo>
                    <a:pt x="648566" y="111058"/>
                    <a:pt x="666073" y="114072"/>
                    <a:pt x="677567" y="119446"/>
                  </a:cubicBezTo>
                  <a:cubicBezTo>
                    <a:pt x="756262" y="155621"/>
                    <a:pt x="853422" y="169678"/>
                    <a:pt x="946429" y="171502"/>
                  </a:cubicBezTo>
                  <a:cubicBezTo>
                    <a:pt x="1019582" y="173044"/>
                    <a:pt x="1091239" y="175083"/>
                    <a:pt x="1163367" y="182106"/>
                  </a:cubicBezTo>
                  <a:cubicBezTo>
                    <a:pt x="1168863" y="182586"/>
                    <a:pt x="1176224" y="182589"/>
                    <a:pt x="1180337" y="181279"/>
                  </a:cubicBezTo>
                  <a:cubicBezTo>
                    <a:pt x="1205822" y="172503"/>
                    <a:pt x="1231920" y="173109"/>
                    <a:pt x="1263939" y="173070"/>
                  </a:cubicBezTo>
                  <a:cubicBezTo>
                    <a:pt x="1309211" y="172961"/>
                    <a:pt x="1350592" y="176848"/>
                    <a:pt x="1392213" y="183225"/>
                  </a:cubicBezTo>
                  <a:cubicBezTo>
                    <a:pt x="1422516" y="187866"/>
                    <a:pt x="1453010" y="195759"/>
                    <a:pt x="1479752" y="205174"/>
                  </a:cubicBezTo>
                  <a:cubicBezTo>
                    <a:pt x="1516962" y="218381"/>
                    <a:pt x="1553071" y="224660"/>
                    <a:pt x="1589813" y="211706"/>
                  </a:cubicBezTo>
                  <a:cubicBezTo>
                    <a:pt x="1629541" y="197953"/>
                    <a:pt x="1673292" y="205778"/>
                    <a:pt x="1716264" y="207459"/>
                  </a:cubicBezTo>
                  <a:cubicBezTo>
                    <a:pt x="1734988" y="208248"/>
                    <a:pt x="1754789" y="209668"/>
                    <a:pt x="1772900" y="208137"/>
                  </a:cubicBezTo>
                  <a:cubicBezTo>
                    <a:pt x="1825381" y="203828"/>
                    <a:pt x="1876222" y="195808"/>
                    <a:pt x="1929319" y="193822"/>
                  </a:cubicBezTo>
                  <a:cubicBezTo>
                    <a:pt x="1958819" y="192698"/>
                    <a:pt x="1991232" y="199166"/>
                    <a:pt x="2021514" y="204186"/>
                  </a:cubicBezTo>
                  <a:cubicBezTo>
                    <a:pt x="2052154" y="209417"/>
                    <a:pt x="2082323" y="216530"/>
                    <a:pt x="2111753" y="223797"/>
                  </a:cubicBezTo>
                  <a:cubicBezTo>
                    <a:pt x="2131736" y="228659"/>
                    <a:pt x="2153567" y="233429"/>
                    <a:pt x="2169356" y="241125"/>
                  </a:cubicBezTo>
                  <a:cubicBezTo>
                    <a:pt x="2205243" y="258649"/>
                    <a:pt x="2242901" y="263295"/>
                    <a:pt x="2286638" y="257382"/>
                  </a:cubicBezTo>
                  <a:cubicBezTo>
                    <a:pt x="2293313" y="256396"/>
                    <a:pt x="2301018" y="256799"/>
                    <a:pt x="2308368" y="256995"/>
                  </a:cubicBezTo>
                  <a:cubicBezTo>
                    <a:pt x="2426026" y="259155"/>
                    <a:pt x="2543593" y="262834"/>
                    <a:pt x="2660621" y="262863"/>
                  </a:cubicBezTo>
                  <a:cubicBezTo>
                    <a:pt x="2708088" y="262871"/>
                    <a:pt x="2754165" y="254412"/>
                    <a:pt x="2801134" y="250006"/>
                  </a:cubicBezTo>
                  <a:cubicBezTo>
                    <a:pt x="2810748" y="249174"/>
                    <a:pt x="2821504" y="247638"/>
                    <a:pt x="2830994" y="249091"/>
                  </a:cubicBezTo>
                  <a:cubicBezTo>
                    <a:pt x="2934354" y="264045"/>
                    <a:pt x="3032340" y="255254"/>
                    <a:pt x="3129084" y="242009"/>
                  </a:cubicBezTo>
                  <a:cubicBezTo>
                    <a:pt x="3139090" y="240625"/>
                    <a:pt x="3151170" y="241831"/>
                    <a:pt x="3162162" y="242789"/>
                  </a:cubicBezTo>
                  <a:cubicBezTo>
                    <a:pt x="3192925" y="245736"/>
                    <a:pt x="3225969" y="254145"/>
                    <a:pt x="3254072" y="251612"/>
                  </a:cubicBezTo>
                  <a:cubicBezTo>
                    <a:pt x="3328782" y="244461"/>
                    <a:pt x="3402881" y="234992"/>
                    <a:pt x="3473491" y="221903"/>
                  </a:cubicBezTo>
                  <a:cubicBezTo>
                    <a:pt x="3545212" y="208683"/>
                    <a:pt x="3611651" y="197856"/>
                    <a:pt x="3691860" y="219228"/>
                  </a:cubicBezTo>
                  <a:cubicBezTo>
                    <a:pt x="3725977" y="228268"/>
                    <a:pt x="3771754" y="225515"/>
                    <a:pt x="3811494" y="225691"/>
                  </a:cubicBezTo>
                  <a:cubicBezTo>
                    <a:pt x="3840564" y="225687"/>
                    <a:pt x="3868906" y="218586"/>
                    <a:pt x="3897533" y="220087"/>
                  </a:cubicBezTo>
                  <a:cubicBezTo>
                    <a:pt x="3973874" y="224087"/>
                    <a:pt x="4042293" y="217563"/>
                    <a:pt x="4109430" y="200477"/>
                  </a:cubicBezTo>
                  <a:cubicBezTo>
                    <a:pt x="4135544" y="193834"/>
                    <a:pt x="4175268" y="201258"/>
                    <a:pt x="4208772" y="200914"/>
                  </a:cubicBezTo>
                  <a:cubicBezTo>
                    <a:pt x="4244136" y="200288"/>
                    <a:pt x="4280583" y="199908"/>
                    <a:pt x="4314641" y="196159"/>
                  </a:cubicBezTo>
                  <a:cubicBezTo>
                    <a:pt x="4402743" y="186278"/>
                    <a:pt x="4489848" y="174436"/>
                    <a:pt x="4577622" y="163774"/>
                  </a:cubicBezTo>
                  <a:cubicBezTo>
                    <a:pt x="4649843" y="154967"/>
                    <a:pt x="4719794" y="168553"/>
                    <a:pt x="4790345" y="177592"/>
                  </a:cubicBezTo>
                  <a:cubicBezTo>
                    <a:pt x="4834576" y="183345"/>
                    <a:pt x="4875614" y="193701"/>
                    <a:pt x="4926164" y="184139"/>
                  </a:cubicBezTo>
                  <a:cubicBezTo>
                    <a:pt x="4974485" y="175032"/>
                    <a:pt x="5034899" y="180870"/>
                    <a:pt x="5088812" y="177401"/>
                  </a:cubicBezTo>
                  <a:cubicBezTo>
                    <a:pt x="5134238" y="174439"/>
                    <a:pt x="5178353" y="168165"/>
                    <a:pt x="5222466" y="162082"/>
                  </a:cubicBezTo>
                  <a:cubicBezTo>
                    <a:pt x="5282519" y="153783"/>
                    <a:pt x="5341864" y="144876"/>
                    <a:pt x="5406528" y="153987"/>
                  </a:cubicBezTo>
                  <a:cubicBezTo>
                    <a:pt x="5479960" y="164323"/>
                    <a:pt x="5531876" y="142624"/>
                    <a:pt x="5590716" y="129490"/>
                  </a:cubicBezTo>
                  <a:cubicBezTo>
                    <a:pt x="5631296" y="120553"/>
                    <a:pt x="5675395" y="114659"/>
                    <a:pt x="5719429" y="110099"/>
                  </a:cubicBezTo>
                  <a:cubicBezTo>
                    <a:pt x="5778247" y="104215"/>
                    <a:pt x="5838715" y="102042"/>
                    <a:pt x="5897895" y="96368"/>
                  </a:cubicBezTo>
                  <a:cubicBezTo>
                    <a:pt x="5987399" y="87895"/>
                    <a:pt x="6077855" y="82333"/>
                    <a:pt x="6169957" y="94411"/>
                  </a:cubicBezTo>
                  <a:cubicBezTo>
                    <a:pt x="6212360" y="99875"/>
                    <a:pt x="6252010" y="101763"/>
                    <a:pt x="6294827" y="99236"/>
                  </a:cubicBezTo>
                  <a:cubicBezTo>
                    <a:pt x="6364965" y="95091"/>
                    <a:pt x="6436581" y="97891"/>
                    <a:pt x="6494261" y="71724"/>
                  </a:cubicBezTo>
                  <a:cubicBezTo>
                    <a:pt x="6514615" y="62488"/>
                    <a:pt x="6550354" y="61691"/>
                    <a:pt x="6579627" y="57883"/>
                  </a:cubicBezTo>
                  <a:cubicBezTo>
                    <a:pt x="6613354" y="53353"/>
                    <a:pt x="6637770" y="57878"/>
                    <a:pt x="6654800" y="77086"/>
                  </a:cubicBezTo>
                  <a:cubicBezTo>
                    <a:pt x="6662444" y="85688"/>
                    <a:pt x="6685147" y="94892"/>
                    <a:pt x="6703059" y="97166"/>
                  </a:cubicBezTo>
                  <a:cubicBezTo>
                    <a:pt x="6756799" y="103989"/>
                    <a:pt x="6806654" y="100687"/>
                    <a:pt x="6859445" y="90481"/>
                  </a:cubicBezTo>
                  <a:cubicBezTo>
                    <a:pt x="6908894" y="80861"/>
                    <a:pt x="6969747" y="85387"/>
                    <a:pt x="7025414" y="83536"/>
                  </a:cubicBezTo>
                  <a:cubicBezTo>
                    <a:pt x="7064862" y="82168"/>
                    <a:pt x="7104501" y="77186"/>
                    <a:pt x="7144137" y="79264"/>
                  </a:cubicBezTo>
                  <a:cubicBezTo>
                    <a:pt x="7193316" y="81841"/>
                    <a:pt x="7241809" y="90488"/>
                    <a:pt x="7291235" y="95367"/>
                  </a:cubicBezTo>
                  <a:cubicBezTo>
                    <a:pt x="7329668" y="99288"/>
                    <a:pt x="7368978" y="100585"/>
                    <a:pt x="7407395" y="104888"/>
                  </a:cubicBezTo>
                  <a:cubicBezTo>
                    <a:pt x="7438868" y="108256"/>
                    <a:pt x="7469832" y="114265"/>
                    <a:pt x="7500837" y="119515"/>
                  </a:cubicBezTo>
                  <a:cubicBezTo>
                    <a:pt x="7512146" y="121444"/>
                    <a:pt x="7523255" y="127178"/>
                    <a:pt x="7533567" y="126955"/>
                  </a:cubicBezTo>
                  <a:cubicBezTo>
                    <a:pt x="7636025" y="124121"/>
                    <a:pt x="7707510" y="164497"/>
                    <a:pt x="7792910" y="185188"/>
                  </a:cubicBezTo>
                  <a:cubicBezTo>
                    <a:pt x="7882663" y="207063"/>
                    <a:pt x="7969001" y="237914"/>
                    <a:pt x="8070699" y="235423"/>
                  </a:cubicBezTo>
                  <a:cubicBezTo>
                    <a:pt x="8132239" y="233879"/>
                    <a:pt x="8191903" y="225939"/>
                    <a:pt x="8253177" y="222473"/>
                  </a:cubicBezTo>
                  <a:cubicBezTo>
                    <a:pt x="8274949" y="221324"/>
                    <a:pt x="8299150" y="222976"/>
                    <a:pt x="8320683" y="226393"/>
                  </a:cubicBezTo>
                  <a:cubicBezTo>
                    <a:pt x="8424731" y="242340"/>
                    <a:pt x="8527777" y="249266"/>
                    <a:pt x="8631438" y="237528"/>
                  </a:cubicBezTo>
                  <a:cubicBezTo>
                    <a:pt x="8649201" y="235596"/>
                    <a:pt x="8668058" y="233915"/>
                    <a:pt x="8686410" y="234877"/>
                  </a:cubicBezTo>
                  <a:cubicBezTo>
                    <a:pt x="8786966" y="240146"/>
                    <a:pt x="8885480" y="249315"/>
                    <a:pt x="8980658" y="273001"/>
                  </a:cubicBezTo>
                  <a:cubicBezTo>
                    <a:pt x="9012626" y="280972"/>
                    <a:pt x="9052108" y="279035"/>
                    <a:pt x="9087625" y="282423"/>
                  </a:cubicBezTo>
                  <a:cubicBezTo>
                    <a:pt x="9120583" y="285484"/>
                    <a:pt x="9154319" y="287825"/>
                    <a:pt x="9186017" y="293875"/>
                  </a:cubicBezTo>
                  <a:cubicBezTo>
                    <a:pt x="9232288" y="302785"/>
                    <a:pt x="9275554" y="305815"/>
                    <a:pt x="9323931" y="302628"/>
                  </a:cubicBezTo>
                  <a:cubicBezTo>
                    <a:pt x="9370084" y="299705"/>
                    <a:pt x="9419491" y="304964"/>
                    <a:pt x="9467213" y="307275"/>
                  </a:cubicBezTo>
                  <a:cubicBezTo>
                    <a:pt x="9520438" y="309874"/>
                    <a:pt x="9573661" y="312473"/>
                    <a:pt x="9626826" y="316213"/>
                  </a:cubicBezTo>
                  <a:cubicBezTo>
                    <a:pt x="9648094" y="317708"/>
                    <a:pt x="9671915" y="326588"/>
                    <a:pt x="9689696" y="324467"/>
                  </a:cubicBezTo>
                  <a:cubicBezTo>
                    <a:pt x="9747117" y="317175"/>
                    <a:pt x="9803355" y="332523"/>
                    <a:pt x="9860526" y="329986"/>
                  </a:cubicBezTo>
                  <a:cubicBezTo>
                    <a:pt x="9888572" y="328594"/>
                    <a:pt x="9919723" y="338048"/>
                    <a:pt x="9949775" y="340386"/>
                  </a:cubicBezTo>
                  <a:cubicBezTo>
                    <a:pt x="9998886" y="344296"/>
                    <a:pt x="10048092" y="346302"/>
                    <a:pt x="10097252" y="349262"/>
                  </a:cubicBezTo>
                  <a:cubicBezTo>
                    <a:pt x="10113390" y="350297"/>
                    <a:pt x="10129133" y="351886"/>
                    <a:pt x="10145261" y="353113"/>
                  </a:cubicBezTo>
                  <a:cubicBezTo>
                    <a:pt x="10159555" y="354243"/>
                    <a:pt x="10174512" y="356743"/>
                    <a:pt x="10188159" y="356124"/>
                  </a:cubicBezTo>
                  <a:cubicBezTo>
                    <a:pt x="10237589" y="353944"/>
                    <a:pt x="10286441" y="348682"/>
                    <a:pt x="10336144" y="348235"/>
                  </a:cubicBezTo>
                  <a:cubicBezTo>
                    <a:pt x="10379222" y="347822"/>
                    <a:pt x="10423443" y="353764"/>
                    <a:pt x="10466847" y="354131"/>
                  </a:cubicBezTo>
                  <a:cubicBezTo>
                    <a:pt x="10543353" y="354898"/>
                    <a:pt x="10619988" y="353190"/>
                    <a:pt x="10696514" y="353575"/>
                  </a:cubicBezTo>
                  <a:cubicBezTo>
                    <a:pt x="10713071" y="353680"/>
                    <a:pt x="10730069" y="359342"/>
                    <a:pt x="10746932" y="360606"/>
                  </a:cubicBezTo>
                  <a:cubicBezTo>
                    <a:pt x="10799731" y="364326"/>
                    <a:pt x="10852569" y="367289"/>
                    <a:pt x="10905388" y="370627"/>
                  </a:cubicBezTo>
                  <a:cubicBezTo>
                    <a:pt x="10935470" y="372396"/>
                    <a:pt x="10965963" y="373421"/>
                    <a:pt x="10995602" y="376691"/>
                  </a:cubicBezTo>
                  <a:cubicBezTo>
                    <a:pt x="11034750" y="381032"/>
                    <a:pt x="11070168" y="386324"/>
                    <a:pt x="11107647" y="373405"/>
                  </a:cubicBezTo>
                  <a:cubicBezTo>
                    <a:pt x="11165372" y="353347"/>
                    <a:pt x="11236837" y="366060"/>
                    <a:pt x="11302440" y="364156"/>
                  </a:cubicBezTo>
                  <a:cubicBezTo>
                    <a:pt x="11319394" y="363708"/>
                    <a:pt x="11336655" y="364422"/>
                    <a:pt x="11353613" y="363785"/>
                  </a:cubicBezTo>
                  <a:cubicBezTo>
                    <a:pt x="11384961" y="362566"/>
                    <a:pt x="11415955" y="360947"/>
                    <a:pt x="11447323" y="359346"/>
                  </a:cubicBezTo>
                  <a:cubicBezTo>
                    <a:pt x="11452855" y="359066"/>
                    <a:pt x="11459104" y="359200"/>
                    <a:pt x="11464292" y="358519"/>
                  </a:cubicBezTo>
                  <a:cubicBezTo>
                    <a:pt x="11512058" y="353010"/>
                    <a:pt x="11559143" y="346321"/>
                    <a:pt x="11607560" y="342370"/>
                  </a:cubicBezTo>
                  <a:cubicBezTo>
                    <a:pt x="11631218" y="340368"/>
                    <a:pt x="11657295" y="341352"/>
                    <a:pt x="11681426" y="344335"/>
                  </a:cubicBezTo>
                  <a:cubicBezTo>
                    <a:pt x="11751997" y="352993"/>
                    <a:pt x="11821986" y="358760"/>
                    <a:pt x="11893565" y="355261"/>
                  </a:cubicBezTo>
                  <a:cubicBezTo>
                    <a:pt x="11921973" y="353889"/>
                    <a:pt x="11953288" y="360300"/>
                    <a:pt x="11983290" y="363588"/>
                  </a:cubicBezTo>
                  <a:lnTo>
                    <a:pt x="12192000" y="388018"/>
                  </a:lnTo>
                  <a:lnTo>
                    <a:pt x="12192000" y="577115"/>
                  </a:lnTo>
                  <a:lnTo>
                    <a:pt x="12157329" y="588862"/>
                  </a:lnTo>
                  <a:cubicBezTo>
                    <a:pt x="12118393" y="608572"/>
                    <a:pt x="12109715" y="605637"/>
                    <a:pt x="12066948" y="586034"/>
                  </a:cubicBezTo>
                  <a:cubicBezTo>
                    <a:pt x="12016991" y="563193"/>
                    <a:pt x="11965119" y="541779"/>
                    <a:pt x="11911344" y="521599"/>
                  </a:cubicBezTo>
                  <a:cubicBezTo>
                    <a:pt x="11894383" y="515178"/>
                    <a:pt x="11869417" y="514060"/>
                    <a:pt x="11847823" y="511785"/>
                  </a:cubicBezTo>
                  <a:cubicBezTo>
                    <a:pt x="11811233" y="507768"/>
                    <a:pt x="11773630" y="501982"/>
                    <a:pt x="11737547" y="502380"/>
                  </a:cubicBezTo>
                  <a:cubicBezTo>
                    <a:pt x="11702930" y="502855"/>
                    <a:pt x="11668388" y="508866"/>
                    <a:pt x="11636052" y="514993"/>
                  </a:cubicBezTo>
                  <a:cubicBezTo>
                    <a:pt x="11545722" y="532199"/>
                    <a:pt x="11462455" y="555118"/>
                    <a:pt x="11394706" y="590867"/>
                  </a:cubicBezTo>
                  <a:cubicBezTo>
                    <a:pt x="11385999" y="595562"/>
                    <a:pt x="11369016" y="596581"/>
                    <a:pt x="11354978" y="597561"/>
                  </a:cubicBezTo>
                  <a:cubicBezTo>
                    <a:pt x="11332076" y="599224"/>
                    <a:pt x="11308448" y="600655"/>
                    <a:pt x="11285306" y="599825"/>
                  </a:cubicBezTo>
                  <a:cubicBezTo>
                    <a:pt x="11172906" y="595841"/>
                    <a:pt x="11083430" y="617861"/>
                    <a:pt x="11008528" y="656670"/>
                  </a:cubicBezTo>
                  <a:cubicBezTo>
                    <a:pt x="10986971" y="667750"/>
                    <a:pt x="10970753" y="668236"/>
                    <a:pt x="10948735" y="652964"/>
                  </a:cubicBezTo>
                  <a:cubicBezTo>
                    <a:pt x="10923173" y="635218"/>
                    <a:pt x="10885031" y="639705"/>
                    <a:pt x="10850698" y="641721"/>
                  </a:cubicBezTo>
                  <a:cubicBezTo>
                    <a:pt x="10815269" y="643680"/>
                    <a:pt x="10779458" y="645811"/>
                    <a:pt x="10744026" y="647769"/>
                  </a:cubicBezTo>
                  <a:cubicBezTo>
                    <a:pt x="10717832" y="649066"/>
                    <a:pt x="10692021" y="650003"/>
                    <a:pt x="10666160" y="651891"/>
                  </a:cubicBezTo>
                  <a:cubicBezTo>
                    <a:pt x="10585627" y="657783"/>
                    <a:pt x="10513854" y="650969"/>
                    <a:pt x="10450521" y="616552"/>
                  </a:cubicBezTo>
                  <a:cubicBezTo>
                    <a:pt x="10402221" y="590175"/>
                    <a:pt x="10339099" y="579806"/>
                    <a:pt x="10271192" y="583498"/>
                  </a:cubicBezTo>
                  <a:cubicBezTo>
                    <a:pt x="10262701" y="584006"/>
                    <a:pt x="10251859" y="587254"/>
                    <a:pt x="10246067" y="585423"/>
                  </a:cubicBezTo>
                  <a:cubicBezTo>
                    <a:pt x="10158786" y="558528"/>
                    <a:pt x="10086634" y="594049"/>
                    <a:pt x="10005027" y="592252"/>
                  </a:cubicBezTo>
                  <a:cubicBezTo>
                    <a:pt x="9969004" y="591507"/>
                    <a:pt x="9931565" y="603664"/>
                    <a:pt x="9898681" y="613195"/>
                  </a:cubicBezTo>
                  <a:cubicBezTo>
                    <a:pt x="9853463" y="626281"/>
                    <a:pt x="9813049" y="639042"/>
                    <a:pt x="9753225" y="629038"/>
                  </a:cubicBezTo>
                  <a:cubicBezTo>
                    <a:pt x="9693404" y="618845"/>
                    <a:pt x="9637675" y="628898"/>
                    <a:pt x="9591376" y="648601"/>
                  </a:cubicBezTo>
                  <a:cubicBezTo>
                    <a:pt x="9556001" y="663537"/>
                    <a:pt x="9518120" y="663077"/>
                    <a:pt x="9472860" y="655936"/>
                  </a:cubicBezTo>
                  <a:cubicBezTo>
                    <a:pt x="9416283" y="647056"/>
                    <a:pt x="9357217" y="643578"/>
                    <a:pt x="9299788" y="636945"/>
                  </a:cubicBezTo>
                  <a:cubicBezTo>
                    <a:pt x="9287347" y="635531"/>
                    <a:pt x="9271710" y="632039"/>
                    <a:pt x="9264605" y="627087"/>
                  </a:cubicBezTo>
                  <a:cubicBezTo>
                    <a:pt x="9177661" y="565680"/>
                    <a:pt x="9051076" y="558473"/>
                    <a:pt x="8926435" y="549269"/>
                  </a:cubicBezTo>
                  <a:cubicBezTo>
                    <a:pt x="8850925" y="543595"/>
                    <a:pt x="8774954" y="539613"/>
                    <a:pt x="8698934" y="536583"/>
                  </a:cubicBezTo>
                  <a:cubicBezTo>
                    <a:pt x="8673232" y="535428"/>
                    <a:pt x="8645916" y="537050"/>
                    <a:pt x="8622862" y="541563"/>
                  </a:cubicBezTo>
                  <a:cubicBezTo>
                    <a:pt x="8574890" y="551069"/>
                    <a:pt x="8530403" y="564380"/>
                    <a:pt x="8482784" y="574094"/>
                  </a:cubicBezTo>
                  <a:cubicBezTo>
                    <a:pt x="8464923" y="577929"/>
                    <a:pt x="8442157" y="576927"/>
                    <a:pt x="8421565" y="576610"/>
                  </a:cubicBezTo>
                  <a:cubicBezTo>
                    <a:pt x="8385152" y="576229"/>
                    <a:pt x="8345023" y="569546"/>
                    <a:pt x="8313469" y="574762"/>
                  </a:cubicBezTo>
                  <a:cubicBezTo>
                    <a:pt x="8231431" y="588203"/>
                    <a:pt x="8155671" y="580227"/>
                    <a:pt x="8079520" y="558685"/>
                  </a:cubicBezTo>
                  <a:cubicBezTo>
                    <a:pt x="7972906" y="528487"/>
                    <a:pt x="7870782" y="525043"/>
                    <a:pt x="7773327" y="558854"/>
                  </a:cubicBezTo>
                  <a:cubicBezTo>
                    <a:pt x="7729470" y="574107"/>
                    <a:pt x="7688069" y="563543"/>
                    <a:pt x="7652477" y="547561"/>
                  </a:cubicBezTo>
                  <a:cubicBezTo>
                    <a:pt x="7611494" y="529005"/>
                    <a:pt x="7570974" y="522685"/>
                    <a:pt x="7522274" y="532150"/>
                  </a:cubicBezTo>
                  <a:cubicBezTo>
                    <a:pt x="7511488" y="534257"/>
                    <a:pt x="7496511" y="532136"/>
                    <a:pt x="7484080" y="530532"/>
                  </a:cubicBezTo>
                  <a:cubicBezTo>
                    <a:pt x="7413133" y="522044"/>
                    <a:pt x="7341987" y="510303"/>
                    <a:pt x="7282277" y="540177"/>
                  </a:cubicBezTo>
                  <a:cubicBezTo>
                    <a:pt x="7270558" y="546051"/>
                    <a:pt x="7251336" y="547713"/>
                    <a:pt x="7235690" y="551282"/>
                  </a:cubicBezTo>
                  <a:cubicBezTo>
                    <a:pt x="7170161" y="565782"/>
                    <a:pt x="7172820" y="564203"/>
                    <a:pt x="7116339" y="539494"/>
                  </a:cubicBezTo>
                  <a:cubicBezTo>
                    <a:pt x="7086841" y="526502"/>
                    <a:pt x="7045980" y="512724"/>
                    <a:pt x="7011067" y="511848"/>
                  </a:cubicBezTo>
                  <a:cubicBezTo>
                    <a:pt x="6800473" y="506533"/>
                    <a:pt x="6601893" y="468653"/>
                    <a:pt x="6403234" y="432296"/>
                  </a:cubicBezTo>
                  <a:cubicBezTo>
                    <a:pt x="6280760" y="409851"/>
                    <a:pt x="6160432" y="402592"/>
                    <a:pt x="6036273" y="412301"/>
                  </a:cubicBezTo>
                  <a:cubicBezTo>
                    <a:pt x="5946471" y="419425"/>
                    <a:pt x="5863077" y="395593"/>
                    <a:pt x="5780467" y="377910"/>
                  </a:cubicBezTo>
                  <a:cubicBezTo>
                    <a:pt x="5763357" y="374343"/>
                    <a:pt x="5747757" y="363033"/>
                    <a:pt x="5739051" y="353609"/>
                  </a:cubicBezTo>
                  <a:cubicBezTo>
                    <a:pt x="5707675" y="320294"/>
                    <a:pt x="5653252" y="312483"/>
                    <a:pt x="5583566" y="321995"/>
                  </a:cubicBezTo>
                  <a:cubicBezTo>
                    <a:pt x="5528347" y="329404"/>
                    <a:pt x="5477716" y="340486"/>
                    <a:pt x="5432030" y="362512"/>
                  </a:cubicBezTo>
                  <a:cubicBezTo>
                    <a:pt x="5378421" y="388318"/>
                    <a:pt x="5322767" y="418026"/>
                    <a:pt x="5241398" y="425781"/>
                  </a:cubicBezTo>
                  <a:cubicBezTo>
                    <a:pt x="5206262" y="429089"/>
                    <a:pt x="5176131" y="428273"/>
                    <a:pt x="5139710" y="421022"/>
                  </a:cubicBezTo>
                  <a:cubicBezTo>
                    <a:pt x="5069048" y="407018"/>
                    <a:pt x="4997864" y="396037"/>
                    <a:pt x="4929402" y="424310"/>
                  </a:cubicBezTo>
                  <a:cubicBezTo>
                    <a:pt x="4891785" y="439890"/>
                    <a:pt x="4841650" y="448519"/>
                    <a:pt x="4782793" y="441046"/>
                  </a:cubicBezTo>
                  <a:cubicBezTo>
                    <a:pt x="4709316" y="431663"/>
                    <a:pt x="4641426" y="442031"/>
                    <a:pt x="4577594" y="459290"/>
                  </a:cubicBezTo>
                  <a:cubicBezTo>
                    <a:pt x="4554816" y="465538"/>
                    <a:pt x="4527069" y="468279"/>
                    <a:pt x="4500826" y="470529"/>
                  </a:cubicBezTo>
                  <a:cubicBezTo>
                    <a:pt x="4440199" y="475746"/>
                    <a:pt x="4379252" y="479993"/>
                    <a:pt x="4317973" y="483649"/>
                  </a:cubicBezTo>
                  <a:cubicBezTo>
                    <a:pt x="4267762" y="486741"/>
                    <a:pt x="4217264" y="488292"/>
                    <a:pt x="4166722" y="490602"/>
                  </a:cubicBezTo>
                  <a:cubicBezTo>
                    <a:pt x="4111394" y="493045"/>
                    <a:pt x="4067073" y="503124"/>
                    <a:pt x="4042814" y="530660"/>
                  </a:cubicBezTo>
                  <a:cubicBezTo>
                    <a:pt x="4034996" y="539407"/>
                    <a:pt x="4017001" y="545715"/>
                    <a:pt x="4002653" y="552594"/>
                  </a:cubicBezTo>
                  <a:cubicBezTo>
                    <a:pt x="3992459" y="557592"/>
                    <a:pt x="3979023" y="561086"/>
                    <a:pt x="3969549" y="566312"/>
                  </a:cubicBezTo>
                  <a:cubicBezTo>
                    <a:pt x="3919896" y="593854"/>
                    <a:pt x="3870968" y="621622"/>
                    <a:pt x="3821685" y="649183"/>
                  </a:cubicBezTo>
                  <a:cubicBezTo>
                    <a:pt x="3816761" y="651788"/>
                    <a:pt x="3811445" y="654943"/>
                    <a:pt x="3805138" y="655947"/>
                  </a:cubicBezTo>
                  <a:cubicBezTo>
                    <a:pt x="3739817" y="666451"/>
                    <a:pt x="3673801" y="676154"/>
                    <a:pt x="3609177" y="687459"/>
                  </a:cubicBezTo>
                  <a:cubicBezTo>
                    <a:pt x="3584288" y="691878"/>
                    <a:pt x="3558597" y="697589"/>
                    <a:pt x="3539727" y="706521"/>
                  </a:cubicBezTo>
                  <a:cubicBezTo>
                    <a:pt x="3496714" y="726780"/>
                    <a:pt x="3457268" y="749132"/>
                    <a:pt x="3396572" y="755681"/>
                  </a:cubicBezTo>
                  <a:cubicBezTo>
                    <a:pt x="3378807" y="757611"/>
                    <a:pt x="3357809" y="758036"/>
                    <a:pt x="3341054" y="754679"/>
                  </a:cubicBezTo>
                  <a:cubicBezTo>
                    <a:pt x="3272962" y="740809"/>
                    <a:pt x="3206471" y="724541"/>
                    <a:pt x="3138775" y="710120"/>
                  </a:cubicBezTo>
                  <a:cubicBezTo>
                    <a:pt x="3095820" y="701191"/>
                    <a:pt x="3056969" y="691141"/>
                    <a:pt x="3037283" y="666453"/>
                  </a:cubicBezTo>
                  <a:cubicBezTo>
                    <a:pt x="3031764" y="659487"/>
                    <a:pt x="3015626" y="651391"/>
                    <a:pt x="3002117" y="649347"/>
                  </a:cubicBezTo>
                  <a:cubicBezTo>
                    <a:pt x="2915220" y="636209"/>
                    <a:pt x="2829194" y="627503"/>
                    <a:pt x="2747294" y="652400"/>
                  </a:cubicBezTo>
                  <a:cubicBezTo>
                    <a:pt x="2730084" y="657794"/>
                    <a:pt x="2698519" y="656140"/>
                    <a:pt x="2676273" y="652304"/>
                  </a:cubicBezTo>
                  <a:cubicBezTo>
                    <a:pt x="2590546" y="637890"/>
                    <a:pt x="2508883" y="630176"/>
                    <a:pt x="2432360" y="657836"/>
                  </a:cubicBezTo>
                  <a:cubicBezTo>
                    <a:pt x="2423352" y="661179"/>
                    <a:pt x="2395274" y="656272"/>
                    <a:pt x="2382311" y="650824"/>
                  </a:cubicBezTo>
                  <a:cubicBezTo>
                    <a:pt x="2257393" y="597728"/>
                    <a:pt x="2187724" y="592930"/>
                    <a:pt x="2055134" y="630053"/>
                  </a:cubicBezTo>
                  <a:cubicBezTo>
                    <a:pt x="2046542" y="632464"/>
                    <a:pt x="2035364" y="635121"/>
                    <a:pt x="2031829" y="639324"/>
                  </a:cubicBezTo>
                  <a:cubicBezTo>
                    <a:pt x="2007977" y="666120"/>
                    <a:pt x="1960229" y="664380"/>
                    <a:pt x="1912764" y="664183"/>
                  </a:cubicBezTo>
                  <a:cubicBezTo>
                    <a:pt x="1860521" y="663924"/>
                    <a:pt x="1808236" y="664426"/>
                    <a:pt x="1755637" y="663960"/>
                  </a:cubicBezTo>
                  <a:cubicBezTo>
                    <a:pt x="1746439" y="663859"/>
                    <a:pt x="1736243" y="661799"/>
                    <a:pt x="1727159" y="659605"/>
                  </a:cubicBezTo>
                  <a:cubicBezTo>
                    <a:pt x="1692256" y="651480"/>
                    <a:pt x="1658604" y="640559"/>
                    <a:pt x="1622470" y="634850"/>
                  </a:cubicBezTo>
                  <a:cubicBezTo>
                    <a:pt x="1544362" y="622552"/>
                    <a:pt x="1469248" y="602210"/>
                    <a:pt x="1385955" y="604522"/>
                  </a:cubicBezTo>
                  <a:cubicBezTo>
                    <a:pt x="1371585" y="604913"/>
                    <a:pt x="1355357" y="598530"/>
                    <a:pt x="1340055" y="595629"/>
                  </a:cubicBezTo>
                  <a:cubicBezTo>
                    <a:pt x="1312351" y="590552"/>
                    <a:pt x="1285460" y="583993"/>
                    <a:pt x="1257271" y="581180"/>
                  </a:cubicBezTo>
                  <a:cubicBezTo>
                    <a:pt x="1182583" y="573830"/>
                    <a:pt x="1107142" y="566824"/>
                    <a:pt x="1031914" y="562692"/>
                  </a:cubicBezTo>
                  <a:cubicBezTo>
                    <a:pt x="995593" y="560597"/>
                    <a:pt x="958880" y="565923"/>
                    <a:pt x="922031" y="566853"/>
                  </a:cubicBezTo>
                  <a:cubicBezTo>
                    <a:pt x="905446" y="567320"/>
                    <a:pt x="878533" y="568199"/>
                    <a:pt x="873250" y="563724"/>
                  </a:cubicBezTo>
                  <a:cubicBezTo>
                    <a:pt x="832343" y="529722"/>
                    <a:pt x="772202" y="532674"/>
                    <a:pt x="711627" y="529880"/>
                  </a:cubicBezTo>
                  <a:cubicBezTo>
                    <a:pt x="577999" y="523641"/>
                    <a:pt x="447408" y="543696"/>
                    <a:pt x="311112" y="525106"/>
                  </a:cubicBezTo>
                  <a:cubicBezTo>
                    <a:pt x="271645" y="519795"/>
                    <a:pt x="226936" y="530235"/>
                    <a:pt x="184145" y="532188"/>
                  </a:cubicBezTo>
                  <a:cubicBezTo>
                    <a:pt x="162015" y="533128"/>
                    <a:pt x="137665" y="534333"/>
                    <a:pt x="116886" y="530572"/>
                  </a:cubicBezTo>
                  <a:cubicBezTo>
                    <a:pt x="84810" y="524693"/>
                    <a:pt x="54011" y="515448"/>
                    <a:pt x="23941" y="506433"/>
                  </a:cubicBezTo>
                  <a:lnTo>
                    <a:pt x="0" y="502149"/>
                  </a:lnTo>
                  <a:close/>
                </a:path>
              </a:pathLst>
            </a:custGeom>
            <a:solidFill>
              <a:srgbClr val="FFFFFF"/>
            </a:solidFill>
            <a:ln w="12700" cap="flat" cmpd="sng" algn="ctr">
              <a:noFill/>
              <a:prstDash val="solid"/>
              <a:miter lim="800000"/>
            </a:ln>
            <a:effectLst>
              <a:outerShdw blurRad="381000" dist="152400" dir="5400000" algn="t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A1F0E66-9B5E-4980-8AEC-B4D144B4878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959818"/>
              <a:ext cx="12192000" cy="757168"/>
            </a:xfrm>
            <a:custGeom>
              <a:avLst/>
              <a:gdLst>
                <a:gd name="connsiteX0" fmla="*/ 0 w 12192000"/>
                <a:gd name="connsiteY0" fmla="*/ 0 h 757168"/>
                <a:gd name="connsiteX1" fmla="*/ 41653 w 12192000"/>
                <a:gd name="connsiteY1" fmla="*/ 6945 h 757168"/>
                <a:gd name="connsiteX2" fmla="*/ 81317 w 12192000"/>
                <a:gd name="connsiteY2" fmla="*/ 15509 h 757168"/>
                <a:gd name="connsiteX3" fmla="*/ 114150 w 12192000"/>
                <a:gd name="connsiteY3" fmla="*/ 28105 h 757168"/>
                <a:gd name="connsiteX4" fmla="*/ 214865 w 12192000"/>
                <a:gd name="connsiteY4" fmla="*/ 58374 h 757168"/>
                <a:gd name="connsiteX5" fmla="*/ 299237 w 12192000"/>
                <a:gd name="connsiteY5" fmla="*/ 63560 h 757168"/>
                <a:gd name="connsiteX6" fmla="*/ 415570 w 12192000"/>
                <a:gd name="connsiteY6" fmla="*/ 83774 h 757168"/>
                <a:gd name="connsiteX7" fmla="*/ 633210 w 12192000"/>
                <a:gd name="connsiteY7" fmla="*/ 109108 h 757168"/>
                <a:gd name="connsiteX8" fmla="*/ 677567 w 12192000"/>
                <a:gd name="connsiteY8" fmla="*/ 119446 h 757168"/>
                <a:gd name="connsiteX9" fmla="*/ 946429 w 12192000"/>
                <a:gd name="connsiteY9" fmla="*/ 171502 h 757168"/>
                <a:gd name="connsiteX10" fmla="*/ 1163367 w 12192000"/>
                <a:gd name="connsiteY10" fmla="*/ 182106 h 757168"/>
                <a:gd name="connsiteX11" fmla="*/ 1180337 w 12192000"/>
                <a:gd name="connsiteY11" fmla="*/ 181279 h 757168"/>
                <a:gd name="connsiteX12" fmla="*/ 1263939 w 12192000"/>
                <a:gd name="connsiteY12" fmla="*/ 173070 h 757168"/>
                <a:gd name="connsiteX13" fmla="*/ 1392213 w 12192000"/>
                <a:gd name="connsiteY13" fmla="*/ 183225 h 757168"/>
                <a:gd name="connsiteX14" fmla="*/ 1479752 w 12192000"/>
                <a:gd name="connsiteY14" fmla="*/ 205174 h 757168"/>
                <a:gd name="connsiteX15" fmla="*/ 1589813 w 12192000"/>
                <a:gd name="connsiteY15" fmla="*/ 211706 h 757168"/>
                <a:gd name="connsiteX16" fmla="*/ 1716264 w 12192000"/>
                <a:gd name="connsiteY16" fmla="*/ 207459 h 757168"/>
                <a:gd name="connsiteX17" fmla="*/ 1772900 w 12192000"/>
                <a:gd name="connsiteY17" fmla="*/ 208137 h 757168"/>
                <a:gd name="connsiteX18" fmla="*/ 1929319 w 12192000"/>
                <a:gd name="connsiteY18" fmla="*/ 193822 h 757168"/>
                <a:gd name="connsiteX19" fmla="*/ 2021514 w 12192000"/>
                <a:gd name="connsiteY19" fmla="*/ 204186 h 757168"/>
                <a:gd name="connsiteX20" fmla="*/ 2111753 w 12192000"/>
                <a:gd name="connsiteY20" fmla="*/ 223797 h 757168"/>
                <a:gd name="connsiteX21" fmla="*/ 2169356 w 12192000"/>
                <a:gd name="connsiteY21" fmla="*/ 241125 h 757168"/>
                <a:gd name="connsiteX22" fmla="*/ 2286638 w 12192000"/>
                <a:gd name="connsiteY22" fmla="*/ 257382 h 757168"/>
                <a:gd name="connsiteX23" fmla="*/ 2308368 w 12192000"/>
                <a:gd name="connsiteY23" fmla="*/ 256995 h 757168"/>
                <a:gd name="connsiteX24" fmla="*/ 2660621 w 12192000"/>
                <a:gd name="connsiteY24" fmla="*/ 262863 h 757168"/>
                <a:gd name="connsiteX25" fmla="*/ 2801134 w 12192000"/>
                <a:gd name="connsiteY25" fmla="*/ 250006 h 757168"/>
                <a:gd name="connsiteX26" fmla="*/ 2830994 w 12192000"/>
                <a:gd name="connsiteY26" fmla="*/ 249091 h 757168"/>
                <a:gd name="connsiteX27" fmla="*/ 3129084 w 12192000"/>
                <a:gd name="connsiteY27" fmla="*/ 242009 h 757168"/>
                <a:gd name="connsiteX28" fmla="*/ 3162162 w 12192000"/>
                <a:gd name="connsiteY28" fmla="*/ 242789 h 757168"/>
                <a:gd name="connsiteX29" fmla="*/ 3254072 w 12192000"/>
                <a:gd name="connsiteY29" fmla="*/ 251612 h 757168"/>
                <a:gd name="connsiteX30" fmla="*/ 3473491 w 12192000"/>
                <a:gd name="connsiteY30" fmla="*/ 221903 h 757168"/>
                <a:gd name="connsiteX31" fmla="*/ 3691860 w 12192000"/>
                <a:gd name="connsiteY31" fmla="*/ 219228 h 757168"/>
                <a:gd name="connsiteX32" fmla="*/ 3811494 w 12192000"/>
                <a:gd name="connsiteY32" fmla="*/ 225691 h 757168"/>
                <a:gd name="connsiteX33" fmla="*/ 3897533 w 12192000"/>
                <a:gd name="connsiteY33" fmla="*/ 220087 h 757168"/>
                <a:gd name="connsiteX34" fmla="*/ 4109430 w 12192000"/>
                <a:gd name="connsiteY34" fmla="*/ 200477 h 757168"/>
                <a:gd name="connsiteX35" fmla="*/ 4208772 w 12192000"/>
                <a:gd name="connsiteY35" fmla="*/ 200914 h 757168"/>
                <a:gd name="connsiteX36" fmla="*/ 4314641 w 12192000"/>
                <a:gd name="connsiteY36" fmla="*/ 196159 h 757168"/>
                <a:gd name="connsiteX37" fmla="*/ 4577622 w 12192000"/>
                <a:gd name="connsiteY37" fmla="*/ 163774 h 757168"/>
                <a:gd name="connsiteX38" fmla="*/ 4790345 w 12192000"/>
                <a:gd name="connsiteY38" fmla="*/ 177592 h 757168"/>
                <a:gd name="connsiteX39" fmla="*/ 4926164 w 12192000"/>
                <a:gd name="connsiteY39" fmla="*/ 184139 h 757168"/>
                <a:gd name="connsiteX40" fmla="*/ 5088812 w 12192000"/>
                <a:gd name="connsiteY40" fmla="*/ 177401 h 757168"/>
                <a:gd name="connsiteX41" fmla="*/ 5222466 w 12192000"/>
                <a:gd name="connsiteY41" fmla="*/ 162082 h 757168"/>
                <a:gd name="connsiteX42" fmla="*/ 5406528 w 12192000"/>
                <a:gd name="connsiteY42" fmla="*/ 153987 h 757168"/>
                <a:gd name="connsiteX43" fmla="*/ 5590716 w 12192000"/>
                <a:gd name="connsiteY43" fmla="*/ 129490 h 757168"/>
                <a:gd name="connsiteX44" fmla="*/ 5719429 w 12192000"/>
                <a:gd name="connsiteY44" fmla="*/ 110099 h 757168"/>
                <a:gd name="connsiteX45" fmla="*/ 5897895 w 12192000"/>
                <a:gd name="connsiteY45" fmla="*/ 96368 h 757168"/>
                <a:gd name="connsiteX46" fmla="*/ 6169957 w 12192000"/>
                <a:gd name="connsiteY46" fmla="*/ 94411 h 757168"/>
                <a:gd name="connsiteX47" fmla="*/ 6294827 w 12192000"/>
                <a:gd name="connsiteY47" fmla="*/ 99236 h 757168"/>
                <a:gd name="connsiteX48" fmla="*/ 6494261 w 12192000"/>
                <a:gd name="connsiteY48" fmla="*/ 71724 h 757168"/>
                <a:gd name="connsiteX49" fmla="*/ 6579627 w 12192000"/>
                <a:gd name="connsiteY49" fmla="*/ 57883 h 757168"/>
                <a:gd name="connsiteX50" fmla="*/ 6654800 w 12192000"/>
                <a:gd name="connsiteY50" fmla="*/ 77086 h 757168"/>
                <a:gd name="connsiteX51" fmla="*/ 6703059 w 12192000"/>
                <a:gd name="connsiteY51" fmla="*/ 97166 h 757168"/>
                <a:gd name="connsiteX52" fmla="*/ 6859445 w 12192000"/>
                <a:gd name="connsiteY52" fmla="*/ 90481 h 757168"/>
                <a:gd name="connsiteX53" fmla="*/ 7025414 w 12192000"/>
                <a:gd name="connsiteY53" fmla="*/ 83536 h 757168"/>
                <a:gd name="connsiteX54" fmla="*/ 7144137 w 12192000"/>
                <a:gd name="connsiteY54" fmla="*/ 79264 h 757168"/>
                <a:gd name="connsiteX55" fmla="*/ 7291235 w 12192000"/>
                <a:gd name="connsiteY55" fmla="*/ 95367 h 757168"/>
                <a:gd name="connsiteX56" fmla="*/ 7407395 w 12192000"/>
                <a:gd name="connsiteY56" fmla="*/ 104888 h 757168"/>
                <a:gd name="connsiteX57" fmla="*/ 7500837 w 12192000"/>
                <a:gd name="connsiteY57" fmla="*/ 119515 h 757168"/>
                <a:gd name="connsiteX58" fmla="*/ 7533567 w 12192000"/>
                <a:gd name="connsiteY58" fmla="*/ 126955 h 757168"/>
                <a:gd name="connsiteX59" fmla="*/ 7792910 w 12192000"/>
                <a:gd name="connsiteY59" fmla="*/ 185188 h 757168"/>
                <a:gd name="connsiteX60" fmla="*/ 8070699 w 12192000"/>
                <a:gd name="connsiteY60" fmla="*/ 235423 h 757168"/>
                <a:gd name="connsiteX61" fmla="*/ 8253177 w 12192000"/>
                <a:gd name="connsiteY61" fmla="*/ 222473 h 757168"/>
                <a:gd name="connsiteX62" fmla="*/ 8320683 w 12192000"/>
                <a:gd name="connsiteY62" fmla="*/ 226393 h 757168"/>
                <a:gd name="connsiteX63" fmla="*/ 8631438 w 12192000"/>
                <a:gd name="connsiteY63" fmla="*/ 237528 h 757168"/>
                <a:gd name="connsiteX64" fmla="*/ 8686410 w 12192000"/>
                <a:gd name="connsiteY64" fmla="*/ 234877 h 757168"/>
                <a:gd name="connsiteX65" fmla="*/ 8980658 w 12192000"/>
                <a:gd name="connsiteY65" fmla="*/ 273001 h 757168"/>
                <a:gd name="connsiteX66" fmla="*/ 9087625 w 12192000"/>
                <a:gd name="connsiteY66" fmla="*/ 282423 h 757168"/>
                <a:gd name="connsiteX67" fmla="*/ 9186017 w 12192000"/>
                <a:gd name="connsiteY67" fmla="*/ 293875 h 757168"/>
                <a:gd name="connsiteX68" fmla="*/ 9323931 w 12192000"/>
                <a:gd name="connsiteY68" fmla="*/ 302628 h 757168"/>
                <a:gd name="connsiteX69" fmla="*/ 9467213 w 12192000"/>
                <a:gd name="connsiteY69" fmla="*/ 307275 h 757168"/>
                <a:gd name="connsiteX70" fmla="*/ 9626826 w 12192000"/>
                <a:gd name="connsiteY70" fmla="*/ 316213 h 757168"/>
                <a:gd name="connsiteX71" fmla="*/ 9689696 w 12192000"/>
                <a:gd name="connsiteY71" fmla="*/ 324467 h 757168"/>
                <a:gd name="connsiteX72" fmla="*/ 9860526 w 12192000"/>
                <a:gd name="connsiteY72" fmla="*/ 329986 h 757168"/>
                <a:gd name="connsiteX73" fmla="*/ 9949775 w 12192000"/>
                <a:gd name="connsiteY73" fmla="*/ 340386 h 757168"/>
                <a:gd name="connsiteX74" fmla="*/ 10097252 w 12192000"/>
                <a:gd name="connsiteY74" fmla="*/ 349262 h 757168"/>
                <a:gd name="connsiteX75" fmla="*/ 10145261 w 12192000"/>
                <a:gd name="connsiteY75" fmla="*/ 353113 h 757168"/>
                <a:gd name="connsiteX76" fmla="*/ 10188159 w 12192000"/>
                <a:gd name="connsiteY76" fmla="*/ 356124 h 757168"/>
                <a:gd name="connsiteX77" fmla="*/ 10336144 w 12192000"/>
                <a:gd name="connsiteY77" fmla="*/ 348235 h 757168"/>
                <a:gd name="connsiteX78" fmla="*/ 10466847 w 12192000"/>
                <a:gd name="connsiteY78" fmla="*/ 354131 h 757168"/>
                <a:gd name="connsiteX79" fmla="*/ 10696514 w 12192000"/>
                <a:gd name="connsiteY79" fmla="*/ 353575 h 757168"/>
                <a:gd name="connsiteX80" fmla="*/ 10746932 w 12192000"/>
                <a:gd name="connsiteY80" fmla="*/ 360606 h 757168"/>
                <a:gd name="connsiteX81" fmla="*/ 10905388 w 12192000"/>
                <a:gd name="connsiteY81" fmla="*/ 370627 h 757168"/>
                <a:gd name="connsiteX82" fmla="*/ 10995602 w 12192000"/>
                <a:gd name="connsiteY82" fmla="*/ 376691 h 757168"/>
                <a:gd name="connsiteX83" fmla="*/ 11107647 w 12192000"/>
                <a:gd name="connsiteY83" fmla="*/ 373405 h 757168"/>
                <a:gd name="connsiteX84" fmla="*/ 11302440 w 12192000"/>
                <a:gd name="connsiteY84" fmla="*/ 364156 h 757168"/>
                <a:gd name="connsiteX85" fmla="*/ 11353613 w 12192000"/>
                <a:gd name="connsiteY85" fmla="*/ 363785 h 757168"/>
                <a:gd name="connsiteX86" fmla="*/ 11447323 w 12192000"/>
                <a:gd name="connsiteY86" fmla="*/ 359346 h 757168"/>
                <a:gd name="connsiteX87" fmla="*/ 11464292 w 12192000"/>
                <a:gd name="connsiteY87" fmla="*/ 358519 h 757168"/>
                <a:gd name="connsiteX88" fmla="*/ 11607560 w 12192000"/>
                <a:gd name="connsiteY88" fmla="*/ 342370 h 757168"/>
                <a:gd name="connsiteX89" fmla="*/ 11681426 w 12192000"/>
                <a:gd name="connsiteY89" fmla="*/ 344335 h 757168"/>
                <a:gd name="connsiteX90" fmla="*/ 11893565 w 12192000"/>
                <a:gd name="connsiteY90" fmla="*/ 355261 h 757168"/>
                <a:gd name="connsiteX91" fmla="*/ 11983290 w 12192000"/>
                <a:gd name="connsiteY91" fmla="*/ 363588 h 757168"/>
                <a:gd name="connsiteX92" fmla="*/ 12192000 w 12192000"/>
                <a:gd name="connsiteY92" fmla="*/ 388018 h 757168"/>
                <a:gd name="connsiteX93" fmla="*/ 12192000 w 12192000"/>
                <a:gd name="connsiteY93" fmla="*/ 577115 h 757168"/>
                <a:gd name="connsiteX94" fmla="*/ 12157329 w 12192000"/>
                <a:gd name="connsiteY94" fmla="*/ 588862 h 757168"/>
                <a:gd name="connsiteX95" fmla="*/ 12066948 w 12192000"/>
                <a:gd name="connsiteY95" fmla="*/ 586034 h 757168"/>
                <a:gd name="connsiteX96" fmla="*/ 11911344 w 12192000"/>
                <a:gd name="connsiteY96" fmla="*/ 521599 h 757168"/>
                <a:gd name="connsiteX97" fmla="*/ 11847823 w 12192000"/>
                <a:gd name="connsiteY97" fmla="*/ 511785 h 757168"/>
                <a:gd name="connsiteX98" fmla="*/ 11737547 w 12192000"/>
                <a:gd name="connsiteY98" fmla="*/ 502380 h 757168"/>
                <a:gd name="connsiteX99" fmla="*/ 11636052 w 12192000"/>
                <a:gd name="connsiteY99" fmla="*/ 514993 h 757168"/>
                <a:gd name="connsiteX100" fmla="*/ 11394706 w 12192000"/>
                <a:gd name="connsiteY100" fmla="*/ 590867 h 757168"/>
                <a:gd name="connsiteX101" fmla="*/ 11354978 w 12192000"/>
                <a:gd name="connsiteY101" fmla="*/ 597561 h 757168"/>
                <a:gd name="connsiteX102" fmla="*/ 11285306 w 12192000"/>
                <a:gd name="connsiteY102" fmla="*/ 599825 h 757168"/>
                <a:gd name="connsiteX103" fmla="*/ 11008528 w 12192000"/>
                <a:gd name="connsiteY103" fmla="*/ 656670 h 757168"/>
                <a:gd name="connsiteX104" fmla="*/ 10948735 w 12192000"/>
                <a:gd name="connsiteY104" fmla="*/ 652964 h 757168"/>
                <a:gd name="connsiteX105" fmla="*/ 10850698 w 12192000"/>
                <a:gd name="connsiteY105" fmla="*/ 641721 h 757168"/>
                <a:gd name="connsiteX106" fmla="*/ 10744026 w 12192000"/>
                <a:gd name="connsiteY106" fmla="*/ 647769 h 757168"/>
                <a:gd name="connsiteX107" fmla="*/ 10666160 w 12192000"/>
                <a:gd name="connsiteY107" fmla="*/ 651891 h 757168"/>
                <a:gd name="connsiteX108" fmla="*/ 10450521 w 12192000"/>
                <a:gd name="connsiteY108" fmla="*/ 616552 h 757168"/>
                <a:gd name="connsiteX109" fmla="*/ 10271192 w 12192000"/>
                <a:gd name="connsiteY109" fmla="*/ 583498 h 757168"/>
                <a:gd name="connsiteX110" fmla="*/ 10246067 w 12192000"/>
                <a:gd name="connsiteY110" fmla="*/ 585423 h 757168"/>
                <a:gd name="connsiteX111" fmla="*/ 10005027 w 12192000"/>
                <a:gd name="connsiteY111" fmla="*/ 592252 h 757168"/>
                <a:gd name="connsiteX112" fmla="*/ 9898681 w 12192000"/>
                <a:gd name="connsiteY112" fmla="*/ 613195 h 757168"/>
                <a:gd name="connsiteX113" fmla="*/ 9753225 w 12192000"/>
                <a:gd name="connsiteY113" fmla="*/ 629038 h 757168"/>
                <a:gd name="connsiteX114" fmla="*/ 9591376 w 12192000"/>
                <a:gd name="connsiteY114" fmla="*/ 648601 h 757168"/>
                <a:gd name="connsiteX115" fmla="*/ 9472860 w 12192000"/>
                <a:gd name="connsiteY115" fmla="*/ 655936 h 757168"/>
                <a:gd name="connsiteX116" fmla="*/ 9299788 w 12192000"/>
                <a:gd name="connsiteY116" fmla="*/ 636945 h 757168"/>
                <a:gd name="connsiteX117" fmla="*/ 9264605 w 12192000"/>
                <a:gd name="connsiteY117" fmla="*/ 627087 h 757168"/>
                <a:gd name="connsiteX118" fmla="*/ 8926435 w 12192000"/>
                <a:gd name="connsiteY118" fmla="*/ 549269 h 757168"/>
                <a:gd name="connsiteX119" fmla="*/ 8698934 w 12192000"/>
                <a:gd name="connsiteY119" fmla="*/ 536583 h 757168"/>
                <a:gd name="connsiteX120" fmla="*/ 8622862 w 12192000"/>
                <a:gd name="connsiteY120" fmla="*/ 541563 h 757168"/>
                <a:gd name="connsiteX121" fmla="*/ 8482784 w 12192000"/>
                <a:gd name="connsiteY121" fmla="*/ 574094 h 757168"/>
                <a:gd name="connsiteX122" fmla="*/ 8421565 w 12192000"/>
                <a:gd name="connsiteY122" fmla="*/ 576610 h 757168"/>
                <a:gd name="connsiteX123" fmla="*/ 8313469 w 12192000"/>
                <a:gd name="connsiteY123" fmla="*/ 574762 h 757168"/>
                <a:gd name="connsiteX124" fmla="*/ 8079520 w 12192000"/>
                <a:gd name="connsiteY124" fmla="*/ 558685 h 757168"/>
                <a:gd name="connsiteX125" fmla="*/ 7773327 w 12192000"/>
                <a:gd name="connsiteY125" fmla="*/ 558854 h 757168"/>
                <a:gd name="connsiteX126" fmla="*/ 7652477 w 12192000"/>
                <a:gd name="connsiteY126" fmla="*/ 547561 h 757168"/>
                <a:gd name="connsiteX127" fmla="*/ 7522274 w 12192000"/>
                <a:gd name="connsiteY127" fmla="*/ 532150 h 757168"/>
                <a:gd name="connsiteX128" fmla="*/ 7484080 w 12192000"/>
                <a:gd name="connsiteY128" fmla="*/ 530532 h 757168"/>
                <a:gd name="connsiteX129" fmla="*/ 7282277 w 12192000"/>
                <a:gd name="connsiteY129" fmla="*/ 540177 h 757168"/>
                <a:gd name="connsiteX130" fmla="*/ 7235690 w 12192000"/>
                <a:gd name="connsiteY130" fmla="*/ 551282 h 757168"/>
                <a:gd name="connsiteX131" fmla="*/ 7116339 w 12192000"/>
                <a:gd name="connsiteY131" fmla="*/ 539494 h 757168"/>
                <a:gd name="connsiteX132" fmla="*/ 7011067 w 12192000"/>
                <a:gd name="connsiteY132" fmla="*/ 511848 h 757168"/>
                <a:gd name="connsiteX133" fmla="*/ 6403234 w 12192000"/>
                <a:gd name="connsiteY133" fmla="*/ 432296 h 757168"/>
                <a:gd name="connsiteX134" fmla="*/ 6036273 w 12192000"/>
                <a:gd name="connsiteY134" fmla="*/ 412301 h 757168"/>
                <a:gd name="connsiteX135" fmla="*/ 5780467 w 12192000"/>
                <a:gd name="connsiteY135" fmla="*/ 377910 h 757168"/>
                <a:gd name="connsiteX136" fmla="*/ 5739051 w 12192000"/>
                <a:gd name="connsiteY136" fmla="*/ 353609 h 757168"/>
                <a:gd name="connsiteX137" fmla="*/ 5583566 w 12192000"/>
                <a:gd name="connsiteY137" fmla="*/ 321995 h 757168"/>
                <a:gd name="connsiteX138" fmla="*/ 5432030 w 12192000"/>
                <a:gd name="connsiteY138" fmla="*/ 362512 h 757168"/>
                <a:gd name="connsiteX139" fmla="*/ 5241398 w 12192000"/>
                <a:gd name="connsiteY139" fmla="*/ 425781 h 757168"/>
                <a:gd name="connsiteX140" fmla="*/ 5139710 w 12192000"/>
                <a:gd name="connsiteY140" fmla="*/ 421022 h 757168"/>
                <a:gd name="connsiteX141" fmla="*/ 4929402 w 12192000"/>
                <a:gd name="connsiteY141" fmla="*/ 424310 h 757168"/>
                <a:gd name="connsiteX142" fmla="*/ 4782793 w 12192000"/>
                <a:gd name="connsiteY142" fmla="*/ 441046 h 757168"/>
                <a:gd name="connsiteX143" fmla="*/ 4577594 w 12192000"/>
                <a:gd name="connsiteY143" fmla="*/ 459290 h 757168"/>
                <a:gd name="connsiteX144" fmla="*/ 4500826 w 12192000"/>
                <a:gd name="connsiteY144" fmla="*/ 470529 h 757168"/>
                <a:gd name="connsiteX145" fmla="*/ 4317973 w 12192000"/>
                <a:gd name="connsiteY145" fmla="*/ 483649 h 757168"/>
                <a:gd name="connsiteX146" fmla="*/ 4166722 w 12192000"/>
                <a:gd name="connsiteY146" fmla="*/ 490602 h 757168"/>
                <a:gd name="connsiteX147" fmla="*/ 4042814 w 12192000"/>
                <a:gd name="connsiteY147" fmla="*/ 530660 h 757168"/>
                <a:gd name="connsiteX148" fmla="*/ 4002653 w 12192000"/>
                <a:gd name="connsiteY148" fmla="*/ 552594 h 757168"/>
                <a:gd name="connsiteX149" fmla="*/ 3969549 w 12192000"/>
                <a:gd name="connsiteY149" fmla="*/ 566312 h 757168"/>
                <a:gd name="connsiteX150" fmla="*/ 3821685 w 12192000"/>
                <a:gd name="connsiteY150" fmla="*/ 649183 h 757168"/>
                <a:gd name="connsiteX151" fmla="*/ 3805138 w 12192000"/>
                <a:gd name="connsiteY151" fmla="*/ 655947 h 757168"/>
                <a:gd name="connsiteX152" fmla="*/ 3609177 w 12192000"/>
                <a:gd name="connsiteY152" fmla="*/ 687459 h 757168"/>
                <a:gd name="connsiteX153" fmla="*/ 3539727 w 12192000"/>
                <a:gd name="connsiteY153" fmla="*/ 706521 h 757168"/>
                <a:gd name="connsiteX154" fmla="*/ 3396572 w 12192000"/>
                <a:gd name="connsiteY154" fmla="*/ 755681 h 757168"/>
                <a:gd name="connsiteX155" fmla="*/ 3341054 w 12192000"/>
                <a:gd name="connsiteY155" fmla="*/ 754679 h 757168"/>
                <a:gd name="connsiteX156" fmla="*/ 3138775 w 12192000"/>
                <a:gd name="connsiteY156" fmla="*/ 710120 h 757168"/>
                <a:gd name="connsiteX157" fmla="*/ 3037283 w 12192000"/>
                <a:gd name="connsiteY157" fmla="*/ 666453 h 757168"/>
                <a:gd name="connsiteX158" fmla="*/ 3002117 w 12192000"/>
                <a:gd name="connsiteY158" fmla="*/ 649347 h 757168"/>
                <a:gd name="connsiteX159" fmla="*/ 2747294 w 12192000"/>
                <a:gd name="connsiteY159" fmla="*/ 652400 h 757168"/>
                <a:gd name="connsiteX160" fmla="*/ 2676273 w 12192000"/>
                <a:gd name="connsiteY160" fmla="*/ 652304 h 757168"/>
                <a:gd name="connsiteX161" fmla="*/ 2432360 w 12192000"/>
                <a:gd name="connsiteY161" fmla="*/ 657836 h 757168"/>
                <a:gd name="connsiteX162" fmla="*/ 2382311 w 12192000"/>
                <a:gd name="connsiteY162" fmla="*/ 650824 h 757168"/>
                <a:gd name="connsiteX163" fmla="*/ 2055134 w 12192000"/>
                <a:gd name="connsiteY163" fmla="*/ 630053 h 757168"/>
                <a:gd name="connsiteX164" fmla="*/ 2031829 w 12192000"/>
                <a:gd name="connsiteY164" fmla="*/ 639324 h 757168"/>
                <a:gd name="connsiteX165" fmla="*/ 1912764 w 12192000"/>
                <a:gd name="connsiteY165" fmla="*/ 664183 h 757168"/>
                <a:gd name="connsiteX166" fmla="*/ 1755637 w 12192000"/>
                <a:gd name="connsiteY166" fmla="*/ 663960 h 757168"/>
                <a:gd name="connsiteX167" fmla="*/ 1727159 w 12192000"/>
                <a:gd name="connsiteY167" fmla="*/ 659605 h 757168"/>
                <a:gd name="connsiteX168" fmla="*/ 1622470 w 12192000"/>
                <a:gd name="connsiteY168" fmla="*/ 634850 h 757168"/>
                <a:gd name="connsiteX169" fmla="*/ 1385955 w 12192000"/>
                <a:gd name="connsiteY169" fmla="*/ 604522 h 757168"/>
                <a:gd name="connsiteX170" fmla="*/ 1340055 w 12192000"/>
                <a:gd name="connsiteY170" fmla="*/ 595629 h 757168"/>
                <a:gd name="connsiteX171" fmla="*/ 1257271 w 12192000"/>
                <a:gd name="connsiteY171" fmla="*/ 581180 h 757168"/>
                <a:gd name="connsiteX172" fmla="*/ 1031914 w 12192000"/>
                <a:gd name="connsiteY172" fmla="*/ 562692 h 757168"/>
                <a:gd name="connsiteX173" fmla="*/ 922031 w 12192000"/>
                <a:gd name="connsiteY173" fmla="*/ 566853 h 757168"/>
                <a:gd name="connsiteX174" fmla="*/ 873250 w 12192000"/>
                <a:gd name="connsiteY174" fmla="*/ 563724 h 757168"/>
                <a:gd name="connsiteX175" fmla="*/ 711627 w 12192000"/>
                <a:gd name="connsiteY175" fmla="*/ 529880 h 757168"/>
                <a:gd name="connsiteX176" fmla="*/ 311112 w 12192000"/>
                <a:gd name="connsiteY176" fmla="*/ 525106 h 757168"/>
                <a:gd name="connsiteX177" fmla="*/ 184145 w 12192000"/>
                <a:gd name="connsiteY177" fmla="*/ 532188 h 757168"/>
                <a:gd name="connsiteX178" fmla="*/ 116886 w 12192000"/>
                <a:gd name="connsiteY178" fmla="*/ 530572 h 757168"/>
                <a:gd name="connsiteX179" fmla="*/ 23941 w 12192000"/>
                <a:gd name="connsiteY179" fmla="*/ 506433 h 757168"/>
                <a:gd name="connsiteX180" fmla="*/ 0 w 12192000"/>
                <a:gd name="connsiteY180" fmla="*/ 502149 h 75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12192000" h="757168">
                  <a:moveTo>
                    <a:pt x="0" y="0"/>
                  </a:moveTo>
                  <a:lnTo>
                    <a:pt x="41653" y="6945"/>
                  </a:lnTo>
                  <a:cubicBezTo>
                    <a:pt x="55151" y="9178"/>
                    <a:pt x="68996" y="11810"/>
                    <a:pt x="81317" y="15509"/>
                  </a:cubicBezTo>
                  <a:cubicBezTo>
                    <a:pt x="92911" y="18978"/>
                    <a:pt x="102562" y="24446"/>
                    <a:pt x="114150" y="28105"/>
                  </a:cubicBezTo>
                  <a:cubicBezTo>
                    <a:pt x="145644" y="37958"/>
                    <a:pt x="177914" y="47281"/>
                    <a:pt x="214865" y="58374"/>
                  </a:cubicBezTo>
                  <a:cubicBezTo>
                    <a:pt x="236680" y="42349"/>
                    <a:pt x="264438" y="53534"/>
                    <a:pt x="299237" y="63560"/>
                  </a:cubicBezTo>
                  <a:cubicBezTo>
                    <a:pt x="334763" y="73816"/>
                    <a:pt x="376093" y="78654"/>
                    <a:pt x="415570" y="83774"/>
                  </a:cubicBezTo>
                  <a:cubicBezTo>
                    <a:pt x="487949" y="93100"/>
                    <a:pt x="560804" y="100354"/>
                    <a:pt x="633210" y="109108"/>
                  </a:cubicBezTo>
                  <a:cubicBezTo>
                    <a:pt x="648566" y="111058"/>
                    <a:pt x="666073" y="114072"/>
                    <a:pt x="677567" y="119446"/>
                  </a:cubicBezTo>
                  <a:cubicBezTo>
                    <a:pt x="756262" y="155621"/>
                    <a:pt x="853422" y="169678"/>
                    <a:pt x="946429" y="171502"/>
                  </a:cubicBezTo>
                  <a:cubicBezTo>
                    <a:pt x="1019582" y="173044"/>
                    <a:pt x="1091239" y="175083"/>
                    <a:pt x="1163367" y="182106"/>
                  </a:cubicBezTo>
                  <a:cubicBezTo>
                    <a:pt x="1168863" y="182586"/>
                    <a:pt x="1176224" y="182589"/>
                    <a:pt x="1180337" y="181279"/>
                  </a:cubicBezTo>
                  <a:cubicBezTo>
                    <a:pt x="1205822" y="172503"/>
                    <a:pt x="1231920" y="173109"/>
                    <a:pt x="1263939" y="173070"/>
                  </a:cubicBezTo>
                  <a:cubicBezTo>
                    <a:pt x="1309211" y="172961"/>
                    <a:pt x="1350592" y="176848"/>
                    <a:pt x="1392213" y="183225"/>
                  </a:cubicBezTo>
                  <a:cubicBezTo>
                    <a:pt x="1422516" y="187866"/>
                    <a:pt x="1453010" y="195759"/>
                    <a:pt x="1479752" y="205174"/>
                  </a:cubicBezTo>
                  <a:cubicBezTo>
                    <a:pt x="1516962" y="218381"/>
                    <a:pt x="1553071" y="224660"/>
                    <a:pt x="1589813" y="211706"/>
                  </a:cubicBezTo>
                  <a:cubicBezTo>
                    <a:pt x="1629541" y="197953"/>
                    <a:pt x="1673292" y="205778"/>
                    <a:pt x="1716264" y="207459"/>
                  </a:cubicBezTo>
                  <a:cubicBezTo>
                    <a:pt x="1734988" y="208248"/>
                    <a:pt x="1754789" y="209668"/>
                    <a:pt x="1772900" y="208137"/>
                  </a:cubicBezTo>
                  <a:cubicBezTo>
                    <a:pt x="1825381" y="203828"/>
                    <a:pt x="1876222" y="195808"/>
                    <a:pt x="1929319" y="193822"/>
                  </a:cubicBezTo>
                  <a:cubicBezTo>
                    <a:pt x="1958819" y="192698"/>
                    <a:pt x="1991232" y="199166"/>
                    <a:pt x="2021514" y="204186"/>
                  </a:cubicBezTo>
                  <a:cubicBezTo>
                    <a:pt x="2052154" y="209417"/>
                    <a:pt x="2082323" y="216530"/>
                    <a:pt x="2111753" y="223797"/>
                  </a:cubicBezTo>
                  <a:cubicBezTo>
                    <a:pt x="2131736" y="228659"/>
                    <a:pt x="2153567" y="233429"/>
                    <a:pt x="2169356" y="241125"/>
                  </a:cubicBezTo>
                  <a:cubicBezTo>
                    <a:pt x="2205243" y="258649"/>
                    <a:pt x="2242901" y="263295"/>
                    <a:pt x="2286638" y="257382"/>
                  </a:cubicBezTo>
                  <a:cubicBezTo>
                    <a:pt x="2293313" y="256396"/>
                    <a:pt x="2301018" y="256799"/>
                    <a:pt x="2308368" y="256995"/>
                  </a:cubicBezTo>
                  <a:cubicBezTo>
                    <a:pt x="2426026" y="259155"/>
                    <a:pt x="2543593" y="262834"/>
                    <a:pt x="2660621" y="262863"/>
                  </a:cubicBezTo>
                  <a:cubicBezTo>
                    <a:pt x="2708088" y="262871"/>
                    <a:pt x="2754165" y="254412"/>
                    <a:pt x="2801134" y="250006"/>
                  </a:cubicBezTo>
                  <a:cubicBezTo>
                    <a:pt x="2810748" y="249174"/>
                    <a:pt x="2821504" y="247638"/>
                    <a:pt x="2830994" y="249091"/>
                  </a:cubicBezTo>
                  <a:cubicBezTo>
                    <a:pt x="2934354" y="264045"/>
                    <a:pt x="3032340" y="255254"/>
                    <a:pt x="3129084" y="242009"/>
                  </a:cubicBezTo>
                  <a:cubicBezTo>
                    <a:pt x="3139090" y="240625"/>
                    <a:pt x="3151170" y="241831"/>
                    <a:pt x="3162162" y="242789"/>
                  </a:cubicBezTo>
                  <a:cubicBezTo>
                    <a:pt x="3192925" y="245736"/>
                    <a:pt x="3225969" y="254145"/>
                    <a:pt x="3254072" y="251612"/>
                  </a:cubicBezTo>
                  <a:cubicBezTo>
                    <a:pt x="3328782" y="244461"/>
                    <a:pt x="3402881" y="234992"/>
                    <a:pt x="3473491" y="221903"/>
                  </a:cubicBezTo>
                  <a:cubicBezTo>
                    <a:pt x="3545212" y="208683"/>
                    <a:pt x="3611651" y="197856"/>
                    <a:pt x="3691860" y="219228"/>
                  </a:cubicBezTo>
                  <a:cubicBezTo>
                    <a:pt x="3725977" y="228268"/>
                    <a:pt x="3771754" y="225515"/>
                    <a:pt x="3811494" y="225691"/>
                  </a:cubicBezTo>
                  <a:cubicBezTo>
                    <a:pt x="3840564" y="225687"/>
                    <a:pt x="3868906" y="218586"/>
                    <a:pt x="3897533" y="220087"/>
                  </a:cubicBezTo>
                  <a:cubicBezTo>
                    <a:pt x="3973874" y="224087"/>
                    <a:pt x="4042293" y="217563"/>
                    <a:pt x="4109430" y="200477"/>
                  </a:cubicBezTo>
                  <a:cubicBezTo>
                    <a:pt x="4135544" y="193834"/>
                    <a:pt x="4175268" y="201258"/>
                    <a:pt x="4208772" y="200914"/>
                  </a:cubicBezTo>
                  <a:cubicBezTo>
                    <a:pt x="4244136" y="200288"/>
                    <a:pt x="4280583" y="199908"/>
                    <a:pt x="4314641" y="196159"/>
                  </a:cubicBezTo>
                  <a:cubicBezTo>
                    <a:pt x="4402743" y="186278"/>
                    <a:pt x="4489848" y="174436"/>
                    <a:pt x="4577622" y="163774"/>
                  </a:cubicBezTo>
                  <a:cubicBezTo>
                    <a:pt x="4649843" y="154967"/>
                    <a:pt x="4719794" y="168553"/>
                    <a:pt x="4790345" y="177592"/>
                  </a:cubicBezTo>
                  <a:cubicBezTo>
                    <a:pt x="4834576" y="183345"/>
                    <a:pt x="4875614" y="193701"/>
                    <a:pt x="4926164" y="184139"/>
                  </a:cubicBezTo>
                  <a:cubicBezTo>
                    <a:pt x="4974485" y="175032"/>
                    <a:pt x="5034899" y="180870"/>
                    <a:pt x="5088812" y="177401"/>
                  </a:cubicBezTo>
                  <a:cubicBezTo>
                    <a:pt x="5134238" y="174439"/>
                    <a:pt x="5178353" y="168165"/>
                    <a:pt x="5222466" y="162082"/>
                  </a:cubicBezTo>
                  <a:cubicBezTo>
                    <a:pt x="5282519" y="153783"/>
                    <a:pt x="5341864" y="144876"/>
                    <a:pt x="5406528" y="153987"/>
                  </a:cubicBezTo>
                  <a:cubicBezTo>
                    <a:pt x="5479960" y="164323"/>
                    <a:pt x="5531876" y="142624"/>
                    <a:pt x="5590716" y="129490"/>
                  </a:cubicBezTo>
                  <a:cubicBezTo>
                    <a:pt x="5631296" y="120553"/>
                    <a:pt x="5675395" y="114659"/>
                    <a:pt x="5719429" y="110099"/>
                  </a:cubicBezTo>
                  <a:cubicBezTo>
                    <a:pt x="5778247" y="104215"/>
                    <a:pt x="5838715" y="102042"/>
                    <a:pt x="5897895" y="96368"/>
                  </a:cubicBezTo>
                  <a:cubicBezTo>
                    <a:pt x="5987399" y="87895"/>
                    <a:pt x="6077855" y="82333"/>
                    <a:pt x="6169957" y="94411"/>
                  </a:cubicBezTo>
                  <a:cubicBezTo>
                    <a:pt x="6212360" y="99875"/>
                    <a:pt x="6252010" y="101763"/>
                    <a:pt x="6294827" y="99236"/>
                  </a:cubicBezTo>
                  <a:cubicBezTo>
                    <a:pt x="6364965" y="95091"/>
                    <a:pt x="6436581" y="97891"/>
                    <a:pt x="6494261" y="71724"/>
                  </a:cubicBezTo>
                  <a:cubicBezTo>
                    <a:pt x="6514615" y="62488"/>
                    <a:pt x="6550354" y="61691"/>
                    <a:pt x="6579627" y="57883"/>
                  </a:cubicBezTo>
                  <a:cubicBezTo>
                    <a:pt x="6613354" y="53353"/>
                    <a:pt x="6637770" y="57878"/>
                    <a:pt x="6654800" y="77086"/>
                  </a:cubicBezTo>
                  <a:cubicBezTo>
                    <a:pt x="6662444" y="85688"/>
                    <a:pt x="6685147" y="94892"/>
                    <a:pt x="6703059" y="97166"/>
                  </a:cubicBezTo>
                  <a:cubicBezTo>
                    <a:pt x="6756799" y="103989"/>
                    <a:pt x="6806654" y="100687"/>
                    <a:pt x="6859445" y="90481"/>
                  </a:cubicBezTo>
                  <a:cubicBezTo>
                    <a:pt x="6908894" y="80861"/>
                    <a:pt x="6969747" y="85387"/>
                    <a:pt x="7025414" y="83536"/>
                  </a:cubicBezTo>
                  <a:cubicBezTo>
                    <a:pt x="7064862" y="82168"/>
                    <a:pt x="7104501" y="77186"/>
                    <a:pt x="7144137" y="79264"/>
                  </a:cubicBezTo>
                  <a:cubicBezTo>
                    <a:pt x="7193316" y="81841"/>
                    <a:pt x="7241809" y="90488"/>
                    <a:pt x="7291235" y="95367"/>
                  </a:cubicBezTo>
                  <a:cubicBezTo>
                    <a:pt x="7329668" y="99288"/>
                    <a:pt x="7368978" y="100585"/>
                    <a:pt x="7407395" y="104888"/>
                  </a:cubicBezTo>
                  <a:cubicBezTo>
                    <a:pt x="7438868" y="108256"/>
                    <a:pt x="7469832" y="114265"/>
                    <a:pt x="7500837" y="119515"/>
                  </a:cubicBezTo>
                  <a:cubicBezTo>
                    <a:pt x="7512146" y="121444"/>
                    <a:pt x="7523255" y="127178"/>
                    <a:pt x="7533567" y="126955"/>
                  </a:cubicBezTo>
                  <a:cubicBezTo>
                    <a:pt x="7636025" y="124121"/>
                    <a:pt x="7707510" y="164497"/>
                    <a:pt x="7792910" y="185188"/>
                  </a:cubicBezTo>
                  <a:cubicBezTo>
                    <a:pt x="7882663" y="207063"/>
                    <a:pt x="7969001" y="237914"/>
                    <a:pt x="8070699" y="235423"/>
                  </a:cubicBezTo>
                  <a:cubicBezTo>
                    <a:pt x="8132239" y="233879"/>
                    <a:pt x="8191903" y="225939"/>
                    <a:pt x="8253177" y="222473"/>
                  </a:cubicBezTo>
                  <a:cubicBezTo>
                    <a:pt x="8274949" y="221324"/>
                    <a:pt x="8299150" y="222976"/>
                    <a:pt x="8320683" y="226393"/>
                  </a:cubicBezTo>
                  <a:cubicBezTo>
                    <a:pt x="8424731" y="242340"/>
                    <a:pt x="8527777" y="249266"/>
                    <a:pt x="8631438" y="237528"/>
                  </a:cubicBezTo>
                  <a:cubicBezTo>
                    <a:pt x="8649201" y="235596"/>
                    <a:pt x="8668058" y="233915"/>
                    <a:pt x="8686410" y="234877"/>
                  </a:cubicBezTo>
                  <a:cubicBezTo>
                    <a:pt x="8786966" y="240146"/>
                    <a:pt x="8885480" y="249315"/>
                    <a:pt x="8980658" y="273001"/>
                  </a:cubicBezTo>
                  <a:cubicBezTo>
                    <a:pt x="9012626" y="280972"/>
                    <a:pt x="9052108" y="279035"/>
                    <a:pt x="9087625" y="282423"/>
                  </a:cubicBezTo>
                  <a:cubicBezTo>
                    <a:pt x="9120583" y="285484"/>
                    <a:pt x="9154319" y="287825"/>
                    <a:pt x="9186017" y="293875"/>
                  </a:cubicBezTo>
                  <a:cubicBezTo>
                    <a:pt x="9232288" y="302785"/>
                    <a:pt x="9275554" y="305815"/>
                    <a:pt x="9323931" y="302628"/>
                  </a:cubicBezTo>
                  <a:cubicBezTo>
                    <a:pt x="9370084" y="299705"/>
                    <a:pt x="9419491" y="304964"/>
                    <a:pt x="9467213" y="307275"/>
                  </a:cubicBezTo>
                  <a:cubicBezTo>
                    <a:pt x="9520438" y="309874"/>
                    <a:pt x="9573661" y="312473"/>
                    <a:pt x="9626826" y="316213"/>
                  </a:cubicBezTo>
                  <a:cubicBezTo>
                    <a:pt x="9648094" y="317708"/>
                    <a:pt x="9671915" y="326588"/>
                    <a:pt x="9689696" y="324467"/>
                  </a:cubicBezTo>
                  <a:cubicBezTo>
                    <a:pt x="9747117" y="317175"/>
                    <a:pt x="9803355" y="332523"/>
                    <a:pt x="9860526" y="329986"/>
                  </a:cubicBezTo>
                  <a:cubicBezTo>
                    <a:pt x="9888572" y="328594"/>
                    <a:pt x="9919723" y="338048"/>
                    <a:pt x="9949775" y="340386"/>
                  </a:cubicBezTo>
                  <a:cubicBezTo>
                    <a:pt x="9998886" y="344296"/>
                    <a:pt x="10048092" y="346302"/>
                    <a:pt x="10097252" y="349262"/>
                  </a:cubicBezTo>
                  <a:cubicBezTo>
                    <a:pt x="10113390" y="350297"/>
                    <a:pt x="10129133" y="351886"/>
                    <a:pt x="10145261" y="353113"/>
                  </a:cubicBezTo>
                  <a:cubicBezTo>
                    <a:pt x="10159555" y="354243"/>
                    <a:pt x="10174512" y="356743"/>
                    <a:pt x="10188159" y="356124"/>
                  </a:cubicBezTo>
                  <a:cubicBezTo>
                    <a:pt x="10237589" y="353944"/>
                    <a:pt x="10286441" y="348682"/>
                    <a:pt x="10336144" y="348235"/>
                  </a:cubicBezTo>
                  <a:cubicBezTo>
                    <a:pt x="10379222" y="347822"/>
                    <a:pt x="10423443" y="353764"/>
                    <a:pt x="10466847" y="354131"/>
                  </a:cubicBezTo>
                  <a:cubicBezTo>
                    <a:pt x="10543353" y="354898"/>
                    <a:pt x="10619988" y="353190"/>
                    <a:pt x="10696514" y="353575"/>
                  </a:cubicBezTo>
                  <a:cubicBezTo>
                    <a:pt x="10713071" y="353680"/>
                    <a:pt x="10730069" y="359342"/>
                    <a:pt x="10746932" y="360606"/>
                  </a:cubicBezTo>
                  <a:cubicBezTo>
                    <a:pt x="10799731" y="364326"/>
                    <a:pt x="10852569" y="367289"/>
                    <a:pt x="10905388" y="370627"/>
                  </a:cubicBezTo>
                  <a:cubicBezTo>
                    <a:pt x="10935470" y="372396"/>
                    <a:pt x="10965963" y="373421"/>
                    <a:pt x="10995602" y="376691"/>
                  </a:cubicBezTo>
                  <a:cubicBezTo>
                    <a:pt x="11034750" y="381032"/>
                    <a:pt x="11070168" y="386324"/>
                    <a:pt x="11107647" y="373405"/>
                  </a:cubicBezTo>
                  <a:cubicBezTo>
                    <a:pt x="11165372" y="353347"/>
                    <a:pt x="11236837" y="366060"/>
                    <a:pt x="11302440" y="364156"/>
                  </a:cubicBezTo>
                  <a:cubicBezTo>
                    <a:pt x="11319394" y="363708"/>
                    <a:pt x="11336655" y="364422"/>
                    <a:pt x="11353613" y="363785"/>
                  </a:cubicBezTo>
                  <a:cubicBezTo>
                    <a:pt x="11384961" y="362566"/>
                    <a:pt x="11415955" y="360947"/>
                    <a:pt x="11447323" y="359346"/>
                  </a:cubicBezTo>
                  <a:cubicBezTo>
                    <a:pt x="11452855" y="359066"/>
                    <a:pt x="11459104" y="359200"/>
                    <a:pt x="11464292" y="358519"/>
                  </a:cubicBezTo>
                  <a:cubicBezTo>
                    <a:pt x="11512058" y="353010"/>
                    <a:pt x="11559143" y="346321"/>
                    <a:pt x="11607560" y="342370"/>
                  </a:cubicBezTo>
                  <a:cubicBezTo>
                    <a:pt x="11631218" y="340368"/>
                    <a:pt x="11657295" y="341352"/>
                    <a:pt x="11681426" y="344335"/>
                  </a:cubicBezTo>
                  <a:cubicBezTo>
                    <a:pt x="11751997" y="352993"/>
                    <a:pt x="11821986" y="358760"/>
                    <a:pt x="11893565" y="355261"/>
                  </a:cubicBezTo>
                  <a:cubicBezTo>
                    <a:pt x="11921973" y="353889"/>
                    <a:pt x="11953288" y="360300"/>
                    <a:pt x="11983290" y="363588"/>
                  </a:cubicBezTo>
                  <a:lnTo>
                    <a:pt x="12192000" y="388018"/>
                  </a:lnTo>
                  <a:lnTo>
                    <a:pt x="12192000" y="577115"/>
                  </a:lnTo>
                  <a:lnTo>
                    <a:pt x="12157329" y="588862"/>
                  </a:lnTo>
                  <a:cubicBezTo>
                    <a:pt x="12118393" y="608572"/>
                    <a:pt x="12109715" y="605637"/>
                    <a:pt x="12066948" y="586034"/>
                  </a:cubicBezTo>
                  <a:cubicBezTo>
                    <a:pt x="12016991" y="563193"/>
                    <a:pt x="11965119" y="541779"/>
                    <a:pt x="11911344" y="521599"/>
                  </a:cubicBezTo>
                  <a:cubicBezTo>
                    <a:pt x="11894383" y="515178"/>
                    <a:pt x="11869417" y="514060"/>
                    <a:pt x="11847823" y="511785"/>
                  </a:cubicBezTo>
                  <a:cubicBezTo>
                    <a:pt x="11811233" y="507768"/>
                    <a:pt x="11773630" y="501982"/>
                    <a:pt x="11737547" y="502380"/>
                  </a:cubicBezTo>
                  <a:cubicBezTo>
                    <a:pt x="11702930" y="502855"/>
                    <a:pt x="11668388" y="508866"/>
                    <a:pt x="11636052" y="514993"/>
                  </a:cubicBezTo>
                  <a:cubicBezTo>
                    <a:pt x="11545722" y="532199"/>
                    <a:pt x="11462455" y="555118"/>
                    <a:pt x="11394706" y="590867"/>
                  </a:cubicBezTo>
                  <a:cubicBezTo>
                    <a:pt x="11385999" y="595562"/>
                    <a:pt x="11369016" y="596581"/>
                    <a:pt x="11354978" y="597561"/>
                  </a:cubicBezTo>
                  <a:cubicBezTo>
                    <a:pt x="11332076" y="599224"/>
                    <a:pt x="11308448" y="600655"/>
                    <a:pt x="11285306" y="599825"/>
                  </a:cubicBezTo>
                  <a:cubicBezTo>
                    <a:pt x="11172906" y="595841"/>
                    <a:pt x="11083430" y="617861"/>
                    <a:pt x="11008528" y="656670"/>
                  </a:cubicBezTo>
                  <a:cubicBezTo>
                    <a:pt x="10986971" y="667750"/>
                    <a:pt x="10970753" y="668236"/>
                    <a:pt x="10948735" y="652964"/>
                  </a:cubicBezTo>
                  <a:cubicBezTo>
                    <a:pt x="10923173" y="635218"/>
                    <a:pt x="10885031" y="639705"/>
                    <a:pt x="10850698" y="641721"/>
                  </a:cubicBezTo>
                  <a:cubicBezTo>
                    <a:pt x="10815269" y="643680"/>
                    <a:pt x="10779458" y="645811"/>
                    <a:pt x="10744026" y="647769"/>
                  </a:cubicBezTo>
                  <a:cubicBezTo>
                    <a:pt x="10717832" y="649066"/>
                    <a:pt x="10692021" y="650003"/>
                    <a:pt x="10666160" y="651891"/>
                  </a:cubicBezTo>
                  <a:cubicBezTo>
                    <a:pt x="10585627" y="657783"/>
                    <a:pt x="10513854" y="650969"/>
                    <a:pt x="10450521" y="616552"/>
                  </a:cubicBezTo>
                  <a:cubicBezTo>
                    <a:pt x="10402221" y="590175"/>
                    <a:pt x="10339099" y="579806"/>
                    <a:pt x="10271192" y="583498"/>
                  </a:cubicBezTo>
                  <a:cubicBezTo>
                    <a:pt x="10262701" y="584006"/>
                    <a:pt x="10251859" y="587254"/>
                    <a:pt x="10246067" y="585423"/>
                  </a:cubicBezTo>
                  <a:cubicBezTo>
                    <a:pt x="10158786" y="558528"/>
                    <a:pt x="10086634" y="594049"/>
                    <a:pt x="10005027" y="592252"/>
                  </a:cubicBezTo>
                  <a:cubicBezTo>
                    <a:pt x="9969004" y="591507"/>
                    <a:pt x="9931565" y="603664"/>
                    <a:pt x="9898681" y="613195"/>
                  </a:cubicBezTo>
                  <a:cubicBezTo>
                    <a:pt x="9853463" y="626281"/>
                    <a:pt x="9813049" y="639042"/>
                    <a:pt x="9753225" y="629038"/>
                  </a:cubicBezTo>
                  <a:cubicBezTo>
                    <a:pt x="9693404" y="618845"/>
                    <a:pt x="9637675" y="628898"/>
                    <a:pt x="9591376" y="648601"/>
                  </a:cubicBezTo>
                  <a:cubicBezTo>
                    <a:pt x="9556001" y="663537"/>
                    <a:pt x="9518120" y="663077"/>
                    <a:pt x="9472860" y="655936"/>
                  </a:cubicBezTo>
                  <a:cubicBezTo>
                    <a:pt x="9416283" y="647056"/>
                    <a:pt x="9357217" y="643578"/>
                    <a:pt x="9299788" y="636945"/>
                  </a:cubicBezTo>
                  <a:cubicBezTo>
                    <a:pt x="9287347" y="635531"/>
                    <a:pt x="9271710" y="632039"/>
                    <a:pt x="9264605" y="627087"/>
                  </a:cubicBezTo>
                  <a:cubicBezTo>
                    <a:pt x="9177661" y="565680"/>
                    <a:pt x="9051076" y="558473"/>
                    <a:pt x="8926435" y="549269"/>
                  </a:cubicBezTo>
                  <a:cubicBezTo>
                    <a:pt x="8850925" y="543595"/>
                    <a:pt x="8774954" y="539613"/>
                    <a:pt x="8698934" y="536583"/>
                  </a:cubicBezTo>
                  <a:cubicBezTo>
                    <a:pt x="8673232" y="535428"/>
                    <a:pt x="8645916" y="537050"/>
                    <a:pt x="8622862" y="541563"/>
                  </a:cubicBezTo>
                  <a:cubicBezTo>
                    <a:pt x="8574890" y="551069"/>
                    <a:pt x="8530403" y="564380"/>
                    <a:pt x="8482784" y="574094"/>
                  </a:cubicBezTo>
                  <a:cubicBezTo>
                    <a:pt x="8464923" y="577929"/>
                    <a:pt x="8442157" y="576927"/>
                    <a:pt x="8421565" y="576610"/>
                  </a:cubicBezTo>
                  <a:cubicBezTo>
                    <a:pt x="8385152" y="576229"/>
                    <a:pt x="8345023" y="569546"/>
                    <a:pt x="8313469" y="574762"/>
                  </a:cubicBezTo>
                  <a:cubicBezTo>
                    <a:pt x="8231431" y="588203"/>
                    <a:pt x="8155671" y="580227"/>
                    <a:pt x="8079520" y="558685"/>
                  </a:cubicBezTo>
                  <a:cubicBezTo>
                    <a:pt x="7972906" y="528487"/>
                    <a:pt x="7870782" y="525043"/>
                    <a:pt x="7773327" y="558854"/>
                  </a:cubicBezTo>
                  <a:cubicBezTo>
                    <a:pt x="7729470" y="574107"/>
                    <a:pt x="7688069" y="563543"/>
                    <a:pt x="7652477" y="547561"/>
                  </a:cubicBezTo>
                  <a:cubicBezTo>
                    <a:pt x="7611494" y="529005"/>
                    <a:pt x="7570974" y="522685"/>
                    <a:pt x="7522274" y="532150"/>
                  </a:cubicBezTo>
                  <a:cubicBezTo>
                    <a:pt x="7511488" y="534257"/>
                    <a:pt x="7496511" y="532136"/>
                    <a:pt x="7484080" y="530532"/>
                  </a:cubicBezTo>
                  <a:cubicBezTo>
                    <a:pt x="7413133" y="522044"/>
                    <a:pt x="7341987" y="510303"/>
                    <a:pt x="7282277" y="540177"/>
                  </a:cubicBezTo>
                  <a:cubicBezTo>
                    <a:pt x="7270558" y="546051"/>
                    <a:pt x="7251336" y="547713"/>
                    <a:pt x="7235690" y="551282"/>
                  </a:cubicBezTo>
                  <a:cubicBezTo>
                    <a:pt x="7170161" y="565782"/>
                    <a:pt x="7172820" y="564203"/>
                    <a:pt x="7116339" y="539494"/>
                  </a:cubicBezTo>
                  <a:cubicBezTo>
                    <a:pt x="7086841" y="526502"/>
                    <a:pt x="7045980" y="512724"/>
                    <a:pt x="7011067" y="511848"/>
                  </a:cubicBezTo>
                  <a:cubicBezTo>
                    <a:pt x="6800473" y="506533"/>
                    <a:pt x="6601893" y="468653"/>
                    <a:pt x="6403234" y="432296"/>
                  </a:cubicBezTo>
                  <a:cubicBezTo>
                    <a:pt x="6280760" y="409851"/>
                    <a:pt x="6160432" y="402592"/>
                    <a:pt x="6036273" y="412301"/>
                  </a:cubicBezTo>
                  <a:cubicBezTo>
                    <a:pt x="5946471" y="419425"/>
                    <a:pt x="5863077" y="395593"/>
                    <a:pt x="5780467" y="377910"/>
                  </a:cubicBezTo>
                  <a:cubicBezTo>
                    <a:pt x="5763357" y="374343"/>
                    <a:pt x="5747757" y="363033"/>
                    <a:pt x="5739051" y="353609"/>
                  </a:cubicBezTo>
                  <a:cubicBezTo>
                    <a:pt x="5707675" y="320294"/>
                    <a:pt x="5653252" y="312483"/>
                    <a:pt x="5583566" y="321995"/>
                  </a:cubicBezTo>
                  <a:cubicBezTo>
                    <a:pt x="5528347" y="329404"/>
                    <a:pt x="5477716" y="340486"/>
                    <a:pt x="5432030" y="362512"/>
                  </a:cubicBezTo>
                  <a:cubicBezTo>
                    <a:pt x="5378421" y="388318"/>
                    <a:pt x="5322767" y="418026"/>
                    <a:pt x="5241398" y="425781"/>
                  </a:cubicBezTo>
                  <a:cubicBezTo>
                    <a:pt x="5206262" y="429089"/>
                    <a:pt x="5176131" y="428273"/>
                    <a:pt x="5139710" y="421022"/>
                  </a:cubicBezTo>
                  <a:cubicBezTo>
                    <a:pt x="5069048" y="407018"/>
                    <a:pt x="4997864" y="396037"/>
                    <a:pt x="4929402" y="424310"/>
                  </a:cubicBezTo>
                  <a:cubicBezTo>
                    <a:pt x="4891785" y="439890"/>
                    <a:pt x="4841650" y="448519"/>
                    <a:pt x="4782793" y="441046"/>
                  </a:cubicBezTo>
                  <a:cubicBezTo>
                    <a:pt x="4709316" y="431663"/>
                    <a:pt x="4641426" y="442031"/>
                    <a:pt x="4577594" y="459290"/>
                  </a:cubicBezTo>
                  <a:cubicBezTo>
                    <a:pt x="4554816" y="465538"/>
                    <a:pt x="4527069" y="468279"/>
                    <a:pt x="4500826" y="470529"/>
                  </a:cubicBezTo>
                  <a:cubicBezTo>
                    <a:pt x="4440199" y="475746"/>
                    <a:pt x="4379252" y="479993"/>
                    <a:pt x="4317973" y="483649"/>
                  </a:cubicBezTo>
                  <a:cubicBezTo>
                    <a:pt x="4267762" y="486741"/>
                    <a:pt x="4217264" y="488292"/>
                    <a:pt x="4166722" y="490602"/>
                  </a:cubicBezTo>
                  <a:cubicBezTo>
                    <a:pt x="4111394" y="493045"/>
                    <a:pt x="4067073" y="503124"/>
                    <a:pt x="4042814" y="530660"/>
                  </a:cubicBezTo>
                  <a:cubicBezTo>
                    <a:pt x="4034996" y="539407"/>
                    <a:pt x="4017001" y="545715"/>
                    <a:pt x="4002653" y="552594"/>
                  </a:cubicBezTo>
                  <a:cubicBezTo>
                    <a:pt x="3992459" y="557592"/>
                    <a:pt x="3979023" y="561086"/>
                    <a:pt x="3969549" y="566312"/>
                  </a:cubicBezTo>
                  <a:cubicBezTo>
                    <a:pt x="3919896" y="593854"/>
                    <a:pt x="3870968" y="621622"/>
                    <a:pt x="3821685" y="649183"/>
                  </a:cubicBezTo>
                  <a:cubicBezTo>
                    <a:pt x="3816761" y="651788"/>
                    <a:pt x="3811445" y="654943"/>
                    <a:pt x="3805138" y="655947"/>
                  </a:cubicBezTo>
                  <a:cubicBezTo>
                    <a:pt x="3739817" y="666451"/>
                    <a:pt x="3673801" y="676154"/>
                    <a:pt x="3609177" y="687459"/>
                  </a:cubicBezTo>
                  <a:cubicBezTo>
                    <a:pt x="3584288" y="691878"/>
                    <a:pt x="3558597" y="697589"/>
                    <a:pt x="3539727" y="706521"/>
                  </a:cubicBezTo>
                  <a:cubicBezTo>
                    <a:pt x="3496714" y="726780"/>
                    <a:pt x="3457268" y="749132"/>
                    <a:pt x="3396572" y="755681"/>
                  </a:cubicBezTo>
                  <a:cubicBezTo>
                    <a:pt x="3378807" y="757611"/>
                    <a:pt x="3357809" y="758036"/>
                    <a:pt x="3341054" y="754679"/>
                  </a:cubicBezTo>
                  <a:cubicBezTo>
                    <a:pt x="3272962" y="740809"/>
                    <a:pt x="3206471" y="724541"/>
                    <a:pt x="3138775" y="710120"/>
                  </a:cubicBezTo>
                  <a:cubicBezTo>
                    <a:pt x="3095820" y="701191"/>
                    <a:pt x="3056969" y="691141"/>
                    <a:pt x="3037283" y="666453"/>
                  </a:cubicBezTo>
                  <a:cubicBezTo>
                    <a:pt x="3031764" y="659487"/>
                    <a:pt x="3015626" y="651391"/>
                    <a:pt x="3002117" y="649347"/>
                  </a:cubicBezTo>
                  <a:cubicBezTo>
                    <a:pt x="2915220" y="636209"/>
                    <a:pt x="2829194" y="627503"/>
                    <a:pt x="2747294" y="652400"/>
                  </a:cubicBezTo>
                  <a:cubicBezTo>
                    <a:pt x="2730084" y="657794"/>
                    <a:pt x="2698519" y="656140"/>
                    <a:pt x="2676273" y="652304"/>
                  </a:cubicBezTo>
                  <a:cubicBezTo>
                    <a:pt x="2590546" y="637890"/>
                    <a:pt x="2508883" y="630176"/>
                    <a:pt x="2432360" y="657836"/>
                  </a:cubicBezTo>
                  <a:cubicBezTo>
                    <a:pt x="2423352" y="661179"/>
                    <a:pt x="2395274" y="656272"/>
                    <a:pt x="2382311" y="650824"/>
                  </a:cubicBezTo>
                  <a:cubicBezTo>
                    <a:pt x="2257393" y="597728"/>
                    <a:pt x="2187724" y="592930"/>
                    <a:pt x="2055134" y="630053"/>
                  </a:cubicBezTo>
                  <a:cubicBezTo>
                    <a:pt x="2046542" y="632464"/>
                    <a:pt x="2035364" y="635121"/>
                    <a:pt x="2031829" y="639324"/>
                  </a:cubicBezTo>
                  <a:cubicBezTo>
                    <a:pt x="2007977" y="666120"/>
                    <a:pt x="1960229" y="664380"/>
                    <a:pt x="1912764" y="664183"/>
                  </a:cubicBezTo>
                  <a:cubicBezTo>
                    <a:pt x="1860521" y="663924"/>
                    <a:pt x="1808236" y="664426"/>
                    <a:pt x="1755637" y="663960"/>
                  </a:cubicBezTo>
                  <a:cubicBezTo>
                    <a:pt x="1746439" y="663859"/>
                    <a:pt x="1736243" y="661799"/>
                    <a:pt x="1727159" y="659605"/>
                  </a:cubicBezTo>
                  <a:cubicBezTo>
                    <a:pt x="1692256" y="651480"/>
                    <a:pt x="1658604" y="640559"/>
                    <a:pt x="1622470" y="634850"/>
                  </a:cubicBezTo>
                  <a:cubicBezTo>
                    <a:pt x="1544362" y="622552"/>
                    <a:pt x="1469248" y="602210"/>
                    <a:pt x="1385955" y="604522"/>
                  </a:cubicBezTo>
                  <a:cubicBezTo>
                    <a:pt x="1371585" y="604913"/>
                    <a:pt x="1355357" y="598530"/>
                    <a:pt x="1340055" y="595629"/>
                  </a:cubicBezTo>
                  <a:cubicBezTo>
                    <a:pt x="1312351" y="590552"/>
                    <a:pt x="1285460" y="583993"/>
                    <a:pt x="1257271" y="581180"/>
                  </a:cubicBezTo>
                  <a:cubicBezTo>
                    <a:pt x="1182583" y="573830"/>
                    <a:pt x="1107142" y="566824"/>
                    <a:pt x="1031914" y="562692"/>
                  </a:cubicBezTo>
                  <a:cubicBezTo>
                    <a:pt x="995593" y="560597"/>
                    <a:pt x="958880" y="565923"/>
                    <a:pt x="922031" y="566853"/>
                  </a:cubicBezTo>
                  <a:cubicBezTo>
                    <a:pt x="905446" y="567320"/>
                    <a:pt x="878533" y="568199"/>
                    <a:pt x="873250" y="563724"/>
                  </a:cubicBezTo>
                  <a:cubicBezTo>
                    <a:pt x="832343" y="529722"/>
                    <a:pt x="772202" y="532674"/>
                    <a:pt x="711627" y="529880"/>
                  </a:cubicBezTo>
                  <a:cubicBezTo>
                    <a:pt x="577999" y="523641"/>
                    <a:pt x="447408" y="543696"/>
                    <a:pt x="311112" y="525106"/>
                  </a:cubicBezTo>
                  <a:cubicBezTo>
                    <a:pt x="271645" y="519795"/>
                    <a:pt x="226936" y="530235"/>
                    <a:pt x="184145" y="532188"/>
                  </a:cubicBezTo>
                  <a:cubicBezTo>
                    <a:pt x="162015" y="533128"/>
                    <a:pt x="137665" y="534333"/>
                    <a:pt x="116886" y="530572"/>
                  </a:cubicBezTo>
                  <a:cubicBezTo>
                    <a:pt x="84810" y="524693"/>
                    <a:pt x="54011" y="515448"/>
                    <a:pt x="23941" y="506433"/>
                  </a:cubicBezTo>
                  <a:lnTo>
                    <a:pt x="0" y="502149"/>
                  </a:lnTo>
                  <a:close/>
                </a:path>
              </a:pathLst>
            </a:custGeom>
            <a:blipFill>
              <a:blip r:embed="rId3">
                <a:alphaModFix amt="57000"/>
              </a:blip>
              <a:tile tx="0" ty="0" sx="100000" sy="100000" flip="none" algn="tl"/>
            </a:blip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3" name="Platshållare för innehåll 2">
            <a:extLst>
              <a:ext uri="{FF2B5EF4-FFF2-40B4-BE49-F238E27FC236}">
                <a16:creationId xmlns:a16="http://schemas.microsoft.com/office/drawing/2014/main" id="{E8B32CFF-5CB4-12F4-97FD-DDAC7E26568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21470" y="3113052"/>
            <a:ext cx="10801171" cy="3149635"/>
          </a:xfrm>
        </p:spPr>
        <p:txBody>
          <a:bodyPr vert="horz" lIns="91440" tIns="45720" rIns="91440" bIns="45720" rtlCol="0" anchor="t">
            <a:normAutofit/>
          </a:bodyPr>
          <a:lstStyle/>
          <a:p>
            <a:pPr marL="0" indent="0">
              <a:buNone/>
            </a:pPr>
            <a:r>
              <a:rPr lang="sv-SE" sz="4400" dirty="0">
                <a:solidFill>
                  <a:schemeClr val="tx1">
                    <a:alpha val="80000"/>
                  </a:schemeClr>
                </a:solidFill>
                <a:ea typeface="+mn-lt"/>
                <a:cs typeface="+mn-lt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https://forms.gle/JhoFXiMdxDzXB7iq5</a:t>
            </a:r>
            <a:endParaRPr lang="sv-SE" sz="4400">
              <a:solidFill>
                <a:schemeClr val="tx1">
                  <a:alpha val="80000"/>
                </a:schemeClr>
              </a:solidFill>
              <a:ea typeface="+mn-lt"/>
              <a:cs typeface="+mn-lt"/>
            </a:endParaRPr>
          </a:p>
          <a:p>
            <a:endParaRPr lang="sv-SE" sz="2400">
              <a:solidFill>
                <a:schemeClr val="tx1">
                  <a:alpha val="8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714241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>
</file>

<file path=ppt/theme/theme1.xml><?xml version="1.0" encoding="utf-8"?>
<a:theme xmlns:a="http://schemas.openxmlformats.org/drawingml/2006/main" name="Office-tema">
  <a:themeElements>
    <a:clrScheme name="Office Them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 Them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Office PowerPoint</Application>
  <PresentationFormat>Bredbild</PresentationFormat>
  <Paragraphs>0</Paragraphs>
  <Slides>45</Slides>
  <Notes>0</Notes>
  <HiddenSlides>0</HiddenSlides>
  <MMClips>0</MMClips>
  <ScaleCrop>false</ScaleCrop>
  <HeadingPairs>
    <vt:vector size="4" baseType="variant">
      <vt:variant>
        <vt:lpstr>Tema</vt:lpstr>
      </vt:variant>
      <vt:variant>
        <vt:i4>1</vt:i4>
      </vt:variant>
      <vt:variant>
        <vt:lpstr>Bildrubriker</vt:lpstr>
      </vt:variant>
      <vt:variant>
        <vt:i4>45</vt:i4>
      </vt:variant>
    </vt:vector>
  </HeadingPairs>
  <TitlesOfParts>
    <vt:vector size="46" baseType="lpstr">
      <vt:lpstr>Office-tema</vt:lpstr>
      <vt:lpstr>Ansible Playbooks &amp; Windows</vt:lpstr>
      <vt:lpstr>Ansible för Windows – Varför och Hur?</vt:lpstr>
      <vt:lpstr>PowerPoint-presentation</vt:lpstr>
      <vt:lpstr>Varför Ansible för Windows?</vt:lpstr>
      <vt:lpstr>Från Verkligheten – Ansible för Windows i Företag</vt:lpstr>
      <vt:lpstr>Windows-moduler – Ditt Verktygsbälte</vt:lpstr>
      <vt:lpstr>PowerPoint-presentation</vt:lpstr>
      <vt:lpstr>Förbereda Windows för Ansible (WinRM)</vt:lpstr>
      <vt:lpstr>Steg 2 – Installera pywinrm på kontrollnoden (WSL2)</vt:lpstr>
      <vt:lpstr>Steg 3 – Testa anslutning</vt:lpstr>
      <vt:lpstr>Förväntat resultat</vt:lpstr>
      <vt:lpstr>Inventory för Windows – Rätt Konfiguration</vt:lpstr>
      <vt:lpstr>Viktiga variabler</vt:lpstr>
      <vt:lpstr>Autentiseringsmetoder för Windows – Välj Rätt</vt:lpstr>
      <vt:lpstr>Exempel – NTLM (vanligast)</vt:lpstr>
      <vt:lpstr>HTTPS för WinRM – Produktionsrekommendation</vt:lpstr>
      <vt:lpstr>PowerPoint-presentation</vt:lpstr>
      <vt:lpstr>Steg 1 – Skapa HTTPS-listener på Windows</vt:lpstr>
      <vt:lpstr>Steg 2 – Konfigurera säkerhetsinställningar</vt:lpstr>
      <vt:lpstr>Steg 3 – Använd HTTPS i inventory</vt:lpstr>
      <vt:lpstr>PowerPoint-presentation</vt:lpstr>
      <vt:lpstr>win_feature – Installera Windows-funktioner</vt:lpstr>
      <vt:lpstr>PowerPoint-presentation</vt:lpstr>
      <vt:lpstr>Grundläggande användning</vt:lpstr>
      <vt:lpstr>Installera flera funktioner samtidigt</vt:lpstr>
      <vt:lpstr>Viktiga parametrar</vt:lpstr>
      <vt:lpstr>win_service – Hantera Windows-tjänster</vt:lpstr>
      <vt:lpstr>Grundläggande användning</vt:lpstr>
      <vt:lpstr>PowerPoint-presentation</vt:lpstr>
      <vt:lpstr>Jämförelse av tillstånd</vt:lpstr>
      <vt:lpstr>Handlers – Starta Om Efter Ändring</vt:lpstr>
      <vt:lpstr>Exempel – handler som startar om IIS</vt:lpstr>
      <vt:lpstr>Varför handlers?</vt:lpstr>
      <vt:lpstr>Workshop – Installera IIS med Ansible</vt:lpstr>
      <vt:lpstr>Steg 1 – Skapa inventory.ini</vt:lpstr>
      <vt:lpstr>Steg 2 – Skapa files/index.html</vt:lpstr>
      <vt:lpstr>PowerPoint-presentation</vt:lpstr>
      <vt:lpstr>Steg 3 – Skapa install_iis.yml</vt:lpstr>
      <vt:lpstr>PowerPoint-presentation</vt:lpstr>
      <vt:lpstr>Steg 4 – Kör playbook</vt:lpstr>
      <vt:lpstr>PowerPoint-presentation</vt:lpstr>
      <vt:lpstr>Steg 5 – Verifiera: Öppna http://win01 i webbläsaren</vt:lpstr>
      <vt:lpstr>PowerPoint-presentation</vt:lpstr>
      <vt:lpstr>Sammanfattning </vt:lpstr>
      <vt:lpstr>Quiz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395</cp:revision>
  <dcterms:created xsi:type="dcterms:W3CDTF">2026-08-15T12:53:57Z</dcterms:created>
  <dcterms:modified xsi:type="dcterms:W3CDTF">2026-08-15T14:41:10Z</dcterms:modified>
</cp:coreProperties>
</file>