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8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8E2DD9-FA8D-5B94-B41B-965820EA1FD7}" v="1056" dt="2026-08-05T11:10:06.3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6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seniy Buzyan (extern)" userId="S::arseniy.buzyan@edu.stockholm.se::f92a01cd-049f-4602-b292-09b82d2ea4e3" providerId="AD" clId="Web-{D08E2DD9-FA8D-5B94-B41B-965820EA1FD7}"/>
    <pc:docChg chg="addSld modSld">
      <pc:chgData name="Arseniy Buzyan (extern)" userId="S::arseniy.buzyan@edu.stockholm.se::f92a01cd-049f-4602-b292-09b82d2ea4e3" providerId="AD" clId="Web-{D08E2DD9-FA8D-5B94-B41B-965820EA1FD7}" dt="2026-08-05T11:09:06.837" v="1087" actId="1076"/>
      <pc:docMkLst>
        <pc:docMk/>
      </pc:docMkLst>
      <pc:sldChg chg="addSp modSp mod setBg">
        <pc:chgData name="Arseniy Buzyan (extern)" userId="S::arseniy.buzyan@edu.stockholm.se::f92a01cd-049f-4602-b292-09b82d2ea4e3" providerId="AD" clId="Web-{D08E2DD9-FA8D-5B94-B41B-965820EA1FD7}" dt="2026-08-05T10:06:09.272" v="5"/>
        <pc:sldMkLst>
          <pc:docMk/>
          <pc:sldMk cId="3194377694" sldId="256"/>
        </pc:sldMkLst>
        <pc:spChg chg="mod">
          <ac:chgData name="Arseniy Buzyan (extern)" userId="S::arseniy.buzyan@edu.stockholm.se::f92a01cd-049f-4602-b292-09b82d2ea4e3" providerId="AD" clId="Web-{D08E2DD9-FA8D-5B94-B41B-965820EA1FD7}" dt="2026-08-05T10:06:09.272" v="5"/>
          <ac:spMkLst>
            <pc:docMk/>
            <pc:sldMk cId="3194377694" sldId="256"/>
            <ac:spMk id="2" creationId="{00000000-0000-0000-0000-000000000000}"/>
          </ac:spMkLst>
        </pc:spChg>
        <pc:spChg chg="mod">
          <ac:chgData name="Arseniy Buzyan (extern)" userId="S::arseniy.buzyan@edu.stockholm.se::f92a01cd-049f-4602-b292-09b82d2ea4e3" providerId="AD" clId="Web-{D08E2DD9-FA8D-5B94-B41B-965820EA1FD7}" dt="2026-08-05T10:06:09.272" v="5"/>
          <ac:spMkLst>
            <pc:docMk/>
            <pc:sldMk cId="3194377694" sldId="256"/>
            <ac:spMk id="3" creationId="{00000000-0000-0000-0000-000000000000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06:09.272" v="5"/>
          <ac:spMkLst>
            <pc:docMk/>
            <pc:sldMk cId="3194377694" sldId="256"/>
            <ac:spMk id="8" creationId="{0E30439A-8A5B-46EC-8283-9B6B031D40D0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06:09.272" v="5"/>
          <ac:spMkLst>
            <pc:docMk/>
            <pc:sldMk cId="3194377694" sldId="256"/>
            <ac:spMk id="10" creationId="{5CEAD642-85CF-4750-8432-7C80C901F001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06:09.272" v="5"/>
          <ac:spMkLst>
            <pc:docMk/>
            <pc:sldMk cId="3194377694" sldId="256"/>
            <ac:spMk id="12" creationId="{FA33EEAE-15D5-4119-8C1E-89D943F911EF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06:09.272" v="5"/>
          <ac:spMkLst>
            <pc:docMk/>
            <pc:sldMk cId="3194377694" sldId="256"/>
            <ac:spMk id="14" creationId="{730D8B3B-9B80-4025-B934-26DC7D7CD231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06:09.272" v="5"/>
          <ac:spMkLst>
            <pc:docMk/>
            <pc:sldMk cId="3194377694" sldId="256"/>
            <ac:spMk id="16" creationId="{B5A1B09C-1565-46F8-B70F-621C5EB48A09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06:09.272" v="5"/>
          <ac:spMkLst>
            <pc:docMk/>
            <pc:sldMk cId="3194377694" sldId="256"/>
            <ac:spMk id="18" creationId="{8C516CC8-80AC-446C-A56E-9F54B7210402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06:09.272" v="5"/>
          <ac:spMkLst>
            <pc:docMk/>
            <pc:sldMk cId="3194377694" sldId="256"/>
            <ac:spMk id="20" creationId="{53947E58-F088-49F1-A3D1-DEA690192E84}"/>
          </ac:spMkLst>
        </pc:spChg>
      </pc:sldChg>
      <pc:sldChg chg="addSp delSp modSp new mod setBg">
        <pc:chgData name="Arseniy Buzyan (extern)" userId="S::arseniy.buzyan@edu.stockholm.se::f92a01cd-049f-4602-b292-09b82d2ea4e3" providerId="AD" clId="Web-{D08E2DD9-FA8D-5B94-B41B-965820EA1FD7}" dt="2026-08-05T10:08:06.820" v="34" actId="14100"/>
        <pc:sldMkLst>
          <pc:docMk/>
          <pc:sldMk cId="2149559787" sldId="257"/>
        </pc:sldMkLst>
        <pc:spChg chg="mod">
          <ac:chgData name="Arseniy Buzyan (extern)" userId="S::arseniy.buzyan@edu.stockholm.se::f92a01cd-049f-4602-b292-09b82d2ea4e3" providerId="AD" clId="Web-{D08E2DD9-FA8D-5B94-B41B-965820EA1FD7}" dt="2026-08-05T10:08:06.820" v="34" actId="14100"/>
          <ac:spMkLst>
            <pc:docMk/>
            <pc:sldMk cId="2149559787" sldId="257"/>
            <ac:spMk id="2" creationId="{680F8FE2-DB80-F126-1EA8-D9765928DF96}"/>
          </ac:spMkLst>
        </pc:spChg>
        <pc:spChg chg="mod">
          <ac:chgData name="Arseniy Buzyan (extern)" userId="S::arseniy.buzyan@edu.stockholm.se::f92a01cd-049f-4602-b292-09b82d2ea4e3" providerId="AD" clId="Web-{D08E2DD9-FA8D-5B94-B41B-965820EA1FD7}" dt="2026-08-05T10:07:58.257" v="28" actId="14100"/>
          <ac:spMkLst>
            <pc:docMk/>
            <pc:sldMk cId="2149559787" sldId="257"/>
            <ac:spMk id="3" creationId="{E8760C48-C892-2F44-3BED-0CC436980E87}"/>
          </ac:spMkLst>
        </pc:spChg>
        <pc:spChg chg="add del">
          <ac:chgData name="Arseniy Buzyan (extern)" userId="S::arseniy.buzyan@edu.stockholm.se::f92a01cd-049f-4602-b292-09b82d2ea4e3" providerId="AD" clId="Web-{D08E2DD9-FA8D-5B94-B41B-965820EA1FD7}" dt="2026-08-05T10:07:08.647" v="17"/>
          <ac:spMkLst>
            <pc:docMk/>
            <pc:sldMk cId="2149559787" sldId="257"/>
            <ac:spMk id="9" creationId="{058A14AF-9FB5-4CC7-BA35-E8E85D3EDF0E}"/>
          </ac:spMkLst>
        </pc:spChg>
        <pc:spChg chg="add del">
          <ac:chgData name="Arseniy Buzyan (extern)" userId="S::arseniy.buzyan@edu.stockholm.se::f92a01cd-049f-4602-b292-09b82d2ea4e3" providerId="AD" clId="Web-{D08E2DD9-FA8D-5B94-B41B-965820EA1FD7}" dt="2026-08-05T10:07:08.647" v="17"/>
          <ac:spMkLst>
            <pc:docMk/>
            <pc:sldMk cId="2149559787" sldId="257"/>
            <ac:spMk id="11" creationId="{3A9A4357-BD1D-4622-A4FE-766E6AB8DE84}"/>
          </ac:spMkLst>
        </pc:spChg>
        <pc:spChg chg="add del">
          <ac:chgData name="Arseniy Buzyan (extern)" userId="S::arseniy.buzyan@edu.stockholm.se::f92a01cd-049f-4602-b292-09b82d2ea4e3" providerId="AD" clId="Web-{D08E2DD9-FA8D-5B94-B41B-965820EA1FD7}" dt="2026-08-05T10:07:08.647" v="17"/>
          <ac:spMkLst>
            <pc:docMk/>
            <pc:sldMk cId="2149559787" sldId="257"/>
            <ac:spMk id="13" creationId="{E659831F-0D9A-4C63-9EBB-8435B85A440F}"/>
          </ac:spMkLst>
        </pc:spChg>
        <pc:spChg chg="add del">
          <ac:chgData name="Arseniy Buzyan (extern)" userId="S::arseniy.buzyan@edu.stockholm.se::f92a01cd-049f-4602-b292-09b82d2ea4e3" providerId="AD" clId="Web-{D08E2DD9-FA8D-5B94-B41B-965820EA1FD7}" dt="2026-08-05T10:07:08.647" v="17"/>
          <ac:spMkLst>
            <pc:docMk/>
            <pc:sldMk cId="2149559787" sldId="257"/>
            <ac:spMk id="15" creationId="{E6995CE5-F890-4ABA-82A2-26507CE8D2A3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07:08.647" v="18"/>
          <ac:spMkLst>
            <pc:docMk/>
            <pc:sldMk cId="2149559787" sldId="257"/>
            <ac:spMk id="17" creationId="{2550BE34-C2B8-49B8-8519-67A8CAD51AE9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07:08.647" v="18"/>
          <ac:spMkLst>
            <pc:docMk/>
            <pc:sldMk cId="2149559787" sldId="257"/>
            <ac:spMk id="18" creationId="{A7457DD9-5A45-400A-AB4B-4B4EDECA25F1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07:08.647" v="18"/>
          <ac:spMkLst>
            <pc:docMk/>
            <pc:sldMk cId="2149559787" sldId="257"/>
            <ac:spMk id="19" creationId="{441CF7D6-A660-431A-B0BB-140A0D5556B6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07:08.647" v="18"/>
          <ac:spMkLst>
            <pc:docMk/>
            <pc:sldMk cId="2149559787" sldId="257"/>
            <ac:spMk id="20" creationId="{0570A85B-3810-4F95-97B0-CBF4CCDB381C}"/>
          </ac:spMkLst>
        </pc:spChg>
        <pc:picChg chg="add mod">
          <ac:chgData name="Arseniy Buzyan (extern)" userId="S::arseniy.buzyan@edu.stockholm.se::f92a01cd-049f-4602-b292-09b82d2ea4e3" providerId="AD" clId="Web-{D08E2DD9-FA8D-5B94-B41B-965820EA1FD7}" dt="2026-08-05T10:07:42.507" v="22" actId="1076"/>
          <ac:picMkLst>
            <pc:docMk/>
            <pc:sldMk cId="2149559787" sldId="257"/>
            <ac:picMk id="4" creationId="{8B27A4F1-5C45-950F-4E21-6BEDDEE74CE1}"/>
          </ac:picMkLst>
        </pc:picChg>
      </pc:sldChg>
      <pc:sldChg chg="addSp delSp modSp new mod setBg setClrOvrMap">
        <pc:chgData name="Arseniy Buzyan (extern)" userId="S::arseniy.buzyan@edu.stockholm.se::f92a01cd-049f-4602-b292-09b82d2ea4e3" providerId="AD" clId="Web-{D08E2DD9-FA8D-5B94-B41B-965820EA1FD7}" dt="2026-08-05T10:10:11.539" v="54" actId="14100"/>
        <pc:sldMkLst>
          <pc:docMk/>
          <pc:sldMk cId="1710095772" sldId="258"/>
        </pc:sldMkLst>
        <pc:spChg chg="mod">
          <ac:chgData name="Arseniy Buzyan (extern)" userId="S::arseniy.buzyan@edu.stockholm.se::f92a01cd-049f-4602-b292-09b82d2ea4e3" providerId="AD" clId="Web-{D08E2DD9-FA8D-5B94-B41B-965820EA1FD7}" dt="2026-08-05T10:10:01.320" v="52"/>
          <ac:spMkLst>
            <pc:docMk/>
            <pc:sldMk cId="1710095772" sldId="258"/>
            <ac:spMk id="2" creationId="{2A96469B-A721-10AA-A954-EFE1730FE312}"/>
          </ac:spMkLst>
        </pc:spChg>
        <pc:spChg chg="del mod">
          <ac:chgData name="Arseniy Buzyan (extern)" userId="S::arseniy.buzyan@edu.stockholm.se::f92a01cd-049f-4602-b292-09b82d2ea4e3" providerId="AD" clId="Web-{D08E2DD9-FA8D-5B94-B41B-965820EA1FD7}" dt="2026-08-05T10:09:23.164" v="45"/>
          <ac:spMkLst>
            <pc:docMk/>
            <pc:sldMk cId="1710095772" sldId="258"/>
            <ac:spMk id="3" creationId="{4463B918-AD49-5E5E-AC83-690E0B847763}"/>
          </ac:spMkLst>
        </pc:spChg>
        <pc:spChg chg="add del">
          <ac:chgData name="Arseniy Buzyan (extern)" userId="S::arseniy.buzyan@edu.stockholm.se::f92a01cd-049f-4602-b292-09b82d2ea4e3" providerId="AD" clId="Web-{D08E2DD9-FA8D-5B94-B41B-965820EA1FD7}" dt="2026-08-05T10:10:01.320" v="52"/>
          <ac:spMkLst>
            <pc:docMk/>
            <pc:sldMk cId="1710095772" sldId="258"/>
            <ac:spMk id="9" creationId="{738F59A4-4431-460D-8E49-6E65C189A566}"/>
          </ac:spMkLst>
        </pc:spChg>
        <pc:spChg chg="add del">
          <ac:chgData name="Arseniy Buzyan (extern)" userId="S::arseniy.buzyan@edu.stockholm.se::f92a01cd-049f-4602-b292-09b82d2ea4e3" providerId="AD" clId="Web-{D08E2DD9-FA8D-5B94-B41B-965820EA1FD7}" dt="2026-08-05T10:09:52.195" v="49"/>
          <ac:spMkLst>
            <pc:docMk/>
            <pc:sldMk cId="1710095772" sldId="258"/>
            <ac:spMk id="18" creationId="{DCC231C8-C761-4B31-9B1C-C6D19248C6B3}"/>
          </ac:spMkLst>
        </pc:spChg>
        <pc:spChg chg="add del">
          <ac:chgData name="Arseniy Buzyan (extern)" userId="S::arseniy.buzyan@edu.stockholm.se::f92a01cd-049f-4602-b292-09b82d2ea4e3" providerId="AD" clId="Web-{D08E2DD9-FA8D-5B94-B41B-965820EA1FD7}" dt="2026-08-05T10:09:49.117" v="47"/>
          <ac:spMkLst>
            <pc:docMk/>
            <pc:sldMk cId="1710095772" sldId="258"/>
            <ac:spMk id="19" creationId="{9228552E-C8B1-4A80-8448-0787CE0FC704}"/>
          </ac:spMkLst>
        </pc:spChg>
        <pc:spChg chg="add del">
          <ac:chgData name="Arseniy Buzyan (extern)" userId="S::arseniy.buzyan@edu.stockholm.se::f92a01cd-049f-4602-b292-09b82d2ea4e3" providerId="AD" clId="Web-{D08E2DD9-FA8D-5B94-B41B-965820EA1FD7}" dt="2026-08-05T10:10:01.164" v="51"/>
          <ac:spMkLst>
            <pc:docMk/>
            <pc:sldMk cId="1710095772" sldId="258"/>
            <ac:spMk id="20" creationId="{D1D34770-47A8-402C-AF23-2B653F2D88C1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10:01.320" v="52"/>
          <ac:spMkLst>
            <pc:docMk/>
            <pc:sldMk cId="1710095772" sldId="258"/>
            <ac:spMk id="25" creationId="{1D63C574-BFD2-41A1-A567-B0C3CC7FDD4F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10:01.320" v="52"/>
          <ac:spMkLst>
            <pc:docMk/>
            <pc:sldMk cId="1710095772" sldId="258"/>
            <ac:spMk id="34" creationId="{E2A46BAB-8C31-42B2-90E8-B26DD3E81D37}"/>
          </ac:spMkLst>
        </pc:spChg>
        <pc:grpChg chg="add del">
          <ac:chgData name="Arseniy Buzyan (extern)" userId="S::arseniy.buzyan@edu.stockholm.se::f92a01cd-049f-4602-b292-09b82d2ea4e3" providerId="AD" clId="Web-{D08E2DD9-FA8D-5B94-B41B-965820EA1FD7}" dt="2026-08-05T10:10:01.320" v="52"/>
          <ac:grpSpMkLst>
            <pc:docMk/>
            <pc:sldMk cId="1710095772" sldId="258"/>
            <ac:grpSpMk id="11" creationId="{8A919B9C-5C01-47E4-B2F2-45F589208ABF}"/>
          </ac:grpSpMkLst>
        </pc:grpChg>
        <pc:grpChg chg="add">
          <ac:chgData name="Arseniy Buzyan (extern)" userId="S::arseniy.buzyan@edu.stockholm.se::f92a01cd-049f-4602-b292-09b82d2ea4e3" providerId="AD" clId="Web-{D08E2DD9-FA8D-5B94-B41B-965820EA1FD7}" dt="2026-08-05T10:10:01.320" v="52"/>
          <ac:grpSpMkLst>
            <pc:docMk/>
            <pc:sldMk cId="1710095772" sldId="258"/>
            <ac:grpSpMk id="22" creationId="{B3F7A3C7-0737-4E57-B30E-8EEFE638B401}"/>
          </ac:grpSpMkLst>
        </pc:grpChg>
        <pc:grpChg chg="add">
          <ac:chgData name="Arseniy Buzyan (extern)" userId="S::arseniy.buzyan@edu.stockholm.se::f92a01cd-049f-4602-b292-09b82d2ea4e3" providerId="AD" clId="Web-{D08E2DD9-FA8D-5B94-B41B-965820EA1FD7}" dt="2026-08-05T10:10:01.320" v="52"/>
          <ac:grpSpMkLst>
            <pc:docMk/>
            <pc:sldMk cId="1710095772" sldId="258"/>
            <ac:grpSpMk id="26" creationId="{43F5E015-E085-4624-B431-B42414448684}"/>
          </ac:grpSpMkLst>
        </pc:grpChg>
        <pc:graphicFrameChg chg="add mod modGraphic">
          <ac:chgData name="Arseniy Buzyan (extern)" userId="S::arseniy.buzyan@edu.stockholm.se::f92a01cd-049f-4602-b292-09b82d2ea4e3" providerId="AD" clId="Web-{D08E2DD9-FA8D-5B94-B41B-965820EA1FD7}" dt="2026-08-05T10:10:11.539" v="54" actId="14100"/>
          <ac:graphicFrameMkLst>
            <pc:docMk/>
            <pc:sldMk cId="1710095772" sldId="258"/>
            <ac:graphicFrameMk id="5" creationId="{F2284361-735F-F1E9-AF7F-DFC8EB6CFF16}"/>
          </ac:graphicFrameMkLst>
        </pc:graphicFrameChg>
        <pc:picChg chg="add del">
          <ac:chgData name="Arseniy Buzyan (extern)" userId="S::arseniy.buzyan@edu.stockholm.se::f92a01cd-049f-4602-b292-09b82d2ea4e3" providerId="AD" clId="Web-{D08E2DD9-FA8D-5B94-B41B-965820EA1FD7}" dt="2026-08-05T10:09:49.117" v="47"/>
          <ac:picMkLst>
            <pc:docMk/>
            <pc:sldMk cId="1710095772" sldId="258"/>
            <ac:picMk id="15" creationId="{DD6E9230-72A5-E55F-DA1E-6587629EBD0D}"/>
          </ac:picMkLst>
        </pc:picChg>
        <pc:picChg chg="add del">
          <ac:chgData name="Arseniy Buzyan (extern)" userId="S::arseniy.buzyan@edu.stockholm.se::f92a01cd-049f-4602-b292-09b82d2ea4e3" providerId="AD" clId="Web-{D08E2DD9-FA8D-5B94-B41B-965820EA1FD7}" dt="2026-08-05T10:10:01.164" v="51"/>
          <ac:picMkLst>
            <pc:docMk/>
            <pc:sldMk cId="1710095772" sldId="258"/>
            <ac:picMk id="21" creationId="{41624306-DF10-340A-D2D8-FC4186D65C6B}"/>
          </ac:picMkLst>
        </pc:picChg>
      </pc:sldChg>
      <pc:sldChg chg="addSp modSp add mod replId setBg">
        <pc:chgData name="Arseniy Buzyan (extern)" userId="S::arseniy.buzyan@edu.stockholm.se::f92a01cd-049f-4602-b292-09b82d2ea4e3" providerId="AD" clId="Web-{D08E2DD9-FA8D-5B94-B41B-965820EA1FD7}" dt="2026-08-05T10:59:22.727" v="1058" actId="1076"/>
        <pc:sldMkLst>
          <pc:docMk/>
          <pc:sldMk cId="392294179" sldId="259"/>
        </pc:sldMkLst>
        <pc:spChg chg="mod">
          <ac:chgData name="Arseniy Buzyan (extern)" userId="S::arseniy.buzyan@edu.stockholm.se::f92a01cd-049f-4602-b292-09b82d2ea4e3" providerId="AD" clId="Web-{D08E2DD9-FA8D-5B94-B41B-965820EA1FD7}" dt="2026-08-05T10:10:45.914" v="59"/>
          <ac:spMkLst>
            <pc:docMk/>
            <pc:sldMk cId="392294179" sldId="259"/>
            <ac:spMk id="2" creationId="{761C41F7-9D73-7947-1C30-C294C0591526}"/>
          </ac:spMkLst>
        </pc:spChg>
        <pc:spChg chg="mod">
          <ac:chgData name="Arseniy Buzyan (extern)" userId="S::arseniy.buzyan@edu.stockholm.se::f92a01cd-049f-4602-b292-09b82d2ea4e3" providerId="AD" clId="Web-{D08E2DD9-FA8D-5B94-B41B-965820EA1FD7}" dt="2026-08-05T10:10:45.914" v="59"/>
          <ac:spMkLst>
            <pc:docMk/>
            <pc:sldMk cId="392294179" sldId="259"/>
            <ac:spMk id="3" creationId="{B24944B8-6AC8-81D3-348E-DFCC066DB42A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10:45.914" v="59"/>
          <ac:spMkLst>
            <pc:docMk/>
            <pc:sldMk cId="392294179" sldId="259"/>
            <ac:spMk id="9" creationId="{F0A604E4-7307-451C-93BE-F1F7E1BF3BF8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10:45.914" v="59"/>
          <ac:spMkLst>
            <pc:docMk/>
            <pc:sldMk cId="392294179" sldId="259"/>
            <ac:spMk id="11" creationId="{F7F3A0AA-35E5-4085-942B-737839030604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10:45.914" v="59"/>
          <ac:spMkLst>
            <pc:docMk/>
            <pc:sldMk cId="392294179" sldId="259"/>
            <ac:spMk id="13" creationId="{402F5C38-C747-4173-ABBF-656E39E82130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10:45.914" v="59"/>
          <ac:spMkLst>
            <pc:docMk/>
            <pc:sldMk cId="392294179" sldId="259"/>
            <ac:spMk id="15" creationId="{E37EECFC-A684-4391-AE85-4CDAF5565F61}"/>
          </ac:spMkLst>
        </pc:spChg>
        <pc:picChg chg="add mod">
          <ac:chgData name="Arseniy Buzyan (extern)" userId="S::arseniy.buzyan@edu.stockholm.se::f92a01cd-049f-4602-b292-09b82d2ea4e3" providerId="AD" clId="Web-{D08E2DD9-FA8D-5B94-B41B-965820EA1FD7}" dt="2026-08-05T10:10:55.961" v="61" actId="14100"/>
          <ac:picMkLst>
            <pc:docMk/>
            <pc:sldMk cId="392294179" sldId="259"/>
            <ac:picMk id="4" creationId="{829145EF-9E8A-3425-0AC3-9E618E34023C}"/>
          </ac:picMkLst>
        </pc:picChg>
        <pc:picChg chg="add mod modCrop">
          <ac:chgData name="Arseniy Buzyan (extern)" userId="S::arseniy.buzyan@edu.stockholm.se::f92a01cd-049f-4602-b292-09b82d2ea4e3" providerId="AD" clId="Web-{D08E2DD9-FA8D-5B94-B41B-965820EA1FD7}" dt="2026-08-05T10:59:22.727" v="1058" actId="1076"/>
          <ac:picMkLst>
            <pc:docMk/>
            <pc:sldMk cId="392294179" sldId="259"/>
            <ac:picMk id="5" creationId="{29AC6853-936B-F5CB-ABAC-53B89CE2443E}"/>
          </ac:picMkLst>
        </pc:picChg>
      </pc:sldChg>
      <pc:sldChg chg="addSp modSp new mod setBg">
        <pc:chgData name="Arseniy Buzyan (extern)" userId="S::arseniy.buzyan@edu.stockholm.se::f92a01cd-049f-4602-b292-09b82d2ea4e3" providerId="AD" clId="Web-{D08E2DD9-FA8D-5B94-B41B-965820EA1FD7}" dt="2026-08-05T10:13:28.477" v="102" actId="20577"/>
        <pc:sldMkLst>
          <pc:docMk/>
          <pc:sldMk cId="2783873299" sldId="260"/>
        </pc:sldMkLst>
        <pc:spChg chg="mod">
          <ac:chgData name="Arseniy Buzyan (extern)" userId="S::arseniy.buzyan@edu.stockholm.se::f92a01cd-049f-4602-b292-09b82d2ea4e3" providerId="AD" clId="Web-{D08E2DD9-FA8D-5B94-B41B-965820EA1FD7}" dt="2026-08-05T10:12:27.851" v="73" actId="14100"/>
          <ac:spMkLst>
            <pc:docMk/>
            <pc:sldMk cId="2783873299" sldId="260"/>
            <ac:spMk id="2" creationId="{B3F5775B-A5F2-3D6E-37C9-7C18824B751F}"/>
          </ac:spMkLst>
        </pc:spChg>
        <pc:spChg chg="mod">
          <ac:chgData name="Arseniy Buzyan (extern)" userId="S::arseniy.buzyan@edu.stockholm.se::f92a01cd-049f-4602-b292-09b82d2ea4e3" providerId="AD" clId="Web-{D08E2DD9-FA8D-5B94-B41B-965820EA1FD7}" dt="2026-08-05T10:13:28.477" v="102" actId="20577"/>
          <ac:spMkLst>
            <pc:docMk/>
            <pc:sldMk cId="2783873299" sldId="260"/>
            <ac:spMk id="3" creationId="{08FE4562-EB22-42F4-E418-2986FC97DBC2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12:08.305" v="65"/>
          <ac:spMkLst>
            <pc:docMk/>
            <pc:sldMk cId="2783873299" sldId="260"/>
            <ac:spMk id="8" creationId="{907E470A-25F4-47D0-8FEC-EE9FD606BB34}"/>
          </ac:spMkLst>
        </pc:spChg>
        <pc:grpChg chg="add">
          <ac:chgData name="Arseniy Buzyan (extern)" userId="S::arseniy.buzyan@edu.stockholm.se::f92a01cd-049f-4602-b292-09b82d2ea4e3" providerId="AD" clId="Web-{D08E2DD9-FA8D-5B94-B41B-965820EA1FD7}" dt="2026-08-05T10:12:08.305" v="65"/>
          <ac:grpSpMkLst>
            <pc:docMk/>
            <pc:sldMk cId="2783873299" sldId="260"/>
            <ac:grpSpMk id="10" creationId="{66220E63-99E1-482A-A0A6-B47EB4BF8797}"/>
          </ac:grpSpMkLst>
        </pc:grpChg>
        <pc:grpChg chg="add">
          <ac:chgData name="Arseniy Buzyan (extern)" userId="S::arseniy.buzyan@edu.stockholm.se::f92a01cd-049f-4602-b292-09b82d2ea4e3" providerId="AD" clId="Web-{D08E2DD9-FA8D-5B94-B41B-965820EA1FD7}" dt="2026-08-05T10:12:08.305" v="65"/>
          <ac:grpSpMkLst>
            <pc:docMk/>
            <pc:sldMk cId="2783873299" sldId="260"/>
            <ac:grpSpMk id="14" creationId="{8618EE54-271A-4FE8-B6B3-D0FCF55A7A01}"/>
          </ac:grpSpMkLst>
        </pc:grpChg>
        <pc:grpChg chg="add">
          <ac:chgData name="Arseniy Buzyan (extern)" userId="S::arseniy.buzyan@edu.stockholm.se::f92a01cd-049f-4602-b292-09b82d2ea4e3" providerId="AD" clId="Web-{D08E2DD9-FA8D-5B94-B41B-965820EA1FD7}" dt="2026-08-05T10:12:08.305" v="65"/>
          <ac:grpSpMkLst>
            <pc:docMk/>
            <pc:sldMk cId="2783873299" sldId="260"/>
            <ac:grpSpMk id="18" creationId="{43F5E015-E085-4624-B431-B42414448684}"/>
          </ac:grpSpMkLst>
        </pc:grpChg>
      </pc:sldChg>
      <pc:sldChg chg="addSp modSp new mod setBg">
        <pc:chgData name="Arseniy Buzyan (extern)" userId="S::arseniy.buzyan@edu.stockholm.se::f92a01cd-049f-4602-b292-09b82d2ea4e3" providerId="AD" clId="Web-{D08E2DD9-FA8D-5B94-B41B-965820EA1FD7}" dt="2026-08-05T11:02:13.914" v="1064" actId="14100"/>
        <pc:sldMkLst>
          <pc:docMk/>
          <pc:sldMk cId="35727188" sldId="261"/>
        </pc:sldMkLst>
        <pc:spChg chg="mod">
          <ac:chgData name="Arseniy Buzyan (extern)" userId="S::arseniy.buzyan@edu.stockholm.se::f92a01cd-049f-4602-b292-09b82d2ea4e3" providerId="AD" clId="Web-{D08E2DD9-FA8D-5B94-B41B-965820EA1FD7}" dt="2026-08-05T10:14:10.695" v="109"/>
          <ac:spMkLst>
            <pc:docMk/>
            <pc:sldMk cId="35727188" sldId="261"/>
            <ac:spMk id="2" creationId="{667439CC-F886-5351-C45C-CF1500B62E71}"/>
          </ac:spMkLst>
        </pc:spChg>
        <pc:spChg chg="mod">
          <ac:chgData name="Arseniy Buzyan (extern)" userId="S::arseniy.buzyan@edu.stockholm.se::f92a01cd-049f-4602-b292-09b82d2ea4e3" providerId="AD" clId="Web-{D08E2DD9-FA8D-5B94-B41B-965820EA1FD7}" dt="2026-08-05T10:14:35.774" v="112" actId="20577"/>
          <ac:spMkLst>
            <pc:docMk/>
            <pc:sldMk cId="35727188" sldId="261"/>
            <ac:spMk id="3" creationId="{2D9CE3A8-FBCA-B46A-87F1-6F1A3B56D986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14:10.695" v="109"/>
          <ac:spMkLst>
            <pc:docMk/>
            <pc:sldMk cId="35727188" sldId="261"/>
            <ac:spMk id="9" creationId="{F0A604E4-7307-451C-93BE-F1F7E1BF3BF8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14:10.695" v="109"/>
          <ac:spMkLst>
            <pc:docMk/>
            <pc:sldMk cId="35727188" sldId="261"/>
            <ac:spMk id="11" creationId="{F7F3A0AA-35E5-4085-942B-737839030604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14:10.695" v="109"/>
          <ac:spMkLst>
            <pc:docMk/>
            <pc:sldMk cId="35727188" sldId="261"/>
            <ac:spMk id="13" creationId="{402F5C38-C747-4173-ABBF-656E39E82130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14:10.695" v="109"/>
          <ac:spMkLst>
            <pc:docMk/>
            <pc:sldMk cId="35727188" sldId="261"/>
            <ac:spMk id="15" creationId="{E37EECFC-A684-4391-AE85-4CDAF5565F61}"/>
          </ac:spMkLst>
        </pc:spChg>
        <pc:picChg chg="add mod">
          <ac:chgData name="Arseniy Buzyan (extern)" userId="S::arseniy.buzyan@edu.stockholm.se::f92a01cd-049f-4602-b292-09b82d2ea4e3" providerId="AD" clId="Web-{D08E2DD9-FA8D-5B94-B41B-965820EA1FD7}" dt="2026-08-05T10:14:53.274" v="115" actId="1076"/>
          <ac:picMkLst>
            <pc:docMk/>
            <pc:sldMk cId="35727188" sldId="261"/>
            <ac:picMk id="4" creationId="{44B22947-EE37-5A6A-F4A4-B3C7FA48DB5A}"/>
          </ac:picMkLst>
        </pc:picChg>
        <pc:picChg chg="add mod modCrop">
          <ac:chgData name="Arseniy Buzyan (extern)" userId="S::arseniy.buzyan@edu.stockholm.se::f92a01cd-049f-4602-b292-09b82d2ea4e3" providerId="AD" clId="Web-{D08E2DD9-FA8D-5B94-B41B-965820EA1FD7}" dt="2026-08-05T11:02:13.914" v="1064" actId="14100"/>
          <ac:picMkLst>
            <pc:docMk/>
            <pc:sldMk cId="35727188" sldId="261"/>
            <ac:picMk id="5" creationId="{869140AB-5611-77BC-327F-D844C963F278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D08E2DD9-FA8D-5B94-B41B-965820EA1FD7}" dt="2026-08-05T10:16:45.368" v="312" actId="20577"/>
        <pc:sldMkLst>
          <pc:docMk/>
          <pc:sldMk cId="1036287689" sldId="262"/>
        </pc:sldMkLst>
        <pc:spChg chg="mod">
          <ac:chgData name="Arseniy Buzyan (extern)" userId="S::arseniy.buzyan@edu.stockholm.se::f92a01cd-049f-4602-b292-09b82d2ea4e3" providerId="AD" clId="Web-{D08E2DD9-FA8D-5B94-B41B-965820EA1FD7}" dt="2026-08-05T10:15:38.664" v="121"/>
          <ac:spMkLst>
            <pc:docMk/>
            <pc:sldMk cId="1036287689" sldId="262"/>
            <ac:spMk id="2" creationId="{418809CA-0FAF-346C-048B-1AD3A06DD4E3}"/>
          </ac:spMkLst>
        </pc:spChg>
        <pc:spChg chg="mod">
          <ac:chgData name="Arseniy Buzyan (extern)" userId="S::arseniy.buzyan@edu.stockholm.se::f92a01cd-049f-4602-b292-09b82d2ea4e3" providerId="AD" clId="Web-{D08E2DD9-FA8D-5B94-B41B-965820EA1FD7}" dt="2026-08-05T10:16:45.368" v="312" actId="20577"/>
          <ac:spMkLst>
            <pc:docMk/>
            <pc:sldMk cId="1036287689" sldId="262"/>
            <ac:spMk id="3" creationId="{D4DB90B4-5C63-1E60-C927-4FCD69C0B3AC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15:38.664" v="121"/>
          <ac:spMkLst>
            <pc:docMk/>
            <pc:sldMk cId="1036287689" sldId="262"/>
            <ac:spMk id="10" creationId="{F0A604E4-7307-451C-93BE-F1F7E1BF3BF8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15:38.664" v="121"/>
          <ac:spMkLst>
            <pc:docMk/>
            <pc:sldMk cId="1036287689" sldId="262"/>
            <ac:spMk id="12" creationId="{F7F3A0AA-35E5-4085-942B-737839030604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15:38.664" v="121"/>
          <ac:spMkLst>
            <pc:docMk/>
            <pc:sldMk cId="1036287689" sldId="262"/>
            <ac:spMk id="14" creationId="{402F5C38-C747-4173-ABBF-656E39E82130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15:38.664" v="121"/>
          <ac:spMkLst>
            <pc:docMk/>
            <pc:sldMk cId="1036287689" sldId="262"/>
            <ac:spMk id="16" creationId="{E37EECFC-A684-4391-AE85-4CDAF5565F61}"/>
          </ac:spMkLst>
        </pc:spChg>
        <pc:graphicFrameChg chg="add mod modGraphic">
          <ac:chgData name="Arseniy Buzyan (extern)" userId="S::arseniy.buzyan@edu.stockholm.se::f92a01cd-049f-4602-b292-09b82d2ea4e3" providerId="AD" clId="Web-{D08E2DD9-FA8D-5B94-B41B-965820EA1FD7}" dt="2026-08-05T10:16:26.461" v="304"/>
          <ac:graphicFrameMkLst>
            <pc:docMk/>
            <pc:sldMk cId="1036287689" sldId="262"/>
            <ac:graphicFrameMk id="5" creationId="{8FF5C081-CE26-C7E4-3B14-55CD229BEC96}"/>
          </ac:graphicFrameMkLst>
        </pc:graphicFrameChg>
        <pc:picChg chg="add del">
          <ac:chgData name="Arseniy Buzyan (extern)" userId="S::arseniy.buzyan@edu.stockholm.se::f92a01cd-049f-4602-b292-09b82d2ea4e3" providerId="AD" clId="Web-{D08E2DD9-FA8D-5B94-B41B-965820EA1FD7}" dt="2026-08-05T10:15:42.227" v="122"/>
          <ac:picMkLst>
            <pc:docMk/>
            <pc:sldMk cId="1036287689" sldId="262"/>
            <ac:picMk id="7" creationId="{B3EBE650-BFC5-DABE-243D-BB6A6A1DB1B7}"/>
          </ac:picMkLst>
        </pc:picChg>
      </pc:sldChg>
      <pc:sldChg chg="addSp modSp new mod setBg">
        <pc:chgData name="Arseniy Buzyan (extern)" userId="S::arseniy.buzyan@edu.stockholm.se::f92a01cd-049f-4602-b292-09b82d2ea4e3" providerId="AD" clId="Web-{D08E2DD9-FA8D-5B94-B41B-965820EA1FD7}" dt="2026-08-05T10:18:26.212" v="337" actId="14100"/>
        <pc:sldMkLst>
          <pc:docMk/>
          <pc:sldMk cId="1454849795" sldId="263"/>
        </pc:sldMkLst>
        <pc:spChg chg="mod">
          <ac:chgData name="Arseniy Buzyan (extern)" userId="S::arseniy.buzyan@edu.stockholm.se::f92a01cd-049f-4602-b292-09b82d2ea4e3" providerId="AD" clId="Web-{D08E2DD9-FA8D-5B94-B41B-965820EA1FD7}" dt="2026-08-05T10:17:11.243" v="318"/>
          <ac:spMkLst>
            <pc:docMk/>
            <pc:sldMk cId="1454849795" sldId="263"/>
            <ac:spMk id="2" creationId="{B8D1452C-F831-FCFC-F70D-E986D7FF9BA6}"/>
          </ac:spMkLst>
        </pc:spChg>
        <pc:spChg chg="mod">
          <ac:chgData name="Arseniy Buzyan (extern)" userId="S::arseniy.buzyan@edu.stockholm.se::f92a01cd-049f-4602-b292-09b82d2ea4e3" providerId="AD" clId="Web-{D08E2DD9-FA8D-5B94-B41B-965820EA1FD7}" dt="2026-08-05T10:18:26.212" v="337" actId="14100"/>
          <ac:spMkLst>
            <pc:docMk/>
            <pc:sldMk cId="1454849795" sldId="263"/>
            <ac:spMk id="3" creationId="{C55EB5DE-C067-1C13-BDDA-00B726742029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17:11.243" v="318"/>
          <ac:spMkLst>
            <pc:docMk/>
            <pc:sldMk cId="1454849795" sldId="263"/>
            <ac:spMk id="8" creationId="{09588DA8-065E-4F6F-8EFD-43104AB2E0CF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17:11.243" v="318"/>
          <ac:spMkLst>
            <pc:docMk/>
            <pc:sldMk cId="1454849795" sldId="263"/>
            <ac:spMk id="10" creationId="{C4285719-470E-454C-AF62-8323075F1F5B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17:11.243" v="318"/>
          <ac:spMkLst>
            <pc:docMk/>
            <pc:sldMk cId="1454849795" sldId="263"/>
            <ac:spMk id="12" creationId="{CD9FE4EF-C4D8-49A0-B2FF-81D8DB7D8A24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17:11.243" v="318"/>
          <ac:spMkLst>
            <pc:docMk/>
            <pc:sldMk cId="1454849795" sldId="263"/>
            <ac:spMk id="14" creationId="{4300840D-0A0B-4512-BACA-B439D5B9C57C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17:11.243" v="318"/>
          <ac:spMkLst>
            <pc:docMk/>
            <pc:sldMk cId="1454849795" sldId="263"/>
            <ac:spMk id="16" creationId="{D2B78728-A580-49A7-84F9-6EF6F583ADE0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17:11.243" v="318"/>
          <ac:spMkLst>
            <pc:docMk/>
            <pc:sldMk cId="1454849795" sldId="263"/>
            <ac:spMk id="18" creationId="{38FAA1A1-D861-433F-88FA-1E9D6FD31D11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17:11.243" v="318"/>
          <ac:spMkLst>
            <pc:docMk/>
            <pc:sldMk cId="1454849795" sldId="263"/>
            <ac:spMk id="20" creationId="{8D71EDA1-87BF-4D5D-AB79-F346FD19278A}"/>
          </ac:spMkLst>
        </pc:spChg>
      </pc:sldChg>
      <pc:sldChg chg="addSp modSp new mod setBg">
        <pc:chgData name="Arseniy Buzyan (extern)" userId="S::arseniy.buzyan@edu.stockholm.se::f92a01cd-049f-4602-b292-09b82d2ea4e3" providerId="AD" clId="Web-{D08E2DD9-FA8D-5B94-B41B-965820EA1FD7}" dt="2026-08-05T10:19:55.134" v="425" actId="20577"/>
        <pc:sldMkLst>
          <pc:docMk/>
          <pc:sldMk cId="501764958" sldId="264"/>
        </pc:sldMkLst>
        <pc:spChg chg="mod">
          <ac:chgData name="Arseniy Buzyan (extern)" userId="S::arseniy.buzyan@edu.stockholm.se::f92a01cd-049f-4602-b292-09b82d2ea4e3" providerId="AD" clId="Web-{D08E2DD9-FA8D-5B94-B41B-965820EA1FD7}" dt="2026-08-05T10:19:55.134" v="425" actId="20577"/>
          <ac:spMkLst>
            <pc:docMk/>
            <pc:sldMk cId="501764958" sldId="264"/>
            <ac:spMk id="2" creationId="{00F6609D-BF42-1F68-0329-CB488315DD28}"/>
          </ac:spMkLst>
        </pc:spChg>
        <pc:spChg chg="mod">
          <ac:chgData name="Arseniy Buzyan (extern)" userId="S::arseniy.buzyan@edu.stockholm.se::f92a01cd-049f-4602-b292-09b82d2ea4e3" providerId="AD" clId="Web-{D08E2DD9-FA8D-5B94-B41B-965820EA1FD7}" dt="2026-08-05T10:19:45.368" v="416" actId="14100"/>
          <ac:spMkLst>
            <pc:docMk/>
            <pc:sldMk cId="501764958" sldId="264"/>
            <ac:spMk id="3" creationId="{BA74B768-691B-9B7C-87E3-FEF4B36422E9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19:05.852" v="342"/>
          <ac:spMkLst>
            <pc:docMk/>
            <pc:sldMk cId="501764958" sldId="264"/>
            <ac:spMk id="8" creationId="{70DFC902-7D23-471A-B557-B6B6917D7A0D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19:05.852" v="342"/>
          <ac:spMkLst>
            <pc:docMk/>
            <pc:sldMk cId="501764958" sldId="264"/>
            <ac:spMk id="10" creationId="{A55D5633-D557-4DCA-982C-FF36EB7A1C00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19:05.852" v="342"/>
          <ac:spMkLst>
            <pc:docMk/>
            <pc:sldMk cId="501764958" sldId="264"/>
            <ac:spMk id="12" creationId="{450D3AD2-FA80-415F-A9CE-54D884561CD7}"/>
          </ac:spMkLst>
        </pc:spChg>
        <pc:graphicFrameChg chg="add mod modGraphic">
          <ac:chgData name="Arseniy Buzyan (extern)" userId="S::arseniy.buzyan@edu.stockholm.se::f92a01cd-049f-4602-b292-09b82d2ea4e3" providerId="AD" clId="Web-{D08E2DD9-FA8D-5B94-B41B-965820EA1FD7}" dt="2026-08-05T10:19:37.868" v="415" actId="1076"/>
          <ac:graphicFrameMkLst>
            <pc:docMk/>
            <pc:sldMk cId="501764958" sldId="264"/>
            <ac:graphicFrameMk id="5" creationId="{BB90D964-E1FD-538E-185A-E6593A231364}"/>
          </ac:graphicFrameMkLst>
        </pc:graphicFrameChg>
      </pc:sldChg>
      <pc:sldChg chg="addSp delSp modSp new mod setBg">
        <pc:chgData name="Arseniy Buzyan (extern)" userId="S::arseniy.buzyan@edu.stockholm.se::f92a01cd-049f-4602-b292-09b82d2ea4e3" providerId="AD" clId="Web-{D08E2DD9-FA8D-5B94-B41B-965820EA1FD7}" dt="2026-08-05T10:22:28.028" v="464" actId="20577"/>
        <pc:sldMkLst>
          <pc:docMk/>
          <pc:sldMk cId="1823495609" sldId="265"/>
        </pc:sldMkLst>
        <pc:spChg chg="mod">
          <ac:chgData name="Arseniy Buzyan (extern)" userId="S::arseniy.buzyan@edu.stockholm.se::f92a01cd-049f-4602-b292-09b82d2ea4e3" providerId="AD" clId="Web-{D08E2DD9-FA8D-5B94-B41B-965820EA1FD7}" dt="2026-08-05T10:22:08.263" v="454" actId="1076"/>
          <ac:spMkLst>
            <pc:docMk/>
            <pc:sldMk cId="1823495609" sldId="265"/>
            <ac:spMk id="2" creationId="{2013E049-388E-52F8-2DFA-C3FF5049F49A}"/>
          </ac:spMkLst>
        </pc:spChg>
        <pc:spChg chg="mod">
          <ac:chgData name="Arseniy Buzyan (extern)" userId="S::arseniy.buzyan@edu.stockholm.se::f92a01cd-049f-4602-b292-09b82d2ea4e3" providerId="AD" clId="Web-{D08E2DD9-FA8D-5B94-B41B-965820EA1FD7}" dt="2026-08-05T10:22:28.028" v="464" actId="20577"/>
          <ac:spMkLst>
            <pc:docMk/>
            <pc:sldMk cId="1823495609" sldId="265"/>
            <ac:spMk id="3" creationId="{9A0C46CB-19EA-47FE-40ED-1D49584A6CBB}"/>
          </ac:spMkLst>
        </pc:spChg>
        <pc:spChg chg="add del">
          <ac:chgData name="Arseniy Buzyan (extern)" userId="S::arseniy.buzyan@edu.stockholm.se::f92a01cd-049f-4602-b292-09b82d2ea4e3" providerId="AD" clId="Web-{D08E2DD9-FA8D-5B94-B41B-965820EA1FD7}" dt="2026-08-05T10:21:38.196" v="447"/>
          <ac:spMkLst>
            <pc:docMk/>
            <pc:sldMk cId="1823495609" sldId="265"/>
            <ac:spMk id="8" creationId="{70DFC902-7D23-471A-B557-B6B6917D7A0D}"/>
          </ac:spMkLst>
        </pc:spChg>
        <pc:spChg chg="add del">
          <ac:chgData name="Arseniy Buzyan (extern)" userId="S::arseniy.buzyan@edu.stockholm.se::f92a01cd-049f-4602-b292-09b82d2ea4e3" providerId="AD" clId="Web-{D08E2DD9-FA8D-5B94-B41B-965820EA1FD7}" dt="2026-08-05T10:21:38.196" v="447"/>
          <ac:spMkLst>
            <pc:docMk/>
            <pc:sldMk cId="1823495609" sldId="265"/>
            <ac:spMk id="10" creationId="{A55D5633-D557-4DCA-982C-FF36EB7A1C00}"/>
          </ac:spMkLst>
        </pc:spChg>
        <pc:spChg chg="add del">
          <ac:chgData name="Arseniy Buzyan (extern)" userId="S::arseniy.buzyan@edu.stockholm.se::f92a01cd-049f-4602-b292-09b82d2ea4e3" providerId="AD" clId="Web-{D08E2DD9-FA8D-5B94-B41B-965820EA1FD7}" dt="2026-08-05T10:21:38.196" v="447"/>
          <ac:spMkLst>
            <pc:docMk/>
            <pc:sldMk cId="1823495609" sldId="265"/>
            <ac:spMk id="12" creationId="{450D3AD2-FA80-415F-A9CE-54D884561CD7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21:38.196" v="447"/>
          <ac:spMkLst>
            <pc:docMk/>
            <pc:sldMk cId="1823495609" sldId="265"/>
            <ac:spMk id="17" creationId="{90D0877E-6CD0-4206-8A18-56CEE73EFBF9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21:38.196" v="447"/>
          <ac:spMkLst>
            <pc:docMk/>
            <pc:sldMk cId="1823495609" sldId="265"/>
            <ac:spMk id="19" creationId="{E18AC0D4-F32D-4067-9F63-E553F4AFFF0E}"/>
          </ac:spMkLst>
        </pc:spChg>
        <pc:picChg chg="add mod">
          <ac:chgData name="Arseniy Buzyan (extern)" userId="S::arseniy.buzyan@edu.stockholm.se::f92a01cd-049f-4602-b292-09b82d2ea4e3" providerId="AD" clId="Web-{D08E2DD9-FA8D-5B94-B41B-965820EA1FD7}" dt="2026-08-05T10:21:55.181" v="449" actId="14100"/>
          <ac:picMkLst>
            <pc:docMk/>
            <pc:sldMk cId="1823495609" sldId="265"/>
            <ac:picMk id="4" creationId="{055FA9A8-C012-E4FF-359B-14D11BB6F60C}"/>
          </ac:picMkLst>
        </pc:picChg>
      </pc:sldChg>
      <pc:sldChg chg="addSp modSp new mod setBg">
        <pc:chgData name="Arseniy Buzyan (extern)" userId="S::arseniy.buzyan@edu.stockholm.se::f92a01cd-049f-4602-b292-09b82d2ea4e3" providerId="AD" clId="Web-{D08E2DD9-FA8D-5B94-B41B-965820EA1FD7}" dt="2026-08-05T11:04:56.368" v="1068" actId="1076"/>
        <pc:sldMkLst>
          <pc:docMk/>
          <pc:sldMk cId="3750561416" sldId="266"/>
        </pc:sldMkLst>
        <pc:spChg chg="mod">
          <ac:chgData name="Arseniy Buzyan (extern)" userId="S::arseniy.buzyan@edu.stockholm.se::f92a01cd-049f-4602-b292-09b82d2ea4e3" providerId="AD" clId="Web-{D08E2DD9-FA8D-5B94-B41B-965820EA1FD7}" dt="2026-08-05T10:22:54.841" v="469"/>
          <ac:spMkLst>
            <pc:docMk/>
            <pc:sldMk cId="3750561416" sldId="266"/>
            <ac:spMk id="2" creationId="{B546E95B-0F63-813F-1F9F-16C8D12349DF}"/>
          </ac:spMkLst>
        </pc:spChg>
        <pc:spChg chg="mod">
          <ac:chgData name="Arseniy Buzyan (extern)" userId="S::arseniy.buzyan@edu.stockholm.se::f92a01cd-049f-4602-b292-09b82d2ea4e3" providerId="AD" clId="Web-{D08E2DD9-FA8D-5B94-B41B-965820EA1FD7}" dt="2026-08-05T10:23:38.810" v="487" actId="20577"/>
          <ac:spMkLst>
            <pc:docMk/>
            <pc:sldMk cId="3750561416" sldId="266"/>
            <ac:spMk id="3" creationId="{1B6094D0-4864-0AE8-67E4-25EFE9519A2A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22:54.841" v="469"/>
          <ac:spMkLst>
            <pc:docMk/>
            <pc:sldMk cId="3750561416" sldId="266"/>
            <ac:spMk id="8" creationId="{70DFC902-7D23-471A-B557-B6B6917D7A0D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22:54.841" v="469"/>
          <ac:spMkLst>
            <pc:docMk/>
            <pc:sldMk cId="3750561416" sldId="266"/>
            <ac:spMk id="10" creationId="{A55D5633-D557-4DCA-982C-FF36EB7A1C00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22:54.841" v="469"/>
          <ac:spMkLst>
            <pc:docMk/>
            <pc:sldMk cId="3750561416" sldId="266"/>
            <ac:spMk id="12" creationId="{450D3AD2-FA80-415F-A9CE-54D884561CD7}"/>
          </ac:spMkLst>
        </pc:spChg>
        <pc:picChg chg="add mod modCrop">
          <ac:chgData name="Arseniy Buzyan (extern)" userId="S::arseniy.buzyan@edu.stockholm.se::f92a01cd-049f-4602-b292-09b82d2ea4e3" providerId="AD" clId="Web-{D08E2DD9-FA8D-5B94-B41B-965820EA1FD7}" dt="2026-08-05T11:04:56.368" v="1068" actId="1076"/>
          <ac:picMkLst>
            <pc:docMk/>
            <pc:sldMk cId="3750561416" sldId="266"/>
            <ac:picMk id="4" creationId="{E3B21659-6E68-C8F2-F120-A4C1461EA576}"/>
          </ac:picMkLst>
        </pc:picChg>
      </pc:sldChg>
      <pc:sldChg chg="addSp modSp new mod setBg">
        <pc:chgData name="Arseniy Buzyan (extern)" userId="S::arseniy.buzyan@edu.stockholm.se::f92a01cd-049f-4602-b292-09b82d2ea4e3" providerId="AD" clId="Web-{D08E2DD9-FA8D-5B94-B41B-965820EA1FD7}" dt="2026-08-05T10:25:52.954" v="513" actId="14100"/>
        <pc:sldMkLst>
          <pc:docMk/>
          <pc:sldMk cId="2751974252" sldId="267"/>
        </pc:sldMkLst>
        <pc:spChg chg="mod">
          <ac:chgData name="Arseniy Buzyan (extern)" userId="S::arseniy.buzyan@edu.stockholm.se::f92a01cd-049f-4602-b292-09b82d2ea4e3" providerId="AD" clId="Web-{D08E2DD9-FA8D-5B94-B41B-965820EA1FD7}" dt="2026-08-05T10:24:23.247" v="495"/>
          <ac:spMkLst>
            <pc:docMk/>
            <pc:sldMk cId="2751974252" sldId="267"/>
            <ac:spMk id="2" creationId="{9FAE20A5-FE87-FB50-825E-9906B8FD7856}"/>
          </ac:spMkLst>
        </pc:spChg>
        <pc:spChg chg="mod">
          <ac:chgData name="Arseniy Buzyan (extern)" userId="S::arseniy.buzyan@edu.stockholm.se::f92a01cd-049f-4602-b292-09b82d2ea4e3" providerId="AD" clId="Web-{D08E2DD9-FA8D-5B94-B41B-965820EA1FD7}" dt="2026-08-05T10:25:52.954" v="513" actId="14100"/>
          <ac:spMkLst>
            <pc:docMk/>
            <pc:sldMk cId="2751974252" sldId="267"/>
            <ac:spMk id="3" creationId="{C8EAA598-1DA8-9DEB-BC43-1E69C5CDB441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24:23.247" v="495"/>
          <ac:spMkLst>
            <pc:docMk/>
            <pc:sldMk cId="2751974252" sldId="267"/>
            <ac:spMk id="8" creationId="{09588DA8-065E-4F6F-8EFD-43104AB2E0CF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24:23.247" v="495"/>
          <ac:spMkLst>
            <pc:docMk/>
            <pc:sldMk cId="2751974252" sldId="267"/>
            <ac:spMk id="10" creationId="{C4285719-470E-454C-AF62-8323075F1F5B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24:23.247" v="495"/>
          <ac:spMkLst>
            <pc:docMk/>
            <pc:sldMk cId="2751974252" sldId="267"/>
            <ac:spMk id="12" creationId="{CD9FE4EF-C4D8-49A0-B2FF-81D8DB7D8A24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24:23.247" v="495"/>
          <ac:spMkLst>
            <pc:docMk/>
            <pc:sldMk cId="2751974252" sldId="267"/>
            <ac:spMk id="14" creationId="{4300840D-0A0B-4512-BACA-B439D5B9C57C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24:23.247" v="495"/>
          <ac:spMkLst>
            <pc:docMk/>
            <pc:sldMk cId="2751974252" sldId="267"/>
            <ac:spMk id="16" creationId="{D2B78728-A580-49A7-84F9-6EF6F583ADE0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24:23.247" v="495"/>
          <ac:spMkLst>
            <pc:docMk/>
            <pc:sldMk cId="2751974252" sldId="267"/>
            <ac:spMk id="18" creationId="{38FAA1A1-D861-433F-88FA-1E9D6FD31D11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24:23.247" v="495"/>
          <ac:spMkLst>
            <pc:docMk/>
            <pc:sldMk cId="2751974252" sldId="267"/>
            <ac:spMk id="20" creationId="{8D71EDA1-87BF-4D5D-AB79-F346FD19278A}"/>
          </ac:spMkLst>
        </pc:spChg>
        <pc:picChg chg="add mod">
          <ac:chgData name="Arseniy Buzyan (extern)" userId="S::arseniy.buzyan@edu.stockholm.se::f92a01cd-049f-4602-b292-09b82d2ea4e3" providerId="AD" clId="Web-{D08E2DD9-FA8D-5B94-B41B-965820EA1FD7}" dt="2026-08-05T10:25:38.313" v="511" actId="1076"/>
          <ac:picMkLst>
            <pc:docMk/>
            <pc:sldMk cId="2751974252" sldId="267"/>
            <ac:picMk id="4" creationId="{79AC5E45-0C7D-D028-A62E-B3C2CC7F2089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D08E2DD9-FA8D-5B94-B41B-965820EA1FD7}" dt="2026-08-05T11:07:24.009" v="1076" actId="1076"/>
        <pc:sldMkLst>
          <pc:docMk/>
          <pc:sldMk cId="403652746" sldId="268"/>
        </pc:sldMkLst>
        <pc:spChg chg="mod">
          <ac:chgData name="Arseniy Buzyan (extern)" userId="S::arseniy.buzyan@edu.stockholm.se::f92a01cd-049f-4602-b292-09b82d2ea4e3" providerId="AD" clId="Web-{D08E2DD9-FA8D-5B94-B41B-965820EA1FD7}" dt="2026-08-05T10:26:45.235" v="518"/>
          <ac:spMkLst>
            <pc:docMk/>
            <pc:sldMk cId="403652746" sldId="268"/>
            <ac:spMk id="2" creationId="{7EE37263-6C66-4963-6425-137A6914F1C1}"/>
          </ac:spMkLst>
        </pc:spChg>
        <pc:spChg chg="mod">
          <ac:chgData name="Arseniy Buzyan (extern)" userId="S::arseniy.buzyan@edu.stockholm.se::f92a01cd-049f-4602-b292-09b82d2ea4e3" providerId="AD" clId="Web-{D08E2DD9-FA8D-5B94-B41B-965820EA1FD7}" dt="2026-08-05T10:28:06.735" v="625" actId="1076"/>
          <ac:spMkLst>
            <pc:docMk/>
            <pc:sldMk cId="403652746" sldId="268"/>
            <ac:spMk id="3" creationId="{CD6EF4C0-0A75-6B1D-D11B-6DCA96CA90A7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26:45.235" v="518"/>
          <ac:spMkLst>
            <pc:docMk/>
            <pc:sldMk cId="403652746" sldId="268"/>
            <ac:spMk id="8" creationId="{70DFC902-7D23-471A-B557-B6B6917D7A0D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26:45.235" v="518"/>
          <ac:spMkLst>
            <pc:docMk/>
            <pc:sldMk cId="403652746" sldId="268"/>
            <ac:spMk id="10" creationId="{A55D5633-D557-4DCA-982C-FF36EB7A1C00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26:45.235" v="518"/>
          <ac:spMkLst>
            <pc:docMk/>
            <pc:sldMk cId="403652746" sldId="268"/>
            <ac:spMk id="12" creationId="{450D3AD2-FA80-415F-A9CE-54D884561CD7}"/>
          </ac:spMkLst>
        </pc:spChg>
        <pc:graphicFrameChg chg="add del mod modGraphic">
          <ac:chgData name="Arseniy Buzyan (extern)" userId="S::arseniy.buzyan@edu.stockholm.se::f92a01cd-049f-4602-b292-09b82d2ea4e3" providerId="AD" clId="Web-{D08E2DD9-FA8D-5B94-B41B-965820EA1FD7}" dt="2026-08-05T11:07:19.634" v="1075"/>
          <ac:graphicFrameMkLst>
            <pc:docMk/>
            <pc:sldMk cId="403652746" sldId="268"/>
            <ac:graphicFrameMk id="5" creationId="{73CA14FC-A4AB-CE38-69A6-B03AB501EF94}"/>
          </ac:graphicFrameMkLst>
        </pc:graphicFrameChg>
        <pc:picChg chg="add mod modCrop">
          <ac:chgData name="Arseniy Buzyan (extern)" userId="S::arseniy.buzyan@edu.stockholm.se::f92a01cd-049f-4602-b292-09b82d2ea4e3" providerId="AD" clId="Web-{D08E2DD9-FA8D-5B94-B41B-965820EA1FD7}" dt="2026-08-05T11:07:24.009" v="1076" actId="1076"/>
          <ac:picMkLst>
            <pc:docMk/>
            <pc:sldMk cId="403652746" sldId="268"/>
            <ac:picMk id="6" creationId="{AF12E3BA-30E3-A47B-8F13-08B028AC31BA}"/>
          </ac:picMkLst>
        </pc:picChg>
      </pc:sldChg>
      <pc:sldChg chg="addSp modSp new mod setBg">
        <pc:chgData name="Arseniy Buzyan (extern)" userId="S::arseniy.buzyan@edu.stockholm.se::f92a01cd-049f-4602-b292-09b82d2ea4e3" providerId="AD" clId="Web-{D08E2DD9-FA8D-5B94-B41B-965820EA1FD7}" dt="2026-08-05T11:08:20.931" v="1080" actId="1076"/>
        <pc:sldMkLst>
          <pc:docMk/>
          <pc:sldMk cId="2585550641" sldId="269"/>
        </pc:sldMkLst>
        <pc:spChg chg="mod">
          <ac:chgData name="Arseniy Buzyan (extern)" userId="S::arseniy.buzyan@edu.stockholm.se::f92a01cd-049f-4602-b292-09b82d2ea4e3" providerId="AD" clId="Web-{D08E2DD9-FA8D-5B94-B41B-965820EA1FD7}" dt="2026-08-05T10:28:47.954" v="660"/>
          <ac:spMkLst>
            <pc:docMk/>
            <pc:sldMk cId="2585550641" sldId="269"/>
            <ac:spMk id="2" creationId="{98D54BE4-8D11-82EA-AA7D-D0B4E0E03D20}"/>
          </ac:spMkLst>
        </pc:spChg>
        <pc:spChg chg="mod">
          <ac:chgData name="Arseniy Buzyan (extern)" userId="S::arseniy.buzyan@edu.stockholm.se::f92a01cd-049f-4602-b292-09b82d2ea4e3" providerId="AD" clId="Web-{D08E2DD9-FA8D-5B94-B41B-965820EA1FD7}" dt="2026-08-05T10:28:47.954" v="660"/>
          <ac:spMkLst>
            <pc:docMk/>
            <pc:sldMk cId="2585550641" sldId="269"/>
            <ac:spMk id="3" creationId="{C89E5C93-76DC-50BA-121D-7E8C1B93D7C2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28:47.954" v="660"/>
          <ac:spMkLst>
            <pc:docMk/>
            <pc:sldMk cId="2585550641" sldId="269"/>
            <ac:spMk id="9" creationId="{F0A604E4-7307-451C-93BE-F1F7E1BF3BF8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28:47.954" v="660"/>
          <ac:spMkLst>
            <pc:docMk/>
            <pc:sldMk cId="2585550641" sldId="269"/>
            <ac:spMk id="11" creationId="{F7F3A0AA-35E5-4085-942B-737839030604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28:47.954" v="660"/>
          <ac:spMkLst>
            <pc:docMk/>
            <pc:sldMk cId="2585550641" sldId="269"/>
            <ac:spMk id="13" creationId="{402F5C38-C747-4173-ABBF-656E39E82130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28:47.954" v="660"/>
          <ac:spMkLst>
            <pc:docMk/>
            <pc:sldMk cId="2585550641" sldId="269"/>
            <ac:spMk id="15" creationId="{E37EECFC-A684-4391-AE85-4CDAF5565F61}"/>
          </ac:spMkLst>
        </pc:spChg>
        <pc:picChg chg="add mod">
          <ac:chgData name="Arseniy Buzyan (extern)" userId="S::arseniy.buzyan@edu.stockholm.se::f92a01cd-049f-4602-b292-09b82d2ea4e3" providerId="AD" clId="Web-{D08E2DD9-FA8D-5B94-B41B-965820EA1FD7}" dt="2026-08-05T10:28:47.954" v="660"/>
          <ac:picMkLst>
            <pc:docMk/>
            <pc:sldMk cId="2585550641" sldId="269"/>
            <ac:picMk id="4" creationId="{27B55369-79D4-9371-D828-2C8D01472570}"/>
          </ac:picMkLst>
        </pc:picChg>
        <pc:picChg chg="add mod modCrop">
          <ac:chgData name="Arseniy Buzyan (extern)" userId="S::arseniy.buzyan@edu.stockholm.se::f92a01cd-049f-4602-b292-09b82d2ea4e3" providerId="AD" clId="Web-{D08E2DD9-FA8D-5B94-B41B-965820EA1FD7}" dt="2026-08-05T11:08:20.931" v="1080" actId="1076"/>
          <ac:picMkLst>
            <pc:docMk/>
            <pc:sldMk cId="2585550641" sldId="269"/>
            <ac:picMk id="5" creationId="{40AAC4AD-04BF-BCCA-12D4-978B746F5C57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D08E2DD9-FA8D-5B94-B41B-965820EA1FD7}" dt="2026-08-05T10:32:17.554" v="755" actId="20577"/>
        <pc:sldMkLst>
          <pc:docMk/>
          <pc:sldMk cId="2097691193" sldId="270"/>
        </pc:sldMkLst>
        <pc:spChg chg="del">
          <ac:chgData name="Arseniy Buzyan (extern)" userId="S::arseniy.buzyan@edu.stockholm.se::f92a01cd-049f-4602-b292-09b82d2ea4e3" providerId="AD" clId="Web-{D08E2DD9-FA8D-5B94-B41B-965820EA1FD7}" dt="2026-08-05T10:29:02.501" v="662"/>
          <ac:spMkLst>
            <pc:docMk/>
            <pc:sldMk cId="2097691193" sldId="270"/>
            <ac:spMk id="2" creationId="{50B6D0C0-1D75-79B6-4C6A-152F09FBE416}"/>
          </ac:spMkLst>
        </pc:spChg>
        <pc:spChg chg="mod">
          <ac:chgData name="Arseniy Buzyan (extern)" userId="S::arseniy.buzyan@edu.stockholm.se::f92a01cd-049f-4602-b292-09b82d2ea4e3" providerId="AD" clId="Web-{D08E2DD9-FA8D-5B94-B41B-965820EA1FD7}" dt="2026-08-05T10:32:17.554" v="755" actId="20577"/>
          <ac:spMkLst>
            <pc:docMk/>
            <pc:sldMk cId="2097691193" sldId="270"/>
            <ac:spMk id="3" creationId="{457E24D0-FEFE-B6F8-1B2B-6CD501E26993}"/>
          </ac:spMkLst>
        </pc:spChg>
        <pc:spChg chg="add mod">
          <ac:chgData name="Arseniy Buzyan (extern)" userId="S::arseniy.buzyan@edu.stockholm.se::f92a01cd-049f-4602-b292-09b82d2ea4e3" providerId="AD" clId="Web-{D08E2DD9-FA8D-5B94-B41B-965820EA1FD7}" dt="2026-08-05T10:31:04.867" v="717" actId="14100"/>
          <ac:spMkLst>
            <pc:docMk/>
            <pc:sldMk cId="2097691193" sldId="270"/>
            <ac:spMk id="4" creationId="{0C910C2A-0E07-8165-36EC-8E0EEAB00C9B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30:45.460" v="693"/>
          <ac:spMkLst>
            <pc:docMk/>
            <pc:sldMk cId="2097691193" sldId="270"/>
            <ac:spMk id="8" creationId="{44D65982-4F00-4330-8DAA-DE6A9E4D6D23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30:45.460" v="693"/>
          <ac:spMkLst>
            <pc:docMk/>
            <pc:sldMk cId="2097691193" sldId="270"/>
            <ac:spMk id="10" creationId="{009115B9-5BFD-478D-9C87-29ADB3AF1721}"/>
          </ac:spMkLst>
        </pc:spChg>
        <pc:grpChg chg="add">
          <ac:chgData name="Arseniy Buzyan (extern)" userId="S::arseniy.buzyan@edu.stockholm.se::f92a01cd-049f-4602-b292-09b82d2ea4e3" providerId="AD" clId="Web-{D08E2DD9-FA8D-5B94-B41B-965820EA1FD7}" dt="2026-08-05T10:30:45.460" v="693"/>
          <ac:grpSpMkLst>
            <pc:docMk/>
            <pc:sldMk cId="2097691193" sldId="270"/>
            <ac:grpSpMk id="12" creationId="{8D57F946-2E03-4DE1-91F8-25BEDC663563}"/>
          </ac:grpSpMkLst>
        </pc:grpChg>
        <pc:grpChg chg="add">
          <ac:chgData name="Arseniy Buzyan (extern)" userId="S::arseniy.buzyan@edu.stockholm.se::f92a01cd-049f-4602-b292-09b82d2ea4e3" providerId="AD" clId="Web-{D08E2DD9-FA8D-5B94-B41B-965820EA1FD7}" dt="2026-08-05T10:30:45.460" v="693"/>
          <ac:grpSpMkLst>
            <pc:docMk/>
            <pc:sldMk cId="2097691193" sldId="270"/>
            <ac:grpSpMk id="16" creationId="{43F5E015-E085-4624-B431-B42414448684}"/>
          </ac:grpSpMkLst>
        </pc:grpChg>
      </pc:sldChg>
      <pc:sldChg chg="addSp modSp new mod setBg">
        <pc:chgData name="Arseniy Buzyan (extern)" userId="S::arseniy.buzyan@edu.stockholm.se::f92a01cd-049f-4602-b292-09b82d2ea4e3" providerId="AD" clId="Web-{D08E2DD9-FA8D-5B94-B41B-965820EA1FD7}" dt="2026-08-05T10:34:58.930" v="810" actId="1076"/>
        <pc:sldMkLst>
          <pc:docMk/>
          <pc:sldMk cId="191911140" sldId="271"/>
        </pc:sldMkLst>
        <pc:spChg chg="mod">
          <ac:chgData name="Arseniy Buzyan (extern)" userId="S::arseniy.buzyan@edu.stockholm.se::f92a01cd-049f-4602-b292-09b82d2ea4e3" providerId="AD" clId="Web-{D08E2DD9-FA8D-5B94-B41B-965820EA1FD7}" dt="2026-08-05T10:33:00.695" v="761"/>
          <ac:spMkLst>
            <pc:docMk/>
            <pc:sldMk cId="191911140" sldId="271"/>
            <ac:spMk id="2" creationId="{EC4D840A-09A5-06D1-484D-4B05E5C0B9D0}"/>
          </ac:spMkLst>
        </pc:spChg>
        <pc:spChg chg="mod">
          <ac:chgData name="Arseniy Buzyan (extern)" userId="S::arseniy.buzyan@edu.stockholm.se::f92a01cd-049f-4602-b292-09b82d2ea4e3" providerId="AD" clId="Web-{D08E2DD9-FA8D-5B94-B41B-965820EA1FD7}" dt="2026-08-05T10:33:00.695" v="761"/>
          <ac:spMkLst>
            <pc:docMk/>
            <pc:sldMk cId="191911140" sldId="271"/>
            <ac:spMk id="3" creationId="{33238516-B7CC-06CC-003A-03FCF8AEA598}"/>
          </ac:spMkLst>
        </pc:spChg>
        <pc:spChg chg="add mod">
          <ac:chgData name="Arseniy Buzyan (extern)" userId="S::arseniy.buzyan@edu.stockholm.se::f92a01cd-049f-4602-b292-09b82d2ea4e3" providerId="AD" clId="Web-{D08E2DD9-FA8D-5B94-B41B-965820EA1FD7}" dt="2026-08-05T10:34:56.695" v="809" actId="1076"/>
          <ac:spMkLst>
            <pc:docMk/>
            <pc:sldMk cId="191911140" sldId="271"/>
            <ac:spMk id="5" creationId="{475A88DA-640F-3C04-07B1-6F031FC62E1C}"/>
          </ac:spMkLst>
        </pc:spChg>
        <pc:spChg chg="add mod">
          <ac:chgData name="Arseniy Buzyan (extern)" userId="S::arseniy.buzyan@edu.stockholm.se::f92a01cd-049f-4602-b292-09b82d2ea4e3" providerId="AD" clId="Web-{D08E2DD9-FA8D-5B94-B41B-965820EA1FD7}" dt="2026-08-05T10:34:58.930" v="810" actId="1076"/>
          <ac:spMkLst>
            <pc:docMk/>
            <pc:sldMk cId="191911140" sldId="271"/>
            <ac:spMk id="6" creationId="{36135ED4-89E5-43D0-8E5F-065C57B2D5A2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33:00.695" v="761"/>
          <ac:spMkLst>
            <pc:docMk/>
            <pc:sldMk cId="191911140" sldId="271"/>
            <ac:spMk id="9" creationId="{A8384FB5-9ADC-4DDC-881B-597D56F5B15D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33:00.695" v="761"/>
          <ac:spMkLst>
            <pc:docMk/>
            <pc:sldMk cId="191911140" sldId="271"/>
            <ac:spMk id="11" creationId="{1199E1B1-A8C0-4FE8-A5A8-1CB41D69F857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33:00.695" v="761"/>
          <ac:spMkLst>
            <pc:docMk/>
            <pc:sldMk cId="191911140" sldId="271"/>
            <ac:spMk id="13" creationId="{84A8DE83-DE75-4B41-9DB4-A7EC0B0DEC0B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33:00.695" v="761"/>
          <ac:spMkLst>
            <pc:docMk/>
            <pc:sldMk cId="191911140" sldId="271"/>
            <ac:spMk id="15" creationId="{A7009A0A-BEF5-4EAC-AF15-E4F9F002E239}"/>
          </ac:spMkLst>
        </pc:spChg>
        <pc:picChg chg="add mod">
          <ac:chgData name="Arseniy Buzyan (extern)" userId="S::arseniy.buzyan@edu.stockholm.se::f92a01cd-049f-4602-b292-09b82d2ea4e3" providerId="AD" clId="Web-{D08E2DD9-FA8D-5B94-B41B-965820EA1FD7}" dt="2026-08-05T10:33:11.726" v="762" actId="1076"/>
          <ac:picMkLst>
            <pc:docMk/>
            <pc:sldMk cId="191911140" sldId="271"/>
            <ac:picMk id="4" creationId="{99B31060-5C2C-5842-42BE-44963E0B6660}"/>
          </ac:picMkLst>
        </pc:picChg>
      </pc:sldChg>
      <pc:sldChg chg="addSp modSp new mod setBg">
        <pc:chgData name="Arseniy Buzyan (extern)" userId="S::arseniy.buzyan@edu.stockholm.se::f92a01cd-049f-4602-b292-09b82d2ea4e3" providerId="AD" clId="Web-{D08E2DD9-FA8D-5B94-B41B-965820EA1FD7}" dt="2026-08-05T10:36:14.492" v="842" actId="20577"/>
        <pc:sldMkLst>
          <pc:docMk/>
          <pc:sldMk cId="3334752318" sldId="272"/>
        </pc:sldMkLst>
        <pc:spChg chg="mod">
          <ac:chgData name="Arseniy Buzyan (extern)" userId="S::arseniy.buzyan@edu.stockholm.se::f92a01cd-049f-4602-b292-09b82d2ea4e3" providerId="AD" clId="Web-{D08E2DD9-FA8D-5B94-B41B-965820EA1FD7}" dt="2026-08-05T10:36:14.492" v="842" actId="20577"/>
          <ac:spMkLst>
            <pc:docMk/>
            <pc:sldMk cId="3334752318" sldId="272"/>
            <ac:spMk id="2" creationId="{F5A554AA-014C-813E-F05F-309A8352DB1E}"/>
          </ac:spMkLst>
        </pc:spChg>
        <pc:spChg chg="mod">
          <ac:chgData name="Arseniy Buzyan (extern)" userId="S::arseniy.buzyan@edu.stockholm.se::f92a01cd-049f-4602-b292-09b82d2ea4e3" providerId="AD" clId="Web-{D08E2DD9-FA8D-5B94-B41B-965820EA1FD7}" dt="2026-08-05T10:36:03.570" v="832" actId="14100"/>
          <ac:spMkLst>
            <pc:docMk/>
            <pc:sldMk cId="3334752318" sldId="272"/>
            <ac:spMk id="3" creationId="{2D747C8B-A0D6-4305-8619-980777D12610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35:54.461" v="827"/>
          <ac:spMkLst>
            <pc:docMk/>
            <pc:sldMk cId="3334752318" sldId="272"/>
            <ac:spMk id="8" creationId="{70DFC902-7D23-471A-B557-B6B6917D7A0D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35:54.461" v="827"/>
          <ac:spMkLst>
            <pc:docMk/>
            <pc:sldMk cId="3334752318" sldId="272"/>
            <ac:spMk id="10" creationId="{A55D5633-D557-4DCA-982C-FF36EB7A1C00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35:54.461" v="827"/>
          <ac:spMkLst>
            <pc:docMk/>
            <pc:sldMk cId="3334752318" sldId="272"/>
            <ac:spMk id="12" creationId="{450D3AD2-FA80-415F-A9CE-54D884561CD7}"/>
          </ac:spMkLst>
        </pc:spChg>
      </pc:sldChg>
      <pc:sldChg chg="addSp modSp new mod setBg">
        <pc:chgData name="Arseniy Buzyan (extern)" userId="S::arseniy.buzyan@edu.stockholm.se::f92a01cd-049f-4602-b292-09b82d2ea4e3" providerId="AD" clId="Web-{D08E2DD9-FA8D-5B94-B41B-965820EA1FD7}" dt="2026-08-05T10:38:05.839" v="945" actId="1076"/>
        <pc:sldMkLst>
          <pc:docMk/>
          <pc:sldMk cId="630825575" sldId="273"/>
        </pc:sldMkLst>
        <pc:spChg chg="mod">
          <ac:chgData name="Arseniy Buzyan (extern)" userId="S::arseniy.buzyan@edu.stockholm.se::f92a01cd-049f-4602-b292-09b82d2ea4e3" providerId="AD" clId="Web-{D08E2DD9-FA8D-5B94-B41B-965820EA1FD7}" dt="2026-08-05T10:37:02.542" v="849"/>
          <ac:spMkLst>
            <pc:docMk/>
            <pc:sldMk cId="630825575" sldId="273"/>
            <ac:spMk id="2" creationId="{D7B292A2-1267-5370-2F39-977CD2097795}"/>
          </ac:spMkLst>
        </pc:spChg>
        <pc:spChg chg="mod">
          <ac:chgData name="Arseniy Buzyan (extern)" userId="S::arseniy.buzyan@edu.stockholm.se::f92a01cd-049f-4602-b292-09b82d2ea4e3" providerId="AD" clId="Web-{D08E2DD9-FA8D-5B94-B41B-965820EA1FD7}" dt="2026-08-05T10:38:05.839" v="945" actId="1076"/>
          <ac:spMkLst>
            <pc:docMk/>
            <pc:sldMk cId="630825575" sldId="273"/>
            <ac:spMk id="3" creationId="{80E6B599-BCBF-BE56-6B77-FB3A8F5BA70F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37:02.542" v="849"/>
          <ac:spMkLst>
            <pc:docMk/>
            <pc:sldMk cId="630825575" sldId="273"/>
            <ac:spMk id="8" creationId="{70DFC902-7D23-471A-B557-B6B6917D7A0D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37:02.542" v="849"/>
          <ac:spMkLst>
            <pc:docMk/>
            <pc:sldMk cId="630825575" sldId="273"/>
            <ac:spMk id="10" creationId="{A55D5633-D557-4DCA-982C-FF36EB7A1C00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37:02.542" v="849"/>
          <ac:spMkLst>
            <pc:docMk/>
            <pc:sldMk cId="630825575" sldId="273"/>
            <ac:spMk id="12" creationId="{450D3AD2-FA80-415F-A9CE-54D884561CD7}"/>
          </ac:spMkLst>
        </pc:spChg>
        <pc:graphicFrameChg chg="add mod modGraphic">
          <ac:chgData name="Arseniy Buzyan (extern)" userId="S::arseniy.buzyan@edu.stockholm.se::f92a01cd-049f-4602-b292-09b82d2ea4e3" providerId="AD" clId="Web-{D08E2DD9-FA8D-5B94-B41B-965820EA1FD7}" dt="2026-08-05T10:38:01.105" v="944"/>
          <ac:graphicFrameMkLst>
            <pc:docMk/>
            <pc:sldMk cId="630825575" sldId="273"/>
            <ac:graphicFrameMk id="5" creationId="{68160AB8-0CDD-7F1F-650C-D046BB48186A}"/>
          </ac:graphicFrameMkLst>
        </pc:graphicFrameChg>
      </pc:sldChg>
      <pc:sldChg chg="addSp delSp modSp new mod setBg setClrOvrMap">
        <pc:chgData name="Arseniy Buzyan (extern)" userId="S::arseniy.buzyan@edu.stockholm.se::f92a01cd-049f-4602-b292-09b82d2ea4e3" providerId="AD" clId="Web-{D08E2DD9-FA8D-5B94-B41B-965820EA1FD7}" dt="2026-08-05T10:40:47.683" v="973" actId="14100"/>
        <pc:sldMkLst>
          <pc:docMk/>
          <pc:sldMk cId="2718180337" sldId="274"/>
        </pc:sldMkLst>
        <pc:spChg chg="mod ord">
          <ac:chgData name="Arseniy Buzyan (extern)" userId="S::arseniy.buzyan@edu.stockholm.se::f92a01cd-049f-4602-b292-09b82d2ea4e3" providerId="AD" clId="Web-{D08E2DD9-FA8D-5B94-B41B-965820EA1FD7}" dt="2026-08-05T10:40:47.683" v="973" actId="14100"/>
          <ac:spMkLst>
            <pc:docMk/>
            <pc:sldMk cId="2718180337" sldId="274"/>
            <ac:spMk id="2" creationId="{4F8C2DAB-3BAD-FCC6-C766-324B0CFB63CC}"/>
          </ac:spMkLst>
        </pc:spChg>
        <pc:spChg chg="del mod">
          <ac:chgData name="Arseniy Buzyan (extern)" userId="S::arseniy.buzyan@edu.stockholm.se::f92a01cd-049f-4602-b292-09b82d2ea4e3" providerId="AD" clId="Web-{D08E2DD9-FA8D-5B94-B41B-965820EA1FD7}" dt="2026-08-05T10:39:18.902" v="958"/>
          <ac:spMkLst>
            <pc:docMk/>
            <pc:sldMk cId="2718180337" sldId="274"/>
            <ac:spMk id="3" creationId="{47FC0E84-2A1F-54FE-8412-70D809D8556F}"/>
          </ac:spMkLst>
        </pc:spChg>
        <pc:spChg chg="add del">
          <ac:chgData name="Arseniy Buzyan (extern)" userId="S::arseniy.buzyan@edu.stockholm.se::f92a01cd-049f-4602-b292-09b82d2ea4e3" providerId="AD" clId="Web-{D08E2DD9-FA8D-5B94-B41B-965820EA1FD7}" dt="2026-08-05T10:39:53.902" v="965"/>
          <ac:spMkLst>
            <pc:docMk/>
            <pc:sldMk cId="2718180337" sldId="274"/>
            <ac:spMk id="10" creationId="{E51BA4DF-2BD4-4EC2-B1DB-B27C8AC71864}"/>
          </ac:spMkLst>
        </pc:spChg>
        <pc:spChg chg="add del">
          <ac:chgData name="Arseniy Buzyan (extern)" userId="S::arseniy.buzyan@edu.stockholm.se::f92a01cd-049f-4602-b292-09b82d2ea4e3" providerId="AD" clId="Web-{D08E2DD9-FA8D-5B94-B41B-965820EA1FD7}" dt="2026-08-05T10:39:41.668" v="960"/>
          <ac:spMkLst>
            <pc:docMk/>
            <pc:sldMk cId="2718180337" sldId="274"/>
            <ac:spMk id="15" creationId="{E51BA4DF-2BD4-4EC2-B1DB-B27C8AC71864}"/>
          </ac:spMkLst>
        </pc:spChg>
        <pc:spChg chg="add del">
          <ac:chgData name="Arseniy Buzyan (extern)" userId="S::arseniy.buzyan@edu.stockholm.se::f92a01cd-049f-4602-b292-09b82d2ea4e3" providerId="AD" clId="Web-{D08E2DD9-FA8D-5B94-B41B-965820EA1FD7}" dt="2026-08-05T10:39:44.152" v="962"/>
          <ac:spMkLst>
            <pc:docMk/>
            <pc:sldMk cId="2718180337" sldId="274"/>
            <ac:spMk id="17" creationId="{E81BF4F6-F2CF-4984-9D14-D6966D92F99F}"/>
          </ac:spMkLst>
        </pc:spChg>
        <pc:spChg chg="add del">
          <ac:chgData name="Arseniy Buzyan (extern)" userId="S::arseniy.buzyan@edu.stockholm.se::f92a01cd-049f-4602-b292-09b82d2ea4e3" providerId="AD" clId="Web-{D08E2DD9-FA8D-5B94-B41B-965820EA1FD7}" dt="2026-08-05T10:39:44.152" v="962"/>
          <ac:spMkLst>
            <pc:docMk/>
            <pc:sldMk cId="2718180337" sldId="274"/>
            <ac:spMk id="18" creationId="{C0763A76-9F1C-4FC5-82B7-DD475DA461B2}"/>
          </ac:spMkLst>
        </pc:spChg>
        <pc:spChg chg="add del">
          <ac:chgData name="Arseniy Buzyan (extern)" userId="S::arseniy.buzyan@edu.stockholm.se::f92a01cd-049f-4602-b292-09b82d2ea4e3" providerId="AD" clId="Web-{D08E2DD9-FA8D-5B94-B41B-965820EA1FD7}" dt="2026-08-05T10:39:53.840" v="964"/>
          <ac:spMkLst>
            <pc:docMk/>
            <pc:sldMk cId="2718180337" sldId="274"/>
            <ac:spMk id="20" creationId="{E51BA4DF-2BD4-4EC2-B1DB-B27C8AC71864}"/>
          </ac:spMkLst>
        </pc:spChg>
        <pc:spChg chg="add del">
          <ac:chgData name="Arseniy Buzyan (extern)" userId="S::arseniy.buzyan@edu.stockholm.se::f92a01cd-049f-4602-b292-09b82d2ea4e3" providerId="AD" clId="Web-{D08E2DD9-FA8D-5B94-B41B-965820EA1FD7}" dt="2026-08-05T10:40:29.027" v="970"/>
          <ac:spMkLst>
            <pc:docMk/>
            <pc:sldMk cId="2718180337" sldId="274"/>
            <ac:spMk id="22" creationId="{E51BA4DF-2BD4-4EC2-B1DB-B27C8AC71864}"/>
          </ac:spMkLst>
        </pc:spChg>
        <pc:graphicFrameChg chg="add mod modGraphic">
          <ac:chgData name="Arseniy Buzyan (extern)" userId="S::arseniy.buzyan@edu.stockholm.se::f92a01cd-049f-4602-b292-09b82d2ea4e3" providerId="AD" clId="Web-{D08E2DD9-FA8D-5B94-B41B-965820EA1FD7}" dt="2026-08-05T10:40:45.386" v="972" actId="14100"/>
          <ac:graphicFrameMkLst>
            <pc:docMk/>
            <pc:sldMk cId="2718180337" sldId="274"/>
            <ac:graphicFrameMk id="5" creationId="{9DC07E94-0F79-16B8-D565-97F9DD4FB741}"/>
          </ac:graphicFrameMkLst>
        </pc:graphicFrameChg>
        <pc:picChg chg="add mod">
          <ac:chgData name="Arseniy Buzyan (extern)" userId="S::arseniy.buzyan@edu.stockholm.se::f92a01cd-049f-4602-b292-09b82d2ea4e3" providerId="AD" clId="Web-{D08E2DD9-FA8D-5B94-B41B-965820EA1FD7}" dt="2026-08-05T10:40:29.027" v="970"/>
          <ac:picMkLst>
            <pc:docMk/>
            <pc:sldMk cId="2718180337" sldId="274"/>
            <ac:picMk id="6" creationId="{D644E48A-D307-8CB8-F9D5-B0C7AD9790BF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D08E2DD9-FA8D-5B94-B41B-965820EA1FD7}" dt="2026-08-05T10:44:08.387" v="1017" actId="20577"/>
        <pc:sldMkLst>
          <pc:docMk/>
          <pc:sldMk cId="1978490285" sldId="275"/>
        </pc:sldMkLst>
        <pc:spChg chg="mod">
          <ac:chgData name="Arseniy Buzyan (extern)" userId="S::arseniy.buzyan@edu.stockholm.se::f92a01cd-049f-4602-b292-09b82d2ea4e3" providerId="AD" clId="Web-{D08E2DD9-FA8D-5B94-B41B-965820EA1FD7}" dt="2026-08-05T10:43:06.465" v="999" actId="1076"/>
          <ac:spMkLst>
            <pc:docMk/>
            <pc:sldMk cId="1978490285" sldId="275"/>
            <ac:spMk id="2" creationId="{074E58C6-B462-57B3-1999-CEA7ACBF54D0}"/>
          </ac:spMkLst>
        </pc:spChg>
        <pc:spChg chg="mod">
          <ac:chgData name="Arseniy Buzyan (extern)" userId="S::arseniy.buzyan@edu.stockholm.se::f92a01cd-049f-4602-b292-09b82d2ea4e3" providerId="AD" clId="Web-{D08E2DD9-FA8D-5B94-B41B-965820EA1FD7}" dt="2026-08-05T10:44:08.387" v="1017" actId="20577"/>
          <ac:spMkLst>
            <pc:docMk/>
            <pc:sldMk cId="1978490285" sldId="275"/>
            <ac:spMk id="3" creationId="{E81C9AC1-F796-D63C-3343-4E307405AF14}"/>
          </ac:spMkLst>
        </pc:spChg>
        <pc:spChg chg="add del">
          <ac:chgData name="Arseniy Buzyan (extern)" userId="S::arseniy.buzyan@edu.stockholm.se::f92a01cd-049f-4602-b292-09b82d2ea4e3" providerId="AD" clId="Web-{D08E2DD9-FA8D-5B94-B41B-965820EA1FD7}" dt="2026-08-05T10:42:31.168" v="987"/>
          <ac:spMkLst>
            <pc:docMk/>
            <pc:sldMk cId="1978490285" sldId="275"/>
            <ac:spMk id="8" creationId="{09588DA8-065E-4F6F-8EFD-43104AB2E0CF}"/>
          </ac:spMkLst>
        </pc:spChg>
        <pc:spChg chg="add del">
          <ac:chgData name="Arseniy Buzyan (extern)" userId="S::arseniy.buzyan@edu.stockholm.se::f92a01cd-049f-4602-b292-09b82d2ea4e3" providerId="AD" clId="Web-{D08E2DD9-FA8D-5B94-B41B-965820EA1FD7}" dt="2026-08-05T10:42:31.168" v="987"/>
          <ac:spMkLst>
            <pc:docMk/>
            <pc:sldMk cId="1978490285" sldId="275"/>
            <ac:spMk id="10" creationId="{C4285719-470E-454C-AF62-8323075F1F5B}"/>
          </ac:spMkLst>
        </pc:spChg>
        <pc:spChg chg="add del">
          <ac:chgData name="Arseniy Buzyan (extern)" userId="S::arseniy.buzyan@edu.stockholm.se::f92a01cd-049f-4602-b292-09b82d2ea4e3" providerId="AD" clId="Web-{D08E2DD9-FA8D-5B94-B41B-965820EA1FD7}" dt="2026-08-05T10:42:31.168" v="987"/>
          <ac:spMkLst>
            <pc:docMk/>
            <pc:sldMk cId="1978490285" sldId="275"/>
            <ac:spMk id="12" creationId="{CD9FE4EF-C4D8-49A0-B2FF-81D8DB7D8A24}"/>
          </ac:spMkLst>
        </pc:spChg>
        <pc:spChg chg="add del">
          <ac:chgData name="Arseniy Buzyan (extern)" userId="S::arseniy.buzyan@edu.stockholm.se::f92a01cd-049f-4602-b292-09b82d2ea4e3" providerId="AD" clId="Web-{D08E2DD9-FA8D-5B94-B41B-965820EA1FD7}" dt="2026-08-05T10:42:31.168" v="987"/>
          <ac:spMkLst>
            <pc:docMk/>
            <pc:sldMk cId="1978490285" sldId="275"/>
            <ac:spMk id="14" creationId="{4300840D-0A0B-4512-BACA-B439D5B9C57C}"/>
          </ac:spMkLst>
        </pc:spChg>
        <pc:spChg chg="add del">
          <ac:chgData name="Arseniy Buzyan (extern)" userId="S::arseniy.buzyan@edu.stockholm.se::f92a01cd-049f-4602-b292-09b82d2ea4e3" providerId="AD" clId="Web-{D08E2DD9-FA8D-5B94-B41B-965820EA1FD7}" dt="2026-08-05T10:42:31.168" v="987"/>
          <ac:spMkLst>
            <pc:docMk/>
            <pc:sldMk cId="1978490285" sldId="275"/>
            <ac:spMk id="16" creationId="{D2B78728-A580-49A7-84F9-6EF6F583ADE0}"/>
          </ac:spMkLst>
        </pc:spChg>
        <pc:spChg chg="add del">
          <ac:chgData name="Arseniy Buzyan (extern)" userId="S::arseniy.buzyan@edu.stockholm.se::f92a01cd-049f-4602-b292-09b82d2ea4e3" providerId="AD" clId="Web-{D08E2DD9-FA8D-5B94-B41B-965820EA1FD7}" dt="2026-08-05T10:42:31.168" v="987"/>
          <ac:spMkLst>
            <pc:docMk/>
            <pc:sldMk cId="1978490285" sldId="275"/>
            <ac:spMk id="18" creationId="{38FAA1A1-D861-433F-88FA-1E9D6FD31D11}"/>
          </ac:spMkLst>
        </pc:spChg>
        <pc:spChg chg="add del">
          <ac:chgData name="Arseniy Buzyan (extern)" userId="S::arseniy.buzyan@edu.stockholm.se::f92a01cd-049f-4602-b292-09b82d2ea4e3" providerId="AD" clId="Web-{D08E2DD9-FA8D-5B94-B41B-965820EA1FD7}" dt="2026-08-05T10:42:31.168" v="987"/>
          <ac:spMkLst>
            <pc:docMk/>
            <pc:sldMk cId="1978490285" sldId="275"/>
            <ac:spMk id="20" creationId="{8D71EDA1-87BF-4D5D-AB79-F346FD19278A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42:31.168" v="988"/>
          <ac:spMkLst>
            <pc:docMk/>
            <pc:sldMk cId="1978490285" sldId="275"/>
            <ac:spMk id="22" creationId="{B14C2221-2B8C-494D-9442-F812DF4E8794}"/>
          </ac:spMkLst>
        </pc:spChg>
        <pc:picChg chg="add mod">
          <ac:chgData name="Arseniy Buzyan (extern)" userId="S::arseniy.buzyan@edu.stockholm.se::f92a01cd-049f-4602-b292-09b82d2ea4e3" providerId="AD" clId="Web-{D08E2DD9-FA8D-5B94-B41B-965820EA1FD7}" dt="2026-08-05T10:43:08.559" v="1000" actId="1076"/>
          <ac:picMkLst>
            <pc:docMk/>
            <pc:sldMk cId="1978490285" sldId="275"/>
            <ac:picMk id="7" creationId="{F863593C-8116-F786-03F0-FD44BA626230}"/>
          </ac:picMkLst>
        </pc:picChg>
      </pc:sldChg>
      <pc:sldChg chg="addSp delSp modSp new mod setBg setClrOvrMap">
        <pc:chgData name="Arseniy Buzyan (extern)" userId="S::arseniy.buzyan@edu.stockholm.se::f92a01cd-049f-4602-b292-09b82d2ea4e3" providerId="AD" clId="Web-{D08E2DD9-FA8D-5B94-B41B-965820EA1FD7}" dt="2026-08-05T10:55:48.598" v="1040" actId="20577"/>
        <pc:sldMkLst>
          <pc:docMk/>
          <pc:sldMk cId="1277556108" sldId="276"/>
        </pc:sldMkLst>
        <pc:spChg chg="mod">
          <ac:chgData name="Arseniy Buzyan (extern)" userId="S::arseniy.buzyan@edu.stockholm.se::f92a01cd-049f-4602-b292-09b82d2ea4e3" providerId="AD" clId="Web-{D08E2DD9-FA8D-5B94-B41B-965820EA1FD7}" dt="2026-08-05T10:55:48.598" v="1040" actId="20577"/>
          <ac:spMkLst>
            <pc:docMk/>
            <pc:sldMk cId="1277556108" sldId="276"/>
            <ac:spMk id="2" creationId="{9049EBFD-B902-A7DE-C425-319042AC9608}"/>
          </ac:spMkLst>
        </pc:spChg>
        <pc:spChg chg="del">
          <ac:chgData name="Arseniy Buzyan (extern)" userId="S::arseniy.buzyan@edu.stockholm.se::f92a01cd-049f-4602-b292-09b82d2ea4e3" providerId="AD" clId="Web-{D08E2DD9-FA8D-5B94-B41B-965820EA1FD7}" dt="2026-08-05T10:55:04.801" v="1027"/>
          <ac:spMkLst>
            <pc:docMk/>
            <pc:sldMk cId="1277556108" sldId="276"/>
            <ac:spMk id="3" creationId="{7D58441E-F009-428D-521A-44BC4A3AC555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55:09.520" v="1028"/>
          <ac:spMkLst>
            <pc:docMk/>
            <pc:sldMk cId="1277556108" sldId="276"/>
            <ac:spMk id="7" creationId="{66B332A4-D438-4773-A77F-5ED49A448D9D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55:09.520" v="1028"/>
          <ac:spMkLst>
            <pc:docMk/>
            <pc:sldMk cId="1277556108" sldId="276"/>
            <ac:spMk id="9" creationId="{DF9AD32D-FF05-44F4-BD4D-9CEE89B71EB9}"/>
          </ac:spMkLst>
        </pc:spChg>
      </pc:sldChg>
      <pc:sldChg chg="addSp delSp modSp new mod setBg">
        <pc:chgData name="Arseniy Buzyan (extern)" userId="S::arseniy.buzyan@edu.stockholm.se::f92a01cd-049f-4602-b292-09b82d2ea4e3" providerId="AD" clId="Web-{D08E2DD9-FA8D-5B94-B41B-965820EA1FD7}" dt="2026-08-05T10:57:47.805" v="1049" actId="1076"/>
        <pc:sldMkLst>
          <pc:docMk/>
          <pc:sldMk cId="3756378545" sldId="277"/>
        </pc:sldMkLst>
        <pc:spChg chg="add del">
          <ac:chgData name="Arseniy Buzyan (extern)" userId="S::arseniy.buzyan@edu.stockholm.se::f92a01cd-049f-4602-b292-09b82d2ea4e3" providerId="AD" clId="Web-{D08E2DD9-FA8D-5B94-B41B-965820EA1FD7}" dt="2026-08-05T10:57:31.914" v="1046"/>
          <ac:spMkLst>
            <pc:docMk/>
            <pc:sldMk cId="3756378545" sldId="277"/>
            <ac:spMk id="2" creationId="{CF02453F-362B-877B-4963-8EF528471112}"/>
          </ac:spMkLst>
        </pc:spChg>
        <pc:spChg chg="del">
          <ac:chgData name="Arseniy Buzyan (extern)" userId="S::arseniy.buzyan@edu.stockholm.se::f92a01cd-049f-4602-b292-09b82d2ea4e3" providerId="AD" clId="Web-{D08E2DD9-FA8D-5B94-B41B-965820EA1FD7}" dt="2026-08-05T10:57:21.833" v="1042"/>
          <ac:spMkLst>
            <pc:docMk/>
            <pc:sldMk cId="3756378545" sldId="277"/>
            <ac:spMk id="3" creationId="{6FEE2906-9428-3BB9-EB29-A57BB21FF0DD}"/>
          </ac:spMkLst>
        </pc:spChg>
        <pc:spChg chg="add del">
          <ac:chgData name="Arseniy Buzyan (extern)" userId="S::arseniy.buzyan@edu.stockholm.se::f92a01cd-049f-4602-b292-09b82d2ea4e3" providerId="AD" clId="Web-{D08E2DD9-FA8D-5B94-B41B-965820EA1FD7}" dt="2026-08-05T10:57:31.914" v="1045"/>
          <ac:spMkLst>
            <pc:docMk/>
            <pc:sldMk cId="3756378545" sldId="277"/>
            <ac:spMk id="9" creationId="{AB8C311F-7253-4AED-9701-7FC0708C41C7}"/>
          </ac:spMkLst>
        </pc:spChg>
        <pc:spChg chg="add del">
          <ac:chgData name="Arseniy Buzyan (extern)" userId="S::arseniy.buzyan@edu.stockholm.se::f92a01cd-049f-4602-b292-09b82d2ea4e3" providerId="AD" clId="Web-{D08E2DD9-FA8D-5B94-B41B-965820EA1FD7}" dt="2026-08-05T10:57:31.914" v="1045"/>
          <ac:spMkLst>
            <pc:docMk/>
            <pc:sldMk cId="3756378545" sldId="277"/>
            <ac:spMk id="11" creationId="{E2384209-CB15-4CDF-9D31-C44FD9A3F20D}"/>
          </ac:spMkLst>
        </pc:spChg>
        <pc:spChg chg="add del">
          <ac:chgData name="Arseniy Buzyan (extern)" userId="S::arseniy.buzyan@edu.stockholm.se::f92a01cd-049f-4602-b292-09b82d2ea4e3" providerId="AD" clId="Web-{D08E2DD9-FA8D-5B94-B41B-965820EA1FD7}" dt="2026-08-05T10:57:31.914" v="1045"/>
          <ac:spMkLst>
            <pc:docMk/>
            <pc:sldMk cId="3756378545" sldId="277"/>
            <ac:spMk id="13" creationId="{2633B3B5-CC90-43F0-8714-D31D1F3F0209}"/>
          </ac:spMkLst>
        </pc:spChg>
        <pc:spChg chg="add del">
          <ac:chgData name="Arseniy Buzyan (extern)" userId="S::arseniy.buzyan@edu.stockholm.se::f92a01cd-049f-4602-b292-09b82d2ea4e3" providerId="AD" clId="Web-{D08E2DD9-FA8D-5B94-B41B-965820EA1FD7}" dt="2026-08-05T10:57:31.914" v="1045"/>
          <ac:spMkLst>
            <pc:docMk/>
            <pc:sldMk cId="3756378545" sldId="277"/>
            <ac:spMk id="15" creationId="{A8D57A06-A426-446D-B02C-A2DC6B62E45E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0:57:31.914" v="1046"/>
          <ac:spMkLst>
            <pc:docMk/>
            <pc:sldMk cId="3756378545" sldId="277"/>
            <ac:spMk id="17" creationId="{42A4FC2C-047E-45A5-965D-8E1E3BF09BC6}"/>
          </ac:spMkLst>
        </pc:spChg>
        <pc:picChg chg="add mod ord modCrop">
          <ac:chgData name="Arseniy Buzyan (extern)" userId="S::arseniy.buzyan@edu.stockholm.se::f92a01cd-049f-4602-b292-09b82d2ea4e3" providerId="AD" clId="Web-{D08E2DD9-FA8D-5B94-B41B-965820EA1FD7}" dt="2026-08-05T10:57:47.805" v="1049" actId="1076"/>
          <ac:picMkLst>
            <pc:docMk/>
            <pc:sldMk cId="3756378545" sldId="277"/>
            <ac:picMk id="4" creationId="{4CEC5551-F018-2AF4-33F3-F5C3A7E10BDB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D08E2DD9-FA8D-5B94-B41B-965820EA1FD7}" dt="2026-08-05T11:09:06.837" v="1087" actId="1076"/>
        <pc:sldMkLst>
          <pc:docMk/>
          <pc:sldMk cId="473903341" sldId="278"/>
        </pc:sldMkLst>
        <pc:spChg chg="del">
          <ac:chgData name="Arseniy Buzyan (extern)" userId="S::arseniy.buzyan@edu.stockholm.se::f92a01cd-049f-4602-b292-09b82d2ea4e3" providerId="AD" clId="Web-{D08E2DD9-FA8D-5B94-B41B-965820EA1FD7}" dt="2026-08-05T11:08:57.712" v="1084"/>
          <ac:spMkLst>
            <pc:docMk/>
            <pc:sldMk cId="473903341" sldId="278"/>
            <ac:spMk id="2" creationId="{3BF6AC35-766F-FFC7-11CA-93A7AC7671AB}"/>
          </ac:spMkLst>
        </pc:spChg>
        <pc:spChg chg="del">
          <ac:chgData name="Arseniy Buzyan (extern)" userId="S::arseniy.buzyan@edu.stockholm.se::f92a01cd-049f-4602-b292-09b82d2ea4e3" providerId="AD" clId="Web-{D08E2DD9-FA8D-5B94-B41B-965820EA1FD7}" dt="2026-08-05T11:08:52.634" v="1082"/>
          <ac:spMkLst>
            <pc:docMk/>
            <pc:sldMk cId="473903341" sldId="278"/>
            <ac:spMk id="3" creationId="{DC4075F8-EDAC-5A8B-5FCD-1FD6929FBBB1}"/>
          </ac:spMkLst>
        </pc:spChg>
        <pc:spChg chg="add">
          <ac:chgData name="Arseniy Buzyan (extern)" userId="S::arseniy.buzyan@edu.stockholm.se::f92a01cd-049f-4602-b292-09b82d2ea4e3" providerId="AD" clId="Web-{D08E2DD9-FA8D-5B94-B41B-965820EA1FD7}" dt="2026-08-05T11:08:57.712" v="1084"/>
          <ac:spMkLst>
            <pc:docMk/>
            <pc:sldMk cId="473903341" sldId="278"/>
            <ac:spMk id="9" creationId="{42A4FC2C-047E-45A5-965D-8E1E3BF09BC6}"/>
          </ac:spMkLst>
        </pc:spChg>
        <pc:picChg chg="add mod ord modCrop">
          <ac:chgData name="Arseniy Buzyan (extern)" userId="S::arseniy.buzyan@edu.stockholm.se::f92a01cd-049f-4602-b292-09b82d2ea4e3" providerId="AD" clId="Web-{D08E2DD9-FA8D-5B94-B41B-965820EA1FD7}" dt="2026-08-05T11:09:06.837" v="1087" actId="1076"/>
          <ac:picMkLst>
            <pc:docMk/>
            <pc:sldMk cId="473903341" sldId="278"/>
            <ac:picMk id="4" creationId="{479F2BEB-D961-2F62-DDCB-C72B26B604AF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AAD6D8-D299-4B21-B699-34C590B39F4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D382120F-ECAA-4E2F-BE69-EA650CFE96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Standard i svenska Windows-miljöer</a:t>
          </a:r>
        </a:p>
      </dgm:t>
    </dgm:pt>
    <dgm:pt modelId="{F2FDE030-49B3-4175-A26F-8C5C5C60703D}" type="parTrans" cxnId="{22996118-184A-4A33-99B7-C3CCB467FC86}">
      <dgm:prSet/>
      <dgm:spPr/>
      <dgm:t>
        <a:bodyPr/>
        <a:lstStyle/>
        <a:p>
          <a:endParaRPr lang="en-US"/>
        </a:p>
      </dgm:t>
    </dgm:pt>
    <dgm:pt modelId="{4C29DC40-4D34-4DB1-AD73-A4458C4FE8F6}" type="sibTrans" cxnId="{22996118-184A-4A33-99B7-C3CCB467FC8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7F8712C-3316-45F6-AD0D-7F623D6C24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Kan hantera ALLT i Windows och Azure</a:t>
          </a:r>
        </a:p>
      </dgm:t>
    </dgm:pt>
    <dgm:pt modelId="{6F5F1108-4060-495A-8041-A0060532D922}" type="parTrans" cxnId="{F336D81C-EFB1-43EB-884E-1472EC33FBF9}">
      <dgm:prSet/>
      <dgm:spPr/>
      <dgm:t>
        <a:bodyPr/>
        <a:lstStyle/>
        <a:p>
          <a:endParaRPr lang="en-US"/>
        </a:p>
      </dgm:t>
    </dgm:pt>
    <dgm:pt modelId="{0229B4F5-EAF4-43A4-973C-32EA3B540F84}" type="sibTrans" cxnId="{F336D81C-EFB1-43EB-884E-1472EC33FBF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9C8DA0E-013E-49FB-9A23-A2B2182AEE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Enkel att lära sig – Verb-Substantiv-logik</a:t>
          </a:r>
        </a:p>
      </dgm:t>
    </dgm:pt>
    <dgm:pt modelId="{DD24E8BD-5211-48B0-AF07-848A23A9A26F}" type="parTrans" cxnId="{F762C24E-AEEB-4440-A1AD-90455F89A1C4}">
      <dgm:prSet/>
      <dgm:spPr/>
      <dgm:t>
        <a:bodyPr/>
        <a:lstStyle/>
        <a:p>
          <a:endParaRPr lang="en-US"/>
        </a:p>
      </dgm:t>
    </dgm:pt>
    <dgm:pt modelId="{018DA6E8-1873-45F4-93DA-DE1992C9EB2D}" type="sibTrans" cxnId="{F762C24E-AEEB-4440-A1AD-90455F89A1C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09A6907-1208-4C14-B5EF-75F440D03F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Öppen källkod och plattformsoberoende sedan 2016 – fungerar på Windows, Linux och macOS! </a:t>
          </a:r>
        </a:p>
      </dgm:t>
    </dgm:pt>
    <dgm:pt modelId="{39C8B51F-F58A-4D4D-997D-D5B0088C322A}" type="parTrans" cxnId="{F3247048-AE40-4BC6-9619-4F42D03436FC}">
      <dgm:prSet/>
      <dgm:spPr/>
      <dgm:t>
        <a:bodyPr/>
        <a:lstStyle/>
        <a:p>
          <a:endParaRPr lang="en-US"/>
        </a:p>
      </dgm:t>
    </dgm:pt>
    <dgm:pt modelId="{552D2717-B9EB-4AAF-91F0-0EC2BC463DAB}" type="sibTrans" cxnId="{F3247048-AE40-4BC6-9619-4F42D03436F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50C1A94-707E-4559-B6EE-3FF98A1914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PowerShell 7.7 är den senaste versionen (2026)</a:t>
          </a:r>
          <a:r>
            <a:rPr lang="en-US"/>
            <a:t> baserad på .NET 11.0, med förbättrad prestanda och nya funktioner för automatisering .</a:t>
          </a:r>
        </a:p>
      </dgm:t>
    </dgm:pt>
    <dgm:pt modelId="{842647E9-D34C-48CB-9F02-6EBC340CE802}" type="parTrans" cxnId="{3E76A6A0-6ECD-4E8E-BA1A-F8D6BCAE6C61}">
      <dgm:prSet/>
      <dgm:spPr/>
      <dgm:t>
        <a:bodyPr/>
        <a:lstStyle/>
        <a:p>
          <a:endParaRPr lang="en-US"/>
        </a:p>
      </dgm:t>
    </dgm:pt>
    <dgm:pt modelId="{9D47916B-A162-49FF-841A-499D56B60705}" type="sibTrans" cxnId="{3E76A6A0-6ECD-4E8E-BA1A-F8D6BCAE6C61}">
      <dgm:prSet/>
      <dgm:spPr/>
      <dgm:t>
        <a:bodyPr/>
        <a:lstStyle/>
        <a:p>
          <a:endParaRPr lang="en-US"/>
        </a:p>
      </dgm:t>
    </dgm:pt>
    <dgm:pt modelId="{3D5B6008-EC6B-40C6-95C2-09FDE5CB08EB}" type="pres">
      <dgm:prSet presAssocID="{AFAAD6D8-D299-4B21-B699-34C590B39F47}" presName="root" presStyleCnt="0">
        <dgm:presLayoutVars>
          <dgm:dir/>
          <dgm:resizeHandles val="exact"/>
        </dgm:presLayoutVars>
      </dgm:prSet>
      <dgm:spPr/>
    </dgm:pt>
    <dgm:pt modelId="{450C5B7C-5620-4211-93EA-7BE92F072DE2}" type="pres">
      <dgm:prSet presAssocID="{D382120F-ECAA-4E2F-BE69-EA650CFE9644}" presName="compNode" presStyleCnt="0"/>
      <dgm:spPr/>
    </dgm:pt>
    <dgm:pt modelId="{9D985C1B-C710-4990-AC8A-9F2359F9801F}" type="pres">
      <dgm:prSet presAssocID="{D382120F-ECAA-4E2F-BE69-EA650CFE964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E0853D55-5E11-4434-A817-96CAE5E42987}" type="pres">
      <dgm:prSet presAssocID="{D382120F-ECAA-4E2F-BE69-EA650CFE9644}" presName="spaceRect" presStyleCnt="0"/>
      <dgm:spPr/>
    </dgm:pt>
    <dgm:pt modelId="{CBBF4CBA-0387-4D07-A677-9F23E55BF51A}" type="pres">
      <dgm:prSet presAssocID="{D382120F-ECAA-4E2F-BE69-EA650CFE9644}" presName="textRect" presStyleLbl="revTx" presStyleIdx="0" presStyleCnt="5">
        <dgm:presLayoutVars>
          <dgm:chMax val="1"/>
          <dgm:chPref val="1"/>
        </dgm:presLayoutVars>
      </dgm:prSet>
      <dgm:spPr/>
    </dgm:pt>
    <dgm:pt modelId="{4AA1C92D-C0CF-450C-BD3D-516FC99FC306}" type="pres">
      <dgm:prSet presAssocID="{4C29DC40-4D34-4DB1-AD73-A4458C4FE8F6}" presName="sibTrans" presStyleCnt="0"/>
      <dgm:spPr/>
    </dgm:pt>
    <dgm:pt modelId="{08A0AC9B-9C3B-44AC-9110-6BA23079249C}" type="pres">
      <dgm:prSet presAssocID="{A7F8712C-3316-45F6-AD0D-7F623D6C2456}" presName="compNode" presStyleCnt="0"/>
      <dgm:spPr/>
    </dgm:pt>
    <dgm:pt modelId="{1CBA0331-CB8B-44F7-9DA5-FF76C3F24773}" type="pres">
      <dgm:prSet presAssocID="{A7F8712C-3316-45F6-AD0D-7F623D6C245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ck"/>
        </a:ext>
      </dgm:extLst>
    </dgm:pt>
    <dgm:pt modelId="{C6802885-3118-4BD6-ABA3-DEE5FBC60B83}" type="pres">
      <dgm:prSet presAssocID="{A7F8712C-3316-45F6-AD0D-7F623D6C2456}" presName="spaceRect" presStyleCnt="0"/>
      <dgm:spPr/>
    </dgm:pt>
    <dgm:pt modelId="{E89388A2-F3AB-4800-BE87-FED23FB170AE}" type="pres">
      <dgm:prSet presAssocID="{A7F8712C-3316-45F6-AD0D-7F623D6C2456}" presName="textRect" presStyleLbl="revTx" presStyleIdx="1" presStyleCnt="5">
        <dgm:presLayoutVars>
          <dgm:chMax val="1"/>
          <dgm:chPref val="1"/>
        </dgm:presLayoutVars>
      </dgm:prSet>
      <dgm:spPr/>
    </dgm:pt>
    <dgm:pt modelId="{980C6698-ACBF-42EB-9424-5965BF38DCED}" type="pres">
      <dgm:prSet presAssocID="{0229B4F5-EAF4-43A4-973C-32EA3B540F84}" presName="sibTrans" presStyleCnt="0"/>
      <dgm:spPr/>
    </dgm:pt>
    <dgm:pt modelId="{16C95893-35FB-4FFB-B903-DE59A7FDB44C}" type="pres">
      <dgm:prSet presAssocID="{29C8DA0E-013E-49FB-9A23-A2B2182AEE4F}" presName="compNode" presStyleCnt="0"/>
      <dgm:spPr/>
    </dgm:pt>
    <dgm:pt modelId="{5468EFC1-B7F9-44B0-8C38-5C31137CD22B}" type="pres">
      <dgm:prSet presAssocID="{29C8DA0E-013E-49FB-9A23-A2B2182AEE4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09541EE8-266F-42E2-8508-3E22D7503AD7}" type="pres">
      <dgm:prSet presAssocID="{29C8DA0E-013E-49FB-9A23-A2B2182AEE4F}" presName="spaceRect" presStyleCnt="0"/>
      <dgm:spPr/>
    </dgm:pt>
    <dgm:pt modelId="{03A65F83-6058-4C5B-8160-3608AB62CFCB}" type="pres">
      <dgm:prSet presAssocID="{29C8DA0E-013E-49FB-9A23-A2B2182AEE4F}" presName="textRect" presStyleLbl="revTx" presStyleIdx="2" presStyleCnt="5">
        <dgm:presLayoutVars>
          <dgm:chMax val="1"/>
          <dgm:chPref val="1"/>
        </dgm:presLayoutVars>
      </dgm:prSet>
      <dgm:spPr/>
    </dgm:pt>
    <dgm:pt modelId="{4F269FEC-B863-4A40-B000-109645D70862}" type="pres">
      <dgm:prSet presAssocID="{018DA6E8-1873-45F4-93DA-DE1992C9EB2D}" presName="sibTrans" presStyleCnt="0"/>
      <dgm:spPr/>
    </dgm:pt>
    <dgm:pt modelId="{2DAC8519-FC1B-41FC-B1E0-4371DE5B65E2}" type="pres">
      <dgm:prSet presAssocID="{109A6907-1208-4C14-B5EF-75F440D03FF0}" presName="compNode" presStyleCnt="0"/>
      <dgm:spPr/>
    </dgm:pt>
    <dgm:pt modelId="{EDDDFCE2-EDE7-49CA-9C16-EAB18E874267}" type="pres">
      <dgm:prSet presAssocID="{109A6907-1208-4C14-B5EF-75F440D03FF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7F8866AA-12FC-4FCE-9101-958F03934381}" type="pres">
      <dgm:prSet presAssocID="{109A6907-1208-4C14-B5EF-75F440D03FF0}" presName="spaceRect" presStyleCnt="0"/>
      <dgm:spPr/>
    </dgm:pt>
    <dgm:pt modelId="{805F31C4-2EAA-4ACF-BD0E-AF77CEF4BE36}" type="pres">
      <dgm:prSet presAssocID="{109A6907-1208-4C14-B5EF-75F440D03FF0}" presName="textRect" presStyleLbl="revTx" presStyleIdx="3" presStyleCnt="5">
        <dgm:presLayoutVars>
          <dgm:chMax val="1"/>
          <dgm:chPref val="1"/>
        </dgm:presLayoutVars>
      </dgm:prSet>
      <dgm:spPr/>
    </dgm:pt>
    <dgm:pt modelId="{993890EA-804B-4C32-BA9C-B252D5F793EF}" type="pres">
      <dgm:prSet presAssocID="{552D2717-B9EB-4AAF-91F0-0EC2BC463DAB}" presName="sibTrans" presStyleCnt="0"/>
      <dgm:spPr/>
    </dgm:pt>
    <dgm:pt modelId="{A9FD6D93-E5B0-4D03-B88C-D3EF96A70312}" type="pres">
      <dgm:prSet presAssocID="{C50C1A94-707E-4559-B6EE-3FF98A1914C3}" presName="compNode" presStyleCnt="0"/>
      <dgm:spPr/>
    </dgm:pt>
    <dgm:pt modelId="{3C08EB03-EC9B-40CC-884C-3C2BB80EF64E}" type="pres">
      <dgm:prSet presAssocID="{C50C1A94-707E-4559-B6EE-3FF98A1914C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ör"/>
        </a:ext>
      </dgm:extLst>
    </dgm:pt>
    <dgm:pt modelId="{65572C4E-0DCC-4530-A8FE-938789700676}" type="pres">
      <dgm:prSet presAssocID="{C50C1A94-707E-4559-B6EE-3FF98A1914C3}" presName="spaceRect" presStyleCnt="0"/>
      <dgm:spPr/>
    </dgm:pt>
    <dgm:pt modelId="{40E0FDEF-EED3-4EDC-B765-338A70C6F672}" type="pres">
      <dgm:prSet presAssocID="{C50C1A94-707E-4559-B6EE-3FF98A1914C3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6D6530A-4951-4289-88F7-9ED8A1A0CA08}" type="presOf" srcId="{D382120F-ECAA-4E2F-BE69-EA650CFE9644}" destId="{CBBF4CBA-0387-4D07-A677-9F23E55BF51A}" srcOrd="0" destOrd="0" presId="urn:microsoft.com/office/officeart/2018/2/layout/IconLabelList"/>
    <dgm:cxn modelId="{22996118-184A-4A33-99B7-C3CCB467FC86}" srcId="{AFAAD6D8-D299-4B21-B699-34C590B39F47}" destId="{D382120F-ECAA-4E2F-BE69-EA650CFE9644}" srcOrd="0" destOrd="0" parTransId="{F2FDE030-49B3-4175-A26F-8C5C5C60703D}" sibTransId="{4C29DC40-4D34-4DB1-AD73-A4458C4FE8F6}"/>
    <dgm:cxn modelId="{F336D81C-EFB1-43EB-884E-1472EC33FBF9}" srcId="{AFAAD6D8-D299-4B21-B699-34C590B39F47}" destId="{A7F8712C-3316-45F6-AD0D-7F623D6C2456}" srcOrd="1" destOrd="0" parTransId="{6F5F1108-4060-495A-8041-A0060532D922}" sibTransId="{0229B4F5-EAF4-43A4-973C-32EA3B540F84}"/>
    <dgm:cxn modelId="{F3247048-AE40-4BC6-9619-4F42D03436FC}" srcId="{AFAAD6D8-D299-4B21-B699-34C590B39F47}" destId="{109A6907-1208-4C14-B5EF-75F440D03FF0}" srcOrd="3" destOrd="0" parTransId="{39C8B51F-F58A-4D4D-997D-D5B0088C322A}" sibTransId="{552D2717-B9EB-4AAF-91F0-0EC2BC463DAB}"/>
    <dgm:cxn modelId="{C8120A6A-D667-493A-A740-CE0930E643C0}" type="presOf" srcId="{C50C1A94-707E-4559-B6EE-3FF98A1914C3}" destId="{40E0FDEF-EED3-4EDC-B765-338A70C6F672}" srcOrd="0" destOrd="0" presId="urn:microsoft.com/office/officeart/2018/2/layout/IconLabelList"/>
    <dgm:cxn modelId="{5B1C174D-E14A-4EBC-BC05-595DACBE5562}" type="presOf" srcId="{29C8DA0E-013E-49FB-9A23-A2B2182AEE4F}" destId="{03A65F83-6058-4C5B-8160-3608AB62CFCB}" srcOrd="0" destOrd="0" presId="urn:microsoft.com/office/officeart/2018/2/layout/IconLabelList"/>
    <dgm:cxn modelId="{F762C24E-AEEB-4440-A1AD-90455F89A1C4}" srcId="{AFAAD6D8-D299-4B21-B699-34C590B39F47}" destId="{29C8DA0E-013E-49FB-9A23-A2B2182AEE4F}" srcOrd="2" destOrd="0" parTransId="{DD24E8BD-5211-48B0-AF07-848A23A9A26F}" sibTransId="{018DA6E8-1873-45F4-93DA-DE1992C9EB2D}"/>
    <dgm:cxn modelId="{3E76A6A0-6ECD-4E8E-BA1A-F8D6BCAE6C61}" srcId="{AFAAD6D8-D299-4B21-B699-34C590B39F47}" destId="{C50C1A94-707E-4559-B6EE-3FF98A1914C3}" srcOrd="4" destOrd="0" parTransId="{842647E9-D34C-48CB-9F02-6EBC340CE802}" sibTransId="{9D47916B-A162-49FF-841A-499D56B60705}"/>
    <dgm:cxn modelId="{3B8E52D6-C003-4775-9A78-60D7D7D4F0FC}" type="presOf" srcId="{A7F8712C-3316-45F6-AD0D-7F623D6C2456}" destId="{E89388A2-F3AB-4800-BE87-FED23FB170AE}" srcOrd="0" destOrd="0" presId="urn:microsoft.com/office/officeart/2018/2/layout/IconLabelList"/>
    <dgm:cxn modelId="{88CD0CDF-0E0F-4706-AABE-B6E940566B41}" type="presOf" srcId="{AFAAD6D8-D299-4B21-B699-34C590B39F47}" destId="{3D5B6008-EC6B-40C6-95C2-09FDE5CB08EB}" srcOrd="0" destOrd="0" presId="urn:microsoft.com/office/officeart/2018/2/layout/IconLabelList"/>
    <dgm:cxn modelId="{A141C6EE-A730-450B-A880-FD826C452596}" type="presOf" srcId="{109A6907-1208-4C14-B5EF-75F440D03FF0}" destId="{805F31C4-2EAA-4ACF-BD0E-AF77CEF4BE36}" srcOrd="0" destOrd="0" presId="urn:microsoft.com/office/officeart/2018/2/layout/IconLabelList"/>
    <dgm:cxn modelId="{87F23D15-54C6-4404-9969-61700D047551}" type="presParOf" srcId="{3D5B6008-EC6B-40C6-95C2-09FDE5CB08EB}" destId="{450C5B7C-5620-4211-93EA-7BE92F072DE2}" srcOrd="0" destOrd="0" presId="urn:microsoft.com/office/officeart/2018/2/layout/IconLabelList"/>
    <dgm:cxn modelId="{F3D3A065-7482-4CCF-9F72-CFB1E736897A}" type="presParOf" srcId="{450C5B7C-5620-4211-93EA-7BE92F072DE2}" destId="{9D985C1B-C710-4990-AC8A-9F2359F9801F}" srcOrd="0" destOrd="0" presId="urn:microsoft.com/office/officeart/2018/2/layout/IconLabelList"/>
    <dgm:cxn modelId="{8F848C4A-6E84-46D9-B198-43E8A6816060}" type="presParOf" srcId="{450C5B7C-5620-4211-93EA-7BE92F072DE2}" destId="{E0853D55-5E11-4434-A817-96CAE5E42987}" srcOrd="1" destOrd="0" presId="urn:microsoft.com/office/officeart/2018/2/layout/IconLabelList"/>
    <dgm:cxn modelId="{F1F12C92-2EB1-4411-BB7F-3FC65D2E6FA8}" type="presParOf" srcId="{450C5B7C-5620-4211-93EA-7BE92F072DE2}" destId="{CBBF4CBA-0387-4D07-A677-9F23E55BF51A}" srcOrd="2" destOrd="0" presId="urn:microsoft.com/office/officeart/2018/2/layout/IconLabelList"/>
    <dgm:cxn modelId="{5DF26E33-1F68-44B8-A6CE-FC3746C0D249}" type="presParOf" srcId="{3D5B6008-EC6B-40C6-95C2-09FDE5CB08EB}" destId="{4AA1C92D-C0CF-450C-BD3D-516FC99FC306}" srcOrd="1" destOrd="0" presId="urn:microsoft.com/office/officeart/2018/2/layout/IconLabelList"/>
    <dgm:cxn modelId="{38873072-4A6F-42DC-95CE-0C52B33F8C7A}" type="presParOf" srcId="{3D5B6008-EC6B-40C6-95C2-09FDE5CB08EB}" destId="{08A0AC9B-9C3B-44AC-9110-6BA23079249C}" srcOrd="2" destOrd="0" presId="urn:microsoft.com/office/officeart/2018/2/layout/IconLabelList"/>
    <dgm:cxn modelId="{132CF614-667E-4617-9E6F-0E004F79A710}" type="presParOf" srcId="{08A0AC9B-9C3B-44AC-9110-6BA23079249C}" destId="{1CBA0331-CB8B-44F7-9DA5-FF76C3F24773}" srcOrd="0" destOrd="0" presId="urn:microsoft.com/office/officeart/2018/2/layout/IconLabelList"/>
    <dgm:cxn modelId="{875AAFDD-724F-4298-8C55-A36B02CC7572}" type="presParOf" srcId="{08A0AC9B-9C3B-44AC-9110-6BA23079249C}" destId="{C6802885-3118-4BD6-ABA3-DEE5FBC60B83}" srcOrd="1" destOrd="0" presId="urn:microsoft.com/office/officeart/2018/2/layout/IconLabelList"/>
    <dgm:cxn modelId="{29B9DC89-0086-4377-943C-216AE3E13E13}" type="presParOf" srcId="{08A0AC9B-9C3B-44AC-9110-6BA23079249C}" destId="{E89388A2-F3AB-4800-BE87-FED23FB170AE}" srcOrd="2" destOrd="0" presId="urn:microsoft.com/office/officeart/2018/2/layout/IconLabelList"/>
    <dgm:cxn modelId="{7A74BF9A-7413-4C20-9D8C-C28DF2D9E09E}" type="presParOf" srcId="{3D5B6008-EC6B-40C6-95C2-09FDE5CB08EB}" destId="{980C6698-ACBF-42EB-9424-5965BF38DCED}" srcOrd="3" destOrd="0" presId="urn:microsoft.com/office/officeart/2018/2/layout/IconLabelList"/>
    <dgm:cxn modelId="{DC12D8A6-E4FD-48D1-B7A5-8BC0E58C3A7E}" type="presParOf" srcId="{3D5B6008-EC6B-40C6-95C2-09FDE5CB08EB}" destId="{16C95893-35FB-4FFB-B903-DE59A7FDB44C}" srcOrd="4" destOrd="0" presId="urn:microsoft.com/office/officeart/2018/2/layout/IconLabelList"/>
    <dgm:cxn modelId="{67501B5A-3EA4-4AB2-9BDF-4D232BD712CF}" type="presParOf" srcId="{16C95893-35FB-4FFB-B903-DE59A7FDB44C}" destId="{5468EFC1-B7F9-44B0-8C38-5C31137CD22B}" srcOrd="0" destOrd="0" presId="urn:microsoft.com/office/officeart/2018/2/layout/IconLabelList"/>
    <dgm:cxn modelId="{859F665D-E575-4832-BA38-7E624B496D3A}" type="presParOf" srcId="{16C95893-35FB-4FFB-B903-DE59A7FDB44C}" destId="{09541EE8-266F-42E2-8508-3E22D7503AD7}" srcOrd="1" destOrd="0" presId="urn:microsoft.com/office/officeart/2018/2/layout/IconLabelList"/>
    <dgm:cxn modelId="{7C755370-36E7-47F9-8117-3F02E6ACA051}" type="presParOf" srcId="{16C95893-35FB-4FFB-B903-DE59A7FDB44C}" destId="{03A65F83-6058-4C5B-8160-3608AB62CFCB}" srcOrd="2" destOrd="0" presId="urn:microsoft.com/office/officeart/2018/2/layout/IconLabelList"/>
    <dgm:cxn modelId="{94835087-63B3-4B60-9D18-4780B34A6BB7}" type="presParOf" srcId="{3D5B6008-EC6B-40C6-95C2-09FDE5CB08EB}" destId="{4F269FEC-B863-4A40-B000-109645D70862}" srcOrd="5" destOrd="0" presId="urn:microsoft.com/office/officeart/2018/2/layout/IconLabelList"/>
    <dgm:cxn modelId="{3073B776-E530-4109-B23B-5551A89F36B8}" type="presParOf" srcId="{3D5B6008-EC6B-40C6-95C2-09FDE5CB08EB}" destId="{2DAC8519-FC1B-41FC-B1E0-4371DE5B65E2}" srcOrd="6" destOrd="0" presId="urn:microsoft.com/office/officeart/2018/2/layout/IconLabelList"/>
    <dgm:cxn modelId="{D9DAA384-0C5E-450F-A790-3DD658BA77B0}" type="presParOf" srcId="{2DAC8519-FC1B-41FC-B1E0-4371DE5B65E2}" destId="{EDDDFCE2-EDE7-49CA-9C16-EAB18E874267}" srcOrd="0" destOrd="0" presId="urn:microsoft.com/office/officeart/2018/2/layout/IconLabelList"/>
    <dgm:cxn modelId="{83DBC351-F440-4347-8679-201EAA32CC5B}" type="presParOf" srcId="{2DAC8519-FC1B-41FC-B1E0-4371DE5B65E2}" destId="{7F8866AA-12FC-4FCE-9101-958F03934381}" srcOrd="1" destOrd="0" presId="urn:microsoft.com/office/officeart/2018/2/layout/IconLabelList"/>
    <dgm:cxn modelId="{78861435-6A0A-41B3-8A2B-6ADB7B1207E7}" type="presParOf" srcId="{2DAC8519-FC1B-41FC-B1E0-4371DE5B65E2}" destId="{805F31C4-2EAA-4ACF-BD0E-AF77CEF4BE36}" srcOrd="2" destOrd="0" presId="urn:microsoft.com/office/officeart/2018/2/layout/IconLabelList"/>
    <dgm:cxn modelId="{C166D978-AADC-491E-9BD5-FDA294305EAC}" type="presParOf" srcId="{3D5B6008-EC6B-40C6-95C2-09FDE5CB08EB}" destId="{993890EA-804B-4C32-BA9C-B252D5F793EF}" srcOrd="7" destOrd="0" presId="urn:microsoft.com/office/officeart/2018/2/layout/IconLabelList"/>
    <dgm:cxn modelId="{799FA065-BFF8-4959-AE7F-605642D9E3D3}" type="presParOf" srcId="{3D5B6008-EC6B-40C6-95C2-09FDE5CB08EB}" destId="{A9FD6D93-E5B0-4D03-B88C-D3EF96A70312}" srcOrd="8" destOrd="0" presId="urn:microsoft.com/office/officeart/2018/2/layout/IconLabelList"/>
    <dgm:cxn modelId="{E00FBBDC-5E90-453B-86E1-DD3C07410E1B}" type="presParOf" srcId="{A9FD6D93-E5B0-4D03-B88C-D3EF96A70312}" destId="{3C08EB03-EC9B-40CC-884C-3C2BB80EF64E}" srcOrd="0" destOrd="0" presId="urn:microsoft.com/office/officeart/2018/2/layout/IconLabelList"/>
    <dgm:cxn modelId="{418AF9E2-3404-4A44-92AF-8E6303D3CF76}" type="presParOf" srcId="{A9FD6D93-E5B0-4D03-B88C-D3EF96A70312}" destId="{65572C4E-0DCC-4530-A8FE-938789700676}" srcOrd="1" destOrd="0" presId="urn:microsoft.com/office/officeart/2018/2/layout/IconLabelList"/>
    <dgm:cxn modelId="{21F90BF9-76C9-41A4-87D6-B8EA0CF7DAC5}" type="presParOf" srcId="{A9FD6D93-E5B0-4D03-B88C-D3EF96A70312}" destId="{40E0FDEF-EED3-4EDC-B765-338A70C6F67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107692-F166-4CA7-8786-DBA4278EDE99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accent4_2" csCatId="accent4" phldr="1"/>
      <dgm:spPr/>
      <dgm:t>
        <a:bodyPr/>
        <a:lstStyle/>
        <a:p>
          <a:endParaRPr lang="en-US"/>
        </a:p>
      </dgm:t>
    </dgm:pt>
    <dgm:pt modelId="{3E1164C1-AADC-49A3-82E3-595DCF125D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PowerShell-pipelinen skickar </a:t>
          </a:r>
          <a:r>
            <a:rPr lang="en-US" b="1"/>
            <a:t>objekt</a:t>
          </a:r>
          <a:r>
            <a:rPr lang="en-US"/>
            <a:t> med egenskaper – du behöver inte tolka text med awk och sed som i Bash </a:t>
          </a:r>
        </a:p>
      </dgm:t>
    </dgm:pt>
    <dgm:pt modelId="{BC68D487-B48C-409D-AE1B-5825250DF42A}" type="parTrans" cxnId="{47936545-E046-4521-94EE-C27B335F5BBB}">
      <dgm:prSet/>
      <dgm:spPr/>
      <dgm:t>
        <a:bodyPr/>
        <a:lstStyle/>
        <a:p>
          <a:endParaRPr lang="en-US"/>
        </a:p>
      </dgm:t>
    </dgm:pt>
    <dgm:pt modelId="{F7C4E35A-52FF-4297-A736-2DBD3EED2E86}" type="sibTrans" cxnId="{47936545-E046-4521-94EE-C27B335F5BB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CC62955-89BA-4524-8A4D-B156E4E676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PowerShell-skript är ofta </a:t>
          </a:r>
          <a:r>
            <a:rPr lang="en-US" b="1"/>
            <a:t>kortare och lättare att förstå</a:t>
          </a:r>
          <a:r>
            <a:rPr lang="en-US"/>
            <a:t> än motsvarande Bash-skript </a:t>
          </a:r>
        </a:p>
      </dgm:t>
    </dgm:pt>
    <dgm:pt modelId="{1C95915A-A648-4215-A1EC-C06A43085F7B}" type="parTrans" cxnId="{904B4C94-FBDC-4FBB-A5B0-770687C59046}">
      <dgm:prSet/>
      <dgm:spPr/>
      <dgm:t>
        <a:bodyPr/>
        <a:lstStyle/>
        <a:p>
          <a:endParaRPr lang="en-US"/>
        </a:p>
      </dgm:t>
    </dgm:pt>
    <dgm:pt modelId="{1BFC2BCD-6C9F-4D05-B82A-4DF54C8B4BC3}" type="sibTrans" cxnId="{904B4C94-FBDC-4FBB-A5B0-770687C5904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A86D082-B445-485F-BD2C-B8116870F3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PowerShell är </a:t>
          </a:r>
          <a:r>
            <a:rPr lang="en-US" b="1"/>
            <a:t>plattformsoberoende</a:t>
          </a:r>
          <a:r>
            <a:rPr lang="en-US"/>
            <a:t> – samma skript fungerar på Windows, Linux och macOS </a:t>
          </a:r>
        </a:p>
      </dgm:t>
    </dgm:pt>
    <dgm:pt modelId="{F6AD404A-C464-42C5-82F5-E08E7CC61AB8}" type="parTrans" cxnId="{8930F676-6A22-4127-9E71-746A0F2A11DB}">
      <dgm:prSet/>
      <dgm:spPr/>
      <dgm:t>
        <a:bodyPr/>
        <a:lstStyle/>
        <a:p>
          <a:endParaRPr lang="en-US"/>
        </a:p>
      </dgm:t>
    </dgm:pt>
    <dgm:pt modelId="{FE3A311E-2040-44FD-B6C0-F9B97CBF3F28}" type="sibTrans" cxnId="{8930F676-6A22-4127-9E71-746A0F2A11D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E3C9F30-697F-4DC4-9DBA-F4F0E25C5B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Tänk:</a:t>
          </a:r>
          <a:r>
            <a:rPr lang="en-US"/>
            <a:t> PowerShell är som att prata med datorn med strukturerad data. Bash är som att tolka rå text. Båda har sin plats, men PowerShell är ofta kraftfullare för komplexa uppgifter .</a:t>
          </a:r>
        </a:p>
      </dgm:t>
    </dgm:pt>
    <dgm:pt modelId="{1BEFB104-6FC4-4C2A-B1B8-3F7712FAF470}" type="parTrans" cxnId="{5D3E5392-F8F6-4DCF-B0B6-DB680DCF9766}">
      <dgm:prSet/>
      <dgm:spPr/>
      <dgm:t>
        <a:bodyPr/>
        <a:lstStyle/>
        <a:p>
          <a:endParaRPr lang="en-US"/>
        </a:p>
      </dgm:t>
    </dgm:pt>
    <dgm:pt modelId="{34E646D0-6FC2-4A50-BC62-D3F6B17A4CE6}" type="sibTrans" cxnId="{5D3E5392-F8F6-4DCF-B0B6-DB680DCF9766}">
      <dgm:prSet/>
      <dgm:spPr/>
      <dgm:t>
        <a:bodyPr/>
        <a:lstStyle/>
        <a:p>
          <a:endParaRPr lang="en-US"/>
        </a:p>
      </dgm:t>
    </dgm:pt>
    <dgm:pt modelId="{A874049A-6BA1-4E4C-B248-5B929CC96E7D}" type="pres">
      <dgm:prSet presAssocID="{7E107692-F166-4CA7-8786-DBA4278EDE99}" presName="root" presStyleCnt="0">
        <dgm:presLayoutVars>
          <dgm:dir/>
          <dgm:resizeHandles val="exact"/>
        </dgm:presLayoutVars>
      </dgm:prSet>
      <dgm:spPr/>
    </dgm:pt>
    <dgm:pt modelId="{9F791C42-85C4-4D55-AA2D-1F307C2F524D}" type="pres">
      <dgm:prSet presAssocID="{7E107692-F166-4CA7-8786-DBA4278EDE99}" presName="container" presStyleCnt="0">
        <dgm:presLayoutVars>
          <dgm:dir/>
          <dgm:resizeHandles val="exact"/>
        </dgm:presLayoutVars>
      </dgm:prSet>
      <dgm:spPr/>
    </dgm:pt>
    <dgm:pt modelId="{74698CFA-7C22-4490-A03E-6B1B8C364362}" type="pres">
      <dgm:prSet presAssocID="{3E1164C1-AADC-49A3-82E3-595DCF125D43}" presName="compNode" presStyleCnt="0"/>
      <dgm:spPr/>
    </dgm:pt>
    <dgm:pt modelId="{0C6D08DB-2D15-4A18-8494-EC8B835EB2DA}" type="pres">
      <dgm:prSet presAssocID="{3E1164C1-AADC-49A3-82E3-595DCF125D43}" presName="iconBgRect" presStyleLbl="bgShp" presStyleIdx="0" presStyleCnt="4"/>
      <dgm:spPr/>
    </dgm:pt>
    <dgm:pt modelId="{F7BBD166-4D00-409D-BF89-8466A622E178}" type="pres">
      <dgm:prSet presAssocID="{3E1164C1-AADC-49A3-82E3-595DCF125D4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ck"/>
        </a:ext>
      </dgm:extLst>
    </dgm:pt>
    <dgm:pt modelId="{C8C799F8-0ADF-48C5-926E-CC7C602BA02D}" type="pres">
      <dgm:prSet presAssocID="{3E1164C1-AADC-49A3-82E3-595DCF125D43}" presName="spaceRect" presStyleCnt="0"/>
      <dgm:spPr/>
    </dgm:pt>
    <dgm:pt modelId="{14ED401B-EC7D-4725-A368-EAA80DF314AF}" type="pres">
      <dgm:prSet presAssocID="{3E1164C1-AADC-49A3-82E3-595DCF125D43}" presName="textRect" presStyleLbl="revTx" presStyleIdx="0" presStyleCnt="4">
        <dgm:presLayoutVars>
          <dgm:chMax val="1"/>
          <dgm:chPref val="1"/>
        </dgm:presLayoutVars>
      </dgm:prSet>
      <dgm:spPr/>
    </dgm:pt>
    <dgm:pt modelId="{76521F16-653F-4BE5-ABF9-42216F0D78BC}" type="pres">
      <dgm:prSet presAssocID="{F7C4E35A-52FF-4297-A736-2DBD3EED2E86}" presName="sibTrans" presStyleLbl="sibTrans2D1" presStyleIdx="0" presStyleCnt="0"/>
      <dgm:spPr/>
    </dgm:pt>
    <dgm:pt modelId="{B5C9AD0D-C1E8-4858-A38A-503005214027}" type="pres">
      <dgm:prSet presAssocID="{BCC62955-89BA-4524-8A4D-B156E4E676A1}" presName="compNode" presStyleCnt="0"/>
      <dgm:spPr/>
    </dgm:pt>
    <dgm:pt modelId="{3DB39805-EA8C-4FC0-AE4F-6D9DAF62F946}" type="pres">
      <dgm:prSet presAssocID="{BCC62955-89BA-4524-8A4D-B156E4E676A1}" presName="iconBgRect" presStyleLbl="bgShp" presStyleIdx="1" presStyleCnt="4"/>
      <dgm:spPr/>
    </dgm:pt>
    <dgm:pt modelId="{29835F3F-4594-48AC-BA9A-7F2D6BE1292A}" type="pres">
      <dgm:prSet presAssocID="{BCC62955-89BA-4524-8A4D-B156E4E676A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dtagarur"/>
        </a:ext>
      </dgm:extLst>
    </dgm:pt>
    <dgm:pt modelId="{5F690773-5533-495C-8F81-97719EF8FA60}" type="pres">
      <dgm:prSet presAssocID="{BCC62955-89BA-4524-8A4D-B156E4E676A1}" presName="spaceRect" presStyleCnt="0"/>
      <dgm:spPr/>
    </dgm:pt>
    <dgm:pt modelId="{693AD9D9-9B61-4322-9854-A913250FD92F}" type="pres">
      <dgm:prSet presAssocID="{BCC62955-89BA-4524-8A4D-B156E4E676A1}" presName="textRect" presStyleLbl="revTx" presStyleIdx="1" presStyleCnt="4">
        <dgm:presLayoutVars>
          <dgm:chMax val="1"/>
          <dgm:chPref val="1"/>
        </dgm:presLayoutVars>
      </dgm:prSet>
      <dgm:spPr/>
    </dgm:pt>
    <dgm:pt modelId="{BAE80B0D-E646-4B47-A22A-534861BDCC1D}" type="pres">
      <dgm:prSet presAssocID="{1BFC2BCD-6C9F-4D05-B82A-4DF54C8B4BC3}" presName="sibTrans" presStyleLbl="sibTrans2D1" presStyleIdx="0" presStyleCnt="0"/>
      <dgm:spPr/>
    </dgm:pt>
    <dgm:pt modelId="{63A6BEDA-0C24-40F1-8EAF-F5FC2B417877}" type="pres">
      <dgm:prSet presAssocID="{7A86D082-B445-485F-BD2C-B8116870F3F3}" presName="compNode" presStyleCnt="0"/>
      <dgm:spPr/>
    </dgm:pt>
    <dgm:pt modelId="{D8EF03BC-D079-4214-A656-F3B7325A3AA7}" type="pres">
      <dgm:prSet presAssocID="{7A86D082-B445-485F-BD2C-B8116870F3F3}" presName="iconBgRect" presStyleLbl="bgShp" presStyleIdx="2" presStyleCnt="4"/>
      <dgm:spPr/>
    </dgm:pt>
    <dgm:pt modelId="{EF0A2B6F-BF0A-438B-A88D-05134D4D3C55}" type="pres">
      <dgm:prSet presAssocID="{7A86D082-B445-485F-BD2C-B8116870F3F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or"/>
        </a:ext>
      </dgm:extLst>
    </dgm:pt>
    <dgm:pt modelId="{879EE061-DFAF-4CC2-8C71-CE4F28B531CB}" type="pres">
      <dgm:prSet presAssocID="{7A86D082-B445-485F-BD2C-B8116870F3F3}" presName="spaceRect" presStyleCnt="0"/>
      <dgm:spPr/>
    </dgm:pt>
    <dgm:pt modelId="{FD97B464-4DA5-4D6A-BE27-AFACF69E7D78}" type="pres">
      <dgm:prSet presAssocID="{7A86D082-B445-485F-BD2C-B8116870F3F3}" presName="textRect" presStyleLbl="revTx" presStyleIdx="2" presStyleCnt="4">
        <dgm:presLayoutVars>
          <dgm:chMax val="1"/>
          <dgm:chPref val="1"/>
        </dgm:presLayoutVars>
      </dgm:prSet>
      <dgm:spPr/>
    </dgm:pt>
    <dgm:pt modelId="{043A9DC6-8EAD-455B-B63C-D880BA1E555E}" type="pres">
      <dgm:prSet presAssocID="{FE3A311E-2040-44FD-B6C0-F9B97CBF3F28}" presName="sibTrans" presStyleLbl="sibTrans2D1" presStyleIdx="0" presStyleCnt="0"/>
      <dgm:spPr/>
    </dgm:pt>
    <dgm:pt modelId="{536DE147-59A0-4A69-8014-EE40E8781D4B}" type="pres">
      <dgm:prSet presAssocID="{0E3C9F30-697F-4DC4-9DBA-F4F0E25C5B13}" presName="compNode" presStyleCnt="0"/>
      <dgm:spPr/>
    </dgm:pt>
    <dgm:pt modelId="{A9D0BC18-73EF-400D-9B3C-042C5A4C261F}" type="pres">
      <dgm:prSet presAssocID="{0E3C9F30-697F-4DC4-9DBA-F4F0E25C5B13}" presName="iconBgRect" presStyleLbl="bgShp" presStyleIdx="3" presStyleCnt="4"/>
      <dgm:spPr/>
    </dgm:pt>
    <dgm:pt modelId="{5ABC4B8D-40CB-4AC9-A4FC-999CC2A71705}" type="pres">
      <dgm:prSet presAssocID="{0E3C9F30-697F-4DC4-9DBA-F4F0E25C5B1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130EE74-0D4D-4153-A2D5-75924091CAE5}" type="pres">
      <dgm:prSet presAssocID="{0E3C9F30-697F-4DC4-9DBA-F4F0E25C5B13}" presName="spaceRect" presStyleCnt="0"/>
      <dgm:spPr/>
    </dgm:pt>
    <dgm:pt modelId="{42D03682-4E90-440A-B9AB-A6818D37660B}" type="pres">
      <dgm:prSet presAssocID="{0E3C9F30-697F-4DC4-9DBA-F4F0E25C5B1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DA93707-5475-4045-AB79-E0814E1ECD5B}" type="presOf" srcId="{1BFC2BCD-6C9F-4D05-B82A-4DF54C8B4BC3}" destId="{BAE80B0D-E646-4B47-A22A-534861BDCC1D}" srcOrd="0" destOrd="0" presId="urn:microsoft.com/office/officeart/2018/2/layout/IconCircleList"/>
    <dgm:cxn modelId="{F3145060-413F-4B28-804E-84F3733643D1}" type="presOf" srcId="{0E3C9F30-697F-4DC4-9DBA-F4F0E25C5B13}" destId="{42D03682-4E90-440A-B9AB-A6818D37660B}" srcOrd="0" destOrd="0" presId="urn:microsoft.com/office/officeart/2018/2/layout/IconCircleList"/>
    <dgm:cxn modelId="{47936545-E046-4521-94EE-C27B335F5BBB}" srcId="{7E107692-F166-4CA7-8786-DBA4278EDE99}" destId="{3E1164C1-AADC-49A3-82E3-595DCF125D43}" srcOrd="0" destOrd="0" parTransId="{BC68D487-B48C-409D-AE1B-5825250DF42A}" sibTransId="{F7C4E35A-52FF-4297-A736-2DBD3EED2E86}"/>
    <dgm:cxn modelId="{4CDCD769-7D31-48FD-9CCD-5F3E5646612C}" type="presOf" srcId="{7E107692-F166-4CA7-8786-DBA4278EDE99}" destId="{A874049A-6BA1-4E4C-B248-5B929CC96E7D}" srcOrd="0" destOrd="0" presId="urn:microsoft.com/office/officeart/2018/2/layout/IconCircleList"/>
    <dgm:cxn modelId="{8930F676-6A22-4127-9E71-746A0F2A11DB}" srcId="{7E107692-F166-4CA7-8786-DBA4278EDE99}" destId="{7A86D082-B445-485F-BD2C-B8116870F3F3}" srcOrd="2" destOrd="0" parTransId="{F6AD404A-C464-42C5-82F5-E08E7CC61AB8}" sibTransId="{FE3A311E-2040-44FD-B6C0-F9B97CBF3F28}"/>
    <dgm:cxn modelId="{66DAA17A-D1D3-43ED-908D-6B725D29226F}" type="presOf" srcId="{FE3A311E-2040-44FD-B6C0-F9B97CBF3F28}" destId="{043A9DC6-8EAD-455B-B63C-D880BA1E555E}" srcOrd="0" destOrd="0" presId="urn:microsoft.com/office/officeart/2018/2/layout/IconCircleList"/>
    <dgm:cxn modelId="{4FB19988-B548-4265-9462-0DE976C7F4AB}" type="presOf" srcId="{3E1164C1-AADC-49A3-82E3-595DCF125D43}" destId="{14ED401B-EC7D-4725-A368-EAA80DF314AF}" srcOrd="0" destOrd="0" presId="urn:microsoft.com/office/officeart/2018/2/layout/IconCircleList"/>
    <dgm:cxn modelId="{2C5DB78D-99E5-4D85-942B-3ABCCB4A3F59}" type="presOf" srcId="{BCC62955-89BA-4524-8A4D-B156E4E676A1}" destId="{693AD9D9-9B61-4322-9854-A913250FD92F}" srcOrd="0" destOrd="0" presId="urn:microsoft.com/office/officeart/2018/2/layout/IconCircleList"/>
    <dgm:cxn modelId="{5D3E5392-F8F6-4DCF-B0B6-DB680DCF9766}" srcId="{7E107692-F166-4CA7-8786-DBA4278EDE99}" destId="{0E3C9F30-697F-4DC4-9DBA-F4F0E25C5B13}" srcOrd="3" destOrd="0" parTransId="{1BEFB104-6FC4-4C2A-B1B8-3F7712FAF470}" sibTransId="{34E646D0-6FC2-4A50-BC62-D3F6B17A4CE6}"/>
    <dgm:cxn modelId="{904B4C94-FBDC-4FBB-A5B0-770687C59046}" srcId="{7E107692-F166-4CA7-8786-DBA4278EDE99}" destId="{BCC62955-89BA-4524-8A4D-B156E4E676A1}" srcOrd="1" destOrd="0" parTransId="{1C95915A-A648-4215-A1EC-C06A43085F7B}" sibTransId="{1BFC2BCD-6C9F-4D05-B82A-4DF54C8B4BC3}"/>
    <dgm:cxn modelId="{B5FD1C9F-EA52-48E9-A7CC-352B3E883E9D}" type="presOf" srcId="{7A86D082-B445-485F-BD2C-B8116870F3F3}" destId="{FD97B464-4DA5-4D6A-BE27-AFACF69E7D78}" srcOrd="0" destOrd="0" presId="urn:microsoft.com/office/officeart/2018/2/layout/IconCircleList"/>
    <dgm:cxn modelId="{73A08FAF-4A99-436D-A561-09E9EED6068F}" type="presOf" srcId="{F7C4E35A-52FF-4297-A736-2DBD3EED2E86}" destId="{76521F16-653F-4BE5-ABF9-42216F0D78BC}" srcOrd="0" destOrd="0" presId="urn:microsoft.com/office/officeart/2018/2/layout/IconCircleList"/>
    <dgm:cxn modelId="{94946810-65F0-4D77-8D3A-A3673D3DB860}" type="presParOf" srcId="{A874049A-6BA1-4E4C-B248-5B929CC96E7D}" destId="{9F791C42-85C4-4D55-AA2D-1F307C2F524D}" srcOrd="0" destOrd="0" presId="urn:microsoft.com/office/officeart/2018/2/layout/IconCircleList"/>
    <dgm:cxn modelId="{E588F794-7F90-4917-A5BC-E8F049AB50F6}" type="presParOf" srcId="{9F791C42-85C4-4D55-AA2D-1F307C2F524D}" destId="{74698CFA-7C22-4490-A03E-6B1B8C364362}" srcOrd="0" destOrd="0" presId="urn:microsoft.com/office/officeart/2018/2/layout/IconCircleList"/>
    <dgm:cxn modelId="{65D4350B-6BE4-4985-AD0F-BB039CBB1BF6}" type="presParOf" srcId="{74698CFA-7C22-4490-A03E-6B1B8C364362}" destId="{0C6D08DB-2D15-4A18-8494-EC8B835EB2DA}" srcOrd="0" destOrd="0" presId="urn:microsoft.com/office/officeart/2018/2/layout/IconCircleList"/>
    <dgm:cxn modelId="{E2A3027D-E48D-4856-B0C8-DDEE681625C6}" type="presParOf" srcId="{74698CFA-7C22-4490-A03E-6B1B8C364362}" destId="{F7BBD166-4D00-409D-BF89-8466A622E178}" srcOrd="1" destOrd="0" presId="urn:microsoft.com/office/officeart/2018/2/layout/IconCircleList"/>
    <dgm:cxn modelId="{14ED3789-042E-4662-885B-2CF2D135F869}" type="presParOf" srcId="{74698CFA-7C22-4490-A03E-6B1B8C364362}" destId="{C8C799F8-0ADF-48C5-926E-CC7C602BA02D}" srcOrd="2" destOrd="0" presId="urn:microsoft.com/office/officeart/2018/2/layout/IconCircleList"/>
    <dgm:cxn modelId="{1D80BB43-98BD-4985-A413-36B101DC6270}" type="presParOf" srcId="{74698CFA-7C22-4490-A03E-6B1B8C364362}" destId="{14ED401B-EC7D-4725-A368-EAA80DF314AF}" srcOrd="3" destOrd="0" presId="urn:microsoft.com/office/officeart/2018/2/layout/IconCircleList"/>
    <dgm:cxn modelId="{60D130FA-BAFE-421A-B29B-9A1F68564205}" type="presParOf" srcId="{9F791C42-85C4-4D55-AA2D-1F307C2F524D}" destId="{76521F16-653F-4BE5-ABF9-42216F0D78BC}" srcOrd="1" destOrd="0" presId="urn:microsoft.com/office/officeart/2018/2/layout/IconCircleList"/>
    <dgm:cxn modelId="{04236989-2C60-4CC7-8857-42EC2F8E6EF3}" type="presParOf" srcId="{9F791C42-85C4-4D55-AA2D-1F307C2F524D}" destId="{B5C9AD0D-C1E8-4858-A38A-503005214027}" srcOrd="2" destOrd="0" presId="urn:microsoft.com/office/officeart/2018/2/layout/IconCircleList"/>
    <dgm:cxn modelId="{F133A3B1-92E1-4E6D-83D9-75A1FA7090B2}" type="presParOf" srcId="{B5C9AD0D-C1E8-4858-A38A-503005214027}" destId="{3DB39805-EA8C-4FC0-AE4F-6D9DAF62F946}" srcOrd="0" destOrd="0" presId="urn:microsoft.com/office/officeart/2018/2/layout/IconCircleList"/>
    <dgm:cxn modelId="{A76B90E8-DA9E-4C82-9562-57985259D454}" type="presParOf" srcId="{B5C9AD0D-C1E8-4858-A38A-503005214027}" destId="{29835F3F-4594-48AC-BA9A-7F2D6BE1292A}" srcOrd="1" destOrd="0" presId="urn:microsoft.com/office/officeart/2018/2/layout/IconCircleList"/>
    <dgm:cxn modelId="{17F9D383-B557-4FFD-9901-C6AA65E06C83}" type="presParOf" srcId="{B5C9AD0D-C1E8-4858-A38A-503005214027}" destId="{5F690773-5533-495C-8F81-97719EF8FA60}" srcOrd="2" destOrd="0" presId="urn:microsoft.com/office/officeart/2018/2/layout/IconCircleList"/>
    <dgm:cxn modelId="{DB74CF15-35E5-43E5-AD07-9AF0289F070B}" type="presParOf" srcId="{B5C9AD0D-C1E8-4858-A38A-503005214027}" destId="{693AD9D9-9B61-4322-9854-A913250FD92F}" srcOrd="3" destOrd="0" presId="urn:microsoft.com/office/officeart/2018/2/layout/IconCircleList"/>
    <dgm:cxn modelId="{99C1E2D2-77BB-45ED-9715-D1E044173E0C}" type="presParOf" srcId="{9F791C42-85C4-4D55-AA2D-1F307C2F524D}" destId="{BAE80B0D-E646-4B47-A22A-534861BDCC1D}" srcOrd="3" destOrd="0" presId="urn:microsoft.com/office/officeart/2018/2/layout/IconCircleList"/>
    <dgm:cxn modelId="{9470499A-2495-49F4-BB62-9C8C688B6105}" type="presParOf" srcId="{9F791C42-85C4-4D55-AA2D-1F307C2F524D}" destId="{63A6BEDA-0C24-40F1-8EAF-F5FC2B417877}" srcOrd="4" destOrd="0" presId="urn:microsoft.com/office/officeart/2018/2/layout/IconCircleList"/>
    <dgm:cxn modelId="{195172DC-8FC2-445A-A4AC-14E2C6571667}" type="presParOf" srcId="{63A6BEDA-0C24-40F1-8EAF-F5FC2B417877}" destId="{D8EF03BC-D079-4214-A656-F3B7325A3AA7}" srcOrd="0" destOrd="0" presId="urn:microsoft.com/office/officeart/2018/2/layout/IconCircleList"/>
    <dgm:cxn modelId="{F793F774-DE80-42A6-A31D-68E5AF1585C6}" type="presParOf" srcId="{63A6BEDA-0C24-40F1-8EAF-F5FC2B417877}" destId="{EF0A2B6F-BF0A-438B-A88D-05134D4D3C55}" srcOrd="1" destOrd="0" presId="urn:microsoft.com/office/officeart/2018/2/layout/IconCircleList"/>
    <dgm:cxn modelId="{84601BC9-A1A0-4A1F-8123-BF5DA818356B}" type="presParOf" srcId="{63A6BEDA-0C24-40F1-8EAF-F5FC2B417877}" destId="{879EE061-DFAF-4CC2-8C71-CE4F28B531CB}" srcOrd="2" destOrd="0" presId="urn:microsoft.com/office/officeart/2018/2/layout/IconCircleList"/>
    <dgm:cxn modelId="{351E6A49-4F92-4431-8C29-1A2A5051E5A8}" type="presParOf" srcId="{63A6BEDA-0C24-40F1-8EAF-F5FC2B417877}" destId="{FD97B464-4DA5-4D6A-BE27-AFACF69E7D78}" srcOrd="3" destOrd="0" presId="urn:microsoft.com/office/officeart/2018/2/layout/IconCircleList"/>
    <dgm:cxn modelId="{DE30D2EC-347A-4414-8884-BBF6DF88179A}" type="presParOf" srcId="{9F791C42-85C4-4D55-AA2D-1F307C2F524D}" destId="{043A9DC6-8EAD-455B-B63C-D880BA1E555E}" srcOrd="5" destOrd="0" presId="urn:microsoft.com/office/officeart/2018/2/layout/IconCircleList"/>
    <dgm:cxn modelId="{A6351ADD-2FE6-42A2-862A-2FCB06B20524}" type="presParOf" srcId="{9F791C42-85C4-4D55-AA2D-1F307C2F524D}" destId="{536DE147-59A0-4A69-8014-EE40E8781D4B}" srcOrd="6" destOrd="0" presId="urn:microsoft.com/office/officeart/2018/2/layout/IconCircleList"/>
    <dgm:cxn modelId="{500F3C62-A844-42D3-88ED-50C2EAF6AC7D}" type="presParOf" srcId="{536DE147-59A0-4A69-8014-EE40E8781D4B}" destId="{A9D0BC18-73EF-400D-9B3C-042C5A4C261F}" srcOrd="0" destOrd="0" presId="urn:microsoft.com/office/officeart/2018/2/layout/IconCircleList"/>
    <dgm:cxn modelId="{C7289175-657C-4192-8BD8-FB76A01AE3C7}" type="presParOf" srcId="{536DE147-59A0-4A69-8014-EE40E8781D4B}" destId="{5ABC4B8D-40CB-4AC9-A4FC-999CC2A71705}" srcOrd="1" destOrd="0" presId="urn:microsoft.com/office/officeart/2018/2/layout/IconCircleList"/>
    <dgm:cxn modelId="{B61319CC-CE04-4999-91EF-FDDCE9CCC41E}" type="presParOf" srcId="{536DE147-59A0-4A69-8014-EE40E8781D4B}" destId="{2130EE74-0D4D-4153-A2D5-75924091CAE5}" srcOrd="2" destOrd="0" presId="urn:microsoft.com/office/officeart/2018/2/layout/IconCircleList"/>
    <dgm:cxn modelId="{46C5F2B7-5015-4366-9697-17933574E106}" type="presParOf" srcId="{536DE147-59A0-4A69-8014-EE40E8781D4B}" destId="{42D03682-4E90-440A-B9AB-A6818D37660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985C1B-C710-4990-AC8A-9F2359F9801F}">
      <dsp:nvSpPr>
        <dsp:cNvPr id="0" name=""/>
        <dsp:cNvSpPr/>
      </dsp:nvSpPr>
      <dsp:spPr>
        <a:xfrm>
          <a:off x="654788" y="1012607"/>
          <a:ext cx="965099" cy="9650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BF4CBA-0387-4D07-A677-9F23E55BF51A}">
      <dsp:nvSpPr>
        <dsp:cNvPr id="0" name=""/>
        <dsp:cNvSpPr/>
      </dsp:nvSpPr>
      <dsp:spPr>
        <a:xfrm>
          <a:off x="65005" y="2382132"/>
          <a:ext cx="214466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Standard i svenska Windows-miljöer</a:t>
          </a:r>
        </a:p>
      </dsp:txBody>
      <dsp:txXfrm>
        <a:off x="65005" y="2382132"/>
        <a:ext cx="2144664" cy="720000"/>
      </dsp:txXfrm>
    </dsp:sp>
    <dsp:sp modelId="{1CBA0331-CB8B-44F7-9DA5-FF76C3F24773}">
      <dsp:nvSpPr>
        <dsp:cNvPr id="0" name=""/>
        <dsp:cNvSpPr/>
      </dsp:nvSpPr>
      <dsp:spPr>
        <a:xfrm>
          <a:off x="3174769" y="1012607"/>
          <a:ext cx="965099" cy="9650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9388A2-F3AB-4800-BE87-FED23FB170AE}">
      <dsp:nvSpPr>
        <dsp:cNvPr id="0" name=""/>
        <dsp:cNvSpPr/>
      </dsp:nvSpPr>
      <dsp:spPr>
        <a:xfrm>
          <a:off x="2584987" y="2382132"/>
          <a:ext cx="214466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Kan hantera ALLT i Windows och Azure</a:t>
          </a:r>
        </a:p>
      </dsp:txBody>
      <dsp:txXfrm>
        <a:off x="2584987" y="2382132"/>
        <a:ext cx="2144664" cy="720000"/>
      </dsp:txXfrm>
    </dsp:sp>
    <dsp:sp modelId="{5468EFC1-B7F9-44B0-8C38-5C31137CD22B}">
      <dsp:nvSpPr>
        <dsp:cNvPr id="0" name=""/>
        <dsp:cNvSpPr/>
      </dsp:nvSpPr>
      <dsp:spPr>
        <a:xfrm>
          <a:off x="5694751" y="1012607"/>
          <a:ext cx="965099" cy="9650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A65F83-6058-4C5B-8160-3608AB62CFCB}">
      <dsp:nvSpPr>
        <dsp:cNvPr id="0" name=""/>
        <dsp:cNvSpPr/>
      </dsp:nvSpPr>
      <dsp:spPr>
        <a:xfrm>
          <a:off x="5104968" y="2382132"/>
          <a:ext cx="214466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Enkel att lära sig – Verb-Substantiv-logik</a:t>
          </a:r>
        </a:p>
      </dsp:txBody>
      <dsp:txXfrm>
        <a:off x="5104968" y="2382132"/>
        <a:ext cx="2144664" cy="720000"/>
      </dsp:txXfrm>
    </dsp:sp>
    <dsp:sp modelId="{EDDDFCE2-EDE7-49CA-9C16-EAB18E874267}">
      <dsp:nvSpPr>
        <dsp:cNvPr id="0" name=""/>
        <dsp:cNvSpPr/>
      </dsp:nvSpPr>
      <dsp:spPr>
        <a:xfrm>
          <a:off x="1914779" y="3638298"/>
          <a:ext cx="965099" cy="96509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5F31C4-2EAA-4ACF-BD0E-AF77CEF4BE36}">
      <dsp:nvSpPr>
        <dsp:cNvPr id="0" name=""/>
        <dsp:cNvSpPr/>
      </dsp:nvSpPr>
      <dsp:spPr>
        <a:xfrm>
          <a:off x="1324996" y="5007823"/>
          <a:ext cx="214466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Öppen källkod och plattformsoberoende sedan 2016 – fungerar på Windows, Linux och macOS! </a:t>
          </a:r>
        </a:p>
      </dsp:txBody>
      <dsp:txXfrm>
        <a:off x="1324996" y="5007823"/>
        <a:ext cx="2144664" cy="720000"/>
      </dsp:txXfrm>
    </dsp:sp>
    <dsp:sp modelId="{3C08EB03-EC9B-40CC-884C-3C2BB80EF64E}">
      <dsp:nvSpPr>
        <dsp:cNvPr id="0" name=""/>
        <dsp:cNvSpPr/>
      </dsp:nvSpPr>
      <dsp:spPr>
        <a:xfrm>
          <a:off x="4434760" y="3638298"/>
          <a:ext cx="965099" cy="96509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E0FDEF-EED3-4EDC-B765-338A70C6F672}">
      <dsp:nvSpPr>
        <dsp:cNvPr id="0" name=""/>
        <dsp:cNvSpPr/>
      </dsp:nvSpPr>
      <dsp:spPr>
        <a:xfrm>
          <a:off x="3844977" y="5007823"/>
          <a:ext cx="214466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PowerShell 7.7 är den senaste versionen (2026)</a:t>
          </a:r>
          <a:r>
            <a:rPr lang="en-US" sz="1100" kern="1200"/>
            <a:t> baserad på .NET 11.0, med förbättrad prestanda och nya funktioner för automatisering .</a:t>
          </a:r>
        </a:p>
      </dsp:txBody>
      <dsp:txXfrm>
        <a:off x="3844977" y="5007823"/>
        <a:ext cx="2144664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6D08DB-2D15-4A18-8494-EC8B835EB2DA}">
      <dsp:nvSpPr>
        <dsp:cNvPr id="0" name=""/>
        <dsp:cNvSpPr/>
      </dsp:nvSpPr>
      <dsp:spPr>
        <a:xfrm>
          <a:off x="163833" y="755349"/>
          <a:ext cx="1569549" cy="156954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BBD166-4D00-409D-BF89-8466A622E178}">
      <dsp:nvSpPr>
        <dsp:cNvPr id="0" name=""/>
        <dsp:cNvSpPr/>
      </dsp:nvSpPr>
      <dsp:spPr>
        <a:xfrm>
          <a:off x="493439" y="1084955"/>
          <a:ext cx="910338" cy="91033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ED401B-EC7D-4725-A368-EAA80DF314AF}">
      <dsp:nvSpPr>
        <dsp:cNvPr id="0" name=""/>
        <dsp:cNvSpPr/>
      </dsp:nvSpPr>
      <dsp:spPr>
        <a:xfrm>
          <a:off x="2069715" y="755349"/>
          <a:ext cx="3699652" cy="1569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PowerShell-pipelinen skickar </a:t>
          </a:r>
          <a:r>
            <a:rPr lang="en-US" sz="1800" b="1" kern="1200"/>
            <a:t>objekt</a:t>
          </a:r>
          <a:r>
            <a:rPr lang="en-US" sz="1800" kern="1200"/>
            <a:t> med egenskaper – du behöver inte tolka text med awk och sed som i Bash </a:t>
          </a:r>
        </a:p>
      </dsp:txBody>
      <dsp:txXfrm>
        <a:off x="2069715" y="755349"/>
        <a:ext cx="3699652" cy="1569549"/>
      </dsp:txXfrm>
    </dsp:sp>
    <dsp:sp modelId="{3DB39805-EA8C-4FC0-AE4F-6D9DAF62F946}">
      <dsp:nvSpPr>
        <dsp:cNvPr id="0" name=""/>
        <dsp:cNvSpPr/>
      </dsp:nvSpPr>
      <dsp:spPr>
        <a:xfrm>
          <a:off x="6414004" y="755349"/>
          <a:ext cx="1569549" cy="156954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835F3F-4594-48AC-BA9A-7F2D6BE1292A}">
      <dsp:nvSpPr>
        <dsp:cNvPr id="0" name=""/>
        <dsp:cNvSpPr/>
      </dsp:nvSpPr>
      <dsp:spPr>
        <a:xfrm>
          <a:off x="6743609" y="1084955"/>
          <a:ext cx="910338" cy="91033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3AD9D9-9B61-4322-9854-A913250FD92F}">
      <dsp:nvSpPr>
        <dsp:cNvPr id="0" name=""/>
        <dsp:cNvSpPr/>
      </dsp:nvSpPr>
      <dsp:spPr>
        <a:xfrm>
          <a:off x="8319885" y="755349"/>
          <a:ext cx="3699652" cy="1569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PowerShell-skript är ofta </a:t>
          </a:r>
          <a:r>
            <a:rPr lang="en-US" sz="1800" b="1" kern="1200"/>
            <a:t>kortare och lättare att förstå</a:t>
          </a:r>
          <a:r>
            <a:rPr lang="en-US" sz="1800" kern="1200"/>
            <a:t> än motsvarande Bash-skript </a:t>
          </a:r>
        </a:p>
      </dsp:txBody>
      <dsp:txXfrm>
        <a:off x="8319885" y="755349"/>
        <a:ext cx="3699652" cy="1569549"/>
      </dsp:txXfrm>
    </dsp:sp>
    <dsp:sp modelId="{D8EF03BC-D079-4214-A656-F3B7325A3AA7}">
      <dsp:nvSpPr>
        <dsp:cNvPr id="0" name=""/>
        <dsp:cNvSpPr/>
      </dsp:nvSpPr>
      <dsp:spPr>
        <a:xfrm>
          <a:off x="163833" y="3277267"/>
          <a:ext cx="1569549" cy="156954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0A2B6F-BF0A-438B-A88D-05134D4D3C55}">
      <dsp:nvSpPr>
        <dsp:cNvPr id="0" name=""/>
        <dsp:cNvSpPr/>
      </dsp:nvSpPr>
      <dsp:spPr>
        <a:xfrm>
          <a:off x="493439" y="3606873"/>
          <a:ext cx="910338" cy="91033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97B464-4DA5-4D6A-BE27-AFACF69E7D78}">
      <dsp:nvSpPr>
        <dsp:cNvPr id="0" name=""/>
        <dsp:cNvSpPr/>
      </dsp:nvSpPr>
      <dsp:spPr>
        <a:xfrm>
          <a:off x="2069715" y="3277267"/>
          <a:ext cx="3699652" cy="1569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PowerShell är </a:t>
          </a:r>
          <a:r>
            <a:rPr lang="en-US" sz="1800" b="1" kern="1200"/>
            <a:t>plattformsoberoende</a:t>
          </a:r>
          <a:r>
            <a:rPr lang="en-US" sz="1800" kern="1200"/>
            <a:t> – samma skript fungerar på Windows, Linux och macOS </a:t>
          </a:r>
        </a:p>
      </dsp:txBody>
      <dsp:txXfrm>
        <a:off x="2069715" y="3277267"/>
        <a:ext cx="3699652" cy="1569549"/>
      </dsp:txXfrm>
    </dsp:sp>
    <dsp:sp modelId="{A9D0BC18-73EF-400D-9B3C-042C5A4C261F}">
      <dsp:nvSpPr>
        <dsp:cNvPr id="0" name=""/>
        <dsp:cNvSpPr/>
      </dsp:nvSpPr>
      <dsp:spPr>
        <a:xfrm>
          <a:off x="6414004" y="3277267"/>
          <a:ext cx="1569549" cy="156954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BC4B8D-40CB-4AC9-A4FC-999CC2A71705}">
      <dsp:nvSpPr>
        <dsp:cNvPr id="0" name=""/>
        <dsp:cNvSpPr/>
      </dsp:nvSpPr>
      <dsp:spPr>
        <a:xfrm>
          <a:off x="6743609" y="3606873"/>
          <a:ext cx="910338" cy="91033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D03682-4E90-440A-B9AB-A6818D37660B}">
      <dsp:nvSpPr>
        <dsp:cNvPr id="0" name=""/>
        <dsp:cNvSpPr/>
      </dsp:nvSpPr>
      <dsp:spPr>
        <a:xfrm>
          <a:off x="8319885" y="3277267"/>
          <a:ext cx="3699652" cy="1569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Tänk:</a:t>
          </a:r>
          <a:r>
            <a:rPr lang="en-US" sz="1800" kern="1200"/>
            <a:t> PowerShell är som att prata med datorn med strukturerad data. Bash är som att tolka rå text. Båda har sin plats, men PowerShell är ofta kraftfullare för komplexa uppgifter .</a:t>
          </a:r>
        </a:p>
      </dsp:txBody>
      <dsp:txXfrm>
        <a:off x="8319885" y="3277267"/>
        <a:ext cx="3699652" cy="15695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format på underrubrik i bakgrunden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2026-08-05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8442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2026-08-05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22720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2026-08-05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86728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2026-08-05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92360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2026-08-05</a:t>
            </a:fld>
            <a:endParaRPr lang="sv-SE"/>
          </a:p>
        </p:txBody>
      </p:sp>
      <p:sp>
        <p:nvSpPr>
          <p:cNvPr id="8" name="Platshållare för sidfo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77650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2026-08-05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56609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2026-08-05</a:t>
            </a:fld>
            <a:endParaRPr lang="sv-SE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11076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2026-08-05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48965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2026-08-05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71453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2026-08-05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23719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2026-08-05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1644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60A13A-DB3F-4AD5-B6AF-BDA0278A0A39}" type="datetimeFigureOut">
              <a:rPr lang="sv-SE" smtClean="0"/>
              <a:t>2026-08-05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07285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GhF9eKLG9J5t5Upu6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sv-SE" sz="4800">
                <a:solidFill>
                  <a:srgbClr val="FFFFFF"/>
                </a:solidFill>
                <a:ea typeface="+mj-lt"/>
                <a:cs typeface="+mj-lt"/>
              </a:rPr>
              <a:t>PowerShell Grund</a:t>
            </a:r>
            <a:endParaRPr lang="sv-SE" sz="480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sv-SE">
                <a:solidFill>
                  <a:srgbClr val="FFFFFF"/>
                </a:solidFill>
              </a:rPr>
              <a:t>Arseniy Buzyan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77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4CEC5551-F018-2AF4-33F3-F5C3A7E10B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45" b="2862"/>
          <a:stretch>
            <a:fillRect/>
          </a:stretch>
        </p:blipFill>
        <p:spPr>
          <a:xfrm>
            <a:off x="20" y="93646"/>
            <a:ext cx="12195301" cy="666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378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680F8FE2-DB80-F126-1EA8-D9765928D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733433" cy="1645920"/>
          </a:xfrm>
        </p:spPr>
        <p:txBody>
          <a:bodyPr>
            <a:noAutofit/>
          </a:bodyPr>
          <a:lstStyle/>
          <a:p>
            <a:r>
              <a:rPr lang="sv-SE" sz="5400">
                <a:ea typeface="+mj-lt"/>
                <a:cs typeface="+mj-lt"/>
              </a:rPr>
              <a:t>Vad är PowerShell?</a:t>
            </a: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8760C48-C892-2F44-3BED-0CC436980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4073" y="586822"/>
            <a:ext cx="6556817" cy="164592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sv-SE" sz="2400">
                <a:ea typeface="+mn-lt"/>
                <a:cs typeface="+mn-lt"/>
              </a:rPr>
              <a:t>PowerShell är ett modernt skriptspråk för automatisering – inte bara för Windows längre!</a:t>
            </a:r>
          </a:p>
          <a:p>
            <a:r>
              <a:rPr lang="sv-SE" sz="2400">
                <a:ea typeface="+mn-lt"/>
                <a:cs typeface="+mn-lt"/>
              </a:rPr>
              <a:t>Nyckelkoncept: PowerShell hanterar objekt, inte bara text. Det gör PowerShell kraftfullare än traditionella skriptspråk som Bash.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8B27A4F1-5C45-950F-4E21-6BEDDEE74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223" y="2489641"/>
            <a:ext cx="9815682" cy="4375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559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23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2A96469B-A721-10AA-A954-EFE1730FE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sv-SE" sz="4800">
                <a:solidFill>
                  <a:schemeClr val="bg1"/>
                </a:solidFill>
                <a:ea typeface="+mj-lt"/>
                <a:cs typeface="+mj-lt"/>
              </a:rPr>
              <a:t>Varför PowerShell?</a:t>
            </a:r>
            <a:endParaRPr lang="sv-SE" sz="4800">
              <a:solidFill>
                <a:schemeClr val="bg1"/>
              </a:solidFill>
            </a:endParaRPr>
          </a:p>
        </p:txBody>
      </p:sp>
      <p:graphicFrame>
        <p:nvGraphicFramePr>
          <p:cNvPr id="5" name="Platshållare för innehåll 2">
            <a:extLst>
              <a:ext uri="{FF2B5EF4-FFF2-40B4-BE49-F238E27FC236}">
                <a16:creationId xmlns:a16="http://schemas.microsoft.com/office/drawing/2014/main" id="{F2284361-735F-F1E9-AF7F-DFC8EB6CFF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2606886"/>
              </p:ext>
            </p:extLst>
          </p:nvPr>
        </p:nvGraphicFramePr>
        <p:xfrm>
          <a:off x="4720341" y="97"/>
          <a:ext cx="7314639" cy="6740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0095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D5B92C-A213-FBDD-3613-1AA7F47F5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761C41F7-9D73-7947-1C30-C294C0591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5490971"/>
            <a:ext cx="6962072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PowerShell – </a:t>
            </a: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Grundläggande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Koncept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24944B8-6AC8-81D3-348E-DFCC066DB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6522" y="5633765"/>
            <a:ext cx="340855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Cmdlets (Command-lets) – Grunden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PowerShell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829145EF-9E8A-3425-0AC3-9E618E340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408" y="2644"/>
            <a:ext cx="9543463" cy="5237981"/>
          </a:xfrm>
          <a:prstGeom prst="rect">
            <a:avLst/>
          </a:prstGeom>
        </p:spPr>
      </p:pic>
      <p:pic>
        <p:nvPicPr>
          <p:cNvPr id="5" name="Bildobjekt 4">
            <a:extLst>
              <a:ext uri="{FF2B5EF4-FFF2-40B4-BE49-F238E27FC236}">
                <a16:creationId xmlns:a16="http://schemas.microsoft.com/office/drawing/2014/main" id="{29AC6853-936B-F5CB-ABAC-53B89CE244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9" b="2458"/>
          <a:stretch>
            <a:fillRect/>
          </a:stretch>
        </p:blipFill>
        <p:spPr>
          <a:xfrm>
            <a:off x="0" y="110828"/>
            <a:ext cx="12193037" cy="663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94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907E470A-25F4-47D0-8FEC-EE9FD606B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6220E63-99E1-482A-A0A6-B47EB4BF8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848" y="0"/>
            <a:ext cx="12188949" cy="6858000"/>
            <a:chOff x="-2848" y="0"/>
            <a:chExt cx="12188949" cy="6858000"/>
          </a:xfrm>
        </p:grpSpPr>
        <p:sp>
          <p:nvSpPr>
            <p:cNvPr id="11" name="Color Cover">
              <a:extLst>
                <a:ext uri="{FF2B5EF4-FFF2-40B4-BE49-F238E27FC236}">
                  <a16:creationId xmlns:a16="http://schemas.microsoft.com/office/drawing/2014/main" id="{F8610896-EA5E-4BE8-8398-C1AFC0490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 Cover">
              <a:extLst>
                <a:ext uri="{FF2B5EF4-FFF2-40B4-BE49-F238E27FC236}">
                  <a16:creationId xmlns:a16="http://schemas.microsoft.com/office/drawing/2014/main" id="{F44E9794-9C4B-427F-BB50-89D893347D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618EE54-271A-4FE8-B6B3-D0FCF55A7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1279" y="598259"/>
            <a:ext cx="10889442" cy="5680742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ECA6F781-4382-4525-9DA8-9D66605F87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209C186B-2883-498E-A176-6B60F8B51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B3F5775B-A5F2-3D6E-37C9-7C18824B7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551" y="891712"/>
            <a:ext cx="4030031" cy="5160789"/>
          </a:xfrm>
        </p:spPr>
        <p:txBody>
          <a:bodyPr anchor="ctr">
            <a:normAutofit/>
          </a:bodyPr>
          <a:lstStyle/>
          <a:p>
            <a:r>
              <a:rPr lang="sv-SE" sz="4800">
                <a:solidFill>
                  <a:schemeClr val="bg1"/>
                </a:solidFill>
                <a:ea typeface="+mj-lt"/>
                <a:cs typeface="+mj-lt"/>
              </a:rPr>
              <a:t>Cmdlets har alltid formatet Verb-Substantiv:</a:t>
            </a:r>
            <a:endParaRPr lang="sv-SE" sz="4800">
              <a:solidFill>
                <a:schemeClr val="bg1"/>
              </a:solidFill>
            </a:endParaRP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08FE4562-EB22-42F4-E418-2986FC97D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526" y="603076"/>
            <a:ext cx="7223997" cy="566879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 sz="2400" b="1">
                <a:solidFill>
                  <a:schemeClr val="bg1"/>
                </a:solidFill>
                <a:ea typeface="+mn-lt"/>
                <a:cs typeface="+mn-lt"/>
              </a:rPr>
              <a:t>Cmdlet               Vad gör den?</a:t>
            </a:r>
            <a:endParaRPr lang="sv-SE" sz="2400" b="1">
              <a:solidFill>
                <a:schemeClr val="bg1"/>
              </a:solidFill>
            </a:endParaRPr>
          </a:p>
          <a:p>
            <a:r>
              <a:rPr lang="sv-SE" sz="1800">
                <a:solidFill>
                  <a:schemeClr val="bg1"/>
                </a:solidFill>
                <a:ea typeface="+mn-lt"/>
                <a:cs typeface="+mn-lt"/>
              </a:rPr>
              <a:t>Get-Service                  Hämta tjänster</a:t>
            </a:r>
            <a:endParaRPr lang="sv-SE" sz="1800">
              <a:solidFill>
                <a:schemeClr val="bg1"/>
              </a:solidFill>
            </a:endParaRPr>
          </a:p>
          <a:p>
            <a:r>
              <a:rPr lang="sv-SE" sz="1800">
                <a:solidFill>
                  <a:schemeClr val="bg1"/>
                </a:solidFill>
                <a:ea typeface="+mn-lt"/>
                <a:cs typeface="+mn-lt"/>
              </a:rPr>
              <a:t>Start-Process              Starta en process</a:t>
            </a:r>
            <a:endParaRPr lang="sv-SE" sz="1800">
              <a:solidFill>
                <a:schemeClr val="bg1"/>
              </a:solidFill>
            </a:endParaRPr>
          </a:p>
          <a:p>
            <a:r>
              <a:rPr lang="sv-SE" sz="1800">
                <a:solidFill>
                  <a:schemeClr val="bg1"/>
                </a:solidFill>
                <a:ea typeface="+mn-lt"/>
                <a:cs typeface="+mn-lt"/>
              </a:rPr>
              <a:t>Stop-Service               Stoppa en tjänst</a:t>
            </a:r>
            <a:endParaRPr lang="sv-SE" sz="1800">
              <a:solidFill>
                <a:schemeClr val="bg1"/>
              </a:solidFill>
            </a:endParaRPr>
          </a:p>
          <a:p>
            <a:r>
              <a:rPr lang="sv-SE" sz="1800">
                <a:solidFill>
                  <a:schemeClr val="bg1"/>
                </a:solidFill>
                <a:ea typeface="+mn-lt"/>
                <a:cs typeface="+mn-lt"/>
              </a:rPr>
              <a:t>New-Item                     Skapa en ny fil/mapp</a:t>
            </a:r>
            <a:endParaRPr lang="sv-SE" sz="1800">
              <a:solidFill>
                <a:schemeClr val="bg1"/>
              </a:solidFill>
            </a:endParaRPr>
          </a:p>
          <a:p>
            <a:r>
              <a:rPr lang="sv-SE" sz="1800">
                <a:solidFill>
                  <a:schemeClr val="bg1"/>
                </a:solidFill>
                <a:ea typeface="+mn-lt"/>
                <a:cs typeface="+mn-lt"/>
              </a:rPr>
              <a:t>Set-Content                Skriv innehåll till en fil</a:t>
            </a:r>
          </a:p>
          <a:p>
            <a:r>
              <a:rPr lang="sv-SE" sz="18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Viktigt: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PowerShell har </a:t>
            </a:r>
            <a:r>
              <a:rPr lang="sv-SE" sz="18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godkända verb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som du bör använda för konsistens. Använd alltid </a:t>
            </a:r>
            <a:r>
              <a:rPr lang="sv-SE" sz="1800">
                <a:solidFill>
                  <a:srgbClr val="0F1115"/>
                </a:solidFill>
                <a:highlight>
                  <a:srgbClr val="EBEEF2"/>
                </a:highlight>
                <a:latin typeface="Consolas"/>
              </a:rPr>
              <a:t>Get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, </a:t>
            </a:r>
            <a:r>
              <a:rPr lang="sv-SE" sz="1800">
                <a:solidFill>
                  <a:srgbClr val="0F1115"/>
                </a:solidFill>
                <a:highlight>
                  <a:srgbClr val="EBEEF2"/>
                </a:highlight>
                <a:latin typeface="Consolas"/>
              </a:rPr>
              <a:t>Set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, </a:t>
            </a:r>
            <a:r>
              <a:rPr lang="sv-SE" sz="1800">
                <a:solidFill>
                  <a:srgbClr val="0F1115"/>
                </a:solidFill>
                <a:highlight>
                  <a:srgbClr val="EBEEF2"/>
                </a:highlight>
                <a:latin typeface="Consolas"/>
              </a:rPr>
              <a:t>New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, </a:t>
            </a:r>
            <a:r>
              <a:rPr lang="sv-SE" sz="1800">
                <a:solidFill>
                  <a:srgbClr val="0F1115"/>
                </a:solidFill>
                <a:highlight>
                  <a:srgbClr val="EBEEF2"/>
                </a:highlight>
                <a:latin typeface="Consolas"/>
              </a:rPr>
              <a:t>Remove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etc. – aldrig synonymer som </a:t>
            </a:r>
            <a:r>
              <a:rPr lang="sv-SE" sz="1800">
                <a:solidFill>
                  <a:srgbClr val="0F1115"/>
                </a:solidFill>
                <a:highlight>
                  <a:srgbClr val="EBEEF2"/>
                </a:highlight>
                <a:latin typeface="Consolas"/>
              </a:rPr>
              <a:t>Delete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eller </a:t>
            </a:r>
            <a:r>
              <a:rPr lang="sv-SE" sz="1800">
                <a:solidFill>
                  <a:srgbClr val="0F1115"/>
                </a:solidFill>
                <a:highlight>
                  <a:srgbClr val="EBEEF2"/>
                </a:highlight>
                <a:latin typeface="Consolas"/>
              </a:rPr>
              <a:t>Eliminate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.</a:t>
            </a:r>
            <a:endParaRPr lang="sv-SE" sz="1800">
              <a:solidFill>
                <a:schemeClr val="bg1"/>
              </a:solidFill>
            </a:endParaRPr>
          </a:p>
          <a:p>
            <a:r>
              <a:rPr lang="sv-SE" sz="18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Pipelining – Kedja ihop kommandon:</a:t>
            </a:r>
            <a:endParaRPr lang="sv-SE" sz="1800"/>
          </a:p>
          <a:p>
            <a:r>
              <a:rPr lang="sv-SE" sz="1800">
                <a:solidFill>
                  <a:srgbClr val="0F1115"/>
                </a:solidFill>
                <a:highlight>
                  <a:srgbClr val="EBEEF2"/>
                </a:highlight>
                <a:latin typeface="Consolas"/>
              </a:rPr>
              <a:t>Get-Service | Where-Object {$_.Status -eq "Running"}</a:t>
            </a:r>
            <a:endParaRPr lang="sv-SE" sz="1800"/>
          </a:p>
          <a:p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Detta hämtar alla tjänster och filtrerar fram de som är igång.</a:t>
            </a:r>
            <a:endParaRPr lang="sv-SE" sz="1800"/>
          </a:p>
          <a:p>
            <a:r>
              <a:rPr lang="sv-SE" sz="18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Skillnad mot Bash: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PowerShell skickar </a:t>
            </a:r>
            <a:r>
              <a:rPr lang="sv-SE" sz="18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objekt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i pipelinen, inte text. Detta gör koden mer robust och läsbar. I Bash måste du använda </a:t>
            </a:r>
            <a:r>
              <a:rPr lang="sv-SE" sz="1800">
                <a:solidFill>
                  <a:srgbClr val="0F1115"/>
                </a:solidFill>
                <a:highlight>
                  <a:srgbClr val="EBEEF2"/>
                </a:highlight>
                <a:latin typeface="Consolas"/>
              </a:rPr>
              <a:t>awk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och </a:t>
            </a:r>
            <a:r>
              <a:rPr lang="sv-SE" sz="1800">
                <a:solidFill>
                  <a:srgbClr val="0F1115"/>
                </a:solidFill>
                <a:highlight>
                  <a:srgbClr val="EBEEF2"/>
                </a:highlight>
                <a:latin typeface="Consolas"/>
              </a:rPr>
              <a:t>sed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för att tolka text .</a:t>
            </a:r>
            <a:endParaRPr lang="sv-SE" sz="1800"/>
          </a:p>
          <a:p>
            <a:endParaRPr lang="sv-SE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3873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667439CC-F886-5351-C45C-CF1500B62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5490971"/>
            <a:ext cx="6962072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Variabler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och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Datatyper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D9CE3A8-FBCA-B46A-87F1-6F1A3B56D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6522" y="5633765"/>
            <a:ext cx="340855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700" b="1" kern="1200" dirty="0">
                <a:solidFill>
                  <a:schemeClr val="bg1"/>
                </a:solidFill>
                <a:highlight>
                  <a:srgbClr val="000000"/>
                </a:highlight>
                <a:latin typeface="+mn-lt"/>
                <a:ea typeface="+mn-ea"/>
                <a:cs typeface="+mn-cs"/>
              </a:rPr>
              <a:t>En </a:t>
            </a:r>
            <a:r>
              <a:rPr lang="en-US" sz="1700" b="1" kern="1200" dirty="0" err="1">
                <a:solidFill>
                  <a:schemeClr val="bg1"/>
                </a:solidFill>
                <a:highlight>
                  <a:srgbClr val="000000"/>
                </a:highlight>
                <a:latin typeface="+mn-lt"/>
                <a:ea typeface="+mn-ea"/>
                <a:cs typeface="+mn-cs"/>
              </a:rPr>
              <a:t>variabel</a:t>
            </a:r>
            <a:r>
              <a:rPr lang="en-US" sz="1700" b="1" kern="1200" dirty="0">
                <a:solidFill>
                  <a:schemeClr val="bg1"/>
                </a:solidFill>
                <a:highlight>
                  <a:srgbClr val="000000"/>
                </a:highlight>
                <a:latin typeface="+mn-lt"/>
                <a:ea typeface="+mn-ea"/>
                <a:cs typeface="+mn-cs"/>
              </a:rPr>
              <a:t> </a:t>
            </a:r>
            <a:r>
              <a:rPr lang="en-US" sz="1700" b="1" kern="1200" dirty="0" err="1">
                <a:solidFill>
                  <a:schemeClr val="bg1"/>
                </a:solidFill>
                <a:highlight>
                  <a:srgbClr val="000000"/>
                </a:highlight>
                <a:latin typeface="+mn-lt"/>
                <a:ea typeface="+mn-ea"/>
                <a:cs typeface="+mn-cs"/>
              </a:rPr>
              <a:t>är</a:t>
            </a:r>
            <a:r>
              <a:rPr lang="en-US" sz="1700" b="1" kern="1200" dirty="0">
                <a:solidFill>
                  <a:schemeClr val="bg1"/>
                </a:solidFill>
                <a:highlight>
                  <a:srgbClr val="000000"/>
                </a:highlight>
                <a:latin typeface="+mn-lt"/>
                <a:ea typeface="+mn-ea"/>
                <a:cs typeface="+mn-cs"/>
              </a:rPr>
              <a:t> </a:t>
            </a:r>
            <a:r>
              <a:rPr lang="en-US" sz="1700" b="1" kern="1200" dirty="0" err="1">
                <a:solidFill>
                  <a:schemeClr val="bg1"/>
                </a:solidFill>
                <a:highlight>
                  <a:srgbClr val="000000"/>
                </a:highlight>
                <a:latin typeface="+mn-lt"/>
                <a:ea typeface="+mn-ea"/>
                <a:cs typeface="+mn-cs"/>
              </a:rPr>
              <a:t>en</a:t>
            </a:r>
            <a:r>
              <a:rPr lang="en-US" sz="1700" b="1" kern="1200" dirty="0">
                <a:solidFill>
                  <a:schemeClr val="bg1"/>
                </a:solidFill>
                <a:highlight>
                  <a:srgbClr val="000000"/>
                </a:highlight>
                <a:latin typeface="+mn-lt"/>
                <a:ea typeface="+mn-ea"/>
                <a:cs typeface="+mn-cs"/>
              </a:rPr>
              <a:t> "</a:t>
            </a:r>
            <a:r>
              <a:rPr lang="en-US" sz="1700" b="1" kern="1200" dirty="0" err="1">
                <a:solidFill>
                  <a:schemeClr val="bg1"/>
                </a:solidFill>
                <a:highlight>
                  <a:srgbClr val="000000"/>
                </a:highlight>
                <a:latin typeface="+mn-lt"/>
                <a:ea typeface="+mn-ea"/>
                <a:cs typeface="+mn-cs"/>
              </a:rPr>
              <a:t>låda</a:t>
            </a:r>
            <a:r>
              <a:rPr lang="en-US" sz="1700" b="1" kern="1200" dirty="0">
                <a:solidFill>
                  <a:schemeClr val="bg1"/>
                </a:solidFill>
                <a:highlight>
                  <a:srgbClr val="000000"/>
                </a:highlight>
                <a:latin typeface="+mn-lt"/>
                <a:ea typeface="+mn-ea"/>
                <a:cs typeface="+mn-cs"/>
              </a:rPr>
              <a:t>" </a:t>
            </a:r>
            <a:r>
              <a:rPr lang="en-US" sz="1700" b="1" kern="1200" dirty="0" err="1">
                <a:solidFill>
                  <a:schemeClr val="bg1"/>
                </a:solidFill>
                <a:highlight>
                  <a:srgbClr val="000000"/>
                </a:highlight>
                <a:latin typeface="+mn-lt"/>
                <a:ea typeface="+mn-ea"/>
                <a:cs typeface="+mn-cs"/>
              </a:rPr>
              <a:t>där</a:t>
            </a:r>
            <a:r>
              <a:rPr lang="en-US" sz="1700" b="1" kern="1200" dirty="0">
                <a:solidFill>
                  <a:schemeClr val="bg1"/>
                </a:solidFill>
                <a:highlight>
                  <a:srgbClr val="000000"/>
                </a:highlight>
                <a:latin typeface="+mn-lt"/>
                <a:ea typeface="+mn-ea"/>
                <a:cs typeface="+mn-cs"/>
              </a:rPr>
              <a:t> du </a:t>
            </a:r>
            <a:r>
              <a:rPr lang="en-US" sz="1700" b="1" kern="1200" dirty="0" err="1">
                <a:solidFill>
                  <a:schemeClr val="bg1"/>
                </a:solidFill>
                <a:highlight>
                  <a:srgbClr val="000000"/>
                </a:highlight>
                <a:latin typeface="+mn-lt"/>
                <a:ea typeface="+mn-ea"/>
                <a:cs typeface="+mn-cs"/>
              </a:rPr>
              <a:t>lagrar</a:t>
            </a:r>
            <a:r>
              <a:rPr lang="en-US" sz="1700" b="1" kern="1200" dirty="0">
                <a:solidFill>
                  <a:schemeClr val="bg1"/>
                </a:solidFill>
                <a:highlight>
                  <a:srgbClr val="000000"/>
                </a:highlight>
                <a:latin typeface="+mn-lt"/>
                <a:ea typeface="+mn-ea"/>
                <a:cs typeface="+mn-cs"/>
              </a:rPr>
              <a:t> data.</a:t>
            </a:r>
            <a:r>
              <a:rPr lang="en-US" sz="1700" kern="1200" dirty="0">
                <a:solidFill>
                  <a:schemeClr val="bg1"/>
                </a:solidFill>
                <a:highlight>
                  <a:srgbClr val="000000"/>
                </a:highlight>
                <a:latin typeface="+mn-lt"/>
                <a:ea typeface="+mn-ea"/>
                <a:cs typeface="+mn-cs"/>
              </a:rPr>
              <a:t> </a:t>
            </a:r>
            <a:r>
              <a:rPr lang="en-US" sz="1700" kern="1200" dirty="0" err="1">
                <a:solidFill>
                  <a:schemeClr val="bg1"/>
                </a:solidFill>
                <a:highlight>
                  <a:srgbClr val="000000"/>
                </a:highlight>
                <a:latin typeface="+mn-lt"/>
                <a:ea typeface="+mn-ea"/>
                <a:cs typeface="+mn-cs"/>
              </a:rPr>
              <a:t>Börjar</a:t>
            </a:r>
            <a:r>
              <a:rPr lang="en-US" sz="1700" kern="1200" dirty="0">
                <a:solidFill>
                  <a:schemeClr val="bg1"/>
                </a:solidFill>
                <a:highlight>
                  <a:srgbClr val="000000"/>
                </a:highlight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 err="1">
                <a:solidFill>
                  <a:schemeClr val="bg1"/>
                </a:solidFill>
                <a:highlight>
                  <a:srgbClr val="000000"/>
                </a:highlight>
                <a:latin typeface="+mn-lt"/>
                <a:ea typeface="+mn-ea"/>
                <a:cs typeface="+mn-cs"/>
              </a:rPr>
              <a:t>alltid</a:t>
            </a:r>
            <a:r>
              <a:rPr lang="en-US" sz="1700" kern="1200" dirty="0">
                <a:solidFill>
                  <a:schemeClr val="bg1"/>
                </a:solidFill>
                <a:highlight>
                  <a:srgbClr val="000000"/>
                </a:highlight>
                <a:latin typeface="+mn-lt"/>
                <a:ea typeface="+mn-ea"/>
                <a:cs typeface="+mn-cs"/>
              </a:rPr>
              <a:t> med $.</a:t>
            </a:r>
            <a:endParaRPr lang="en-US" sz="1700" kern="1200" dirty="0">
              <a:solidFill>
                <a:schemeClr val="bg1"/>
              </a:solidFill>
              <a:highlight>
                <a:srgbClr val="000000"/>
              </a:highlight>
              <a:latin typeface="+mn-lt"/>
            </a:endParaRP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44B22947-EE37-5A6A-F4A4-B3C7FA48D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295" y="-1053"/>
            <a:ext cx="11164428" cy="5194027"/>
          </a:xfrm>
          <a:prstGeom prst="rect">
            <a:avLst/>
          </a:prstGeom>
        </p:spPr>
      </p:pic>
      <p:pic>
        <p:nvPicPr>
          <p:cNvPr id="5" name="Bildobjekt 4">
            <a:extLst>
              <a:ext uri="{FF2B5EF4-FFF2-40B4-BE49-F238E27FC236}">
                <a16:creationId xmlns:a16="http://schemas.microsoft.com/office/drawing/2014/main" id="{869140AB-5611-77BC-327F-D844C963F2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355" r="-118" b="2848"/>
          <a:stretch>
            <a:fillRect/>
          </a:stretch>
        </p:blipFill>
        <p:spPr>
          <a:xfrm>
            <a:off x="0" y="118463"/>
            <a:ext cx="12194854" cy="662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7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418809CA-0FAF-346C-048B-1AD3A06DD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5490971"/>
            <a:ext cx="6962072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Exempel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på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datatyper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D4DB90B4-5C63-1E60-C927-4FCD69C0B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1704" y="5495220"/>
            <a:ext cx="3997372" cy="1150702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2000" b="1" kern="1200" dirty="0">
                <a:solidFill>
                  <a:srgbClr val="FFFFFF"/>
                </a:solidFill>
                <a:highlight>
                  <a:srgbClr val="000000"/>
                </a:highlight>
                <a:latin typeface="+mn-lt"/>
                <a:ea typeface="+mn-ea"/>
                <a:cs typeface="+mn-cs"/>
              </a:rPr>
              <a:t>Tips:</a:t>
            </a:r>
            <a:r>
              <a:rPr lang="en-US" sz="2000" kern="1200" dirty="0">
                <a:solidFill>
                  <a:srgbClr val="FFFFFF"/>
                </a:solidFill>
                <a:highlight>
                  <a:srgbClr val="000000"/>
                </a:highlight>
                <a:latin typeface="+mn-lt"/>
                <a:ea typeface="+mn-ea"/>
                <a:cs typeface="+mn-cs"/>
              </a:rPr>
              <a:t> </a:t>
            </a:r>
            <a:r>
              <a:rPr lang="en-US" sz="2000" kern="1200" dirty="0" err="1">
                <a:solidFill>
                  <a:srgbClr val="FFFFFF"/>
                </a:solidFill>
                <a:highlight>
                  <a:srgbClr val="000000"/>
                </a:highlight>
                <a:latin typeface="+mn-lt"/>
                <a:ea typeface="+mn-ea"/>
                <a:cs typeface="+mn-cs"/>
              </a:rPr>
              <a:t>Använd</a:t>
            </a:r>
            <a:r>
              <a:rPr lang="en-US" sz="2000" kern="1200" dirty="0">
                <a:solidFill>
                  <a:srgbClr val="FFFFFF"/>
                </a:solidFill>
                <a:highlight>
                  <a:srgbClr val="000000"/>
                </a:highlight>
                <a:latin typeface="+mn-lt"/>
                <a:ea typeface="+mn-ea"/>
                <a:cs typeface="+mn-cs"/>
              </a:rPr>
              <a:t> $</a:t>
            </a:r>
            <a:r>
              <a:rPr lang="en-US" sz="2000" kern="1200" dirty="0" err="1">
                <a:solidFill>
                  <a:srgbClr val="FFFFFF"/>
                </a:solidFill>
                <a:highlight>
                  <a:srgbClr val="000000"/>
                </a:highlight>
                <a:latin typeface="+mn-lt"/>
                <a:ea typeface="+mn-ea"/>
                <a:cs typeface="+mn-cs"/>
              </a:rPr>
              <a:t>variabel.GetType</a:t>
            </a:r>
            <a:r>
              <a:rPr lang="en-US" sz="2000" kern="1200" dirty="0">
                <a:solidFill>
                  <a:srgbClr val="FFFFFF"/>
                </a:solidFill>
                <a:highlight>
                  <a:srgbClr val="000000"/>
                </a:highlight>
                <a:latin typeface="+mn-lt"/>
                <a:ea typeface="+mn-ea"/>
                <a:cs typeface="+mn-cs"/>
              </a:rPr>
              <a:t>() </a:t>
            </a:r>
            <a:endParaRPr lang="sv-SE" dirty="0"/>
          </a:p>
          <a:p>
            <a:pPr marL="0" indent="0">
              <a:buNone/>
            </a:pPr>
            <a:r>
              <a:rPr lang="en-US" sz="2000" kern="1200" dirty="0">
                <a:solidFill>
                  <a:srgbClr val="FFFFFF"/>
                </a:solidFill>
                <a:highlight>
                  <a:srgbClr val="000000"/>
                </a:highlight>
                <a:latin typeface="+mn-lt"/>
                <a:ea typeface="+mn-ea"/>
                <a:cs typeface="+mn-cs"/>
              </a:rPr>
              <a:t>för </a:t>
            </a:r>
            <a:r>
              <a:rPr lang="en-US" sz="2000" kern="1200" dirty="0" err="1">
                <a:solidFill>
                  <a:srgbClr val="FFFFFF"/>
                </a:solidFill>
                <a:highlight>
                  <a:srgbClr val="000000"/>
                </a:highlight>
                <a:latin typeface="+mn-lt"/>
                <a:ea typeface="+mn-ea"/>
                <a:cs typeface="+mn-cs"/>
              </a:rPr>
              <a:t>att</a:t>
            </a:r>
            <a:r>
              <a:rPr lang="en-US" sz="2000" kern="1200" dirty="0">
                <a:solidFill>
                  <a:srgbClr val="FFFFFF"/>
                </a:solidFill>
                <a:highlight>
                  <a:srgbClr val="000000"/>
                </a:highlight>
                <a:latin typeface="+mn-lt"/>
                <a:ea typeface="+mn-ea"/>
                <a:cs typeface="+mn-cs"/>
              </a:rPr>
              <a:t> se </a:t>
            </a:r>
            <a:r>
              <a:rPr lang="en-US" sz="2000" kern="1200" dirty="0" err="1">
                <a:solidFill>
                  <a:srgbClr val="FFFFFF"/>
                </a:solidFill>
                <a:highlight>
                  <a:srgbClr val="000000"/>
                </a:highlight>
                <a:latin typeface="+mn-lt"/>
                <a:ea typeface="+mn-ea"/>
                <a:cs typeface="+mn-cs"/>
              </a:rPr>
              <a:t>vilken</a:t>
            </a:r>
            <a:r>
              <a:rPr lang="en-US" sz="2000" kern="1200" dirty="0">
                <a:solidFill>
                  <a:srgbClr val="FFFFFF"/>
                </a:solidFill>
                <a:highlight>
                  <a:srgbClr val="000000"/>
                </a:highlight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rgbClr val="FFFFFF"/>
                </a:solidFill>
                <a:highlight>
                  <a:srgbClr val="000000"/>
                </a:highlight>
                <a:latin typeface="+mn-lt"/>
                <a:ea typeface="+mn-ea"/>
                <a:cs typeface="+mn-cs"/>
              </a:rPr>
              <a:t>datatyp</a:t>
            </a:r>
            <a:r>
              <a:rPr lang="en-US" sz="2000" kern="1200" dirty="0">
                <a:solidFill>
                  <a:srgbClr val="FFFFFF"/>
                </a:solidFill>
                <a:highlight>
                  <a:srgbClr val="000000"/>
                </a:highlight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rgbClr val="FFFFFF"/>
                </a:solidFill>
                <a:highlight>
                  <a:srgbClr val="000000"/>
                </a:highlight>
                <a:latin typeface="+mn-lt"/>
                <a:ea typeface="+mn-ea"/>
                <a:cs typeface="+mn-cs"/>
              </a:rPr>
              <a:t>en</a:t>
            </a:r>
            <a:r>
              <a:rPr lang="en-US" sz="2000" kern="1200" dirty="0">
                <a:solidFill>
                  <a:srgbClr val="FFFFFF"/>
                </a:solidFill>
                <a:highlight>
                  <a:srgbClr val="000000"/>
                </a:highlight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rgbClr val="FFFFFF"/>
                </a:solidFill>
                <a:highlight>
                  <a:srgbClr val="000000"/>
                </a:highlight>
                <a:latin typeface="+mn-lt"/>
                <a:ea typeface="+mn-ea"/>
                <a:cs typeface="+mn-cs"/>
              </a:rPr>
              <a:t>variabel</a:t>
            </a:r>
            <a:r>
              <a:rPr lang="en-US" sz="2000" kern="1200" dirty="0">
                <a:solidFill>
                  <a:srgbClr val="FFFFFF"/>
                </a:solidFill>
                <a:highlight>
                  <a:srgbClr val="000000"/>
                </a:highlight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rgbClr val="FFFFFF"/>
                </a:solidFill>
                <a:highlight>
                  <a:srgbClr val="000000"/>
                </a:highlight>
                <a:latin typeface="+mn-lt"/>
                <a:ea typeface="+mn-ea"/>
                <a:cs typeface="+mn-cs"/>
              </a:rPr>
              <a:t>har</a:t>
            </a:r>
            <a:r>
              <a:rPr lang="en-US" sz="2000" kern="1200" dirty="0">
                <a:solidFill>
                  <a:srgbClr val="FFFFFF"/>
                </a:solidFill>
                <a:highlight>
                  <a:srgbClr val="000000"/>
                </a:highlight>
                <a:latin typeface="+mn-lt"/>
                <a:ea typeface="+mn-ea"/>
                <a:cs typeface="+mn-cs"/>
              </a:rPr>
              <a:t>.</a:t>
            </a:r>
            <a:endParaRPr lang="en-US"/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8FF5C081-CE26-C7E4-3B14-55CD229BEC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887142"/>
              </p:ext>
            </p:extLst>
          </p:nvPr>
        </p:nvGraphicFramePr>
        <p:xfrm>
          <a:off x="69272" y="57727"/>
          <a:ext cx="12065353" cy="512870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2930752082"/>
                    </a:ext>
                  </a:extLst>
                </a:gridCol>
                <a:gridCol w="5490868">
                  <a:extLst>
                    <a:ext uri="{9D8B030D-6E8A-4147-A177-3AD203B41FA5}">
                      <a16:colId xmlns:a16="http://schemas.microsoft.com/office/drawing/2014/main" val="2845086883"/>
                    </a:ext>
                  </a:extLst>
                </a:gridCol>
                <a:gridCol w="4021785">
                  <a:extLst>
                    <a:ext uri="{9D8B030D-6E8A-4147-A177-3AD203B41FA5}">
                      <a16:colId xmlns:a16="http://schemas.microsoft.com/office/drawing/2014/main" val="3063466038"/>
                    </a:ext>
                  </a:extLst>
                </a:gridCol>
              </a:tblGrid>
              <a:tr h="79749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Datatyp</a:t>
                      </a:r>
                      <a:endParaRPr lang="sv-SE" sz="2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Exempel</a:t>
                      </a:r>
                      <a:endParaRPr lang="sv-SE" sz="2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Förklaring</a:t>
                      </a:r>
                      <a:endParaRPr lang="sv-SE" sz="2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78309"/>
                  </a:ext>
                </a:extLst>
              </a:tr>
              <a:tr h="79749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String</a:t>
                      </a:r>
                      <a:endParaRPr lang="sv-SE" sz="2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$namn = "Erik"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Text – alltid inom " "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317116"/>
                  </a:ext>
                </a:extLst>
              </a:tr>
              <a:tr h="79749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Int</a:t>
                      </a:r>
                      <a:endParaRPr lang="sv-SE" sz="2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$ålder = 25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Heltal – inga citattecken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428687"/>
                  </a:ext>
                </a:extLst>
              </a:tr>
              <a:tr h="79749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Boolean</a:t>
                      </a:r>
                      <a:endParaRPr lang="sv-SE" sz="2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$ärAdmin = $true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Sant eller falskt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958420"/>
                  </a:ext>
                </a:extLst>
              </a:tr>
              <a:tr h="79749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Array</a:t>
                      </a:r>
                      <a:endParaRPr lang="sv-SE" sz="2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$servrar = @("WEB01","WEB02")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Lista med flera värden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898098"/>
                  </a:ext>
                </a:extLst>
              </a:tr>
              <a:tr h="114124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Hashtable</a:t>
                      </a:r>
                      <a:endParaRPr lang="sv-SE" sz="2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$config = @{"Server"="WEB01"; "Port"=80}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Nyckel-värde-par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179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6287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B8D1452C-F831-FCFC-F70D-E986D7FF9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sv-SE" sz="4000">
                <a:solidFill>
                  <a:srgbClr val="FFFFFF"/>
                </a:solidFill>
                <a:ea typeface="+mj-lt"/>
                <a:cs typeface="+mj-lt"/>
              </a:rPr>
              <a:t>Arrayer och Hashtables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55EB5DE-C067-1C13-BDDA-00B726742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9059" y="228566"/>
            <a:ext cx="8035804" cy="6402389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sv-SE" sz="2400" b="1">
                <a:highlight>
                  <a:srgbClr val="FFFFFF"/>
                </a:highlight>
                <a:ea typeface="+mn-lt"/>
                <a:cs typeface="+mn-lt"/>
              </a:rPr>
              <a:t>Array = En lista med flera värden under samma namn.</a:t>
            </a:r>
            <a:endParaRPr lang="sv-SE" sz="2400">
              <a:ea typeface="+mn-lt"/>
              <a:cs typeface="+mn-lt"/>
            </a:endParaRPr>
          </a:p>
          <a:p>
            <a:pPr>
              <a:buNone/>
            </a:pP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 sz="2400"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 sz="24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$servrar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= @</a:t>
            </a:r>
            <a:r>
              <a:rPr lang="sv-SE" sz="24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sv-SE" sz="2400">
                <a:solidFill>
                  <a:srgbClr val="50A14F"/>
                </a:solidFill>
                <a:highlight>
                  <a:srgbClr val="FFFFFF"/>
                </a:highlight>
                <a:latin typeface="Consolas"/>
              </a:rPr>
              <a:t>"WEB01"</a:t>
            </a:r>
            <a:r>
              <a:rPr lang="sv-SE" sz="24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,</a:t>
            </a:r>
            <a:r>
              <a:rPr lang="sv-SE" sz="24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400">
                <a:solidFill>
                  <a:srgbClr val="50A14F"/>
                </a:solidFill>
                <a:highlight>
                  <a:srgbClr val="FFFFFF"/>
                </a:highlight>
                <a:latin typeface="Consolas"/>
              </a:rPr>
              <a:t>"WEB02"</a:t>
            </a:r>
            <a:r>
              <a:rPr lang="sv-SE" sz="24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,</a:t>
            </a:r>
            <a:r>
              <a:rPr lang="sv-SE" sz="24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400">
                <a:solidFill>
                  <a:srgbClr val="50A14F"/>
                </a:solidFill>
                <a:highlight>
                  <a:srgbClr val="FFFFFF"/>
                </a:highlight>
                <a:latin typeface="Consolas"/>
              </a:rPr>
              <a:t>"SQL01"</a:t>
            </a:r>
            <a:r>
              <a:rPr lang="sv-SE" sz="24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)</a:t>
            </a:r>
            <a:r>
              <a:rPr lang="sv-SE" sz="24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</a:t>
            </a:r>
            <a:r>
              <a:rPr lang="sv-SE" sz="24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$forsta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sv-SE" sz="24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$servrar</a:t>
            </a:r>
            <a:r>
              <a:rPr lang="sv-SE" sz="24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[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0</a:t>
            </a:r>
            <a:r>
              <a:rPr lang="sv-SE" sz="24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]</a:t>
            </a:r>
            <a:r>
              <a:rPr lang="sv-SE" sz="24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 </a:t>
            </a:r>
            <a:endParaRPr lang="sv-SE" sz="2400" i="1" dirty="0">
              <a:solidFill>
                <a:srgbClr val="A0A1A7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buNone/>
            </a:pPr>
            <a:r>
              <a:rPr lang="sv-SE" sz="2400" i="1">
                <a:solidFill>
                  <a:srgbClr val="A0A1A7"/>
                </a:solidFill>
                <a:highlight>
                  <a:srgbClr val="FFFFFF"/>
                </a:highlight>
                <a:latin typeface="Consolas"/>
              </a:rPr>
              <a:t># WEB01 (index börjar på 0!)</a:t>
            </a:r>
          </a:p>
          <a:p>
            <a:pPr marL="0" indent="0">
              <a:buNone/>
            </a:pPr>
            <a:endParaRPr lang="sv-SE" sz="2400" i="1" dirty="0">
              <a:solidFill>
                <a:srgbClr val="A0A1A7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buNone/>
            </a:pPr>
            <a:r>
              <a:rPr lang="sv-SE" sz="24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Hashtable = Nyckel-värde-par (som en telefonbok).</a:t>
            </a:r>
            <a:endParaRPr lang="sv-SE" sz="2400" b="1">
              <a:highlight>
                <a:srgbClr val="FFFFFF"/>
              </a:highlight>
              <a:ea typeface="+mn-lt"/>
              <a:cs typeface="+mn-lt"/>
            </a:endParaRPr>
          </a:p>
          <a:p>
            <a:pPr>
              <a:buNone/>
            </a:pP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 sz="2400"/>
          </a:p>
          <a:p>
            <a:pPr marL="0" indent="0">
              <a:buNone/>
            </a:pPr>
            <a:r>
              <a:rPr lang="sv-SE" sz="2400">
                <a:solidFill>
                  <a:srgbClr val="4078F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$config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 = @</a:t>
            </a:r>
            <a:r>
              <a:rPr lang="sv-SE" sz="2400">
                <a:solidFill>
                  <a:srgbClr val="383A4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{</a:t>
            </a:r>
            <a:r>
              <a:rPr lang="sv-SE" sz="24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
    </a:t>
            </a:r>
            <a:r>
              <a:rPr lang="sv-SE" sz="2400">
                <a:solidFill>
                  <a:srgbClr val="50A14F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"Server"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 = </a:t>
            </a:r>
            <a:r>
              <a:rPr lang="sv-SE" sz="2400">
                <a:solidFill>
                  <a:srgbClr val="50A14F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"WEB01"</a:t>
            </a:r>
            <a:r>
              <a:rPr lang="sv-SE" sz="24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
    </a:t>
            </a:r>
            <a:r>
              <a:rPr lang="sv-SE" sz="2400">
                <a:solidFill>
                  <a:srgbClr val="50A14F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"Port"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 = 80</a:t>
            </a:r>
            <a:r>
              <a:rPr lang="sv-SE" sz="24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
    </a:t>
            </a:r>
            <a:r>
              <a:rPr lang="sv-SE" sz="2400">
                <a:solidFill>
                  <a:srgbClr val="50A14F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"SSL"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 = </a:t>
            </a:r>
            <a:r>
              <a:rPr lang="sv-SE" sz="2400">
                <a:solidFill>
                  <a:srgbClr val="B76B01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$true</a:t>
            </a:r>
            <a:r>
              <a:rPr lang="sv-SE" sz="24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
</a:t>
            </a:r>
            <a:r>
              <a:rPr lang="sv-SE" sz="2400">
                <a:solidFill>
                  <a:srgbClr val="383A4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}</a:t>
            </a:r>
            <a:r>
              <a:rPr lang="sv-SE" sz="24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
</a:t>
            </a:r>
            <a:r>
              <a:rPr lang="sv-SE" sz="2400">
                <a:solidFill>
                  <a:srgbClr val="4078F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Write-Host</a:t>
            </a:r>
            <a:r>
              <a:rPr lang="sv-SE" sz="24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 </a:t>
            </a:r>
            <a:r>
              <a:rPr lang="sv-SE" sz="2400">
                <a:solidFill>
                  <a:srgbClr val="4078F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$config</a:t>
            </a:r>
            <a:r>
              <a:rPr lang="sv-SE" sz="2400">
                <a:solidFill>
                  <a:srgbClr val="383A4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[</a:t>
            </a:r>
            <a:r>
              <a:rPr lang="sv-SE" sz="2400">
                <a:solidFill>
                  <a:srgbClr val="50A14F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"Server"</a:t>
            </a:r>
            <a:r>
              <a:rPr lang="sv-SE" sz="2400">
                <a:solidFill>
                  <a:srgbClr val="383A4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]</a:t>
            </a:r>
            <a:r>
              <a:rPr lang="sv-SE" sz="24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  </a:t>
            </a:r>
            <a:endParaRPr lang="sv-SE" sz="2400">
              <a:solidFill>
                <a:srgbClr val="000000"/>
              </a:solidFill>
              <a:latin typeface="Aptos" panose="02110004020202020204"/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 sz="2400" i="1">
                <a:solidFill>
                  <a:srgbClr val="A0A1A7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# Skriver ut "WEB01"</a:t>
            </a:r>
            <a:endParaRPr lang="sv-SE" sz="2400"/>
          </a:p>
        </p:txBody>
      </p:sp>
    </p:spTree>
    <p:extLst>
      <p:ext uri="{BB962C8B-B14F-4D97-AF65-F5344CB8AC3E}">
        <p14:creationId xmlns:p14="http://schemas.microsoft.com/office/powerpoint/2010/main" val="1454849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00F6609D-BF42-1F68-0329-CB488315D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215" y="337581"/>
            <a:ext cx="10685132" cy="1200312"/>
          </a:xfrm>
        </p:spPr>
        <p:txBody>
          <a:bodyPr anchor="t">
            <a:noAutofit/>
          </a:bodyPr>
          <a:lstStyle/>
          <a:p>
            <a:r>
              <a:rPr lang="sv-SE" sz="8800">
                <a:solidFill>
                  <a:schemeClr val="bg1"/>
                </a:solidFill>
                <a:ea typeface="+mj-lt"/>
                <a:cs typeface="+mj-lt"/>
              </a:rPr>
              <a:t>Jämförelse</a:t>
            </a:r>
            <a:endParaRPr lang="sv-SE" sz="88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A74B768-691B-9B7C-87E3-FEF4B3642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367" y="2217343"/>
            <a:ext cx="11462619" cy="12118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sv-SE" sz="2400" b="1">
                <a:highlight>
                  <a:srgbClr val="FFFFFF"/>
                </a:highlight>
                <a:ea typeface="+mn-lt"/>
                <a:cs typeface="+mn-lt"/>
              </a:rPr>
              <a:t>Tänk:</a:t>
            </a:r>
            <a:r>
              <a:rPr lang="sv-SE" sz="2400">
                <a:highlight>
                  <a:srgbClr val="FFFFFF"/>
                </a:highlight>
                <a:ea typeface="+mn-lt"/>
                <a:cs typeface="+mn-lt"/>
              </a:rPr>
              <a:t> Array är som en hylla med numrerade lådor. Hashtable är som en telefonbok där du söker på namn . Hashtables är särskilt användbara som </a:t>
            </a:r>
            <a:r>
              <a:rPr lang="sv-SE" sz="2400" b="1">
                <a:highlight>
                  <a:srgbClr val="FFFFFF"/>
                </a:highlight>
                <a:ea typeface="+mn-lt"/>
                <a:cs typeface="+mn-lt"/>
              </a:rPr>
              <a:t>uppslagstabeller</a:t>
            </a:r>
            <a:r>
              <a:rPr lang="sv-SE" sz="2400">
                <a:highlight>
                  <a:srgbClr val="FFFFFF"/>
                </a:highlight>
                <a:ea typeface="+mn-lt"/>
                <a:cs typeface="+mn-lt"/>
              </a:rPr>
              <a:t> – du kan slå upp ett värde med en nyckel istället för att loopa igenom en lista .</a:t>
            </a:r>
            <a:endParaRPr lang="sv-SE"/>
          </a:p>
          <a:p>
            <a:endParaRPr lang="sv-SE" sz="2400" dirty="0">
              <a:highlight>
                <a:srgbClr val="FFFFFF"/>
              </a:highlight>
            </a:endParaRPr>
          </a:p>
          <a:p>
            <a:endParaRPr lang="sv-SE" sz="2400" dirty="0">
              <a:highlight>
                <a:srgbClr val="FFFFFF"/>
              </a:highlight>
            </a:endParaRPr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BB90D964-E1FD-538E-185A-E6593A231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233915"/>
              </p:ext>
            </p:extLst>
          </p:nvPr>
        </p:nvGraphicFramePr>
        <p:xfrm>
          <a:off x="345056" y="3590636"/>
          <a:ext cx="11468406" cy="284607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734203">
                  <a:extLst>
                    <a:ext uri="{9D8B030D-6E8A-4147-A177-3AD203B41FA5}">
                      <a16:colId xmlns:a16="http://schemas.microsoft.com/office/drawing/2014/main" val="1234785049"/>
                    </a:ext>
                  </a:extLst>
                </a:gridCol>
                <a:gridCol w="5734203">
                  <a:extLst>
                    <a:ext uri="{9D8B030D-6E8A-4147-A177-3AD203B41FA5}">
                      <a16:colId xmlns:a16="http://schemas.microsoft.com/office/drawing/2014/main" val="3580673960"/>
                    </a:ext>
                  </a:extLst>
                </a:gridCol>
              </a:tblGrid>
              <a:tr h="70227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Array</a:t>
                      </a:r>
                      <a:endParaRPr lang="sv-SE" sz="2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Hashtable</a:t>
                      </a:r>
                      <a:endParaRPr lang="sv-SE" sz="2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247012"/>
                  </a:ext>
                </a:extLst>
              </a:tr>
              <a:tr h="65837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@("a", "b", "c")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@{"Nyckel1"="Värde1"; "Nyckel2"="Värde2"}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375909"/>
                  </a:ext>
                </a:extLst>
              </a:tr>
              <a:tr h="70227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Index: 0, 1, 2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Nyckel: "Server", "Port"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741109"/>
                  </a:ext>
                </a:extLst>
              </a:tr>
              <a:tr h="70227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Används för listor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Används för konfiguration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921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1764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Background">
            <a:extLst>
              <a:ext uri="{FF2B5EF4-FFF2-40B4-BE49-F238E27FC236}">
                <a16:creationId xmlns:a16="http://schemas.microsoft.com/office/drawing/2014/main" id="{90D0877E-6CD0-4206-8A18-56CEE73EFB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18AC0D4-F32D-4067-9F63-E553F4AFF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2806021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2013E049-388E-52F8-2DFA-C3FF5049F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166" y="342306"/>
            <a:ext cx="4703816" cy="2121408"/>
          </a:xfrm>
        </p:spPr>
        <p:txBody>
          <a:bodyPr anchor="ctr">
            <a:normAutofit/>
          </a:bodyPr>
          <a:lstStyle/>
          <a:p>
            <a:r>
              <a:rPr lang="sv-SE" sz="4000">
                <a:ea typeface="+mj-lt"/>
                <a:cs typeface="+mj-lt"/>
              </a:rPr>
              <a:t>Input och Output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A0C46CB-19EA-47FE-40ED-1D49584A6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7057" y="-2749"/>
            <a:ext cx="6947400" cy="28115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 sz="2400">
                <a:ea typeface="+mn-lt"/>
                <a:cs typeface="+mn-lt"/>
              </a:rPr>
              <a:t>Input och Output</a:t>
            </a:r>
            <a:endParaRPr lang="sv-SE" sz="2400"/>
          </a:p>
          <a:p>
            <a:r>
              <a:rPr lang="sv-SE" sz="2400">
                <a:ea typeface="+mn-lt"/>
                <a:cs typeface="+mn-lt"/>
              </a:rPr>
              <a:t>Input: Fråga användaren med </a:t>
            </a:r>
            <a:r>
              <a:rPr lang="sv-SE" sz="2400">
                <a:highlight>
                  <a:srgbClr val="00FF00"/>
                </a:highlight>
                <a:ea typeface="+mn-lt"/>
                <a:cs typeface="+mn-lt"/>
              </a:rPr>
              <a:t>Read-Host</a:t>
            </a:r>
            <a:endParaRPr lang="sv-SE" sz="2400">
              <a:highlight>
                <a:srgbClr val="00FF00"/>
              </a:highlight>
            </a:endParaRPr>
          </a:p>
          <a:p>
            <a:r>
              <a:rPr lang="sv-SE" sz="2400">
                <a:ea typeface="+mn-lt"/>
                <a:cs typeface="+mn-lt"/>
              </a:rPr>
              <a:t>Output: Visa meddelanden med </a:t>
            </a:r>
            <a:r>
              <a:rPr lang="sv-SE" sz="2400">
                <a:highlight>
                  <a:srgbClr val="00FF00"/>
                </a:highlight>
                <a:ea typeface="+mn-lt"/>
                <a:cs typeface="+mn-lt"/>
              </a:rPr>
              <a:t>Write-Host</a:t>
            </a:r>
          </a:p>
          <a:p>
            <a:r>
              <a:rPr lang="sv-SE" sz="2400"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 sz="2400">
              <a:highlight>
                <a:srgbClr val="00FF00"/>
              </a:highlight>
            </a:endParaRPr>
          </a:p>
          <a:p>
            <a:r>
              <a:rPr lang="sv-SE" sz="2400">
                <a:solidFill>
                  <a:srgbClr val="4078F2"/>
                </a:solidFill>
                <a:highlight>
                  <a:srgbClr val="00FF00"/>
                </a:highlight>
                <a:latin typeface="Consolas"/>
              </a:rPr>
              <a:t>$namn</a:t>
            </a:r>
            <a:r>
              <a:rPr lang="sv-SE" sz="2400">
                <a:solidFill>
                  <a:srgbClr val="0F1115"/>
                </a:solidFill>
                <a:highlight>
                  <a:srgbClr val="00FF00"/>
                </a:highlight>
                <a:latin typeface="Consolas"/>
              </a:rPr>
              <a:t> = </a:t>
            </a:r>
            <a:r>
              <a:rPr lang="sv-SE" sz="2400">
                <a:solidFill>
                  <a:srgbClr val="4078F2"/>
                </a:solidFill>
                <a:highlight>
                  <a:srgbClr val="00FF00"/>
                </a:highlight>
                <a:latin typeface="Consolas"/>
              </a:rPr>
              <a:t>Read-Host</a:t>
            </a:r>
            <a:r>
              <a:rPr lang="sv-SE" sz="2400" dirty="0">
                <a:solidFill>
                  <a:srgbClr val="0F1115"/>
                </a:solidFill>
                <a:highlight>
                  <a:srgbClr val="00FF00"/>
                </a:highlight>
                <a:latin typeface="Consolas"/>
              </a:rPr>
              <a:t> </a:t>
            </a:r>
            <a:r>
              <a:rPr lang="sv-SE" sz="2400">
                <a:solidFill>
                  <a:srgbClr val="50A14F"/>
                </a:solidFill>
                <a:highlight>
                  <a:srgbClr val="00FF00"/>
                </a:highlight>
                <a:latin typeface="Consolas"/>
              </a:rPr>
              <a:t>"Vad heter du?"</a:t>
            </a:r>
            <a:r>
              <a:rPr lang="sv-SE" sz="2400" dirty="0">
                <a:solidFill>
                  <a:srgbClr val="0F1115"/>
                </a:solidFill>
                <a:highlight>
                  <a:srgbClr val="00FF00"/>
                </a:highlight>
                <a:latin typeface="Consolas"/>
              </a:rPr>
              <a:t>
</a:t>
            </a:r>
            <a:r>
              <a:rPr lang="sv-SE" sz="2400">
                <a:solidFill>
                  <a:srgbClr val="4078F2"/>
                </a:solidFill>
                <a:highlight>
                  <a:srgbClr val="00FF00"/>
                </a:highlight>
                <a:latin typeface="Consolas"/>
              </a:rPr>
              <a:t>Write-Host</a:t>
            </a:r>
            <a:r>
              <a:rPr lang="sv-SE" sz="2400" dirty="0">
                <a:solidFill>
                  <a:srgbClr val="0F1115"/>
                </a:solidFill>
                <a:highlight>
                  <a:srgbClr val="00FF00"/>
                </a:highlight>
                <a:latin typeface="Consolas"/>
              </a:rPr>
              <a:t> </a:t>
            </a:r>
            <a:r>
              <a:rPr lang="sv-SE" sz="2400">
                <a:solidFill>
                  <a:srgbClr val="50A14F"/>
                </a:solidFill>
                <a:highlight>
                  <a:srgbClr val="00FF00"/>
                </a:highlight>
                <a:latin typeface="Consolas"/>
              </a:rPr>
              <a:t>"Hej </a:t>
            </a:r>
            <a:r>
              <a:rPr lang="sv-SE" sz="2400">
                <a:solidFill>
                  <a:srgbClr val="4078F2"/>
                </a:solidFill>
                <a:highlight>
                  <a:srgbClr val="00FF00"/>
                </a:highlight>
                <a:latin typeface="Consolas"/>
              </a:rPr>
              <a:t>$namn</a:t>
            </a:r>
            <a:r>
              <a:rPr lang="sv-SE" sz="2400">
                <a:solidFill>
                  <a:srgbClr val="50A14F"/>
                </a:solidFill>
                <a:highlight>
                  <a:srgbClr val="00FF00"/>
                </a:highlight>
                <a:latin typeface="Consolas"/>
              </a:rPr>
              <a:t>!"</a:t>
            </a:r>
            <a:endParaRPr lang="sv-SE" sz="2400">
              <a:solidFill>
                <a:srgbClr val="50A14F"/>
              </a:solidFill>
            </a:endParaRP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055FA9A8-C012-E4FF-359B-14D11BB6F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8" y="3621741"/>
            <a:ext cx="12192003" cy="252990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823495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B546E95B-0F63-813F-1F9F-16C8D1234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sv-SE" sz="4000">
                <a:solidFill>
                  <a:schemeClr val="bg1"/>
                </a:solidFill>
                <a:ea typeface="+mj-lt"/>
                <a:cs typeface="+mj-lt"/>
              </a:rPr>
              <a:t>Vanliga output-kommandon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B6094D0-4864-0AE8-67E4-25EFE9519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 sz="2400" b="1">
                <a:ea typeface="+mn-lt"/>
                <a:cs typeface="+mn-lt"/>
              </a:rPr>
              <a:t>Kommando                     Vad gör det?</a:t>
            </a:r>
            <a:endParaRPr lang="sv-SE" sz="2400" b="1"/>
          </a:p>
          <a:p>
            <a:r>
              <a:rPr lang="sv-SE" sz="2400">
                <a:ea typeface="+mn-lt"/>
                <a:cs typeface="+mn-lt"/>
              </a:rPr>
              <a:t>Write-Host                       Visa text i konsolen</a:t>
            </a:r>
            <a:endParaRPr lang="sv-SE" sz="2400"/>
          </a:p>
          <a:p>
            <a:r>
              <a:rPr lang="sv-SE" sz="2400">
                <a:ea typeface="+mn-lt"/>
                <a:cs typeface="+mn-lt"/>
              </a:rPr>
              <a:t>Write-Output                  Skicka data vidare i pipelinen</a:t>
            </a:r>
            <a:endParaRPr lang="sv-SE" sz="2400"/>
          </a:p>
          <a:p>
            <a:r>
              <a:rPr lang="sv-SE" sz="2400">
                <a:ea typeface="+mn-lt"/>
                <a:cs typeface="+mn-lt"/>
              </a:rPr>
              <a:t>Write-Warning                Visa en varning i gult</a:t>
            </a:r>
            <a:endParaRPr lang="sv-SE" sz="2400"/>
          </a:p>
          <a:p>
            <a:r>
              <a:rPr lang="sv-SE" sz="2400">
                <a:ea typeface="+mn-lt"/>
                <a:cs typeface="+mn-lt"/>
              </a:rPr>
              <a:t>Write-Error                       Visa ett felmeddelande i rött</a:t>
            </a:r>
          </a:p>
          <a:p>
            <a:endParaRPr lang="sv-SE" sz="2400" dirty="0"/>
          </a:p>
          <a:p>
            <a:r>
              <a:rPr lang="sv-SE" sz="20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Tips: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Använd </a:t>
            </a:r>
            <a:r>
              <a:rPr lang="sv-SE" sz="2000">
                <a:solidFill>
                  <a:srgbClr val="0F1115"/>
                </a:solidFill>
                <a:highlight>
                  <a:srgbClr val="EBEEF2"/>
                </a:highlight>
                <a:latin typeface="Consolas"/>
              </a:rPr>
              <a:t>Write-Host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för att visa information till användaren. Använd </a:t>
            </a:r>
            <a:r>
              <a:rPr lang="sv-SE" sz="2000">
                <a:solidFill>
                  <a:srgbClr val="0F1115"/>
                </a:solidFill>
                <a:highlight>
                  <a:srgbClr val="EBEEF2"/>
                </a:highlight>
                <a:latin typeface="Consolas"/>
              </a:rPr>
              <a:t>Write-Output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för att skicka data vidare i pipelinen.</a:t>
            </a:r>
            <a:endParaRPr lang="sv-SE" sz="2000">
              <a:ea typeface="+mn-lt"/>
              <a:cs typeface="+mn-lt"/>
            </a:endParaRP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E3B21659-6E68-C8F2-F120-A4C1461EA5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355" r="-95" b="3226"/>
          <a:stretch>
            <a:fillRect/>
          </a:stretch>
        </p:blipFill>
        <p:spPr>
          <a:xfrm>
            <a:off x="-11545" y="117871"/>
            <a:ext cx="12203558" cy="6609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561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9FAE20A5-FE87-FB50-825E-9906B8FD7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sv-SE" sz="4000">
                <a:solidFill>
                  <a:srgbClr val="FFFFFF"/>
                </a:solidFill>
                <a:ea typeface="+mj-lt"/>
                <a:cs typeface="+mj-lt"/>
              </a:rPr>
              <a:t>If / Else – Fatta Beslut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8EAA598-1DA8-9DEB-BC43-1E69C5CDB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3746" y="2935"/>
            <a:ext cx="8159174" cy="3698774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r>
              <a:rPr lang="sv-SE" dirty="0">
                <a:ea typeface="+mn-lt"/>
                <a:cs typeface="+mn-lt"/>
              </a:rPr>
              <a:t>Används för att styra flödet i ditt skript.</a:t>
            </a:r>
          </a:p>
          <a:p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 dirty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 dirty="0">
                <a:solidFill>
                  <a:srgbClr val="0F1115"/>
                </a:solidFill>
                <a:latin typeface="Consolas"/>
              </a:rPr>
              <a:t>$ålder = </a:t>
            </a:r>
            <a:r>
              <a:rPr lang="sv-SE" dirty="0">
                <a:solidFill>
                  <a:srgbClr val="4078F2"/>
                </a:solidFill>
                <a:latin typeface="Consolas"/>
              </a:rPr>
              <a:t>Read-Host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dirty="0">
                <a:solidFill>
                  <a:srgbClr val="50A14F"/>
                </a:solidFill>
                <a:latin typeface="Consolas"/>
              </a:rPr>
              <a:t>"Hur gammal är du?"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dirty="0">
                <a:solidFill>
                  <a:srgbClr val="A626A4"/>
                </a:solidFill>
                <a:latin typeface="Consolas"/>
              </a:rPr>
              <a:t>if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dirty="0">
                <a:solidFill>
                  <a:srgbClr val="383A42"/>
                </a:solidFill>
                <a:latin typeface="Consolas"/>
              </a:rPr>
              <a:t>(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$ålder </a:t>
            </a:r>
            <a:r>
              <a:rPr lang="sv-SE" dirty="0">
                <a:solidFill>
                  <a:srgbClr val="4078F2"/>
                </a:solidFill>
                <a:latin typeface="Consolas"/>
              </a:rPr>
              <a:t>-ge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 18</a:t>
            </a:r>
            <a:r>
              <a:rPr lang="sv-SE" dirty="0">
                <a:solidFill>
                  <a:srgbClr val="383A42"/>
                </a:solidFill>
                <a:latin typeface="Consolas"/>
              </a:rPr>
              <a:t>)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dirty="0">
                <a:solidFill>
                  <a:srgbClr val="383A42"/>
                </a:solidFill>
                <a:latin typeface="Consolas"/>
              </a:rPr>
              <a:t>{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
    </a:t>
            </a:r>
            <a:r>
              <a:rPr lang="sv-SE" dirty="0">
                <a:solidFill>
                  <a:srgbClr val="4078F2"/>
                </a:solidFill>
                <a:latin typeface="Consolas"/>
              </a:rPr>
              <a:t>Write-Host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dirty="0">
                <a:solidFill>
                  <a:srgbClr val="50A14F"/>
                </a:solidFill>
                <a:latin typeface="Consolas"/>
              </a:rPr>
              <a:t>"Du är myndig!"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dirty="0">
                <a:solidFill>
                  <a:srgbClr val="383A42"/>
                </a:solidFill>
                <a:latin typeface="Consolas"/>
              </a:rPr>
              <a:t>}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dirty="0">
                <a:solidFill>
                  <a:srgbClr val="A626A4"/>
                </a:solidFill>
                <a:latin typeface="Consolas"/>
              </a:rPr>
              <a:t>else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dirty="0">
                <a:solidFill>
                  <a:srgbClr val="383A42"/>
                </a:solidFill>
                <a:latin typeface="Consolas"/>
              </a:rPr>
              <a:t>{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
    </a:t>
            </a:r>
            <a:r>
              <a:rPr lang="sv-SE" dirty="0">
                <a:solidFill>
                  <a:srgbClr val="4078F2"/>
                </a:solidFill>
                <a:latin typeface="Consolas"/>
              </a:rPr>
              <a:t>Write-Host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dirty="0">
                <a:solidFill>
                  <a:srgbClr val="50A14F"/>
                </a:solidFill>
                <a:latin typeface="Consolas"/>
              </a:rPr>
              <a:t>"Du är omyndig!"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dirty="0">
                <a:solidFill>
                  <a:srgbClr val="383A42"/>
                </a:solidFill>
                <a:latin typeface="Consolas"/>
              </a:rPr>
              <a:t>}</a:t>
            </a:r>
            <a:endParaRPr lang="sv-SE" dirty="0">
              <a:solidFill>
                <a:srgbClr val="383A42"/>
              </a:solidFill>
            </a:endParaRP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79AC5E45-0C7D-D028-A62E-B3C2CC7F2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038" y="3719732"/>
            <a:ext cx="8137585" cy="2897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974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7EE37263-6C66-4963-6425-137A6914F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sv-SE" sz="4000">
                <a:solidFill>
                  <a:schemeClr val="bg1"/>
                </a:solidFill>
                <a:ea typeface="+mj-lt"/>
                <a:cs typeface="+mj-lt"/>
              </a:rPr>
              <a:t>Jämförelseoperatorer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D6EF4C0-0A75-6B1D-D11B-6DCA96CA9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457" y="1674707"/>
            <a:ext cx="9892438" cy="84234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sv-SE" sz="2400" b="1">
                <a:highlight>
                  <a:srgbClr val="FFFFFF"/>
                </a:highlight>
                <a:ea typeface="+mn-lt"/>
                <a:cs typeface="+mn-lt"/>
              </a:rPr>
              <a:t>Tips:</a:t>
            </a:r>
            <a:r>
              <a:rPr lang="sv-SE" sz="2400">
                <a:highlight>
                  <a:srgbClr val="FFFFFF"/>
                </a:highlight>
                <a:ea typeface="+mn-lt"/>
                <a:cs typeface="+mn-lt"/>
              </a:rPr>
              <a:t> Placera alltid </a:t>
            </a:r>
            <a:r>
              <a:rPr lang="sv-SE" sz="2400">
                <a:highlight>
                  <a:srgbClr val="EBEEF2"/>
                </a:highlight>
                <a:latin typeface="Consolas"/>
              </a:rPr>
              <a:t>$null</a:t>
            </a:r>
            <a:r>
              <a:rPr lang="sv-SE" sz="2400">
                <a:highlight>
                  <a:srgbClr val="FFFFFF"/>
                </a:highlight>
                <a:ea typeface="+mn-lt"/>
                <a:cs typeface="+mn-lt"/>
              </a:rPr>
              <a:t> på vänster sida vid jämförelser: </a:t>
            </a:r>
            <a:r>
              <a:rPr lang="sv-SE" sz="2400">
                <a:highlight>
                  <a:srgbClr val="EBEEF2"/>
                </a:highlight>
                <a:latin typeface="Consolas"/>
              </a:rPr>
              <a:t>if ($null -eq $variabel) { ... }</a:t>
            </a:r>
            <a:r>
              <a:rPr lang="sv-SE" sz="2400">
                <a:highlight>
                  <a:srgbClr val="FFFFFF"/>
                </a:highlight>
                <a:ea typeface="+mn-lt"/>
                <a:cs typeface="+mn-lt"/>
              </a:rPr>
              <a:t> för att undvika oväntade fel .</a:t>
            </a:r>
            <a:endParaRPr lang="sv-SE" sz="2400"/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AF12E3BA-30E3-A47B-8F13-08B028AC31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79" t="15613" r="9281" b="5850"/>
          <a:stretch>
            <a:fillRect/>
          </a:stretch>
        </p:blipFill>
        <p:spPr>
          <a:xfrm>
            <a:off x="1937537" y="2589237"/>
            <a:ext cx="8337425" cy="427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52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98D54BE4-8D11-82EA-AA7D-D0B4E0E03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5490971"/>
            <a:ext cx="6962072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Loopar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–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Upprepa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Kod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89E5C93-76DC-50BA-121D-7E8C1B93D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6522" y="5633765"/>
            <a:ext cx="340855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Loopar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används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för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att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upprepa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kod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flera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gånger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27B55369-79D4-9371-D828-2C8D01472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839" y="390832"/>
            <a:ext cx="8446940" cy="4519114"/>
          </a:xfrm>
          <a:prstGeom prst="rect">
            <a:avLst/>
          </a:prstGeom>
        </p:spPr>
      </p:pic>
      <p:pic>
        <p:nvPicPr>
          <p:cNvPr id="5" name="Bildobjekt 4">
            <a:extLst>
              <a:ext uri="{FF2B5EF4-FFF2-40B4-BE49-F238E27FC236}">
                <a16:creationId xmlns:a16="http://schemas.microsoft.com/office/drawing/2014/main" id="{40AAC4AD-04BF-BCCA-12D4-978B746F5C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355" r="-118" b="2925"/>
          <a:stretch>
            <a:fillRect/>
          </a:stretch>
        </p:blipFill>
        <p:spPr>
          <a:xfrm>
            <a:off x="0" y="106918"/>
            <a:ext cx="12206399" cy="662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550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44D65982-4F00-4330-8DAA-DE6A9E4D6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09115B9-5BFD-478D-9C87-29ADB3AF1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D57F946-2E03-4DE1-91F8-25BEDC663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-2"/>
            <a:ext cx="3468234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598881B-E007-4AAF-BA50-0AD6182192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87A6DD9E-16A5-46AE-A522-D46D6BEDF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57E24D0-FEFE-B6F8-1B2B-6CD501E26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2251" y="-1571"/>
            <a:ext cx="8713604" cy="686400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sv-SE" sz="1200" dirty="0">
                <a:solidFill>
                  <a:schemeClr val="tx2"/>
                </a:solidFill>
                <a:ea typeface="+mn-lt"/>
                <a:cs typeface="+mn-lt"/>
              </a:rPr>
              <a:t>For-loop – räkna till 5:</a:t>
            </a:r>
          </a:p>
          <a:p>
            <a:r>
              <a:rPr lang="sv-SE" sz="1200" dirty="0">
                <a:solidFill>
                  <a:srgbClr val="A626A4"/>
                </a:solidFill>
                <a:latin typeface="Consolas"/>
              </a:rPr>
              <a:t>for</a:t>
            </a:r>
            <a:r>
              <a:rPr lang="sv-SE" sz="12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200" dirty="0">
                <a:solidFill>
                  <a:srgbClr val="383A42"/>
                </a:solidFill>
                <a:latin typeface="Consolas"/>
              </a:rPr>
              <a:t>(</a:t>
            </a:r>
            <a:r>
              <a:rPr lang="sv-SE" sz="1200" dirty="0">
                <a:solidFill>
                  <a:srgbClr val="4078F2"/>
                </a:solidFill>
                <a:latin typeface="Consolas"/>
              </a:rPr>
              <a:t>$i</a:t>
            </a:r>
            <a:r>
              <a:rPr lang="sv-SE" sz="1200" dirty="0">
                <a:solidFill>
                  <a:srgbClr val="0F1115"/>
                </a:solidFill>
                <a:latin typeface="Consolas"/>
              </a:rPr>
              <a:t>=1</a:t>
            </a:r>
            <a:r>
              <a:rPr lang="sv-SE" sz="1200" dirty="0">
                <a:solidFill>
                  <a:srgbClr val="383A42"/>
                </a:solidFill>
                <a:latin typeface="Consolas"/>
              </a:rPr>
              <a:t>;</a:t>
            </a:r>
            <a:r>
              <a:rPr lang="sv-SE" sz="12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200" dirty="0">
                <a:solidFill>
                  <a:srgbClr val="4078F2"/>
                </a:solidFill>
                <a:latin typeface="Consolas"/>
              </a:rPr>
              <a:t>$i</a:t>
            </a:r>
            <a:r>
              <a:rPr lang="sv-SE" sz="12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200" dirty="0">
                <a:solidFill>
                  <a:srgbClr val="4078F2"/>
                </a:solidFill>
                <a:latin typeface="Consolas"/>
              </a:rPr>
              <a:t>-le</a:t>
            </a:r>
            <a:r>
              <a:rPr lang="sv-SE" sz="1200" dirty="0">
                <a:solidFill>
                  <a:srgbClr val="0F1115"/>
                </a:solidFill>
                <a:latin typeface="Consolas"/>
              </a:rPr>
              <a:t> 5</a:t>
            </a:r>
            <a:r>
              <a:rPr lang="sv-SE" sz="1200" dirty="0">
                <a:solidFill>
                  <a:srgbClr val="383A42"/>
                </a:solidFill>
                <a:latin typeface="Consolas"/>
              </a:rPr>
              <a:t>;</a:t>
            </a:r>
            <a:r>
              <a:rPr lang="sv-SE" sz="12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200" dirty="0">
                <a:solidFill>
                  <a:srgbClr val="4078F2"/>
                </a:solidFill>
                <a:latin typeface="Consolas"/>
              </a:rPr>
              <a:t>$i++</a:t>
            </a:r>
            <a:r>
              <a:rPr lang="sv-SE" sz="1200" dirty="0">
                <a:solidFill>
                  <a:srgbClr val="383A42"/>
                </a:solidFill>
                <a:latin typeface="Consolas"/>
              </a:rPr>
              <a:t>)</a:t>
            </a:r>
            <a:r>
              <a:rPr lang="sv-SE" sz="12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200" dirty="0">
                <a:solidFill>
                  <a:srgbClr val="383A42"/>
                </a:solidFill>
                <a:latin typeface="Consolas"/>
              </a:rPr>
              <a:t>{</a:t>
            </a:r>
            <a:r>
              <a:rPr lang="sv-SE" sz="1200" dirty="0">
                <a:solidFill>
                  <a:srgbClr val="0F1115"/>
                </a:solidFill>
                <a:latin typeface="Consolas"/>
              </a:rPr>
              <a:t>
    </a:t>
            </a:r>
            <a:r>
              <a:rPr lang="sv-SE" sz="1200" dirty="0">
                <a:solidFill>
                  <a:srgbClr val="4078F2"/>
                </a:solidFill>
                <a:latin typeface="Consolas"/>
              </a:rPr>
              <a:t>Write-Host</a:t>
            </a:r>
            <a:r>
              <a:rPr lang="sv-SE" sz="12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200" dirty="0">
                <a:solidFill>
                  <a:srgbClr val="50A14F"/>
                </a:solidFill>
                <a:latin typeface="Consolas"/>
              </a:rPr>
              <a:t>"Räknar: </a:t>
            </a:r>
            <a:r>
              <a:rPr lang="sv-SE" sz="1200" dirty="0">
                <a:solidFill>
                  <a:srgbClr val="4078F2"/>
                </a:solidFill>
                <a:latin typeface="Consolas"/>
              </a:rPr>
              <a:t>$i</a:t>
            </a:r>
            <a:r>
              <a:rPr lang="sv-SE" sz="1200" dirty="0">
                <a:solidFill>
                  <a:srgbClr val="50A14F"/>
                </a:solidFill>
                <a:latin typeface="Consolas"/>
              </a:rPr>
              <a:t>"</a:t>
            </a:r>
            <a:r>
              <a:rPr lang="sv-SE" sz="12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1200" dirty="0">
                <a:solidFill>
                  <a:srgbClr val="383A42"/>
                </a:solidFill>
                <a:latin typeface="Consolas"/>
              </a:rPr>
              <a:t>}</a:t>
            </a:r>
            <a:endParaRPr lang="sv-SE" sz="1200" dirty="0">
              <a:solidFill>
                <a:srgbClr val="383A42"/>
              </a:solidFill>
              <a:latin typeface="Aptos" panose="02110004020202020204"/>
            </a:endParaRPr>
          </a:p>
          <a:p>
            <a:endParaRPr lang="sv-SE" sz="1200" dirty="0">
              <a:solidFill>
                <a:schemeClr val="tx2"/>
              </a:solidFill>
              <a:latin typeface="Consolas"/>
            </a:endParaRPr>
          </a:p>
          <a:p>
            <a:r>
              <a:rPr lang="sv-SE" sz="1200" dirty="0">
                <a:solidFill>
                  <a:schemeClr val="tx2"/>
                </a:solidFill>
                <a:ea typeface="+mn-lt"/>
                <a:cs typeface="+mn-lt"/>
              </a:rPr>
              <a:t>Foreach-loop – gå igenom en lista:</a:t>
            </a:r>
          </a:p>
          <a:p>
            <a:r>
              <a:rPr lang="sv-SE" sz="1200" dirty="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$servrar</a:t>
            </a:r>
            <a:r>
              <a:rPr lang="sv-SE" sz="12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 = @</a:t>
            </a:r>
            <a:r>
              <a:rPr lang="sv-SE" sz="1200" dirty="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(</a:t>
            </a:r>
            <a:r>
              <a:rPr lang="sv-SE" sz="1200" dirty="0">
                <a:solidFill>
                  <a:srgbClr val="50A14F"/>
                </a:solidFill>
                <a:latin typeface="Consolas"/>
                <a:ea typeface="+mn-lt"/>
                <a:cs typeface="+mn-lt"/>
              </a:rPr>
              <a:t>"WEB01"</a:t>
            </a:r>
            <a:r>
              <a:rPr lang="sv-SE" sz="1200" dirty="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,</a:t>
            </a:r>
            <a:r>
              <a:rPr lang="sv-SE" sz="12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sv-SE" sz="1200" dirty="0">
                <a:solidFill>
                  <a:srgbClr val="50A14F"/>
                </a:solidFill>
                <a:latin typeface="Consolas"/>
                <a:ea typeface="+mn-lt"/>
                <a:cs typeface="+mn-lt"/>
              </a:rPr>
              <a:t>"WEB02"</a:t>
            </a:r>
            <a:r>
              <a:rPr lang="sv-SE" sz="1200" dirty="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,</a:t>
            </a:r>
            <a:r>
              <a:rPr lang="sv-SE" sz="12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sv-SE" sz="1200" dirty="0">
                <a:solidFill>
                  <a:srgbClr val="50A14F"/>
                </a:solidFill>
                <a:latin typeface="Consolas"/>
                <a:ea typeface="+mn-lt"/>
                <a:cs typeface="+mn-lt"/>
              </a:rPr>
              <a:t>"SQL01"</a:t>
            </a:r>
            <a:r>
              <a:rPr lang="sv-SE" sz="1200" dirty="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)</a:t>
            </a:r>
            <a:r>
              <a:rPr lang="sv-SE" sz="12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
</a:t>
            </a:r>
            <a:r>
              <a:rPr lang="sv-SE" sz="1200" dirty="0">
                <a:solidFill>
                  <a:srgbClr val="A626A4"/>
                </a:solidFill>
                <a:latin typeface="Consolas"/>
                <a:ea typeface="+mn-lt"/>
                <a:cs typeface="+mn-lt"/>
              </a:rPr>
              <a:t>foreach</a:t>
            </a:r>
            <a:r>
              <a:rPr lang="sv-SE" sz="12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sv-SE" sz="1200" dirty="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(</a:t>
            </a:r>
            <a:r>
              <a:rPr lang="sv-SE" sz="1200" dirty="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$server</a:t>
            </a:r>
            <a:r>
              <a:rPr lang="sv-SE" sz="12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 in </a:t>
            </a:r>
            <a:r>
              <a:rPr lang="sv-SE" sz="1200" dirty="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$servrar</a:t>
            </a:r>
            <a:r>
              <a:rPr lang="sv-SE" sz="1200" dirty="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)</a:t>
            </a:r>
            <a:r>
              <a:rPr lang="sv-SE" sz="12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sv-SE" sz="1200" dirty="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{</a:t>
            </a:r>
            <a:r>
              <a:rPr lang="sv-SE" sz="12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
    </a:t>
            </a:r>
            <a:r>
              <a:rPr lang="sv-SE" sz="1200" dirty="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Write-Host</a:t>
            </a:r>
            <a:r>
              <a:rPr lang="sv-SE" sz="12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sv-SE" sz="1200" dirty="0">
                <a:solidFill>
                  <a:srgbClr val="50A14F"/>
                </a:solidFill>
                <a:latin typeface="Consolas"/>
                <a:ea typeface="+mn-lt"/>
                <a:cs typeface="+mn-lt"/>
              </a:rPr>
              <a:t>"Bearbetar </a:t>
            </a:r>
            <a:r>
              <a:rPr lang="sv-SE" sz="1200" dirty="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$server</a:t>
            </a:r>
            <a:r>
              <a:rPr lang="sv-SE" sz="1200" dirty="0">
                <a:solidFill>
                  <a:srgbClr val="50A14F"/>
                </a:solidFill>
                <a:latin typeface="Consolas"/>
                <a:ea typeface="+mn-lt"/>
                <a:cs typeface="+mn-lt"/>
              </a:rPr>
              <a:t>"</a:t>
            </a:r>
            <a:r>
              <a:rPr lang="sv-SE" sz="12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
</a:t>
            </a:r>
            <a:r>
              <a:rPr lang="sv-SE" sz="1200" dirty="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}</a:t>
            </a:r>
            <a:endParaRPr lang="sv-SE" sz="1200" dirty="0">
              <a:solidFill>
                <a:srgbClr val="383A42"/>
              </a:solidFill>
              <a:latin typeface="Aptos"/>
              <a:ea typeface="+mn-lt"/>
              <a:cs typeface="+mn-lt"/>
            </a:endParaRPr>
          </a:p>
          <a:p>
            <a:r>
              <a:rPr lang="sv-SE" sz="1200" dirty="0">
                <a:solidFill>
                  <a:schemeClr val="tx2"/>
                </a:solidFill>
                <a:ea typeface="+mn-lt"/>
                <a:cs typeface="+mn-lt"/>
              </a:rPr>
              <a:t>Foreach med Hashtable – iterera över nycklar:</a:t>
            </a:r>
          </a:p>
          <a:p>
            <a:r>
              <a:rPr lang="sv-SE" sz="1200" dirty="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$ageList</a:t>
            </a:r>
            <a:r>
              <a:rPr lang="sv-SE" sz="12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 = @</a:t>
            </a:r>
            <a:r>
              <a:rPr lang="sv-SE" sz="1200" dirty="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{</a:t>
            </a:r>
            <a:r>
              <a:rPr lang="sv-SE" sz="12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sv-SE" sz="1200" dirty="0">
                <a:solidFill>
                  <a:srgbClr val="50A14F"/>
                </a:solidFill>
                <a:latin typeface="Consolas"/>
                <a:ea typeface="+mn-lt"/>
                <a:cs typeface="+mn-lt"/>
              </a:rPr>
              <a:t>"Kevin"</a:t>
            </a:r>
            <a:r>
              <a:rPr lang="sv-SE" sz="12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 = 36</a:t>
            </a:r>
            <a:r>
              <a:rPr lang="sv-SE" sz="1200" dirty="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;</a:t>
            </a:r>
            <a:r>
              <a:rPr lang="sv-SE" sz="12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sv-SE" sz="1200" dirty="0">
                <a:solidFill>
                  <a:srgbClr val="50A14F"/>
                </a:solidFill>
                <a:latin typeface="Consolas"/>
                <a:ea typeface="+mn-lt"/>
                <a:cs typeface="+mn-lt"/>
              </a:rPr>
              <a:t>"Alex"</a:t>
            </a:r>
            <a:r>
              <a:rPr lang="sv-SE" sz="12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 = 9 </a:t>
            </a:r>
            <a:r>
              <a:rPr lang="sv-SE" sz="1200" dirty="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}</a:t>
            </a:r>
            <a:r>
              <a:rPr lang="sv-SE" sz="12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
</a:t>
            </a:r>
            <a:r>
              <a:rPr lang="sv-SE" sz="1200" dirty="0">
                <a:solidFill>
                  <a:srgbClr val="A626A4"/>
                </a:solidFill>
                <a:latin typeface="Consolas"/>
                <a:ea typeface="+mn-lt"/>
                <a:cs typeface="+mn-lt"/>
              </a:rPr>
              <a:t>foreach</a:t>
            </a:r>
            <a:r>
              <a:rPr lang="sv-SE" sz="12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sv-SE" sz="1200" dirty="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(</a:t>
            </a:r>
            <a:r>
              <a:rPr lang="sv-SE" sz="1200" dirty="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$key</a:t>
            </a:r>
            <a:r>
              <a:rPr lang="sv-SE" sz="12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 in </a:t>
            </a:r>
            <a:r>
              <a:rPr lang="sv-SE" sz="1200" dirty="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$ageList</a:t>
            </a:r>
            <a:r>
              <a:rPr lang="sv-SE" sz="1200" dirty="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.</a:t>
            </a:r>
            <a:r>
              <a:rPr lang="sv-SE" sz="12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Keys</a:t>
            </a:r>
            <a:r>
              <a:rPr lang="sv-SE" sz="1200" dirty="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)</a:t>
            </a:r>
            <a:r>
              <a:rPr lang="sv-SE" sz="12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sv-SE" sz="1200" dirty="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{</a:t>
            </a:r>
            <a:r>
              <a:rPr lang="sv-SE" sz="12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
    </a:t>
            </a:r>
            <a:r>
              <a:rPr lang="sv-SE" sz="1200" dirty="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Write-Host</a:t>
            </a:r>
            <a:r>
              <a:rPr lang="sv-SE" sz="12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sv-SE" sz="1200" dirty="0">
                <a:solidFill>
                  <a:srgbClr val="50A14F"/>
                </a:solidFill>
                <a:latin typeface="Consolas"/>
                <a:ea typeface="+mn-lt"/>
                <a:cs typeface="+mn-lt"/>
              </a:rPr>
              <a:t>"</a:t>
            </a:r>
            <a:r>
              <a:rPr lang="sv-SE" sz="1200" dirty="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$key</a:t>
            </a:r>
            <a:r>
              <a:rPr lang="sv-SE" sz="1200" dirty="0">
                <a:solidFill>
                  <a:srgbClr val="50A14F"/>
                </a:solidFill>
                <a:latin typeface="Consolas"/>
                <a:ea typeface="+mn-lt"/>
                <a:cs typeface="+mn-lt"/>
              </a:rPr>
              <a:t> är </a:t>
            </a:r>
            <a:r>
              <a:rPr lang="sv-SE" sz="1200" dirty="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$</a:t>
            </a:r>
            <a:r>
              <a:rPr lang="sv-SE" sz="1200" dirty="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(</a:t>
            </a:r>
            <a:r>
              <a:rPr lang="sv-SE" sz="1200" dirty="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$ageList</a:t>
            </a:r>
            <a:r>
              <a:rPr lang="sv-SE" sz="1200" dirty="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[</a:t>
            </a:r>
            <a:r>
              <a:rPr lang="sv-SE" sz="1200" dirty="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$key</a:t>
            </a:r>
            <a:r>
              <a:rPr lang="sv-SE" sz="1200" dirty="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])</a:t>
            </a:r>
            <a:r>
              <a:rPr lang="sv-SE" sz="1200" dirty="0">
                <a:solidFill>
                  <a:srgbClr val="50A14F"/>
                </a:solidFill>
                <a:latin typeface="Consolas"/>
                <a:ea typeface="+mn-lt"/>
                <a:cs typeface="+mn-lt"/>
              </a:rPr>
              <a:t> år gammal"</a:t>
            </a:r>
            <a:r>
              <a:rPr lang="sv-SE" sz="12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
</a:t>
            </a:r>
            <a:r>
              <a:rPr lang="sv-SE" sz="1200" dirty="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}</a:t>
            </a:r>
          </a:p>
          <a:p>
            <a:r>
              <a:rPr lang="sv-SE" sz="1200" dirty="0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Detta är ett vanligt mönster när du arbetar med hashtables som en samling .</a:t>
            </a:r>
          </a:p>
          <a:p>
            <a:r>
              <a:rPr lang="sv-SE" sz="1200" dirty="0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While-loop – kör tills villkor är sant:</a:t>
            </a:r>
          </a:p>
          <a:p>
            <a:r>
              <a:rPr lang="sv-SE" sz="1400" dirty="0">
                <a:solidFill>
                  <a:srgbClr val="4078F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$svar</a:t>
            </a:r>
            <a:r>
              <a:rPr lang="sv-SE" sz="14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 = </a:t>
            </a:r>
            <a:r>
              <a:rPr lang="sv-SE" sz="1400" dirty="0">
                <a:solidFill>
                  <a:srgbClr val="50A14F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""</a:t>
            </a:r>
            <a:r>
              <a:rPr lang="sv-SE" sz="14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
</a:t>
            </a:r>
            <a:r>
              <a:rPr lang="sv-SE" sz="1400" dirty="0">
                <a:solidFill>
                  <a:srgbClr val="A626A4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while</a:t>
            </a:r>
            <a:r>
              <a:rPr lang="sv-SE" sz="14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 </a:t>
            </a:r>
            <a:r>
              <a:rPr lang="sv-SE" sz="1400" dirty="0">
                <a:solidFill>
                  <a:srgbClr val="383A4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(</a:t>
            </a:r>
            <a:r>
              <a:rPr lang="sv-SE" sz="1400" dirty="0">
                <a:solidFill>
                  <a:srgbClr val="4078F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$svar</a:t>
            </a:r>
            <a:r>
              <a:rPr lang="sv-SE" sz="14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 </a:t>
            </a:r>
            <a:r>
              <a:rPr lang="sv-SE" sz="1400" dirty="0">
                <a:solidFill>
                  <a:srgbClr val="4078F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-ne</a:t>
            </a:r>
            <a:r>
              <a:rPr lang="sv-SE" sz="14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 </a:t>
            </a:r>
            <a:r>
              <a:rPr lang="sv-SE" sz="1400" dirty="0">
                <a:solidFill>
                  <a:srgbClr val="50A14F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"ja"</a:t>
            </a:r>
            <a:r>
              <a:rPr lang="sv-SE" sz="1400" dirty="0">
                <a:solidFill>
                  <a:srgbClr val="383A4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)</a:t>
            </a:r>
            <a:r>
              <a:rPr lang="sv-SE" sz="14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 </a:t>
            </a:r>
            <a:r>
              <a:rPr lang="sv-SE" sz="1400" dirty="0">
                <a:solidFill>
                  <a:srgbClr val="383A4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{</a:t>
            </a:r>
            <a:r>
              <a:rPr lang="sv-SE" sz="14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
    </a:t>
            </a:r>
            <a:r>
              <a:rPr lang="sv-SE" sz="1400" dirty="0">
                <a:solidFill>
                  <a:srgbClr val="4078F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$svar</a:t>
            </a:r>
            <a:r>
              <a:rPr lang="sv-SE" sz="14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 = </a:t>
            </a:r>
            <a:r>
              <a:rPr lang="sv-SE" sz="1400" dirty="0">
                <a:solidFill>
                  <a:srgbClr val="4078F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Read-Host</a:t>
            </a:r>
            <a:r>
              <a:rPr lang="sv-SE" sz="14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 </a:t>
            </a:r>
            <a:r>
              <a:rPr lang="sv-SE" sz="1400" dirty="0">
                <a:solidFill>
                  <a:srgbClr val="50A14F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"Skriv 'ja' för att fortsätta"</a:t>
            </a:r>
            <a:r>
              <a:rPr lang="sv-SE" sz="14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
</a:t>
            </a:r>
            <a:r>
              <a:rPr lang="sv-SE" sz="1400" dirty="0">
                <a:solidFill>
                  <a:srgbClr val="383A4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}</a:t>
            </a:r>
          </a:p>
          <a:p>
            <a:r>
              <a:rPr lang="sv-SE" sz="1200" dirty="0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Tänk: Loopar är som att diska tallrikar – du gör samma sak om och om igen tills alla är klara.</a:t>
            </a:r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0C910C2A-0E07-8165-36EC-8E0EEAB00C9B}"/>
              </a:ext>
            </a:extLst>
          </p:cNvPr>
          <p:cNvSpPr txBox="1"/>
          <p:nvPr/>
        </p:nvSpPr>
        <p:spPr>
          <a:xfrm>
            <a:off x="588818" y="2505365"/>
            <a:ext cx="2586182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200" b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Loop</a:t>
            </a:r>
            <a:r>
              <a:rPr lang="en-US" sz="7200" b="1" i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 </a:t>
            </a:r>
            <a:endParaRPr lang="en-US" sz="7200"/>
          </a:p>
          <a:p>
            <a:pPr algn="ctr"/>
            <a:endParaRPr lang="sv-SE" sz="7200" dirty="0"/>
          </a:p>
        </p:txBody>
      </p:sp>
    </p:spTree>
    <p:extLst>
      <p:ext uri="{BB962C8B-B14F-4D97-AF65-F5344CB8AC3E}">
        <p14:creationId xmlns:p14="http://schemas.microsoft.com/office/powerpoint/2010/main" val="2097691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479F2BEB-D961-2F62-DDCB-C72B26B604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19" b="3354"/>
          <a:stretch>
            <a:fillRect/>
          </a:stretch>
        </p:blipFill>
        <p:spPr>
          <a:xfrm>
            <a:off x="20" y="116301"/>
            <a:ext cx="12198535" cy="6626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903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C4D840A-09A5-06D1-484D-4B05E5C0B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Funktioner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–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Återanvändbar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Kod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3238516-B7CC-06CC-003A-03FCF8AEA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En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funktion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är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ett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kodblock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som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du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kan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använda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om och om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igen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99B31060-5C2C-5842-42BE-44963E0B6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25" y="1712499"/>
            <a:ext cx="11327549" cy="962841"/>
          </a:xfrm>
          <a:prstGeom prst="rect">
            <a:avLst/>
          </a:prstGeom>
        </p:spPr>
      </p:pic>
      <p:sp>
        <p:nvSpPr>
          <p:cNvPr id="5" name="textruta 4">
            <a:extLst>
              <a:ext uri="{FF2B5EF4-FFF2-40B4-BE49-F238E27FC236}">
                <a16:creationId xmlns:a16="http://schemas.microsoft.com/office/drawing/2014/main" id="{475A88DA-640F-3C04-07B1-6F031FC62E1C}"/>
              </a:ext>
            </a:extLst>
          </p:cNvPr>
          <p:cNvSpPr txBox="1"/>
          <p:nvPr/>
        </p:nvSpPr>
        <p:spPr>
          <a:xfrm>
            <a:off x="427182" y="2678546"/>
            <a:ext cx="7504545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Exempel</a:t>
            </a:r>
            <a:r>
              <a:rPr lang="en-US" sz="2000" b="1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– </a:t>
            </a:r>
            <a:r>
              <a:rPr lang="en-US" sz="2000" b="1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en</a:t>
            </a:r>
            <a:r>
              <a:rPr lang="en-US" sz="2000" b="1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2000" b="1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funktion</a:t>
            </a:r>
            <a:r>
              <a:rPr lang="en-US" sz="2000" b="1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2000" b="1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som</a:t>
            </a:r>
            <a:r>
              <a:rPr lang="en-US" sz="2000" b="1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2000" b="1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hälsar</a:t>
            </a:r>
            <a:r>
              <a:rPr lang="en-US" sz="2000" b="1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:</a:t>
            </a:r>
            <a:endParaRPr lang="en-US" sz="2000"/>
          </a:p>
          <a:p>
            <a:r>
              <a:rPr lang="sv-SE">
                <a:solidFill>
                  <a:srgbClr val="A626A4"/>
                </a:solidFill>
                <a:latin typeface="Consolas"/>
              </a:rPr>
              <a:t>function</a:t>
            </a:r>
            <a:r>
              <a:rPr lang="sv-SE">
                <a:solidFill>
                  <a:srgbClr val="0F1115"/>
                </a:solidFill>
                <a:latin typeface="Consolas"/>
              </a:rPr>
              <a:t> Hälsa </a:t>
            </a:r>
            <a:r>
              <a:rPr lang="sv-SE">
                <a:solidFill>
                  <a:srgbClr val="383A42"/>
                </a:solidFill>
                <a:latin typeface="Consolas"/>
              </a:rPr>
              <a:t>{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
    </a:t>
            </a:r>
            <a:r>
              <a:rPr lang="sv-SE">
                <a:solidFill>
                  <a:srgbClr val="A626A4"/>
                </a:solidFill>
                <a:latin typeface="Consolas"/>
              </a:rPr>
              <a:t>param</a:t>
            </a:r>
            <a:r>
              <a:rPr lang="sv-SE">
                <a:solidFill>
                  <a:srgbClr val="383A42"/>
                </a:solidFill>
                <a:latin typeface="Consolas"/>
              </a:rPr>
              <a:t>(</a:t>
            </a:r>
            <a:r>
              <a:rPr lang="sv-SE">
                <a:solidFill>
                  <a:srgbClr val="4078F2"/>
                </a:solidFill>
                <a:latin typeface="Consolas"/>
              </a:rPr>
              <a:t>$Namn</a:t>
            </a:r>
            <a:r>
              <a:rPr lang="sv-SE">
                <a:solidFill>
                  <a:srgbClr val="383A42"/>
                </a:solidFill>
                <a:latin typeface="Consolas"/>
              </a:rPr>
              <a:t>)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
    </a:t>
            </a:r>
            <a:r>
              <a:rPr lang="sv-SE">
                <a:solidFill>
                  <a:srgbClr val="4078F2"/>
                </a:solidFill>
                <a:latin typeface="Consolas"/>
              </a:rPr>
              <a:t>Write-Host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>
                <a:solidFill>
                  <a:srgbClr val="50A14F"/>
                </a:solidFill>
                <a:latin typeface="Consolas"/>
              </a:rPr>
              <a:t>"Hej </a:t>
            </a:r>
            <a:r>
              <a:rPr lang="sv-SE">
                <a:solidFill>
                  <a:srgbClr val="4078F2"/>
                </a:solidFill>
                <a:latin typeface="Consolas"/>
              </a:rPr>
              <a:t>$Namn</a:t>
            </a:r>
            <a:r>
              <a:rPr lang="sv-SE">
                <a:solidFill>
                  <a:srgbClr val="50A14F"/>
                </a:solidFill>
                <a:latin typeface="Consolas"/>
              </a:rPr>
              <a:t>!"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>
                <a:solidFill>
                  <a:srgbClr val="383A42"/>
                </a:solidFill>
                <a:latin typeface="Consolas"/>
              </a:rPr>
              <a:t>}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>
                <a:solidFill>
                  <a:srgbClr val="0F1115"/>
                </a:solidFill>
                <a:latin typeface="Consolas"/>
              </a:rPr>
              <a:t>Hälsa </a:t>
            </a:r>
            <a:r>
              <a:rPr lang="sv-SE">
                <a:solidFill>
                  <a:srgbClr val="4078F2"/>
                </a:solidFill>
                <a:latin typeface="Consolas"/>
              </a:rPr>
              <a:t>-</a:t>
            </a:r>
            <a:r>
              <a:rPr lang="sv-SE">
                <a:solidFill>
                  <a:srgbClr val="0F1115"/>
                </a:solidFill>
                <a:latin typeface="Consolas"/>
              </a:rPr>
              <a:t>Namn </a:t>
            </a:r>
            <a:r>
              <a:rPr lang="sv-SE">
                <a:solidFill>
                  <a:srgbClr val="50A14F"/>
                </a:solidFill>
                <a:latin typeface="Consolas"/>
              </a:rPr>
              <a:t>"Erik"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   </a:t>
            </a:r>
            <a:r>
              <a:rPr lang="sv-SE" i="1">
                <a:solidFill>
                  <a:srgbClr val="A0A1A7"/>
                </a:solidFill>
                <a:latin typeface="Consolas"/>
              </a:rPr>
              <a:t># Skriver ut "Hej Erik!"</a:t>
            </a:r>
            <a:endParaRPr lang="sv-SE"/>
          </a:p>
        </p:txBody>
      </p:sp>
      <p:sp>
        <p:nvSpPr>
          <p:cNvPr id="6" name="textruta 5">
            <a:extLst>
              <a:ext uri="{FF2B5EF4-FFF2-40B4-BE49-F238E27FC236}">
                <a16:creationId xmlns:a16="http://schemas.microsoft.com/office/drawing/2014/main" id="{36135ED4-89E5-43D0-8E5F-065C57B2D5A2}"/>
              </a:ext>
            </a:extLst>
          </p:cNvPr>
          <p:cNvSpPr txBox="1"/>
          <p:nvPr/>
        </p:nvSpPr>
        <p:spPr>
          <a:xfrm>
            <a:off x="427182" y="4791365"/>
            <a:ext cx="8866909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Exempel</a:t>
            </a:r>
            <a:r>
              <a:rPr lang="en-US" sz="2000" b="1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– </a:t>
            </a:r>
            <a:r>
              <a:rPr lang="en-US" sz="2000" b="1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en</a:t>
            </a:r>
            <a:r>
              <a:rPr lang="en-US" sz="2000" b="1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2000" b="1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funktion</a:t>
            </a:r>
            <a:r>
              <a:rPr lang="en-US" sz="2000" b="1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med </a:t>
            </a:r>
            <a:r>
              <a:rPr lang="en-US" sz="2000" b="1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returvärde</a:t>
            </a:r>
            <a:r>
              <a:rPr lang="en-US" sz="2000" b="1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:</a:t>
            </a:r>
            <a:endParaRPr lang="en-US" sz="2000"/>
          </a:p>
          <a:p>
            <a:r>
              <a:rPr lang="sv-SE">
                <a:solidFill>
                  <a:srgbClr val="A626A4"/>
                </a:solidFill>
                <a:latin typeface="Consolas"/>
              </a:rPr>
              <a:t>function</a:t>
            </a:r>
            <a:r>
              <a:rPr lang="sv-SE">
                <a:solidFill>
                  <a:srgbClr val="0F1115"/>
                </a:solidFill>
                <a:latin typeface="Consolas"/>
              </a:rPr>
              <a:t> LäggTillMoms </a:t>
            </a:r>
            <a:r>
              <a:rPr lang="sv-SE">
                <a:solidFill>
                  <a:srgbClr val="383A42"/>
                </a:solidFill>
                <a:latin typeface="Consolas"/>
              </a:rPr>
              <a:t>{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
    </a:t>
            </a:r>
            <a:r>
              <a:rPr lang="sv-SE">
                <a:solidFill>
                  <a:srgbClr val="A626A4"/>
                </a:solidFill>
                <a:latin typeface="Consolas"/>
              </a:rPr>
              <a:t>param</a:t>
            </a:r>
            <a:r>
              <a:rPr lang="sv-SE">
                <a:solidFill>
                  <a:srgbClr val="383A42"/>
                </a:solidFill>
                <a:latin typeface="Consolas"/>
              </a:rPr>
              <a:t>(</a:t>
            </a:r>
            <a:r>
              <a:rPr lang="sv-SE">
                <a:solidFill>
                  <a:srgbClr val="4078F2"/>
                </a:solidFill>
                <a:latin typeface="Consolas"/>
              </a:rPr>
              <a:t>$Pris</a:t>
            </a:r>
            <a:r>
              <a:rPr lang="sv-SE">
                <a:solidFill>
                  <a:srgbClr val="383A42"/>
                </a:solidFill>
                <a:latin typeface="Consolas"/>
              </a:rPr>
              <a:t>)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
    </a:t>
            </a:r>
            <a:r>
              <a:rPr lang="sv-SE">
                <a:solidFill>
                  <a:srgbClr val="A626A4"/>
                </a:solidFill>
                <a:latin typeface="Consolas"/>
              </a:rPr>
              <a:t>return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>
                <a:solidFill>
                  <a:srgbClr val="4078F2"/>
                </a:solidFill>
                <a:latin typeface="Consolas"/>
              </a:rPr>
              <a:t>$Pris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>
                <a:solidFill>
                  <a:srgbClr val="4078F2"/>
                </a:solidFill>
                <a:latin typeface="Consolas"/>
              </a:rPr>
              <a:t>*</a:t>
            </a:r>
            <a:r>
              <a:rPr lang="sv-SE">
                <a:solidFill>
                  <a:srgbClr val="0F1115"/>
                </a:solidFill>
                <a:latin typeface="Consolas"/>
              </a:rPr>
              <a:t> 1</a:t>
            </a:r>
            <a:r>
              <a:rPr lang="sv-SE">
                <a:solidFill>
                  <a:srgbClr val="383A42"/>
                </a:solidFill>
                <a:latin typeface="Consolas"/>
              </a:rPr>
              <a:t>.</a:t>
            </a:r>
            <a:r>
              <a:rPr lang="sv-SE">
                <a:solidFill>
                  <a:srgbClr val="0F1115"/>
                </a:solidFill>
                <a:latin typeface="Consolas"/>
              </a:rPr>
              <a:t>25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>
                <a:solidFill>
                  <a:srgbClr val="383A42"/>
                </a:solidFill>
                <a:latin typeface="Consolas"/>
              </a:rPr>
              <a:t>}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>
                <a:solidFill>
                  <a:srgbClr val="4078F2"/>
                </a:solidFill>
                <a:latin typeface="Consolas"/>
              </a:rPr>
              <a:t>$prisMedMoms</a:t>
            </a:r>
            <a:r>
              <a:rPr lang="sv-SE">
                <a:solidFill>
                  <a:srgbClr val="0F1115"/>
                </a:solidFill>
                <a:latin typeface="Consolas"/>
              </a:rPr>
              <a:t> = LäggTillMoms </a:t>
            </a:r>
            <a:r>
              <a:rPr lang="sv-SE">
                <a:solidFill>
                  <a:srgbClr val="4078F2"/>
                </a:solidFill>
                <a:latin typeface="Consolas"/>
              </a:rPr>
              <a:t>-</a:t>
            </a:r>
            <a:r>
              <a:rPr lang="sv-SE">
                <a:solidFill>
                  <a:srgbClr val="0F1115"/>
                </a:solidFill>
                <a:latin typeface="Consolas"/>
              </a:rPr>
              <a:t>Pris 100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>
                <a:solidFill>
                  <a:srgbClr val="4078F2"/>
                </a:solidFill>
                <a:latin typeface="Consolas"/>
              </a:rPr>
              <a:t>Write-Host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>
                <a:solidFill>
                  <a:srgbClr val="50A14F"/>
                </a:solidFill>
                <a:latin typeface="Consolas"/>
              </a:rPr>
              <a:t>"Pris med moms: </a:t>
            </a:r>
            <a:r>
              <a:rPr lang="sv-SE">
                <a:solidFill>
                  <a:srgbClr val="4078F2"/>
                </a:solidFill>
                <a:latin typeface="Consolas"/>
              </a:rPr>
              <a:t>$prisMedMoms</a:t>
            </a:r>
            <a:r>
              <a:rPr lang="sv-SE">
                <a:solidFill>
                  <a:srgbClr val="50A14F"/>
                </a:solidFill>
                <a:latin typeface="Consolas"/>
              </a:rPr>
              <a:t>"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19111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F5A554AA-014C-813E-F05F-309A8352D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033" y="233672"/>
            <a:ext cx="10350314" cy="1304221"/>
          </a:xfrm>
        </p:spPr>
        <p:txBody>
          <a:bodyPr anchor="t">
            <a:noAutofit/>
          </a:bodyPr>
          <a:lstStyle/>
          <a:p>
            <a:r>
              <a:rPr lang="sv-SE" sz="8800">
                <a:solidFill>
                  <a:schemeClr val="bg1"/>
                </a:solidFill>
                <a:ea typeface="+mj-lt"/>
                <a:cs typeface="+mj-lt"/>
              </a:rPr>
              <a:t>Varför funktioner?</a:t>
            </a:r>
            <a:endParaRPr lang="sv-SE" sz="88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D747C8B-A0D6-4305-8619-980777D12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367" y="2217343"/>
            <a:ext cx="11785892" cy="395961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 sz="3200">
                <a:ea typeface="+mn-lt"/>
                <a:cs typeface="+mn-lt"/>
              </a:rPr>
              <a:t>Tänk: En funktion är som ett recept – du kan använda det om och om igen utan att skriva om det.</a:t>
            </a:r>
          </a:p>
          <a:p>
            <a:r>
              <a:rPr lang="sv-SE" sz="3200" b="1">
                <a:ea typeface="+mn-lt"/>
                <a:cs typeface="+mn-lt"/>
              </a:rPr>
              <a:t>Fördel                              Förklaring</a:t>
            </a:r>
            <a:endParaRPr lang="sv-SE" sz="3200" b="1"/>
          </a:p>
          <a:p>
            <a:r>
              <a:rPr lang="sv-SE" sz="3200">
                <a:ea typeface="+mn-lt"/>
                <a:cs typeface="+mn-lt"/>
              </a:rPr>
              <a:t>Återanvändbar            Samma kod kan användas flera gånger</a:t>
            </a:r>
            <a:endParaRPr lang="sv-SE" sz="3200"/>
          </a:p>
          <a:p>
            <a:r>
              <a:rPr lang="sv-SE" sz="3200">
                <a:ea typeface="+mn-lt"/>
                <a:cs typeface="+mn-lt"/>
              </a:rPr>
              <a:t>Strukturerad                Gör koden mer organiserad</a:t>
            </a:r>
            <a:endParaRPr lang="sv-SE" sz="3200"/>
          </a:p>
          <a:p>
            <a:r>
              <a:rPr lang="sv-SE" sz="3200">
                <a:ea typeface="+mn-lt"/>
                <a:cs typeface="+mn-lt"/>
              </a:rPr>
              <a:t>Lättare att felsöka     Mindre delar är enklare att testa</a:t>
            </a:r>
            <a:endParaRPr lang="sv-SE" sz="3200"/>
          </a:p>
          <a:p>
            <a:r>
              <a:rPr lang="sv-SE" sz="3200">
                <a:ea typeface="+mn-lt"/>
                <a:cs typeface="+mn-lt"/>
              </a:rPr>
              <a:t>Lättare att läsa           Tydligare vad koden gör</a:t>
            </a:r>
            <a:endParaRPr lang="sv-SE" sz="3200"/>
          </a:p>
        </p:txBody>
      </p:sp>
    </p:spTree>
    <p:extLst>
      <p:ext uri="{BB962C8B-B14F-4D97-AF65-F5344CB8AC3E}">
        <p14:creationId xmlns:p14="http://schemas.microsoft.com/office/powerpoint/2010/main" val="33347523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D7B292A2-1267-5370-2F39-977CD2097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sv-SE" sz="4000">
                <a:solidFill>
                  <a:schemeClr val="bg1"/>
                </a:solidFill>
                <a:ea typeface="+mj-lt"/>
                <a:cs typeface="+mj-lt"/>
              </a:rPr>
              <a:t>PowerShell vs Bash</a:t>
            </a:r>
            <a:endParaRPr lang="sv-SE" sz="4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0E6B599-BCBF-BE56-6B77-FB3A8F5BA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9730" y="1836343"/>
            <a:ext cx="9892438" cy="44980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sv-SE" sz="2400">
                <a:ea typeface="+mn-lt"/>
                <a:cs typeface="+mn-lt"/>
              </a:rPr>
              <a:t>Båda är skriptspråk, men med olika styrkor</a:t>
            </a:r>
          </a:p>
          <a:p>
            <a:endParaRPr lang="sv-SE" sz="2400">
              <a:ea typeface="+mn-lt"/>
              <a:cs typeface="+mn-lt"/>
            </a:endParaRPr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68160AB8-0CDD-7F1F-650C-D046BB4818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617336"/>
              </p:ext>
            </p:extLst>
          </p:nvPr>
        </p:nvGraphicFramePr>
        <p:xfrm>
          <a:off x="127000" y="2424545"/>
          <a:ext cx="11951199" cy="414070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983733">
                  <a:extLst>
                    <a:ext uri="{9D8B030D-6E8A-4147-A177-3AD203B41FA5}">
                      <a16:colId xmlns:a16="http://schemas.microsoft.com/office/drawing/2014/main" val="3533666032"/>
                    </a:ext>
                  </a:extLst>
                </a:gridCol>
                <a:gridCol w="3983733">
                  <a:extLst>
                    <a:ext uri="{9D8B030D-6E8A-4147-A177-3AD203B41FA5}">
                      <a16:colId xmlns:a16="http://schemas.microsoft.com/office/drawing/2014/main" val="1203192327"/>
                    </a:ext>
                  </a:extLst>
                </a:gridCol>
                <a:gridCol w="3983733">
                  <a:extLst>
                    <a:ext uri="{9D8B030D-6E8A-4147-A177-3AD203B41FA5}">
                      <a16:colId xmlns:a16="http://schemas.microsoft.com/office/drawing/2014/main" val="496416831"/>
                    </a:ext>
                  </a:extLst>
                </a:gridCol>
              </a:tblGrid>
              <a:tr h="45400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Egenskap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PowerShell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Bash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144551"/>
                  </a:ext>
                </a:extLst>
              </a:tr>
              <a:tr h="45400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Plattform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Windows, Linux, macOS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Linux/Mac (och WSL2)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2748894"/>
                  </a:ext>
                </a:extLst>
              </a:tr>
              <a:tr h="45400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Datahantering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Objekt-baserad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Text-baserad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059995"/>
                  </a:ext>
                </a:extLst>
              </a:tr>
              <a:tr h="45400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Pipelining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Skickar objekt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Skickar text (kräver awk/sed)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357259"/>
                  </a:ext>
                </a:extLst>
              </a:tr>
              <a:tr h="45400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Syntax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Verb-Substantiv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Korta, symboliska kommandon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324923"/>
                  </a:ext>
                </a:extLst>
              </a:tr>
              <a:tr h="45400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Felhantering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Try/Catch/Finally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Exit-koder och </a:t>
                      </a:r>
                      <a:r>
                        <a:rPr lang="sv-SE" sz="11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set -e</a:t>
                      </a:r>
                      <a:endParaRPr lang="sv-SE" sz="11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337492"/>
                  </a:ext>
                </a:extLst>
              </a:tr>
              <a:tr h="45400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Läsbarhet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Mer lättläst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Mer kompakt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712855"/>
                  </a:ext>
                </a:extLst>
              </a:tr>
              <a:tr h="45400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Integration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.NET, REST API, Windows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Unix-verktyg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885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08255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644E48A-D307-8CB8-F9D5-B0C7AD9790B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b="127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4F8C2DAB-3BAD-FCC6-C766-324B0CFB6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1111"/>
          </a:xfrm>
        </p:spPr>
        <p:txBody>
          <a:bodyPr>
            <a:normAutofit/>
          </a:bodyPr>
          <a:lstStyle/>
          <a:p>
            <a:r>
              <a:rPr lang="sv-SE">
                <a:ea typeface="+mj-lt"/>
                <a:cs typeface="+mj-lt"/>
              </a:rPr>
              <a:t>Varför PowerShell är kraftfullare:</a:t>
            </a:r>
          </a:p>
        </p:txBody>
      </p:sp>
      <p:graphicFrame>
        <p:nvGraphicFramePr>
          <p:cNvPr id="5" name="Platshållare för innehåll 2">
            <a:extLst>
              <a:ext uri="{FF2B5EF4-FFF2-40B4-BE49-F238E27FC236}">
                <a16:creationId xmlns:a16="http://schemas.microsoft.com/office/drawing/2014/main" id="{9DC07E94-0F79-16B8-D565-97F9DD4FB7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7670288"/>
              </p:ext>
            </p:extLst>
          </p:nvPr>
        </p:nvGraphicFramePr>
        <p:xfrm>
          <a:off x="4314" y="1250531"/>
          <a:ext cx="12183372" cy="56021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181803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9">
            <a:extLst>
              <a:ext uri="{FF2B5EF4-FFF2-40B4-BE49-F238E27FC236}">
                <a16:creationId xmlns:a16="http://schemas.microsoft.com/office/drawing/2014/main" id="{B14C2221-2B8C-494D-9442-F812DF4E8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074E58C6-B462-57B3-1999-CEA7ACBF5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91" y="3433113"/>
            <a:ext cx="2208069" cy="2104665"/>
          </a:xfrm>
        </p:spPr>
        <p:txBody>
          <a:bodyPr anchor="t">
            <a:normAutofit fontScale="90000"/>
          </a:bodyPr>
          <a:lstStyle/>
          <a:p>
            <a:pPr algn="ctr"/>
            <a:r>
              <a:rPr lang="sv-SE" sz="4000">
                <a:ea typeface="+mj-lt"/>
                <a:cs typeface="+mj-lt"/>
              </a:rPr>
              <a:t>Workshop – Skapa Ditt Första Skript</a:t>
            </a:r>
            <a:endParaRPr lang="sv-SE" sz="4000"/>
          </a:p>
        </p:txBody>
      </p:sp>
      <p:pic>
        <p:nvPicPr>
          <p:cNvPr id="7" name="Graphic 6" descr="Måltavla">
            <a:extLst>
              <a:ext uri="{FF2B5EF4-FFF2-40B4-BE49-F238E27FC236}">
                <a16:creationId xmlns:a16="http://schemas.microsoft.com/office/drawing/2014/main" id="{F863593C-8116-F786-03F0-FD44BA626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836" y="2360397"/>
            <a:ext cx="914400" cy="914400"/>
          </a:xfrm>
          <a:prstGeom prst="rect">
            <a:avLst/>
          </a:prstGeom>
        </p:spPr>
      </p:pic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81C9AC1-F796-D63C-3343-4E307405A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1198" y="2886"/>
            <a:ext cx="9635419" cy="6851073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sv-SE" sz="1400" b="1" dirty="0">
                <a:highlight>
                  <a:srgbClr val="FFFFFF"/>
                </a:highlight>
                <a:ea typeface="+mn-lt"/>
                <a:cs typeface="+mn-lt"/>
              </a:rPr>
              <a:t>Mål:</a:t>
            </a:r>
            <a:r>
              <a:rPr lang="sv-SE" sz="1400" dirty="0">
                <a:highlight>
                  <a:srgbClr val="FFFFFF"/>
                </a:highlight>
                <a:ea typeface="+mn-lt"/>
                <a:cs typeface="+mn-lt"/>
              </a:rPr>
              <a:t> Skapa ett enkelt PowerShell-skript som frågar användaren och fattar beslut.</a:t>
            </a:r>
            <a:endParaRPr lang="sv-SE" sz="1400" dirty="0"/>
          </a:p>
          <a:p>
            <a:pPr>
              <a:lnSpc>
                <a:spcPct val="100000"/>
              </a:lnSpc>
            </a:pPr>
            <a:r>
              <a:rPr lang="sv-SE" sz="1400" b="1" dirty="0">
                <a:highlight>
                  <a:srgbClr val="FFFFFF"/>
                </a:highlight>
                <a:ea typeface="+mn-lt"/>
                <a:cs typeface="+mn-lt"/>
              </a:rPr>
              <a:t>Steg 1:</a:t>
            </a:r>
            <a:r>
              <a:rPr lang="sv-SE" sz="1400" dirty="0">
                <a:highlight>
                  <a:srgbClr val="FFFFFF"/>
                </a:highlight>
                <a:ea typeface="+mn-lt"/>
                <a:cs typeface="+mn-lt"/>
              </a:rPr>
              <a:t> Skapa en fil </a:t>
            </a:r>
            <a:r>
              <a:rPr lang="sv-SE" sz="1400" dirty="0">
                <a:highlight>
                  <a:srgbClr val="EBEEF2"/>
                </a:highlight>
                <a:latin typeface="Consolas"/>
              </a:rPr>
              <a:t>mittforstaskript.ps1</a:t>
            </a:r>
            <a:endParaRPr lang="sv-SE" sz="1400" dirty="0"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</a:pPr>
            <a:r>
              <a:rPr lang="sv-SE" sz="1400" b="1" dirty="0">
                <a:highlight>
                  <a:srgbClr val="FFFFFF"/>
                </a:highlight>
                <a:ea typeface="+mn-lt"/>
                <a:cs typeface="+mn-lt"/>
              </a:rPr>
              <a:t>Steg 2:</a:t>
            </a:r>
            <a:r>
              <a:rPr lang="sv-SE" sz="1400" dirty="0">
                <a:highlight>
                  <a:srgbClr val="FFFFFF"/>
                </a:highlight>
                <a:ea typeface="+mn-lt"/>
                <a:cs typeface="+mn-lt"/>
              </a:rPr>
              <a:t> Skriv följande kod:</a:t>
            </a:r>
            <a:endParaRPr lang="sv-SE" sz="1400" dirty="0"/>
          </a:p>
          <a:p>
            <a:pPr>
              <a:lnSpc>
                <a:spcPct val="100000"/>
              </a:lnSpc>
            </a:pPr>
            <a:r>
              <a:rPr lang="sv-SE" sz="1400" dirty="0"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 sz="1400" dirty="0"/>
          </a:p>
          <a:p>
            <a:pPr>
              <a:lnSpc>
                <a:spcPct val="100000"/>
              </a:lnSpc>
            </a:pPr>
            <a:r>
              <a:rPr lang="sv-SE" sz="1200" i="1" dirty="0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Mitt första PowerShell-skript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200" dirty="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Write-Host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"=== Välkommen! ==="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200" dirty="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$namn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= </a:t>
            </a:r>
            <a:r>
              <a:rPr lang="sv-SE" sz="1200" dirty="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Read-Host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"Vad heter du?"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$ålder = </a:t>
            </a:r>
            <a:r>
              <a:rPr lang="sv-SE" sz="1200" dirty="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Read-Host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"Hur gammal är du?"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200" dirty="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if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$ålder </a:t>
            </a:r>
            <a:r>
              <a:rPr lang="sv-SE" sz="1200" dirty="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-ge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18</a:t>
            </a:r>
            <a:r>
              <a:rPr lang="sv-SE" sz="120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200" dirty="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Write-Host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"Hej </a:t>
            </a:r>
            <a:r>
              <a:rPr lang="sv-SE" sz="1200" dirty="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$namn</a:t>
            </a:r>
            <a:r>
              <a:rPr lang="sv-SE" sz="120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! Du är myndig!"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20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 dirty="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else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200" dirty="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Write-Host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"Hej </a:t>
            </a:r>
            <a:r>
              <a:rPr lang="sv-SE" sz="1200" dirty="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$namn</a:t>
            </a:r>
            <a:r>
              <a:rPr lang="sv-SE" sz="120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! Du är omyndig!"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20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endParaRPr lang="sv-SE" sz="1200" dirty="0">
              <a:solidFill>
                <a:srgbClr val="383A42"/>
              </a:solidFill>
            </a:endParaRPr>
          </a:p>
          <a:p>
            <a:pPr>
              <a:lnSpc>
                <a:spcPct val="100000"/>
              </a:lnSpc>
            </a:pPr>
            <a:r>
              <a:rPr lang="sv-SE" sz="1400" b="1" dirty="0">
                <a:highlight>
                  <a:srgbClr val="FFFFFF"/>
                </a:highlight>
                <a:ea typeface="+mn-lt"/>
                <a:cs typeface="+mn-lt"/>
              </a:rPr>
              <a:t>Steg 3:</a:t>
            </a:r>
            <a:r>
              <a:rPr lang="sv-SE" sz="1400" dirty="0">
                <a:highlight>
                  <a:srgbClr val="FFFFFF"/>
                </a:highlight>
                <a:ea typeface="+mn-lt"/>
                <a:cs typeface="+mn-lt"/>
              </a:rPr>
              <a:t> Spara och kör skriptet:</a:t>
            </a:r>
            <a:endParaRPr lang="sv-SE" sz="1400" dirty="0"/>
          </a:p>
          <a:p>
            <a:pPr>
              <a:lnSpc>
                <a:spcPct val="100000"/>
              </a:lnSpc>
            </a:pPr>
            <a:r>
              <a:rPr lang="sv-SE" sz="1400" dirty="0"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 sz="1400" dirty="0"/>
          </a:p>
          <a:p>
            <a:pPr>
              <a:lnSpc>
                <a:spcPct val="100000"/>
              </a:lnSpc>
            </a:pPr>
            <a:r>
              <a:rPr lang="sv-SE" sz="1600" b="1" dirty="0">
                <a:highlight>
                  <a:srgbClr val="F9FAFB"/>
                </a:highlight>
                <a:latin typeface="Consolas"/>
              </a:rPr>
              <a:t>.\mittforstaskript.ps1</a:t>
            </a:r>
            <a:endParaRPr lang="sv-SE" sz="1600" b="1" dirty="0"/>
          </a:p>
          <a:p>
            <a:pPr>
              <a:lnSpc>
                <a:spcPct val="100000"/>
              </a:lnSpc>
            </a:pPr>
            <a:r>
              <a:rPr lang="sv-SE" sz="1400" b="1" dirty="0">
                <a:highlight>
                  <a:srgbClr val="FFFFFF"/>
                </a:highlight>
                <a:ea typeface="+mn-lt"/>
                <a:cs typeface="+mn-lt"/>
              </a:rPr>
              <a:t>Steg 4:</a:t>
            </a:r>
            <a:r>
              <a:rPr lang="sv-SE" sz="1400" dirty="0">
                <a:highlight>
                  <a:srgbClr val="FFFFFF"/>
                </a:highlight>
                <a:ea typeface="+mn-lt"/>
                <a:cs typeface="+mn-lt"/>
              </a:rPr>
              <a:t> Prova med olika åldrar (16, 18, 25) – vad händer?</a:t>
            </a:r>
            <a:endParaRPr lang="sv-SE" sz="1400" dirty="0"/>
          </a:p>
          <a:p>
            <a:pPr>
              <a:lnSpc>
                <a:spcPct val="100000"/>
              </a:lnSpc>
            </a:pPr>
            <a:r>
              <a:rPr lang="sv-SE" sz="1400" b="1" dirty="0">
                <a:highlight>
                  <a:srgbClr val="FFFFFF"/>
                </a:highlight>
                <a:ea typeface="+mn-lt"/>
                <a:cs typeface="+mn-lt"/>
              </a:rPr>
              <a:t>Extra utmaning:</a:t>
            </a:r>
            <a:r>
              <a:rPr lang="sv-SE" sz="1400" dirty="0">
                <a:highlight>
                  <a:srgbClr val="FFFFFF"/>
                </a:highlight>
                <a:ea typeface="+mn-lt"/>
                <a:cs typeface="+mn-lt"/>
              </a:rPr>
              <a:t> Lägg till en loop som frågar användaren om de vill fortsätta.</a:t>
            </a:r>
            <a:endParaRPr lang="sv-SE" sz="1400" dirty="0"/>
          </a:p>
          <a:p>
            <a:pPr>
              <a:lnSpc>
                <a:spcPct val="100000"/>
              </a:lnSpc>
            </a:pPr>
            <a:r>
              <a:rPr lang="sv-SE" sz="1400" b="1" dirty="0">
                <a:highlight>
                  <a:srgbClr val="FFFFFF"/>
                </a:highlight>
                <a:ea typeface="+mn-lt"/>
                <a:cs typeface="+mn-lt"/>
              </a:rPr>
              <a:t>Tänk:</a:t>
            </a:r>
            <a:r>
              <a:rPr lang="sv-SE" sz="1400" dirty="0">
                <a:highlight>
                  <a:srgbClr val="FFFFFF"/>
                </a:highlight>
                <a:ea typeface="+mn-lt"/>
                <a:cs typeface="+mn-lt"/>
              </a:rPr>
              <a:t> Detta är grunden till all PowerShell-automatisering – input, beslutsfattande och output.</a:t>
            </a:r>
            <a:endParaRPr lang="sv-SE" sz="1400" dirty="0"/>
          </a:p>
        </p:txBody>
      </p:sp>
    </p:spTree>
    <p:extLst>
      <p:ext uri="{BB962C8B-B14F-4D97-AF65-F5344CB8AC3E}">
        <p14:creationId xmlns:p14="http://schemas.microsoft.com/office/powerpoint/2010/main" val="19784902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9049EBFD-B902-A7DE-C425-319042AC9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2603" y="1441938"/>
            <a:ext cx="7588737" cy="404669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8000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Gör</a:t>
            </a:r>
            <a:r>
              <a:rPr lang="en-US" sz="8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8000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en</a:t>
            </a:r>
            <a:r>
              <a:rPr lang="en-US" sz="8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8000" dirty="0">
                <a:solidFill>
                  <a:schemeClr val="bg1">
                    <a:lumMod val="95000"/>
                    <a:lumOff val="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quiz</a:t>
            </a:r>
            <a:r>
              <a:rPr lang="en-US" sz="8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:</a:t>
            </a:r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https://forms.gle/GhF9eKLG9J5t5Upu6</a:t>
            </a:r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775561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-tema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1401</Words>
  <Application>Microsoft Office PowerPoint</Application>
  <PresentationFormat>Widescreen</PresentationFormat>
  <Paragraphs>159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Consolas</vt:lpstr>
      <vt:lpstr>Menlo</vt:lpstr>
      <vt:lpstr>quote-cjk-patch</vt:lpstr>
      <vt:lpstr>Office-tema</vt:lpstr>
      <vt:lpstr>PowerShell Grund</vt:lpstr>
      <vt:lpstr>PowerPoint Presentation</vt:lpstr>
      <vt:lpstr>Vad är PowerShell?</vt:lpstr>
      <vt:lpstr>Varför PowerShell?</vt:lpstr>
      <vt:lpstr>PowerShell – Grundläggande Koncept</vt:lpstr>
      <vt:lpstr>Cmdlets har alltid formatet Verb-Substantiv:</vt:lpstr>
      <vt:lpstr>Variabler och Datatyper</vt:lpstr>
      <vt:lpstr>Exempel på datatyper</vt:lpstr>
      <vt:lpstr>Arrayer och Hashtables</vt:lpstr>
      <vt:lpstr>Jämförelse</vt:lpstr>
      <vt:lpstr>Input och Output</vt:lpstr>
      <vt:lpstr>Vanliga output-kommandon</vt:lpstr>
      <vt:lpstr>If / Else – Fatta Beslut</vt:lpstr>
      <vt:lpstr>Jämförelseoperatorer</vt:lpstr>
      <vt:lpstr>Loopar – Upprepa Kod</vt:lpstr>
      <vt:lpstr>PowerPoint Presentation</vt:lpstr>
      <vt:lpstr>PowerPoint Presentation</vt:lpstr>
      <vt:lpstr>Funktioner – Återanvändbar Kod</vt:lpstr>
      <vt:lpstr>Varför funktioner?</vt:lpstr>
      <vt:lpstr>PowerShell vs Bash</vt:lpstr>
      <vt:lpstr>Varför PowerShell är kraftfullare:</vt:lpstr>
      <vt:lpstr>Workshop – Skapa Ditt Första Skript</vt:lpstr>
      <vt:lpstr>Gör en quiz: https://forms.gle/GhF9eKLG9J5t5Upu6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Arseniy Buzyan (extern)</cp:lastModifiedBy>
  <cp:revision>289</cp:revision>
  <dcterms:created xsi:type="dcterms:W3CDTF">2026-08-05T10:05:18Z</dcterms:created>
  <dcterms:modified xsi:type="dcterms:W3CDTF">2026-08-05T11:13:40Z</dcterms:modified>
</cp:coreProperties>
</file>