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1" r:id="rId5"/>
    <p:sldId id="259" r:id="rId6"/>
    <p:sldId id="28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3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4" r:id="rId28"/>
    <p:sldId id="279" r:id="rId29"/>
    <p:sldId id="280" r:id="rId3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67D32-EE94-62E6-9A47-067694A2F02B}" v="1450" dt="2026-08-06T20:55:54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9E067D32-EE94-62E6-9A47-067694A2F02B}"/>
    <pc:docChg chg="addSld modSld">
      <pc:chgData name="Arseniy Buzyan (extern)" userId="S::arseniy.buzyan@edu.stockholm.se::f92a01cd-049f-4602-b292-09b82d2ea4e3" providerId="AD" clId="Web-{9E067D32-EE94-62E6-9A47-067694A2F02B}" dt="2026-08-06T20:55:54.564" v="1558" actId="1076"/>
      <pc:docMkLst>
        <pc:docMk/>
      </pc:docMkLst>
      <pc:sldChg chg="addSp modSp mod setBg">
        <pc:chgData name="Arseniy Buzyan (extern)" userId="S::arseniy.buzyan@edu.stockholm.se::f92a01cd-049f-4602-b292-09b82d2ea4e3" providerId="AD" clId="Web-{9E067D32-EE94-62E6-9A47-067694A2F02B}" dt="2026-08-06T15:07:29.570" v="11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9E067D32-EE94-62E6-9A47-067694A2F02B}" dt="2026-08-06T15:07:29.570" v="11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07:29.570" v="11"/>
          <ac:spMkLst>
            <pc:docMk/>
            <pc:sldMk cId="3194377694" sldId="256"/>
            <ac:spMk id="3" creationId="{00000000-0000-0000-0000-000000000000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07:29.570" v="11"/>
          <ac:spMkLst>
            <pc:docMk/>
            <pc:sldMk cId="3194377694" sldId="256"/>
            <ac:spMk id="8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9E067D32-EE94-62E6-9A47-067694A2F02B}" dt="2026-08-06T15:07:29.570" v="11"/>
          <ac:grpSpMkLst>
            <pc:docMk/>
            <pc:sldMk cId="3194377694" sldId="256"/>
            <ac:grpSpMk id="10" creationId="{D1E3DD61-64DB-46AD-B249-E273CD86B051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11:23.463" v="59" actId="1076"/>
        <pc:sldMkLst>
          <pc:docMk/>
          <pc:sldMk cId="3485128327" sldId="257"/>
        </pc:sldMkLst>
        <pc:spChg chg="mod">
          <ac:chgData name="Arseniy Buzyan (extern)" userId="S::arseniy.buzyan@edu.stockholm.se::f92a01cd-049f-4602-b292-09b82d2ea4e3" providerId="AD" clId="Web-{9E067D32-EE94-62E6-9A47-067694A2F02B}" dt="2026-08-06T15:11:02.853" v="54" actId="14100"/>
          <ac:spMkLst>
            <pc:docMk/>
            <pc:sldMk cId="3485128327" sldId="257"/>
            <ac:spMk id="2" creationId="{14F0442B-0D67-9D4B-FA63-177213D30401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09:23.306" v="30"/>
          <ac:spMkLst>
            <pc:docMk/>
            <pc:sldMk cId="3485128327" sldId="257"/>
            <ac:spMk id="3" creationId="{C2532D72-4353-3670-1CA4-77B2A582FF6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21.072" v="42"/>
          <ac:spMkLst>
            <pc:docMk/>
            <pc:sldMk cId="3485128327" sldId="257"/>
            <ac:spMk id="6" creationId="{BACC6370-2D7E-4714-9D71-7542949D7D5D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21.072" v="42"/>
          <ac:spMkLst>
            <pc:docMk/>
            <pc:sldMk cId="3485128327" sldId="257"/>
            <ac:spMk id="7" creationId="{F68B3F68-107C-434F-AA38-110D5EA91B8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21.072" v="42"/>
          <ac:spMkLst>
            <pc:docMk/>
            <pc:sldMk cId="3485128327" sldId="257"/>
            <ac:spMk id="8" creationId="{AAD0DBB9-1A4B-4391-81D4-CB19F9AB918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8:30.821" v="20"/>
          <ac:spMkLst>
            <pc:docMk/>
            <pc:sldMk cId="3485128327" sldId="257"/>
            <ac:spMk id="9" creationId="{F13C74B1-5B17-4795-BED0-7140497B445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8:30.821" v="20"/>
          <ac:spMkLst>
            <pc:docMk/>
            <pc:sldMk cId="3485128327" sldId="257"/>
            <ac:spMk id="11" creationId="{D4974D33-8DC5-464E-8C6D-BE58F0669C1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12.665" v="28"/>
          <ac:spMkLst>
            <pc:docMk/>
            <pc:sldMk cId="3485128327" sldId="257"/>
            <ac:spMk id="13" creationId="{9F79630B-0F0B-446E-A637-38FA8F61D10E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12.665" v="28"/>
          <ac:spMkLst>
            <pc:docMk/>
            <pc:sldMk cId="3485128327" sldId="257"/>
            <ac:spMk id="14" creationId="{B3437C99-FC8E-4311-B48A-F0C4C329B15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21.072" v="42"/>
          <ac:spMkLst>
            <pc:docMk/>
            <pc:sldMk cId="3485128327" sldId="257"/>
            <ac:spMk id="15" creationId="{063BBA22-50EA-4C4D-BE05-F1CE4E63AA56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05.634" v="26"/>
          <ac:spMkLst>
            <pc:docMk/>
            <pc:sldMk cId="3485128327" sldId="257"/>
            <ac:spMk id="16" creationId="{6B5E2835-4E47-45B3-9CFE-732FF7B05472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8:52.165" v="23"/>
          <ac:spMkLst>
            <pc:docMk/>
            <pc:sldMk cId="3485128327" sldId="257"/>
            <ac:spMk id="19" creationId="{80DF40B2-80F7-4E71-B46C-284163F3654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05.634" v="26"/>
          <ac:spMkLst>
            <pc:docMk/>
            <pc:sldMk cId="3485128327" sldId="257"/>
            <ac:spMk id="21" creationId="{5B45AD5D-AA52-4F7B-9362-576A39AD9E09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05.634" v="26"/>
          <ac:spMkLst>
            <pc:docMk/>
            <pc:sldMk cId="3485128327" sldId="257"/>
            <ac:spMk id="23" creationId="{AEDD7960-4866-4399-BEF6-DD1431AB4E3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58.915" v="33"/>
          <ac:spMkLst>
            <pc:docMk/>
            <pc:sldMk cId="3485128327" sldId="257"/>
            <ac:spMk id="24" creationId="{4AC6B390-BC59-4F1D-A0EE-D71A92F0A0B2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05.634" v="26"/>
          <ac:spMkLst>
            <pc:docMk/>
            <pc:sldMk cId="3485128327" sldId="257"/>
            <ac:spMk id="25" creationId="{55D4142C-5077-457F-A6AD-3FECFDB3968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05.634" v="26"/>
          <ac:spMkLst>
            <pc:docMk/>
            <pc:sldMk cId="3485128327" sldId="257"/>
            <ac:spMk id="27" creationId="{7A5F0580-5EE9-419F-96EE-B6529EF6E7D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58.915" v="33"/>
          <ac:spMkLst>
            <pc:docMk/>
            <pc:sldMk cId="3485128327" sldId="257"/>
            <ac:spMk id="29" creationId="{B6C60D79-16F1-4C4B-B7E3-7634E7069CDE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09:58.915" v="33"/>
          <ac:spMkLst>
            <pc:docMk/>
            <pc:sldMk cId="3485128327" sldId="257"/>
            <ac:spMk id="31" creationId="{426B127E-6498-4C77-9C9D-4553A5113B8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1.759" v="35"/>
          <ac:spMkLst>
            <pc:docMk/>
            <pc:sldMk cId="3485128327" sldId="257"/>
            <ac:spMk id="33" creationId="{979E27D9-03C7-44E2-9FF8-15D0C8506AF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1.759" v="35"/>
          <ac:spMkLst>
            <pc:docMk/>
            <pc:sldMk cId="3485128327" sldId="257"/>
            <ac:spMk id="34" creationId="{EEBF1590-3B36-48EE-A89D-3B6F3CB256AB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1.759" v="35"/>
          <ac:spMkLst>
            <pc:docMk/>
            <pc:sldMk cId="3485128327" sldId="257"/>
            <ac:spMk id="35" creationId="{AC8F6C8C-AB5A-4548-942D-E3FD40ACBC49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4.196" v="37"/>
          <ac:spMkLst>
            <pc:docMk/>
            <pc:sldMk cId="3485128327" sldId="257"/>
            <ac:spMk id="37" creationId="{0D7B6173-1D58-48E2-83CF-37350F315F7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4.196" v="37"/>
          <ac:spMkLst>
            <pc:docMk/>
            <pc:sldMk cId="3485128327" sldId="257"/>
            <ac:spMk id="38" creationId="{BE149CDF-5DAC-4860-A285-9492CF2090A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4.196" v="37"/>
          <ac:spMkLst>
            <pc:docMk/>
            <pc:sldMk cId="3485128327" sldId="257"/>
            <ac:spMk id="40" creationId="{21BDEC81-16A7-4451-B893-C15000083B7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04.196" v="37"/>
          <ac:spMkLst>
            <pc:docMk/>
            <pc:sldMk cId="3485128327" sldId="257"/>
            <ac:spMk id="41" creationId="{26A515A1-4D80-430E-BE0A-71A290516A82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16.712" v="39"/>
          <ac:spMkLst>
            <pc:docMk/>
            <pc:sldMk cId="3485128327" sldId="257"/>
            <ac:spMk id="43" creationId="{4AC6B390-BC59-4F1D-A0EE-D71A92F0A0B2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16.712" v="39"/>
          <ac:spMkLst>
            <pc:docMk/>
            <pc:sldMk cId="3485128327" sldId="257"/>
            <ac:spMk id="44" creationId="{B6C60D79-16F1-4C4B-B7E3-7634E7069CDE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16.712" v="39"/>
          <ac:spMkLst>
            <pc:docMk/>
            <pc:sldMk cId="3485128327" sldId="257"/>
            <ac:spMk id="45" creationId="{426B127E-6498-4C77-9C9D-4553A5113B8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21.025" v="41"/>
          <ac:spMkLst>
            <pc:docMk/>
            <pc:sldMk cId="3485128327" sldId="257"/>
            <ac:spMk id="47" creationId="{0E3596DD-156A-473E-9BB3-C6A29F7574E9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0:21.025" v="41"/>
          <ac:spMkLst>
            <pc:docMk/>
            <pc:sldMk cId="3485128327" sldId="257"/>
            <ac:spMk id="48" creationId="{2C46C4D6-C474-4E92-B52E-944C1118F7B6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0:21.072" v="42"/>
          <ac:spMkLst>
            <pc:docMk/>
            <pc:sldMk cId="3485128327" sldId="257"/>
            <ac:spMk id="50" creationId="{F821940F-7A1D-4ACC-85B4-A932898ABB3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0:21.072" v="42"/>
          <ac:spMkLst>
            <pc:docMk/>
            <pc:sldMk cId="3485128327" sldId="257"/>
            <ac:spMk id="51" creationId="{16674508-81D3-48CF-96BF-7FC60EAA572A}"/>
          </ac:spMkLst>
        </pc:spChg>
        <pc:spChg chg="add mod">
          <ac:chgData name="Arseniy Buzyan (extern)" userId="S::arseniy.buzyan@edu.stockholm.se::f92a01cd-049f-4602-b292-09b82d2ea4e3" providerId="AD" clId="Web-{9E067D32-EE94-62E6-9A47-067694A2F02B}" dt="2026-08-06T15:11:23.463" v="59" actId="1076"/>
          <ac:spMkLst>
            <pc:docMk/>
            <pc:sldMk cId="3485128327" sldId="257"/>
            <ac:spMk id="87" creationId="{E8BE3AB9-A887-FD08-CC86-87A71BF3A757}"/>
          </ac:spMkLst>
        </pc:spChg>
        <pc:graphicFrameChg chg="add mod ord modGraphic">
          <ac:chgData name="Arseniy Buzyan (extern)" userId="S::arseniy.buzyan@edu.stockholm.se::f92a01cd-049f-4602-b292-09b82d2ea4e3" providerId="AD" clId="Web-{9E067D32-EE94-62E6-9A47-067694A2F02B}" dt="2026-08-06T15:10:49.525" v="48" actId="14100"/>
          <ac:graphicFrameMkLst>
            <pc:docMk/>
            <pc:sldMk cId="3485128327" sldId="257"/>
            <ac:graphicFrameMk id="5" creationId="{8350FBE1-3803-447E-01AF-029EC13A08E2}"/>
          </ac:graphicFrameMkLst>
        </pc:graphicFrameChg>
        <pc:picChg chg="add del mod ord">
          <ac:chgData name="Arseniy Buzyan (extern)" userId="S::arseniy.buzyan@edu.stockholm.se::f92a01cd-049f-4602-b292-09b82d2ea4e3" providerId="AD" clId="Web-{9E067D32-EE94-62E6-9A47-067694A2F02B}" dt="2026-08-06T15:09:15.415" v="29"/>
          <ac:picMkLst>
            <pc:docMk/>
            <pc:sldMk cId="3485128327" sldId="257"/>
            <ac:picMk id="4" creationId="{6F9FD141-0EFB-4A2E-91C7-F3BE71738ECD}"/>
          </ac:picMkLst>
        </pc:picChg>
        <pc:picChg chg="add mod ord">
          <ac:chgData name="Arseniy Buzyan (extern)" userId="S::arseniy.buzyan@edu.stockholm.se::f92a01cd-049f-4602-b292-09b82d2ea4e3" providerId="AD" clId="Web-{9E067D32-EE94-62E6-9A47-067694A2F02B}" dt="2026-08-06T15:10:30.697" v="44" actId="14100"/>
          <ac:picMkLst>
            <pc:docMk/>
            <pc:sldMk cId="3485128327" sldId="257"/>
            <ac:picMk id="22" creationId="{867E4A01-7A6D-DDDB-CE69-8C9EAA938886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14:20.339" v="91" actId="14100"/>
        <pc:sldMkLst>
          <pc:docMk/>
          <pc:sldMk cId="3052517062" sldId="258"/>
        </pc:sldMkLst>
        <pc:spChg chg="mod ord">
          <ac:chgData name="Arseniy Buzyan (extern)" userId="S::arseniy.buzyan@edu.stockholm.se::f92a01cd-049f-4602-b292-09b82d2ea4e3" providerId="AD" clId="Web-{9E067D32-EE94-62E6-9A47-067694A2F02B}" dt="2026-08-06T15:14:13.307" v="89"/>
          <ac:spMkLst>
            <pc:docMk/>
            <pc:sldMk cId="3052517062" sldId="258"/>
            <ac:spMk id="2" creationId="{F66B6F2B-E809-6B09-282B-EBDA9207E55C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13:11.979" v="73"/>
          <ac:spMkLst>
            <pc:docMk/>
            <pc:sldMk cId="3052517062" sldId="258"/>
            <ac:spMk id="3" creationId="{0C18B7E7-BBA7-7949-FD5B-AD44BC3D9F2B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11.979" v="73"/>
          <ac:spMkLst>
            <pc:docMk/>
            <pc:sldMk cId="3052517062" sldId="258"/>
            <ac:spMk id="8" creationId="{17718681-A12E-49D6-9925-DD7C68176D61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11.979" v="73"/>
          <ac:spMkLst>
            <pc:docMk/>
            <pc:sldMk cId="3052517062" sldId="258"/>
            <ac:spMk id="10" creationId="{FBD77573-9EF2-4C35-8285-A1CF6FBB0EA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30.526" v="77"/>
          <ac:spMkLst>
            <pc:docMk/>
            <pc:sldMk cId="3052517062" sldId="258"/>
            <ac:spMk id="16" creationId="{BACC6370-2D7E-4714-9D71-7542949D7D5D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30.526" v="77"/>
          <ac:spMkLst>
            <pc:docMk/>
            <pc:sldMk cId="3052517062" sldId="258"/>
            <ac:spMk id="18" creationId="{F68B3F68-107C-434F-AA38-110D5EA91B8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30.526" v="77"/>
          <ac:spMkLst>
            <pc:docMk/>
            <pc:sldMk cId="3052517062" sldId="258"/>
            <ac:spMk id="20" creationId="{AAD0DBB9-1A4B-4391-81D4-CB19F9AB918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30.526" v="77"/>
          <ac:spMkLst>
            <pc:docMk/>
            <pc:sldMk cId="3052517062" sldId="258"/>
            <ac:spMk id="22" creationId="{063BBA22-50EA-4C4D-BE05-F1CE4E63AA56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4:01.151" v="86"/>
          <ac:spMkLst>
            <pc:docMk/>
            <pc:sldMk cId="3052517062" sldId="258"/>
            <ac:spMk id="28" creationId="{B50AB553-2A96-4A92-96F2-93548E09695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3:58.698" v="83"/>
          <ac:spMkLst>
            <pc:docMk/>
            <pc:sldMk cId="3052517062" sldId="258"/>
            <ac:spMk id="33" creationId="{D009D6D5-DAC2-4A8B-A17A-E206B9012D09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4:01.089" v="85"/>
          <ac:spMkLst>
            <pc:docMk/>
            <pc:sldMk cId="3052517062" sldId="258"/>
            <ac:spMk id="35" creationId="{D1EA859B-E555-4109-94F3-6700E046E008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4:01.089" v="85"/>
          <ac:spMkLst>
            <pc:docMk/>
            <pc:sldMk cId="3052517062" sldId="258"/>
            <ac:spMk id="36" creationId="{04812C46-200A-4DEB-A05E-3ED6C68C238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14:13.307" v="89"/>
          <ac:spMkLst>
            <pc:docMk/>
            <pc:sldMk cId="3052517062" sldId="258"/>
            <ac:spMk id="38" creationId="{D009D6D5-DAC2-4A8B-A17A-E206B9012D09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4:13.307" v="89"/>
          <ac:spMkLst>
            <pc:docMk/>
            <pc:sldMk cId="3052517062" sldId="258"/>
            <ac:spMk id="43" creationId="{B50AB553-2A96-4A92-96F2-93548E096954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14:20.339" v="91" actId="14100"/>
          <ac:graphicFrameMkLst>
            <pc:docMk/>
            <pc:sldMk cId="3052517062" sldId="258"/>
            <ac:graphicFrameMk id="12" creationId="{B053200B-3ED8-ECF6-FD45-BA423886B78F}"/>
          </ac:graphicFrameMkLst>
        </pc:graphicFrameChg>
        <pc:picChg chg="add mod ord">
          <ac:chgData name="Arseniy Buzyan (extern)" userId="S::arseniy.buzyan@edu.stockholm.se::f92a01cd-049f-4602-b292-09b82d2ea4e3" providerId="AD" clId="Web-{9E067D32-EE94-62E6-9A47-067694A2F02B}" dt="2026-08-06T15:14:13.307" v="89"/>
          <ac:picMkLst>
            <pc:docMk/>
            <pc:sldMk cId="3052517062" sldId="258"/>
            <ac:picMk id="24" creationId="{A5709986-7A88-FC92-DEB1-2A31E9BB6AB6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15:36.840" v="296" actId="1076"/>
        <pc:sldMkLst>
          <pc:docMk/>
          <pc:sldMk cId="766684399" sldId="259"/>
        </pc:sldMkLst>
        <pc:spChg chg="mod">
          <ac:chgData name="Arseniy Buzyan (extern)" userId="S::arseniy.buzyan@edu.stockholm.se::f92a01cd-049f-4602-b292-09b82d2ea4e3" providerId="AD" clId="Web-{9E067D32-EE94-62E6-9A47-067694A2F02B}" dt="2026-08-06T15:15:08.574" v="228" actId="1076"/>
          <ac:spMkLst>
            <pc:docMk/>
            <pc:sldMk cId="766684399" sldId="259"/>
            <ac:spMk id="2" creationId="{7142A906-361C-50E6-EFAF-75AF477FFEF9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14:48.698" v="95"/>
          <ac:spMkLst>
            <pc:docMk/>
            <pc:sldMk cId="766684399" sldId="259"/>
            <ac:spMk id="3" creationId="{11E96306-4587-72CD-785E-58F504935FB3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4:45.042" v="94"/>
          <ac:spMkLst>
            <pc:docMk/>
            <pc:sldMk cId="766684399" sldId="259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4:45.042" v="94"/>
          <ac:spMkLst>
            <pc:docMk/>
            <pc:sldMk cId="766684399" sldId="259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15:36.840" v="296" actId="1076"/>
          <ac:graphicFrameMkLst>
            <pc:docMk/>
            <pc:sldMk cId="766684399" sldId="259"/>
            <ac:graphicFrameMk id="5" creationId="{8F6B5DDB-2177-4374-4983-575F7F06A6FD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17:48.624" v="413"/>
        <pc:sldMkLst>
          <pc:docMk/>
          <pc:sldMk cId="788049081" sldId="260"/>
        </pc:sldMkLst>
        <pc:spChg chg="mod">
          <ac:chgData name="Arseniy Buzyan (extern)" userId="S::arseniy.buzyan@edu.stockholm.se::f92a01cd-049f-4602-b292-09b82d2ea4e3" providerId="AD" clId="Web-{9E067D32-EE94-62E6-9A47-067694A2F02B}" dt="2026-08-06T15:16:39.153" v="302"/>
          <ac:spMkLst>
            <pc:docMk/>
            <pc:sldMk cId="788049081" sldId="260"/>
            <ac:spMk id="2" creationId="{F2213F2B-2FF8-D912-D55E-9E72EC8A2780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16:39.153" v="302"/>
          <ac:spMkLst>
            <pc:docMk/>
            <pc:sldMk cId="788049081" sldId="260"/>
            <ac:spMk id="3" creationId="{D9810A5D-31DD-0276-B87A-D27B3FB5202C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6:39.153" v="302"/>
          <ac:spMkLst>
            <pc:docMk/>
            <pc:sldMk cId="788049081" sldId="260"/>
            <ac:spMk id="9" creationId="{0C541B88-1AE9-40C3-AFD5-967787C1979F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6:39.153" v="302"/>
          <ac:spMkLst>
            <pc:docMk/>
            <pc:sldMk cId="788049081" sldId="260"/>
            <ac:spMk id="11" creationId="{E5F17139-31EE-46AC-B04F-DBBD852DD6CB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6:39.153" v="302"/>
          <ac:spMkLst>
            <pc:docMk/>
            <pc:sldMk cId="788049081" sldId="260"/>
            <ac:spMk id="17" creationId="{89D16701-DA76-4F72-BB63-E2C3FFBDFE0F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6:39.153" v="302"/>
          <ac:spMkLst>
            <pc:docMk/>
            <pc:sldMk cId="788049081" sldId="260"/>
            <ac:spMk id="19" creationId="{1CC28BE1-9DC6-43FE-9582-39F091098D77}"/>
          </ac:spMkLst>
        </pc:spChg>
        <pc:grpChg chg="add">
          <ac:chgData name="Arseniy Buzyan (extern)" userId="S::arseniy.buzyan@edu.stockholm.se::f92a01cd-049f-4602-b292-09b82d2ea4e3" providerId="AD" clId="Web-{9E067D32-EE94-62E6-9A47-067694A2F02B}" dt="2026-08-06T15:16:39.153" v="302"/>
          <ac:grpSpMkLst>
            <pc:docMk/>
            <pc:sldMk cId="788049081" sldId="260"/>
            <ac:grpSpMk id="13" creationId="{7CF625D3-71A3-4F30-A096-8EF334E959D0}"/>
          </ac:grpSpMkLst>
        </pc:grpChg>
        <pc:grpChg chg="add">
          <ac:chgData name="Arseniy Buzyan (extern)" userId="S::arseniy.buzyan@edu.stockholm.se::f92a01cd-049f-4602-b292-09b82d2ea4e3" providerId="AD" clId="Web-{9E067D32-EE94-62E6-9A47-067694A2F02B}" dt="2026-08-06T15:16:39.153" v="302"/>
          <ac:grpSpMkLst>
            <pc:docMk/>
            <pc:sldMk cId="788049081" sldId="260"/>
            <ac:grpSpMk id="21" creationId="{AF9AF3F3-CE0C-4125-BDD7-346487FA0B40}"/>
          </ac:grpSpMkLst>
        </pc:grpChg>
        <pc:graphicFrameChg chg="add mod">
          <ac:chgData name="Arseniy Buzyan (extern)" userId="S::arseniy.buzyan@edu.stockholm.se::f92a01cd-049f-4602-b292-09b82d2ea4e3" providerId="AD" clId="Web-{9E067D32-EE94-62E6-9A47-067694A2F02B}" dt="2026-08-06T15:16:50.982" v="305" actId="14100"/>
          <ac:graphicFrameMkLst>
            <pc:docMk/>
            <pc:sldMk cId="788049081" sldId="260"/>
            <ac:graphicFrameMk id="5" creationId="{1590A757-6A9B-CAE0-C023-18DE0B54B949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9E067D32-EE94-62E6-9A47-067694A2F02B}" dt="2026-08-06T15:17:48.624" v="413"/>
          <ac:graphicFrameMkLst>
            <pc:docMk/>
            <pc:sldMk cId="788049081" sldId="260"/>
            <ac:graphicFrameMk id="55" creationId="{F23E1B20-8455-BE7E-3564-8C10891A83C5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20:00.099" v="445" actId="1076"/>
        <pc:sldMkLst>
          <pc:docMk/>
          <pc:sldMk cId="1580570651" sldId="261"/>
        </pc:sldMkLst>
        <pc:spChg chg="mod">
          <ac:chgData name="Arseniy Buzyan (extern)" userId="S::arseniy.buzyan@edu.stockholm.se::f92a01cd-049f-4602-b292-09b82d2ea4e3" providerId="AD" clId="Web-{9E067D32-EE94-62E6-9A47-067694A2F02B}" dt="2026-08-06T15:18:15.937" v="419"/>
          <ac:spMkLst>
            <pc:docMk/>
            <pc:sldMk cId="1580570651" sldId="261"/>
            <ac:spMk id="2" creationId="{1AF38909-94A2-B3FA-5CE8-DE329DB4901F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19:55.552" v="444" actId="20577"/>
          <ac:spMkLst>
            <pc:docMk/>
            <pc:sldMk cId="1580570651" sldId="261"/>
            <ac:spMk id="3" creationId="{7CDA4A73-06D3-E39A-5027-75A4B48D8DBF}"/>
          </ac:spMkLst>
        </pc:spChg>
        <pc:spChg chg="add mod">
          <ac:chgData name="Arseniy Buzyan (extern)" userId="S::arseniy.buzyan@edu.stockholm.se::f92a01cd-049f-4602-b292-09b82d2ea4e3" providerId="AD" clId="Web-{9E067D32-EE94-62E6-9A47-067694A2F02B}" dt="2026-08-06T15:20:00.099" v="445" actId="1076"/>
          <ac:spMkLst>
            <pc:docMk/>
            <pc:sldMk cId="1580570651" sldId="261"/>
            <ac:spMk id="5" creationId="{920247C5-7954-4737-99E3-8727E0B1F255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8:15.937" v="419"/>
          <ac:spMkLst>
            <pc:docMk/>
            <pc:sldMk cId="1580570651" sldId="261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18:15.937" v="419"/>
          <ac:spMkLst>
            <pc:docMk/>
            <pc:sldMk cId="1580570651" sldId="261"/>
            <ac:spMk id="10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22:41.977" v="568" actId="20577"/>
        <pc:sldMkLst>
          <pc:docMk/>
          <pc:sldMk cId="2057800115" sldId="262"/>
        </pc:sldMkLst>
        <pc:spChg chg="mo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" creationId="{A308480C-A6CD-1C73-E4F0-A839A9D2226B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22:41.977" v="568" actId="20577"/>
          <ac:spMkLst>
            <pc:docMk/>
            <pc:sldMk cId="2057800115" sldId="262"/>
            <ac:spMk id="3" creationId="{D966830B-7C62-D58C-7AF7-3FEA04C7C66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5.007" v="450"/>
          <ac:spMkLst>
            <pc:docMk/>
            <pc:sldMk cId="2057800115" sldId="262"/>
            <ac:spMk id="8" creationId="{C3896A03-3945-419A-B66B-4EE266EDD152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5.007" v="450"/>
          <ac:spMkLst>
            <pc:docMk/>
            <pc:sldMk cId="2057800115" sldId="262"/>
            <ac:spMk id="10" creationId="{B34F5AD2-EDBD-4BBD-A55C-EAFFD0C7097A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8.054" v="452"/>
          <ac:spMkLst>
            <pc:docMk/>
            <pc:sldMk cId="2057800115" sldId="262"/>
            <ac:spMk id="12" creationId="{86909FA0-B515-4681-B7A8-FA281D133B9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8.054" v="452"/>
          <ac:spMkLst>
            <pc:docMk/>
            <pc:sldMk cId="2057800115" sldId="262"/>
            <ac:spMk id="13" creationId="{DEE2AD96-B495-4E06-9291-B71706F728CB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8.054" v="452"/>
          <ac:spMkLst>
            <pc:docMk/>
            <pc:sldMk cId="2057800115" sldId="262"/>
            <ac:spMk id="14" creationId="{21C9FE86-FCC3-4A31-AA1C-C882262B7FE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8.054" v="452"/>
          <ac:spMkLst>
            <pc:docMk/>
            <pc:sldMk cId="2057800115" sldId="262"/>
            <ac:spMk id="15" creationId="{53CF6D67-C5A8-4ADD-9E8E-1E38CA1D3166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8.054" v="452"/>
          <ac:spMkLst>
            <pc:docMk/>
            <pc:sldMk cId="2057800115" sldId="262"/>
            <ac:spMk id="16" creationId="{7D96243B-ECED-4B71-8E06-AE9A285EAD2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1:18.054" v="452"/>
          <ac:spMkLst>
            <pc:docMk/>
            <pc:sldMk cId="2057800115" sldId="262"/>
            <ac:spMk id="18" creationId="{A09989E4-EFDC-4A90-A633-E0525FB4139E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0" creationId="{8D71EDA1-87BF-4D5D-AB79-F346FD19278A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1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2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3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4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5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1:18.069" v="453"/>
          <ac:spMkLst>
            <pc:docMk/>
            <pc:sldMk cId="2057800115" sldId="262"/>
            <ac:spMk id="26" creationId="{38FAA1A1-D861-433F-88FA-1E9D6FD31D11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22:38.211" v="567" actId="1076"/>
          <ac:graphicFrameMkLst>
            <pc:docMk/>
            <pc:sldMk cId="2057800115" sldId="262"/>
            <ac:graphicFrameMk id="5" creationId="{1874D338-DDA8-4C01-9576-9EE2DA2E0BEE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24:10.649" v="586" actId="20577"/>
        <pc:sldMkLst>
          <pc:docMk/>
          <pc:sldMk cId="4129318713" sldId="263"/>
        </pc:sldMkLst>
        <pc:spChg chg="mod">
          <ac:chgData name="Arseniy Buzyan (extern)" userId="S::arseniy.buzyan@edu.stockholm.se::f92a01cd-049f-4602-b292-09b82d2ea4e3" providerId="AD" clId="Web-{9E067D32-EE94-62E6-9A47-067694A2F02B}" dt="2026-08-06T15:23:39.399" v="578"/>
          <ac:spMkLst>
            <pc:docMk/>
            <pc:sldMk cId="4129318713" sldId="263"/>
            <ac:spMk id="2" creationId="{D241BADA-97C4-9F83-4F7B-B4485B8748C6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24:10.649" v="586" actId="20577"/>
          <ac:spMkLst>
            <pc:docMk/>
            <pc:sldMk cId="4129318713" sldId="263"/>
            <ac:spMk id="3" creationId="{7FCFA113-F069-C247-4AB7-E450A54148A9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3:39.399" v="578"/>
          <ac:spMkLst>
            <pc:docMk/>
            <pc:sldMk cId="4129318713" sldId="263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3:39.399" v="578"/>
          <ac:spMkLst>
            <pc:docMk/>
            <pc:sldMk cId="4129318713" sldId="263"/>
            <ac:spMk id="10" creationId="{FBD77573-9EF2-4C35-8285-A1CF6FBB0EA5}"/>
          </ac:spMkLst>
        </pc:sp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26:29.572" v="825" actId="1076"/>
        <pc:sldMkLst>
          <pc:docMk/>
          <pc:sldMk cId="1469954016" sldId="264"/>
        </pc:sldMkLst>
        <pc:spChg chg="mod">
          <ac:chgData name="Arseniy Buzyan (extern)" userId="S::arseniy.buzyan@edu.stockholm.se::f92a01cd-049f-4602-b292-09b82d2ea4e3" providerId="AD" clId="Web-{9E067D32-EE94-62E6-9A47-067694A2F02B}" dt="2026-08-06T15:25:40.384" v="603" actId="14100"/>
          <ac:spMkLst>
            <pc:docMk/>
            <pc:sldMk cId="1469954016" sldId="264"/>
            <ac:spMk id="2" creationId="{F3222A76-A391-812F-C7CA-A54A2E17D8B2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26:08.885" v="763" actId="14100"/>
          <ac:spMkLst>
            <pc:docMk/>
            <pc:sldMk cId="1469954016" sldId="264"/>
            <ac:spMk id="3" creationId="{FFB33293-86F2-BAE3-707D-842DA29DD7C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5:03.884" v="591"/>
          <ac:spMkLst>
            <pc:docMk/>
            <pc:sldMk cId="1469954016" sldId="264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5:03.884" v="591"/>
          <ac:spMkLst>
            <pc:docMk/>
            <pc:sldMk cId="1469954016" sldId="264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26:29.572" v="825" actId="1076"/>
          <ac:graphicFrameMkLst>
            <pc:docMk/>
            <pc:sldMk cId="1469954016" sldId="264"/>
            <ac:graphicFrameMk id="5" creationId="{4AC9BA06-9477-4994-A087-A2244D9B8249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20:47:40.162" v="1520" actId="20577"/>
        <pc:sldMkLst>
          <pc:docMk/>
          <pc:sldMk cId="1661895518" sldId="265"/>
        </pc:sldMkLst>
        <pc:spChg chg="mod">
          <ac:chgData name="Arseniy Buzyan (extern)" userId="S::arseniy.buzyan@edu.stockholm.se::f92a01cd-049f-4602-b292-09b82d2ea4e3" providerId="AD" clId="Web-{9E067D32-EE94-62E6-9A47-067694A2F02B}" dt="2026-08-06T20:46:51.849" v="1511" actId="1076"/>
          <ac:spMkLst>
            <pc:docMk/>
            <pc:sldMk cId="1661895518" sldId="265"/>
            <ac:spMk id="2" creationId="{4757E3F3-65AD-2AA2-A89A-613658F5D0D2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20:47:40.162" v="1520" actId="20577"/>
          <ac:spMkLst>
            <pc:docMk/>
            <pc:sldMk cId="1661895518" sldId="265"/>
            <ac:spMk id="3" creationId="{727D616B-7DF9-FACF-5F4B-20C0B29F0DD4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7:12.916" v="832"/>
          <ac:spMkLst>
            <pc:docMk/>
            <pc:sldMk cId="1661895518" sldId="265"/>
            <ac:spMk id="8" creationId="{A0339EE9-5436-4860-BBFC-7CD7C90DBAE8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7:12.916" v="832"/>
          <ac:spMkLst>
            <pc:docMk/>
            <pc:sldMk cId="1661895518" sldId="265"/>
            <ac:spMk id="10" creationId="{AA770EBD-5B77-46EC-BF58-EF27ACD6B47C}"/>
          </ac:spMkLst>
        </pc:spChg>
        <pc:picChg chg="add mod modCrop">
          <ac:chgData name="Arseniy Buzyan (extern)" userId="S::arseniy.buzyan@edu.stockholm.se::f92a01cd-049f-4602-b292-09b82d2ea4e3" providerId="AD" clId="Web-{9E067D32-EE94-62E6-9A47-067694A2F02B}" dt="2026-08-06T20:47:31.615" v="1518" actId="1076"/>
          <ac:picMkLst>
            <pc:docMk/>
            <pc:sldMk cId="1661895518" sldId="265"/>
            <ac:picMk id="4" creationId="{643345AB-3221-518F-E4C7-9BFC70D84616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30:08.967" v="957"/>
        <pc:sldMkLst>
          <pc:docMk/>
          <pc:sldMk cId="4145614752" sldId="266"/>
        </pc:sldMkLst>
        <pc:spChg chg="mod">
          <ac:chgData name="Arseniy Buzyan (extern)" userId="S::arseniy.buzyan@edu.stockholm.se::f92a01cd-049f-4602-b292-09b82d2ea4e3" providerId="AD" clId="Web-{9E067D32-EE94-62E6-9A47-067694A2F02B}" dt="2026-08-06T15:29:47.701" v="869" actId="1076"/>
          <ac:spMkLst>
            <pc:docMk/>
            <pc:sldMk cId="4145614752" sldId="266"/>
            <ac:spMk id="2" creationId="{31CAC0F0-F1A6-1BD6-34F2-2B740B40B739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28:49.651" v="854"/>
          <ac:spMkLst>
            <pc:docMk/>
            <pc:sldMk cId="4145614752" sldId="266"/>
            <ac:spMk id="3" creationId="{D04C6935-6B09-7EEB-DC8D-CDDBFA1E135F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8:49.620" v="853"/>
          <ac:spMkLst>
            <pc:docMk/>
            <pc:sldMk cId="4145614752" sldId="266"/>
            <ac:spMk id="8" creationId="{17718681-A12E-49D6-9925-DD7C68176D61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9:03.745" v="855"/>
          <ac:spMkLst>
            <pc:docMk/>
            <pc:sldMk cId="4145614752" sldId="266"/>
            <ac:spMk id="9" creationId="{0C541B88-1AE9-40C3-AFD5-967787C1979F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8:49.620" v="853"/>
          <ac:spMkLst>
            <pc:docMk/>
            <pc:sldMk cId="4145614752" sldId="266"/>
            <ac:spMk id="10" creationId="{FBD77573-9EF2-4C35-8285-A1CF6FBB0EA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9:03.745" v="855"/>
          <ac:spMkLst>
            <pc:docMk/>
            <pc:sldMk cId="4145614752" sldId="266"/>
            <ac:spMk id="11" creationId="{E5F17139-31EE-46AC-B04F-DBBD852DD6CB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9:03.745" v="855"/>
          <ac:spMkLst>
            <pc:docMk/>
            <pc:sldMk cId="4145614752" sldId="266"/>
            <ac:spMk id="17" creationId="{89D16701-DA76-4F72-BB63-E2C3FFBDFE0F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29:03.745" v="855"/>
          <ac:spMkLst>
            <pc:docMk/>
            <pc:sldMk cId="4145614752" sldId="266"/>
            <ac:spMk id="19" creationId="{1CC28BE1-9DC6-43FE-9582-39F091098D7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29:03.745" v="855"/>
          <ac:spMkLst>
            <pc:docMk/>
            <pc:sldMk cId="4145614752" sldId="266"/>
            <ac:spMk id="39" creationId="{DCC231C8-C761-4B31-9B1C-C6D19248C6B3}"/>
          </ac:spMkLst>
        </pc:spChg>
        <pc:grpChg chg="add del">
          <ac:chgData name="Arseniy Buzyan (extern)" userId="S::arseniy.buzyan@edu.stockholm.se::f92a01cd-049f-4602-b292-09b82d2ea4e3" providerId="AD" clId="Web-{9E067D32-EE94-62E6-9A47-067694A2F02B}" dt="2026-08-06T15:29:03.745" v="855"/>
          <ac:grpSpMkLst>
            <pc:docMk/>
            <pc:sldMk cId="4145614752" sldId="266"/>
            <ac:grpSpMk id="13" creationId="{7CF625D3-71A3-4F30-A096-8EF334E959D0}"/>
          </ac:grpSpMkLst>
        </pc:grpChg>
        <pc:grpChg chg="add del">
          <ac:chgData name="Arseniy Buzyan (extern)" userId="S::arseniy.buzyan@edu.stockholm.se::f92a01cd-049f-4602-b292-09b82d2ea4e3" providerId="AD" clId="Web-{9E067D32-EE94-62E6-9A47-067694A2F02B}" dt="2026-08-06T15:29:03.745" v="855"/>
          <ac:grpSpMkLst>
            <pc:docMk/>
            <pc:sldMk cId="4145614752" sldId="266"/>
            <ac:grpSpMk id="21" creationId="{AF9AF3F3-CE0C-4125-BDD7-346487FA0B40}"/>
          </ac:grpSpMkLst>
        </pc:grpChg>
        <pc:graphicFrameChg chg="add mod modGraphic">
          <ac:chgData name="Arseniy Buzyan (extern)" userId="S::arseniy.buzyan@edu.stockholm.se::f92a01cd-049f-4602-b292-09b82d2ea4e3" providerId="AD" clId="Web-{9E067D32-EE94-62E6-9A47-067694A2F02B}" dt="2026-08-06T15:30:01.170" v="946" actId="14100"/>
          <ac:graphicFrameMkLst>
            <pc:docMk/>
            <pc:sldMk cId="4145614752" sldId="266"/>
            <ac:graphicFrameMk id="5" creationId="{A19EAF2D-AFB3-C033-F6EE-D859E557EB2B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9E067D32-EE94-62E6-9A47-067694A2F02B}" dt="2026-08-06T15:30:08.967" v="957"/>
          <ac:graphicFrameMkLst>
            <pc:docMk/>
            <pc:sldMk cId="4145614752" sldId="266"/>
            <ac:graphicFrameMk id="65" creationId="{BA5D3E0E-8E01-D510-42DD-46F3CA71687D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31:35.655" v="980" actId="20577"/>
        <pc:sldMkLst>
          <pc:docMk/>
          <pc:sldMk cId="2772125097" sldId="267"/>
        </pc:sldMkLst>
        <pc:spChg chg="mod">
          <ac:chgData name="Arseniy Buzyan (extern)" userId="S::arseniy.buzyan@edu.stockholm.se::f92a01cd-049f-4602-b292-09b82d2ea4e3" providerId="AD" clId="Web-{9E067D32-EE94-62E6-9A47-067694A2F02B}" dt="2026-08-06T15:31:18.999" v="978" actId="14100"/>
          <ac:spMkLst>
            <pc:docMk/>
            <pc:sldMk cId="2772125097" sldId="267"/>
            <ac:spMk id="2" creationId="{31DDA958-393A-A39F-902B-9307D67C945E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31:35.655" v="980" actId="20577"/>
          <ac:spMkLst>
            <pc:docMk/>
            <pc:sldMk cId="2772125097" sldId="267"/>
            <ac:spMk id="3" creationId="{8DFF04C9-49DA-260B-A5C1-5F6A4DA18F5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0:42.233" v="964"/>
          <ac:spMkLst>
            <pc:docMk/>
            <pc:sldMk cId="2772125097" sldId="267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0:42.233" v="964"/>
          <ac:spMkLst>
            <pc:docMk/>
            <pc:sldMk cId="2772125097" sldId="267"/>
            <ac:spMk id="10" creationId="{FBD77573-9EF2-4C35-8285-A1CF6FBB0EA5}"/>
          </ac:spMkLst>
        </pc:sp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33:36.173" v="1012" actId="1076"/>
        <pc:sldMkLst>
          <pc:docMk/>
          <pc:sldMk cId="243982530" sldId="268"/>
        </pc:sldMkLst>
        <pc:spChg chg="mod">
          <ac:chgData name="Arseniy Buzyan (extern)" userId="S::arseniy.buzyan@edu.stockholm.se::f92a01cd-049f-4602-b292-09b82d2ea4e3" providerId="AD" clId="Web-{9E067D32-EE94-62E6-9A47-067694A2F02B}" dt="2026-08-06T15:33:36.173" v="1012" actId="1076"/>
          <ac:spMkLst>
            <pc:docMk/>
            <pc:sldMk cId="243982530" sldId="268"/>
            <ac:spMk id="2" creationId="{1F37E373-1F03-1B39-8D9D-705FF5F495AE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33:29.813" v="1011" actId="14100"/>
          <ac:spMkLst>
            <pc:docMk/>
            <pc:sldMk cId="243982530" sldId="268"/>
            <ac:spMk id="3" creationId="{15673E87-6526-0E93-84BC-F2249DD88BAF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2:15.983" v="987"/>
          <ac:spMkLst>
            <pc:docMk/>
            <pc:sldMk cId="243982530" sldId="268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2:15.983" v="987"/>
          <ac:spMkLst>
            <pc:docMk/>
            <pc:sldMk cId="243982530" sldId="268"/>
            <ac:spMk id="10" creationId="{FBD77573-9EF2-4C35-8285-A1CF6FBB0EA5}"/>
          </ac:spMkLst>
        </pc:spChg>
      </pc:sldChg>
      <pc:sldChg chg="addSp delSp modSp new mod setBg setClrOvrMap">
        <pc:chgData name="Arseniy Buzyan (extern)" userId="S::arseniy.buzyan@edu.stockholm.se::f92a01cd-049f-4602-b292-09b82d2ea4e3" providerId="AD" clId="Web-{9E067D32-EE94-62E6-9A47-067694A2F02B}" dt="2026-08-06T15:34:26.315" v="1017"/>
        <pc:sldMkLst>
          <pc:docMk/>
          <pc:sldMk cId="820410297" sldId="269"/>
        </pc:sldMkLst>
        <pc:spChg chg="mod ord">
          <ac:chgData name="Arseniy Buzyan (extern)" userId="S::arseniy.buzyan@edu.stockholm.se::f92a01cd-049f-4602-b292-09b82d2ea4e3" providerId="AD" clId="Web-{9E067D32-EE94-62E6-9A47-067694A2F02B}" dt="2026-08-06T15:34:26.315" v="1017"/>
          <ac:spMkLst>
            <pc:docMk/>
            <pc:sldMk cId="820410297" sldId="269"/>
            <ac:spMk id="2" creationId="{D709E277-93BF-7376-F0FF-C87012640FFF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34:06.283" v="1016"/>
          <ac:spMkLst>
            <pc:docMk/>
            <pc:sldMk cId="820410297" sldId="269"/>
            <ac:spMk id="3" creationId="{F3C2E20D-D16B-42B5-D455-FEB09A48D2E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4:26.315" v="1017"/>
          <ac:spMkLst>
            <pc:docMk/>
            <pc:sldMk cId="820410297" sldId="269"/>
            <ac:spMk id="10" creationId="{DB304A14-32D0-4873-B914-423ED7B8DAFD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4:26.315" v="1017"/>
          <ac:spMkLst>
            <pc:docMk/>
            <pc:sldMk cId="820410297" sldId="269"/>
            <ac:spMk id="12" creationId="{1D460C86-854F-4FB3-ABC2-E823D8FEB9DB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4:26.315" v="1017"/>
          <ac:spMkLst>
            <pc:docMk/>
            <pc:sldMk cId="820410297" sldId="269"/>
            <ac:spMk id="14" creationId="{BB48116A-278A-4CC5-89D3-9DE8E8FF1245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34:26.315" v="1017"/>
          <ac:graphicFrameMkLst>
            <pc:docMk/>
            <pc:sldMk cId="820410297" sldId="269"/>
            <ac:graphicFrameMk id="5" creationId="{6003BA5D-6936-AE87-680F-2749490DCB64}"/>
          </ac:graphicFrameMkLst>
        </pc:graphicFrameChg>
        <pc:picChg chg="add mod">
          <ac:chgData name="Arseniy Buzyan (extern)" userId="S::arseniy.buzyan@edu.stockholm.se::f92a01cd-049f-4602-b292-09b82d2ea4e3" providerId="AD" clId="Web-{9E067D32-EE94-62E6-9A47-067694A2F02B}" dt="2026-08-06T15:34:26.315" v="1017"/>
          <ac:picMkLst>
            <pc:docMk/>
            <pc:sldMk cId="820410297" sldId="269"/>
            <ac:picMk id="6" creationId="{EA7B7D6B-5DAE-23CF-9C35-B973348B929C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35:59.270" v="1208"/>
        <pc:sldMkLst>
          <pc:docMk/>
          <pc:sldMk cId="1720822265" sldId="270"/>
        </pc:sldMkLst>
        <pc:spChg chg="mod">
          <ac:chgData name="Arseniy Buzyan (extern)" userId="S::arseniy.buzyan@edu.stockholm.se::f92a01cd-049f-4602-b292-09b82d2ea4e3" providerId="AD" clId="Web-{9E067D32-EE94-62E6-9A47-067694A2F02B}" dt="2026-08-06T15:35:30.660" v="1030" actId="14100"/>
          <ac:spMkLst>
            <pc:docMk/>
            <pc:sldMk cId="1720822265" sldId="270"/>
            <ac:spMk id="2" creationId="{60CD53C5-03F9-CBE0-BB1D-8A0E13866BF5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35:14.800" v="1024"/>
          <ac:spMkLst>
            <pc:docMk/>
            <pc:sldMk cId="1720822265" sldId="270"/>
            <ac:spMk id="3" creationId="{A9C99945-5AF2-A2DD-45C5-2A842CE24BA9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5:05.160" v="1022"/>
          <ac:spMkLst>
            <pc:docMk/>
            <pc:sldMk cId="1720822265" sldId="270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5:05.160" v="1022"/>
          <ac:spMkLst>
            <pc:docMk/>
            <pc:sldMk cId="1720822265" sldId="270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5:05.160" v="1022"/>
          <ac:spMkLst>
            <pc:docMk/>
            <pc:sldMk cId="1720822265" sldId="270"/>
            <ac:spMk id="12" creationId="{450D3AD2-FA80-415F-A9CE-54D884561CD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5:05.160" v="1023"/>
          <ac:spMkLst>
            <pc:docMk/>
            <pc:sldMk cId="1720822265" sldId="270"/>
            <ac:spMk id="14" creationId="{6A8AAC95-3719-4BCD-B710-4160043D923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5:05.160" v="1023"/>
          <ac:spMkLst>
            <pc:docMk/>
            <pc:sldMk cId="1720822265" sldId="270"/>
            <ac:spMk id="15" creationId="{73A6D7BA-50E4-42FE-A0E3-FC42B7EC4372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35:59.270" v="1208"/>
          <ac:graphicFrameMkLst>
            <pc:docMk/>
            <pc:sldMk cId="1720822265" sldId="270"/>
            <ac:graphicFrameMk id="5" creationId="{95F4498C-033B-0460-B0FC-F4CB94DDE0FE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38:13.085" v="1244" actId="14100"/>
        <pc:sldMkLst>
          <pc:docMk/>
          <pc:sldMk cId="357280266" sldId="271"/>
        </pc:sldMkLst>
        <pc:spChg chg="mod">
          <ac:chgData name="Arseniy Buzyan (extern)" userId="S::arseniy.buzyan@edu.stockholm.se::f92a01cd-049f-4602-b292-09b82d2ea4e3" providerId="AD" clId="Web-{9E067D32-EE94-62E6-9A47-067694A2F02B}" dt="2026-08-06T15:38:13.085" v="1244" actId="14100"/>
          <ac:spMkLst>
            <pc:docMk/>
            <pc:sldMk cId="357280266" sldId="271"/>
            <ac:spMk id="2" creationId="{B27E59FA-1287-216C-A45D-31C52D01C2F5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38:08.444" v="1241" actId="20577"/>
          <ac:spMkLst>
            <pc:docMk/>
            <pc:sldMk cId="357280266" sldId="271"/>
            <ac:spMk id="3" creationId="{F49352DA-E797-63E7-C27E-449525114AE9}"/>
          </ac:spMkLst>
        </pc:spChg>
        <pc:spChg chg="add mod">
          <ac:chgData name="Arseniy Buzyan (extern)" userId="S::arseniy.buzyan@edu.stockholm.se::f92a01cd-049f-4602-b292-09b82d2ea4e3" providerId="AD" clId="Web-{9E067D32-EE94-62E6-9A47-067694A2F02B}" dt="2026-08-06T15:37:54.694" v="1234" actId="20577"/>
          <ac:spMkLst>
            <pc:docMk/>
            <pc:sldMk cId="357280266" sldId="271"/>
            <ac:spMk id="4" creationId="{BFC7C9FD-BD8D-C8CC-DC14-5756F0EFD303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7:35.147" v="1222"/>
          <ac:spMkLst>
            <pc:docMk/>
            <pc:sldMk cId="357280266" sldId="271"/>
            <ac:spMk id="9" creationId="{4C608BEB-860E-4094-8511-78603564A75E}"/>
          </ac:spMkLst>
        </pc:spChg>
        <pc:cxnChg chg="add">
          <ac:chgData name="Arseniy Buzyan (extern)" userId="S::arseniy.buzyan@edu.stockholm.se::f92a01cd-049f-4602-b292-09b82d2ea4e3" providerId="AD" clId="Web-{9E067D32-EE94-62E6-9A47-067694A2F02B}" dt="2026-08-06T15:37:35.147" v="1222"/>
          <ac:cxnSpMkLst>
            <pc:docMk/>
            <pc:sldMk cId="357280266" sldId="271"/>
            <ac:cxnSpMk id="11" creationId="{1F16A8D4-FE87-4604-88B2-394B5D1EB437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40:39.087" v="1264" actId="14100"/>
        <pc:sldMkLst>
          <pc:docMk/>
          <pc:sldMk cId="3442255643" sldId="272"/>
        </pc:sldMkLst>
        <pc:spChg chg="mod">
          <ac:chgData name="Arseniy Buzyan (extern)" userId="S::arseniy.buzyan@edu.stockholm.se::f92a01cd-049f-4602-b292-09b82d2ea4e3" providerId="AD" clId="Web-{9E067D32-EE94-62E6-9A47-067694A2F02B}" dt="2026-08-06T15:40:30.790" v="1261" actId="14100"/>
          <ac:spMkLst>
            <pc:docMk/>
            <pc:sldMk cId="3442255643" sldId="272"/>
            <ac:spMk id="2" creationId="{71740D8D-5180-7963-BD5C-AD307718D48A}"/>
          </ac:spMkLst>
        </pc:spChg>
        <pc:spChg chg="del mod">
          <ac:chgData name="Arseniy Buzyan (extern)" userId="S::arseniy.buzyan@edu.stockholm.se::f92a01cd-049f-4602-b292-09b82d2ea4e3" providerId="AD" clId="Web-{9E067D32-EE94-62E6-9A47-067694A2F02B}" dt="2026-08-06T15:39:02.586" v="1252"/>
          <ac:spMkLst>
            <pc:docMk/>
            <pc:sldMk cId="3442255643" sldId="272"/>
            <ac:spMk id="3" creationId="{57D4FD24-909D-D2C4-7A6E-1B74E73E9975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39:25.039" v="1253"/>
          <ac:spMkLst>
            <pc:docMk/>
            <pc:sldMk cId="3442255643" sldId="272"/>
            <ac:spMk id="10" creationId="{D1D34770-47A8-402C-AF23-2B653F2D88C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39:25.039" v="1253"/>
          <ac:spMkLst>
            <pc:docMk/>
            <pc:sldMk cId="3442255643" sldId="272"/>
            <ac:spMk id="15" creationId="{D1D34770-47A8-402C-AF23-2B653F2D88C1}"/>
          </ac:spMkLst>
        </pc:spChg>
        <pc:graphicFrameChg chg="add mod modGraphic">
          <ac:chgData name="Arseniy Buzyan (extern)" userId="S::arseniy.buzyan@edu.stockholm.se::f92a01cd-049f-4602-b292-09b82d2ea4e3" providerId="AD" clId="Web-{9E067D32-EE94-62E6-9A47-067694A2F02B}" dt="2026-08-06T15:40:39.087" v="1264" actId="14100"/>
          <ac:graphicFrameMkLst>
            <pc:docMk/>
            <pc:sldMk cId="3442255643" sldId="272"/>
            <ac:graphicFrameMk id="5" creationId="{517190AB-9CA3-6012-FEA0-6018D12883FA}"/>
          </ac:graphicFrameMkLst>
        </pc:graphicFrameChg>
        <pc:picChg chg="add mod">
          <ac:chgData name="Arseniy Buzyan (extern)" userId="S::arseniy.buzyan@edu.stockholm.se::f92a01cd-049f-4602-b292-09b82d2ea4e3" providerId="AD" clId="Web-{9E067D32-EE94-62E6-9A47-067694A2F02B}" dt="2026-08-06T15:39:25.039" v="1253"/>
          <ac:picMkLst>
            <pc:docMk/>
            <pc:sldMk cId="3442255643" sldId="272"/>
            <ac:picMk id="6" creationId="{2D517978-0E69-CC7C-0832-53E1FEA547F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43:00.324" v="1302" actId="14100"/>
        <pc:sldMkLst>
          <pc:docMk/>
          <pc:sldMk cId="3426891863" sldId="273"/>
        </pc:sldMkLst>
        <pc:spChg chg="mo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2" creationId="{7C663021-CA2B-EBFB-49C4-FAB7FC1AAA74}"/>
          </ac:spMkLst>
        </pc:spChg>
        <pc:spChg chg="add del mo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3" creationId="{593D2B1F-3BB4-0A2E-9199-6F705979097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13.355" v="1278"/>
          <ac:spMkLst>
            <pc:docMk/>
            <pc:sldMk cId="3426891863" sldId="273"/>
            <ac:spMk id="8" creationId="{DEE2AD96-B495-4E06-9291-B71706F728CB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13.355" v="1278"/>
          <ac:spMkLst>
            <pc:docMk/>
            <pc:sldMk cId="3426891863" sldId="273"/>
            <ac:spMk id="10" creationId="{53CF6D67-C5A8-4ADD-9E8E-1E38CA1D3166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13.355" v="1278"/>
          <ac:spMkLst>
            <pc:docMk/>
            <pc:sldMk cId="3426891863" sldId="273"/>
            <ac:spMk id="12" creationId="{86909FA0-B515-4681-B7A8-FA281D133B94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13.355" v="1278"/>
          <ac:spMkLst>
            <pc:docMk/>
            <pc:sldMk cId="3426891863" sldId="273"/>
            <ac:spMk id="14" creationId="{21C9FE86-FCC3-4A31-AA1C-C882262B7FE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13.355" v="1278"/>
          <ac:spMkLst>
            <pc:docMk/>
            <pc:sldMk cId="3426891863" sldId="273"/>
            <ac:spMk id="16" creationId="{7D96243B-ECED-4B71-8E06-AE9A285EAD2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13.355" v="1278"/>
          <ac:spMkLst>
            <pc:docMk/>
            <pc:sldMk cId="3426891863" sldId="273"/>
            <ac:spMk id="18" creationId="{A09989E4-EFDC-4A90-A633-E0525FB4139E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2:21.464" v="1280"/>
          <ac:spMkLst>
            <pc:docMk/>
            <pc:sldMk cId="3426891863" sldId="273"/>
            <ac:spMk id="20" creationId="{70DFA0FD-AB28-4B25-B870-4D2BBC35BA1D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25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26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27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28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29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30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2:21.480" v="1281"/>
          <ac:spMkLst>
            <pc:docMk/>
            <pc:sldMk cId="3426891863" sldId="273"/>
            <ac:spMk id="31" creationId="{8D71EDA1-87BF-4D5D-AB79-F346FD19278A}"/>
          </ac:spMkLst>
        </pc:spChg>
        <pc:spChg chg="add mod">
          <ac:chgData name="Arseniy Buzyan (extern)" userId="S::arseniy.buzyan@edu.stockholm.se::f92a01cd-049f-4602-b292-09b82d2ea4e3" providerId="AD" clId="Web-{9E067D32-EE94-62E6-9A47-067694A2F02B}" dt="2026-08-06T15:43:00.324" v="1302" actId="14100"/>
          <ac:spMkLst>
            <pc:docMk/>
            <pc:sldMk cId="3426891863" sldId="273"/>
            <ac:spMk id="32" creationId="{593D2B1F-3BB4-0A2E-9199-6F7059790974}"/>
          </ac:spMkLst>
        </pc:spChg>
        <pc:grpChg chg="add del">
          <ac:chgData name="Arseniy Buzyan (extern)" userId="S::arseniy.buzyan@edu.stockholm.se::f92a01cd-049f-4602-b292-09b82d2ea4e3" providerId="AD" clId="Web-{9E067D32-EE94-62E6-9A47-067694A2F02B}" dt="2026-08-06T15:42:21.464" v="1280"/>
          <ac:grpSpMkLst>
            <pc:docMk/>
            <pc:sldMk cId="3426891863" sldId="273"/>
            <ac:grpSpMk id="21" creationId="{0D628DFB-9CD1-4E2B-8B44-9FDF7E80F6D9}"/>
          </ac:grpSpMkLst>
        </pc:grpChg>
        <pc:graphicFrameChg chg="add del">
          <ac:chgData name="Arseniy Buzyan (extern)" userId="S::arseniy.buzyan@edu.stockholm.se::f92a01cd-049f-4602-b292-09b82d2ea4e3" providerId="AD" clId="Web-{9E067D32-EE94-62E6-9A47-067694A2F02B}" dt="2026-08-06T15:42:21.464" v="1280"/>
          <ac:graphicFrameMkLst>
            <pc:docMk/>
            <pc:sldMk cId="3426891863" sldId="273"/>
            <ac:graphicFrameMk id="5" creationId="{EEB88384-5BA9-1A86-0966-5744603DD770}"/>
          </ac:graphicFrameMkLst>
        </pc:graphicFrameChg>
        <pc:picChg chg="add del">
          <ac:chgData name="Arseniy Buzyan (extern)" userId="S::arseniy.buzyan@edu.stockholm.se::f92a01cd-049f-4602-b292-09b82d2ea4e3" providerId="AD" clId="Web-{9E067D32-EE94-62E6-9A47-067694A2F02B}" dt="2026-08-06T15:42:21.464" v="1280"/>
          <ac:picMkLst>
            <pc:docMk/>
            <pc:sldMk cId="3426891863" sldId="273"/>
            <ac:picMk id="6" creationId="{C2706D11-59F5-439E-177E-CC0BD0C2183A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20:52:56.149" v="1541" actId="1076"/>
        <pc:sldMkLst>
          <pc:docMk/>
          <pc:sldMk cId="3000546128" sldId="274"/>
        </pc:sldMkLst>
        <pc:spChg chg="mod">
          <ac:chgData name="Arseniy Buzyan (extern)" userId="S::arseniy.buzyan@edu.stockholm.se::f92a01cd-049f-4602-b292-09b82d2ea4e3" providerId="AD" clId="Web-{9E067D32-EE94-62E6-9A47-067694A2F02B}" dt="2026-08-06T15:45:03.715" v="1321" actId="20577"/>
          <ac:spMkLst>
            <pc:docMk/>
            <pc:sldMk cId="3000546128" sldId="274"/>
            <ac:spMk id="2" creationId="{AD100C4D-54FE-8839-EF0B-479A057133C0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44:57.684" v="1317" actId="20577"/>
          <ac:spMkLst>
            <pc:docMk/>
            <pc:sldMk cId="3000546128" sldId="274"/>
            <ac:spMk id="3" creationId="{1521F25F-F324-DAA3-141C-C368B16A4586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4:49.559" v="1312"/>
          <ac:spMkLst>
            <pc:docMk/>
            <pc:sldMk cId="3000546128" sldId="274"/>
            <ac:spMk id="8" creationId="{DABCE0FB-ADDD-4B37-A958-519663E8E16E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4:49.559" v="1312"/>
          <ac:spMkLst>
            <pc:docMk/>
            <pc:sldMk cId="3000546128" sldId="274"/>
            <ac:spMk id="10" creationId="{1F8A981E-6C01-464B-9B2A-810AFEC27C6B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4:49.574" v="1313"/>
          <ac:spMkLst>
            <pc:docMk/>
            <pc:sldMk cId="3000546128" sldId="274"/>
            <ac:spMk id="20" creationId="{C3896A03-3945-419A-B66B-4EE266EDD152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4:49.574" v="1313"/>
          <ac:spMkLst>
            <pc:docMk/>
            <pc:sldMk cId="3000546128" sldId="274"/>
            <ac:spMk id="21" creationId="{B34F5AD2-EDBD-4BBD-A55C-EAFFD0C7097A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4:49.574" v="1313"/>
          <ac:spMkLst>
            <pc:docMk/>
            <pc:sldMk cId="3000546128" sldId="274"/>
            <ac:spMk id="22" creationId="{B8EAE243-3A9F-4A46-B0D9-04C723A8A1BD}"/>
          </ac:spMkLst>
        </pc:spChg>
        <pc:grpChg chg="add del">
          <ac:chgData name="Arseniy Buzyan (extern)" userId="S::arseniy.buzyan@edu.stockholm.se::f92a01cd-049f-4602-b292-09b82d2ea4e3" providerId="AD" clId="Web-{9E067D32-EE94-62E6-9A47-067694A2F02B}" dt="2026-08-06T15:44:49.559" v="1312"/>
          <ac:grpSpMkLst>
            <pc:docMk/>
            <pc:sldMk cId="3000546128" sldId="274"/>
            <ac:grpSpMk id="16" creationId="{50C536A3-D654-4FB9-BB50-B236B87BBF34}"/>
          </ac:grpSpMkLst>
        </pc:grpChg>
        <pc:picChg chg="add mod modCrop">
          <ac:chgData name="Arseniy Buzyan (extern)" userId="S::arseniy.buzyan@edu.stockholm.se::f92a01cd-049f-4602-b292-09b82d2ea4e3" providerId="AD" clId="Web-{9E067D32-EE94-62E6-9A47-067694A2F02B}" dt="2026-08-06T20:52:56.149" v="1541" actId="1076"/>
          <ac:picMkLst>
            <pc:docMk/>
            <pc:sldMk cId="3000546128" sldId="274"/>
            <ac:picMk id="4" creationId="{BDD83CA2-7AC4-6061-0E91-A49BBC09C787}"/>
          </ac:picMkLst>
        </pc:picChg>
        <pc:cxnChg chg="add del">
          <ac:chgData name="Arseniy Buzyan (extern)" userId="S::arseniy.buzyan@edu.stockholm.se::f92a01cd-049f-4602-b292-09b82d2ea4e3" providerId="AD" clId="Web-{9E067D32-EE94-62E6-9A47-067694A2F02B}" dt="2026-08-06T15:44:49.559" v="1312"/>
          <ac:cxnSpMkLst>
            <pc:docMk/>
            <pc:sldMk cId="3000546128" sldId="274"/>
            <ac:cxnSpMk id="12" creationId="{18710E47-0781-4953-BBDA-8EF627A73126}"/>
          </ac:cxnSpMkLst>
        </pc:cxnChg>
        <pc:cxnChg chg="add del">
          <ac:chgData name="Arseniy Buzyan (extern)" userId="S::arseniy.buzyan@edu.stockholm.se::f92a01cd-049f-4602-b292-09b82d2ea4e3" providerId="AD" clId="Web-{9E067D32-EE94-62E6-9A47-067694A2F02B}" dt="2026-08-06T15:44:49.559" v="1312"/>
          <ac:cxnSpMkLst>
            <pc:docMk/>
            <pc:sldMk cId="3000546128" sldId="274"/>
            <ac:cxnSpMk id="14" creationId="{125D265C-1D38-4B36-8572-366ED6A60786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46:29.934" v="1362" actId="20577"/>
        <pc:sldMkLst>
          <pc:docMk/>
          <pc:sldMk cId="2024909455" sldId="275"/>
        </pc:sldMkLst>
        <pc:spChg chg="mod">
          <ac:chgData name="Arseniy Buzyan (extern)" userId="S::arseniy.buzyan@edu.stockholm.se::f92a01cd-049f-4602-b292-09b82d2ea4e3" providerId="AD" clId="Web-{9E067D32-EE94-62E6-9A47-067694A2F02B}" dt="2026-08-06T15:45:48.997" v="1333"/>
          <ac:spMkLst>
            <pc:docMk/>
            <pc:sldMk cId="2024909455" sldId="275"/>
            <ac:spMk id="2" creationId="{8485F750-553C-58CE-0D59-1085BC2973A0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46:29.934" v="1362" actId="20577"/>
          <ac:spMkLst>
            <pc:docMk/>
            <pc:sldMk cId="2024909455" sldId="275"/>
            <ac:spMk id="3" creationId="{8B1C531B-F914-29A0-5071-8EFD576F8776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5:48.997" v="1333"/>
          <ac:spMkLst>
            <pc:docMk/>
            <pc:sldMk cId="2024909455" sldId="275"/>
            <ac:spMk id="8" creationId="{DABCE0FB-ADDD-4B37-A958-519663E8E16E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5:48.997" v="1333"/>
          <ac:spMkLst>
            <pc:docMk/>
            <pc:sldMk cId="2024909455" sldId="275"/>
            <ac:spMk id="10" creationId="{1F8A981E-6C01-464B-9B2A-810AFEC27C6B}"/>
          </ac:spMkLst>
        </pc:spChg>
        <pc:grpChg chg="add">
          <ac:chgData name="Arseniy Buzyan (extern)" userId="S::arseniy.buzyan@edu.stockholm.se::f92a01cd-049f-4602-b292-09b82d2ea4e3" providerId="AD" clId="Web-{9E067D32-EE94-62E6-9A47-067694A2F02B}" dt="2026-08-06T15:45:48.997" v="1333"/>
          <ac:grpSpMkLst>
            <pc:docMk/>
            <pc:sldMk cId="2024909455" sldId="275"/>
            <ac:grpSpMk id="16" creationId="{50C536A3-D654-4FB9-BB50-B236B87BBF34}"/>
          </ac:grpSpMkLst>
        </pc:grpChg>
        <pc:cxnChg chg="add">
          <ac:chgData name="Arseniy Buzyan (extern)" userId="S::arseniy.buzyan@edu.stockholm.se::f92a01cd-049f-4602-b292-09b82d2ea4e3" providerId="AD" clId="Web-{9E067D32-EE94-62E6-9A47-067694A2F02B}" dt="2026-08-06T15:45:48.997" v="1333"/>
          <ac:cxnSpMkLst>
            <pc:docMk/>
            <pc:sldMk cId="2024909455" sldId="275"/>
            <ac:cxnSpMk id="12" creationId="{18710E47-0781-4953-BBDA-8EF627A73126}"/>
          </ac:cxnSpMkLst>
        </pc:cxnChg>
        <pc:cxnChg chg="add">
          <ac:chgData name="Arseniy Buzyan (extern)" userId="S::arseniy.buzyan@edu.stockholm.se::f92a01cd-049f-4602-b292-09b82d2ea4e3" providerId="AD" clId="Web-{9E067D32-EE94-62E6-9A47-067694A2F02B}" dt="2026-08-06T15:45:48.997" v="1333"/>
          <ac:cxnSpMkLst>
            <pc:docMk/>
            <pc:sldMk cId="2024909455" sldId="275"/>
            <ac:cxnSpMk id="14" creationId="{125D265C-1D38-4B36-8572-366ED6A60786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47:36.325" v="1390" actId="20577"/>
        <pc:sldMkLst>
          <pc:docMk/>
          <pc:sldMk cId="2541174517" sldId="276"/>
        </pc:sldMkLst>
        <pc:spChg chg="mod">
          <ac:chgData name="Arseniy Buzyan (extern)" userId="S::arseniy.buzyan@edu.stockholm.se::f92a01cd-049f-4602-b292-09b82d2ea4e3" providerId="AD" clId="Web-{9E067D32-EE94-62E6-9A47-067694A2F02B}" dt="2026-08-06T15:47:25.919" v="1384" actId="1076"/>
          <ac:spMkLst>
            <pc:docMk/>
            <pc:sldMk cId="2541174517" sldId="276"/>
            <ac:spMk id="2" creationId="{811C514D-E34C-9ECF-439A-B0432B048AB7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47:36.325" v="1390" actId="20577"/>
          <ac:spMkLst>
            <pc:docMk/>
            <pc:sldMk cId="2541174517" sldId="276"/>
            <ac:spMk id="3" creationId="{413ECF8E-F3E5-7CE7-24D1-5B2B8B3C1E45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7:07.372" v="1369"/>
          <ac:spMkLst>
            <pc:docMk/>
            <pc:sldMk cId="2541174517" sldId="276"/>
            <ac:spMk id="8" creationId="{DABCE0FB-ADDD-4B37-A958-519663E8E16E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7:07.372" v="1369"/>
          <ac:spMkLst>
            <pc:docMk/>
            <pc:sldMk cId="2541174517" sldId="276"/>
            <ac:spMk id="10" creationId="{1F8A981E-6C01-464B-9B2A-810AFEC27C6B}"/>
          </ac:spMkLst>
        </pc:spChg>
        <pc:grpChg chg="add">
          <ac:chgData name="Arseniy Buzyan (extern)" userId="S::arseniy.buzyan@edu.stockholm.se::f92a01cd-049f-4602-b292-09b82d2ea4e3" providerId="AD" clId="Web-{9E067D32-EE94-62E6-9A47-067694A2F02B}" dt="2026-08-06T15:47:07.372" v="1369"/>
          <ac:grpSpMkLst>
            <pc:docMk/>
            <pc:sldMk cId="2541174517" sldId="276"/>
            <ac:grpSpMk id="16" creationId="{50C536A3-D654-4FB9-BB50-B236B87BBF34}"/>
          </ac:grpSpMkLst>
        </pc:grpChg>
        <pc:cxnChg chg="add">
          <ac:chgData name="Arseniy Buzyan (extern)" userId="S::arseniy.buzyan@edu.stockholm.se::f92a01cd-049f-4602-b292-09b82d2ea4e3" providerId="AD" clId="Web-{9E067D32-EE94-62E6-9A47-067694A2F02B}" dt="2026-08-06T15:47:07.372" v="1369"/>
          <ac:cxnSpMkLst>
            <pc:docMk/>
            <pc:sldMk cId="2541174517" sldId="276"/>
            <ac:cxnSpMk id="12" creationId="{18710E47-0781-4953-BBDA-8EF627A73126}"/>
          </ac:cxnSpMkLst>
        </pc:cxnChg>
        <pc:cxnChg chg="add">
          <ac:chgData name="Arseniy Buzyan (extern)" userId="S::arseniy.buzyan@edu.stockholm.se::f92a01cd-049f-4602-b292-09b82d2ea4e3" providerId="AD" clId="Web-{9E067D32-EE94-62E6-9A47-067694A2F02B}" dt="2026-08-06T15:47:07.372" v="1369"/>
          <ac:cxnSpMkLst>
            <pc:docMk/>
            <pc:sldMk cId="2541174517" sldId="276"/>
            <ac:cxnSpMk id="14" creationId="{125D265C-1D38-4B36-8572-366ED6A60786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20:54:29.078" v="1546" actId="1076"/>
        <pc:sldMkLst>
          <pc:docMk/>
          <pc:sldMk cId="328226727" sldId="277"/>
        </pc:sldMkLst>
        <pc:spChg chg="mod">
          <ac:chgData name="Arseniy Buzyan (extern)" userId="S::arseniy.buzyan@edu.stockholm.se::f92a01cd-049f-4602-b292-09b82d2ea4e3" providerId="AD" clId="Web-{9E067D32-EE94-62E6-9A47-067694A2F02B}" dt="2026-08-06T15:48:25.826" v="1397" actId="14100"/>
          <ac:spMkLst>
            <pc:docMk/>
            <pc:sldMk cId="328226727" sldId="277"/>
            <ac:spMk id="2" creationId="{45D77239-C601-87F0-6FB8-738FF11DF567}"/>
          </ac:spMkLst>
        </pc:spChg>
        <pc:spChg chg="mod ord">
          <ac:chgData name="Arseniy Buzyan (extern)" userId="S::arseniy.buzyan@edu.stockholm.se::f92a01cd-049f-4602-b292-09b82d2ea4e3" providerId="AD" clId="Web-{9E067D32-EE94-62E6-9A47-067694A2F02B}" dt="2026-08-06T15:48:28.904" v="1398" actId="20577"/>
          <ac:spMkLst>
            <pc:docMk/>
            <pc:sldMk cId="328226727" sldId="277"/>
            <ac:spMk id="3" creationId="{45983369-92C1-8317-7269-89BE5DBD74A3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8:14.654" v="1396"/>
          <ac:spMkLst>
            <pc:docMk/>
            <pc:sldMk cId="328226727" sldId="277"/>
            <ac:spMk id="9" creationId="{66E48AFA-8884-4F68-A44F-D2C1E8609C5A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8:14.654" v="1396"/>
          <ac:spMkLst>
            <pc:docMk/>
            <pc:sldMk cId="328226727" sldId="277"/>
            <ac:spMk id="11" creationId="{969D19A6-08CB-498C-93EC-3FFB021FC68A}"/>
          </ac:spMkLst>
        </pc:spChg>
        <pc:picChg chg="add mod">
          <ac:chgData name="Arseniy Buzyan (extern)" userId="S::arseniy.buzyan@edu.stockholm.se::f92a01cd-049f-4602-b292-09b82d2ea4e3" providerId="AD" clId="Web-{9E067D32-EE94-62E6-9A47-067694A2F02B}" dt="2026-08-06T15:48:35.342" v="1400" actId="14100"/>
          <ac:picMkLst>
            <pc:docMk/>
            <pc:sldMk cId="328226727" sldId="277"/>
            <ac:picMk id="4" creationId="{F9FD9EFA-1E0A-9466-2D37-E6F6D31B6F4C}"/>
          </ac:picMkLst>
        </pc:picChg>
        <pc:picChg chg="add mod modCrop">
          <ac:chgData name="Arseniy Buzyan (extern)" userId="S::arseniy.buzyan@edu.stockholm.se::f92a01cd-049f-4602-b292-09b82d2ea4e3" providerId="AD" clId="Web-{9E067D32-EE94-62E6-9A47-067694A2F02B}" dt="2026-08-06T20:54:29.078" v="1546" actId="1076"/>
          <ac:picMkLst>
            <pc:docMk/>
            <pc:sldMk cId="328226727" sldId="277"/>
            <ac:picMk id="5" creationId="{C98811B1-F53A-D049-905A-56881F9E32B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15:49:56.155" v="1425" actId="20577"/>
        <pc:sldMkLst>
          <pc:docMk/>
          <pc:sldMk cId="2798813509" sldId="278"/>
        </pc:sldMkLst>
        <pc:spChg chg="mod">
          <ac:chgData name="Arseniy Buzyan (extern)" userId="S::arseniy.buzyan@edu.stockholm.se::f92a01cd-049f-4602-b292-09b82d2ea4e3" providerId="AD" clId="Web-{9E067D32-EE94-62E6-9A47-067694A2F02B}" dt="2026-08-06T15:49:56.155" v="1425" actId="20577"/>
          <ac:spMkLst>
            <pc:docMk/>
            <pc:sldMk cId="2798813509" sldId="278"/>
            <ac:spMk id="2" creationId="{5C2F16F6-1E85-79E7-84FA-DFB3483B6490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49:50.218" v="1421" actId="20577"/>
          <ac:spMkLst>
            <pc:docMk/>
            <pc:sldMk cId="2798813509" sldId="278"/>
            <ac:spMk id="3" creationId="{6BE8F53A-5DFA-6047-850B-19911039EE21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9:06.311" v="1410"/>
          <ac:spMkLst>
            <pc:docMk/>
            <pc:sldMk cId="2798813509" sldId="278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9:06.311" v="1410"/>
          <ac:spMkLst>
            <pc:docMk/>
            <pc:sldMk cId="2798813509" sldId="278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9:06.311" v="1410"/>
          <ac:spMkLst>
            <pc:docMk/>
            <pc:sldMk cId="2798813509" sldId="278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9:18.920" v="1412"/>
          <ac:spMkLst>
            <pc:docMk/>
            <pc:sldMk cId="2798813509" sldId="278"/>
            <ac:spMk id="14" creationId="{1BB867FF-FC45-48F7-8104-F89BE54909F1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9:18.920" v="1412"/>
          <ac:spMkLst>
            <pc:docMk/>
            <pc:sldMk cId="2798813509" sldId="278"/>
            <ac:spMk id="15" creationId="{8BB56887-D0D5-4F0C-9E19-7247EB83C8B7}"/>
          </ac:spMkLst>
        </pc:spChg>
        <pc:spChg chg="add del">
          <ac:chgData name="Arseniy Buzyan (extern)" userId="S::arseniy.buzyan@edu.stockholm.se::f92a01cd-049f-4602-b292-09b82d2ea4e3" providerId="AD" clId="Web-{9E067D32-EE94-62E6-9A47-067694A2F02B}" dt="2026-08-06T15:49:18.920" v="1412"/>
          <ac:spMkLst>
            <pc:docMk/>
            <pc:sldMk cId="2798813509" sldId="278"/>
            <ac:spMk id="16" creationId="{081E4A58-353D-44AE-B2FC-2A74E2E400F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9:18.920" v="1413"/>
          <ac:spMkLst>
            <pc:docMk/>
            <pc:sldMk cId="2798813509" sldId="278"/>
            <ac:spMk id="1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9:18.920" v="1413"/>
          <ac:spMkLst>
            <pc:docMk/>
            <pc:sldMk cId="2798813509" sldId="278"/>
            <ac:spMk id="19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49:18.920" v="1413"/>
          <ac:spMkLst>
            <pc:docMk/>
            <pc:sldMk cId="2798813509" sldId="278"/>
            <ac:spMk id="20" creationId="{450D3AD2-FA80-415F-A9CE-54D884561CD7}"/>
          </ac:spMkLst>
        </pc:spChg>
      </pc:sldChg>
      <pc:sldChg chg="addSp modSp new mod setBg">
        <pc:chgData name="Arseniy Buzyan (extern)" userId="S::arseniy.buzyan@edu.stockholm.se::f92a01cd-049f-4602-b292-09b82d2ea4e3" providerId="AD" clId="Web-{9E067D32-EE94-62E6-9A47-067694A2F02B}" dt="2026-08-06T15:55:32.584" v="1466" actId="20577"/>
        <pc:sldMkLst>
          <pc:docMk/>
          <pc:sldMk cId="3956190967" sldId="279"/>
        </pc:sldMkLst>
        <pc:spChg chg="mod">
          <ac:chgData name="Arseniy Buzyan (extern)" userId="S::arseniy.buzyan@edu.stockholm.se::f92a01cd-049f-4602-b292-09b82d2ea4e3" providerId="AD" clId="Web-{9E067D32-EE94-62E6-9A47-067694A2F02B}" dt="2026-08-06T15:55:07.990" v="1457" actId="20577"/>
          <ac:spMkLst>
            <pc:docMk/>
            <pc:sldMk cId="3956190967" sldId="279"/>
            <ac:spMk id="2" creationId="{8045E261-2CE3-1D11-74CA-379C415F7786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5:55:32.584" v="1466" actId="20577"/>
          <ac:spMkLst>
            <pc:docMk/>
            <pc:sldMk cId="3956190967" sldId="279"/>
            <ac:spMk id="3" creationId="{A4793BC0-D123-CFD8-AFBC-3FCFC454BE7E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5:54:35.630" v="1444"/>
          <ac:spMkLst>
            <pc:docMk/>
            <pc:sldMk cId="3956190967" sldId="279"/>
            <ac:spMk id="10" creationId="{55F7ABCA-A68A-47DD-B732-76FF34C6FB7D}"/>
          </ac:spMkLst>
        </pc:spChg>
        <pc:picChg chg="add mod">
          <ac:chgData name="Arseniy Buzyan (extern)" userId="S::arseniy.buzyan@edu.stockholm.se::f92a01cd-049f-4602-b292-09b82d2ea4e3" providerId="AD" clId="Web-{9E067D32-EE94-62E6-9A47-067694A2F02B}" dt="2026-08-06T15:54:51.099" v="1450" actId="1076"/>
          <ac:picMkLst>
            <pc:docMk/>
            <pc:sldMk cId="3956190967" sldId="279"/>
            <ac:picMk id="7" creationId="{E6960B3E-3770-0DC6-EBE0-413ED9FE5EB0}"/>
          </ac:picMkLst>
        </pc:picChg>
      </pc:sldChg>
      <pc:sldChg chg="addSp modSp new mod setBg setClrOvrMap">
        <pc:chgData name="Arseniy Buzyan (extern)" userId="S::arseniy.buzyan@edu.stockholm.se::f92a01cd-049f-4602-b292-09b82d2ea4e3" providerId="AD" clId="Web-{9E067D32-EE94-62E6-9A47-067694A2F02B}" dt="2026-08-06T16:04:41.618" v="1493" actId="14100"/>
        <pc:sldMkLst>
          <pc:docMk/>
          <pc:sldMk cId="4187899298" sldId="280"/>
        </pc:sldMkLst>
        <pc:spChg chg="mod">
          <ac:chgData name="Arseniy Buzyan (extern)" userId="S::arseniy.buzyan@edu.stockholm.se::f92a01cd-049f-4602-b292-09b82d2ea4e3" providerId="AD" clId="Web-{9E067D32-EE94-62E6-9A47-067694A2F02B}" dt="2026-08-06T16:04:33.290" v="1491" actId="20577"/>
          <ac:spMkLst>
            <pc:docMk/>
            <pc:sldMk cId="4187899298" sldId="280"/>
            <ac:spMk id="2" creationId="{F5BEFEF3-9451-0619-CB8E-27379F04BE93}"/>
          </ac:spMkLst>
        </pc:spChg>
        <pc:spChg chg="mod">
          <ac:chgData name="Arseniy Buzyan (extern)" userId="S::arseniy.buzyan@edu.stockholm.se::f92a01cd-049f-4602-b292-09b82d2ea4e3" providerId="AD" clId="Web-{9E067D32-EE94-62E6-9A47-067694A2F02B}" dt="2026-08-06T16:04:41.618" v="1493" actId="14100"/>
          <ac:spMkLst>
            <pc:docMk/>
            <pc:sldMk cId="4187899298" sldId="280"/>
            <ac:spMk id="3" creationId="{5AECA46D-2B76-F946-39EB-58C65E49AA37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16:04:14.133" v="1473"/>
          <ac:spMkLst>
            <pc:docMk/>
            <pc:sldMk cId="4187899298" sldId="280"/>
            <ac:spMk id="8" creationId="{A9CB0874-88B8-43D3-B0B6-C32F790F790D}"/>
          </ac:spMkLst>
        </pc:spChg>
        <pc:grpChg chg="add">
          <ac:chgData name="Arseniy Buzyan (extern)" userId="S::arseniy.buzyan@edu.stockholm.se::f92a01cd-049f-4602-b292-09b82d2ea4e3" providerId="AD" clId="Web-{9E067D32-EE94-62E6-9A47-067694A2F02B}" dt="2026-08-06T16:04:14.133" v="1473"/>
          <ac:grpSpMkLst>
            <pc:docMk/>
            <pc:sldMk cId="4187899298" sldId="280"/>
            <ac:grpSpMk id="10" creationId="{4BFD067A-52BE-40EE-B7CA-391830B9A265}"/>
          </ac:grpSpMkLst>
        </pc:grpChg>
        <pc:grpChg chg="add">
          <ac:chgData name="Arseniy Buzyan (extern)" userId="S::arseniy.buzyan@edu.stockholm.se::f92a01cd-049f-4602-b292-09b82d2ea4e3" providerId="AD" clId="Web-{9E067D32-EE94-62E6-9A47-067694A2F02B}" dt="2026-08-06T16:04:14.133" v="1473"/>
          <ac:grpSpMkLst>
            <pc:docMk/>
            <pc:sldMk cId="4187899298" sldId="280"/>
            <ac:grpSpMk id="14" creationId="{C15B8CC4-8CCE-428F-AE7E-28D178984CEC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20:43:42.591" v="1500" actId="1076"/>
        <pc:sldMkLst>
          <pc:docMk/>
          <pc:sldMk cId="592058950" sldId="281"/>
        </pc:sldMkLst>
        <pc:spChg chg="del">
          <ac:chgData name="Arseniy Buzyan (extern)" userId="S::arseniy.buzyan@edu.stockholm.se::f92a01cd-049f-4602-b292-09b82d2ea4e3" providerId="AD" clId="Web-{9E067D32-EE94-62E6-9A47-067694A2F02B}" dt="2026-08-06T20:43:22.466" v="1497"/>
          <ac:spMkLst>
            <pc:docMk/>
            <pc:sldMk cId="592058950" sldId="281"/>
            <ac:spMk id="2" creationId="{6B2D65DD-DE8C-B23B-259E-DD7DE6862327}"/>
          </ac:spMkLst>
        </pc:spChg>
        <pc:spChg chg="del">
          <ac:chgData name="Arseniy Buzyan (extern)" userId="S::arseniy.buzyan@edu.stockholm.se::f92a01cd-049f-4602-b292-09b82d2ea4e3" providerId="AD" clId="Web-{9E067D32-EE94-62E6-9A47-067694A2F02B}" dt="2026-08-06T20:43:17.794" v="1495"/>
          <ac:spMkLst>
            <pc:docMk/>
            <pc:sldMk cId="592058950" sldId="281"/>
            <ac:spMk id="3" creationId="{4302D8EF-14D5-4A1C-82CA-3F10F9B6BAC6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20:43:22.466" v="1497"/>
          <ac:spMkLst>
            <pc:docMk/>
            <pc:sldMk cId="592058950" sldId="281"/>
            <ac:spMk id="9" creationId="{42A4FC2C-047E-45A5-965D-8E1E3BF09BC6}"/>
          </ac:spMkLst>
        </pc:spChg>
        <pc:picChg chg="add mod ord modCrop">
          <ac:chgData name="Arseniy Buzyan (extern)" userId="S::arseniy.buzyan@edu.stockholm.se::f92a01cd-049f-4602-b292-09b82d2ea4e3" providerId="AD" clId="Web-{9E067D32-EE94-62E6-9A47-067694A2F02B}" dt="2026-08-06T20:43:42.591" v="1500" actId="1076"/>
          <ac:picMkLst>
            <pc:docMk/>
            <pc:sldMk cId="592058950" sldId="281"/>
            <ac:picMk id="4" creationId="{7E5FCB82-2AF4-5482-26F6-83FB28B9C8A3}"/>
          </ac:picMkLst>
        </pc:picChg>
      </pc:sldChg>
      <pc:sldChg chg="addSp delSp modSp new">
        <pc:chgData name="Arseniy Buzyan (extern)" userId="S::arseniy.buzyan@edu.stockholm.se::f92a01cd-049f-4602-b292-09b82d2ea4e3" providerId="AD" clId="Web-{9E067D32-EE94-62E6-9A47-067694A2F02B}" dt="2026-08-06T20:44:34.982" v="1509" actId="1076"/>
        <pc:sldMkLst>
          <pc:docMk/>
          <pc:sldMk cId="481760112" sldId="282"/>
        </pc:sldMkLst>
        <pc:spChg chg="del">
          <ac:chgData name="Arseniy Buzyan (extern)" userId="S::arseniy.buzyan@edu.stockholm.se::f92a01cd-049f-4602-b292-09b82d2ea4e3" providerId="AD" clId="Web-{9E067D32-EE94-62E6-9A47-067694A2F02B}" dt="2026-08-06T20:44:32.639" v="1508"/>
          <ac:spMkLst>
            <pc:docMk/>
            <pc:sldMk cId="481760112" sldId="282"/>
            <ac:spMk id="2" creationId="{8F87181A-CE59-04BF-E182-4C1B5B23653F}"/>
          </ac:spMkLst>
        </pc:spChg>
        <pc:spChg chg="del">
          <ac:chgData name="Arseniy Buzyan (extern)" userId="S::arseniy.buzyan@edu.stockholm.se::f92a01cd-049f-4602-b292-09b82d2ea4e3" providerId="AD" clId="Web-{9E067D32-EE94-62E6-9A47-067694A2F02B}" dt="2026-08-06T20:44:17.357" v="1502"/>
          <ac:spMkLst>
            <pc:docMk/>
            <pc:sldMk cId="481760112" sldId="282"/>
            <ac:spMk id="3" creationId="{27C155C2-7DE9-5D0E-FBA3-F55ECD225E6F}"/>
          </ac:spMkLst>
        </pc:spChg>
        <pc:picChg chg="add mod ord modCrop">
          <ac:chgData name="Arseniy Buzyan (extern)" userId="S::arseniy.buzyan@edu.stockholm.se::f92a01cd-049f-4602-b292-09b82d2ea4e3" providerId="AD" clId="Web-{9E067D32-EE94-62E6-9A47-067694A2F02B}" dt="2026-08-06T20:44:34.982" v="1509" actId="1076"/>
          <ac:picMkLst>
            <pc:docMk/>
            <pc:sldMk cId="481760112" sldId="282"/>
            <ac:picMk id="4" creationId="{58318861-27EC-214D-D491-C50195D6122A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20:51:46.617" v="1537" actId="14100"/>
        <pc:sldMkLst>
          <pc:docMk/>
          <pc:sldMk cId="2203612691" sldId="283"/>
        </pc:sldMkLst>
        <pc:spChg chg="del">
          <ac:chgData name="Arseniy Buzyan (extern)" userId="S::arseniy.buzyan@edu.stockholm.se::f92a01cd-049f-4602-b292-09b82d2ea4e3" providerId="AD" clId="Web-{9E067D32-EE94-62E6-9A47-067694A2F02B}" dt="2026-08-06T20:50:53.366" v="1522"/>
          <ac:spMkLst>
            <pc:docMk/>
            <pc:sldMk cId="2203612691" sldId="283"/>
            <ac:spMk id="2" creationId="{FF7744B3-D01C-001C-3E17-685DE9F1BD64}"/>
          </ac:spMkLst>
        </pc:spChg>
        <pc:spChg chg="del">
          <ac:chgData name="Arseniy Buzyan (extern)" userId="S::arseniy.buzyan@edu.stockholm.se::f92a01cd-049f-4602-b292-09b82d2ea4e3" providerId="AD" clId="Web-{9E067D32-EE94-62E6-9A47-067694A2F02B}" dt="2026-08-06T20:50:54.554" v="1523"/>
          <ac:spMkLst>
            <pc:docMk/>
            <pc:sldMk cId="2203612691" sldId="283"/>
            <ac:spMk id="3" creationId="{5E098393-8417-A7A7-955E-A468A8CAC515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20:50:58.476" v="1525"/>
          <ac:spMkLst>
            <pc:docMk/>
            <pc:sldMk cId="2203612691" sldId="283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9E067D32-EE94-62E6-9A47-067694A2F02B}" dt="2026-08-06T20:51:46.617" v="1537" actId="14100"/>
          <ac:picMkLst>
            <pc:docMk/>
            <pc:sldMk cId="2203612691" sldId="283"/>
            <ac:picMk id="4" creationId="{B170CE42-9F39-7060-E1A1-049F74DBA02D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9E067D32-EE94-62E6-9A47-067694A2F02B}" dt="2026-08-06T20:55:54.564" v="1558" actId="1076"/>
        <pc:sldMkLst>
          <pc:docMk/>
          <pc:sldMk cId="23916057" sldId="284"/>
        </pc:sldMkLst>
        <pc:spChg chg="del">
          <ac:chgData name="Arseniy Buzyan (extern)" userId="S::arseniy.buzyan@edu.stockholm.se::f92a01cd-049f-4602-b292-09b82d2ea4e3" providerId="AD" clId="Web-{9E067D32-EE94-62E6-9A47-067694A2F02B}" dt="2026-08-06T20:55:26.251" v="1549"/>
          <ac:spMkLst>
            <pc:docMk/>
            <pc:sldMk cId="23916057" sldId="284"/>
            <ac:spMk id="2" creationId="{4E576471-EA13-074E-70C5-BF59E6D8B46C}"/>
          </ac:spMkLst>
        </pc:spChg>
        <pc:spChg chg="del">
          <ac:chgData name="Arseniy Buzyan (extern)" userId="S::arseniy.buzyan@edu.stockholm.se::f92a01cd-049f-4602-b292-09b82d2ea4e3" providerId="AD" clId="Web-{9E067D32-EE94-62E6-9A47-067694A2F02B}" dt="2026-08-06T20:55:24.735" v="1548"/>
          <ac:spMkLst>
            <pc:docMk/>
            <pc:sldMk cId="23916057" sldId="284"/>
            <ac:spMk id="3" creationId="{072A5455-50A4-37C6-562C-5F70A50047F2}"/>
          </ac:spMkLst>
        </pc:spChg>
        <pc:spChg chg="add">
          <ac:chgData name="Arseniy Buzyan (extern)" userId="S::arseniy.buzyan@edu.stockholm.se::f92a01cd-049f-4602-b292-09b82d2ea4e3" providerId="AD" clId="Web-{9E067D32-EE94-62E6-9A47-067694A2F02B}" dt="2026-08-06T20:55:40.079" v="1553"/>
          <ac:spMkLst>
            <pc:docMk/>
            <pc:sldMk cId="23916057" sldId="284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9E067D32-EE94-62E6-9A47-067694A2F02B}" dt="2026-08-06T20:55:54.564" v="1558" actId="1076"/>
          <ac:picMkLst>
            <pc:docMk/>
            <pc:sldMk cId="23916057" sldId="284"/>
            <ac:picMk id="4" creationId="{543A034D-F441-67A3-9C81-FDE44802003E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4FD09F-EF42-4234-B0E2-8FB4AD6EF2B7}" type="doc">
      <dgm:prSet loTypeId="urn:microsoft.com/office/officeart/2005/8/layout/hierarchy1" loCatId="hierarchy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B3D2ACB-B504-4611-88C6-69083A707226}">
      <dgm:prSet/>
      <dgm:spPr/>
      <dgm:t>
        <a:bodyPr/>
        <a:lstStyle/>
        <a:p>
          <a:r>
            <a:rPr lang="en-US"/>
            <a:t>PowerShell är standardverktyget för att administrera Windows-system i Sverige.</a:t>
          </a:r>
        </a:p>
      </dgm:t>
    </dgm:pt>
    <dgm:pt modelId="{CCEC8511-AD9A-49EA-AC92-262DBA226522}" type="parTrans" cxnId="{9AD0D2BE-1728-428D-8DA1-DFF0094FD88A}">
      <dgm:prSet/>
      <dgm:spPr/>
      <dgm:t>
        <a:bodyPr/>
        <a:lstStyle/>
        <a:p>
          <a:endParaRPr lang="en-US"/>
        </a:p>
      </dgm:t>
    </dgm:pt>
    <dgm:pt modelId="{BDE72581-419D-42DB-B959-58A1B2BECBF3}" type="sibTrans" cxnId="{9AD0D2BE-1728-428D-8DA1-DFF0094FD88A}">
      <dgm:prSet/>
      <dgm:spPr/>
      <dgm:t>
        <a:bodyPr/>
        <a:lstStyle/>
        <a:p>
          <a:endParaRPr lang="en-US"/>
        </a:p>
      </dgm:t>
    </dgm:pt>
    <dgm:pt modelId="{9DAA7E1A-0143-45E9-9D37-9B2EA62E6B1F}">
      <dgm:prSet/>
      <dgm:spPr/>
      <dgm:t>
        <a:bodyPr/>
        <a:lstStyle/>
        <a:p>
          <a:r>
            <a:rPr lang="en-US"/>
            <a:t>Varför? PowerShell kan hantera ALLA aspekter av Windows – tjänster, processer, register, filer, nätverk, Active Directory och IIS .</a:t>
          </a:r>
        </a:p>
      </dgm:t>
    </dgm:pt>
    <dgm:pt modelId="{BC63A3AB-092B-40C6-96BD-74422BA77B79}" type="parTrans" cxnId="{494A3127-1A85-44E6-AAA7-EE2E70243FC9}">
      <dgm:prSet/>
      <dgm:spPr/>
      <dgm:t>
        <a:bodyPr/>
        <a:lstStyle/>
        <a:p>
          <a:endParaRPr lang="en-US"/>
        </a:p>
      </dgm:t>
    </dgm:pt>
    <dgm:pt modelId="{8870859C-BB5B-4AFF-9804-66445AF31A27}" type="sibTrans" cxnId="{494A3127-1A85-44E6-AAA7-EE2E70243FC9}">
      <dgm:prSet/>
      <dgm:spPr/>
      <dgm:t>
        <a:bodyPr/>
        <a:lstStyle/>
        <a:p>
          <a:endParaRPr lang="en-US"/>
        </a:p>
      </dgm:t>
    </dgm:pt>
    <dgm:pt modelId="{92228E5D-076A-4559-AADC-414D4717ADAD}" type="pres">
      <dgm:prSet presAssocID="{BC4FD09F-EF42-4234-B0E2-8FB4AD6EF2B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101E58-DA59-41EC-ACEF-843908A3559B}" type="pres">
      <dgm:prSet presAssocID="{EB3D2ACB-B504-4611-88C6-69083A707226}" presName="hierRoot1" presStyleCnt="0"/>
      <dgm:spPr/>
    </dgm:pt>
    <dgm:pt modelId="{4FB517EC-DA3F-4DEF-BB5F-D2D8478E2957}" type="pres">
      <dgm:prSet presAssocID="{EB3D2ACB-B504-4611-88C6-69083A707226}" presName="composite" presStyleCnt="0"/>
      <dgm:spPr/>
    </dgm:pt>
    <dgm:pt modelId="{173BECB2-D2D4-412C-941D-A80874E1CDEB}" type="pres">
      <dgm:prSet presAssocID="{EB3D2ACB-B504-4611-88C6-69083A707226}" presName="background" presStyleLbl="node0" presStyleIdx="0" presStyleCnt="2"/>
      <dgm:spPr/>
    </dgm:pt>
    <dgm:pt modelId="{B7096B50-CF5E-45DA-8F21-008A51FA8479}" type="pres">
      <dgm:prSet presAssocID="{EB3D2ACB-B504-4611-88C6-69083A707226}" presName="text" presStyleLbl="fgAcc0" presStyleIdx="0" presStyleCnt="2">
        <dgm:presLayoutVars>
          <dgm:chPref val="3"/>
        </dgm:presLayoutVars>
      </dgm:prSet>
      <dgm:spPr/>
    </dgm:pt>
    <dgm:pt modelId="{989048F2-DB20-4A2D-81AB-AB9FA0A6E782}" type="pres">
      <dgm:prSet presAssocID="{EB3D2ACB-B504-4611-88C6-69083A707226}" presName="hierChild2" presStyleCnt="0"/>
      <dgm:spPr/>
    </dgm:pt>
    <dgm:pt modelId="{5C88FBA5-4F8C-4F29-B6E5-C89BD0198D53}" type="pres">
      <dgm:prSet presAssocID="{9DAA7E1A-0143-45E9-9D37-9B2EA62E6B1F}" presName="hierRoot1" presStyleCnt="0"/>
      <dgm:spPr/>
    </dgm:pt>
    <dgm:pt modelId="{2A3FBE5A-C02E-475A-A71C-92BD2A5EB353}" type="pres">
      <dgm:prSet presAssocID="{9DAA7E1A-0143-45E9-9D37-9B2EA62E6B1F}" presName="composite" presStyleCnt="0"/>
      <dgm:spPr/>
    </dgm:pt>
    <dgm:pt modelId="{F2E265D9-CB61-40E7-94F9-2A790041766D}" type="pres">
      <dgm:prSet presAssocID="{9DAA7E1A-0143-45E9-9D37-9B2EA62E6B1F}" presName="background" presStyleLbl="node0" presStyleIdx="1" presStyleCnt="2"/>
      <dgm:spPr/>
    </dgm:pt>
    <dgm:pt modelId="{1B1883DF-6267-4989-8937-521CD17B91F5}" type="pres">
      <dgm:prSet presAssocID="{9DAA7E1A-0143-45E9-9D37-9B2EA62E6B1F}" presName="text" presStyleLbl="fgAcc0" presStyleIdx="1" presStyleCnt="2">
        <dgm:presLayoutVars>
          <dgm:chPref val="3"/>
        </dgm:presLayoutVars>
      </dgm:prSet>
      <dgm:spPr/>
    </dgm:pt>
    <dgm:pt modelId="{0216E533-5C5C-4191-BFEF-0D378DC1DB9A}" type="pres">
      <dgm:prSet presAssocID="{9DAA7E1A-0143-45E9-9D37-9B2EA62E6B1F}" presName="hierChild2" presStyleCnt="0"/>
      <dgm:spPr/>
    </dgm:pt>
  </dgm:ptLst>
  <dgm:cxnLst>
    <dgm:cxn modelId="{494A3127-1A85-44E6-AAA7-EE2E70243FC9}" srcId="{BC4FD09F-EF42-4234-B0E2-8FB4AD6EF2B7}" destId="{9DAA7E1A-0143-45E9-9D37-9B2EA62E6B1F}" srcOrd="1" destOrd="0" parTransId="{BC63A3AB-092B-40C6-96BD-74422BA77B79}" sibTransId="{8870859C-BB5B-4AFF-9804-66445AF31A27}"/>
    <dgm:cxn modelId="{D9F82C95-3894-4879-A010-81C8DCB0724F}" type="presOf" srcId="{EB3D2ACB-B504-4611-88C6-69083A707226}" destId="{B7096B50-CF5E-45DA-8F21-008A51FA8479}" srcOrd="0" destOrd="0" presId="urn:microsoft.com/office/officeart/2005/8/layout/hierarchy1"/>
    <dgm:cxn modelId="{FCED82BD-6178-44A8-B5E1-540701343DCB}" type="presOf" srcId="{9DAA7E1A-0143-45E9-9D37-9B2EA62E6B1F}" destId="{1B1883DF-6267-4989-8937-521CD17B91F5}" srcOrd="0" destOrd="0" presId="urn:microsoft.com/office/officeart/2005/8/layout/hierarchy1"/>
    <dgm:cxn modelId="{9AD0D2BE-1728-428D-8DA1-DFF0094FD88A}" srcId="{BC4FD09F-EF42-4234-B0E2-8FB4AD6EF2B7}" destId="{EB3D2ACB-B504-4611-88C6-69083A707226}" srcOrd="0" destOrd="0" parTransId="{CCEC8511-AD9A-49EA-AC92-262DBA226522}" sibTransId="{BDE72581-419D-42DB-B959-58A1B2BECBF3}"/>
    <dgm:cxn modelId="{D327E8C3-93BC-4997-9762-09F383E01A63}" type="presOf" srcId="{BC4FD09F-EF42-4234-B0E2-8FB4AD6EF2B7}" destId="{92228E5D-076A-4559-AADC-414D4717ADAD}" srcOrd="0" destOrd="0" presId="urn:microsoft.com/office/officeart/2005/8/layout/hierarchy1"/>
    <dgm:cxn modelId="{903E855E-DA4D-4BE0-ADCB-0F67E5BABFCE}" type="presParOf" srcId="{92228E5D-076A-4559-AADC-414D4717ADAD}" destId="{AA101E58-DA59-41EC-ACEF-843908A3559B}" srcOrd="0" destOrd="0" presId="urn:microsoft.com/office/officeart/2005/8/layout/hierarchy1"/>
    <dgm:cxn modelId="{C3D5B2FF-5FC3-491D-B62B-0A9B7C3F1F87}" type="presParOf" srcId="{AA101E58-DA59-41EC-ACEF-843908A3559B}" destId="{4FB517EC-DA3F-4DEF-BB5F-D2D8478E2957}" srcOrd="0" destOrd="0" presId="urn:microsoft.com/office/officeart/2005/8/layout/hierarchy1"/>
    <dgm:cxn modelId="{89FC99E6-22AC-4F62-A986-AD1A095088BE}" type="presParOf" srcId="{4FB517EC-DA3F-4DEF-BB5F-D2D8478E2957}" destId="{173BECB2-D2D4-412C-941D-A80874E1CDEB}" srcOrd="0" destOrd="0" presId="urn:microsoft.com/office/officeart/2005/8/layout/hierarchy1"/>
    <dgm:cxn modelId="{C3906F93-17BA-4F35-A46B-74496C62143A}" type="presParOf" srcId="{4FB517EC-DA3F-4DEF-BB5F-D2D8478E2957}" destId="{B7096B50-CF5E-45DA-8F21-008A51FA8479}" srcOrd="1" destOrd="0" presId="urn:microsoft.com/office/officeart/2005/8/layout/hierarchy1"/>
    <dgm:cxn modelId="{5BD01E15-F88B-4742-8B20-386292A3F6DE}" type="presParOf" srcId="{AA101E58-DA59-41EC-ACEF-843908A3559B}" destId="{989048F2-DB20-4A2D-81AB-AB9FA0A6E782}" srcOrd="1" destOrd="0" presId="urn:microsoft.com/office/officeart/2005/8/layout/hierarchy1"/>
    <dgm:cxn modelId="{0CE9F6E8-72E3-43C4-B92A-77BF4571433A}" type="presParOf" srcId="{92228E5D-076A-4559-AADC-414D4717ADAD}" destId="{5C88FBA5-4F8C-4F29-B6E5-C89BD0198D53}" srcOrd="1" destOrd="0" presId="urn:microsoft.com/office/officeart/2005/8/layout/hierarchy1"/>
    <dgm:cxn modelId="{F73D37A3-9AB5-44D3-AD36-448BFD160796}" type="presParOf" srcId="{5C88FBA5-4F8C-4F29-B6E5-C89BD0198D53}" destId="{2A3FBE5A-C02E-475A-A71C-92BD2A5EB353}" srcOrd="0" destOrd="0" presId="urn:microsoft.com/office/officeart/2005/8/layout/hierarchy1"/>
    <dgm:cxn modelId="{CD7036BF-A771-41B2-8478-334084B91FC9}" type="presParOf" srcId="{2A3FBE5A-C02E-475A-A71C-92BD2A5EB353}" destId="{F2E265D9-CB61-40E7-94F9-2A790041766D}" srcOrd="0" destOrd="0" presId="urn:microsoft.com/office/officeart/2005/8/layout/hierarchy1"/>
    <dgm:cxn modelId="{F8D6B0DF-C11D-46E0-AFDA-EF01E0B25B3B}" type="presParOf" srcId="{2A3FBE5A-C02E-475A-A71C-92BD2A5EB353}" destId="{1B1883DF-6267-4989-8937-521CD17B91F5}" srcOrd="1" destOrd="0" presId="urn:microsoft.com/office/officeart/2005/8/layout/hierarchy1"/>
    <dgm:cxn modelId="{1FA59C4F-CCB2-4D17-84CC-68BA13173A2D}" type="presParOf" srcId="{5C88FBA5-4F8C-4F29-B6E5-C89BD0198D53}" destId="{0216E533-5C5C-4191-BFEF-0D378DC1DB9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93B346-CC73-4FE1-902B-BFC5C7BF487A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3AED850-2DA2-4060-8B9E-5BBDD84739F5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400" dirty="0">
              <a:latin typeface="Aptos"/>
              <a:ea typeface="+mn-ea"/>
              <a:cs typeface="+mn-cs"/>
            </a:rPr>
            <a:t>Alla </a:t>
          </a:r>
          <a:r>
            <a:rPr lang="en-US" sz="2400" dirty="0" err="1">
              <a:latin typeface="Aptos"/>
              <a:ea typeface="+mn-ea"/>
              <a:cs typeface="+mn-cs"/>
            </a:rPr>
            <a:t>systemadministrations</a:t>
          </a:r>
          <a:r>
            <a:rPr lang="en-US" sz="2400" dirty="0">
              <a:latin typeface="Aptos"/>
              <a:ea typeface="+mn-ea"/>
              <a:cs typeface="+mn-cs"/>
            </a:rPr>
            <a:t>-cmdlets </a:t>
          </a:r>
          <a:r>
            <a:rPr lang="en-US" sz="2400" dirty="0" err="1">
              <a:latin typeface="Aptos"/>
              <a:ea typeface="+mn-ea"/>
              <a:cs typeface="+mn-cs"/>
            </a:rPr>
            <a:t>finns</a:t>
          </a:r>
          <a:r>
            <a:rPr lang="en-US" sz="2400" dirty="0">
              <a:latin typeface="Aptos"/>
              <a:ea typeface="+mn-ea"/>
              <a:cs typeface="+mn-cs"/>
            </a:rPr>
            <a:t> </a:t>
          </a:r>
          <a:r>
            <a:rPr lang="en-US" sz="2400" dirty="0" err="1">
              <a:latin typeface="Aptos"/>
              <a:ea typeface="+mn-ea"/>
              <a:cs typeface="+mn-cs"/>
            </a:rPr>
            <a:t>i</a:t>
          </a:r>
          <a:r>
            <a:rPr lang="en-US" sz="2400" dirty="0">
              <a:latin typeface="Aptos"/>
              <a:ea typeface="+mn-ea"/>
              <a:cs typeface="+mn-cs"/>
            </a:rPr>
            <a:t> </a:t>
          </a:r>
          <a:r>
            <a:rPr lang="en-US" sz="2400" dirty="0" err="1">
              <a:latin typeface="Aptos"/>
              <a:ea typeface="+mn-ea"/>
              <a:cs typeface="+mn-cs"/>
            </a:rPr>
            <a:t>modulen</a:t>
          </a:r>
          <a:r>
            <a:rPr lang="en-US" sz="2400" dirty="0">
              <a:latin typeface="Aptos"/>
              <a:ea typeface="+mn-ea"/>
              <a:cs typeface="+mn-cs"/>
            </a:rPr>
            <a:t> </a:t>
          </a:r>
          <a:r>
            <a:rPr lang="en-US" sz="2400" dirty="0" err="1">
              <a:latin typeface="Aptos"/>
              <a:ea typeface="+mn-ea"/>
              <a:cs typeface="+mn-cs"/>
            </a:rPr>
            <a:t>Microsoft.PowerShell.Management</a:t>
          </a:r>
          <a:r>
            <a:rPr lang="en-US" sz="2400" dirty="0">
              <a:latin typeface="Aptos"/>
              <a:ea typeface="+mn-ea"/>
              <a:cs typeface="+mn-cs"/>
            </a:rPr>
            <a:t> .</a:t>
          </a:r>
        </a:p>
      </dgm:t>
    </dgm:pt>
    <dgm:pt modelId="{56F65728-DFB6-40E2-B7B1-87BED9B6F647}" type="parTrans" cxnId="{50F453C7-5B6F-4EBA-B74C-C893D5F204A0}">
      <dgm:prSet/>
      <dgm:spPr/>
      <dgm:t>
        <a:bodyPr/>
        <a:lstStyle/>
        <a:p>
          <a:endParaRPr lang="en-US"/>
        </a:p>
      </dgm:t>
    </dgm:pt>
    <dgm:pt modelId="{2F6ECFA3-6B80-4DB2-A720-7ED547F5740E}" type="sibTrans" cxnId="{50F453C7-5B6F-4EBA-B74C-C893D5F204A0}">
      <dgm:prSet phldrT="1"/>
      <dgm:spPr/>
      <dgm:t>
        <a:bodyPr/>
        <a:lstStyle/>
        <a:p>
          <a:endParaRPr lang="en-US"/>
        </a:p>
      </dgm:t>
    </dgm:pt>
    <dgm:pt modelId="{80E30C8A-E863-489F-A216-26DF9E81FE0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400" dirty="0" err="1">
              <a:latin typeface="Aptos"/>
              <a:ea typeface="+mn-ea"/>
              <a:cs typeface="+mn-cs"/>
            </a:rPr>
            <a:t>Så</a:t>
          </a:r>
          <a:r>
            <a:rPr lang="en-US" sz="2400" dirty="0">
              <a:latin typeface="Aptos"/>
              <a:ea typeface="+mn-ea"/>
              <a:cs typeface="+mn-cs"/>
            </a:rPr>
            <a:t> </a:t>
          </a:r>
          <a:r>
            <a:rPr lang="en-US" sz="2400" dirty="0" err="1">
              <a:latin typeface="Aptos"/>
              <a:ea typeface="+mn-ea"/>
              <a:cs typeface="+mn-cs"/>
            </a:rPr>
            <a:t>här</a:t>
          </a:r>
          <a:r>
            <a:rPr lang="en-US" sz="2400" dirty="0">
              <a:latin typeface="Aptos"/>
              <a:ea typeface="+mn-ea"/>
              <a:cs typeface="+mn-cs"/>
            </a:rPr>
            <a:t> ser du alla </a:t>
          </a:r>
          <a:r>
            <a:rPr lang="en-US" sz="2400" dirty="0" err="1">
              <a:latin typeface="Aptos"/>
              <a:ea typeface="+mn-ea"/>
              <a:cs typeface="+mn-cs"/>
            </a:rPr>
            <a:t>kommandon</a:t>
          </a:r>
          <a:r>
            <a:rPr lang="en-US" sz="2400" dirty="0">
              <a:latin typeface="Aptos"/>
              <a:ea typeface="+mn-ea"/>
              <a:cs typeface="+mn-cs"/>
            </a:rPr>
            <a:t>: Get-Command -Module </a:t>
          </a:r>
          <a:r>
            <a:rPr lang="en-US" sz="2400" dirty="0" err="1">
              <a:latin typeface="Aptos"/>
              <a:ea typeface="+mn-ea"/>
              <a:cs typeface="+mn-cs"/>
            </a:rPr>
            <a:t>Microsoft.PowerShell.Management</a:t>
          </a:r>
        </a:p>
      </dgm:t>
    </dgm:pt>
    <dgm:pt modelId="{404BAF44-5A50-4981-BC35-A753C01D787D}" type="parTrans" cxnId="{F0D3003E-0071-415E-9FD9-A6362FF76160}">
      <dgm:prSet/>
      <dgm:spPr/>
      <dgm:t>
        <a:bodyPr/>
        <a:lstStyle/>
        <a:p>
          <a:endParaRPr lang="en-US"/>
        </a:p>
      </dgm:t>
    </dgm:pt>
    <dgm:pt modelId="{D82A235F-E6D6-4783-BB60-888DBD83DA80}" type="sibTrans" cxnId="{F0D3003E-0071-415E-9FD9-A6362FF76160}">
      <dgm:prSet phldrT="2"/>
      <dgm:spPr/>
      <dgm:t>
        <a:bodyPr/>
        <a:lstStyle/>
        <a:p>
          <a:endParaRPr lang="en-US"/>
        </a:p>
      </dgm:t>
    </dgm:pt>
    <dgm:pt modelId="{124402FC-40A1-46AC-8424-4355A8734229}" type="pres">
      <dgm:prSet presAssocID="{4F93B346-CC73-4FE1-902B-BFC5C7BF487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36AD739-31B4-43F0-98EA-94D369034E4A}" type="pres">
      <dgm:prSet presAssocID="{D3AED850-2DA2-4060-8B9E-5BBDD84739F5}" presName="hierRoot1" presStyleCnt="0"/>
      <dgm:spPr/>
    </dgm:pt>
    <dgm:pt modelId="{C512747C-AFB8-42C2-BD3D-7A761FEBD49E}" type="pres">
      <dgm:prSet presAssocID="{D3AED850-2DA2-4060-8B9E-5BBDD84739F5}" presName="composite" presStyleCnt="0"/>
      <dgm:spPr/>
    </dgm:pt>
    <dgm:pt modelId="{F61A8038-42BF-4A6B-A942-A0303CC14CB5}" type="pres">
      <dgm:prSet presAssocID="{D3AED850-2DA2-4060-8B9E-5BBDD84739F5}" presName="background" presStyleLbl="node0" presStyleIdx="0" presStyleCnt="2"/>
      <dgm:spPr/>
    </dgm:pt>
    <dgm:pt modelId="{19A86E06-76FA-4A5A-A913-7D2CF2B53151}" type="pres">
      <dgm:prSet presAssocID="{D3AED850-2DA2-4060-8B9E-5BBDD84739F5}" presName="text" presStyleLbl="fgAcc0" presStyleIdx="0" presStyleCnt="2">
        <dgm:presLayoutVars>
          <dgm:chPref val="3"/>
        </dgm:presLayoutVars>
      </dgm:prSet>
      <dgm:spPr/>
    </dgm:pt>
    <dgm:pt modelId="{F5A5F6D8-7D17-4C00-A9FF-CCBA3DBC0E11}" type="pres">
      <dgm:prSet presAssocID="{D3AED850-2DA2-4060-8B9E-5BBDD84739F5}" presName="hierChild2" presStyleCnt="0"/>
      <dgm:spPr/>
    </dgm:pt>
    <dgm:pt modelId="{BFCC636A-81A1-4B8B-A58D-087C717C795F}" type="pres">
      <dgm:prSet presAssocID="{80E30C8A-E863-489F-A216-26DF9E81FE0F}" presName="hierRoot1" presStyleCnt="0"/>
      <dgm:spPr/>
    </dgm:pt>
    <dgm:pt modelId="{E1FC691F-E6C9-4997-94CC-9850A364C974}" type="pres">
      <dgm:prSet presAssocID="{80E30C8A-E863-489F-A216-26DF9E81FE0F}" presName="composite" presStyleCnt="0"/>
      <dgm:spPr/>
    </dgm:pt>
    <dgm:pt modelId="{701361CC-BC36-40ED-BB4C-AB027AFAF3DC}" type="pres">
      <dgm:prSet presAssocID="{80E30C8A-E863-489F-A216-26DF9E81FE0F}" presName="background" presStyleLbl="node0" presStyleIdx="1" presStyleCnt="2"/>
      <dgm:spPr/>
    </dgm:pt>
    <dgm:pt modelId="{2B6A2AD5-4601-4D7C-BD44-A2062B7FE23D}" type="pres">
      <dgm:prSet presAssocID="{80E30C8A-E863-489F-A216-26DF9E81FE0F}" presName="text" presStyleLbl="fgAcc0" presStyleIdx="1" presStyleCnt="2">
        <dgm:presLayoutVars>
          <dgm:chPref val="3"/>
        </dgm:presLayoutVars>
      </dgm:prSet>
      <dgm:spPr/>
    </dgm:pt>
    <dgm:pt modelId="{EB9F52A9-74AA-4757-99A6-FF7C4E55A4EF}" type="pres">
      <dgm:prSet presAssocID="{80E30C8A-E863-489F-A216-26DF9E81FE0F}" presName="hierChild2" presStyleCnt="0"/>
      <dgm:spPr/>
    </dgm:pt>
  </dgm:ptLst>
  <dgm:cxnLst>
    <dgm:cxn modelId="{8BA91422-99EB-4625-820F-2444F21DB2FE}" type="presOf" srcId="{4F93B346-CC73-4FE1-902B-BFC5C7BF487A}" destId="{124402FC-40A1-46AC-8424-4355A8734229}" srcOrd="0" destOrd="0" presId="urn:microsoft.com/office/officeart/2005/8/layout/hierarchy1"/>
    <dgm:cxn modelId="{F0D3003E-0071-415E-9FD9-A6362FF76160}" srcId="{4F93B346-CC73-4FE1-902B-BFC5C7BF487A}" destId="{80E30C8A-E863-489F-A216-26DF9E81FE0F}" srcOrd="1" destOrd="0" parTransId="{404BAF44-5A50-4981-BC35-A753C01D787D}" sibTransId="{D82A235F-E6D6-4783-BB60-888DBD83DA80}"/>
    <dgm:cxn modelId="{65DB5988-A5C0-4AB5-A710-86A528863EB6}" type="presOf" srcId="{D3AED850-2DA2-4060-8B9E-5BBDD84739F5}" destId="{19A86E06-76FA-4A5A-A913-7D2CF2B53151}" srcOrd="0" destOrd="0" presId="urn:microsoft.com/office/officeart/2005/8/layout/hierarchy1"/>
    <dgm:cxn modelId="{6FE73B8F-7B7F-4371-85A0-4504D3A42DDF}" type="presOf" srcId="{80E30C8A-E863-489F-A216-26DF9E81FE0F}" destId="{2B6A2AD5-4601-4D7C-BD44-A2062B7FE23D}" srcOrd="0" destOrd="0" presId="urn:microsoft.com/office/officeart/2005/8/layout/hierarchy1"/>
    <dgm:cxn modelId="{50F453C7-5B6F-4EBA-B74C-C893D5F204A0}" srcId="{4F93B346-CC73-4FE1-902B-BFC5C7BF487A}" destId="{D3AED850-2DA2-4060-8B9E-5BBDD84739F5}" srcOrd="0" destOrd="0" parTransId="{56F65728-DFB6-40E2-B7B1-87BED9B6F647}" sibTransId="{2F6ECFA3-6B80-4DB2-A720-7ED547F5740E}"/>
    <dgm:cxn modelId="{A200525E-CCBB-4DEB-8E61-5B0DBED78BD0}" type="presParOf" srcId="{124402FC-40A1-46AC-8424-4355A8734229}" destId="{B36AD739-31B4-43F0-98EA-94D369034E4A}" srcOrd="0" destOrd="0" presId="urn:microsoft.com/office/officeart/2005/8/layout/hierarchy1"/>
    <dgm:cxn modelId="{58922D3B-902F-4218-AFAF-055C0AB5C0E4}" type="presParOf" srcId="{B36AD739-31B4-43F0-98EA-94D369034E4A}" destId="{C512747C-AFB8-42C2-BD3D-7A761FEBD49E}" srcOrd="0" destOrd="0" presId="urn:microsoft.com/office/officeart/2005/8/layout/hierarchy1"/>
    <dgm:cxn modelId="{CC86C426-0926-46AC-A54E-5DB880742A30}" type="presParOf" srcId="{C512747C-AFB8-42C2-BD3D-7A761FEBD49E}" destId="{F61A8038-42BF-4A6B-A942-A0303CC14CB5}" srcOrd="0" destOrd="0" presId="urn:microsoft.com/office/officeart/2005/8/layout/hierarchy1"/>
    <dgm:cxn modelId="{9BE3FFAB-3ED1-459E-A1ED-300BF76F589E}" type="presParOf" srcId="{C512747C-AFB8-42C2-BD3D-7A761FEBD49E}" destId="{19A86E06-76FA-4A5A-A913-7D2CF2B53151}" srcOrd="1" destOrd="0" presId="urn:microsoft.com/office/officeart/2005/8/layout/hierarchy1"/>
    <dgm:cxn modelId="{D9CEDA28-7412-47F4-B103-B07D29BA5DDC}" type="presParOf" srcId="{B36AD739-31B4-43F0-98EA-94D369034E4A}" destId="{F5A5F6D8-7D17-4C00-A9FF-CCBA3DBC0E11}" srcOrd="1" destOrd="0" presId="urn:microsoft.com/office/officeart/2005/8/layout/hierarchy1"/>
    <dgm:cxn modelId="{81395780-4C44-4394-8EA8-3401E89F1E77}" type="presParOf" srcId="{124402FC-40A1-46AC-8424-4355A8734229}" destId="{BFCC636A-81A1-4B8B-A58D-087C717C795F}" srcOrd="1" destOrd="0" presId="urn:microsoft.com/office/officeart/2005/8/layout/hierarchy1"/>
    <dgm:cxn modelId="{36CAB116-C48A-4518-B05E-1AFC32F05520}" type="presParOf" srcId="{BFCC636A-81A1-4B8B-A58D-087C717C795F}" destId="{E1FC691F-E6C9-4997-94CC-9850A364C974}" srcOrd="0" destOrd="0" presId="urn:microsoft.com/office/officeart/2005/8/layout/hierarchy1"/>
    <dgm:cxn modelId="{12D85C54-9B26-4AF7-B17C-2DC76A92BAEB}" type="presParOf" srcId="{E1FC691F-E6C9-4997-94CC-9850A364C974}" destId="{701361CC-BC36-40ED-BB4C-AB027AFAF3DC}" srcOrd="0" destOrd="0" presId="urn:microsoft.com/office/officeart/2005/8/layout/hierarchy1"/>
    <dgm:cxn modelId="{CB2910D6-4012-4FAC-B8BB-E878C657AB10}" type="presParOf" srcId="{E1FC691F-E6C9-4997-94CC-9850A364C974}" destId="{2B6A2AD5-4601-4D7C-BD44-A2062B7FE23D}" srcOrd="1" destOrd="0" presId="urn:microsoft.com/office/officeart/2005/8/layout/hierarchy1"/>
    <dgm:cxn modelId="{FD070F90-315B-47B7-91A5-33A2DAAEC5BE}" type="presParOf" srcId="{BFCC636A-81A1-4B8B-A58D-087C717C795F}" destId="{EB9F52A9-74AA-4757-99A6-FF7C4E55A4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1499E5-230B-4652-8B45-2F6E262DAD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56CD47-EEFC-4B01-890A-830BF06F2C4E}">
      <dgm:prSet/>
      <dgm:spPr/>
      <dgm:t>
        <a:bodyPr/>
        <a:lstStyle/>
        <a:p>
          <a:r>
            <a:rPr lang="en-US"/>
            <a:t>Tjänster = Program som körs i bakgrunden (t.ex. webbserver, skrivare, nätverk).</a:t>
          </a:r>
        </a:p>
      </dgm:t>
    </dgm:pt>
    <dgm:pt modelId="{A8945391-2B70-460A-9E72-6EC3A736B98C}" type="parTrans" cxnId="{B293A1FA-7C6F-4480-B963-18436BB33F42}">
      <dgm:prSet/>
      <dgm:spPr/>
      <dgm:t>
        <a:bodyPr/>
        <a:lstStyle/>
        <a:p>
          <a:endParaRPr lang="en-US"/>
        </a:p>
      </dgm:t>
    </dgm:pt>
    <dgm:pt modelId="{DC3B376B-BF6A-453E-9705-1FFA48F0FC23}" type="sibTrans" cxnId="{B293A1FA-7C6F-4480-B963-18436BB33F42}">
      <dgm:prSet/>
      <dgm:spPr/>
      <dgm:t>
        <a:bodyPr/>
        <a:lstStyle/>
        <a:p>
          <a:endParaRPr lang="en-US"/>
        </a:p>
      </dgm:t>
    </dgm:pt>
    <dgm:pt modelId="{DCA539CA-4512-4F10-8522-E07F30330C20}">
      <dgm:prSet/>
      <dgm:spPr/>
      <dgm:t>
        <a:bodyPr/>
        <a:lstStyle/>
        <a:p>
          <a:r>
            <a:rPr lang="en-US"/>
            <a:t>Viktiga kommandon:</a:t>
          </a:r>
        </a:p>
      </dgm:t>
    </dgm:pt>
    <dgm:pt modelId="{80D93AFA-8065-45B7-A234-13C638C2EEDB}" type="parTrans" cxnId="{00587224-B48C-4DB7-9583-E65017B3C989}">
      <dgm:prSet/>
      <dgm:spPr/>
      <dgm:t>
        <a:bodyPr/>
        <a:lstStyle/>
        <a:p>
          <a:endParaRPr lang="en-US"/>
        </a:p>
      </dgm:t>
    </dgm:pt>
    <dgm:pt modelId="{6E6E472C-AEE0-479B-AC45-1A1E30D5F2AD}" type="sibTrans" cxnId="{00587224-B48C-4DB7-9583-E65017B3C989}">
      <dgm:prSet/>
      <dgm:spPr/>
      <dgm:t>
        <a:bodyPr/>
        <a:lstStyle/>
        <a:p>
          <a:endParaRPr lang="en-US"/>
        </a:p>
      </dgm:t>
    </dgm:pt>
    <dgm:pt modelId="{EDFE97A2-516B-4725-A1EE-3007BCC21260}" type="pres">
      <dgm:prSet presAssocID="{5D1499E5-230B-4652-8B45-2F6E262DADAE}" presName="root" presStyleCnt="0">
        <dgm:presLayoutVars>
          <dgm:dir/>
          <dgm:resizeHandles val="exact"/>
        </dgm:presLayoutVars>
      </dgm:prSet>
      <dgm:spPr/>
    </dgm:pt>
    <dgm:pt modelId="{F7E76CEC-511B-4D67-BA6A-D720045241FD}" type="pres">
      <dgm:prSet presAssocID="{AD56CD47-EEFC-4B01-890A-830BF06F2C4E}" presName="compNode" presStyleCnt="0"/>
      <dgm:spPr/>
    </dgm:pt>
    <dgm:pt modelId="{780AF82C-074B-45E5-A2B9-738BEAA8ED22}" type="pres">
      <dgm:prSet presAssocID="{AD56CD47-EEFC-4B01-890A-830BF06F2C4E}" presName="bgRect" presStyleLbl="bgShp" presStyleIdx="0" presStyleCnt="2"/>
      <dgm:spPr/>
    </dgm:pt>
    <dgm:pt modelId="{FC62A3E4-0927-4FAC-B71A-3F8D67DD82F3}" type="pres">
      <dgm:prSet presAssocID="{AD56CD47-EEFC-4B01-890A-830BF06F2C4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rivare"/>
        </a:ext>
      </dgm:extLst>
    </dgm:pt>
    <dgm:pt modelId="{2AE1D36A-C427-4304-B35A-6F6EF928DD78}" type="pres">
      <dgm:prSet presAssocID="{AD56CD47-EEFC-4B01-890A-830BF06F2C4E}" presName="spaceRect" presStyleCnt="0"/>
      <dgm:spPr/>
    </dgm:pt>
    <dgm:pt modelId="{4611E50C-5EA7-4078-9E74-52A9D4ABCC9D}" type="pres">
      <dgm:prSet presAssocID="{AD56CD47-EEFC-4B01-890A-830BF06F2C4E}" presName="parTx" presStyleLbl="revTx" presStyleIdx="0" presStyleCnt="2">
        <dgm:presLayoutVars>
          <dgm:chMax val="0"/>
          <dgm:chPref val="0"/>
        </dgm:presLayoutVars>
      </dgm:prSet>
      <dgm:spPr/>
    </dgm:pt>
    <dgm:pt modelId="{B5E68E55-535F-490A-8C70-A0B04024D62B}" type="pres">
      <dgm:prSet presAssocID="{DC3B376B-BF6A-453E-9705-1FFA48F0FC23}" presName="sibTrans" presStyleCnt="0"/>
      <dgm:spPr/>
    </dgm:pt>
    <dgm:pt modelId="{BE9219B3-BC38-4A36-8344-E03B498766E6}" type="pres">
      <dgm:prSet presAssocID="{DCA539CA-4512-4F10-8522-E07F30330C20}" presName="compNode" presStyleCnt="0"/>
      <dgm:spPr/>
    </dgm:pt>
    <dgm:pt modelId="{AEC13678-8245-4DDA-8609-CAAC8E54582D}" type="pres">
      <dgm:prSet presAssocID="{DCA539CA-4512-4F10-8522-E07F30330C20}" presName="bgRect" presStyleLbl="bgShp" presStyleIdx="1" presStyleCnt="2"/>
      <dgm:spPr/>
    </dgm:pt>
    <dgm:pt modelId="{E07E7F2C-E922-41DA-870E-6CD832BB1D0E}" type="pres">
      <dgm:prSet presAssocID="{DCA539CA-4512-4F10-8522-E07F30330C2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2A5D59C2-9316-4AE9-959A-8A900B6D0BB6}" type="pres">
      <dgm:prSet presAssocID="{DCA539CA-4512-4F10-8522-E07F30330C20}" presName="spaceRect" presStyleCnt="0"/>
      <dgm:spPr/>
    </dgm:pt>
    <dgm:pt modelId="{8646466D-87E5-4658-98A8-A23280B50F2F}" type="pres">
      <dgm:prSet presAssocID="{DCA539CA-4512-4F10-8522-E07F30330C2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0587224-B48C-4DB7-9583-E65017B3C989}" srcId="{5D1499E5-230B-4652-8B45-2F6E262DADAE}" destId="{DCA539CA-4512-4F10-8522-E07F30330C20}" srcOrd="1" destOrd="0" parTransId="{80D93AFA-8065-45B7-A234-13C638C2EEDB}" sibTransId="{6E6E472C-AEE0-479B-AC45-1A1E30D5F2AD}"/>
    <dgm:cxn modelId="{4C545A2F-B005-4635-A872-DB4264ED18E8}" type="presOf" srcId="{5D1499E5-230B-4652-8B45-2F6E262DADAE}" destId="{EDFE97A2-516B-4725-A1EE-3007BCC21260}" srcOrd="0" destOrd="0" presId="urn:microsoft.com/office/officeart/2018/2/layout/IconVerticalSolidList"/>
    <dgm:cxn modelId="{5799C7AA-0617-4758-B8C3-9D7E6A17BF17}" type="presOf" srcId="{AD56CD47-EEFC-4B01-890A-830BF06F2C4E}" destId="{4611E50C-5EA7-4078-9E74-52A9D4ABCC9D}" srcOrd="0" destOrd="0" presId="urn:microsoft.com/office/officeart/2018/2/layout/IconVerticalSolidList"/>
    <dgm:cxn modelId="{C657FAAC-96AA-4D58-B1C2-4F6939BD240E}" type="presOf" srcId="{DCA539CA-4512-4F10-8522-E07F30330C20}" destId="{8646466D-87E5-4658-98A8-A23280B50F2F}" srcOrd="0" destOrd="0" presId="urn:microsoft.com/office/officeart/2018/2/layout/IconVerticalSolidList"/>
    <dgm:cxn modelId="{B293A1FA-7C6F-4480-B963-18436BB33F42}" srcId="{5D1499E5-230B-4652-8B45-2F6E262DADAE}" destId="{AD56CD47-EEFC-4B01-890A-830BF06F2C4E}" srcOrd="0" destOrd="0" parTransId="{A8945391-2B70-460A-9E72-6EC3A736B98C}" sibTransId="{DC3B376B-BF6A-453E-9705-1FFA48F0FC23}"/>
    <dgm:cxn modelId="{B8B81138-0944-4F5F-9F78-A4413D1DA7A2}" type="presParOf" srcId="{EDFE97A2-516B-4725-A1EE-3007BCC21260}" destId="{F7E76CEC-511B-4D67-BA6A-D720045241FD}" srcOrd="0" destOrd="0" presId="urn:microsoft.com/office/officeart/2018/2/layout/IconVerticalSolidList"/>
    <dgm:cxn modelId="{61886703-9862-4C85-9025-C9B0E3BC6ABC}" type="presParOf" srcId="{F7E76CEC-511B-4D67-BA6A-D720045241FD}" destId="{780AF82C-074B-45E5-A2B9-738BEAA8ED22}" srcOrd="0" destOrd="0" presId="urn:microsoft.com/office/officeart/2018/2/layout/IconVerticalSolidList"/>
    <dgm:cxn modelId="{C3DABB73-F027-4BDF-8CB9-F8431CE421BB}" type="presParOf" srcId="{F7E76CEC-511B-4D67-BA6A-D720045241FD}" destId="{FC62A3E4-0927-4FAC-B71A-3F8D67DD82F3}" srcOrd="1" destOrd="0" presId="urn:microsoft.com/office/officeart/2018/2/layout/IconVerticalSolidList"/>
    <dgm:cxn modelId="{6FEE4076-D448-47A1-922C-1EEDB9AD9610}" type="presParOf" srcId="{F7E76CEC-511B-4D67-BA6A-D720045241FD}" destId="{2AE1D36A-C427-4304-B35A-6F6EF928DD78}" srcOrd="2" destOrd="0" presId="urn:microsoft.com/office/officeart/2018/2/layout/IconVerticalSolidList"/>
    <dgm:cxn modelId="{A755E842-D793-470F-8AD8-D5E18C6CE4C3}" type="presParOf" srcId="{F7E76CEC-511B-4D67-BA6A-D720045241FD}" destId="{4611E50C-5EA7-4078-9E74-52A9D4ABCC9D}" srcOrd="3" destOrd="0" presId="urn:microsoft.com/office/officeart/2018/2/layout/IconVerticalSolidList"/>
    <dgm:cxn modelId="{E9E79849-A7FA-4FD0-B062-19A4EEDF672D}" type="presParOf" srcId="{EDFE97A2-516B-4725-A1EE-3007BCC21260}" destId="{B5E68E55-535F-490A-8C70-A0B04024D62B}" srcOrd="1" destOrd="0" presId="urn:microsoft.com/office/officeart/2018/2/layout/IconVerticalSolidList"/>
    <dgm:cxn modelId="{D481A82D-6728-43CD-B621-539EBB84EDFC}" type="presParOf" srcId="{EDFE97A2-516B-4725-A1EE-3007BCC21260}" destId="{BE9219B3-BC38-4A36-8344-E03B498766E6}" srcOrd="2" destOrd="0" presId="urn:microsoft.com/office/officeart/2018/2/layout/IconVerticalSolidList"/>
    <dgm:cxn modelId="{E44B9CC4-61C5-48BD-AA12-A814BE82A530}" type="presParOf" srcId="{BE9219B3-BC38-4A36-8344-E03B498766E6}" destId="{AEC13678-8245-4DDA-8609-CAAC8E54582D}" srcOrd="0" destOrd="0" presId="urn:microsoft.com/office/officeart/2018/2/layout/IconVerticalSolidList"/>
    <dgm:cxn modelId="{DCA8B45A-4C8B-4DEB-9753-3B90E3D55A6B}" type="presParOf" srcId="{BE9219B3-BC38-4A36-8344-E03B498766E6}" destId="{E07E7F2C-E922-41DA-870E-6CD832BB1D0E}" srcOrd="1" destOrd="0" presId="urn:microsoft.com/office/officeart/2018/2/layout/IconVerticalSolidList"/>
    <dgm:cxn modelId="{DED0E43C-8477-46AA-8F95-7760996A55A2}" type="presParOf" srcId="{BE9219B3-BC38-4A36-8344-E03B498766E6}" destId="{2A5D59C2-9316-4AE9-959A-8A900B6D0BB6}" srcOrd="2" destOrd="0" presId="urn:microsoft.com/office/officeart/2018/2/layout/IconVerticalSolidList"/>
    <dgm:cxn modelId="{9BC8D308-50A2-4475-9C82-5B7484A514FF}" type="presParOf" srcId="{BE9219B3-BC38-4A36-8344-E03B498766E6}" destId="{8646466D-87E5-4658-98A8-A23280B50F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E8FA5A-E95A-48C0-BC5D-1052CD9091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6FCBBC4-8282-48F1-AADE-E990A16DE5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Registret = Windows "hjärna" – alla inställningar lagras här.</a:t>
          </a:r>
        </a:p>
      </dgm:t>
    </dgm:pt>
    <dgm:pt modelId="{E82E8AAB-2391-433B-AF0A-2DCD3D35E56C}" type="parTrans" cxnId="{D2FC5C4C-F223-47E3-AD76-D64371714784}">
      <dgm:prSet/>
      <dgm:spPr/>
      <dgm:t>
        <a:bodyPr/>
        <a:lstStyle/>
        <a:p>
          <a:endParaRPr lang="en-US"/>
        </a:p>
      </dgm:t>
    </dgm:pt>
    <dgm:pt modelId="{B3660120-1E4F-4D74-87EC-888D8BF30FA4}" type="sibTrans" cxnId="{D2FC5C4C-F223-47E3-AD76-D64371714784}">
      <dgm:prSet/>
      <dgm:spPr/>
      <dgm:t>
        <a:bodyPr/>
        <a:lstStyle/>
        <a:p>
          <a:endParaRPr lang="en-US"/>
        </a:p>
      </dgm:t>
    </dgm:pt>
    <dgm:pt modelId="{890B3F40-6393-4589-B98F-6F4589D2B5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PowerShell-registerprovidern ger dig tillgång till registret som en enhet (HKLM:, HKCU:) .</a:t>
          </a:r>
        </a:p>
      </dgm:t>
    </dgm:pt>
    <dgm:pt modelId="{00B07490-1D7E-49CB-AA22-40C446C0B97C}" type="parTrans" cxnId="{5F60F2AB-8E6E-4E2B-96A3-E7DFC11E6204}">
      <dgm:prSet/>
      <dgm:spPr/>
      <dgm:t>
        <a:bodyPr/>
        <a:lstStyle/>
        <a:p>
          <a:endParaRPr lang="en-US"/>
        </a:p>
      </dgm:t>
    </dgm:pt>
    <dgm:pt modelId="{48CF1D02-4A89-4805-914F-A6A8849F1B07}" type="sibTrans" cxnId="{5F60F2AB-8E6E-4E2B-96A3-E7DFC11E6204}">
      <dgm:prSet/>
      <dgm:spPr/>
      <dgm:t>
        <a:bodyPr/>
        <a:lstStyle/>
        <a:p>
          <a:endParaRPr lang="en-US"/>
        </a:p>
      </dgm:t>
    </dgm:pt>
    <dgm:pt modelId="{9DA24D94-EB42-4C37-A057-9BDCE17C451C}" type="pres">
      <dgm:prSet presAssocID="{4DE8FA5A-E95A-48C0-BC5D-1052CD90917A}" presName="root" presStyleCnt="0">
        <dgm:presLayoutVars>
          <dgm:dir/>
          <dgm:resizeHandles val="exact"/>
        </dgm:presLayoutVars>
      </dgm:prSet>
      <dgm:spPr/>
    </dgm:pt>
    <dgm:pt modelId="{B8248A91-171F-411A-8B67-4AA766C3E4E3}" type="pres">
      <dgm:prSet presAssocID="{56FCBBC4-8282-48F1-AADE-E990A16DE5C6}" presName="compNode" presStyleCnt="0"/>
      <dgm:spPr/>
    </dgm:pt>
    <dgm:pt modelId="{BB0828EC-B30F-4348-97FF-432F2C2AE667}" type="pres">
      <dgm:prSet presAssocID="{56FCBBC4-8282-48F1-AADE-E990A16DE5C6}" presName="bgRect" presStyleLbl="bgShp" presStyleIdx="0" presStyleCnt="2"/>
      <dgm:spPr/>
    </dgm:pt>
    <dgm:pt modelId="{D534AC2C-11A3-4697-9BDC-518152DF07BA}" type="pres">
      <dgm:prSet presAssocID="{56FCBBC4-8282-48F1-AADE-E990A16DE5C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järna"/>
        </a:ext>
      </dgm:extLst>
    </dgm:pt>
    <dgm:pt modelId="{DC41FB76-0A31-4896-A327-35A5030EB3D1}" type="pres">
      <dgm:prSet presAssocID="{56FCBBC4-8282-48F1-AADE-E990A16DE5C6}" presName="spaceRect" presStyleCnt="0"/>
      <dgm:spPr/>
    </dgm:pt>
    <dgm:pt modelId="{3F8E2644-C375-4260-B920-CDBC12C79E1C}" type="pres">
      <dgm:prSet presAssocID="{56FCBBC4-8282-48F1-AADE-E990A16DE5C6}" presName="parTx" presStyleLbl="revTx" presStyleIdx="0" presStyleCnt="2">
        <dgm:presLayoutVars>
          <dgm:chMax val="0"/>
          <dgm:chPref val="0"/>
        </dgm:presLayoutVars>
      </dgm:prSet>
      <dgm:spPr/>
    </dgm:pt>
    <dgm:pt modelId="{F0B5BFAF-2A81-4C68-A7B8-F75EA501FD5B}" type="pres">
      <dgm:prSet presAssocID="{B3660120-1E4F-4D74-87EC-888D8BF30FA4}" presName="sibTrans" presStyleCnt="0"/>
      <dgm:spPr/>
    </dgm:pt>
    <dgm:pt modelId="{10B4DF4F-C2F4-4A08-A3F3-9B217BC8C272}" type="pres">
      <dgm:prSet presAssocID="{890B3F40-6393-4589-B98F-6F4589D2B57A}" presName="compNode" presStyleCnt="0"/>
      <dgm:spPr/>
    </dgm:pt>
    <dgm:pt modelId="{413346DA-0F80-4614-BDBF-0BAF76882B70}" type="pres">
      <dgm:prSet presAssocID="{890B3F40-6393-4589-B98F-6F4589D2B57A}" presName="bgRect" presStyleLbl="bgShp" presStyleIdx="1" presStyleCnt="2"/>
      <dgm:spPr/>
    </dgm:pt>
    <dgm:pt modelId="{6702EBFA-1578-4DB4-817D-D077CF70A1D5}" type="pres">
      <dgm:prSet presAssocID="{890B3F40-6393-4589-B98F-6F4589D2B5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ödesschema"/>
        </a:ext>
      </dgm:extLst>
    </dgm:pt>
    <dgm:pt modelId="{776860A8-92CB-40DE-9733-14BF5B0400E9}" type="pres">
      <dgm:prSet presAssocID="{890B3F40-6393-4589-B98F-6F4589D2B57A}" presName="spaceRect" presStyleCnt="0"/>
      <dgm:spPr/>
    </dgm:pt>
    <dgm:pt modelId="{28D9353B-6AA9-4325-A240-022B3626664D}" type="pres">
      <dgm:prSet presAssocID="{890B3F40-6393-4589-B98F-6F4589D2B57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4672A3A-6918-4343-AA31-D62A96A9A002}" type="presOf" srcId="{4DE8FA5A-E95A-48C0-BC5D-1052CD90917A}" destId="{9DA24D94-EB42-4C37-A057-9BDCE17C451C}" srcOrd="0" destOrd="0" presId="urn:microsoft.com/office/officeart/2018/2/layout/IconVerticalSolidList"/>
    <dgm:cxn modelId="{D2FC5C4C-F223-47E3-AD76-D64371714784}" srcId="{4DE8FA5A-E95A-48C0-BC5D-1052CD90917A}" destId="{56FCBBC4-8282-48F1-AADE-E990A16DE5C6}" srcOrd="0" destOrd="0" parTransId="{E82E8AAB-2391-433B-AF0A-2DCD3D35E56C}" sibTransId="{B3660120-1E4F-4D74-87EC-888D8BF30FA4}"/>
    <dgm:cxn modelId="{5F60F2AB-8E6E-4E2B-96A3-E7DFC11E6204}" srcId="{4DE8FA5A-E95A-48C0-BC5D-1052CD90917A}" destId="{890B3F40-6393-4589-B98F-6F4589D2B57A}" srcOrd="1" destOrd="0" parTransId="{00B07490-1D7E-49CB-AA22-40C446C0B97C}" sibTransId="{48CF1D02-4A89-4805-914F-A6A8849F1B07}"/>
    <dgm:cxn modelId="{A4725BBD-D10A-4B13-BE3B-5ED14CF73BDF}" type="presOf" srcId="{56FCBBC4-8282-48F1-AADE-E990A16DE5C6}" destId="{3F8E2644-C375-4260-B920-CDBC12C79E1C}" srcOrd="0" destOrd="0" presId="urn:microsoft.com/office/officeart/2018/2/layout/IconVerticalSolidList"/>
    <dgm:cxn modelId="{1513A0EE-F48B-4E09-B6A9-757FE9CD5336}" type="presOf" srcId="{890B3F40-6393-4589-B98F-6F4589D2B57A}" destId="{28D9353B-6AA9-4325-A240-022B3626664D}" srcOrd="0" destOrd="0" presId="urn:microsoft.com/office/officeart/2018/2/layout/IconVerticalSolidList"/>
    <dgm:cxn modelId="{2F09C642-5BC9-40A4-AE9A-BE1E476B5C33}" type="presParOf" srcId="{9DA24D94-EB42-4C37-A057-9BDCE17C451C}" destId="{B8248A91-171F-411A-8B67-4AA766C3E4E3}" srcOrd="0" destOrd="0" presId="urn:microsoft.com/office/officeart/2018/2/layout/IconVerticalSolidList"/>
    <dgm:cxn modelId="{B2404DC2-9D66-483E-9F3B-5B0139AA34D3}" type="presParOf" srcId="{B8248A91-171F-411A-8B67-4AA766C3E4E3}" destId="{BB0828EC-B30F-4348-97FF-432F2C2AE667}" srcOrd="0" destOrd="0" presId="urn:microsoft.com/office/officeart/2018/2/layout/IconVerticalSolidList"/>
    <dgm:cxn modelId="{FDEA0AB9-11EC-4ABA-B47A-88266595C4A3}" type="presParOf" srcId="{B8248A91-171F-411A-8B67-4AA766C3E4E3}" destId="{D534AC2C-11A3-4697-9BDC-518152DF07BA}" srcOrd="1" destOrd="0" presId="urn:microsoft.com/office/officeart/2018/2/layout/IconVerticalSolidList"/>
    <dgm:cxn modelId="{01E077B8-C2FE-4000-BDF8-F2A431D0ACA8}" type="presParOf" srcId="{B8248A91-171F-411A-8B67-4AA766C3E4E3}" destId="{DC41FB76-0A31-4896-A327-35A5030EB3D1}" srcOrd="2" destOrd="0" presId="urn:microsoft.com/office/officeart/2018/2/layout/IconVerticalSolidList"/>
    <dgm:cxn modelId="{9E3E77A0-7402-4B0F-A020-CA9C844824E3}" type="presParOf" srcId="{B8248A91-171F-411A-8B67-4AA766C3E4E3}" destId="{3F8E2644-C375-4260-B920-CDBC12C79E1C}" srcOrd="3" destOrd="0" presId="urn:microsoft.com/office/officeart/2018/2/layout/IconVerticalSolidList"/>
    <dgm:cxn modelId="{5318573C-2EAF-4769-9AFC-E818C635C321}" type="presParOf" srcId="{9DA24D94-EB42-4C37-A057-9BDCE17C451C}" destId="{F0B5BFAF-2A81-4C68-A7B8-F75EA501FD5B}" srcOrd="1" destOrd="0" presId="urn:microsoft.com/office/officeart/2018/2/layout/IconVerticalSolidList"/>
    <dgm:cxn modelId="{BFB21F1C-32FD-4A11-A317-6E36EFE24CE1}" type="presParOf" srcId="{9DA24D94-EB42-4C37-A057-9BDCE17C451C}" destId="{10B4DF4F-C2F4-4A08-A3F3-9B217BC8C272}" srcOrd="2" destOrd="0" presId="urn:microsoft.com/office/officeart/2018/2/layout/IconVerticalSolidList"/>
    <dgm:cxn modelId="{D1480A46-CD00-4A1B-A0C2-B7E37A7E1955}" type="presParOf" srcId="{10B4DF4F-C2F4-4A08-A3F3-9B217BC8C272}" destId="{413346DA-0F80-4614-BDBF-0BAF76882B70}" srcOrd="0" destOrd="0" presId="urn:microsoft.com/office/officeart/2018/2/layout/IconVerticalSolidList"/>
    <dgm:cxn modelId="{79203C7A-824B-45DB-8453-73868C4F37F4}" type="presParOf" srcId="{10B4DF4F-C2F4-4A08-A3F3-9B217BC8C272}" destId="{6702EBFA-1578-4DB4-817D-D077CF70A1D5}" srcOrd="1" destOrd="0" presId="urn:microsoft.com/office/officeart/2018/2/layout/IconVerticalSolidList"/>
    <dgm:cxn modelId="{A794109B-283C-45E7-AF1C-490DABFE3D10}" type="presParOf" srcId="{10B4DF4F-C2F4-4A08-A3F3-9B217BC8C272}" destId="{776860A8-92CB-40DE-9733-14BF5B0400E9}" srcOrd="2" destOrd="0" presId="urn:microsoft.com/office/officeart/2018/2/layout/IconVerticalSolidList"/>
    <dgm:cxn modelId="{5BD44E6B-D527-4355-8790-3CDBB938D672}" type="presParOf" srcId="{10B4DF4F-C2F4-4A08-A3F3-9B217BC8C272}" destId="{28D9353B-6AA9-4325-A240-022B362666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2C8E64-AF78-44D1-928B-5E1B3D76AF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7A5C64DA-FEAF-4156-9B6B-9675200C9B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PowerShell kan hantera hela IIS (webbserver) – perfekt för automatisering!</a:t>
          </a:r>
        </a:p>
      </dgm:t>
    </dgm:pt>
    <dgm:pt modelId="{42B58CEF-6102-4286-83C2-273B2064D4E0}" type="parTrans" cxnId="{19029B70-F3B9-4C2E-872D-D034C442CE85}">
      <dgm:prSet/>
      <dgm:spPr/>
      <dgm:t>
        <a:bodyPr/>
        <a:lstStyle/>
        <a:p>
          <a:endParaRPr lang="en-US"/>
        </a:p>
      </dgm:t>
    </dgm:pt>
    <dgm:pt modelId="{CD6B0A6B-7BE0-4780-8B53-BAF6A9889106}" type="sibTrans" cxnId="{19029B70-F3B9-4C2E-872D-D034C442CE85}">
      <dgm:prSet/>
      <dgm:spPr/>
      <dgm:t>
        <a:bodyPr/>
        <a:lstStyle/>
        <a:p>
          <a:endParaRPr lang="en-US"/>
        </a:p>
      </dgm:t>
    </dgm:pt>
    <dgm:pt modelId="{3314C36C-72EF-49DE-B27B-EAFE1D701D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Modulen WebAdministration levereras med Windows Server och innehåller IIS-cmdlets .</a:t>
          </a:r>
        </a:p>
      </dgm:t>
    </dgm:pt>
    <dgm:pt modelId="{1678E171-5083-4B7A-9CCD-20F51055955F}" type="parTrans" cxnId="{EA5C3CD8-419D-4E3C-A7C9-40C88D4BFD63}">
      <dgm:prSet/>
      <dgm:spPr/>
      <dgm:t>
        <a:bodyPr/>
        <a:lstStyle/>
        <a:p>
          <a:endParaRPr lang="en-US"/>
        </a:p>
      </dgm:t>
    </dgm:pt>
    <dgm:pt modelId="{CCF96FEA-55BD-4796-B1F8-66BA840E41D2}" type="sibTrans" cxnId="{EA5C3CD8-419D-4E3C-A7C9-40C88D4BFD63}">
      <dgm:prSet/>
      <dgm:spPr/>
      <dgm:t>
        <a:bodyPr/>
        <a:lstStyle/>
        <a:p>
          <a:endParaRPr lang="en-US"/>
        </a:p>
      </dgm:t>
    </dgm:pt>
    <dgm:pt modelId="{DCB35CE7-3DF9-4AB4-891E-645504C3791A}" type="pres">
      <dgm:prSet presAssocID="{C22C8E64-AF78-44D1-928B-5E1B3D76AF02}" presName="root" presStyleCnt="0">
        <dgm:presLayoutVars>
          <dgm:dir/>
          <dgm:resizeHandles val="exact"/>
        </dgm:presLayoutVars>
      </dgm:prSet>
      <dgm:spPr/>
    </dgm:pt>
    <dgm:pt modelId="{2A85928B-CC67-4914-B10B-0A6A23DF4403}" type="pres">
      <dgm:prSet presAssocID="{7A5C64DA-FEAF-4156-9B6B-9675200C9BED}" presName="compNode" presStyleCnt="0"/>
      <dgm:spPr/>
    </dgm:pt>
    <dgm:pt modelId="{99134ED8-467F-4B99-90FA-C11BA214A939}" type="pres">
      <dgm:prSet presAssocID="{7A5C64DA-FEAF-4156-9B6B-9675200C9BED}" presName="bgRect" presStyleLbl="bgShp" presStyleIdx="0" presStyleCnt="2"/>
      <dgm:spPr/>
    </dgm:pt>
    <dgm:pt modelId="{E1B1387E-FB69-4ED7-8D12-F132F4036357}" type="pres">
      <dgm:prSet presAssocID="{7A5C64DA-FEAF-4156-9B6B-9675200C9B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ör"/>
        </a:ext>
      </dgm:extLst>
    </dgm:pt>
    <dgm:pt modelId="{A254685D-FF6E-4A04-AEAD-022C7824B3F4}" type="pres">
      <dgm:prSet presAssocID="{7A5C64DA-FEAF-4156-9B6B-9675200C9BED}" presName="spaceRect" presStyleCnt="0"/>
      <dgm:spPr/>
    </dgm:pt>
    <dgm:pt modelId="{CAC9D2F0-2DD5-4C73-AC13-975926C191E5}" type="pres">
      <dgm:prSet presAssocID="{7A5C64DA-FEAF-4156-9B6B-9675200C9BED}" presName="parTx" presStyleLbl="revTx" presStyleIdx="0" presStyleCnt="2">
        <dgm:presLayoutVars>
          <dgm:chMax val="0"/>
          <dgm:chPref val="0"/>
        </dgm:presLayoutVars>
      </dgm:prSet>
      <dgm:spPr/>
    </dgm:pt>
    <dgm:pt modelId="{B9447747-B5ED-4047-9F0A-1C6919743E78}" type="pres">
      <dgm:prSet presAssocID="{CD6B0A6B-7BE0-4780-8B53-BAF6A9889106}" presName="sibTrans" presStyleCnt="0"/>
      <dgm:spPr/>
    </dgm:pt>
    <dgm:pt modelId="{2983DA8A-8AF9-446E-9B02-68D20CF32126}" type="pres">
      <dgm:prSet presAssocID="{3314C36C-72EF-49DE-B27B-EAFE1D701D11}" presName="compNode" presStyleCnt="0"/>
      <dgm:spPr/>
    </dgm:pt>
    <dgm:pt modelId="{65053948-2602-4920-8D16-5D8FEAE9AC57}" type="pres">
      <dgm:prSet presAssocID="{3314C36C-72EF-49DE-B27B-EAFE1D701D11}" presName="bgRect" presStyleLbl="bgShp" presStyleIdx="1" presStyleCnt="2"/>
      <dgm:spPr/>
    </dgm:pt>
    <dgm:pt modelId="{29A84BB2-603D-4FB6-96F3-4A68386743DE}" type="pres">
      <dgm:prSet presAssocID="{3314C36C-72EF-49DE-B27B-EAFE1D701D1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B664C3A-A930-4D3A-85B4-3324BF5ABA6F}" type="pres">
      <dgm:prSet presAssocID="{3314C36C-72EF-49DE-B27B-EAFE1D701D11}" presName="spaceRect" presStyleCnt="0"/>
      <dgm:spPr/>
    </dgm:pt>
    <dgm:pt modelId="{A09D2816-2037-4A30-98A1-E05D1467B408}" type="pres">
      <dgm:prSet presAssocID="{3314C36C-72EF-49DE-B27B-EAFE1D701D1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0DD872D-02F7-4760-8372-F334B7A967D5}" type="presOf" srcId="{7A5C64DA-FEAF-4156-9B6B-9675200C9BED}" destId="{CAC9D2F0-2DD5-4C73-AC13-975926C191E5}" srcOrd="0" destOrd="0" presId="urn:microsoft.com/office/officeart/2018/2/layout/IconVerticalSolidList"/>
    <dgm:cxn modelId="{CBF0164E-7473-40BF-B61B-E4F29C48890F}" type="presOf" srcId="{3314C36C-72EF-49DE-B27B-EAFE1D701D11}" destId="{A09D2816-2037-4A30-98A1-E05D1467B408}" srcOrd="0" destOrd="0" presId="urn:microsoft.com/office/officeart/2018/2/layout/IconVerticalSolidList"/>
    <dgm:cxn modelId="{19029B70-F3B9-4C2E-872D-D034C442CE85}" srcId="{C22C8E64-AF78-44D1-928B-5E1B3D76AF02}" destId="{7A5C64DA-FEAF-4156-9B6B-9675200C9BED}" srcOrd="0" destOrd="0" parTransId="{42B58CEF-6102-4286-83C2-273B2064D4E0}" sibTransId="{CD6B0A6B-7BE0-4780-8B53-BAF6A9889106}"/>
    <dgm:cxn modelId="{D93D8092-E75E-472D-B39C-1CCCF0982E5C}" type="presOf" srcId="{C22C8E64-AF78-44D1-928B-5E1B3D76AF02}" destId="{DCB35CE7-3DF9-4AB4-891E-645504C3791A}" srcOrd="0" destOrd="0" presId="urn:microsoft.com/office/officeart/2018/2/layout/IconVerticalSolidList"/>
    <dgm:cxn modelId="{EA5C3CD8-419D-4E3C-A7C9-40C88D4BFD63}" srcId="{C22C8E64-AF78-44D1-928B-5E1B3D76AF02}" destId="{3314C36C-72EF-49DE-B27B-EAFE1D701D11}" srcOrd="1" destOrd="0" parTransId="{1678E171-5083-4B7A-9CCD-20F51055955F}" sibTransId="{CCF96FEA-55BD-4796-B1F8-66BA840E41D2}"/>
    <dgm:cxn modelId="{0379D352-2D41-4AE1-A119-F1C6DA7D8E11}" type="presParOf" srcId="{DCB35CE7-3DF9-4AB4-891E-645504C3791A}" destId="{2A85928B-CC67-4914-B10B-0A6A23DF4403}" srcOrd="0" destOrd="0" presId="urn:microsoft.com/office/officeart/2018/2/layout/IconVerticalSolidList"/>
    <dgm:cxn modelId="{A836DD8E-84CD-439C-AE17-6EF544819AB1}" type="presParOf" srcId="{2A85928B-CC67-4914-B10B-0A6A23DF4403}" destId="{99134ED8-467F-4B99-90FA-C11BA214A939}" srcOrd="0" destOrd="0" presId="urn:microsoft.com/office/officeart/2018/2/layout/IconVerticalSolidList"/>
    <dgm:cxn modelId="{8AF666C1-1B8A-4A72-8867-E1893654EF4D}" type="presParOf" srcId="{2A85928B-CC67-4914-B10B-0A6A23DF4403}" destId="{E1B1387E-FB69-4ED7-8D12-F132F4036357}" srcOrd="1" destOrd="0" presId="urn:microsoft.com/office/officeart/2018/2/layout/IconVerticalSolidList"/>
    <dgm:cxn modelId="{698B2D91-818B-429B-9B0C-8BC102DE95B8}" type="presParOf" srcId="{2A85928B-CC67-4914-B10B-0A6A23DF4403}" destId="{A254685D-FF6E-4A04-AEAD-022C7824B3F4}" srcOrd="2" destOrd="0" presId="urn:microsoft.com/office/officeart/2018/2/layout/IconVerticalSolidList"/>
    <dgm:cxn modelId="{94A749B0-8CA1-419C-8762-C8C2A9010583}" type="presParOf" srcId="{2A85928B-CC67-4914-B10B-0A6A23DF4403}" destId="{CAC9D2F0-2DD5-4C73-AC13-975926C191E5}" srcOrd="3" destOrd="0" presId="urn:microsoft.com/office/officeart/2018/2/layout/IconVerticalSolidList"/>
    <dgm:cxn modelId="{680110AD-30C1-470C-97D6-C67BF81D77ED}" type="presParOf" srcId="{DCB35CE7-3DF9-4AB4-891E-645504C3791A}" destId="{B9447747-B5ED-4047-9F0A-1C6919743E78}" srcOrd="1" destOrd="0" presId="urn:microsoft.com/office/officeart/2018/2/layout/IconVerticalSolidList"/>
    <dgm:cxn modelId="{723B8500-B83F-468F-822A-4B9B5B370E5D}" type="presParOf" srcId="{DCB35CE7-3DF9-4AB4-891E-645504C3791A}" destId="{2983DA8A-8AF9-446E-9B02-68D20CF32126}" srcOrd="2" destOrd="0" presId="urn:microsoft.com/office/officeart/2018/2/layout/IconVerticalSolidList"/>
    <dgm:cxn modelId="{F0E6A0E0-1FFD-42B4-BB89-7C9006E2516B}" type="presParOf" srcId="{2983DA8A-8AF9-446E-9B02-68D20CF32126}" destId="{65053948-2602-4920-8D16-5D8FEAE9AC57}" srcOrd="0" destOrd="0" presId="urn:microsoft.com/office/officeart/2018/2/layout/IconVerticalSolidList"/>
    <dgm:cxn modelId="{12E55EB9-96E2-4742-8B4B-20CBA9FF04CD}" type="presParOf" srcId="{2983DA8A-8AF9-446E-9B02-68D20CF32126}" destId="{29A84BB2-603D-4FB6-96F3-4A68386743DE}" srcOrd="1" destOrd="0" presId="urn:microsoft.com/office/officeart/2018/2/layout/IconVerticalSolidList"/>
    <dgm:cxn modelId="{AA354489-A227-4705-AAAC-21AD0BDE047F}" type="presParOf" srcId="{2983DA8A-8AF9-446E-9B02-68D20CF32126}" destId="{0B664C3A-A930-4D3A-85B4-3324BF5ABA6F}" srcOrd="2" destOrd="0" presId="urn:microsoft.com/office/officeart/2018/2/layout/IconVerticalSolidList"/>
    <dgm:cxn modelId="{CFD984CA-E16C-4126-8A97-C46D1A90AF42}" type="presParOf" srcId="{2983DA8A-8AF9-446E-9B02-68D20CF32126}" destId="{A09D2816-2037-4A30-98A1-E05D1467B4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373336-96C6-42E5-8994-FAD37D9523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BB8F684E-434A-4143-BDD1-7E92A192C4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 </a:t>
          </a:r>
          <a:r>
            <a:rPr lang="en-US" dirty="0" err="1"/>
            <a:t>vanlig</a:t>
          </a:r>
          <a:r>
            <a:rPr lang="en-US" dirty="0"/>
            <a:t> </a:t>
          </a:r>
          <a:r>
            <a:rPr lang="en-US" dirty="0" err="1"/>
            <a:t>produktionsuppgift</a:t>
          </a:r>
          <a:r>
            <a:rPr lang="en-US" dirty="0"/>
            <a:t>: </a:t>
          </a:r>
          <a:r>
            <a:rPr lang="en-US" dirty="0" err="1"/>
            <a:t>tillämpa</a:t>
          </a:r>
          <a:r>
            <a:rPr lang="en-US" dirty="0"/>
            <a:t> </a:t>
          </a:r>
          <a:r>
            <a:rPr lang="en-US" dirty="0" err="1"/>
            <a:t>samma</a:t>
          </a:r>
          <a:r>
            <a:rPr lang="en-US" dirty="0"/>
            <a:t> </a:t>
          </a:r>
          <a:r>
            <a:rPr lang="en-US" dirty="0" err="1"/>
            <a:t>inställning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alla </a:t>
          </a:r>
          <a:r>
            <a:rPr lang="en-US" dirty="0" err="1"/>
            <a:t>webbplatser</a:t>
          </a:r>
          <a:r>
            <a:rPr lang="en-US" dirty="0"/>
            <a:t> .</a:t>
          </a:r>
        </a:p>
      </dgm:t>
    </dgm:pt>
    <dgm:pt modelId="{9501D425-BA59-44C3-B1F9-21B052C31AB1}" type="parTrans" cxnId="{A1C2C4B5-EC74-4C2D-A3FB-A954CE93CDFD}">
      <dgm:prSet/>
      <dgm:spPr/>
      <dgm:t>
        <a:bodyPr/>
        <a:lstStyle/>
        <a:p>
          <a:endParaRPr lang="en-US"/>
        </a:p>
      </dgm:t>
    </dgm:pt>
    <dgm:pt modelId="{A237A017-FF4C-4FC6-99F8-328AF93BE26D}" type="sibTrans" cxnId="{A1C2C4B5-EC74-4C2D-A3FB-A954CE93CDFD}">
      <dgm:prSet/>
      <dgm:spPr/>
      <dgm:t>
        <a:bodyPr/>
        <a:lstStyle/>
        <a:p>
          <a:endParaRPr lang="en-US"/>
        </a:p>
      </dgm:t>
    </dgm:pt>
    <dgm:pt modelId="{186CB2FC-501B-448C-9EAD-B6E7FEDDD0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Exempel</a:t>
          </a:r>
          <a:r>
            <a:rPr lang="en-US" dirty="0"/>
            <a:t> – </a:t>
          </a:r>
          <a:r>
            <a:rPr lang="en-US" dirty="0" err="1"/>
            <a:t>inaktivera</a:t>
          </a:r>
          <a:r>
            <a:rPr lang="en-US" dirty="0"/>
            <a:t> </a:t>
          </a:r>
          <a:r>
            <a:rPr lang="en-US" dirty="0" err="1"/>
            <a:t>katalogbläddring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ALLA </a:t>
          </a:r>
          <a:r>
            <a:rPr lang="en-US" dirty="0" err="1"/>
            <a:t>webbplatser</a:t>
          </a:r>
          <a:r>
            <a:rPr lang="en-US" dirty="0"/>
            <a:t>:</a:t>
          </a:r>
        </a:p>
      </dgm:t>
    </dgm:pt>
    <dgm:pt modelId="{FA35F00B-B99E-472B-868C-E024587161EC}" type="parTrans" cxnId="{F3B94160-85AB-4EF6-A78E-55C51D7826F4}">
      <dgm:prSet/>
      <dgm:spPr/>
      <dgm:t>
        <a:bodyPr/>
        <a:lstStyle/>
        <a:p>
          <a:endParaRPr lang="en-US"/>
        </a:p>
      </dgm:t>
    </dgm:pt>
    <dgm:pt modelId="{18DC5487-B1B7-46F2-921C-9011223291A6}" type="sibTrans" cxnId="{F3B94160-85AB-4EF6-A78E-55C51D7826F4}">
      <dgm:prSet/>
      <dgm:spPr/>
      <dgm:t>
        <a:bodyPr/>
        <a:lstStyle/>
        <a:p>
          <a:endParaRPr lang="en-US"/>
        </a:p>
      </dgm:t>
    </dgm:pt>
    <dgm:pt modelId="{A73BD18B-95AA-4D4F-BC94-F0329DDB23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000" dirty="0">
              <a:solidFill>
                <a:srgbClr val="4078F2"/>
              </a:solidFill>
              <a:latin typeface="Consolas"/>
            </a:rPr>
            <a:t>Import-Module</a:t>
          </a:r>
          <a:r>
            <a:rPr lang="en-US" sz="1000" dirty="0">
              <a:solidFill>
                <a:srgbClr val="0F1115"/>
              </a:solidFill>
              <a:latin typeface="Consolas"/>
            </a:rPr>
            <a:t> </a:t>
          </a:r>
          <a:r>
            <a:rPr lang="en-US" sz="1000" dirty="0" err="1">
              <a:solidFill>
                <a:srgbClr val="0F1115"/>
              </a:solidFill>
              <a:latin typeface="Consolas"/>
            </a:rPr>
            <a:t>WebAdministration</a:t>
          </a:r>
          <a:r>
            <a:rPr lang="en-US" sz="1000" dirty="0">
              <a:solidFill>
                <a:srgbClr val="0F1115"/>
              </a:solidFill>
              <a:latin typeface="Consolas"/>
            </a:rPr>
            <a:t>
</a:t>
          </a:r>
          <a:r>
            <a:rPr lang="en-US" sz="1000" dirty="0">
              <a:solidFill>
                <a:srgbClr val="A626A4"/>
              </a:solidFill>
              <a:latin typeface="Consolas"/>
            </a:rPr>
            <a:t>foreach</a:t>
          </a:r>
          <a:r>
            <a:rPr lang="en-US" sz="1000" dirty="0">
              <a:solidFill>
                <a:srgbClr val="0F1115"/>
              </a:solidFill>
              <a:latin typeface="Consolas"/>
            </a:rPr>
            <a:t> </a:t>
          </a:r>
          <a:r>
            <a:rPr lang="en-US" sz="1000" dirty="0">
              <a:solidFill>
                <a:srgbClr val="383A42"/>
              </a:solidFill>
              <a:latin typeface="Consolas"/>
            </a:rPr>
            <a:t>(</a:t>
          </a:r>
          <a:r>
            <a:rPr lang="en-US" sz="1000" dirty="0">
              <a:solidFill>
                <a:srgbClr val="4078F2"/>
              </a:solidFill>
              <a:latin typeface="Consolas"/>
            </a:rPr>
            <a:t>$site</a:t>
          </a:r>
          <a:r>
            <a:rPr lang="en-US" sz="1000" dirty="0">
              <a:solidFill>
                <a:srgbClr val="0F1115"/>
              </a:solidFill>
              <a:latin typeface="Consolas"/>
            </a:rPr>
            <a:t> in </a:t>
          </a:r>
          <a:r>
            <a:rPr lang="en-US" sz="1000" dirty="0">
              <a:solidFill>
                <a:srgbClr val="4078F2"/>
              </a:solidFill>
              <a:latin typeface="Consolas"/>
            </a:rPr>
            <a:t>Get-Website</a:t>
          </a:r>
          <a:r>
            <a:rPr lang="en-US" sz="1000" dirty="0">
              <a:solidFill>
                <a:srgbClr val="383A42"/>
              </a:solidFill>
              <a:latin typeface="Consolas"/>
            </a:rPr>
            <a:t>)</a:t>
          </a:r>
          <a:r>
            <a:rPr lang="en-US" sz="1000" dirty="0">
              <a:solidFill>
                <a:srgbClr val="0F1115"/>
              </a:solidFill>
              <a:latin typeface="Consolas"/>
            </a:rPr>
            <a:t> </a:t>
          </a:r>
          <a:r>
            <a:rPr lang="en-US" sz="1000" dirty="0">
              <a:solidFill>
                <a:srgbClr val="383A42"/>
              </a:solidFill>
              <a:latin typeface="Consolas"/>
            </a:rPr>
            <a:t>{</a:t>
          </a:r>
          <a:r>
            <a:rPr lang="en-US" sz="1000" dirty="0">
              <a:solidFill>
                <a:srgbClr val="0F1115"/>
              </a:solidFill>
              <a:latin typeface="Consolas"/>
            </a:rPr>
            <a:t>
    </a:t>
          </a:r>
          <a:r>
            <a:rPr lang="en-US" sz="1000" dirty="0">
              <a:solidFill>
                <a:srgbClr val="4078F2"/>
              </a:solidFill>
              <a:latin typeface="Consolas"/>
            </a:rPr>
            <a:t>Set-</a:t>
          </a:r>
          <a:r>
            <a:rPr lang="en-US" sz="1000" dirty="0" err="1">
              <a:solidFill>
                <a:srgbClr val="4078F2"/>
              </a:solidFill>
              <a:latin typeface="Consolas"/>
            </a:rPr>
            <a:t>WebConfigurationProperty</a:t>
          </a:r>
          <a:r>
            <a:rPr lang="en-US" sz="1000" dirty="0">
              <a:solidFill>
                <a:srgbClr val="0F1115"/>
              </a:solidFill>
              <a:latin typeface="Consolas"/>
            </a:rPr>
            <a:t> `
        </a:t>
          </a:r>
          <a:r>
            <a:rPr lang="en-US" sz="1000" dirty="0">
              <a:solidFill>
                <a:srgbClr val="4078F2"/>
              </a:solidFill>
              <a:latin typeface="Consolas"/>
            </a:rPr>
            <a:t>-</a:t>
          </a:r>
          <a:r>
            <a:rPr lang="en-US" sz="1000" dirty="0">
              <a:solidFill>
                <a:srgbClr val="A626A4"/>
              </a:solidFill>
              <a:latin typeface="Consolas"/>
            </a:rPr>
            <a:t>Filter</a:t>
          </a:r>
          <a:r>
            <a:rPr lang="en-US" sz="1000" dirty="0">
              <a:solidFill>
                <a:srgbClr val="0F1115"/>
              </a:solidFill>
              <a:latin typeface="Consolas"/>
            </a:rPr>
            <a:t> </a:t>
          </a:r>
          <a:r>
            <a:rPr lang="en-US" sz="1000" dirty="0">
              <a:solidFill>
                <a:srgbClr val="50A14F"/>
              </a:solidFill>
              <a:latin typeface="Consolas"/>
            </a:rPr>
            <a:t>"/</a:t>
          </a:r>
          <a:r>
            <a:rPr lang="en-US" sz="1000" dirty="0" err="1">
              <a:solidFill>
                <a:srgbClr val="50A14F"/>
              </a:solidFill>
              <a:latin typeface="Consolas"/>
            </a:rPr>
            <a:t>system.webServer</a:t>
          </a:r>
          <a:r>
            <a:rPr lang="en-US" sz="1000" dirty="0">
              <a:solidFill>
                <a:srgbClr val="50A14F"/>
              </a:solidFill>
              <a:latin typeface="Consolas"/>
            </a:rPr>
            <a:t>/</a:t>
          </a:r>
          <a:r>
            <a:rPr lang="en-US" sz="1000" dirty="0" err="1">
              <a:solidFill>
                <a:srgbClr val="50A14F"/>
              </a:solidFill>
              <a:latin typeface="Consolas"/>
            </a:rPr>
            <a:t>directoryBrowse</a:t>
          </a:r>
          <a:r>
            <a:rPr lang="en-US" sz="1000" dirty="0">
              <a:solidFill>
                <a:srgbClr val="50A14F"/>
              </a:solidFill>
              <a:latin typeface="Consolas"/>
            </a:rPr>
            <a:t>"</a:t>
          </a:r>
          <a:r>
            <a:rPr lang="en-US" sz="1000" dirty="0">
              <a:solidFill>
                <a:srgbClr val="0F1115"/>
              </a:solidFill>
              <a:latin typeface="Consolas"/>
            </a:rPr>
            <a:t> `
        </a:t>
          </a:r>
          <a:r>
            <a:rPr lang="en-US" sz="1000" dirty="0">
              <a:solidFill>
                <a:srgbClr val="4078F2"/>
              </a:solidFill>
              <a:latin typeface="Consolas"/>
            </a:rPr>
            <a:t>-</a:t>
          </a:r>
          <a:r>
            <a:rPr lang="en-US" sz="1000" dirty="0" err="1">
              <a:solidFill>
                <a:srgbClr val="0F1115"/>
              </a:solidFill>
              <a:latin typeface="Consolas"/>
            </a:rPr>
            <a:t>PSPath</a:t>
          </a:r>
          <a:r>
            <a:rPr lang="en-US" sz="1000" dirty="0">
              <a:solidFill>
                <a:srgbClr val="0F1115"/>
              </a:solidFill>
              <a:latin typeface="Consolas"/>
            </a:rPr>
            <a:t> </a:t>
          </a:r>
          <a:r>
            <a:rPr lang="en-US" sz="1000" dirty="0">
              <a:solidFill>
                <a:srgbClr val="50A14F"/>
              </a:solidFill>
              <a:latin typeface="Consolas"/>
            </a:rPr>
            <a:t>"IIS:\Sites\</a:t>
          </a:r>
          <a:r>
            <a:rPr lang="en-US" sz="1000" dirty="0">
              <a:solidFill>
                <a:srgbClr val="4078F2"/>
              </a:solidFill>
              <a:latin typeface="Consolas"/>
            </a:rPr>
            <a:t>$</a:t>
          </a:r>
          <a:r>
            <a:rPr lang="en-US" sz="1000" dirty="0">
              <a:solidFill>
                <a:srgbClr val="383A42"/>
              </a:solidFill>
              <a:latin typeface="Consolas"/>
            </a:rPr>
            <a:t>(</a:t>
          </a:r>
          <a:r>
            <a:rPr lang="en-US" sz="1000" dirty="0">
              <a:solidFill>
                <a:srgbClr val="4078F2"/>
              </a:solidFill>
              <a:latin typeface="Consolas"/>
            </a:rPr>
            <a:t>$</a:t>
          </a:r>
          <a:r>
            <a:rPr lang="en-US" sz="1000" dirty="0" err="1">
              <a:solidFill>
                <a:srgbClr val="4078F2"/>
              </a:solidFill>
              <a:latin typeface="Consolas"/>
            </a:rPr>
            <a:t>site</a:t>
          </a:r>
          <a:r>
            <a:rPr lang="en-US" sz="1000" dirty="0" err="1">
              <a:solidFill>
                <a:srgbClr val="383A42"/>
              </a:solidFill>
              <a:latin typeface="Consolas"/>
            </a:rPr>
            <a:t>.</a:t>
          </a:r>
          <a:r>
            <a:rPr lang="en-US" sz="1000" dirty="0" err="1">
              <a:solidFill>
                <a:srgbClr val="4078F2"/>
              </a:solidFill>
              <a:latin typeface="Consolas"/>
            </a:rPr>
            <a:t>Name</a:t>
          </a:r>
          <a:r>
            <a:rPr lang="en-US" sz="1000" dirty="0">
              <a:solidFill>
                <a:srgbClr val="383A42"/>
              </a:solidFill>
              <a:latin typeface="Consolas"/>
            </a:rPr>
            <a:t>)</a:t>
          </a:r>
          <a:r>
            <a:rPr lang="en-US" sz="1000" dirty="0">
              <a:solidFill>
                <a:srgbClr val="50A14F"/>
              </a:solidFill>
              <a:latin typeface="Consolas"/>
            </a:rPr>
            <a:t>"</a:t>
          </a:r>
          <a:r>
            <a:rPr lang="en-US" sz="1000" dirty="0">
              <a:solidFill>
                <a:srgbClr val="0F1115"/>
              </a:solidFill>
              <a:latin typeface="Consolas"/>
            </a:rPr>
            <a:t> `
        </a:t>
          </a:r>
          <a:r>
            <a:rPr lang="en-US" sz="1000" dirty="0">
              <a:solidFill>
                <a:srgbClr val="4078F2"/>
              </a:solidFill>
              <a:latin typeface="Consolas"/>
            </a:rPr>
            <a:t>-</a:t>
          </a:r>
          <a:r>
            <a:rPr lang="en-US" sz="1000" dirty="0">
              <a:solidFill>
                <a:srgbClr val="0F1115"/>
              </a:solidFill>
              <a:latin typeface="Consolas"/>
            </a:rPr>
            <a:t>Name enabled </a:t>
          </a:r>
          <a:r>
            <a:rPr lang="en-US" sz="1000" dirty="0">
              <a:solidFill>
                <a:srgbClr val="4078F2"/>
              </a:solidFill>
              <a:latin typeface="Consolas"/>
            </a:rPr>
            <a:t>-</a:t>
          </a:r>
          <a:r>
            <a:rPr lang="en-US" sz="1000" dirty="0">
              <a:solidFill>
                <a:srgbClr val="0F1115"/>
              </a:solidFill>
              <a:latin typeface="Consolas"/>
            </a:rPr>
            <a:t>Value </a:t>
          </a:r>
          <a:r>
            <a:rPr lang="en-US" sz="1000" dirty="0">
              <a:solidFill>
                <a:srgbClr val="B76B01"/>
              </a:solidFill>
              <a:latin typeface="Consolas"/>
            </a:rPr>
            <a:t>$false</a:t>
          </a:r>
          <a:r>
            <a:rPr lang="en-US" sz="1000" dirty="0">
              <a:solidFill>
                <a:srgbClr val="0F1115"/>
              </a:solidFill>
              <a:latin typeface="Consolas"/>
            </a:rPr>
            <a:t>
    </a:t>
          </a:r>
          <a:r>
            <a:rPr lang="en-US" sz="1000" dirty="0">
              <a:solidFill>
                <a:srgbClr val="4078F2"/>
              </a:solidFill>
              <a:latin typeface="Consolas"/>
            </a:rPr>
            <a:t>Write-Host</a:t>
          </a:r>
          <a:r>
            <a:rPr lang="en-US" sz="1000" dirty="0">
              <a:solidFill>
                <a:srgbClr val="0F1115"/>
              </a:solidFill>
              <a:latin typeface="Consolas"/>
            </a:rPr>
            <a:t> </a:t>
          </a:r>
          <a:r>
            <a:rPr lang="en-US" sz="1000" dirty="0">
              <a:solidFill>
                <a:srgbClr val="50A14F"/>
              </a:solidFill>
              <a:latin typeface="Consolas"/>
            </a:rPr>
            <a:t>"Directory browsing disabled: </a:t>
          </a:r>
          <a:r>
            <a:rPr lang="en-US" sz="1000" dirty="0">
              <a:solidFill>
                <a:srgbClr val="4078F2"/>
              </a:solidFill>
              <a:latin typeface="Consolas"/>
            </a:rPr>
            <a:t>$</a:t>
          </a:r>
          <a:r>
            <a:rPr lang="en-US" sz="1000" dirty="0">
              <a:solidFill>
                <a:srgbClr val="383A42"/>
              </a:solidFill>
              <a:latin typeface="Consolas"/>
            </a:rPr>
            <a:t>(</a:t>
          </a:r>
          <a:r>
            <a:rPr lang="en-US" sz="1000" dirty="0">
              <a:solidFill>
                <a:srgbClr val="4078F2"/>
              </a:solidFill>
              <a:latin typeface="Consolas"/>
            </a:rPr>
            <a:t>$</a:t>
          </a:r>
          <a:r>
            <a:rPr lang="en-US" sz="1000" dirty="0" err="1">
              <a:solidFill>
                <a:srgbClr val="4078F2"/>
              </a:solidFill>
              <a:latin typeface="Consolas"/>
            </a:rPr>
            <a:t>site</a:t>
          </a:r>
          <a:r>
            <a:rPr lang="en-US" sz="1000" dirty="0" err="1">
              <a:solidFill>
                <a:srgbClr val="383A42"/>
              </a:solidFill>
              <a:latin typeface="Consolas"/>
            </a:rPr>
            <a:t>.</a:t>
          </a:r>
          <a:r>
            <a:rPr lang="en-US" sz="1000" dirty="0" err="1">
              <a:solidFill>
                <a:srgbClr val="4078F2"/>
              </a:solidFill>
              <a:latin typeface="Consolas"/>
            </a:rPr>
            <a:t>Name</a:t>
          </a:r>
          <a:r>
            <a:rPr lang="en-US" sz="1000" dirty="0">
              <a:solidFill>
                <a:srgbClr val="383A42"/>
              </a:solidFill>
              <a:latin typeface="Consolas"/>
            </a:rPr>
            <a:t>)</a:t>
          </a:r>
          <a:r>
            <a:rPr lang="en-US" sz="1000" dirty="0">
              <a:solidFill>
                <a:srgbClr val="50A14F"/>
              </a:solidFill>
              <a:latin typeface="Consolas"/>
            </a:rPr>
            <a:t>"</a:t>
          </a:r>
          <a:r>
            <a:rPr lang="en-US" sz="1000" dirty="0">
              <a:solidFill>
                <a:srgbClr val="0F1115"/>
              </a:solidFill>
              <a:latin typeface="Consolas"/>
            </a:rPr>
            <a:t>
</a:t>
          </a:r>
          <a:r>
            <a:rPr lang="en-US" sz="1000" dirty="0">
              <a:solidFill>
                <a:srgbClr val="383A42"/>
              </a:solidFill>
              <a:latin typeface="Consolas"/>
            </a:rPr>
            <a:t>}</a:t>
          </a:r>
          <a:endParaRPr lang="en-US" dirty="0"/>
        </a:p>
      </dgm:t>
    </dgm:pt>
    <dgm:pt modelId="{434ABD39-BFAD-4293-A1C4-600426CFC249}" type="parTrans" cxnId="{E6B8FA10-D6AC-4E9B-AB0C-1F2F9813EF72}">
      <dgm:prSet/>
      <dgm:spPr/>
      <dgm:t>
        <a:bodyPr/>
        <a:lstStyle/>
        <a:p>
          <a:endParaRPr lang="en-US"/>
        </a:p>
      </dgm:t>
    </dgm:pt>
    <dgm:pt modelId="{1D64367F-9442-4ECE-B641-1527C4271586}" type="sibTrans" cxnId="{E6B8FA10-D6AC-4E9B-AB0C-1F2F9813EF72}">
      <dgm:prSet/>
      <dgm:spPr/>
      <dgm:t>
        <a:bodyPr/>
        <a:lstStyle/>
        <a:p>
          <a:endParaRPr lang="en-US"/>
        </a:p>
      </dgm:t>
    </dgm:pt>
    <dgm:pt modelId="{00B31291-24FB-4F87-BF42-C88677499272}" type="pres">
      <dgm:prSet presAssocID="{85373336-96C6-42E5-8994-FAD37D952382}" presName="root" presStyleCnt="0">
        <dgm:presLayoutVars>
          <dgm:dir/>
          <dgm:resizeHandles val="exact"/>
        </dgm:presLayoutVars>
      </dgm:prSet>
      <dgm:spPr/>
    </dgm:pt>
    <dgm:pt modelId="{8529FD54-4060-45B8-9029-4A3709C97B9D}" type="pres">
      <dgm:prSet presAssocID="{BB8F684E-434A-4143-BDD1-7E92A192C4BA}" presName="compNode" presStyleCnt="0"/>
      <dgm:spPr/>
    </dgm:pt>
    <dgm:pt modelId="{24AF812C-179D-441A-90D8-420F6112E30A}" type="pres">
      <dgm:prSet presAssocID="{BB8F684E-434A-4143-BDD1-7E92A192C4BA}" presName="bgRect" presStyleLbl="bgShp" presStyleIdx="0" presStyleCnt="3"/>
      <dgm:spPr/>
    </dgm:pt>
    <dgm:pt modelId="{0F91D220-A29F-4CC4-9CAC-79EE567C275F}" type="pres">
      <dgm:prSet presAssocID="{BB8F684E-434A-4143-BDD1-7E92A192C4B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6F2BCCE-EB1D-47B7-9B30-8B241CC33BCA}" type="pres">
      <dgm:prSet presAssocID="{BB8F684E-434A-4143-BDD1-7E92A192C4BA}" presName="spaceRect" presStyleCnt="0"/>
      <dgm:spPr/>
    </dgm:pt>
    <dgm:pt modelId="{4284B2AF-B6CC-4849-8CAD-AFC8380B5BE8}" type="pres">
      <dgm:prSet presAssocID="{BB8F684E-434A-4143-BDD1-7E92A192C4BA}" presName="parTx" presStyleLbl="revTx" presStyleIdx="0" presStyleCnt="3">
        <dgm:presLayoutVars>
          <dgm:chMax val="0"/>
          <dgm:chPref val="0"/>
        </dgm:presLayoutVars>
      </dgm:prSet>
      <dgm:spPr/>
    </dgm:pt>
    <dgm:pt modelId="{100A25A0-661F-405C-9420-BA388A233498}" type="pres">
      <dgm:prSet presAssocID="{A237A017-FF4C-4FC6-99F8-328AF93BE26D}" presName="sibTrans" presStyleCnt="0"/>
      <dgm:spPr/>
    </dgm:pt>
    <dgm:pt modelId="{8B0183FE-C17B-4E5C-9B8B-88DFBB8EAE0B}" type="pres">
      <dgm:prSet presAssocID="{186CB2FC-501B-448C-9EAD-B6E7FEDDD0CF}" presName="compNode" presStyleCnt="0"/>
      <dgm:spPr/>
    </dgm:pt>
    <dgm:pt modelId="{50BB36DA-17CD-480E-8C7B-BE5552219791}" type="pres">
      <dgm:prSet presAssocID="{186CB2FC-501B-448C-9EAD-B6E7FEDDD0CF}" presName="bgRect" presStyleLbl="bgShp" presStyleIdx="1" presStyleCnt="3"/>
      <dgm:spPr/>
    </dgm:pt>
    <dgm:pt modelId="{6979031C-9773-4F9B-B5E5-F689B2AA6B1E}" type="pres">
      <dgm:prSet presAssocID="{186CB2FC-501B-448C-9EAD-B6E7FEDDD0C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0453384D-9EE7-4FA5-B33D-3DE6BA5F7DD0}" type="pres">
      <dgm:prSet presAssocID="{186CB2FC-501B-448C-9EAD-B6E7FEDDD0CF}" presName="spaceRect" presStyleCnt="0"/>
      <dgm:spPr/>
    </dgm:pt>
    <dgm:pt modelId="{0F32C823-61DE-43A0-A726-E8B394FA5999}" type="pres">
      <dgm:prSet presAssocID="{186CB2FC-501B-448C-9EAD-B6E7FEDDD0CF}" presName="parTx" presStyleLbl="revTx" presStyleIdx="1" presStyleCnt="3">
        <dgm:presLayoutVars>
          <dgm:chMax val="0"/>
          <dgm:chPref val="0"/>
        </dgm:presLayoutVars>
      </dgm:prSet>
      <dgm:spPr/>
    </dgm:pt>
    <dgm:pt modelId="{83121E64-56D6-4358-B45C-657CAD6507A8}" type="pres">
      <dgm:prSet presAssocID="{18DC5487-B1B7-46F2-921C-9011223291A6}" presName="sibTrans" presStyleCnt="0"/>
      <dgm:spPr/>
    </dgm:pt>
    <dgm:pt modelId="{94CB997A-3F62-4D77-BCEB-2CFBCED76C0D}" type="pres">
      <dgm:prSet presAssocID="{A73BD18B-95AA-4D4F-BC94-F0329DDB238C}" presName="compNode" presStyleCnt="0"/>
      <dgm:spPr/>
    </dgm:pt>
    <dgm:pt modelId="{EE349986-6A76-454A-B8F2-34C6A5D0F296}" type="pres">
      <dgm:prSet presAssocID="{A73BD18B-95AA-4D4F-BC94-F0329DDB238C}" presName="bgRect" presStyleLbl="bgShp" presStyleIdx="2" presStyleCnt="3"/>
      <dgm:spPr/>
    </dgm:pt>
    <dgm:pt modelId="{237F9C05-9F0C-414F-ADBB-2A2AA1E5B961}" type="pres">
      <dgm:prSet presAssocID="{A73BD18B-95AA-4D4F-BC94-F0329DDB238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"/>
        </a:ext>
      </dgm:extLst>
    </dgm:pt>
    <dgm:pt modelId="{6DF9D9B0-1DCC-45BA-8FBE-66696554300C}" type="pres">
      <dgm:prSet presAssocID="{A73BD18B-95AA-4D4F-BC94-F0329DDB238C}" presName="spaceRect" presStyleCnt="0"/>
      <dgm:spPr/>
    </dgm:pt>
    <dgm:pt modelId="{0494F1FF-62F4-4830-B367-479F9231528F}" type="pres">
      <dgm:prSet presAssocID="{A73BD18B-95AA-4D4F-BC94-F0329DDB238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1472A07-8071-4957-AB25-2D0A01F7F28F}" type="presOf" srcId="{85373336-96C6-42E5-8994-FAD37D952382}" destId="{00B31291-24FB-4F87-BF42-C88677499272}" srcOrd="0" destOrd="0" presId="urn:microsoft.com/office/officeart/2018/2/layout/IconVerticalSolidList"/>
    <dgm:cxn modelId="{2CAE770B-B0AE-471B-AE09-FCE6E0E38FD8}" type="presOf" srcId="{186CB2FC-501B-448C-9EAD-B6E7FEDDD0CF}" destId="{0F32C823-61DE-43A0-A726-E8B394FA5999}" srcOrd="0" destOrd="0" presId="urn:microsoft.com/office/officeart/2018/2/layout/IconVerticalSolidList"/>
    <dgm:cxn modelId="{E6B8FA10-D6AC-4E9B-AB0C-1F2F9813EF72}" srcId="{85373336-96C6-42E5-8994-FAD37D952382}" destId="{A73BD18B-95AA-4D4F-BC94-F0329DDB238C}" srcOrd="2" destOrd="0" parTransId="{434ABD39-BFAD-4293-A1C4-600426CFC249}" sibTransId="{1D64367F-9442-4ECE-B641-1527C4271586}"/>
    <dgm:cxn modelId="{C9E19713-8420-46A0-8846-E71BDD5B32E4}" type="presOf" srcId="{BB8F684E-434A-4143-BDD1-7E92A192C4BA}" destId="{4284B2AF-B6CC-4849-8CAD-AFC8380B5BE8}" srcOrd="0" destOrd="0" presId="urn:microsoft.com/office/officeart/2018/2/layout/IconVerticalSolidList"/>
    <dgm:cxn modelId="{F3B94160-85AB-4EF6-A78E-55C51D7826F4}" srcId="{85373336-96C6-42E5-8994-FAD37D952382}" destId="{186CB2FC-501B-448C-9EAD-B6E7FEDDD0CF}" srcOrd="1" destOrd="0" parTransId="{FA35F00B-B99E-472B-868C-E024587161EC}" sibTransId="{18DC5487-B1B7-46F2-921C-9011223291A6}"/>
    <dgm:cxn modelId="{A1C2C4B5-EC74-4C2D-A3FB-A954CE93CDFD}" srcId="{85373336-96C6-42E5-8994-FAD37D952382}" destId="{BB8F684E-434A-4143-BDD1-7E92A192C4BA}" srcOrd="0" destOrd="0" parTransId="{9501D425-BA59-44C3-B1F9-21B052C31AB1}" sibTransId="{A237A017-FF4C-4FC6-99F8-328AF93BE26D}"/>
    <dgm:cxn modelId="{35CFDBEE-1DA0-4620-9717-757EE55DB289}" type="presOf" srcId="{A73BD18B-95AA-4D4F-BC94-F0329DDB238C}" destId="{0494F1FF-62F4-4830-B367-479F9231528F}" srcOrd="0" destOrd="0" presId="urn:microsoft.com/office/officeart/2018/2/layout/IconVerticalSolidList"/>
    <dgm:cxn modelId="{484BD451-6C8D-4ABE-8588-D38CF47DDFA9}" type="presParOf" srcId="{00B31291-24FB-4F87-BF42-C88677499272}" destId="{8529FD54-4060-45B8-9029-4A3709C97B9D}" srcOrd="0" destOrd="0" presId="urn:microsoft.com/office/officeart/2018/2/layout/IconVerticalSolidList"/>
    <dgm:cxn modelId="{C9025580-AACA-4B33-B250-2A66EF8224CB}" type="presParOf" srcId="{8529FD54-4060-45B8-9029-4A3709C97B9D}" destId="{24AF812C-179D-441A-90D8-420F6112E30A}" srcOrd="0" destOrd="0" presId="urn:microsoft.com/office/officeart/2018/2/layout/IconVerticalSolidList"/>
    <dgm:cxn modelId="{918CB891-A485-4544-B26B-0EE7E4A13CB0}" type="presParOf" srcId="{8529FD54-4060-45B8-9029-4A3709C97B9D}" destId="{0F91D220-A29F-4CC4-9CAC-79EE567C275F}" srcOrd="1" destOrd="0" presId="urn:microsoft.com/office/officeart/2018/2/layout/IconVerticalSolidList"/>
    <dgm:cxn modelId="{825EBD73-E66A-4A04-9F99-2E7EC3C228D3}" type="presParOf" srcId="{8529FD54-4060-45B8-9029-4A3709C97B9D}" destId="{86F2BCCE-EB1D-47B7-9B30-8B241CC33BCA}" srcOrd="2" destOrd="0" presId="urn:microsoft.com/office/officeart/2018/2/layout/IconVerticalSolidList"/>
    <dgm:cxn modelId="{590839B0-28DC-449A-BF9E-2113532DBEF2}" type="presParOf" srcId="{8529FD54-4060-45B8-9029-4A3709C97B9D}" destId="{4284B2AF-B6CC-4849-8CAD-AFC8380B5BE8}" srcOrd="3" destOrd="0" presId="urn:microsoft.com/office/officeart/2018/2/layout/IconVerticalSolidList"/>
    <dgm:cxn modelId="{19975B9B-E47D-4037-8943-7107674FA338}" type="presParOf" srcId="{00B31291-24FB-4F87-BF42-C88677499272}" destId="{100A25A0-661F-405C-9420-BA388A233498}" srcOrd="1" destOrd="0" presId="urn:microsoft.com/office/officeart/2018/2/layout/IconVerticalSolidList"/>
    <dgm:cxn modelId="{CF302643-E1D1-4CF7-8BCC-42600501B74C}" type="presParOf" srcId="{00B31291-24FB-4F87-BF42-C88677499272}" destId="{8B0183FE-C17B-4E5C-9B8B-88DFBB8EAE0B}" srcOrd="2" destOrd="0" presId="urn:microsoft.com/office/officeart/2018/2/layout/IconVerticalSolidList"/>
    <dgm:cxn modelId="{BBA43D80-F385-4702-917D-8B22B5FBBF0A}" type="presParOf" srcId="{8B0183FE-C17B-4E5C-9B8B-88DFBB8EAE0B}" destId="{50BB36DA-17CD-480E-8C7B-BE5552219791}" srcOrd="0" destOrd="0" presId="urn:microsoft.com/office/officeart/2018/2/layout/IconVerticalSolidList"/>
    <dgm:cxn modelId="{E344044B-C5F4-4C4F-8A3D-DE711A45DDA0}" type="presParOf" srcId="{8B0183FE-C17B-4E5C-9B8B-88DFBB8EAE0B}" destId="{6979031C-9773-4F9B-B5E5-F689B2AA6B1E}" srcOrd="1" destOrd="0" presId="urn:microsoft.com/office/officeart/2018/2/layout/IconVerticalSolidList"/>
    <dgm:cxn modelId="{405433F9-475D-426D-AB11-5BDCB4BE4B5C}" type="presParOf" srcId="{8B0183FE-C17B-4E5C-9B8B-88DFBB8EAE0B}" destId="{0453384D-9EE7-4FA5-B33D-3DE6BA5F7DD0}" srcOrd="2" destOrd="0" presId="urn:microsoft.com/office/officeart/2018/2/layout/IconVerticalSolidList"/>
    <dgm:cxn modelId="{F26832ED-F411-4C9B-AF23-C78400C0F083}" type="presParOf" srcId="{8B0183FE-C17B-4E5C-9B8B-88DFBB8EAE0B}" destId="{0F32C823-61DE-43A0-A726-E8B394FA5999}" srcOrd="3" destOrd="0" presId="urn:microsoft.com/office/officeart/2018/2/layout/IconVerticalSolidList"/>
    <dgm:cxn modelId="{1E4E5E86-6308-45F6-9807-CA4C56248A67}" type="presParOf" srcId="{00B31291-24FB-4F87-BF42-C88677499272}" destId="{83121E64-56D6-4358-B45C-657CAD6507A8}" srcOrd="3" destOrd="0" presId="urn:microsoft.com/office/officeart/2018/2/layout/IconVerticalSolidList"/>
    <dgm:cxn modelId="{A295D837-51B6-4725-B8F3-FC2D79F59270}" type="presParOf" srcId="{00B31291-24FB-4F87-BF42-C88677499272}" destId="{94CB997A-3F62-4D77-BCEB-2CFBCED76C0D}" srcOrd="4" destOrd="0" presId="urn:microsoft.com/office/officeart/2018/2/layout/IconVerticalSolidList"/>
    <dgm:cxn modelId="{CC5B2B78-69A1-48F3-8794-ABFDE792D8C9}" type="presParOf" srcId="{94CB997A-3F62-4D77-BCEB-2CFBCED76C0D}" destId="{EE349986-6A76-454A-B8F2-34C6A5D0F296}" srcOrd="0" destOrd="0" presId="urn:microsoft.com/office/officeart/2018/2/layout/IconVerticalSolidList"/>
    <dgm:cxn modelId="{54218200-3EE2-4D44-9464-E58CF5E96306}" type="presParOf" srcId="{94CB997A-3F62-4D77-BCEB-2CFBCED76C0D}" destId="{237F9C05-9F0C-414F-ADBB-2A2AA1E5B961}" srcOrd="1" destOrd="0" presId="urn:microsoft.com/office/officeart/2018/2/layout/IconVerticalSolidList"/>
    <dgm:cxn modelId="{19B65EBE-A56F-4E5D-B865-C508ED719141}" type="presParOf" srcId="{94CB997A-3F62-4D77-BCEB-2CFBCED76C0D}" destId="{6DF9D9B0-1DCC-45BA-8FBE-66696554300C}" srcOrd="2" destOrd="0" presId="urn:microsoft.com/office/officeart/2018/2/layout/IconVerticalSolidList"/>
    <dgm:cxn modelId="{F9DD2C9A-37D2-4766-A1E6-90EB7B479B67}" type="presParOf" srcId="{94CB997A-3F62-4D77-BCEB-2CFBCED76C0D}" destId="{0494F1FF-62F4-4830-B367-479F923152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BECB2-D2D4-412C-941D-A80874E1CDEB}">
      <dsp:nvSpPr>
        <dsp:cNvPr id="0" name=""/>
        <dsp:cNvSpPr/>
      </dsp:nvSpPr>
      <dsp:spPr>
        <a:xfrm>
          <a:off x="741" y="1522119"/>
          <a:ext cx="2603815" cy="16534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096B50-CF5E-45DA-8F21-008A51FA8479}">
      <dsp:nvSpPr>
        <dsp:cNvPr id="0" name=""/>
        <dsp:cNvSpPr/>
      </dsp:nvSpPr>
      <dsp:spPr>
        <a:xfrm>
          <a:off x="290054" y="1796966"/>
          <a:ext cx="2603815" cy="165342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PowerShell är standardverktyget för att administrera Windows-system i Sverige.</a:t>
          </a:r>
        </a:p>
      </dsp:txBody>
      <dsp:txXfrm>
        <a:off x="338481" y="1845393"/>
        <a:ext cx="2506961" cy="1556568"/>
      </dsp:txXfrm>
    </dsp:sp>
    <dsp:sp modelId="{F2E265D9-CB61-40E7-94F9-2A790041766D}">
      <dsp:nvSpPr>
        <dsp:cNvPr id="0" name=""/>
        <dsp:cNvSpPr/>
      </dsp:nvSpPr>
      <dsp:spPr>
        <a:xfrm>
          <a:off x="3183182" y="1522119"/>
          <a:ext cx="2603815" cy="165342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1883DF-6267-4989-8937-521CD17B91F5}">
      <dsp:nvSpPr>
        <dsp:cNvPr id="0" name=""/>
        <dsp:cNvSpPr/>
      </dsp:nvSpPr>
      <dsp:spPr>
        <a:xfrm>
          <a:off x="3472495" y="1796966"/>
          <a:ext cx="2603815" cy="165342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Varför? PowerShell kan hantera ALLA aspekter av Windows – tjänster, processer, register, filer, nätverk, Active Directory och IIS .</a:t>
          </a:r>
        </a:p>
      </dsp:txBody>
      <dsp:txXfrm>
        <a:off x="3520922" y="1845393"/>
        <a:ext cx="2506961" cy="1556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A8038-42BF-4A6B-A942-A0303CC14CB5}">
      <dsp:nvSpPr>
        <dsp:cNvPr id="0" name=""/>
        <dsp:cNvSpPr/>
      </dsp:nvSpPr>
      <dsp:spPr>
        <a:xfrm>
          <a:off x="1441" y="726192"/>
          <a:ext cx="5060004" cy="32131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86E06-76FA-4A5A-A913-7D2CF2B53151}">
      <dsp:nvSpPr>
        <dsp:cNvPr id="0" name=""/>
        <dsp:cNvSpPr/>
      </dsp:nvSpPr>
      <dsp:spPr>
        <a:xfrm>
          <a:off x="563664" y="1260304"/>
          <a:ext cx="5060004" cy="3213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"/>
              <a:ea typeface="+mn-ea"/>
              <a:cs typeface="+mn-cs"/>
            </a:rPr>
            <a:t>Alla </a:t>
          </a:r>
          <a:r>
            <a:rPr lang="en-US" sz="2400" kern="1200" dirty="0" err="1">
              <a:latin typeface="Aptos"/>
              <a:ea typeface="+mn-ea"/>
              <a:cs typeface="+mn-cs"/>
            </a:rPr>
            <a:t>systemadministrations</a:t>
          </a:r>
          <a:r>
            <a:rPr lang="en-US" sz="2400" kern="1200" dirty="0">
              <a:latin typeface="Aptos"/>
              <a:ea typeface="+mn-ea"/>
              <a:cs typeface="+mn-cs"/>
            </a:rPr>
            <a:t>-cmdlets </a:t>
          </a:r>
          <a:r>
            <a:rPr lang="en-US" sz="2400" kern="1200" dirty="0" err="1">
              <a:latin typeface="Aptos"/>
              <a:ea typeface="+mn-ea"/>
              <a:cs typeface="+mn-cs"/>
            </a:rPr>
            <a:t>finns</a:t>
          </a:r>
          <a:r>
            <a:rPr lang="en-US" sz="2400" kern="1200" dirty="0">
              <a:latin typeface="Aptos"/>
              <a:ea typeface="+mn-ea"/>
              <a:cs typeface="+mn-cs"/>
            </a:rPr>
            <a:t> </a:t>
          </a:r>
          <a:r>
            <a:rPr lang="en-US" sz="2400" kern="1200" dirty="0" err="1">
              <a:latin typeface="Aptos"/>
              <a:ea typeface="+mn-ea"/>
              <a:cs typeface="+mn-cs"/>
            </a:rPr>
            <a:t>i</a:t>
          </a:r>
          <a:r>
            <a:rPr lang="en-US" sz="2400" kern="1200" dirty="0">
              <a:latin typeface="Aptos"/>
              <a:ea typeface="+mn-ea"/>
              <a:cs typeface="+mn-cs"/>
            </a:rPr>
            <a:t> </a:t>
          </a:r>
          <a:r>
            <a:rPr lang="en-US" sz="2400" kern="1200" dirty="0" err="1">
              <a:latin typeface="Aptos"/>
              <a:ea typeface="+mn-ea"/>
              <a:cs typeface="+mn-cs"/>
            </a:rPr>
            <a:t>modulen</a:t>
          </a:r>
          <a:r>
            <a:rPr lang="en-US" sz="2400" kern="1200" dirty="0">
              <a:latin typeface="Aptos"/>
              <a:ea typeface="+mn-ea"/>
              <a:cs typeface="+mn-cs"/>
            </a:rPr>
            <a:t> </a:t>
          </a:r>
          <a:r>
            <a:rPr lang="en-US" sz="2400" kern="1200" dirty="0" err="1">
              <a:latin typeface="Aptos"/>
              <a:ea typeface="+mn-ea"/>
              <a:cs typeface="+mn-cs"/>
            </a:rPr>
            <a:t>Microsoft.PowerShell.Management</a:t>
          </a:r>
          <a:r>
            <a:rPr lang="en-US" sz="2400" kern="1200" dirty="0">
              <a:latin typeface="Aptos"/>
              <a:ea typeface="+mn-ea"/>
              <a:cs typeface="+mn-cs"/>
            </a:rPr>
            <a:t> .</a:t>
          </a:r>
        </a:p>
      </dsp:txBody>
      <dsp:txXfrm>
        <a:off x="657773" y="1354413"/>
        <a:ext cx="4871786" cy="3024885"/>
      </dsp:txXfrm>
    </dsp:sp>
    <dsp:sp modelId="{701361CC-BC36-40ED-BB4C-AB027AFAF3DC}">
      <dsp:nvSpPr>
        <dsp:cNvPr id="0" name=""/>
        <dsp:cNvSpPr/>
      </dsp:nvSpPr>
      <dsp:spPr>
        <a:xfrm>
          <a:off x="6185891" y="726192"/>
          <a:ext cx="5060004" cy="32131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A2AD5-4601-4D7C-BD44-A2062B7FE23D}">
      <dsp:nvSpPr>
        <dsp:cNvPr id="0" name=""/>
        <dsp:cNvSpPr/>
      </dsp:nvSpPr>
      <dsp:spPr>
        <a:xfrm>
          <a:off x="6748114" y="1260304"/>
          <a:ext cx="5060004" cy="3213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Aptos"/>
              <a:ea typeface="+mn-ea"/>
              <a:cs typeface="+mn-cs"/>
            </a:rPr>
            <a:t>Så</a:t>
          </a:r>
          <a:r>
            <a:rPr lang="en-US" sz="2400" kern="1200" dirty="0">
              <a:latin typeface="Aptos"/>
              <a:ea typeface="+mn-ea"/>
              <a:cs typeface="+mn-cs"/>
            </a:rPr>
            <a:t> </a:t>
          </a:r>
          <a:r>
            <a:rPr lang="en-US" sz="2400" kern="1200" dirty="0" err="1">
              <a:latin typeface="Aptos"/>
              <a:ea typeface="+mn-ea"/>
              <a:cs typeface="+mn-cs"/>
            </a:rPr>
            <a:t>här</a:t>
          </a:r>
          <a:r>
            <a:rPr lang="en-US" sz="2400" kern="1200" dirty="0">
              <a:latin typeface="Aptos"/>
              <a:ea typeface="+mn-ea"/>
              <a:cs typeface="+mn-cs"/>
            </a:rPr>
            <a:t> ser du alla </a:t>
          </a:r>
          <a:r>
            <a:rPr lang="en-US" sz="2400" kern="1200" dirty="0" err="1">
              <a:latin typeface="Aptos"/>
              <a:ea typeface="+mn-ea"/>
              <a:cs typeface="+mn-cs"/>
            </a:rPr>
            <a:t>kommandon</a:t>
          </a:r>
          <a:r>
            <a:rPr lang="en-US" sz="2400" kern="1200" dirty="0">
              <a:latin typeface="Aptos"/>
              <a:ea typeface="+mn-ea"/>
              <a:cs typeface="+mn-cs"/>
            </a:rPr>
            <a:t>: Get-Command -Module </a:t>
          </a:r>
          <a:r>
            <a:rPr lang="en-US" sz="2400" kern="1200" dirty="0" err="1">
              <a:latin typeface="Aptos"/>
              <a:ea typeface="+mn-ea"/>
              <a:cs typeface="+mn-cs"/>
            </a:rPr>
            <a:t>Microsoft.PowerShell.Management</a:t>
          </a:r>
        </a:p>
      </dsp:txBody>
      <dsp:txXfrm>
        <a:off x="6842223" y="1354413"/>
        <a:ext cx="4871786" cy="30248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0AF82C-074B-45E5-A2B9-738BEAA8ED22}">
      <dsp:nvSpPr>
        <dsp:cNvPr id="0" name=""/>
        <dsp:cNvSpPr/>
      </dsp:nvSpPr>
      <dsp:spPr>
        <a:xfrm>
          <a:off x="0" y="478697"/>
          <a:ext cx="7106732" cy="88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2A3E4-0927-4FAC-B71A-3F8D67DD82F3}">
      <dsp:nvSpPr>
        <dsp:cNvPr id="0" name=""/>
        <dsp:cNvSpPr/>
      </dsp:nvSpPr>
      <dsp:spPr>
        <a:xfrm>
          <a:off x="267333" y="677540"/>
          <a:ext cx="486061" cy="4860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1E50C-5EA7-4078-9E74-52A9D4ABCC9D}">
      <dsp:nvSpPr>
        <dsp:cNvPr id="0" name=""/>
        <dsp:cNvSpPr/>
      </dsp:nvSpPr>
      <dsp:spPr>
        <a:xfrm>
          <a:off x="1020729" y="478697"/>
          <a:ext cx="6086002" cy="88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530" tIns="93530" rIns="93530" bIns="935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Tjänster = Program som körs i bakgrunden (t.ex. webbserver, skrivare, nätverk).</a:t>
          </a:r>
        </a:p>
      </dsp:txBody>
      <dsp:txXfrm>
        <a:off x="1020729" y="478697"/>
        <a:ext cx="6086002" cy="883748"/>
      </dsp:txXfrm>
    </dsp:sp>
    <dsp:sp modelId="{AEC13678-8245-4DDA-8609-CAAC8E54582D}">
      <dsp:nvSpPr>
        <dsp:cNvPr id="0" name=""/>
        <dsp:cNvSpPr/>
      </dsp:nvSpPr>
      <dsp:spPr>
        <a:xfrm>
          <a:off x="0" y="1583382"/>
          <a:ext cx="7106732" cy="88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E7F2C-E922-41DA-870E-6CD832BB1D0E}">
      <dsp:nvSpPr>
        <dsp:cNvPr id="0" name=""/>
        <dsp:cNvSpPr/>
      </dsp:nvSpPr>
      <dsp:spPr>
        <a:xfrm>
          <a:off x="267333" y="1782225"/>
          <a:ext cx="486061" cy="4860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6466D-87E5-4658-98A8-A23280B50F2F}">
      <dsp:nvSpPr>
        <dsp:cNvPr id="0" name=""/>
        <dsp:cNvSpPr/>
      </dsp:nvSpPr>
      <dsp:spPr>
        <a:xfrm>
          <a:off x="1020729" y="1583382"/>
          <a:ext cx="6086002" cy="88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530" tIns="93530" rIns="93530" bIns="935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Viktiga kommandon:</a:t>
          </a:r>
        </a:p>
      </dsp:txBody>
      <dsp:txXfrm>
        <a:off x="1020729" y="1583382"/>
        <a:ext cx="6086002" cy="8837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828EC-B30F-4348-97FF-432F2C2AE667}">
      <dsp:nvSpPr>
        <dsp:cNvPr id="0" name=""/>
        <dsp:cNvSpPr/>
      </dsp:nvSpPr>
      <dsp:spPr>
        <a:xfrm>
          <a:off x="0" y="544706"/>
          <a:ext cx="7933690" cy="1005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4AC2C-11A3-4697-9BDC-518152DF07BA}">
      <dsp:nvSpPr>
        <dsp:cNvPr id="0" name=""/>
        <dsp:cNvSpPr/>
      </dsp:nvSpPr>
      <dsp:spPr>
        <a:xfrm>
          <a:off x="304197" y="770968"/>
          <a:ext cx="553086" cy="5530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E2644-C375-4260-B920-CDBC12C79E1C}">
      <dsp:nvSpPr>
        <dsp:cNvPr id="0" name=""/>
        <dsp:cNvSpPr/>
      </dsp:nvSpPr>
      <dsp:spPr>
        <a:xfrm>
          <a:off x="1161481" y="544706"/>
          <a:ext cx="6772208" cy="1005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27" tIns="106427" rIns="106427" bIns="1064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Registret = Windows "hjärna" – alla inställningar lagras här.</a:t>
          </a:r>
        </a:p>
      </dsp:txBody>
      <dsp:txXfrm>
        <a:off x="1161481" y="544706"/>
        <a:ext cx="6772208" cy="1005611"/>
      </dsp:txXfrm>
    </dsp:sp>
    <dsp:sp modelId="{413346DA-0F80-4614-BDBF-0BAF76882B70}">
      <dsp:nvSpPr>
        <dsp:cNvPr id="0" name=""/>
        <dsp:cNvSpPr/>
      </dsp:nvSpPr>
      <dsp:spPr>
        <a:xfrm>
          <a:off x="0" y="1801720"/>
          <a:ext cx="7933690" cy="1005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2EBFA-1578-4DB4-817D-D077CF70A1D5}">
      <dsp:nvSpPr>
        <dsp:cNvPr id="0" name=""/>
        <dsp:cNvSpPr/>
      </dsp:nvSpPr>
      <dsp:spPr>
        <a:xfrm>
          <a:off x="304197" y="2027982"/>
          <a:ext cx="553086" cy="5530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9353B-6AA9-4325-A240-022B3626664D}">
      <dsp:nvSpPr>
        <dsp:cNvPr id="0" name=""/>
        <dsp:cNvSpPr/>
      </dsp:nvSpPr>
      <dsp:spPr>
        <a:xfrm>
          <a:off x="1161481" y="1801720"/>
          <a:ext cx="6772208" cy="1005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27" tIns="106427" rIns="106427" bIns="1064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PowerShell-registerprovidern ger dig tillgång till registret som en enhet (HKLM:, HKCU:) .</a:t>
          </a:r>
        </a:p>
      </dsp:txBody>
      <dsp:txXfrm>
        <a:off x="1161481" y="1801720"/>
        <a:ext cx="6772208" cy="10056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34ED8-467F-4B99-90FA-C11BA214A939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1387E-FB69-4ED7-8D12-F132F4036357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9D2F0-2DD5-4C73-AC13-975926C191E5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PowerShell kan hantera hela IIS (webbserver) – perfekt för automatisering!</a:t>
          </a:r>
        </a:p>
      </dsp:txBody>
      <dsp:txXfrm>
        <a:off x="1507738" y="707092"/>
        <a:ext cx="9007861" cy="1305401"/>
      </dsp:txXfrm>
    </dsp:sp>
    <dsp:sp modelId="{65053948-2602-4920-8D16-5D8FEAE9AC57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84BB2-603D-4FB6-96F3-4A68386743DE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D2816-2037-4A30-98A1-E05D1467B408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Modulen WebAdministration levereras med Windows Server och innehåller IIS-cmdlets .</a:t>
          </a:r>
        </a:p>
      </dsp:txBody>
      <dsp:txXfrm>
        <a:off x="1507738" y="2338844"/>
        <a:ext cx="9007861" cy="13054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F812C-179D-441A-90D8-420F6112E30A}">
      <dsp:nvSpPr>
        <dsp:cNvPr id="0" name=""/>
        <dsp:cNvSpPr/>
      </dsp:nvSpPr>
      <dsp:spPr>
        <a:xfrm>
          <a:off x="0" y="1619"/>
          <a:ext cx="7107010" cy="823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1D220-A29F-4CC4-9CAC-79EE567C275F}">
      <dsp:nvSpPr>
        <dsp:cNvPr id="0" name=""/>
        <dsp:cNvSpPr/>
      </dsp:nvSpPr>
      <dsp:spPr>
        <a:xfrm>
          <a:off x="24916" y="20151"/>
          <a:ext cx="45301" cy="45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4B2AF-B6CC-4849-8CAD-AFC8380B5BE8}">
      <dsp:nvSpPr>
        <dsp:cNvPr id="0" name=""/>
        <dsp:cNvSpPr/>
      </dsp:nvSpPr>
      <dsp:spPr>
        <a:xfrm>
          <a:off x="95133" y="1619"/>
          <a:ext cx="5197832" cy="159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759" tIns="168759" rIns="168759" bIns="1687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 </a:t>
          </a:r>
          <a:r>
            <a:rPr lang="en-US" sz="1400" kern="1200" dirty="0" err="1"/>
            <a:t>vanlig</a:t>
          </a:r>
          <a:r>
            <a:rPr lang="en-US" sz="1400" kern="1200" dirty="0"/>
            <a:t> </a:t>
          </a:r>
          <a:r>
            <a:rPr lang="en-US" sz="1400" kern="1200" dirty="0" err="1"/>
            <a:t>produktionsuppgift</a:t>
          </a:r>
          <a:r>
            <a:rPr lang="en-US" sz="1400" kern="1200" dirty="0"/>
            <a:t>: </a:t>
          </a:r>
          <a:r>
            <a:rPr lang="en-US" sz="1400" kern="1200" dirty="0" err="1"/>
            <a:t>tillämpa</a:t>
          </a:r>
          <a:r>
            <a:rPr lang="en-US" sz="1400" kern="1200" dirty="0"/>
            <a:t> </a:t>
          </a:r>
          <a:r>
            <a:rPr lang="en-US" sz="1400" kern="1200" dirty="0" err="1"/>
            <a:t>samma</a:t>
          </a:r>
          <a:r>
            <a:rPr lang="en-US" sz="1400" kern="1200" dirty="0"/>
            <a:t> </a:t>
          </a:r>
          <a:r>
            <a:rPr lang="en-US" sz="1400" kern="1200" dirty="0" err="1"/>
            <a:t>inställning</a:t>
          </a:r>
          <a:r>
            <a:rPr lang="en-US" sz="1400" kern="1200" dirty="0"/>
            <a:t> </a:t>
          </a:r>
          <a:r>
            <a:rPr lang="en-US" sz="1400" kern="1200" dirty="0" err="1"/>
            <a:t>på</a:t>
          </a:r>
          <a:r>
            <a:rPr lang="en-US" sz="1400" kern="1200" dirty="0"/>
            <a:t> alla </a:t>
          </a:r>
          <a:r>
            <a:rPr lang="en-US" sz="1400" kern="1200" dirty="0" err="1"/>
            <a:t>webbplatser</a:t>
          </a:r>
          <a:r>
            <a:rPr lang="en-US" sz="1400" kern="1200" dirty="0"/>
            <a:t> .</a:t>
          </a:r>
        </a:p>
      </dsp:txBody>
      <dsp:txXfrm>
        <a:off x="95133" y="1619"/>
        <a:ext cx="5197832" cy="1594573"/>
      </dsp:txXfrm>
    </dsp:sp>
    <dsp:sp modelId="{50BB36DA-17CD-480E-8C7B-BE5552219791}">
      <dsp:nvSpPr>
        <dsp:cNvPr id="0" name=""/>
        <dsp:cNvSpPr/>
      </dsp:nvSpPr>
      <dsp:spPr>
        <a:xfrm>
          <a:off x="0" y="1778430"/>
          <a:ext cx="7107010" cy="823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9031C-9773-4F9B-B5E5-F689B2AA6B1E}">
      <dsp:nvSpPr>
        <dsp:cNvPr id="0" name=""/>
        <dsp:cNvSpPr/>
      </dsp:nvSpPr>
      <dsp:spPr>
        <a:xfrm>
          <a:off x="24916" y="1796962"/>
          <a:ext cx="45301" cy="45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2C823-61DE-43A0-A726-E8B394FA5999}">
      <dsp:nvSpPr>
        <dsp:cNvPr id="0" name=""/>
        <dsp:cNvSpPr/>
      </dsp:nvSpPr>
      <dsp:spPr>
        <a:xfrm>
          <a:off x="95133" y="1778430"/>
          <a:ext cx="5197832" cy="159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759" tIns="168759" rIns="168759" bIns="1687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Exempel</a:t>
          </a:r>
          <a:r>
            <a:rPr lang="en-US" sz="1400" kern="1200" dirty="0"/>
            <a:t> – </a:t>
          </a:r>
          <a:r>
            <a:rPr lang="en-US" sz="1400" kern="1200" dirty="0" err="1"/>
            <a:t>inaktivera</a:t>
          </a:r>
          <a:r>
            <a:rPr lang="en-US" sz="1400" kern="1200" dirty="0"/>
            <a:t> </a:t>
          </a:r>
          <a:r>
            <a:rPr lang="en-US" sz="1400" kern="1200" dirty="0" err="1"/>
            <a:t>katalogbläddring</a:t>
          </a:r>
          <a:r>
            <a:rPr lang="en-US" sz="1400" kern="1200" dirty="0"/>
            <a:t> </a:t>
          </a:r>
          <a:r>
            <a:rPr lang="en-US" sz="1400" kern="1200" dirty="0" err="1"/>
            <a:t>på</a:t>
          </a:r>
          <a:r>
            <a:rPr lang="en-US" sz="1400" kern="1200" dirty="0"/>
            <a:t> ALLA </a:t>
          </a:r>
          <a:r>
            <a:rPr lang="en-US" sz="1400" kern="1200" dirty="0" err="1"/>
            <a:t>webbplatser</a:t>
          </a:r>
          <a:r>
            <a:rPr lang="en-US" sz="1400" kern="1200" dirty="0"/>
            <a:t>:</a:t>
          </a:r>
        </a:p>
      </dsp:txBody>
      <dsp:txXfrm>
        <a:off x="95133" y="1778430"/>
        <a:ext cx="5197832" cy="1594573"/>
      </dsp:txXfrm>
    </dsp:sp>
    <dsp:sp modelId="{EE349986-6A76-454A-B8F2-34C6A5D0F296}">
      <dsp:nvSpPr>
        <dsp:cNvPr id="0" name=""/>
        <dsp:cNvSpPr/>
      </dsp:nvSpPr>
      <dsp:spPr>
        <a:xfrm>
          <a:off x="0" y="3555240"/>
          <a:ext cx="7107010" cy="823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F9C05-9F0C-414F-ADBB-2A2AA1E5B961}">
      <dsp:nvSpPr>
        <dsp:cNvPr id="0" name=""/>
        <dsp:cNvSpPr/>
      </dsp:nvSpPr>
      <dsp:spPr>
        <a:xfrm>
          <a:off x="24916" y="3573773"/>
          <a:ext cx="45301" cy="45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4F1FF-62F4-4830-B367-479F9231528F}">
      <dsp:nvSpPr>
        <dsp:cNvPr id="0" name=""/>
        <dsp:cNvSpPr/>
      </dsp:nvSpPr>
      <dsp:spPr>
        <a:xfrm>
          <a:off x="95133" y="3555240"/>
          <a:ext cx="5197832" cy="159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759" tIns="168759" rIns="168759" bIns="1687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4078F2"/>
              </a:solidFill>
              <a:latin typeface="Consolas"/>
            </a:rPr>
            <a:t>Import-Module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</a:t>
          </a:r>
          <a:r>
            <a:rPr lang="en-US" sz="1400" kern="1200" dirty="0" err="1">
              <a:solidFill>
                <a:srgbClr val="0F1115"/>
              </a:solidFill>
              <a:latin typeface="Consolas"/>
            </a:rPr>
            <a:t>WebAdministration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
</a:t>
          </a:r>
          <a:r>
            <a:rPr lang="en-US" sz="1400" kern="1200" dirty="0">
              <a:solidFill>
                <a:srgbClr val="A626A4"/>
              </a:solidFill>
              <a:latin typeface="Consolas"/>
            </a:rPr>
            <a:t>foreach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(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$site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in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Get-Website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)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{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
   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Set-</a:t>
          </a:r>
          <a:r>
            <a:rPr lang="en-US" sz="1400" kern="1200" dirty="0" err="1">
              <a:solidFill>
                <a:srgbClr val="4078F2"/>
              </a:solidFill>
              <a:latin typeface="Consolas"/>
            </a:rPr>
            <a:t>WebConfigurationProperty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`
       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-</a:t>
          </a:r>
          <a:r>
            <a:rPr lang="en-US" sz="1400" kern="1200" dirty="0">
              <a:solidFill>
                <a:srgbClr val="A626A4"/>
              </a:solidFill>
              <a:latin typeface="Consolas"/>
            </a:rPr>
            <a:t>Filter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"/</a:t>
          </a:r>
          <a:r>
            <a:rPr lang="en-US" sz="1400" kern="1200" dirty="0" err="1">
              <a:solidFill>
                <a:srgbClr val="50A14F"/>
              </a:solidFill>
              <a:latin typeface="Consolas"/>
            </a:rPr>
            <a:t>system.webServer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/</a:t>
          </a:r>
          <a:r>
            <a:rPr lang="en-US" sz="1400" kern="1200" dirty="0" err="1">
              <a:solidFill>
                <a:srgbClr val="50A14F"/>
              </a:solidFill>
              <a:latin typeface="Consolas"/>
            </a:rPr>
            <a:t>directoryBrowse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"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`
       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-</a:t>
          </a:r>
          <a:r>
            <a:rPr lang="en-US" sz="1400" kern="1200" dirty="0" err="1">
              <a:solidFill>
                <a:srgbClr val="0F1115"/>
              </a:solidFill>
              <a:latin typeface="Consolas"/>
            </a:rPr>
            <a:t>PSPath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"IIS:\Sites\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$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(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$</a:t>
          </a:r>
          <a:r>
            <a:rPr lang="en-US" sz="1400" kern="1200" dirty="0" err="1">
              <a:solidFill>
                <a:srgbClr val="4078F2"/>
              </a:solidFill>
              <a:latin typeface="Consolas"/>
            </a:rPr>
            <a:t>site</a:t>
          </a:r>
          <a:r>
            <a:rPr lang="en-US" sz="1400" kern="1200" dirty="0" err="1">
              <a:solidFill>
                <a:srgbClr val="383A42"/>
              </a:solidFill>
              <a:latin typeface="Consolas"/>
            </a:rPr>
            <a:t>.</a:t>
          </a:r>
          <a:r>
            <a:rPr lang="en-US" sz="1400" kern="1200" dirty="0" err="1">
              <a:solidFill>
                <a:srgbClr val="4078F2"/>
              </a:solidFill>
              <a:latin typeface="Consolas"/>
            </a:rPr>
            <a:t>Name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)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"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`
       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-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Name enabled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-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Value </a:t>
          </a:r>
          <a:r>
            <a:rPr lang="en-US" sz="1400" kern="1200" dirty="0">
              <a:solidFill>
                <a:srgbClr val="B76B01"/>
              </a:solidFill>
              <a:latin typeface="Consolas"/>
            </a:rPr>
            <a:t>$false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
   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Write-Host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 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"Directory browsing disabled: 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$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(</a:t>
          </a:r>
          <a:r>
            <a:rPr lang="en-US" sz="1400" kern="1200" dirty="0">
              <a:solidFill>
                <a:srgbClr val="4078F2"/>
              </a:solidFill>
              <a:latin typeface="Consolas"/>
            </a:rPr>
            <a:t>$</a:t>
          </a:r>
          <a:r>
            <a:rPr lang="en-US" sz="1400" kern="1200" dirty="0" err="1">
              <a:solidFill>
                <a:srgbClr val="4078F2"/>
              </a:solidFill>
              <a:latin typeface="Consolas"/>
            </a:rPr>
            <a:t>site</a:t>
          </a:r>
          <a:r>
            <a:rPr lang="en-US" sz="1400" kern="1200" dirty="0" err="1">
              <a:solidFill>
                <a:srgbClr val="383A42"/>
              </a:solidFill>
              <a:latin typeface="Consolas"/>
            </a:rPr>
            <a:t>.</a:t>
          </a:r>
          <a:r>
            <a:rPr lang="en-US" sz="1400" kern="1200" dirty="0" err="1">
              <a:solidFill>
                <a:srgbClr val="4078F2"/>
              </a:solidFill>
              <a:latin typeface="Consolas"/>
            </a:rPr>
            <a:t>Name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)</a:t>
          </a:r>
          <a:r>
            <a:rPr lang="en-US" sz="1400" kern="1200" dirty="0">
              <a:solidFill>
                <a:srgbClr val="50A14F"/>
              </a:solidFill>
              <a:latin typeface="Consolas"/>
            </a:rPr>
            <a:t>"</a:t>
          </a:r>
          <a:r>
            <a:rPr lang="en-US" sz="1400" kern="1200" dirty="0">
              <a:solidFill>
                <a:srgbClr val="0F1115"/>
              </a:solidFill>
              <a:latin typeface="Consolas"/>
            </a:rPr>
            <a:t>
</a:t>
          </a:r>
          <a:r>
            <a:rPr lang="en-US" sz="1400" kern="1200" dirty="0">
              <a:solidFill>
                <a:srgbClr val="383A42"/>
              </a:solidFill>
              <a:latin typeface="Consolas"/>
            </a:rPr>
            <a:t>}</a:t>
          </a:r>
          <a:endParaRPr lang="en-US" sz="1400" kern="1200" dirty="0"/>
        </a:p>
      </dsp:txBody>
      <dsp:txXfrm>
        <a:off x="95133" y="3555240"/>
        <a:ext cx="5197832" cy="1594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forms.gle/b93SK11nePfjryaG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sv-SE" sz="6100">
                <a:solidFill>
                  <a:schemeClr val="bg1"/>
                </a:solidFill>
                <a:ea typeface="+mj-lt"/>
                <a:cs typeface="+mj-lt"/>
              </a:rPr>
              <a:t>PowerShell Systemadministration</a:t>
            </a:r>
            <a:endParaRPr lang="sv-SE" sz="6100">
              <a:solidFill>
                <a:schemeClr val="bg1"/>
              </a:solidFill>
            </a:endParaRP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sv-SE">
                <a:solidFill>
                  <a:schemeClr val="bg1"/>
                </a:solidFill>
              </a:rPr>
              <a:t>Arseniy Buzyan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26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28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4F0442B-0D67-9D4B-FA63-177213D3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51" y="997789"/>
            <a:ext cx="5907743" cy="1330840"/>
          </a:xfrm>
        </p:spPr>
        <p:txBody>
          <a:bodyPr>
            <a:noAutofit/>
          </a:bodyPr>
          <a:lstStyle/>
          <a:p>
            <a:r>
              <a:rPr lang="sv-SE" sz="6600">
                <a:ea typeface="+mj-lt"/>
                <a:cs typeface="+mj-lt"/>
              </a:rPr>
              <a:t>En Introduktion</a:t>
            </a:r>
          </a:p>
        </p:txBody>
      </p:sp>
      <p:pic>
        <p:nvPicPr>
          <p:cNvPr id="22" name="Bildobjekt 21">
            <a:extLst>
              <a:ext uri="{FF2B5EF4-FFF2-40B4-BE49-F238E27FC236}">
                <a16:creationId xmlns:a16="http://schemas.microsoft.com/office/drawing/2014/main" id="{867E4A01-7A6D-DDDB-CE69-8C9EAA938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460" y="993609"/>
            <a:ext cx="5470894" cy="4519186"/>
          </a:xfrm>
          <a:prstGeom prst="rect">
            <a:avLst/>
          </a:prstGeom>
        </p:spPr>
      </p:pic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8350FBE1-3803-447E-01AF-029EC13A0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639304"/>
              </p:ext>
            </p:extLst>
          </p:nvPr>
        </p:nvGraphicFramePr>
        <p:xfrm>
          <a:off x="1224" y="1935310"/>
          <a:ext cx="6077053" cy="4972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7" name="textruta 86">
            <a:extLst>
              <a:ext uri="{FF2B5EF4-FFF2-40B4-BE49-F238E27FC236}">
                <a16:creationId xmlns:a16="http://schemas.microsoft.com/office/drawing/2014/main" id="{E8BE3AB9-A887-FD08-CC86-87A71BF3A757}"/>
              </a:ext>
            </a:extLst>
          </p:cNvPr>
          <p:cNvSpPr txBox="1"/>
          <p:nvPr/>
        </p:nvSpPr>
        <p:spPr>
          <a:xfrm>
            <a:off x="6229684" y="5928894"/>
            <a:ext cx="59623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Microsoft.PowerShell.Management-modulen</a:t>
            </a:r>
            <a:r>
              <a:rPr lang="en-US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innehåller över 70 inbyggda cmdlets för systemadministration .</a:t>
            </a:r>
            <a:endParaRPr lang="en-US"/>
          </a:p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512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5709986-7A88-FC92-DEB1-2A31E9BB6A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1818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66B6F2B-E809-6B09-282B-EBDA9207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Microsoft.PowerShell.Management – Ditt Verktygslåda</a:t>
            </a:r>
            <a:endParaRPr lang="sv-SE"/>
          </a:p>
        </p:txBody>
      </p:sp>
      <p:graphicFrame>
        <p:nvGraphicFramePr>
          <p:cNvPr id="12" name="Platshållare för innehåll 2">
            <a:extLst>
              <a:ext uri="{FF2B5EF4-FFF2-40B4-BE49-F238E27FC236}">
                <a16:creationId xmlns:a16="http://schemas.microsoft.com/office/drawing/2014/main" id="{B053200B-3ED8-ECF6-FD45-BA423886B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344385"/>
              </p:ext>
            </p:extLst>
          </p:nvPr>
        </p:nvGraphicFramePr>
        <p:xfrm>
          <a:off x="162465" y="1653098"/>
          <a:ext cx="11809561" cy="519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251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7E5FCB82-2AF4-5482-26F6-83FB28B9C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6" b="3333"/>
          <a:stretch>
            <a:fillRect/>
          </a:stretch>
        </p:blipFill>
        <p:spPr>
          <a:xfrm>
            <a:off x="20" y="115582"/>
            <a:ext cx="12197589" cy="662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5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142A906-361C-50E6-EFAF-75AF477F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1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De viktigaste cmdlets för dig</a:t>
            </a:r>
            <a:endParaRPr lang="sv-SE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F6B5DDB-2177-4374-4983-575F7F06A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43821"/>
              </p:ext>
            </p:extLst>
          </p:nvPr>
        </p:nvGraphicFramePr>
        <p:xfrm>
          <a:off x="3957052" y="147052"/>
          <a:ext cx="8236618" cy="61635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4619">
                  <a:extLst>
                    <a:ext uri="{9D8B030D-6E8A-4147-A177-3AD203B41FA5}">
                      <a16:colId xmlns:a16="http://schemas.microsoft.com/office/drawing/2014/main" val="2831574357"/>
                    </a:ext>
                  </a:extLst>
                </a:gridCol>
                <a:gridCol w="2838115">
                  <a:extLst>
                    <a:ext uri="{9D8B030D-6E8A-4147-A177-3AD203B41FA5}">
                      <a16:colId xmlns:a16="http://schemas.microsoft.com/office/drawing/2014/main" val="1533077280"/>
                    </a:ext>
                  </a:extLst>
                </a:gridCol>
                <a:gridCol w="3383884">
                  <a:extLst>
                    <a:ext uri="{9D8B030D-6E8A-4147-A177-3AD203B41FA5}">
                      <a16:colId xmlns:a16="http://schemas.microsoft.com/office/drawing/2014/main" val="3563979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Cmdlet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05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tjänster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37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Start-Service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en tjänst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Start-Service -Name W3SVC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2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Stop-Service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Stoppa en tjänst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Stop-Service -Name Spooler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7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Restart-Service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om en tjänst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Restart-Service -Name W3SVC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418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processer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53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Stop-Process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Stoppa en process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Stop-Process -Name notepad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66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Get-ItemProperty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 register-värde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Get-ItemProperty -Path HKLM:\SOFTWARE\...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3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Set-ItemProperty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Ändra register-värde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Set-ItemProperty -Path ... -Name "Version" -Value "1.0"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684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58318861-27EC-214D-D491-C50195D61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6" r="-52" b="6035"/>
          <a:stretch>
            <a:fillRect/>
          </a:stretch>
        </p:blipFill>
        <p:spPr>
          <a:xfrm>
            <a:off x="-5524" y="212344"/>
            <a:ext cx="12196710" cy="642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6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2213F2B-2FF8-D912-D55E-9E72EC8A2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Hantera Tjänster – Grunden i Windows</a:t>
            </a:r>
            <a:endParaRPr lang="sv-SE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1590A757-6A9B-CAE0-C023-18DE0B54B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097965"/>
              </p:ext>
            </p:extLst>
          </p:nvPr>
        </p:nvGraphicFramePr>
        <p:xfrm>
          <a:off x="5081573" y="3087"/>
          <a:ext cx="7106732" cy="2945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5" name="Tabell 54">
            <a:extLst>
              <a:ext uri="{FF2B5EF4-FFF2-40B4-BE49-F238E27FC236}">
                <a16:creationId xmlns:a16="http://schemas.microsoft.com/office/drawing/2014/main" id="{F23E1B20-8455-BE7E-3564-8C10891A8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80992"/>
              </p:ext>
            </p:extLst>
          </p:nvPr>
        </p:nvGraphicFramePr>
        <p:xfrm>
          <a:off x="4892842" y="2606842"/>
          <a:ext cx="7330646" cy="41275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8156">
                  <a:extLst>
                    <a:ext uri="{9D8B030D-6E8A-4147-A177-3AD203B41FA5}">
                      <a16:colId xmlns:a16="http://schemas.microsoft.com/office/drawing/2014/main" val="3924190262"/>
                    </a:ext>
                  </a:extLst>
                </a:gridCol>
                <a:gridCol w="2632242">
                  <a:extLst>
                    <a:ext uri="{9D8B030D-6E8A-4147-A177-3AD203B41FA5}">
                      <a16:colId xmlns:a16="http://schemas.microsoft.com/office/drawing/2014/main" val="3501458649"/>
                    </a:ext>
                  </a:extLst>
                </a:gridCol>
                <a:gridCol w="2860248">
                  <a:extLst>
                    <a:ext uri="{9D8B030D-6E8A-4147-A177-3AD203B41FA5}">
                      <a16:colId xmlns:a16="http://schemas.microsoft.com/office/drawing/2014/main" val="2979901660"/>
                    </a:ext>
                  </a:extLst>
                </a:gridCol>
              </a:tblGrid>
              <a:tr h="6132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Cmdlet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490976"/>
                  </a:ext>
                </a:extLst>
              </a:tr>
              <a:tr h="6132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tjänster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849122"/>
                  </a:ext>
                </a:extLst>
              </a:tr>
              <a:tr h="10221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 -Name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en specifik tjänst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 -Name W3SVC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861"/>
                  </a:ext>
                </a:extLst>
              </a:tr>
              <a:tr h="6132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Start-Service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en tjänst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Start-Service -Name W3SVC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18613"/>
                  </a:ext>
                </a:extLst>
              </a:tr>
              <a:tr h="6132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Stop-Service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Stoppa en tjänst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Stop-Service -Name Spooler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914868"/>
                  </a:ext>
                </a:extLst>
              </a:tr>
              <a:tr h="6132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Restart-Service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om en tjänst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Restart-Service -Name W3SVC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7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04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AF38909-94A2-B3FA-5CE8-DE329DB4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filtrera tjänster: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CDA4A73-06D3-E39A-5027-75A4B48D8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716" y="8824"/>
            <a:ext cx="7054970" cy="2656545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Exempel – filtrera tjänster:</a:t>
            </a:r>
            <a:endParaRPr lang="sv-SE" sz="1600" dirty="0">
              <a:solidFill>
                <a:srgbClr val="0F1115"/>
              </a:solidFill>
              <a:highlight>
                <a:srgbClr val="F9FAFB"/>
              </a:highlight>
              <a:ea typeface="+mn-lt"/>
              <a:cs typeface="+mn-lt"/>
            </a:endParaRPr>
          </a:p>
          <a:p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4400"/>
          </a:p>
          <a:p>
            <a:r>
              <a:rPr lang="sv-SE" sz="2000" i="1">
                <a:solidFill>
                  <a:srgbClr val="A0A1A7"/>
                </a:solidFill>
                <a:latin typeface="Consolas"/>
              </a:rPr>
              <a:t># Visa alla tjänster som är igång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Get-Service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Where-Object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$_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Status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-eq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"Running"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latin typeface="Consolas"/>
              </a:rPr>
              <a:t># Visa alla tjänster som börjar med "win"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Get-Service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"win*"</a:t>
            </a:r>
            <a:endParaRPr lang="sv-SE" sz="2000"/>
          </a:p>
        </p:txBody>
      </p:sp>
      <p:sp>
        <p:nvSpPr>
          <p:cNvPr id="5" name="Platshållare för innehåll 2">
            <a:extLst>
              <a:ext uri="{FF2B5EF4-FFF2-40B4-BE49-F238E27FC236}">
                <a16:creationId xmlns:a16="http://schemas.microsoft.com/office/drawing/2014/main" id="{920247C5-7954-4737-99E3-8727E0B1F255}"/>
              </a:ext>
            </a:extLst>
          </p:cNvPr>
          <p:cNvSpPr txBox="1">
            <a:spLocks/>
          </p:cNvSpPr>
          <p:nvPr/>
        </p:nvSpPr>
        <p:spPr>
          <a:xfrm>
            <a:off x="5141342" y="3468016"/>
            <a:ext cx="7054970" cy="26565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Exempel – starta om en tjänst om den är stoppad:</a:t>
            </a:r>
            <a:endParaRPr lang="sv-SE" sz="1600" dirty="0">
              <a:solidFill>
                <a:srgbClr val="0F1115"/>
              </a:solidFill>
              <a:highlight>
                <a:srgbClr val="F9FAFB"/>
              </a:highlight>
              <a:ea typeface="+mn-lt"/>
              <a:cs typeface="+mn-lt"/>
            </a:endParaRPr>
          </a:p>
          <a:p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4400"/>
          </a:p>
          <a:p>
            <a:r>
              <a:rPr lang="sv-SE" sz="1800">
                <a:solidFill>
                  <a:srgbClr val="4078F2"/>
                </a:solidFill>
                <a:latin typeface="Consolas"/>
              </a:rPr>
              <a:t>$service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Get-Service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"Spooler"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latin typeface="Consolas"/>
              </a:rPr>
              <a:t>if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$service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Status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-eq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"Stopped"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Start-Service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"Spooler"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</a:rPr>
              <a:t>"Spooler startades!"</a:t>
            </a:r>
            <a:r>
              <a:rPr lang="sv-SE" sz="18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</a:rPr>
              <a:t>}</a:t>
            </a:r>
            <a:endParaRPr lang="sv-SE" sz="1800"/>
          </a:p>
        </p:txBody>
      </p:sp>
    </p:spTree>
    <p:extLst>
      <p:ext uri="{BB962C8B-B14F-4D97-AF65-F5344CB8AC3E}">
        <p14:creationId xmlns:p14="http://schemas.microsoft.com/office/powerpoint/2010/main" val="158057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308480C-A6CD-1C73-E4F0-A839A9D2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Hantera Processer – Program som Körs</a:t>
            </a: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966830B-7C62-D58C-7AF7-3FEA04C7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309" y="605030"/>
            <a:ext cx="8104747" cy="12343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 b="1" dirty="0">
                <a:ea typeface="+mn-lt"/>
                <a:cs typeface="+mn-lt"/>
              </a:rPr>
              <a:t>Processer = </a:t>
            </a:r>
            <a:r>
              <a:rPr lang="sv-SE" sz="3200" b="1" dirty="0" err="1">
                <a:ea typeface="+mn-lt"/>
                <a:cs typeface="+mn-lt"/>
              </a:rPr>
              <a:t>Aktiva</a:t>
            </a:r>
            <a:r>
              <a:rPr lang="sv-SE" sz="3200" b="1" dirty="0">
                <a:ea typeface="+mn-lt"/>
                <a:cs typeface="+mn-lt"/>
              </a:rPr>
              <a:t> program </a:t>
            </a:r>
            <a:r>
              <a:rPr lang="sv-SE" sz="3200" b="1" dirty="0" err="1">
                <a:ea typeface="+mn-lt"/>
                <a:cs typeface="+mn-lt"/>
              </a:rPr>
              <a:t>som</a:t>
            </a:r>
            <a:r>
              <a:rPr lang="sv-SE" sz="3200" b="1" dirty="0">
                <a:ea typeface="+mn-lt"/>
                <a:cs typeface="+mn-lt"/>
              </a:rPr>
              <a:t> </a:t>
            </a:r>
            <a:r>
              <a:rPr lang="sv-SE" sz="3200" b="1" dirty="0" err="1">
                <a:ea typeface="+mn-lt"/>
                <a:cs typeface="+mn-lt"/>
              </a:rPr>
              <a:t>körs</a:t>
            </a:r>
            <a:r>
              <a:rPr lang="sv-SE" sz="3200" b="1" dirty="0">
                <a:ea typeface="+mn-lt"/>
                <a:cs typeface="+mn-lt"/>
              </a:rPr>
              <a:t> </a:t>
            </a:r>
            <a:r>
              <a:rPr lang="sv-SE" sz="3200" b="1" dirty="0" err="1">
                <a:ea typeface="+mn-lt"/>
                <a:cs typeface="+mn-lt"/>
              </a:rPr>
              <a:t>på</a:t>
            </a:r>
            <a:r>
              <a:rPr lang="sv-SE" sz="3200" b="1" dirty="0">
                <a:ea typeface="+mn-lt"/>
                <a:cs typeface="+mn-lt"/>
              </a:rPr>
              <a:t> </a:t>
            </a:r>
            <a:r>
              <a:rPr lang="sv-SE" sz="3200" b="1">
                <a:ea typeface="+mn-lt"/>
                <a:cs typeface="+mn-lt"/>
              </a:rPr>
              <a:t>din dator</a:t>
            </a:r>
            <a:endParaRPr lang="sv-SE" sz="3200" b="1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1874D338-DDA8-4C01-9576-9EE2DA2E0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55941"/>
              </p:ext>
            </p:extLst>
          </p:nvPr>
        </p:nvGraphicFramePr>
        <p:xfrm>
          <a:off x="4070269" y="2462402"/>
          <a:ext cx="8070368" cy="29422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8472">
                  <a:extLst>
                    <a:ext uri="{9D8B030D-6E8A-4147-A177-3AD203B41FA5}">
                      <a16:colId xmlns:a16="http://schemas.microsoft.com/office/drawing/2014/main" val="3913519764"/>
                    </a:ext>
                  </a:extLst>
                </a:gridCol>
                <a:gridCol w="3351773">
                  <a:extLst>
                    <a:ext uri="{9D8B030D-6E8A-4147-A177-3AD203B41FA5}">
                      <a16:colId xmlns:a16="http://schemas.microsoft.com/office/drawing/2014/main" val="740747277"/>
                    </a:ext>
                  </a:extLst>
                </a:gridCol>
                <a:gridCol w="2690123">
                  <a:extLst>
                    <a:ext uri="{9D8B030D-6E8A-4147-A177-3AD203B41FA5}">
                      <a16:colId xmlns:a16="http://schemas.microsoft.com/office/drawing/2014/main" val="248766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Cmdlet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69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processer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116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 -Name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en specifik process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 -Name notepad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73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Start-Process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en process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Start-Process -FilePath "C:\Windows\notepad.exe"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7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Stop-Process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Stoppa en process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Stop-Process -Name notepad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7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800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241BADA-97C4-9F83-4F7B-B4485B87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hantera processer med pipeline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FCFA113-F069-C247-4AB7-E450A5414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249" y="-48687"/>
            <a:ext cx="7289801" cy="688552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Get-Process | Get-Member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för att se alla egenskaper hos en process.</a:t>
            </a:r>
          </a:p>
          <a:p>
            <a:r>
              <a:rPr lang="sv-SE" sz="200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000">
              <a:highlight>
                <a:srgbClr val="FFFFFF"/>
              </a:highlight>
            </a:endParaRPr>
          </a:p>
          <a:p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Get-Process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Name notepad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Stop-Process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Visa de 5 processer som använder mest CPU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Get-Process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Sort-Object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CPU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Descending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Select-Object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First 5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Stoppa en process om den använder för mycket CPU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$process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Get-Process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Name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"chrome"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Sort-Object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CPU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Descending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Select-Object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First 1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$process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CPU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-gt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50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Stop-Process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Name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"chrome"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Write-Host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"Chrome stoppades (för hög CPU-användning)"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sv-SE" sz="2000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318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3222A76-A391-812F-C7CA-A54A2E17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13312"/>
            <a:ext cx="33274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Hantera Filer och Mappar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FB33293-86F2-BAE3-707D-842DA29DD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051" y="8463"/>
            <a:ext cx="12198351" cy="7514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>
                <a:ea typeface="+mn-lt"/>
                <a:cs typeface="+mn-lt"/>
              </a:rPr>
              <a:t>Grunden i ALL systemadministration – skapa, kopiera, ta bort och flytta filer.</a:t>
            </a:r>
            <a:endParaRPr lang="sv-SE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4AC9BA06-9477-4994-A087-A2244D9B8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777760"/>
              </p:ext>
            </p:extLst>
          </p:nvPr>
        </p:nvGraphicFramePr>
        <p:xfrm>
          <a:off x="3498850" y="768350"/>
          <a:ext cx="8682950" cy="59905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2638">
                  <a:extLst>
                    <a:ext uri="{9D8B030D-6E8A-4147-A177-3AD203B41FA5}">
                      <a16:colId xmlns:a16="http://schemas.microsoft.com/office/drawing/2014/main" val="1916387339"/>
                    </a:ext>
                  </a:extLst>
                </a:gridCol>
                <a:gridCol w="3210277">
                  <a:extLst>
                    <a:ext uri="{9D8B030D-6E8A-4147-A177-3AD203B41FA5}">
                      <a16:colId xmlns:a16="http://schemas.microsoft.com/office/drawing/2014/main" val="3095400532"/>
                    </a:ext>
                  </a:extLst>
                </a:gridCol>
                <a:gridCol w="3550035">
                  <a:extLst>
                    <a:ext uri="{9D8B030D-6E8A-4147-A177-3AD203B41FA5}">
                      <a16:colId xmlns:a16="http://schemas.microsoft.com/office/drawing/2014/main" val="3046101111"/>
                    </a:ext>
                  </a:extLst>
                </a:gridCol>
              </a:tblGrid>
              <a:tr h="69589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Cmdlet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279005"/>
                  </a:ext>
                </a:extLst>
              </a:tr>
              <a:tr h="9568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New-Item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fil eller 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New-Item -Path "C:\temp" -ItemType Directory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704559"/>
                  </a:ext>
                </a:extLst>
              </a:tr>
              <a:tr h="9568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Copy-Item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Kopiera fil/mapp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Copy-Item -Path "C:\source\file.txt" -Destination "C:\dest\"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36200"/>
                  </a:ext>
                </a:extLst>
              </a:tr>
              <a:tr h="9568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Move-Item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Flytta fil/mapp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Move-Item -Path "C:\source\file.txt" -Destination "C:\dest\"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25836"/>
                  </a:ext>
                </a:extLst>
              </a:tr>
              <a:tr h="69589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Remove-Item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Ta bort fil/mapp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Remove-Item -Path "C:\temp\file.txt"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113151"/>
                  </a:ext>
                </a:extLst>
              </a:tr>
              <a:tr h="69589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Get-ChildItem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filer/mappar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Get-ChildItem -Path "C:\temp"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213186"/>
                  </a:ext>
                </a:extLst>
              </a:tr>
              <a:tr h="69589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Test-Path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Kontrollera om fil/mapp finns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Test-Path -Path "C:\temp"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802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95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757E3F3-65AD-2AA2-A89A-613658F5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66" y="-1051"/>
            <a:ext cx="3748810" cy="2275402"/>
          </a:xfrm>
        </p:spPr>
        <p:txBody>
          <a:bodyPr>
            <a:normAutofit fontScale="90000"/>
          </a:bodyPr>
          <a:lstStyle/>
          <a:p>
            <a:r>
              <a:rPr lang="sv-SE">
                <a:ea typeface="+mj-lt"/>
                <a:cs typeface="+mj-lt"/>
              </a:rPr>
              <a:t>Exempel – skapa mappstruktur automatiskt: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27D616B-7DF9-FACF-5F4B-20C0B29F0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0" y="2113"/>
            <a:ext cx="8255000" cy="684742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2000"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000"/>
          </a:p>
          <a:p>
            <a:r>
              <a:rPr lang="sv-SE" sz="2000" i="1">
                <a:solidFill>
                  <a:srgbClr val="A0A1A7"/>
                </a:solidFill>
                <a:latin typeface="Consolas"/>
              </a:rPr>
              <a:t># Skapa en hel mappstruktur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$mappar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 = @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"C:\Projekt"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"C:\Projekt\Logs"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,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"C:\Projekt\Config"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latin typeface="Consolas"/>
              </a:rPr>
              <a:t>foreach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$mapp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 in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$mappar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2000">
                <a:solidFill>
                  <a:srgbClr val="A626A4"/>
                </a:solidFill>
                <a:latin typeface="Consolas"/>
              </a:rPr>
              <a:t>if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-not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(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Test-Path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$mapp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))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{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     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New-Item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Path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$mapp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latin typeface="Consolas"/>
              </a:rPr>
              <a:t>ItemType Directory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     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Write-Host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"Skapade: </a:t>
            </a:r>
            <a:r>
              <a:rPr lang="sv-SE" sz="2000">
                <a:solidFill>
                  <a:srgbClr val="4078F2"/>
                </a:solidFill>
                <a:latin typeface="Consolas"/>
              </a:rPr>
              <a:t>$mapp</a:t>
            </a:r>
            <a:r>
              <a:rPr lang="sv-SE" sz="2000">
                <a:solidFill>
                  <a:srgbClr val="50A14F"/>
                </a:solidFill>
                <a:latin typeface="Consolas"/>
              </a:rPr>
              <a:t>"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    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latin typeface="Consolas"/>
              </a:rPr>
              <a:t>}</a:t>
            </a:r>
            <a:endParaRPr lang="sv-SE" sz="2000">
              <a:solidFill>
                <a:srgbClr val="383A42"/>
              </a:solidFill>
            </a:endParaRPr>
          </a:p>
          <a:p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Test-Path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är ovärderlig – den kontrollerar om en fil/mapp finns INNAN du försöker använda den.</a:t>
            </a:r>
            <a:endParaRPr lang="sv-SE" sz="2000">
              <a:latin typeface="Consolas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43345AB-3221-518F-E4C7-9BFC70D84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33" t="38619" r="5631" b="6375"/>
          <a:stretch>
            <a:fillRect/>
          </a:stretch>
        </p:blipFill>
        <p:spPr>
          <a:xfrm>
            <a:off x="-1813" y="3112681"/>
            <a:ext cx="3930160" cy="37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9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1CAC0F0-F1A6-1BD6-34F2-2B740B40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11"/>
            <a:ext cx="3380486" cy="2596091"/>
          </a:xfrm>
        </p:spPr>
        <p:txBody>
          <a:bodyPr>
            <a:normAutofit fontScale="90000"/>
          </a:bodyPr>
          <a:lstStyle/>
          <a:p>
            <a:r>
              <a:rPr lang="sv-SE" sz="5200">
                <a:ea typeface="+mj-lt"/>
                <a:cs typeface="+mj-lt"/>
              </a:rPr>
              <a:t>Hantera Registret – Windows Hjärta</a:t>
            </a: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A19EAF2D-AFB3-C033-F6EE-D859E557EB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15417"/>
              </p:ext>
            </p:extLst>
          </p:nvPr>
        </p:nvGraphicFramePr>
        <p:xfrm>
          <a:off x="4261358" y="-27308"/>
          <a:ext cx="7933690" cy="3352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5" name="Tabell 64">
            <a:extLst>
              <a:ext uri="{FF2B5EF4-FFF2-40B4-BE49-F238E27FC236}">
                <a16:creationId xmlns:a16="http://schemas.microsoft.com/office/drawing/2014/main" id="{BA5D3E0E-8E01-D510-42DD-46F3CA716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96488"/>
              </p:ext>
            </p:extLst>
          </p:nvPr>
        </p:nvGraphicFramePr>
        <p:xfrm>
          <a:off x="0" y="3016250"/>
          <a:ext cx="12199185" cy="35961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63472">
                  <a:extLst>
                    <a:ext uri="{9D8B030D-6E8A-4147-A177-3AD203B41FA5}">
                      <a16:colId xmlns:a16="http://schemas.microsoft.com/office/drawing/2014/main" val="2885273853"/>
                    </a:ext>
                  </a:extLst>
                </a:gridCol>
                <a:gridCol w="3058110">
                  <a:extLst>
                    <a:ext uri="{9D8B030D-6E8A-4147-A177-3AD203B41FA5}">
                      <a16:colId xmlns:a16="http://schemas.microsoft.com/office/drawing/2014/main" val="1943568850"/>
                    </a:ext>
                  </a:extLst>
                </a:gridCol>
                <a:gridCol w="6477603">
                  <a:extLst>
                    <a:ext uri="{9D8B030D-6E8A-4147-A177-3AD203B41FA5}">
                      <a16:colId xmlns:a16="http://schemas.microsoft.com/office/drawing/2014/main" val="144804439"/>
                    </a:ext>
                  </a:extLst>
                </a:gridCol>
              </a:tblGrid>
              <a:tr h="42900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Cmdlet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048875"/>
                  </a:ext>
                </a:extLst>
              </a:tr>
              <a:tr h="82225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Get-ItemProperty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 register-värde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Get-ItemProperty -Path "HKLM:\SOFTWARE\Microsoft\Windows\CurrentVersion"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746438"/>
                  </a:ext>
                </a:extLst>
              </a:tr>
              <a:tr h="82225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Set-ItemProperty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Ändra register-värde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Set-ItemProperty -Path "HKLM:\SOFTWARE\MyApp" -Name "Version" -Value "1.0"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91731"/>
                  </a:ext>
                </a:extLst>
              </a:tr>
              <a:tr h="58987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New-Item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nyckel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New-Item -Path "HKLM:\SOFTWARE\MyApp"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945129"/>
                  </a:ext>
                </a:extLst>
              </a:tr>
              <a:tr h="78650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Get-ItemPropertyValue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Hämta ENDAST värdet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Get-ItemPropertyValue -Path "HKLM:\SOFTWARE\MyApp" -Name "Version"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638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614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1DDA958-393A-A39F-902B-9307D67C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4262"/>
            <a:ext cx="31750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läsa register-värde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DFF04C9-49DA-260B-A5C1-5F6A4DA18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099" y="-4237"/>
            <a:ext cx="8972551" cy="684107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300" i="1">
                <a:solidFill>
                  <a:srgbClr val="A0A1A7"/>
                </a:solidFill>
                <a:latin typeface="Consolas"/>
              </a:rPr>
              <a:t># Visa vilka program som startar automatiskt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Get-ChildItem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300">
                <a:solidFill>
                  <a:srgbClr val="0F1115"/>
                </a:solidFill>
                <a:latin typeface="Consolas"/>
              </a:rPr>
              <a:t>Path </a:t>
            </a:r>
            <a:r>
              <a:rPr lang="sv-SE" sz="2300">
                <a:solidFill>
                  <a:srgbClr val="50A14F"/>
                </a:solidFill>
                <a:latin typeface="Consolas"/>
              </a:rPr>
              <a:t>"HKLM:\SOFTWARE\Microsoft\Windows\CurrentVersion\Run"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300" i="1">
                <a:solidFill>
                  <a:srgbClr val="A0A1A7"/>
                </a:solidFill>
                <a:latin typeface="Consolas"/>
              </a:rPr>
              <a:t># Läs ett specifikt värde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$path</a:t>
            </a:r>
            <a:r>
              <a:rPr lang="sv-SE" sz="23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2300">
                <a:solidFill>
                  <a:srgbClr val="50A14F"/>
                </a:solidFill>
                <a:latin typeface="Consolas"/>
              </a:rPr>
              <a:t>"HKLM:\SOFTWARE\Microsoft\Windows\CurrentVersion"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Get-ItemProperty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300">
                <a:solidFill>
                  <a:srgbClr val="0F1115"/>
                </a:solidFill>
                <a:latin typeface="Consolas"/>
              </a:rPr>
              <a:t>Path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$path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3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2300">
                <a:solidFill>
                  <a:srgbClr val="50A14F"/>
                </a:solidFill>
                <a:latin typeface="Consolas"/>
              </a:rPr>
              <a:t>"ProgramFilesDir"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300" i="1">
                <a:solidFill>
                  <a:srgbClr val="A0A1A7"/>
                </a:solidFill>
                <a:latin typeface="Consolas"/>
              </a:rPr>
              <a:t># I PowerShell 5.0+ kan du använda Get-ItemPropertyValue för att bara få värdet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Get-ItemPropertyValue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300">
                <a:solidFill>
                  <a:srgbClr val="0F1115"/>
                </a:solidFill>
                <a:latin typeface="Consolas"/>
              </a:rPr>
              <a:t>Path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$path</a:t>
            </a:r>
            <a:r>
              <a:rPr lang="sv-SE" sz="23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3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3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2300">
                <a:solidFill>
                  <a:srgbClr val="50A14F"/>
                </a:solidFill>
                <a:latin typeface="Consolas"/>
              </a:rPr>
              <a:t>"ProgramFilesDir"</a:t>
            </a:r>
            <a:endParaRPr lang="sv-SE" sz="2300">
              <a:solidFill>
                <a:srgbClr val="50A1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125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F37E373-1F03-1B39-8D9D-705FF5F4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8862"/>
            <a:ext cx="12166600" cy="1043526"/>
          </a:xfrm>
        </p:spPr>
        <p:txBody>
          <a:bodyPr>
            <a:normAutofit fontScale="90000"/>
          </a:bodyPr>
          <a:lstStyle/>
          <a:p>
            <a:r>
              <a:rPr lang="sv-SE">
                <a:ea typeface="+mj-lt"/>
                <a:cs typeface="+mj-lt"/>
              </a:rPr>
              <a:t>VARNING: Var försiktig med registret – fel ändringar kan göra datorn instabil!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5673E87-6526-0E93-84BC-F2249DD88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9" y="2402413"/>
            <a:ext cx="12153901" cy="4307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 i="1">
                <a:solidFill>
                  <a:srgbClr val="A0A1A7"/>
                </a:solidFill>
                <a:latin typeface="Consolas"/>
              </a:rPr>
              <a:t># Ändra starttyp på en tjänst via registret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$path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 = </a:t>
            </a:r>
            <a:r>
              <a:rPr lang="sv-SE" sz="2400">
                <a:solidFill>
                  <a:srgbClr val="50A14F"/>
                </a:solidFill>
                <a:latin typeface="Consolas"/>
              </a:rPr>
              <a:t>"HKLM:\SYSTEM\CurrentControlSet\Services\Spooler\"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Set-ItemProperty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Path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$path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Name </a:t>
            </a:r>
            <a:r>
              <a:rPr lang="sv-SE" sz="2400">
                <a:solidFill>
                  <a:srgbClr val="50A14F"/>
                </a:solidFill>
                <a:latin typeface="Consolas"/>
              </a:rPr>
              <a:t>"Start"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Value 3  </a:t>
            </a:r>
            <a:r>
              <a:rPr lang="sv-SE" sz="2400" i="1">
                <a:solidFill>
                  <a:srgbClr val="A0A1A7"/>
                </a:solidFill>
                <a:latin typeface="Consolas"/>
              </a:rPr>
              <a:t># 3 = Manual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 i="1">
                <a:solidFill>
                  <a:srgbClr val="A0A1A7"/>
                </a:solidFill>
                <a:latin typeface="Consolas"/>
              </a:rPr>
              <a:t># Bättre: använd Set-Service istället!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Set-Service</a:t>
            </a:r>
            <a:r>
              <a:rPr lang="sv-SE" sz="24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Name Spooler </a:t>
            </a:r>
            <a:r>
              <a:rPr lang="sv-SE" sz="2400">
                <a:solidFill>
                  <a:srgbClr val="4078F2"/>
                </a:solidFill>
                <a:latin typeface="Consolas"/>
              </a:rPr>
              <a:t>-</a:t>
            </a:r>
            <a:r>
              <a:rPr lang="sv-SE" sz="2400">
                <a:solidFill>
                  <a:srgbClr val="0F1115"/>
                </a:solidFill>
                <a:latin typeface="Consolas"/>
              </a:rPr>
              <a:t>StartupType Manual</a:t>
            </a:r>
            <a:endParaRPr lang="sv-SE" sz="2400">
              <a:solidFill>
                <a:srgbClr val="0F111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82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170CE42-9F39-7060-E1A1-049F74DBA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1" t="3066" r="3211" b="3066"/>
          <a:stretch>
            <a:fillRect/>
          </a:stretch>
        </p:blipFill>
        <p:spPr>
          <a:xfrm>
            <a:off x="20" y="1282"/>
            <a:ext cx="12189287" cy="67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12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7B7D6B-5DAE-23CF-9C35-B973348B929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D709E277-93BF-7376-F0FF-C8701264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Hantera IIS med PowerShell (Webbadministration)</a:t>
            </a: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6003BA5D-6936-AE87-680F-2749490DCB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0635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0410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0CD53C5-03F9-CBE0-BB1D-8A0E13866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3599"/>
            <a:ext cx="3098800" cy="5338763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Viktiga IIS-cmdlets</a:t>
            </a: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95F4498C-033B-0460-B0FC-F4CB94DDE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248990"/>
              </p:ext>
            </p:extLst>
          </p:nvPr>
        </p:nvGraphicFramePr>
        <p:xfrm>
          <a:off x="2876550" y="44450"/>
          <a:ext cx="9318084" cy="6789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4166">
                  <a:extLst>
                    <a:ext uri="{9D8B030D-6E8A-4147-A177-3AD203B41FA5}">
                      <a16:colId xmlns:a16="http://schemas.microsoft.com/office/drawing/2014/main" val="1081966714"/>
                    </a:ext>
                  </a:extLst>
                </a:gridCol>
                <a:gridCol w="2839861">
                  <a:extLst>
                    <a:ext uri="{9D8B030D-6E8A-4147-A177-3AD203B41FA5}">
                      <a16:colId xmlns:a16="http://schemas.microsoft.com/office/drawing/2014/main" val="594191899"/>
                    </a:ext>
                  </a:extLst>
                </a:gridCol>
                <a:gridCol w="4044057">
                  <a:extLst>
                    <a:ext uri="{9D8B030D-6E8A-4147-A177-3AD203B41FA5}">
                      <a16:colId xmlns:a16="http://schemas.microsoft.com/office/drawing/2014/main" val="1949198928"/>
                    </a:ext>
                  </a:extLst>
                </a:gridCol>
              </a:tblGrid>
              <a:tr h="71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Cmdlet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136044"/>
                  </a:ext>
                </a:extLst>
              </a:tr>
              <a:tr h="71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Import-Module WebAdministration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Ladda IIS-modulen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Import-Module WebAdministration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081582"/>
                  </a:ext>
                </a:extLst>
              </a:tr>
              <a:tr h="71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Get-Website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webbplatser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Get-Website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21175"/>
                  </a:ext>
                </a:extLst>
              </a:tr>
              <a:tr h="13468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New-Website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webbplats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New-Website -Name "ContosoSite" -PhysicalPath "C:\inetpub\ContosoSite" -Port 80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43053"/>
                  </a:ext>
                </a:extLst>
              </a:tr>
              <a:tr h="71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Start-Website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webbplats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Start-Website -Name "ContosoSite"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360360"/>
                  </a:ext>
                </a:extLst>
              </a:tr>
              <a:tr h="71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Stop-Website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Stoppa webbplats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Stop-Website -Name "ContosoSite"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549310"/>
                  </a:ext>
                </a:extLst>
              </a:tr>
              <a:tr h="71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Remove-Website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Ta bort webbplats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Remove-Website -Name "ContosoSite"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882638"/>
                  </a:ext>
                </a:extLst>
              </a:tr>
              <a:tr h="102102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New-WebAppPool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applikationspool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New-WebAppPool -Name "ContosoPool"</a:t>
                      </a: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822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27E59FA-1287-216C-A45D-31C52D01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1412488"/>
            <a:ext cx="368023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Exempel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skapa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webbplats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med PowerShell</a:t>
            </a:r>
            <a:endParaRPr lang="en-US" sz="4800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49352DA-E797-63E7-C27E-449525114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055" y="1412489"/>
            <a:ext cx="40241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 err="1"/>
              <a:t>Proffstips</a:t>
            </a:r>
            <a:r>
              <a:rPr lang="en-US" sz="3200" dirty="0"/>
              <a:t>: IIS-</a:t>
            </a:r>
            <a:r>
              <a:rPr lang="en-US" sz="3200" dirty="0" err="1"/>
              <a:t>modulen</a:t>
            </a:r>
            <a:r>
              <a:rPr lang="en-US" sz="3200" dirty="0"/>
              <a:t> </a:t>
            </a:r>
            <a:r>
              <a:rPr lang="en-US" sz="3200" dirty="0" err="1"/>
              <a:t>exponerar</a:t>
            </a:r>
            <a:r>
              <a:rPr lang="en-US" sz="3200" dirty="0"/>
              <a:t> IIS-</a:t>
            </a:r>
            <a:r>
              <a:rPr lang="en-US" sz="3200" dirty="0" err="1"/>
              <a:t>konfigurationen</a:t>
            </a:r>
            <a:r>
              <a:rPr lang="en-US" sz="3200" dirty="0"/>
              <a:t> </a:t>
            </a:r>
            <a:r>
              <a:rPr lang="en-US" sz="3200" dirty="0" err="1"/>
              <a:t>som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navigerbar</a:t>
            </a:r>
            <a:r>
              <a:rPr lang="en-US" sz="3200" dirty="0"/>
              <a:t> </a:t>
            </a:r>
            <a:r>
              <a:rPr lang="en-US" sz="3200" dirty="0" err="1"/>
              <a:t>enhet</a:t>
            </a:r>
            <a:r>
              <a:rPr lang="en-US" sz="3200" dirty="0"/>
              <a:t> (IIS:\) – precis </a:t>
            </a:r>
            <a:r>
              <a:rPr lang="en-US" sz="3200" dirty="0" err="1"/>
              <a:t>som</a:t>
            </a:r>
            <a:r>
              <a:rPr lang="en-US" sz="3200" dirty="0"/>
              <a:t> </a:t>
            </a:r>
            <a:r>
              <a:rPr lang="en-US" sz="3200" dirty="0" err="1"/>
              <a:t>registret</a:t>
            </a:r>
            <a:r>
              <a:rPr lang="en-US" sz="3200" dirty="0"/>
              <a:t> !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BFC7C9FD-BD8D-C8CC-DC14-5756F0EFD303}"/>
              </a:ext>
            </a:extLst>
          </p:cNvPr>
          <p:cNvSpPr txBox="1"/>
          <p:nvPr/>
        </p:nvSpPr>
        <p:spPr>
          <a:xfrm>
            <a:off x="8159504" y="1412489"/>
            <a:ext cx="4042251" cy="463689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400">
              <a:solidFill>
                <a:srgbClr val="0F1115"/>
              </a:solidFill>
              <a:ea typeface="+mn-lt"/>
              <a:cs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Ladda IIS-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modulen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Import-Module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WebAdministration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Skapa 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en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applikationspool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New-</a:t>
            </a:r>
            <a:r>
              <a:rPr lang="en-US" sz="1600" dirty="0" err="1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WebAppPool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ContosoPool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Skapa 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webbplatsen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New-Website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ContosoSite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`
   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PhysicalPath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"C:\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inetpub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\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ContosoSite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`
   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Port 80 `
   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ApplicationPool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ContosoPool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Starta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webbplatsen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Start-Website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ContosoSite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</a:t>
            </a:r>
            <a:r>
              <a:rPr lang="en-US" sz="1600" i="1" dirty="0" err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Kontrollera</a:t>
            </a:r>
            <a:r>
              <a:rPr lang="en-US" sz="1600" i="1" dirty="0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 status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Get-Website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ContosoSite</a:t>
            </a:r>
            <a:r>
              <a:rPr lang="en-US" sz="160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Select-Object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Name</a:t>
            </a:r>
            <a:r>
              <a:rPr lang="en-US" sz="16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State</a:t>
            </a:r>
            <a:r>
              <a:rPr lang="en-US" sz="160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60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PhysicalPath</a:t>
            </a:r>
            <a:endParaRPr lang="en-US" sz="1600" dirty="0">
              <a:solidFill>
                <a:srgbClr val="0F1115"/>
              </a:solidFill>
              <a:highlight>
                <a:srgbClr val="F9FAFB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7280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1740D8D-5180-7963-BD5C-AD307718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79" y="-2"/>
            <a:ext cx="7132410" cy="1152525"/>
          </a:xfrm>
        </p:spPr>
        <p:txBody>
          <a:bodyPr>
            <a:normAutofit/>
          </a:bodyPr>
          <a:lstStyle/>
          <a:p>
            <a:r>
              <a:rPr lang="sv-SE" sz="3700">
                <a:ea typeface="+mj-lt"/>
                <a:cs typeface="+mj-lt"/>
              </a:rPr>
              <a:t>Masskonfiguration med PowerShell – Verkliga Exempel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17978-0E69-CC7C-0832-53E1FEA54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93" r="25557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517190AB-9CA3-6012-FEA0-6018D1288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295301"/>
              </p:ext>
            </p:extLst>
          </p:nvPr>
        </p:nvGraphicFramePr>
        <p:xfrm>
          <a:off x="81030" y="1141417"/>
          <a:ext cx="7107010" cy="5151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2255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C663021-CA2B-EBFB-49C4-FAB7FC1A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Exempel – skapa 50 webbplatser från en CSV-fil:</a:t>
            </a:r>
          </a:p>
        </p:txBody>
      </p:sp>
      <p:sp>
        <p:nvSpPr>
          <p:cNvPr id="32" name="Platshållare för innehåll 2">
            <a:extLst>
              <a:ext uri="{FF2B5EF4-FFF2-40B4-BE49-F238E27FC236}">
                <a16:creationId xmlns:a16="http://schemas.microsoft.com/office/drawing/2014/main" id="{593D2B1F-3BB4-0A2E-9199-6F705979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609" y="8130"/>
            <a:ext cx="8098397" cy="681604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Tänk: Detta är vad automatiserad systemadministration handlar om – samma uppgift, samma resultat, varje gång!</a:t>
            </a:r>
            <a:endParaRPr lang="sv-SE"/>
          </a:p>
          <a:p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Import-Module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WebAdministration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$sites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Import-Csv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Path </a:t>
            </a:r>
            <a:r>
              <a:rPr lang="sv-SE" sz="180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"C:\Scripts\sites.csv"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A626A4"/>
                </a:solidFill>
                <a:latin typeface="Consolas"/>
                <a:ea typeface="+mn-lt"/>
                <a:cs typeface="+mn-lt"/>
              </a:rPr>
              <a:t>foreach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in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$sites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 i="1">
                <a:solidFill>
                  <a:srgbClr val="A0A1A7"/>
                </a:solidFill>
                <a:latin typeface="Consolas"/>
                <a:ea typeface="+mn-lt"/>
                <a:cs typeface="+mn-lt"/>
              </a:rPr>
              <a:t># Skapa applikationspool om den inte finns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A626A4"/>
                </a:solidFill>
                <a:latin typeface="Consolas"/>
                <a:ea typeface="+mn-lt"/>
                <a:cs typeface="+mn-lt"/>
              </a:rPr>
              <a:t>if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-not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Test-Path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"IIS:\AppPools\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AppPool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sv-SE" sz="180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))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New-WebAppPool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Name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AppPool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}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 i="1">
                <a:solidFill>
                  <a:srgbClr val="A0A1A7"/>
                </a:solidFill>
                <a:latin typeface="Consolas"/>
                <a:ea typeface="+mn-lt"/>
                <a:cs typeface="+mn-lt"/>
              </a:rPr>
              <a:t># Skapa mapp om den inte finns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A626A4"/>
                </a:solidFill>
                <a:latin typeface="Consolas"/>
                <a:ea typeface="+mn-lt"/>
                <a:cs typeface="+mn-lt"/>
              </a:rPr>
              <a:t>if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-not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Test-Path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PhysicalPath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))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{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New-Item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ItemType Directory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Path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PhysicalPath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|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Out-Null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}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 i="1">
                <a:solidFill>
                  <a:srgbClr val="A0A1A7"/>
                </a:solidFill>
                <a:latin typeface="Consolas"/>
                <a:ea typeface="+mn-lt"/>
                <a:cs typeface="+mn-lt"/>
              </a:rPr>
              <a:t># Skapa webbplats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New-Website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Name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Name `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PhysicalPath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PhysicalPath `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HostHeader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HostHeader `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Port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Port `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ApplicationPool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AppPool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Write-Host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"Created: 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$s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.</a:t>
            </a:r>
            <a:r>
              <a:rPr lang="sv-SE" sz="1800">
                <a:solidFill>
                  <a:srgbClr val="4078F2"/>
                </a:solidFill>
                <a:latin typeface="Consolas"/>
                <a:ea typeface="+mn-lt"/>
                <a:cs typeface="+mn-lt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sv-SE" sz="1800">
                <a:solidFill>
                  <a:srgbClr val="50A14F"/>
                </a:solidFill>
                <a:latin typeface="Consolas"/>
                <a:ea typeface="+mn-lt"/>
                <a:cs typeface="+mn-lt"/>
              </a:rPr>
              <a:t>"</a:t>
            </a:r>
            <a:r>
              <a:rPr lang="sv-SE" sz="1800" dirty="0">
                <a:solidFill>
                  <a:srgbClr val="0F1115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383A42"/>
                </a:solidFill>
                <a:latin typeface="Consolas"/>
                <a:ea typeface="+mn-lt"/>
                <a:cs typeface="+mn-lt"/>
              </a:rPr>
              <a:t>}</a:t>
            </a:r>
            <a:endParaRPr lang="sv-SE" sz="1800">
              <a:solidFill>
                <a:srgbClr val="383A4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6891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D100C4D-54FE-8839-EF0B-479A0571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1" y="637762"/>
            <a:ext cx="3990476" cy="5564070"/>
          </a:xfrm>
        </p:spPr>
        <p:txBody>
          <a:bodyPr anchor="t">
            <a:normAutofit/>
          </a:bodyPr>
          <a:lstStyle/>
          <a:p>
            <a:r>
              <a:rPr lang="sv-SE" sz="5400">
                <a:solidFill>
                  <a:schemeClr val="bg1"/>
                </a:solidFill>
                <a:ea typeface="+mj-lt"/>
                <a:cs typeface="+mj-lt"/>
              </a:rPr>
              <a:t>AppCmd.exe – Alternativ till PowerShell för IIS</a:t>
            </a:r>
            <a:endParaRPr lang="sv-SE" sz="5400">
              <a:solidFill>
                <a:schemeClr val="bg1"/>
              </a:solidFill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521F25F-F324-DAA3-141C-C368B16A4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6703923" cy="53396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600">
                <a:ea typeface="+mn-lt"/>
                <a:cs typeface="+mn-lt"/>
              </a:rPr>
              <a:t>AppCmd.exe är IIS interna kommandoradsverktyg – snabbt för ad-hoc-frågor .</a:t>
            </a:r>
          </a:p>
          <a:p>
            <a:r>
              <a:rPr lang="sv-SE" sz="3600">
                <a:ea typeface="+mn-lt"/>
                <a:cs typeface="+mn-lt"/>
              </a:rPr>
              <a:t>När använder man AppCmd? Snabba kommandon i en kommandotolk, eller i miljöer där PowerShell-modulen inte är tillgänglig 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DD83CA2-7AC4-6061-0E91-A49BBC09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" t="-357" r="309" b="5229"/>
          <a:stretch>
            <a:fillRect/>
          </a:stretch>
        </p:blipFill>
        <p:spPr>
          <a:xfrm>
            <a:off x="34375" y="192787"/>
            <a:ext cx="12158022" cy="64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4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485F750-553C-58CE-0D59-1085BC29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0432"/>
            <a:ext cx="10533888" cy="2734056"/>
          </a:xfrm>
        </p:spPr>
        <p:txBody>
          <a:bodyPr anchor="b">
            <a:normAutofit/>
          </a:bodyPr>
          <a:lstStyle/>
          <a:p>
            <a:r>
              <a:rPr lang="sv-SE" sz="8000">
                <a:solidFill>
                  <a:schemeClr val="tx2"/>
                </a:solidFill>
                <a:ea typeface="+mj-lt"/>
                <a:cs typeface="+mj-lt"/>
              </a:rPr>
              <a:t>Testa Nätverksanslutning och Systeminformation</a:t>
            </a:r>
            <a:endParaRPr lang="sv-SE" sz="800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B1C531B-F914-29A0-5071-8EFD576F8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20" y="4069080"/>
            <a:ext cx="11436350" cy="20426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1800">
                <a:solidFill>
                  <a:schemeClr val="tx2"/>
                </a:solidFill>
                <a:ea typeface="+mn-lt"/>
                <a:cs typeface="+mn-lt"/>
              </a:rPr>
              <a:t>Kontrollera om servrar är igång och hämta systeminformation.</a:t>
            </a:r>
          </a:p>
          <a:p>
            <a:r>
              <a:rPr lang="sv-SE" sz="1800" b="1">
                <a:solidFill>
                  <a:schemeClr val="tx2"/>
                </a:solidFill>
                <a:ea typeface="+mn-lt"/>
                <a:cs typeface="+mn-lt"/>
              </a:rPr>
              <a:t>Cmdlet                            Vad gör den?                                 Exempel</a:t>
            </a:r>
            <a:endParaRPr lang="sv-SE" sz="1800" b="1">
              <a:solidFill>
                <a:schemeClr val="tx2"/>
              </a:solidFill>
            </a:endParaRPr>
          </a:p>
          <a:p>
            <a:r>
              <a:rPr lang="sv-SE" sz="1800">
                <a:solidFill>
                  <a:schemeClr val="tx2"/>
                </a:solidFill>
                <a:ea typeface="+mn-lt"/>
                <a:cs typeface="+mn-lt"/>
              </a:rPr>
              <a:t>Test-Connection          Pinga en server                             Test-Connection -ComputerName "google.com" -Count 2</a:t>
            </a:r>
            <a:endParaRPr lang="sv-SE" sz="1800">
              <a:solidFill>
                <a:schemeClr val="tx2"/>
              </a:solidFill>
            </a:endParaRPr>
          </a:p>
          <a:p>
            <a:r>
              <a:rPr lang="sv-SE" sz="1800">
                <a:solidFill>
                  <a:schemeClr val="tx2"/>
                </a:solidFill>
                <a:ea typeface="+mn-lt"/>
                <a:cs typeface="+mn-lt"/>
              </a:rPr>
              <a:t>Get-ComputerInfo      Hämta systeminformation      Get-ComputerInfo </a:t>
            </a:r>
            <a:endParaRPr lang="sv-SE" sz="1800">
              <a:solidFill>
                <a:schemeClr val="tx2"/>
              </a:solidFill>
            </a:endParaRPr>
          </a:p>
          <a:p>
            <a:r>
              <a:rPr lang="sv-SE" sz="1800">
                <a:solidFill>
                  <a:schemeClr val="tx2"/>
                </a:solidFill>
                <a:ea typeface="+mn-lt"/>
                <a:cs typeface="+mn-lt"/>
              </a:rPr>
              <a:t>Get-NetIPAddress       Hämta IP-adresser                      Get-NetIPAddress -AddressFamily IPv4</a:t>
            </a:r>
            <a:endParaRPr lang="sv-SE" sz="1800">
              <a:solidFill>
                <a:schemeClr val="tx2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4909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11C514D-E34C-9ECF-439A-B0432B04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516382"/>
            <a:ext cx="10533888" cy="2734056"/>
          </a:xfrm>
        </p:spPr>
        <p:txBody>
          <a:bodyPr anchor="b">
            <a:normAutofit/>
          </a:bodyPr>
          <a:lstStyle/>
          <a:p>
            <a:r>
              <a:rPr lang="sv-SE" sz="8000">
                <a:solidFill>
                  <a:schemeClr val="tx2"/>
                </a:solidFill>
                <a:ea typeface="+mj-lt"/>
                <a:cs typeface="+mj-lt"/>
              </a:rPr>
              <a:t>Exempel – kontrollera att en server är igång:</a:t>
            </a:r>
            <a:endParaRPr lang="sv-SE" sz="800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13ECF8E-F3E5-7CE7-24D1-5B2B8B3C1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70" y="3427730"/>
            <a:ext cx="11753850" cy="314115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>
                <a:solidFill>
                  <a:schemeClr val="tx2"/>
                </a:solidFill>
                <a:ea typeface="+mn-lt"/>
                <a:cs typeface="+mn-lt"/>
              </a:rPr>
              <a:t>Proffstips: Använd -Quiet för att få ett sant/falskt-svar istället för ping-statistik.</a:t>
            </a:r>
          </a:p>
          <a:p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8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Pinga en server och visa resultat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$server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"webserver01"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$resultat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Test-Connection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ComputerName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$server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Count 2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Quiet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$resultat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$server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 svarar!"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ForegroundColor Green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else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$server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 svarar inte!"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ForegroundColor Red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8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1174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5D77239-C601-87F0-6FB8-738FF11D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08" y="3416832"/>
            <a:ext cx="4653447" cy="2797699"/>
          </a:xfrm>
        </p:spPr>
        <p:txBody>
          <a:bodyPr>
            <a:normAutofit/>
          </a:bodyPr>
          <a:lstStyle/>
          <a:p>
            <a:r>
              <a:rPr lang="sv-SE" sz="3700">
                <a:ea typeface="+mj-lt"/>
                <a:cs typeface="+mj-lt"/>
              </a:rPr>
              <a:t>PowerShell-pipelinen – Ditt Kraftfullaste Verktyg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9FD9EFA-1E0A-9466-2D37-E6F6D31B6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35" y="1710284"/>
            <a:ext cx="12008713" cy="89425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5983369-92C1-8317-7269-89BE5DBD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>
                <a:ea typeface="+mn-lt"/>
                <a:cs typeface="+mn-lt"/>
              </a:rPr>
              <a:t>Pipelinen (|) skickar objekt från ett kommando till nästa. I PowerShell är alla objekt RIKA på information – inte bara text!</a:t>
            </a:r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C98811B1-F53A-D049-905A-56881F9E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3" t="-375" r="28" b="2606"/>
          <a:stretch>
            <a:fillRect/>
          </a:stretch>
        </p:blipFill>
        <p:spPr>
          <a:xfrm>
            <a:off x="-2950" y="81881"/>
            <a:ext cx="12191385" cy="666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6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C2F16F6-1E85-79E7-84FA-DFB3483B6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5400">
                <a:solidFill>
                  <a:schemeClr val="bg1"/>
                </a:solidFill>
                <a:ea typeface="+mj-lt"/>
                <a:cs typeface="+mj-lt"/>
              </a:rPr>
              <a:t>Exempel – kombinera kommandon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BE8F53A-5DFA-6047-850B-19911039E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" y="1715693"/>
            <a:ext cx="12192293" cy="51534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Varför detta är viktigt: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I Bash måste du använda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awk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sed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och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grep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för att tolka text. I PowerShell är allt redan objekt – du behöver bara välja ut de egenskaper du vill ha .</a:t>
            </a:r>
          </a:p>
          <a:p>
            <a:endParaRPr lang="sv-SE" sz="2400" dirty="0">
              <a:highlight>
                <a:srgbClr val="FFFFFF"/>
              </a:highlight>
            </a:endParaRPr>
          </a:p>
          <a:p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200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Hämta tjänster → filtrera på status → välj ut namn och status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Get-Service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Where-Object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$_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Status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-eq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"Running"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Select-Object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Status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Hämta processer → sortera efter CPU → visa de 3 högsta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Get-Process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Sort-Object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CPU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Descending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Select-Object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First 3 Name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CPU</a:t>
            </a:r>
            <a:endParaRPr lang="sv-SE" sz="20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98813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43A034D-F441-67A3-9C81-FDE448020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0" r="826" b="3148"/>
          <a:stretch>
            <a:fillRect/>
          </a:stretch>
        </p:blipFill>
        <p:spPr>
          <a:xfrm>
            <a:off x="20" y="77482"/>
            <a:ext cx="12191193" cy="669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045E261-2CE3-1D11-74CA-379C415F7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5" y="2127249"/>
            <a:ext cx="4529668" cy="3878143"/>
          </a:xfrm>
        </p:spPr>
        <p:txBody>
          <a:bodyPr anchor="t">
            <a:normAutofit/>
          </a:bodyPr>
          <a:lstStyle/>
          <a:p>
            <a:pPr algn="ctr"/>
            <a:r>
              <a:rPr lang="sv-SE" sz="2800">
                <a:ea typeface="+mj-lt"/>
                <a:cs typeface="+mj-lt"/>
              </a:rPr>
              <a:t>Workshop – Hantera Tjänster och Processer</a:t>
            </a:r>
            <a:br>
              <a:rPr lang="sv-SE" sz="2800" dirty="0">
                <a:ea typeface="+mj-lt"/>
                <a:cs typeface="+mj-lt"/>
              </a:rPr>
            </a:br>
            <a:r>
              <a:rPr lang="sv-SE" sz="2800" b="1">
                <a:highlight>
                  <a:srgbClr val="FFFFFF"/>
                </a:highlight>
                <a:ea typeface="+mj-lt"/>
                <a:cs typeface="+mj-lt"/>
              </a:rPr>
              <a:t>Tänk:</a:t>
            </a:r>
            <a:r>
              <a:rPr lang="sv-SE" sz="2800">
                <a:highlight>
                  <a:srgbClr val="FFFFFF"/>
                </a:highlight>
                <a:ea typeface="+mj-lt"/>
                <a:cs typeface="+mj-lt"/>
              </a:rPr>
              <a:t> Detta är grunden till all PowerShell-automatisering – inspektera, filtrera, ändra, verifiera.</a:t>
            </a:r>
            <a:br>
              <a:rPr lang="sv-SE" sz="2800" dirty="0">
                <a:highlight>
                  <a:srgbClr val="FFFFFF"/>
                </a:highlight>
                <a:ea typeface="+mj-lt"/>
                <a:cs typeface="+mj-lt"/>
              </a:rPr>
            </a:br>
            <a:r>
              <a:rPr lang="sv-SE" sz="2800" b="1">
                <a:highlight>
                  <a:srgbClr val="FFFFFF"/>
                </a:highlight>
                <a:ea typeface="+mj-lt"/>
                <a:cs typeface="+mj-lt"/>
              </a:rPr>
              <a:t>Mål</a:t>
            </a:r>
            <a:r>
              <a:rPr lang="sv-SE" sz="2800">
                <a:highlight>
                  <a:srgbClr val="FFFFFF"/>
                </a:highlight>
                <a:ea typeface="+mj-lt"/>
                <a:cs typeface="+mj-lt"/>
              </a:rPr>
              <a:t>: Använda PowerShell för att hantera tjänster och processer. </a:t>
            </a:r>
            <a:endParaRPr lang="sv-SE" sz="2800">
              <a:ea typeface="+mj-lt"/>
              <a:cs typeface="+mj-lt"/>
            </a:endParaRPr>
          </a:p>
        </p:txBody>
      </p:sp>
      <p:pic>
        <p:nvPicPr>
          <p:cNvPr id="7" name="Graphic 6" descr="Måltavla">
            <a:extLst>
              <a:ext uri="{FF2B5EF4-FFF2-40B4-BE49-F238E27FC236}">
                <a16:creationId xmlns:a16="http://schemas.microsoft.com/office/drawing/2014/main" id="{E6960B3E-3770-0DC6-EBE0-413ED9FE5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7849" y="1020763"/>
            <a:ext cx="914400" cy="914400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4793BC0-D123-CFD8-AFBC-3FCFC454B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400" y="-4233"/>
            <a:ext cx="7573433" cy="685588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1: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Visa alla tjänster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Get-Service</a:t>
            </a:r>
            <a:endParaRPr lang="sv-SE" sz="1200">
              <a:solidFill>
                <a:srgbClr val="4078F2"/>
              </a:solidFill>
            </a:endParaRP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2: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Visa alla tjänster som är igång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Get-Service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Where-Object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$_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Status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-eq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"Running"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200">
              <a:solidFill>
                <a:srgbClr val="383A42"/>
              </a:solidFill>
            </a:endParaRP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3: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Stoppa skrivartjänsten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Stop-Service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"Spooler"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Get-Service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"Spooler"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Kontrollera att den är stoppad</a:t>
            </a:r>
            <a:endParaRPr lang="sv-SE" sz="1200">
              <a:solidFill>
                <a:srgbClr val="A0A1A7"/>
              </a:solidFill>
            </a:endParaRP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4: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Starta skrivartjänsten igen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Start-Service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"Spooler"</a:t>
            </a:r>
            <a:endParaRPr lang="sv-SE" sz="1200">
              <a:solidFill>
                <a:srgbClr val="50A14F"/>
              </a:solidFill>
            </a:endParaRP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5: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Visa alla processer och hitta den som använder mest CPU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Get-Process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Sort-Object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CPU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Descending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Select-Object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First 5</a:t>
            </a:r>
            <a:endParaRPr lang="sv-SE" sz="1200">
              <a:solidFill>
                <a:srgbClr val="0F1115"/>
              </a:solidFill>
            </a:endParaRPr>
          </a:p>
          <a:p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6: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Avsluta en process (t.ex. Notepad)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Starta Notepad först (om den inte är igång)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Start-Process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FilePath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"notepad.exe"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Stoppa Notepad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Get-Process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notepad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Stop-Process</a:t>
            </a:r>
            <a:endParaRPr lang="sv-SE" sz="1200">
              <a:solidFill>
                <a:srgbClr val="4078F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56190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F5BEFEF3-9451-0619-CB8E-27379F04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5" y="1040400"/>
            <a:ext cx="7866060" cy="70788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v-SE" sz="9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</a:t>
            </a:r>
            <a:r>
              <a:rPr lang="sv-SE" sz="9600"/>
              <a:t>: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AECA46D-2B76-F946-39EB-58C65E49A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4" y="3070719"/>
            <a:ext cx="11695111" cy="33443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44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https://forms.gle/b93SK11nePfjryaG6</a:t>
            </a:r>
            <a:endParaRPr lang="sv-SE" sz="4400">
              <a:solidFill>
                <a:srgbClr val="FFFFFF">
                  <a:alpha val="80000"/>
                </a:srgbClr>
              </a:solidFill>
            </a:endParaRPr>
          </a:p>
          <a:p>
            <a:endParaRPr lang="sv-SE" sz="24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7899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29</vt:i4>
      </vt:variant>
    </vt:vector>
  </HeadingPairs>
  <TitlesOfParts>
    <vt:vector size="30" baseType="lpstr">
      <vt:lpstr>Office-tema</vt:lpstr>
      <vt:lpstr>PowerShell Systemadministration</vt:lpstr>
      <vt:lpstr>En Introduktion</vt:lpstr>
      <vt:lpstr>Microsoft.PowerShell.Management – Ditt Verktygslåda</vt:lpstr>
      <vt:lpstr>PowerPoint-presentation</vt:lpstr>
      <vt:lpstr>De viktigaste cmdlets för dig</vt:lpstr>
      <vt:lpstr>PowerPoint-presentation</vt:lpstr>
      <vt:lpstr>Hantera Tjänster – Grunden i Windows</vt:lpstr>
      <vt:lpstr>Exempel – filtrera tjänster:</vt:lpstr>
      <vt:lpstr>Hantera Processer – Program som Körs</vt:lpstr>
      <vt:lpstr>Exempel – hantera processer med pipeline</vt:lpstr>
      <vt:lpstr>Hantera Filer och Mappar</vt:lpstr>
      <vt:lpstr>Exempel – skapa mappstruktur automatiskt:</vt:lpstr>
      <vt:lpstr>Hantera Registret – Windows Hjärta</vt:lpstr>
      <vt:lpstr>Exempel – läsa register-värde</vt:lpstr>
      <vt:lpstr>VARNING: Var försiktig med registret – fel ändringar kan göra datorn instabil!</vt:lpstr>
      <vt:lpstr>PowerPoint-presentation</vt:lpstr>
      <vt:lpstr>Hantera IIS med PowerShell (Webbadministration)</vt:lpstr>
      <vt:lpstr>Viktiga IIS-cmdlets</vt:lpstr>
      <vt:lpstr>Exempel – skapa en webbplats med PowerShell</vt:lpstr>
      <vt:lpstr>Masskonfiguration med PowerShell – Verkliga Exempel</vt:lpstr>
      <vt:lpstr>Exempel – skapa 50 webbplatser från en CSV-fil:</vt:lpstr>
      <vt:lpstr>AppCmd.exe – Alternativ till PowerShell för IIS</vt:lpstr>
      <vt:lpstr>Testa Nätverksanslutning och Systeminformation</vt:lpstr>
      <vt:lpstr>Exempel – kontrollera att en server är igång:</vt:lpstr>
      <vt:lpstr>PowerShell-pipelinen – Ditt Kraftfullaste Verktyg</vt:lpstr>
      <vt:lpstr>Exempel – kombinera kommandon</vt:lpstr>
      <vt:lpstr>PowerPoint-presentation</vt:lpstr>
      <vt:lpstr>Workshop – Hantera Tjänster och Processer Tänk: Detta är grunden till all PowerShell-automatisering – inspektera, filtrera, ändra, verifiera. Mål: Använda PowerShell för att hantera tjänster och processer. </vt:lpstr>
      <vt:lpstr>Quiz: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329</cp:revision>
  <dcterms:created xsi:type="dcterms:W3CDTF">2026-08-06T15:06:27Z</dcterms:created>
  <dcterms:modified xsi:type="dcterms:W3CDTF">2026-08-06T20:56:00Z</dcterms:modified>
</cp:coreProperties>
</file>