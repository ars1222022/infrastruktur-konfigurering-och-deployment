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98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9" r:id="rId39"/>
    <p:sldId id="293" r:id="rId40"/>
    <p:sldId id="294" r:id="rId41"/>
    <p:sldId id="295" r:id="rId42"/>
    <p:sldId id="296" r:id="rId43"/>
    <p:sldId id="297" r:id="rId4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B3BF6B-5744-E710-C2A6-1C950EAC2E6F}" v="1170" dt="2026-08-04T11:37:30.120"/>
    <p1510:client id="{EF322B3E-896A-86A3-9F36-0B09DCD35250}" v="1281" dt="2026-08-04T16:58:07.0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6" autoAdjust="0"/>
    <p:restoredTop sz="94660"/>
  </p:normalViewPr>
  <p:slideViewPr>
    <p:cSldViewPr snapToGrid="0">
      <p:cViewPr varScale="1">
        <p:scale>
          <a:sx n="76" d="100"/>
          <a:sy n="76" d="100"/>
        </p:scale>
        <p:origin x="90" y="7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seniy Buzyan (extern)" userId="S::arseniy.buzyan@edu.stockholm.se::f92a01cd-049f-4602-b292-09b82d2ea4e3" providerId="AD" clId="Web-{83B3BF6B-5744-E710-C2A6-1C950EAC2E6F}"/>
    <pc:docChg chg="addSld delSld modSld">
      <pc:chgData name="Arseniy Buzyan (extern)" userId="S::arseniy.buzyan@edu.stockholm.se::f92a01cd-049f-4602-b292-09b82d2ea4e3" providerId="AD" clId="Web-{83B3BF6B-5744-E710-C2A6-1C950EAC2E6F}" dt="2026-08-04T11:37:30.120" v="1239"/>
      <pc:docMkLst>
        <pc:docMk/>
      </pc:docMkLst>
      <pc:sldChg chg="addSp modSp mod setBg">
        <pc:chgData name="Arseniy Buzyan (extern)" userId="S::arseniy.buzyan@edu.stockholm.se::f92a01cd-049f-4602-b292-09b82d2ea4e3" providerId="AD" clId="Web-{83B3BF6B-5744-E710-C2A6-1C950EAC2E6F}" dt="2026-08-04T10:53:57.792" v="2"/>
        <pc:sldMkLst>
          <pc:docMk/>
          <pc:sldMk cId="3194377694" sldId="256"/>
        </pc:sldMkLst>
        <pc:spChg chg="mod">
          <ac:chgData name="Arseniy Buzyan (extern)" userId="S::arseniy.buzyan@edu.stockholm.se::f92a01cd-049f-4602-b292-09b82d2ea4e3" providerId="AD" clId="Web-{83B3BF6B-5744-E710-C2A6-1C950EAC2E6F}" dt="2026-08-04T10:53:57.792" v="2"/>
          <ac:spMkLst>
            <pc:docMk/>
            <pc:sldMk cId="3194377694" sldId="256"/>
            <ac:spMk id="2" creationId="{00000000-0000-0000-0000-000000000000}"/>
          </ac:spMkLst>
        </pc:spChg>
        <pc:spChg chg="mod">
          <ac:chgData name="Arseniy Buzyan (extern)" userId="S::arseniy.buzyan@edu.stockholm.se::f92a01cd-049f-4602-b292-09b82d2ea4e3" providerId="AD" clId="Web-{83B3BF6B-5744-E710-C2A6-1C950EAC2E6F}" dt="2026-08-04T10:53:57.792" v="2"/>
          <ac:spMkLst>
            <pc:docMk/>
            <pc:sldMk cId="3194377694" sldId="256"/>
            <ac:spMk id="3" creationId="{00000000-0000-0000-0000-000000000000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0:53:57.792" v="2"/>
          <ac:spMkLst>
            <pc:docMk/>
            <pc:sldMk cId="3194377694" sldId="256"/>
            <ac:spMk id="8" creationId="{0E30439A-8A5B-46EC-8283-9B6B031D40D0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0:53:57.792" v="2"/>
          <ac:spMkLst>
            <pc:docMk/>
            <pc:sldMk cId="3194377694" sldId="256"/>
            <ac:spMk id="10" creationId="{5CEAD642-85CF-4750-8432-7C80C901F001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0:53:57.792" v="2"/>
          <ac:spMkLst>
            <pc:docMk/>
            <pc:sldMk cId="3194377694" sldId="256"/>
            <ac:spMk id="12" creationId="{FA33EEAE-15D5-4119-8C1E-89D943F911EF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0:53:57.792" v="2"/>
          <ac:spMkLst>
            <pc:docMk/>
            <pc:sldMk cId="3194377694" sldId="256"/>
            <ac:spMk id="14" creationId="{730D8B3B-9B80-4025-B934-26DC7D7CD231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0:53:57.792" v="2"/>
          <ac:spMkLst>
            <pc:docMk/>
            <pc:sldMk cId="3194377694" sldId="256"/>
            <ac:spMk id="16" creationId="{B5A1B09C-1565-46F8-B70F-621C5EB48A09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0:53:57.792" v="2"/>
          <ac:spMkLst>
            <pc:docMk/>
            <pc:sldMk cId="3194377694" sldId="256"/>
            <ac:spMk id="18" creationId="{8C516CC8-80AC-446C-A56E-9F54B7210402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0:53:57.792" v="2"/>
          <ac:spMkLst>
            <pc:docMk/>
            <pc:sldMk cId="3194377694" sldId="256"/>
            <ac:spMk id="20" creationId="{53947E58-F088-49F1-A3D1-DEA690192E84}"/>
          </ac:spMkLst>
        </pc:spChg>
      </pc:sldChg>
      <pc:sldChg chg="addSp delSp modSp new mod setBg">
        <pc:chgData name="Arseniy Buzyan (extern)" userId="S::arseniy.buzyan@edu.stockholm.se::f92a01cd-049f-4602-b292-09b82d2ea4e3" providerId="AD" clId="Web-{83B3BF6B-5744-E710-C2A6-1C950EAC2E6F}" dt="2026-08-04T10:58:04.123" v="54" actId="1076"/>
        <pc:sldMkLst>
          <pc:docMk/>
          <pc:sldMk cId="493712466" sldId="257"/>
        </pc:sldMkLst>
        <pc:spChg chg="mod">
          <ac:chgData name="Arseniy Buzyan (extern)" userId="S::arseniy.buzyan@edu.stockholm.se::f92a01cd-049f-4602-b292-09b82d2ea4e3" providerId="AD" clId="Web-{83B3BF6B-5744-E710-C2A6-1C950EAC2E6F}" dt="2026-08-04T10:57:56.670" v="52" actId="14100"/>
          <ac:spMkLst>
            <pc:docMk/>
            <pc:sldMk cId="493712466" sldId="257"/>
            <ac:spMk id="2" creationId="{5240AF0E-1BCA-A4D7-4970-4D04A26F83F8}"/>
          </ac:spMkLst>
        </pc:spChg>
        <pc:spChg chg="add del mod">
          <ac:chgData name="Arseniy Buzyan (extern)" userId="S::arseniy.buzyan@edu.stockholm.se::f92a01cd-049f-4602-b292-09b82d2ea4e3" providerId="AD" clId="Web-{83B3BF6B-5744-E710-C2A6-1C950EAC2E6F}" dt="2026-08-04T10:55:43.981" v="14"/>
          <ac:spMkLst>
            <pc:docMk/>
            <pc:sldMk cId="493712466" sldId="257"/>
            <ac:spMk id="3" creationId="{D126DD2B-00E6-9057-5435-7C7F332396C1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0:55:32.950" v="10"/>
          <ac:spMkLst>
            <pc:docMk/>
            <pc:sldMk cId="493712466" sldId="257"/>
            <ac:spMk id="8" creationId="{70DFC902-7D23-471A-B557-B6B6917D7A0D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0:55:32.950" v="10"/>
          <ac:spMkLst>
            <pc:docMk/>
            <pc:sldMk cId="493712466" sldId="257"/>
            <ac:spMk id="10" creationId="{A55D5633-D557-4DCA-982C-FF36EB7A1C00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0:55:32.950" v="10"/>
          <ac:spMkLst>
            <pc:docMk/>
            <pc:sldMk cId="493712466" sldId="257"/>
            <ac:spMk id="12" creationId="{450D3AD2-FA80-415F-A9CE-54D884561CD7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0:55:43.981" v="15"/>
          <ac:spMkLst>
            <pc:docMk/>
            <pc:sldMk cId="493712466" sldId="257"/>
            <ac:spMk id="14" creationId="{375E0459-6403-40CD-989D-56A4407CA12E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0:55:43.981" v="15"/>
          <ac:spMkLst>
            <pc:docMk/>
            <pc:sldMk cId="493712466" sldId="257"/>
            <ac:spMk id="15" creationId="{1B15ED52-F352-441B-82BF-E0EA34836D08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0:55:43.981" v="15"/>
          <ac:spMkLst>
            <pc:docMk/>
            <pc:sldMk cId="493712466" sldId="257"/>
            <ac:spMk id="16" creationId="{53E5B1A8-3AC9-4BD1-9BBC-78CA94F2D1BA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0:55:43.981" v="15"/>
          <ac:spMkLst>
            <pc:docMk/>
            <pc:sldMk cId="493712466" sldId="257"/>
            <ac:spMk id="17" creationId="{3B2E3793-BFE6-45A2-9B7B-E18844431C99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0:55:43.981" v="15"/>
          <ac:spMkLst>
            <pc:docMk/>
            <pc:sldMk cId="493712466" sldId="257"/>
            <ac:spMk id="18" creationId="{BC4C4868-CB8F-4AF9-9CDB-8108F2C19B67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0:56:23.732" v="23"/>
          <ac:spMkLst>
            <pc:docMk/>
            <pc:sldMk cId="493712466" sldId="257"/>
            <ac:spMk id="23" creationId="{70DFC902-7D23-471A-B557-B6B6917D7A0D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0:55:43.981" v="14"/>
          <ac:spMkLst>
            <pc:docMk/>
            <pc:sldMk cId="493712466" sldId="257"/>
            <ac:spMk id="24" creationId="{53B021B3-DE93-4AB7-8A18-CF5F1CED88B8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0:56:23.732" v="23"/>
          <ac:spMkLst>
            <pc:docMk/>
            <pc:sldMk cId="493712466" sldId="257"/>
            <ac:spMk id="25" creationId="{A55D5633-D557-4DCA-982C-FF36EB7A1C00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0:55:43.981" v="14"/>
          <ac:spMkLst>
            <pc:docMk/>
            <pc:sldMk cId="493712466" sldId="257"/>
            <ac:spMk id="26" creationId="{52D502E5-F6B4-4D58-B4AE-FC466FF15EE8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0:56:23.732" v="23"/>
          <ac:spMkLst>
            <pc:docMk/>
            <pc:sldMk cId="493712466" sldId="257"/>
            <ac:spMk id="27" creationId="{450D3AD2-FA80-415F-A9CE-54D884561CD7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0:55:43.981" v="14"/>
          <ac:spMkLst>
            <pc:docMk/>
            <pc:sldMk cId="493712466" sldId="257"/>
            <ac:spMk id="28" creationId="{9DECDBF4-02B6-4BB4-B65B-B8107AD6A9E8}"/>
          </ac:spMkLst>
        </pc:spChg>
        <pc:spChg chg="add mod">
          <ac:chgData name="Arseniy Buzyan (extern)" userId="S::arseniy.buzyan@edu.stockholm.se::f92a01cd-049f-4602-b292-09b82d2ea4e3" providerId="AD" clId="Web-{83B3BF6B-5744-E710-C2A6-1C950EAC2E6F}" dt="2026-08-04T10:58:04.123" v="54" actId="1076"/>
          <ac:spMkLst>
            <pc:docMk/>
            <pc:sldMk cId="493712466" sldId="257"/>
            <ac:spMk id="29" creationId="{31D2A6F8-0BD5-B38A-C371-3E24AF67BD3F}"/>
          </ac:spMkLst>
        </pc:spChg>
        <pc:spChg chg="add mod ord">
          <ac:chgData name="Arseniy Buzyan (extern)" userId="S::arseniy.buzyan@edu.stockholm.se::f92a01cd-049f-4602-b292-09b82d2ea4e3" providerId="AD" clId="Web-{83B3BF6B-5744-E710-C2A6-1C950EAC2E6F}" dt="2026-08-04T10:57:37.951" v="42" actId="1076"/>
          <ac:spMkLst>
            <pc:docMk/>
            <pc:sldMk cId="493712466" sldId="257"/>
            <ac:spMk id="30" creationId="{D126DD2B-00E6-9057-5435-7C7F332396C1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0:56:23.732" v="22"/>
          <ac:spMkLst>
            <pc:docMk/>
            <pc:sldMk cId="493712466" sldId="257"/>
            <ac:spMk id="35" creationId="{2550BE34-C2B8-49B8-8519-67A8CAD51AE9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0:56:23.732" v="22"/>
          <ac:spMkLst>
            <pc:docMk/>
            <pc:sldMk cId="493712466" sldId="257"/>
            <ac:spMk id="37" creationId="{A7457DD9-5A45-400A-AB4B-4B4EDECA25F1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0:56:23.732" v="22"/>
          <ac:spMkLst>
            <pc:docMk/>
            <pc:sldMk cId="493712466" sldId="257"/>
            <ac:spMk id="39" creationId="{441CF7D6-A660-431A-B0BB-140A0D5556B6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0:56:23.732" v="22"/>
          <ac:spMkLst>
            <pc:docMk/>
            <pc:sldMk cId="493712466" sldId="257"/>
            <ac:spMk id="41" creationId="{0570A85B-3810-4F95-97B0-CBF4CCDB381C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0:56:23.732" v="23"/>
          <ac:spMkLst>
            <pc:docMk/>
            <pc:sldMk cId="493712466" sldId="257"/>
            <ac:spMk id="43" creationId="{8B3A2D1A-45FC-4F95-B150-1C13EF2F6D09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0:56:23.732" v="23"/>
          <ac:spMkLst>
            <pc:docMk/>
            <pc:sldMk cId="493712466" sldId="257"/>
            <ac:spMk id="44" creationId="{39C3C864-C625-4883-B868-9A4C470F4DD5}"/>
          </ac:spMkLst>
        </pc:spChg>
        <pc:graphicFrameChg chg="add del mod ord modGraphic">
          <ac:chgData name="Arseniy Buzyan (extern)" userId="S::arseniy.buzyan@edu.stockholm.se::f92a01cd-049f-4602-b292-09b82d2ea4e3" providerId="AD" clId="Web-{83B3BF6B-5744-E710-C2A6-1C950EAC2E6F}" dt="2026-08-04T10:55:19.387" v="7"/>
          <ac:graphicFrameMkLst>
            <pc:docMk/>
            <pc:sldMk cId="493712466" sldId="257"/>
            <ac:graphicFrameMk id="5" creationId="{4C9902C9-5632-8873-D36D-73C4B388547D}"/>
          </ac:graphicFrameMkLst>
        </pc:graphicFrameChg>
        <pc:picChg chg="add mod">
          <ac:chgData name="Arseniy Buzyan (extern)" userId="S::arseniy.buzyan@edu.stockholm.se::f92a01cd-049f-4602-b292-09b82d2ea4e3" providerId="AD" clId="Web-{83B3BF6B-5744-E710-C2A6-1C950EAC2E6F}" dt="2026-08-04T10:56:55.716" v="36" actId="1076"/>
          <ac:picMkLst>
            <pc:docMk/>
            <pc:sldMk cId="493712466" sldId="257"/>
            <ac:picMk id="22" creationId="{5F363110-7482-EE7D-D833-50962AC5A8D4}"/>
          </ac:picMkLst>
        </pc:picChg>
      </pc:sldChg>
      <pc:sldChg chg="addSp delSp modSp new mod setBg">
        <pc:chgData name="Arseniy Buzyan (extern)" userId="S::arseniy.buzyan@edu.stockholm.se::f92a01cd-049f-4602-b292-09b82d2ea4e3" providerId="AD" clId="Web-{83B3BF6B-5744-E710-C2A6-1C950EAC2E6F}" dt="2026-08-04T11:00:55.579" v="84" actId="14100"/>
        <pc:sldMkLst>
          <pc:docMk/>
          <pc:sldMk cId="72214896" sldId="258"/>
        </pc:sldMkLst>
        <pc:spChg chg="mod">
          <ac:chgData name="Arseniy Buzyan (extern)" userId="S::arseniy.buzyan@edu.stockholm.se::f92a01cd-049f-4602-b292-09b82d2ea4e3" providerId="AD" clId="Web-{83B3BF6B-5744-E710-C2A6-1C950EAC2E6F}" dt="2026-08-04T11:00:33.266" v="79"/>
          <ac:spMkLst>
            <pc:docMk/>
            <pc:sldMk cId="72214896" sldId="258"/>
            <ac:spMk id="2" creationId="{F1F809EF-1B0B-2F65-9CD4-D6702132862F}"/>
          </ac:spMkLst>
        </pc:spChg>
        <pc:spChg chg="add del mod">
          <ac:chgData name="Arseniy Buzyan (extern)" userId="S::arseniy.buzyan@edu.stockholm.se::f92a01cd-049f-4602-b292-09b82d2ea4e3" providerId="AD" clId="Web-{83B3BF6B-5744-E710-C2A6-1C950EAC2E6F}" dt="2026-08-04T11:00:03.641" v="73"/>
          <ac:spMkLst>
            <pc:docMk/>
            <pc:sldMk cId="72214896" sldId="258"/>
            <ac:spMk id="3" creationId="{615B3AD5-5E6F-04C1-6EB6-63CB80752987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0:01.344" v="70"/>
          <ac:spMkLst>
            <pc:docMk/>
            <pc:sldMk cId="72214896" sldId="258"/>
            <ac:spMk id="9" creationId="{53B021B3-DE93-4AB7-8A18-CF5F1CED88B8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0:01.344" v="70"/>
          <ac:spMkLst>
            <pc:docMk/>
            <pc:sldMk cId="72214896" sldId="258"/>
            <ac:spMk id="11" creationId="{52D502E5-F6B4-4D58-B4AE-FC466FF15EE8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0:01.344" v="70"/>
          <ac:spMkLst>
            <pc:docMk/>
            <pc:sldMk cId="72214896" sldId="258"/>
            <ac:spMk id="13" creationId="{9DECDBF4-02B6-4BB4-B65B-B8107AD6A9E8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0:03.610" v="72"/>
          <ac:spMkLst>
            <pc:docMk/>
            <pc:sldMk cId="72214896" sldId="258"/>
            <ac:spMk id="15" creationId="{063BBA22-50EA-4C4D-BE05-F1CE4E63AA56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0:03.610" v="72"/>
          <ac:spMkLst>
            <pc:docMk/>
            <pc:sldMk cId="72214896" sldId="258"/>
            <ac:spMk id="16" creationId="{BACC6370-2D7E-4714-9D71-7542949D7D5D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0:03.610" v="72"/>
          <ac:spMkLst>
            <pc:docMk/>
            <pc:sldMk cId="72214896" sldId="258"/>
            <ac:spMk id="17" creationId="{F68B3F68-107C-434F-AA38-110D5EA91B85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0:03.610" v="72"/>
          <ac:spMkLst>
            <pc:docMk/>
            <pc:sldMk cId="72214896" sldId="258"/>
            <ac:spMk id="18" creationId="{AAD0DBB9-1A4B-4391-81D4-CB19F9AB918A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0:33.266" v="79"/>
          <ac:spMkLst>
            <pc:docMk/>
            <pc:sldMk cId="72214896" sldId="258"/>
            <ac:spMk id="21" creationId="{53B021B3-DE93-4AB7-8A18-CF5F1CED88B8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0:33.266" v="79"/>
          <ac:spMkLst>
            <pc:docMk/>
            <pc:sldMk cId="72214896" sldId="258"/>
            <ac:spMk id="22" creationId="{52D502E5-F6B4-4D58-B4AE-FC466FF15EE8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0:33.266" v="79"/>
          <ac:spMkLst>
            <pc:docMk/>
            <pc:sldMk cId="72214896" sldId="258"/>
            <ac:spMk id="23" creationId="{9DECDBF4-02B6-4BB4-B65B-B8107AD6A9E8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0:25.313" v="76"/>
          <ac:spMkLst>
            <pc:docMk/>
            <pc:sldMk cId="72214896" sldId="258"/>
            <ac:spMk id="29" creationId="{6C4028FD-8BAA-4A19-BFDE-594D991B7552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0:33.266" v="78"/>
          <ac:spMkLst>
            <pc:docMk/>
            <pc:sldMk cId="72214896" sldId="258"/>
            <ac:spMk id="31" creationId="{F7117410-A2A4-4085-9ADC-46744551DBDE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0:33.266" v="78"/>
          <ac:spMkLst>
            <pc:docMk/>
            <pc:sldMk cId="72214896" sldId="258"/>
            <ac:spMk id="32" creationId="{7301F447-EEF7-48F5-AF73-7566EE7F64AD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0:33.266" v="78"/>
          <ac:spMkLst>
            <pc:docMk/>
            <pc:sldMk cId="72214896" sldId="258"/>
            <ac:spMk id="33" creationId="{99F74EB5-E547-4FB4-95F5-BCC788F3C4A0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0:42.001" v="80"/>
          <ac:spMkLst>
            <pc:docMk/>
            <pc:sldMk cId="72214896" sldId="258"/>
            <ac:spMk id="35" creationId="{6C4028FD-8BAA-4A19-BFDE-594D991B7552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00:42.001" v="80"/>
          <ac:spMkLst>
            <pc:docMk/>
            <pc:sldMk cId="72214896" sldId="258"/>
            <ac:spMk id="40" creationId="{6C4028FD-8BAA-4A19-BFDE-594D991B7552}"/>
          </ac:spMkLst>
        </pc:spChg>
        <pc:graphicFrameChg chg="add del mod ord modGraphic">
          <ac:chgData name="Arseniy Buzyan (extern)" userId="S::arseniy.buzyan@edu.stockholm.se::f92a01cd-049f-4602-b292-09b82d2ea4e3" providerId="AD" clId="Web-{83B3BF6B-5744-E710-C2A6-1C950EAC2E6F}" dt="2026-08-04T10:59:06.828" v="57"/>
          <ac:graphicFrameMkLst>
            <pc:docMk/>
            <pc:sldMk cId="72214896" sldId="258"/>
            <ac:graphicFrameMk id="5" creationId="{A14D61C0-A18E-2325-DE2B-F1D8B363AC91}"/>
          </ac:graphicFrameMkLst>
        </pc:graphicFrameChg>
        <pc:graphicFrameChg chg="add del">
          <ac:chgData name="Arseniy Buzyan (extern)" userId="S::arseniy.buzyan@edu.stockholm.se::f92a01cd-049f-4602-b292-09b82d2ea4e3" providerId="AD" clId="Web-{83B3BF6B-5744-E710-C2A6-1C950EAC2E6F}" dt="2026-08-04T11:00:01.344" v="70"/>
          <ac:graphicFrameMkLst>
            <pc:docMk/>
            <pc:sldMk cId="72214896" sldId="258"/>
            <ac:graphicFrameMk id="6" creationId="{D24E5F69-BBA1-7A42-A002-2A5DF35EB0F8}"/>
          </ac:graphicFrameMkLst>
        </pc:graphicFrameChg>
        <pc:graphicFrameChg chg="add del">
          <ac:chgData name="Arseniy Buzyan (extern)" userId="S::arseniy.buzyan@edu.stockholm.se::f92a01cd-049f-4602-b292-09b82d2ea4e3" providerId="AD" clId="Web-{83B3BF6B-5744-E710-C2A6-1C950EAC2E6F}" dt="2026-08-04T11:00:03.610" v="72"/>
          <ac:graphicFrameMkLst>
            <pc:docMk/>
            <pc:sldMk cId="72214896" sldId="258"/>
            <ac:graphicFrameMk id="19" creationId="{BFC627F5-74D9-9592-A753-A32755CD990B}"/>
          </ac:graphicFrameMkLst>
        </pc:graphicFrameChg>
        <pc:graphicFrameChg chg="add mod modGraphic">
          <ac:chgData name="Arseniy Buzyan (extern)" userId="S::arseniy.buzyan@edu.stockholm.se::f92a01cd-049f-4602-b292-09b82d2ea4e3" providerId="AD" clId="Web-{83B3BF6B-5744-E710-C2A6-1C950EAC2E6F}" dt="2026-08-04T11:00:55.579" v="84" actId="14100"/>
          <ac:graphicFrameMkLst>
            <pc:docMk/>
            <pc:sldMk cId="72214896" sldId="258"/>
            <ac:graphicFrameMk id="24" creationId="{D24E5F69-BBA1-7A42-A002-2A5DF35EB0F8}"/>
          </ac:graphicFrameMkLst>
        </pc:graphicFrameChg>
      </pc:sldChg>
      <pc:sldChg chg="addSp delSp modSp new mod setBg">
        <pc:chgData name="Arseniy Buzyan (extern)" userId="S::arseniy.buzyan@edu.stockholm.se::f92a01cd-049f-4602-b292-09b82d2ea4e3" providerId="AD" clId="Web-{83B3BF6B-5744-E710-C2A6-1C950EAC2E6F}" dt="2026-08-04T11:01:59.455" v="97" actId="20577"/>
        <pc:sldMkLst>
          <pc:docMk/>
          <pc:sldMk cId="4065317508" sldId="259"/>
        </pc:sldMkLst>
        <pc:spChg chg="del">
          <ac:chgData name="Arseniy Buzyan (extern)" userId="S::arseniy.buzyan@edu.stockholm.se::f92a01cd-049f-4602-b292-09b82d2ea4e3" providerId="AD" clId="Web-{83B3BF6B-5744-E710-C2A6-1C950EAC2E6F}" dt="2026-08-04T11:01:16.501" v="85"/>
          <ac:spMkLst>
            <pc:docMk/>
            <pc:sldMk cId="4065317508" sldId="259"/>
            <ac:spMk id="2" creationId="{2F59DBB1-6139-25BB-4956-2761F0B09BD8}"/>
          </ac:spMkLst>
        </pc:spChg>
        <pc:spChg chg="mod">
          <ac:chgData name="Arseniy Buzyan (extern)" userId="S::arseniy.buzyan@edu.stockholm.se::f92a01cd-049f-4602-b292-09b82d2ea4e3" providerId="AD" clId="Web-{83B3BF6B-5744-E710-C2A6-1C950EAC2E6F}" dt="2026-08-04T11:01:59.455" v="97" actId="20577"/>
          <ac:spMkLst>
            <pc:docMk/>
            <pc:sldMk cId="4065317508" sldId="259"/>
            <ac:spMk id="3" creationId="{6017205B-9726-5610-F2A0-5293D1CD6565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01:45.580" v="93"/>
          <ac:spMkLst>
            <pc:docMk/>
            <pc:sldMk cId="4065317508" sldId="259"/>
            <ac:spMk id="8" creationId="{70DFC902-7D23-471A-B557-B6B6917D7A0D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01:45.580" v="93"/>
          <ac:spMkLst>
            <pc:docMk/>
            <pc:sldMk cId="4065317508" sldId="259"/>
            <ac:spMk id="10" creationId="{A55D5633-D557-4DCA-982C-FF36EB7A1C00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01:45.580" v="93"/>
          <ac:spMkLst>
            <pc:docMk/>
            <pc:sldMk cId="4065317508" sldId="259"/>
            <ac:spMk id="12" creationId="{450D3AD2-FA80-415F-A9CE-54D884561CD7}"/>
          </ac:spMkLst>
        </pc:spChg>
      </pc:sldChg>
      <pc:sldChg chg="addSp delSp modSp new">
        <pc:chgData name="Arseniy Buzyan (extern)" userId="S::arseniy.buzyan@edu.stockholm.se::f92a01cd-049f-4602-b292-09b82d2ea4e3" providerId="AD" clId="Web-{83B3BF6B-5744-E710-C2A6-1C950EAC2E6F}" dt="2026-08-04T11:03:55.953" v="203"/>
        <pc:sldMkLst>
          <pc:docMk/>
          <pc:sldMk cId="2973840508" sldId="260"/>
        </pc:sldMkLst>
        <pc:spChg chg="mod">
          <ac:chgData name="Arseniy Buzyan (extern)" userId="S::arseniy.buzyan@edu.stockholm.se::f92a01cd-049f-4602-b292-09b82d2ea4e3" providerId="AD" clId="Web-{83B3BF6B-5744-E710-C2A6-1C950EAC2E6F}" dt="2026-08-04T11:02:58.015" v="106" actId="14100"/>
          <ac:spMkLst>
            <pc:docMk/>
            <pc:sldMk cId="2973840508" sldId="260"/>
            <ac:spMk id="2" creationId="{127DB95D-3CDD-89A2-0689-340D308D1882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2:50.843" v="103"/>
          <ac:spMkLst>
            <pc:docMk/>
            <pc:sldMk cId="2973840508" sldId="260"/>
            <ac:spMk id="3" creationId="{6B4DC3F2-60D1-52B2-A7B3-4B15AF721DE7}"/>
          </ac:spMkLst>
        </pc:spChg>
        <pc:graphicFrameChg chg="add del mod ord modGraphic">
          <ac:chgData name="Arseniy Buzyan (extern)" userId="S::arseniy.buzyan@edu.stockholm.se::f92a01cd-049f-4602-b292-09b82d2ea4e3" providerId="AD" clId="Web-{83B3BF6B-5744-E710-C2A6-1C950EAC2E6F}" dt="2026-08-04T11:02:30.674" v="102"/>
          <ac:graphicFrameMkLst>
            <pc:docMk/>
            <pc:sldMk cId="2973840508" sldId="260"/>
            <ac:graphicFrameMk id="5" creationId="{5D39C1DF-9ABA-ACA9-9E39-80D9B6E04A51}"/>
          </ac:graphicFrameMkLst>
        </pc:graphicFrameChg>
        <pc:graphicFrameChg chg="add mod ord modGraphic">
          <ac:chgData name="Arseniy Buzyan (extern)" userId="S::arseniy.buzyan@edu.stockholm.se::f92a01cd-049f-4602-b292-09b82d2ea4e3" providerId="AD" clId="Web-{83B3BF6B-5744-E710-C2A6-1C950EAC2E6F}" dt="2026-08-04T11:03:55.953" v="203"/>
          <ac:graphicFrameMkLst>
            <pc:docMk/>
            <pc:sldMk cId="2973840508" sldId="260"/>
            <ac:graphicFrameMk id="5" creationId="{BDF4FC79-0595-1164-46CE-A8F4F6736389}"/>
          </ac:graphicFrameMkLst>
        </pc:graphicFrameChg>
      </pc:sldChg>
      <pc:sldChg chg="addSp delSp modSp new mod setBg">
        <pc:chgData name="Arseniy Buzyan (extern)" userId="S::arseniy.buzyan@edu.stockholm.se::f92a01cd-049f-4602-b292-09b82d2ea4e3" providerId="AD" clId="Web-{83B3BF6B-5744-E710-C2A6-1C950EAC2E6F}" dt="2026-08-04T11:06:03.236" v="325" actId="1076"/>
        <pc:sldMkLst>
          <pc:docMk/>
          <pc:sldMk cId="1768499755" sldId="261"/>
        </pc:sldMkLst>
        <pc:spChg chg="mod">
          <ac:chgData name="Arseniy Buzyan (extern)" userId="S::arseniy.buzyan@edu.stockholm.se::f92a01cd-049f-4602-b292-09b82d2ea4e3" providerId="AD" clId="Web-{83B3BF6B-5744-E710-C2A6-1C950EAC2E6F}" dt="2026-08-04T11:04:51.501" v="212"/>
          <ac:spMkLst>
            <pc:docMk/>
            <pc:sldMk cId="1768499755" sldId="261"/>
            <ac:spMk id="2" creationId="{6E1C4AF4-FCD9-349B-BF84-C0C76CCABC1B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4:51.501" v="212"/>
          <ac:spMkLst>
            <pc:docMk/>
            <pc:sldMk cId="1768499755" sldId="261"/>
            <ac:spMk id="3" creationId="{90FA15AA-9980-0E41-3FBB-2598A0685477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4:51.485" v="211"/>
          <ac:spMkLst>
            <pc:docMk/>
            <pc:sldMk cId="1768499755" sldId="261"/>
            <ac:spMk id="8" creationId="{DEE2AD96-B495-4E06-9291-B71706F728CB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4:47.016" v="209"/>
          <ac:spMkLst>
            <pc:docMk/>
            <pc:sldMk cId="1768499755" sldId="261"/>
            <ac:spMk id="10" creationId="{A3363022-C969-41E9-8EB2-E4C94908C1FA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4:47.016" v="209"/>
          <ac:spMkLst>
            <pc:docMk/>
            <pc:sldMk cId="1768499755" sldId="261"/>
            <ac:spMk id="12" creationId="{8D1AD6B3-BE88-4CEB-BA17-790657CC4729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4:51.485" v="211"/>
          <ac:spMkLst>
            <pc:docMk/>
            <pc:sldMk cId="1768499755" sldId="261"/>
            <ac:spMk id="16" creationId="{7D96243B-ECED-4B71-8E06-AE9A285EAD20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4:51.485" v="211"/>
          <ac:spMkLst>
            <pc:docMk/>
            <pc:sldMk cId="1768499755" sldId="261"/>
            <ac:spMk id="18" creationId="{A09989E4-EFDC-4A90-A633-E0525FB4139E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4:51.485" v="211"/>
          <ac:spMkLst>
            <pc:docMk/>
            <pc:sldMk cId="1768499755" sldId="261"/>
            <ac:spMk id="19" creationId="{53CF6D67-C5A8-4ADD-9E8E-1E38CA1D3166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4:51.485" v="211"/>
          <ac:spMkLst>
            <pc:docMk/>
            <pc:sldMk cId="1768499755" sldId="261"/>
            <ac:spMk id="20" creationId="{86909FA0-B515-4681-B7A8-FA281D133B94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4:51.485" v="211"/>
          <ac:spMkLst>
            <pc:docMk/>
            <pc:sldMk cId="1768499755" sldId="261"/>
            <ac:spMk id="21" creationId="{21C9FE86-FCC3-4A31-AA1C-C882262B7FE7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4:51.485" v="211"/>
          <ac:spMkLst>
            <pc:docMk/>
            <pc:sldMk cId="1768499755" sldId="261"/>
            <ac:spMk id="22" creationId="{90FA15AA-9980-0E41-3FBB-2598A0685477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04:51.501" v="212"/>
          <ac:spMkLst>
            <pc:docMk/>
            <pc:sldMk cId="1768499755" sldId="261"/>
            <ac:spMk id="24" creationId="{1B15ED52-F352-441B-82BF-E0EA34836D08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04:51.501" v="212"/>
          <ac:spMkLst>
            <pc:docMk/>
            <pc:sldMk cId="1768499755" sldId="261"/>
            <ac:spMk id="25" creationId="{3B2E3793-BFE6-45A2-9B7B-E18844431C99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04:51.501" v="212"/>
          <ac:spMkLst>
            <pc:docMk/>
            <pc:sldMk cId="1768499755" sldId="261"/>
            <ac:spMk id="26" creationId="{BC4C4868-CB8F-4AF9-9CDB-8108F2C19B67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04:51.501" v="212"/>
          <ac:spMkLst>
            <pc:docMk/>
            <pc:sldMk cId="1768499755" sldId="261"/>
            <ac:spMk id="27" creationId="{375E0459-6403-40CD-989D-56A4407CA12E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04:51.501" v="212"/>
          <ac:spMkLst>
            <pc:docMk/>
            <pc:sldMk cId="1768499755" sldId="261"/>
            <ac:spMk id="28" creationId="{53E5B1A8-3AC9-4BD1-9BBC-78CA94F2D1BA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5:22.954" v="219"/>
          <ac:spMkLst>
            <pc:docMk/>
            <pc:sldMk cId="1768499755" sldId="261"/>
            <ac:spMk id="29" creationId="{90FA15AA-9980-0E41-3FBB-2598A0685477}"/>
          </ac:spMkLst>
        </pc:spChg>
        <pc:spChg chg="add mod">
          <ac:chgData name="Arseniy Buzyan (extern)" userId="S::arseniy.buzyan@edu.stockholm.se::f92a01cd-049f-4602-b292-09b82d2ea4e3" providerId="AD" clId="Web-{83B3BF6B-5744-E710-C2A6-1C950EAC2E6F}" dt="2026-08-04T11:06:03.236" v="325" actId="1076"/>
          <ac:spMkLst>
            <pc:docMk/>
            <pc:sldMk cId="1768499755" sldId="261"/>
            <ac:spMk id="30" creationId="{0606D230-664A-50D1-81DF-3A1DD36B2CF0}"/>
          </ac:spMkLst>
        </pc:spChg>
        <pc:grpChg chg="add del">
          <ac:chgData name="Arseniy Buzyan (extern)" userId="S::arseniy.buzyan@edu.stockholm.se::f92a01cd-049f-4602-b292-09b82d2ea4e3" providerId="AD" clId="Web-{83B3BF6B-5744-E710-C2A6-1C950EAC2E6F}" dt="2026-08-04T11:04:47.016" v="209"/>
          <ac:grpSpMkLst>
            <pc:docMk/>
            <pc:sldMk cId="1768499755" sldId="261"/>
            <ac:grpSpMk id="14" creationId="{89D1390B-7E13-4B4F-9CB2-391063412E54}"/>
          </ac:grpSpMkLst>
        </pc:grpChg>
        <pc:graphicFrameChg chg="add del mod ord modGraphic">
          <ac:chgData name="Arseniy Buzyan (extern)" userId="S::arseniy.buzyan@edu.stockholm.se::f92a01cd-049f-4602-b292-09b82d2ea4e3" providerId="AD" clId="Web-{83B3BF6B-5744-E710-C2A6-1C950EAC2E6F}" dt="2026-08-04T11:05:00.657" v="214"/>
          <ac:graphicFrameMkLst>
            <pc:docMk/>
            <pc:sldMk cId="1768499755" sldId="261"/>
            <ac:graphicFrameMk id="5" creationId="{2C6E0C22-64BE-9229-D5B2-186F032FE8AD}"/>
          </ac:graphicFrameMkLst>
        </pc:graphicFrameChg>
        <pc:graphicFrameChg chg="add del mod ord modGraphic">
          <ac:chgData name="Arseniy Buzyan (extern)" userId="S::arseniy.buzyan@edu.stockholm.se::f92a01cd-049f-4602-b292-09b82d2ea4e3" providerId="AD" clId="Web-{83B3BF6B-5744-E710-C2A6-1C950EAC2E6F}" dt="2026-08-04T11:05:21.329" v="218"/>
          <ac:graphicFrameMkLst>
            <pc:docMk/>
            <pc:sldMk cId="1768499755" sldId="261"/>
            <ac:graphicFrameMk id="6" creationId="{F429A58D-54F6-9775-3259-CB5E7A734960}"/>
          </ac:graphicFrameMkLst>
        </pc:graphicFrameChg>
        <pc:graphicFrameChg chg="add del mod">
          <ac:chgData name="Arseniy Buzyan (extern)" userId="S::arseniy.buzyan@edu.stockholm.se::f92a01cd-049f-4602-b292-09b82d2ea4e3" providerId="AD" clId="Web-{83B3BF6B-5744-E710-C2A6-1C950EAC2E6F}" dt="2026-08-04T11:05:18.923" v="217"/>
          <ac:graphicFrameMkLst>
            <pc:docMk/>
            <pc:sldMk cId="1768499755" sldId="261"/>
            <ac:graphicFrameMk id="11" creationId="{0A08B65A-0EEC-B261-E67C-A5A5E48D80A8}"/>
          </ac:graphicFrameMkLst>
        </pc:graphicFrameChg>
        <pc:graphicFrameChg chg="add mod ord modGraphic">
          <ac:chgData name="Arseniy Buzyan (extern)" userId="S::arseniy.buzyan@edu.stockholm.se::f92a01cd-049f-4602-b292-09b82d2ea4e3" providerId="AD" clId="Web-{83B3BF6B-5744-E710-C2A6-1C950EAC2E6F}" dt="2026-08-04T11:05:50.908" v="317"/>
          <ac:graphicFrameMkLst>
            <pc:docMk/>
            <pc:sldMk cId="1768499755" sldId="261"/>
            <ac:graphicFrameMk id="23" creationId="{A9B87940-33A1-1406-E58B-AB84B4C42BE2}"/>
          </ac:graphicFrameMkLst>
        </pc:graphicFrameChg>
        <pc:picChg chg="add del">
          <ac:chgData name="Arseniy Buzyan (extern)" userId="S::arseniy.buzyan@edu.stockholm.se::f92a01cd-049f-4602-b292-09b82d2ea4e3" providerId="AD" clId="Web-{83B3BF6B-5744-E710-C2A6-1C950EAC2E6F}" dt="2026-08-04T11:04:47.016" v="209"/>
          <ac:picMkLst>
            <pc:docMk/>
            <pc:sldMk cId="1768499755" sldId="261"/>
            <ac:picMk id="7" creationId="{629653BE-C42D-0A0C-6AE0-469BC61AFBF4}"/>
          </ac:picMkLst>
        </pc:picChg>
      </pc:sldChg>
      <pc:sldChg chg="addSp delSp modSp new mod setBg setClrOvrMap">
        <pc:chgData name="Arseniy Buzyan (extern)" userId="S::arseniy.buzyan@edu.stockholm.se::f92a01cd-049f-4602-b292-09b82d2ea4e3" providerId="AD" clId="Web-{83B3BF6B-5744-E710-C2A6-1C950EAC2E6F}" dt="2026-08-04T11:09:19.801" v="356" actId="1076"/>
        <pc:sldMkLst>
          <pc:docMk/>
          <pc:sldMk cId="1737310304" sldId="262"/>
        </pc:sldMkLst>
        <pc:spChg chg="mod">
          <ac:chgData name="Arseniy Buzyan (extern)" userId="S::arseniy.buzyan@edu.stockholm.se::f92a01cd-049f-4602-b292-09b82d2ea4e3" providerId="AD" clId="Web-{83B3BF6B-5744-E710-C2A6-1C950EAC2E6F}" dt="2026-08-04T11:09:10.551" v="352" actId="14100"/>
          <ac:spMkLst>
            <pc:docMk/>
            <pc:sldMk cId="1737310304" sldId="262"/>
            <ac:spMk id="2" creationId="{ECB6F75A-4B0E-66FA-9D41-A269C91556E4}"/>
          </ac:spMkLst>
        </pc:spChg>
        <pc:spChg chg="del mod">
          <ac:chgData name="Arseniy Buzyan (extern)" userId="S::arseniy.buzyan@edu.stockholm.se::f92a01cd-049f-4602-b292-09b82d2ea4e3" providerId="AD" clId="Web-{83B3BF6B-5744-E710-C2A6-1C950EAC2E6F}" dt="2026-08-04T11:06:58.643" v="333"/>
          <ac:spMkLst>
            <pc:docMk/>
            <pc:sldMk cId="1737310304" sldId="262"/>
            <ac:spMk id="3" creationId="{1D3691BB-DF63-599C-E5FF-2B8FCE698C18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8:11.066" v="340"/>
          <ac:spMkLst>
            <pc:docMk/>
            <pc:sldMk cId="1737310304" sldId="262"/>
            <ac:spMk id="9" creationId="{BACC6370-2D7E-4714-9D71-7542949D7D5D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8:11.066" v="340"/>
          <ac:spMkLst>
            <pc:docMk/>
            <pc:sldMk cId="1737310304" sldId="262"/>
            <ac:spMk id="11" creationId="{F68B3F68-107C-434F-AA38-110D5EA91B85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8:11.066" v="340"/>
          <ac:spMkLst>
            <pc:docMk/>
            <pc:sldMk cId="1737310304" sldId="262"/>
            <ac:spMk id="13" creationId="{AAD0DBB9-1A4B-4391-81D4-CB19F9AB918A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8:11.066" v="340"/>
          <ac:spMkLst>
            <pc:docMk/>
            <pc:sldMk cId="1737310304" sldId="262"/>
            <ac:spMk id="15" creationId="{063BBA22-50EA-4C4D-BE05-F1CE4E63AA56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7:44.269" v="335"/>
          <ac:spMkLst>
            <pc:docMk/>
            <pc:sldMk cId="1737310304" sldId="262"/>
            <ac:spMk id="21" creationId="{9228552E-C8B1-4A80-8448-0787CE0FC704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8:00.628" v="337"/>
          <ac:spMkLst>
            <pc:docMk/>
            <pc:sldMk cId="1737310304" sldId="262"/>
            <ac:spMk id="23" creationId="{1D460C86-854F-4FB3-ABC2-E823D8FEB9DB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8:00.628" v="337"/>
          <ac:spMkLst>
            <pc:docMk/>
            <pc:sldMk cId="1737310304" sldId="262"/>
            <ac:spMk id="24" creationId="{DB304A14-32D0-4873-B914-423ED7B8DAFD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8:00.628" v="337"/>
          <ac:spMkLst>
            <pc:docMk/>
            <pc:sldMk cId="1737310304" sldId="262"/>
            <ac:spMk id="25" creationId="{BB48116A-278A-4CC5-89D3-9DE8E8FF1245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8:11.034" v="339"/>
          <ac:spMkLst>
            <pc:docMk/>
            <pc:sldMk cId="1737310304" sldId="262"/>
            <ac:spMk id="29" creationId="{E10650BA-D090-4A23-98E3-B48BBAEA9201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08:11.066" v="340"/>
          <ac:spMkLst>
            <pc:docMk/>
            <pc:sldMk cId="1737310304" sldId="262"/>
            <ac:spMk id="37" creationId="{257363FD-7E77-4145-9483-331A807ADF0E}"/>
          </ac:spMkLst>
        </pc:spChg>
        <pc:grpChg chg="add del">
          <ac:chgData name="Arseniy Buzyan (extern)" userId="S::arseniy.buzyan@edu.stockholm.se::f92a01cd-049f-4602-b292-09b82d2ea4e3" providerId="AD" clId="Web-{83B3BF6B-5744-E710-C2A6-1C950EAC2E6F}" dt="2026-08-04T11:08:11.034" v="339"/>
          <ac:grpSpMkLst>
            <pc:docMk/>
            <pc:sldMk cId="1737310304" sldId="262"/>
            <ac:grpSpMk id="31" creationId="{FFB939B9-73CE-4644-87BB-72AEBF001142}"/>
          </ac:grpSpMkLst>
        </pc:grpChg>
        <pc:graphicFrameChg chg="add mod modGraphic">
          <ac:chgData name="Arseniy Buzyan (extern)" userId="S::arseniy.buzyan@edu.stockholm.se::f92a01cd-049f-4602-b292-09b82d2ea4e3" providerId="AD" clId="Web-{83B3BF6B-5744-E710-C2A6-1C950EAC2E6F}" dt="2026-08-04T11:09:19.801" v="356" actId="1076"/>
          <ac:graphicFrameMkLst>
            <pc:docMk/>
            <pc:sldMk cId="1737310304" sldId="262"/>
            <ac:graphicFrameMk id="5" creationId="{9D31CDDE-5FB8-1F25-1D2B-E989ADAC329A}"/>
          </ac:graphicFrameMkLst>
        </pc:graphicFrameChg>
        <pc:graphicFrameChg chg="add del mod">
          <ac:chgData name="Arseniy Buzyan (extern)" userId="S::arseniy.buzyan@edu.stockholm.se::f92a01cd-049f-4602-b292-09b82d2ea4e3" providerId="AD" clId="Web-{83B3BF6B-5744-E710-C2A6-1C950EAC2E6F}" dt="2026-08-04T11:08:45.738" v="346"/>
          <ac:graphicFrameMkLst>
            <pc:docMk/>
            <pc:sldMk cId="1737310304" sldId="262"/>
            <ac:graphicFrameMk id="64" creationId="{20B982BB-58B6-82D4-F4AD-E4FF921E8704}"/>
          </ac:graphicFrameMkLst>
        </pc:graphicFrameChg>
        <pc:picChg chg="add del">
          <ac:chgData name="Arseniy Buzyan (extern)" userId="S::arseniy.buzyan@edu.stockholm.se::f92a01cd-049f-4602-b292-09b82d2ea4e3" providerId="AD" clId="Web-{83B3BF6B-5744-E710-C2A6-1C950EAC2E6F}" dt="2026-08-04T11:07:44.269" v="335"/>
          <ac:picMkLst>
            <pc:docMk/>
            <pc:sldMk cId="1737310304" sldId="262"/>
            <ac:picMk id="17" creationId="{8EFCEE90-099B-285A-ED78-E4D7428D8A50}"/>
          </ac:picMkLst>
        </pc:picChg>
        <pc:picChg chg="add del">
          <ac:chgData name="Arseniy Buzyan (extern)" userId="S::arseniy.buzyan@edu.stockholm.se::f92a01cd-049f-4602-b292-09b82d2ea4e3" providerId="AD" clId="Web-{83B3BF6B-5744-E710-C2A6-1C950EAC2E6F}" dt="2026-08-04T11:08:00.628" v="337"/>
          <ac:picMkLst>
            <pc:docMk/>
            <pc:sldMk cId="1737310304" sldId="262"/>
            <ac:picMk id="26" creationId="{1DCB7270-EE61-A9EC-1EE4-13113C3D3E61}"/>
          </ac:picMkLst>
        </pc:picChg>
        <pc:picChg chg="add del">
          <ac:chgData name="Arseniy Buzyan (extern)" userId="S::arseniy.buzyan@edu.stockholm.se::f92a01cd-049f-4602-b292-09b82d2ea4e3" providerId="AD" clId="Web-{83B3BF6B-5744-E710-C2A6-1C950EAC2E6F}" dt="2026-08-04T11:08:11.034" v="339"/>
          <ac:picMkLst>
            <pc:docMk/>
            <pc:sldMk cId="1737310304" sldId="262"/>
            <ac:picMk id="30" creationId="{80013C97-3D62-A66D-1826-854EED83E59B}"/>
          </ac:picMkLst>
        </pc:picChg>
        <pc:picChg chg="add">
          <ac:chgData name="Arseniy Buzyan (extern)" userId="S::arseniy.buzyan@edu.stockholm.se::f92a01cd-049f-4602-b292-09b82d2ea4e3" providerId="AD" clId="Web-{83B3BF6B-5744-E710-C2A6-1C950EAC2E6F}" dt="2026-08-04T11:08:11.066" v="340"/>
          <ac:picMkLst>
            <pc:docMk/>
            <pc:sldMk cId="1737310304" sldId="262"/>
            <ac:picMk id="36" creationId="{CD9FCCC1-2CC1-C5BE-B8EB-8809774D2DCA}"/>
          </ac:picMkLst>
        </pc:picChg>
        <pc:picChg chg="add mod">
          <ac:chgData name="Arseniy Buzyan (extern)" userId="S::arseniy.buzyan@edu.stockholm.se::f92a01cd-049f-4602-b292-09b82d2ea4e3" providerId="AD" clId="Web-{83B3BF6B-5744-E710-C2A6-1C950EAC2E6F}" dt="2026-08-04T11:09:17.301" v="355" actId="1076"/>
          <ac:picMkLst>
            <pc:docMk/>
            <pc:sldMk cId="1737310304" sldId="262"/>
            <ac:picMk id="65" creationId="{321BB3A5-4681-6E56-0B16-F007676D9EF4}"/>
          </ac:picMkLst>
        </pc:picChg>
      </pc:sldChg>
      <pc:sldChg chg="addSp delSp modSp new del">
        <pc:chgData name="Arseniy Buzyan (extern)" userId="S::arseniy.buzyan@edu.stockholm.se::f92a01cd-049f-4602-b292-09b82d2ea4e3" providerId="AD" clId="Web-{83B3BF6B-5744-E710-C2A6-1C950EAC2E6F}" dt="2026-08-04T11:09:49.692" v="363"/>
        <pc:sldMkLst>
          <pc:docMk/>
          <pc:sldMk cId="2407816506" sldId="263"/>
        </pc:sldMkLst>
        <pc:spChg chg="mod">
          <ac:chgData name="Arseniy Buzyan (extern)" userId="S::arseniy.buzyan@edu.stockholm.se::f92a01cd-049f-4602-b292-09b82d2ea4e3" providerId="AD" clId="Web-{83B3BF6B-5744-E710-C2A6-1C950EAC2E6F}" dt="2026-08-04T11:09:33.270" v="359" actId="20577"/>
          <ac:spMkLst>
            <pc:docMk/>
            <pc:sldMk cId="2407816506" sldId="263"/>
            <ac:spMk id="2" creationId="{BCBC586F-549F-5C7E-2D95-BD786272831D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09:38.895" v="361"/>
          <ac:spMkLst>
            <pc:docMk/>
            <pc:sldMk cId="2407816506" sldId="263"/>
            <ac:spMk id="3" creationId="{C281ECFD-35F9-DF68-8CFD-010518E4A938}"/>
          </ac:spMkLst>
        </pc:spChg>
        <pc:graphicFrameChg chg="add del mod ord modGraphic">
          <ac:chgData name="Arseniy Buzyan (extern)" userId="S::arseniy.buzyan@edu.stockholm.se::f92a01cd-049f-4602-b292-09b82d2ea4e3" providerId="AD" clId="Web-{83B3BF6B-5744-E710-C2A6-1C950EAC2E6F}" dt="2026-08-04T11:09:38.895" v="361"/>
          <ac:graphicFrameMkLst>
            <pc:docMk/>
            <pc:sldMk cId="2407816506" sldId="263"/>
            <ac:graphicFrameMk id="5" creationId="{ACF8EE0E-F502-EEBE-36E4-EAF4225936B4}"/>
          </ac:graphicFrameMkLst>
        </pc:graphicFrameChg>
      </pc:sldChg>
      <pc:sldChg chg="addSp delSp modSp add replId">
        <pc:chgData name="Arseniy Buzyan (extern)" userId="S::arseniy.buzyan@edu.stockholm.se::f92a01cd-049f-4602-b292-09b82d2ea4e3" providerId="AD" clId="Web-{83B3BF6B-5744-E710-C2A6-1C950EAC2E6F}" dt="2026-08-04T11:11:08.802" v="453"/>
        <pc:sldMkLst>
          <pc:docMk/>
          <pc:sldMk cId="2404374616" sldId="264"/>
        </pc:sldMkLst>
        <pc:spChg chg="mod">
          <ac:chgData name="Arseniy Buzyan (extern)" userId="S::arseniy.buzyan@edu.stockholm.se::f92a01cd-049f-4602-b292-09b82d2ea4e3" providerId="AD" clId="Web-{83B3BF6B-5744-E710-C2A6-1C950EAC2E6F}" dt="2026-08-04T11:10:35.146" v="371"/>
          <ac:spMkLst>
            <pc:docMk/>
            <pc:sldMk cId="2404374616" sldId="264"/>
            <ac:spMk id="2" creationId="{0B6D7844-135F-73E4-AB8D-0A8A6B26797C}"/>
          </ac:spMkLst>
        </pc:spChg>
        <pc:spChg chg="add del mod">
          <ac:chgData name="Arseniy Buzyan (extern)" userId="S::arseniy.buzyan@edu.stockholm.se::f92a01cd-049f-4602-b292-09b82d2ea4e3" providerId="AD" clId="Web-{83B3BF6B-5744-E710-C2A6-1C950EAC2E6F}" dt="2026-08-04T11:10:35.146" v="371"/>
          <ac:spMkLst>
            <pc:docMk/>
            <pc:sldMk cId="2404374616" sldId="264"/>
            <ac:spMk id="26" creationId="{2736D6F7-4BE9-455E-F50E-9C7187EF810B}"/>
          </ac:spMkLst>
        </pc:spChg>
        <pc:spChg chg="del">
          <ac:chgData name="Arseniy Buzyan (extern)" userId="S::arseniy.buzyan@edu.stockholm.se::f92a01cd-049f-4602-b292-09b82d2ea4e3" providerId="AD" clId="Web-{83B3BF6B-5744-E710-C2A6-1C950EAC2E6F}" dt="2026-08-04T11:10:35.146" v="371"/>
          <ac:spMkLst>
            <pc:docMk/>
            <pc:sldMk cId="2404374616" sldId="264"/>
            <ac:spMk id="37" creationId="{F58B20DB-ED2E-C555-C78F-1E9C78DFF4EF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10:35.146" v="371"/>
          <ac:spMkLst>
            <pc:docMk/>
            <pc:sldMk cId="2404374616" sldId="264"/>
            <ac:spMk id="42" creationId="{7B1AB9FE-36F5-4FD1-9850-DB5C5AD4828F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10:35.146" v="371"/>
          <ac:spMkLst>
            <pc:docMk/>
            <pc:sldMk cId="2404374616" sldId="264"/>
            <ac:spMk id="44" creationId="{F489C2E0-4895-4B72-85EA-7EE9FAFFDC7E}"/>
          </ac:spMkLst>
        </pc:spChg>
        <pc:graphicFrameChg chg="del">
          <ac:chgData name="Arseniy Buzyan (extern)" userId="S::arseniy.buzyan@edu.stockholm.se::f92a01cd-049f-4602-b292-09b82d2ea4e3" providerId="AD" clId="Web-{83B3BF6B-5744-E710-C2A6-1C950EAC2E6F}" dt="2026-08-04T11:09:51.739" v="364"/>
          <ac:graphicFrameMkLst>
            <pc:docMk/>
            <pc:sldMk cId="2404374616" sldId="264"/>
            <ac:graphicFrameMk id="5" creationId="{1129C4B9-344B-981F-9B3B-E417ED6EBA9F}"/>
          </ac:graphicFrameMkLst>
        </pc:graphicFrameChg>
        <pc:graphicFrameChg chg="add mod modGraphic">
          <ac:chgData name="Arseniy Buzyan (extern)" userId="S::arseniy.buzyan@edu.stockholm.se::f92a01cd-049f-4602-b292-09b82d2ea4e3" providerId="AD" clId="Web-{83B3BF6B-5744-E710-C2A6-1C950EAC2E6F}" dt="2026-08-04T11:11:08.802" v="453"/>
          <ac:graphicFrameMkLst>
            <pc:docMk/>
            <pc:sldMk cId="2404374616" sldId="264"/>
            <ac:graphicFrameMk id="28" creationId="{DC9F6B8D-31DD-5B0A-A2B6-EF362B68FDC4}"/>
          </ac:graphicFrameMkLst>
        </pc:graphicFrameChg>
        <pc:picChg chg="mod">
          <ac:chgData name="Arseniy Buzyan (extern)" userId="S::arseniy.buzyan@edu.stockholm.se::f92a01cd-049f-4602-b292-09b82d2ea4e3" providerId="AD" clId="Web-{83B3BF6B-5744-E710-C2A6-1C950EAC2E6F}" dt="2026-08-04T11:10:35.146" v="371"/>
          <ac:picMkLst>
            <pc:docMk/>
            <pc:sldMk cId="2404374616" sldId="264"/>
            <ac:picMk id="36" creationId="{2074D034-09FF-A237-8AD3-E61DD3A95F35}"/>
          </ac:picMkLst>
        </pc:picChg>
        <pc:picChg chg="del">
          <ac:chgData name="Arseniy Buzyan (extern)" userId="S::arseniy.buzyan@edu.stockholm.se::f92a01cd-049f-4602-b292-09b82d2ea4e3" providerId="AD" clId="Web-{83B3BF6B-5744-E710-C2A6-1C950EAC2E6F}" dt="2026-08-04T11:09:54.083" v="365"/>
          <ac:picMkLst>
            <pc:docMk/>
            <pc:sldMk cId="2404374616" sldId="264"/>
            <ac:picMk id="65" creationId="{6F651F82-224C-A63F-57D1-A0F30F9D85D5}"/>
          </ac:picMkLst>
        </pc:picChg>
      </pc:sldChg>
      <pc:sldChg chg="addSp delSp modSp new mod setBg">
        <pc:chgData name="Arseniy Buzyan (extern)" userId="S::arseniy.buzyan@edu.stockholm.se::f92a01cd-049f-4602-b292-09b82d2ea4e3" providerId="AD" clId="Web-{83B3BF6B-5744-E710-C2A6-1C950EAC2E6F}" dt="2026-08-04T11:13:34.022" v="525" actId="20577"/>
        <pc:sldMkLst>
          <pc:docMk/>
          <pc:sldMk cId="3599289754" sldId="265"/>
        </pc:sldMkLst>
        <pc:spChg chg="mod">
          <ac:chgData name="Arseniy Buzyan (extern)" userId="S::arseniy.buzyan@edu.stockholm.se::f92a01cd-049f-4602-b292-09b82d2ea4e3" providerId="AD" clId="Web-{83B3BF6B-5744-E710-C2A6-1C950EAC2E6F}" dt="2026-08-04T11:12:34.506" v="510"/>
          <ac:spMkLst>
            <pc:docMk/>
            <pc:sldMk cId="3599289754" sldId="265"/>
            <ac:spMk id="2" creationId="{D4ACE66C-24FD-9812-7BFA-921EEAA5A2A9}"/>
          </ac:spMkLst>
        </pc:spChg>
        <pc:spChg chg="del">
          <ac:chgData name="Arseniy Buzyan (extern)" userId="S::arseniy.buzyan@edu.stockholm.se::f92a01cd-049f-4602-b292-09b82d2ea4e3" providerId="AD" clId="Web-{83B3BF6B-5744-E710-C2A6-1C950EAC2E6F}" dt="2026-08-04T11:11:33.193" v="457"/>
          <ac:spMkLst>
            <pc:docMk/>
            <pc:sldMk cId="3599289754" sldId="265"/>
            <ac:spMk id="3" creationId="{BFD44F33-8AB3-A454-B9FD-1B64716B7546}"/>
          </ac:spMkLst>
        </pc:spChg>
        <pc:spChg chg="add mod">
          <ac:chgData name="Arseniy Buzyan (extern)" userId="S::arseniy.buzyan@edu.stockholm.se::f92a01cd-049f-4602-b292-09b82d2ea4e3" providerId="AD" clId="Web-{83B3BF6B-5744-E710-C2A6-1C950EAC2E6F}" dt="2026-08-04T11:13:34.022" v="525" actId="20577"/>
          <ac:spMkLst>
            <pc:docMk/>
            <pc:sldMk cId="3599289754" sldId="265"/>
            <ac:spMk id="7" creationId="{B29C79D3-1448-9D16-6E0D-3F4BC8BDCF0B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20.381" v="499"/>
          <ac:spMkLst>
            <pc:docMk/>
            <pc:sldMk cId="3599289754" sldId="265"/>
            <ac:spMk id="12" creationId="{5112AC23-F046-4DC5-9B92-07CA6CC7C580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20.381" v="499"/>
          <ac:spMkLst>
            <pc:docMk/>
            <pc:sldMk cId="3599289754" sldId="265"/>
            <ac:spMk id="14" creationId="{175AAFE7-143D-45AC-B616-09521E0F5597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20.381" v="499"/>
          <ac:spMkLst>
            <pc:docMk/>
            <pc:sldMk cId="3599289754" sldId="265"/>
            <ac:spMk id="16" creationId="{0BA5DB72-E109-4D37-B6DD-C328D539705B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22.819" v="501"/>
          <ac:spMkLst>
            <pc:docMk/>
            <pc:sldMk cId="3599289754" sldId="265"/>
            <ac:spMk id="24" creationId="{FBB336D1-2562-4680-B29B-E22C603C0ED9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20.381" v="499"/>
          <ac:spMkLst>
            <pc:docMk/>
            <pc:sldMk cId="3599289754" sldId="265"/>
            <ac:spMk id="26" creationId="{EB2D1A1F-B200-4444-AE01-EFC97AF7B51F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22.819" v="501"/>
          <ac:spMkLst>
            <pc:docMk/>
            <pc:sldMk cId="3599289754" sldId="265"/>
            <ac:spMk id="32" creationId="{B4806F9C-3233-4FC3-B300-D5AA58A5CD8F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20.381" v="499"/>
          <ac:spMkLst>
            <pc:docMk/>
            <pc:sldMk cId="3599289754" sldId="265"/>
            <ac:spMk id="40" creationId="{C8D9C5DD-B8B3-46A0-8FBC-EE462F96C4E5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22.819" v="501"/>
          <ac:spMkLst>
            <pc:docMk/>
            <pc:sldMk cId="3599289754" sldId="265"/>
            <ac:spMk id="42" creationId="{E38F5530-DA31-4B62-8DF9-56A1A3B6B614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22.819" v="501"/>
          <ac:spMkLst>
            <pc:docMk/>
            <pc:sldMk cId="3599289754" sldId="265"/>
            <ac:spMk id="43" creationId="{4AEFAF95-013F-4375-AAF4-033AC93F5550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26.647" v="503"/>
          <ac:spMkLst>
            <pc:docMk/>
            <pc:sldMk cId="3599289754" sldId="265"/>
            <ac:spMk id="50" creationId="{27FCFAB8-9E9C-414D-9FCB-CECED12D584F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26.647" v="503"/>
          <ac:spMkLst>
            <pc:docMk/>
            <pc:sldMk cId="3599289754" sldId="265"/>
            <ac:spMk id="51" creationId="{7921BC47-1DAA-41BD-BE0B-A61A5937045E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26.647" v="503"/>
          <ac:spMkLst>
            <pc:docMk/>
            <pc:sldMk cId="3599289754" sldId="265"/>
            <ac:spMk id="52" creationId="{76C16827-9A48-4468-BE81-11EC18E0AE54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29.100" v="505"/>
          <ac:spMkLst>
            <pc:docMk/>
            <pc:sldMk cId="3599289754" sldId="265"/>
            <ac:spMk id="54" creationId="{E38F5530-DA31-4B62-8DF9-56A1A3B6B614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29.100" v="505"/>
          <ac:spMkLst>
            <pc:docMk/>
            <pc:sldMk cId="3599289754" sldId="265"/>
            <ac:spMk id="55" creationId="{4AEFAF95-013F-4375-AAF4-033AC93F5550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29.100" v="505"/>
          <ac:spMkLst>
            <pc:docMk/>
            <pc:sldMk cId="3599289754" sldId="265"/>
            <ac:spMk id="58" creationId="{FBB336D1-2562-4680-B29B-E22C603C0ED9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29.100" v="505"/>
          <ac:spMkLst>
            <pc:docMk/>
            <pc:sldMk cId="3599289754" sldId="265"/>
            <ac:spMk id="61" creationId="{B4806F9C-3233-4FC3-B300-D5AA58A5CD8F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31.428" v="507"/>
          <ac:spMkLst>
            <pc:docMk/>
            <pc:sldMk cId="3599289754" sldId="265"/>
            <ac:spMk id="64" creationId="{27FCFAB8-9E9C-414D-9FCB-CECED12D584F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31.428" v="507"/>
          <ac:spMkLst>
            <pc:docMk/>
            <pc:sldMk cId="3599289754" sldId="265"/>
            <ac:spMk id="65" creationId="{7921BC47-1DAA-41BD-BE0B-A61A5937045E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31.428" v="507"/>
          <ac:spMkLst>
            <pc:docMk/>
            <pc:sldMk cId="3599289754" sldId="265"/>
            <ac:spMk id="66" creationId="{76C16827-9A48-4468-BE81-11EC18E0AE54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34.491" v="509"/>
          <ac:spMkLst>
            <pc:docMk/>
            <pc:sldMk cId="3599289754" sldId="265"/>
            <ac:spMk id="68" creationId="{E38F5530-DA31-4B62-8DF9-56A1A3B6B614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34.491" v="509"/>
          <ac:spMkLst>
            <pc:docMk/>
            <pc:sldMk cId="3599289754" sldId="265"/>
            <ac:spMk id="69" creationId="{4AEFAF95-013F-4375-AAF4-033AC93F5550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34.491" v="509"/>
          <ac:spMkLst>
            <pc:docMk/>
            <pc:sldMk cId="3599289754" sldId="265"/>
            <ac:spMk id="72" creationId="{FBB336D1-2562-4680-B29B-E22C603C0ED9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2:34.491" v="509"/>
          <ac:spMkLst>
            <pc:docMk/>
            <pc:sldMk cId="3599289754" sldId="265"/>
            <ac:spMk id="75" creationId="{B4806F9C-3233-4FC3-B300-D5AA58A5CD8F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12:34.506" v="510"/>
          <ac:spMkLst>
            <pc:docMk/>
            <pc:sldMk cId="3599289754" sldId="265"/>
            <ac:spMk id="78" creationId="{5112AC23-F046-4DC5-9B92-07CA6CC7C580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12:34.506" v="510"/>
          <ac:spMkLst>
            <pc:docMk/>
            <pc:sldMk cId="3599289754" sldId="265"/>
            <ac:spMk id="79" creationId="{175AAFE7-143D-45AC-B616-09521E0F5597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12:34.506" v="510"/>
          <ac:spMkLst>
            <pc:docMk/>
            <pc:sldMk cId="3599289754" sldId="265"/>
            <ac:spMk id="80" creationId="{0BA5DB72-E109-4D37-B6DD-C328D539705B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12:34.506" v="510"/>
          <ac:spMkLst>
            <pc:docMk/>
            <pc:sldMk cId="3599289754" sldId="265"/>
            <ac:spMk id="83" creationId="{EB2D1A1F-B200-4444-AE01-EFC97AF7B51F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12:34.506" v="510"/>
          <ac:spMkLst>
            <pc:docMk/>
            <pc:sldMk cId="3599289754" sldId="265"/>
            <ac:spMk id="87" creationId="{C8D9C5DD-B8B3-46A0-8FBC-EE462F96C4E5}"/>
          </ac:spMkLst>
        </pc:spChg>
        <pc:grpChg chg="add del">
          <ac:chgData name="Arseniy Buzyan (extern)" userId="S::arseniy.buzyan@edu.stockholm.se::f92a01cd-049f-4602-b292-09b82d2ea4e3" providerId="AD" clId="Web-{83B3BF6B-5744-E710-C2A6-1C950EAC2E6F}" dt="2026-08-04T11:12:20.381" v="499"/>
          <ac:grpSpMkLst>
            <pc:docMk/>
            <pc:sldMk cId="3599289754" sldId="265"/>
            <ac:grpSpMk id="18" creationId="{7C34EE77-74D1-42B4-801B-40B35A68C127}"/>
          </ac:grpSpMkLst>
        </pc:grpChg>
        <pc:grpChg chg="add del">
          <ac:chgData name="Arseniy Buzyan (extern)" userId="S::arseniy.buzyan@edu.stockholm.se::f92a01cd-049f-4602-b292-09b82d2ea4e3" providerId="AD" clId="Web-{83B3BF6B-5744-E710-C2A6-1C950EAC2E6F}" dt="2026-08-04T11:12:20.381" v="499"/>
          <ac:grpSpMkLst>
            <pc:docMk/>
            <pc:sldMk cId="3599289754" sldId="265"/>
            <ac:grpSpMk id="28" creationId="{70E4CB9D-2256-4786-8DDF-ADFBF3533745}"/>
          </ac:grpSpMkLst>
        </pc:grpChg>
        <pc:grpChg chg="add del">
          <ac:chgData name="Arseniy Buzyan (extern)" userId="S::arseniy.buzyan@edu.stockholm.se::f92a01cd-049f-4602-b292-09b82d2ea4e3" providerId="AD" clId="Web-{83B3BF6B-5744-E710-C2A6-1C950EAC2E6F}" dt="2026-08-04T11:12:20.381" v="499"/>
          <ac:grpSpMkLst>
            <pc:docMk/>
            <pc:sldMk cId="3599289754" sldId="265"/>
            <ac:grpSpMk id="34" creationId="{568E6F37-AE05-46BF-A77F-5505926E92C6}"/>
          </ac:grpSpMkLst>
        </pc:grpChg>
        <pc:grpChg chg="add del">
          <ac:chgData name="Arseniy Buzyan (extern)" userId="S::arseniy.buzyan@edu.stockholm.se::f92a01cd-049f-4602-b292-09b82d2ea4e3" providerId="AD" clId="Web-{83B3BF6B-5744-E710-C2A6-1C950EAC2E6F}" dt="2026-08-04T11:12:22.819" v="501"/>
          <ac:grpSpMkLst>
            <pc:docMk/>
            <pc:sldMk cId="3599289754" sldId="265"/>
            <ac:grpSpMk id="44" creationId="{68735E28-7236-42D8-A5E1-A0F302FE879A}"/>
          </ac:grpSpMkLst>
        </pc:grpChg>
        <pc:grpChg chg="add del">
          <ac:chgData name="Arseniy Buzyan (extern)" userId="S::arseniy.buzyan@edu.stockholm.se::f92a01cd-049f-4602-b292-09b82d2ea4e3" providerId="AD" clId="Web-{83B3BF6B-5744-E710-C2A6-1C950EAC2E6F}" dt="2026-08-04T11:12:22.819" v="501"/>
          <ac:grpSpMkLst>
            <pc:docMk/>
            <pc:sldMk cId="3599289754" sldId="265"/>
            <ac:grpSpMk id="46" creationId="{9EED3885-4010-4FBE-A045-DC59CAE78290}"/>
          </ac:grpSpMkLst>
        </pc:grpChg>
        <pc:grpChg chg="add del">
          <ac:chgData name="Arseniy Buzyan (extern)" userId="S::arseniy.buzyan@edu.stockholm.se::f92a01cd-049f-4602-b292-09b82d2ea4e3" providerId="AD" clId="Web-{83B3BF6B-5744-E710-C2A6-1C950EAC2E6F}" dt="2026-08-04T11:12:22.819" v="501"/>
          <ac:grpSpMkLst>
            <pc:docMk/>
            <pc:sldMk cId="3599289754" sldId="265"/>
            <ac:grpSpMk id="48" creationId="{70E3F9FC-BB7B-433D-8A4F-1BCFA582E019}"/>
          </ac:grpSpMkLst>
        </pc:grpChg>
        <pc:grpChg chg="add del">
          <ac:chgData name="Arseniy Buzyan (extern)" userId="S::arseniy.buzyan@edu.stockholm.se::f92a01cd-049f-4602-b292-09b82d2ea4e3" providerId="AD" clId="Web-{83B3BF6B-5744-E710-C2A6-1C950EAC2E6F}" dt="2026-08-04T11:12:29.100" v="505"/>
          <ac:grpSpMkLst>
            <pc:docMk/>
            <pc:sldMk cId="3599289754" sldId="265"/>
            <ac:grpSpMk id="56" creationId="{68735E28-7236-42D8-A5E1-A0F302FE879A}"/>
          </ac:grpSpMkLst>
        </pc:grpChg>
        <pc:grpChg chg="add del">
          <ac:chgData name="Arseniy Buzyan (extern)" userId="S::arseniy.buzyan@edu.stockholm.se::f92a01cd-049f-4602-b292-09b82d2ea4e3" providerId="AD" clId="Web-{83B3BF6B-5744-E710-C2A6-1C950EAC2E6F}" dt="2026-08-04T11:12:29.100" v="505"/>
          <ac:grpSpMkLst>
            <pc:docMk/>
            <pc:sldMk cId="3599289754" sldId="265"/>
            <ac:grpSpMk id="59" creationId="{9EED3885-4010-4FBE-A045-DC59CAE78290}"/>
          </ac:grpSpMkLst>
        </pc:grpChg>
        <pc:grpChg chg="add del">
          <ac:chgData name="Arseniy Buzyan (extern)" userId="S::arseniy.buzyan@edu.stockholm.se::f92a01cd-049f-4602-b292-09b82d2ea4e3" providerId="AD" clId="Web-{83B3BF6B-5744-E710-C2A6-1C950EAC2E6F}" dt="2026-08-04T11:12:29.100" v="505"/>
          <ac:grpSpMkLst>
            <pc:docMk/>
            <pc:sldMk cId="3599289754" sldId="265"/>
            <ac:grpSpMk id="62" creationId="{70E3F9FC-BB7B-433D-8A4F-1BCFA582E019}"/>
          </ac:grpSpMkLst>
        </pc:grpChg>
        <pc:grpChg chg="add del">
          <ac:chgData name="Arseniy Buzyan (extern)" userId="S::arseniy.buzyan@edu.stockholm.se::f92a01cd-049f-4602-b292-09b82d2ea4e3" providerId="AD" clId="Web-{83B3BF6B-5744-E710-C2A6-1C950EAC2E6F}" dt="2026-08-04T11:12:34.491" v="509"/>
          <ac:grpSpMkLst>
            <pc:docMk/>
            <pc:sldMk cId="3599289754" sldId="265"/>
            <ac:grpSpMk id="70" creationId="{68735E28-7236-42D8-A5E1-A0F302FE879A}"/>
          </ac:grpSpMkLst>
        </pc:grpChg>
        <pc:grpChg chg="add del">
          <ac:chgData name="Arseniy Buzyan (extern)" userId="S::arseniy.buzyan@edu.stockholm.se::f92a01cd-049f-4602-b292-09b82d2ea4e3" providerId="AD" clId="Web-{83B3BF6B-5744-E710-C2A6-1C950EAC2E6F}" dt="2026-08-04T11:12:34.491" v="509"/>
          <ac:grpSpMkLst>
            <pc:docMk/>
            <pc:sldMk cId="3599289754" sldId="265"/>
            <ac:grpSpMk id="73" creationId="{9EED3885-4010-4FBE-A045-DC59CAE78290}"/>
          </ac:grpSpMkLst>
        </pc:grpChg>
        <pc:grpChg chg="add del">
          <ac:chgData name="Arseniy Buzyan (extern)" userId="S::arseniy.buzyan@edu.stockholm.se::f92a01cd-049f-4602-b292-09b82d2ea4e3" providerId="AD" clId="Web-{83B3BF6B-5744-E710-C2A6-1C950EAC2E6F}" dt="2026-08-04T11:12:34.491" v="509"/>
          <ac:grpSpMkLst>
            <pc:docMk/>
            <pc:sldMk cId="3599289754" sldId="265"/>
            <ac:grpSpMk id="76" creationId="{70E3F9FC-BB7B-433D-8A4F-1BCFA582E019}"/>
          </ac:grpSpMkLst>
        </pc:grpChg>
        <pc:grpChg chg="add">
          <ac:chgData name="Arseniy Buzyan (extern)" userId="S::arseniy.buzyan@edu.stockholm.se::f92a01cd-049f-4602-b292-09b82d2ea4e3" providerId="AD" clId="Web-{83B3BF6B-5744-E710-C2A6-1C950EAC2E6F}" dt="2026-08-04T11:12:34.506" v="510"/>
          <ac:grpSpMkLst>
            <pc:docMk/>
            <pc:sldMk cId="3599289754" sldId="265"/>
            <ac:grpSpMk id="81" creationId="{7C34EE77-74D1-42B4-801B-40B35A68C127}"/>
          </ac:grpSpMkLst>
        </pc:grpChg>
        <pc:grpChg chg="add">
          <ac:chgData name="Arseniy Buzyan (extern)" userId="S::arseniy.buzyan@edu.stockholm.se::f92a01cd-049f-4602-b292-09b82d2ea4e3" providerId="AD" clId="Web-{83B3BF6B-5744-E710-C2A6-1C950EAC2E6F}" dt="2026-08-04T11:12:34.506" v="510"/>
          <ac:grpSpMkLst>
            <pc:docMk/>
            <pc:sldMk cId="3599289754" sldId="265"/>
            <ac:grpSpMk id="84" creationId="{70E4CB9D-2256-4786-8DDF-ADFBF3533745}"/>
          </ac:grpSpMkLst>
        </pc:grpChg>
        <pc:grpChg chg="add">
          <ac:chgData name="Arseniy Buzyan (extern)" userId="S::arseniy.buzyan@edu.stockholm.se::f92a01cd-049f-4602-b292-09b82d2ea4e3" providerId="AD" clId="Web-{83B3BF6B-5744-E710-C2A6-1C950EAC2E6F}" dt="2026-08-04T11:12:34.506" v="510"/>
          <ac:grpSpMkLst>
            <pc:docMk/>
            <pc:sldMk cId="3599289754" sldId="265"/>
            <ac:grpSpMk id="86" creationId="{568E6F37-AE05-46BF-A77F-5505926E92C6}"/>
          </ac:grpSpMkLst>
        </pc:grpChg>
        <pc:graphicFrameChg chg="add del mod ord modGraphic">
          <ac:chgData name="Arseniy Buzyan (extern)" userId="S::arseniy.buzyan@edu.stockholm.se::f92a01cd-049f-4602-b292-09b82d2ea4e3" providerId="AD" clId="Web-{83B3BF6B-5744-E710-C2A6-1C950EAC2E6F}" dt="2026-08-04T11:11:58.490" v="494"/>
          <ac:graphicFrameMkLst>
            <pc:docMk/>
            <pc:sldMk cId="3599289754" sldId="265"/>
            <ac:graphicFrameMk id="5" creationId="{91AE1ADC-6B97-3A49-B11C-E1EA8A3A4AC1}"/>
          </ac:graphicFrameMkLst>
        </pc:graphicFrameChg>
      </pc:sldChg>
      <pc:sldChg chg="addSp delSp modSp new mod setBg">
        <pc:chgData name="Arseniy Buzyan (extern)" userId="S::arseniy.buzyan@edu.stockholm.se::f92a01cd-049f-4602-b292-09b82d2ea4e3" providerId="AD" clId="Web-{83B3BF6B-5744-E710-C2A6-1C950EAC2E6F}" dt="2026-08-04T11:16:30.899" v="573" actId="20577"/>
        <pc:sldMkLst>
          <pc:docMk/>
          <pc:sldMk cId="3874545168" sldId="266"/>
        </pc:sldMkLst>
        <pc:spChg chg="mod">
          <ac:chgData name="Arseniy Buzyan (extern)" userId="S::arseniy.buzyan@edu.stockholm.se::f92a01cd-049f-4602-b292-09b82d2ea4e3" providerId="AD" clId="Web-{83B3BF6B-5744-E710-C2A6-1C950EAC2E6F}" dt="2026-08-04T11:15:42.727" v="556" actId="14100"/>
          <ac:spMkLst>
            <pc:docMk/>
            <pc:sldMk cId="3874545168" sldId="266"/>
            <ac:spMk id="2" creationId="{07773D22-5CBB-6B7C-D4B9-5E36AFC7A279}"/>
          </ac:spMkLst>
        </pc:spChg>
        <pc:spChg chg="del">
          <ac:chgData name="Arseniy Buzyan (extern)" userId="S::arseniy.buzyan@edu.stockholm.se::f92a01cd-049f-4602-b292-09b82d2ea4e3" providerId="AD" clId="Web-{83B3BF6B-5744-E710-C2A6-1C950EAC2E6F}" dt="2026-08-04T11:14:14.367" v="528"/>
          <ac:spMkLst>
            <pc:docMk/>
            <pc:sldMk cId="3874545168" sldId="266"/>
            <ac:spMk id="3" creationId="{5118D04D-3B1D-DDBF-9D13-86B63A75CE52}"/>
          </ac:spMkLst>
        </pc:spChg>
        <pc:spChg chg="add mod">
          <ac:chgData name="Arseniy Buzyan (extern)" userId="S::arseniy.buzyan@edu.stockholm.se::f92a01cd-049f-4602-b292-09b82d2ea4e3" providerId="AD" clId="Web-{83B3BF6B-5744-E710-C2A6-1C950EAC2E6F}" dt="2026-08-04T11:16:30.899" v="573" actId="20577"/>
          <ac:spMkLst>
            <pc:docMk/>
            <pc:sldMk cId="3874545168" sldId="266"/>
            <ac:spMk id="7" creationId="{24761C10-030C-2666-C26D-6328192E0829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15:00.195" v="543"/>
          <ac:spMkLst>
            <pc:docMk/>
            <pc:sldMk cId="3874545168" sldId="266"/>
            <ac:spMk id="12" creationId="{D7A453D2-15D8-4403-815F-291FA16340D9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15:00.195" v="543"/>
          <ac:spMkLst>
            <pc:docMk/>
            <pc:sldMk cId="3874545168" sldId="266"/>
            <ac:spMk id="14" creationId="{8161EA6B-09CA-445B-AB0D-8DF76FA92DEF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15:00.195" v="543"/>
          <ac:spMkLst>
            <pc:docMk/>
            <pc:sldMk cId="3874545168" sldId="266"/>
            <ac:spMk id="24" creationId="{B8114C98-A349-4111-A123-E8EAB86ABE30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15:00.195" v="543"/>
          <ac:spMkLst>
            <pc:docMk/>
            <pc:sldMk cId="3874545168" sldId="266"/>
            <ac:spMk id="32" creationId="{E2D3D3F2-ABBB-4453-B1C5-1BEBF7E4DD56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15:00.195" v="543"/>
          <ac:spMkLst>
            <pc:docMk/>
            <pc:sldMk cId="3874545168" sldId="266"/>
            <ac:spMk id="46" creationId="{773AEA78-C03B-40B7-9D11-DC022119D577}"/>
          </ac:spMkLst>
        </pc:spChg>
        <pc:grpChg chg="add">
          <ac:chgData name="Arseniy Buzyan (extern)" userId="S::arseniy.buzyan@edu.stockholm.se::f92a01cd-049f-4602-b292-09b82d2ea4e3" providerId="AD" clId="Web-{83B3BF6B-5744-E710-C2A6-1C950EAC2E6F}" dt="2026-08-04T11:15:00.195" v="543"/>
          <ac:grpSpMkLst>
            <pc:docMk/>
            <pc:sldMk cId="3874545168" sldId="266"/>
            <ac:grpSpMk id="16" creationId="{913B067F-3154-4968-A886-DF93A787EC44}"/>
          </ac:grpSpMkLst>
        </pc:grpChg>
        <pc:grpChg chg="add">
          <ac:chgData name="Arseniy Buzyan (extern)" userId="S::arseniy.buzyan@edu.stockholm.se::f92a01cd-049f-4602-b292-09b82d2ea4e3" providerId="AD" clId="Web-{83B3BF6B-5744-E710-C2A6-1C950EAC2E6F}" dt="2026-08-04T11:15:00.195" v="543"/>
          <ac:grpSpMkLst>
            <pc:docMk/>
            <pc:sldMk cId="3874545168" sldId="266"/>
            <ac:grpSpMk id="34" creationId="{8214E4A5-A0D2-42C4-8D14-D2A7E495F041}"/>
          </ac:grpSpMkLst>
        </pc:grpChg>
        <pc:graphicFrameChg chg="add del mod">
          <ac:chgData name="Arseniy Buzyan (extern)" userId="S::arseniy.buzyan@edu.stockholm.se::f92a01cd-049f-4602-b292-09b82d2ea4e3" providerId="AD" clId="Web-{83B3BF6B-5744-E710-C2A6-1C950EAC2E6F}" dt="2026-08-04T11:14:41.070" v="535"/>
          <ac:graphicFrameMkLst>
            <pc:docMk/>
            <pc:sldMk cId="3874545168" sldId="266"/>
            <ac:graphicFrameMk id="6" creationId="{77C43D0E-DD6C-B38C-4474-46E07C9150DE}"/>
          </ac:graphicFrameMkLst>
        </pc:graphicFrameChg>
        <pc:picChg chg="add mod ord">
          <ac:chgData name="Arseniy Buzyan (extern)" userId="S::arseniy.buzyan@edu.stockholm.se::f92a01cd-049f-4602-b292-09b82d2ea4e3" providerId="AD" clId="Web-{83B3BF6B-5744-E710-C2A6-1C950EAC2E6F}" dt="2026-08-04T11:15:56.462" v="558" actId="14100"/>
          <ac:picMkLst>
            <pc:docMk/>
            <pc:sldMk cId="3874545168" sldId="266"/>
            <ac:picMk id="4" creationId="{62CDE8EE-C84C-3FB6-1F3E-3AA290CB472A}"/>
          </ac:picMkLst>
        </pc:picChg>
      </pc:sldChg>
      <pc:sldChg chg="addSp delSp modSp new mod setBg">
        <pc:chgData name="Arseniy Buzyan (extern)" userId="S::arseniy.buzyan@edu.stockholm.se::f92a01cd-049f-4602-b292-09b82d2ea4e3" providerId="AD" clId="Web-{83B3BF6B-5744-E710-C2A6-1C950EAC2E6F}" dt="2026-08-04T11:17:34.822" v="580" actId="14100"/>
        <pc:sldMkLst>
          <pc:docMk/>
          <pc:sldMk cId="654553796" sldId="267"/>
        </pc:sldMkLst>
        <pc:spChg chg="mod">
          <ac:chgData name="Arseniy Buzyan (extern)" userId="S::arseniy.buzyan@edu.stockholm.se::f92a01cd-049f-4602-b292-09b82d2ea4e3" providerId="AD" clId="Web-{83B3BF6B-5744-E710-C2A6-1C950EAC2E6F}" dt="2026-08-04T11:17:18.087" v="578"/>
          <ac:spMkLst>
            <pc:docMk/>
            <pc:sldMk cId="654553796" sldId="267"/>
            <ac:spMk id="2" creationId="{6CC2A1FF-8100-441C-4703-03C33C35380C}"/>
          </ac:spMkLst>
        </pc:spChg>
        <pc:spChg chg="del mod">
          <ac:chgData name="Arseniy Buzyan (extern)" userId="S::arseniy.buzyan@edu.stockholm.se::f92a01cd-049f-4602-b292-09b82d2ea4e3" providerId="AD" clId="Web-{83B3BF6B-5744-E710-C2A6-1C950EAC2E6F}" dt="2026-08-04T11:17:07.806" v="577"/>
          <ac:spMkLst>
            <pc:docMk/>
            <pc:sldMk cId="654553796" sldId="267"/>
            <ac:spMk id="3" creationId="{FF3F7B6E-8EC4-33B3-12B9-0D4E645173AB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7:18.087" v="578"/>
          <ac:spMkLst>
            <pc:docMk/>
            <pc:sldMk cId="654553796" sldId="267"/>
            <ac:spMk id="9" creationId="{7517A47C-B2E5-4B79-8061-D74B1311AF6E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7:18.087" v="578"/>
          <ac:spMkLst>
            <pc:docMk/>
            <pc:sldMk cId="654553796" sldId="267"/>
            <ac:spMk id="11" creationId="{C505E780-2083-4CB5-A42A-5E0E2908ECC3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7:18.087" v="578"/>
          <ac:spMkLst>
            <pc:docMk/>
            <pc:sldMk cId="654553796" sldId="267"/>
            <ac:spMk id="13" creationId="{D2C0AE1C-0118-41AE-8A10-7CDCBF10E96F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17:18.087" v="578"/>
          <ac:spMkLst>
            <pc:docMk/>
            <pc:sldMk cId="654553796" sldId="267"/>
            <ac:spMk id="15" creationId="{463EEC44-1BA3-44ED-81FC-A644B04B2A44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17:18.087" v="578"/>
          <ac:spMkLst>
            <pc:docMk/>
            <pc:sldMk cId="654553796" sldId="267"/>
            <ac:spMk id="20" creationId="{1A9F7B4E-B03D-4F64-BE33-00D074458D45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17:18.087" v="578"/>
          <ac:spMkLst>
            <pc:docMk/>
            <pc:sldMk cId="654553796" sldId="267"/>
            <ac:spMk id="22" creationId="{7E2BE7F7-CA89-4002-ACCE-A478AEA24F5E}"/>
          </ac:spMkLst>
        </pc:spChg>
        <pc:graphicFrameChg chg="add mod modGraphic">
          <ac:chgData name="Arseniy Buzyan (extern)" userId="S::arseniy.buzyan@edu.stockholm.se::f92a01cd-049f-4602-b292-09b82d2ea4e3" providerId="AD" clId="Web-{83B3BF6B-5744-E710-C2A6-1C950EAC2E6F}" dt="2026-08-04T11:17:34.822" v="580" actId="14100"/>
          <ac:graphicFrameMkLst>
            <pc:docMk/>
            <pc:sldMk cId="654553796" sldId="267"/>
            <ac:graphicFrameMk id="5" creationId="{B1C723BD-3F55-D8AC-28CC-4CC4E573D579}"/>
          </ac:graphicFrameMkLst>
        </pc:graphicFrameChg>
      </pc:sldChg>
      <pc:sldChg chg="addSp delSp modSp new mod setBg">
        <pc:chgData name="Arseniy Buzyan (extern)" userId="S::arseniy.buzyan@edu.stockholm.se::f92a01cd-049f-4602-b292-09b82d2ea4e3" providerId="AD" clId="Web-{83B3BF6B-5744-E710-C2A6-1C950EAC2E6F}" dt="2026-08-04T11:18:42.995" v="677" actId="1076"/>
        <pc:sldMkLst>
          <pc:docMk/>
          <pc:sldMk cId="277872719" sldId="268"/>
        </pc:sldMkLst>
        <pc:spChg chg="mod">
          <ac:chgData name="Arseniy Buzyan (extern)" userId="S::arseniy.buzyan@edu.stockholm.se::f92a01cd-049f-4602-b292-09b82d2ea4e3" providerId="AD" clId="Web-{83B3BF6B-5744-E710-C2A6-1C950EAC2E6F}" dt="2026-08-04T11:18:42.995" v="677" actId="1076"/>
          <ac:spMkLst>
            <pc:docMk/>
            <pc:sldMk cId="277872719" sldId="268"/>
            <ac:spMk id="2" creationId="{1BDBC4E1-F8EA-65B0-F6BC-7AAA1CEEA2EA}"/>
          </ac:spMkLst>
        </pc:spChg>
        <pc:spChg chg="add del mod">
          <ac:chgData name="Arseniy Buzyan (extern)" userId="S::arseniy.buzyan@edu.stockholm.se::f92a01cd-049f-4602-b292-09b82d2ea4e3" providerId="AD" clId="Web-{83B3BF6B-5744-E710-C2A6-1C950EAC2E6F}" dt="2026-08-04T11:18:15.870" v="590"/>
          <ac:spMkLst>
            <pc:docMk/>
            <pc:sldMk cId="277872719" sldId="268"/>
            <ac:spMk id="3" creationId="{6BD4001E-72EE-840A-8EFE-F28A1FEB283A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18:10.041" v="589"/>
          <ac:spMkLst>
            <pc:docMk/>
            <pc:sldMk cId="277872719" sldId="268"/>
            <ac:spMk id="8" creationId="{C9A36457-A5F4-4103-A443-02581C09185B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18:10.041" v="589"/>
          <ac:spMkLst>
            <pc:docMk/>
            <pc:sldMk cId="277872719" sldId="268"/>
            <ac:spMk id="10" creationId="{DC5FB7E8-B636-40FA-BE8D-48145C0F5C57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18:10.041" v="589"/>
          <ac:spMkLst>
            <pc:docMk/>
            <pc:sldMk cId="277872719" sldId="268"/>
            <ac:spMk id="12" creationId="{142DCE2C-2863-46FA-9BE7-24365A24D9BA}"/>
          </ac:spMkLst>
        </pc:spChg>
        <pc:graphicFrameChg chg="add del mod ord modGraphic">
          <ac:chgData name="Arseniy Buzyan (extern)" userId="S::arseniy.buzyan@edu.stockholm.se::f92a01cd-049f-4602-b292-09b82d2ea4e3" providerId="AD" clId="Web-{83B3BF6B-5744-E710-C2A6-1C950EAC2E6F}" dt="2026-08-04T11:17:50.354" v="585"/>
          <ac:graphicFrameMkLst>
            <pc:docMk/>
            <pc:sldMk cId="277872719" sldId="268"/>
            <ac:graphicFrameMk id="5" creationId="{B9BA9653-E7B3-0ED5-4C98-F6FA34945696}"/>
          </ac:graphicFrameMkLst>
        </pc:graphicFrameChg>
        <pc:graphicFrameChg chg="add mod ord modGraphic">
          <ac:chgData name="Arseniy Buzyan (extern)" userId="S::arseniy.buzyan@edu.stockholm.se::f92a01cd-049f-4602-b292-09b82d2ea4e3" providerId="AD" clId="Web-{83B3BF6B-5744-E710-C2A6-1C950EAC2E6F}" dt="2026-08-04T11:18:36.620" v="670" actId="1076"/>
          <ac:graphicFrameMkLst>
            <pc:docMk/>
            <pc:sldMk cId="277872719" sldId="268"/>
            <ac:graphicFrameMk id="7" creationId="{9AB2F6C9-F955-DBE8-A313-5364FA5698F8}"/>
          </ac:graphicFrameMkLst>
        </pc:graphicFrameChg>
      </pc:sldChg>
      <pc:sldChg chg="addSp delSp modSp new mod setBg setClrOvrMap">
        <pc:chgData name="Arseniy Buzyan (extern)" userId="S::arseniy.buzyan@edu.stockholm.se::f92a01cd-049f-4602-b292-09b82d2ea4e3" providerId="AD" clId="Web-{83B3BF6B-5744-E710-C2A6-1C950EAC2E6F}" dt="2026-08-04T11:20:25.841" v="706" actId="14100"/>
        <pc:sldMkLst>
          <pc:docMk/>
          <pc:sldMk cId="1481250792" sldId="269"/>
        </pc:sldMkLst>
        <pc:spChg chg="mod">
          <ac:chgData name="Arseniy Buzyan (extern)" userId="S::arseniy.buzyan@edu.stockholm.se::f92a01cd-049f-4602-b292-09b82d2ea4e3" providerId="AD" clId="Web-{83B3BF6B-5744-E710-C2A6-1C950EAC2E6F}" dt="2026-08-04T11:20:25.841" v="706" actId="14100"/>
          <ac:spMkLst>
            <pc:docMk/>
            <pc:sldMk cId="1481250792" sldId="269"/>
            <ac:spMk id="2" creationId="{CABBB302-CC54-8471-E166-9705D4041062}"/>
          </ac:spMkLst>
        </pc:spChg>
        <pc:spChg chg="add del mod">
          <ac:chgData name="Arseniy Buzyan (extern)" userId="S::arseniy.buzyan@edu.stockholm.se::f92a01cd-049f-4602-b292-09b82d2ea4e3" providerId="AD" clId="Web-{83B3BF6B-5744-E710-C2A6-1C950EAC2E6F}" dt="2026-08-04T11:20:14.059" v="701" actId="14100"/>
          <ac:spMkLst>
            <pc:docMk/>
            <pc:sldMk cId="1481250792" sldId="269"/>
            <ac:spMk id="3" creationId="{D22BB92B-CE58-3F2F-F103-38DDBA760418}"/>
          </ac:spMkLst>
        </pc:spChg>
        <pc:spChg chg="add del mod">
          <ac:chgData name="Arseniy Buzyan (extern)" userId="S::arseniy.buzyan@edu.stockholm.se::f92a01cd-049f-4602-b292-09b82d2ea4e3" providerId="AD" clId="Web-{83B3BF6B-5744-E710-C2A6-1C950EAC2E6F}" dt="2026-08-04T11:19:15.574" v="687"/>
          <ac:spMkLst>
            <pc:docMk/>
            <pc:sldMk cId="1481250792" sldId="269"/>
            <ac:spMk id="6" creationId="{5225034F-684B-C2D6-1583-F1C3A7599E84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19:51.965" v="690"/>
          <ac:spMkLst>
            <pc:docMk/>
            <pc:sldMk cId="1481250792" sldId="269"/>
            <ac:spMk id="8" creationId="{A9CB0874-88B8-43D3-B0B6-C32F790F790D}"/>
          </ac:spMkLst>
        </pc:spChg>
        <pc:grpChg chg="add">
          <ac:chgData name="Arseniy Buzyan (extern)" userId="S::arseniy.buzyan@edu.stockholm.se::f92a01cd-049f-4602-b292-09b82d2ea4e3" providerId="AD" clId="Web-{83B3BF6B-5744-E710-C2A6-1C950EAC2E6F}" dt="2026-08-04T11:19:51.965" v="690"/>
          <ac:grpSpMkLst>
            <pc:docMk/>
            <pc:sldMk cId="1481250792" sldId="269"/>
            <ac:grpSpMk id="10" creationId="{4BFD067A-52BE-40EE-B7CA-391830B9A265}"/>
          </ac:grpSpMkLst>
        </pc:grpChg>
        <pc:grpChg chg="add">
          <ac:chgData name="Arseniy Buzyan (extern)" userId="S::arseniy.buzyan@edu.stockholm.se::f92a01cd-049f-4602-b292-09b82d2ea4e3" providerId="AD" clId="Web-{83B3BF6B-5744-E710-C2A6-1C950EAC2E6F}" dt="2026-08-04T11:19:51.965" v="690"/>
          <ac:grpSpMkLst>
            <pc:docMk/>
            <pc:sldMk cId="1481250792" sldId="269"/>
            <ac:grpSpMk id="14" creationId="{C15B8CC4-8CCE-428F-AE7E-28D178984CEC}"/>
          </ac:grpSpMkLst>
        </pc:grpChg>
        <pc:graphicFrameChg chg="add del mod ord modGraphic">
          <ac:chgData name="Arseniy Buzyan (extern)" userId="S::arseniy.buzyan@edu.stockholm.se::f92a01cd-049f-4602-b292-09b82d2ea4e3" providerId="AD" clId="Web-{83B3BF6B-5744-E710-C2A6-1C950EAC2E6F}" dt="2026-08-04T11:19:15.574" v="688"/>
          <ac:graphicFrameMkLst>
            <pc:docMk/>
            <pc:sldMk cId="1481250792" sldId="269"/>
            <ac:graphicFrameMk id="5" creationId="{21F5AEB6-9CFB-3C3A-6882-AD660BE0DEE4}"/>
          </ac:graphicFrameMkLst>
        </pc:graphicFrameChg>
      </pc:sldChg>
      <pc:sldChg chg="addSp delSp modSp new mod setBg">
        <pc:chgData name="Arseniy Buzyan (extern)" userId="S::arseniy.buzyan@edu.stockholm.se::f92a01cd-049f-4602-b292-09b82d2ea4e3" providerId="AD" clId="Web-{83B3BF6B-5744-E710-C2A6-1C950EAC2E6F}" dt="2026-08-04T11:21:33.232" v="715" actId="20577"/>
        <pc:sldMkLst>
          <pc:docMk/>
          <pc:sldMk cId="3216405690" sldId="270"/>
        </pc:sldMkLst>
        <pc:spChg chg="mod">
          <ac:chgData name="Arseniy Buzyan (extern)" userId="S::arseniy.buzyan@edu.stockholm.se::f92a01cd-049f-4602-b292-09b82d2ea4e3" providerId="AD" clId="Web-{83B3BF6B-5744-E710-C2A6-1C950EAC2E6F}" dt="2026-08-04T11:21:33.232" v="715" actId="20577"/>
          <ac:spMkLst>
            <pc:docMk/>
            <pc:sldMk cId="3216405690" sldId="270"/>
            <ac:spMk id="2" creationId="{186EABB2-4FBC-30F2-F414-16DC76AB6FFC}"/>
          </ac:spMkLst>
        </pc:spChg>
        <pc:spChg chg="del">
          <ac:chgData name="Arseniy Buzyan (extern)" userId="S::arseniy.buzyan@edu.stockholm.se::f92a01cd-049f-4602-b292-09b82d2ea4e3" providerId="AD" clId="Web-{83B3BF6B-5744-E710-C2A6-1C950EAC2E6F}" dt="2026-08-04T11:21:08.529" v="710"/>
          <ac:spMkLst>
            <pc:docMk/>
            <pc:sldMk cId="3216405690" sldId="270"/>
            <ac:spMk id="3" creationId="{0E1961CF-1B89-6D91-1EB5-C1D87EFD3E2E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21:13.966" v="711"/>
          <ac:spMkLst>
            <pc:docMk/>
            <pc:sldMk cId="3216405690" sldId="270"/>
            <ac:spMk id="9" creationId="{A4AC5506-6312-4701-8D3C-40187889A947}"/>
          </ac:spMkLst>
        </pc:spChg>
        <pc:picChg chg="add mod ord">
          <ac:chgData name="Arseniy Buzyan (extern)" userId="S::arseniy.buzyan@edu.stockholm.se::f92a01cd-049f-4602-b292-09b82d2ea4e3" providerId="AD" clId="Web-{83B3BF6B-5744-E710-C2A6-1C950EAC2E6F}" dt="2026-08-04T11:21:28.014" v="713" actId="1076"/>
          <ac:picMkLst>
            <pc:docMk/>
            <pc:sldMk cId="3216405690" sldId="270"/>
            <ac:picMk id="4" creationId="{215BD1E6-8DD1-AE4B-FC83-456A808DD8A3}"/>
          </ac:picMkLst>
        </pc:picChg>
      </pc:sldChg>
      <pc:sldChg chg="addSp delSp modSp new mod setBg">
        <pc:chgData name="Arseniy Buzyan (extern)" userId="S::arseniy.buzyan@edu.stockholm.se::f92a01cd-049f-4602-b292-09b82d2ea4e3" providerId="AD" clId="Web-{83B3BF6B-5744-E710-C2A6-1C950EAC2E6F}" dt="2026-08-04T11:23:03.562" v="803"/>
        <pc:sldMkLst>
          <pc:docMk/>
          <pc:sldMk cId="2429842242" sldId="271"/>
        </pc:sldMkLst>
        <pc:spChg chg="mod">
          <ac:chgData name="Arseniy Buzyan (extern)" userId="S::arseniy.buzyan@edu.stockholm.se::f92a01cd-049f-4602-b292-09b82d2ea4e3" providerId="AD" clId="Web-{83B3BF6B-5744-E710-C2A6-1C950EAC2E6F}" dt="2026-08-04T11:23:00.734" v="802" actId="20577"/>
          <ac:spMkLst>
            <pc:docMk/>
            <pc:sldMk cId="2429842242" sldId="271"/>
            <ac:spMk id="2" creationId="{2AE80204-5DA5-3423-A7A9-A93A4C1E1357}"/>
          </ac:spMkLst>
        </pc:spChg>
        <pc:spChg chg="add del mod">
          <ac:chgData name="Arseniy Buzyan (extern)" userId="S::arseniy.buzyan@edu.stockholm.se::f92a01cd-049f-4602-b292-09b82d2ea4e3" providerId="AD" clId="Web-{83B3BF6B-5744-E710-C2A6-1C950EAC2E6F}" dt="2026-08-04T11:22:34.827" v="723"/>
          <ac:spMkLst>
            <pc:docMk/>
            <pc:sldMk cId="2429842242" sldId="271"/>
            <ac:spMk id="3" creationId="{BFA35B9A-9052-ADCB-3415-5F04F7A1D076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22:27.155" v="722"/>
          <ac:spMkLst>
            <pc:docMk/>
            <pc:sldMk cId="2429842242" sldId="271"/>
            <ac:spMk id="8" creationId="{1B15ED52-F352-441B-82BF-E0EA34836D08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22:27.155" v="722"/>
          <ac:spMkLst>
            <pc:docMk/>
            <pc:sldMk cId="2429842242" sldId="271"/>
            <ac:spMk id="10" creationId="{3B2E3793-BFE6-45A2-9B7B-E18844431C99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22:27.155" v="722"/>
          <ac:spMkLst>
            <pc:docMk/>
            <pc:sldMk cId="2429842242" sldId="271"/>
            <ac:spMk id="12" creationId="{BC4C4868-CB8F-4AF9-9CDB-8108F2C19B67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22:27.155" v="722"/>
          <ac:spMkLst>
            <pc:docMk/>
            <pc:sldMk cId="2429842242" sldId="271"/>
            <ac:spMk id="14" creationId="{375E0459-6403-40CD-989D-56A4407CA12E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22:27.155" v="722"/>
          <ac:spMkLst>
            <pc:docMk/>
            <pc:sldMk cId="2429842242" sldId="271"/>
            <ac:spMk id="16" creationId="{53E5B1A8-3AC9-4BD1-9BBC-78CA94F2D1BA}"/>
          </ac:spMkLst>
        </pc:spChg>
        <pc:graphicFrameChg chg="add del mod ord modGraphic">
          <ac:chgData name="Arseniy Buzyan (extern)" userId="S::arseniy.buzyan@edu.stockholm.se::f92a01cd-049f-4602-b292-09b82d2ea4e3" providerId="AD" clId="Web-{83B3BF6B-5744-E710-C2A6-1C950EAC2E6F}" dt="2026-08-04T11:22:18.546" v="718"/>
          <ac:graphicFrameMkLst>
            <pc:docMk/>
            <pc:sldMk cId="2429842242" sldId="271"/>
            <ac:graphicFrameMk id="5" creationId="{0BD8EBA1-2B2E-5654-4C0B-916BB8CB4278}"/>
          </ac:graphicFrameMkLst>
        </pc:graphicFrameChg>
        <pc:graphicFrameChg chg="add mod ord modGraphic">
          <ac:chgData name="Arseniy Buzyan (extern)" userId="S::arseniy.buzyan@edu.stockholm.se::f92a01cd-049f-4602-b292-09b82d2ea4e3" providerId="AD" clId="Web-{83B3BF6B-5744-E710-C2A6-1C950EAC2E6F}" dt="2026-08-04T11:23:03.562" v="803"/>
          <ac:graphicFrameMkLst>
            <pc:docMk/>
            <pc:sldMk cId="2429842242" sldId="271"/>
            <ac:graphicFrameMk id="7" creationId="{AA20F08A-A371-6159-DB72-C0603BDCE77A}"/>
          </ac:graphicFrameMkLst>
        </pc:graphicFrameChg>
      </pc:sldChg>
      <pc:sldChg chg="addSp delSp modSp new mod setBg">
        <pc:chgData name="Arseniy Buzyan (extern)" userId="S::arseniy.buzyan@edu.stockholm.se::f92a01cd-049f-4602-b292-09b82d2ea4e3" providerId="AD" clId="Web-{83B3BF6B-5744-E710-C2A6-1C950EAC2E6F}" dt="2026-08-04T11:27:25.440" v="863" actId="1076"/>
        <pc:sldMkLst>
          <pc:docMk/>
          <pc:sldMk cId="3098914083" sldId="272"/>
        </pc:sldMkLst>
        <pc:spChg chg="mod">
          <ac:chgData name="Arseniy Buzyan (extern)" userId="S::arseniy.buzyan@edu.stockholm.se::f92a01cd-049f-4602-b292-09b82d2ea4e3" providerId="AD" clId="Web-{83B3BF6B-5744-E710-C2A6-1C950EAC2E6F}" dt="2026-08-04T11:27:10.877" v="858" actId="20577"/>
          <ac:spMkLst>
            <pc:docMk/>
            <pc:sldMk cId="3098914083" sldId="272"/>
            <ac:spMk id="2" creationId="{DF0E0566-960D-5B24-D77A-C5656166BC9E}"/>
          </ac:spMkLst>
        </pc:spChg>
        <pc:spChg chg="del">
          <ac:chgData name="Arseniy Buzyan (extern)" userId="S::arseniy.buzyan@edu.stockholm.se::f92a01cd-049f-4602-b292-09b82d2ea4e3" providerId="AD" clId="Web-{83B3BF6B-5744-E710-C2A6-1C950EAC2E6F}" dt="2026-08-04T11:25:23.501" v="826"/>
          <ac:spMkLst>
            <pc:docMk/>
            <pc:sldMk cId="3098914083" sldId="272"/>
            <ac:spMk id="3" creationId="{063105D4-E1D2-EBFD-F55A-700FA9440DC4}"/>
          </ac:spMkLst>
        </pc:spChg>
        <pc:spChg chg="add mod">
          <ac:chgData name="Arseniy Buzyan (extern)" userId="S::arseniy.buzyan@edu.stockholm.se::f92a01cd-049f-4602-b292-09b82d2ea4e3" providerId="AD" clId="Web-{83B3BF6B-5744-E710-C2A6-1C950EAC2E6F}" dt="2026-08-04T11:27:16.690" v="859" actId="14100"/>
          <ac:spMkLst>
            <pc:docMk/>
            <pc:sldMk cId="3098914083" sldId="272"/>
            <ac:spMk id="8" creationId="{D17573A4-9308-27A2-A75D-FD0471E079E9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26:13.267" v="828"/>
          <ac:spMkLst>
            <pc:docMk/>
            <pc:sldMk cId="3098914083" sldId="272"/>
            <ac:spMk id="9" creationId="{017517EF-BD4D-4055-BDB4-A322C53568AD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26:13.267" v="828"/>
          <ac:spMkLst>
            <pc:docMk/>
            <pc:sldMk cId="3098914083" sldId="272"/>
            <ac:spMk id="11" creationId="{0ADDB668-2CA4-4D2B-9C34-3487CA330BA8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26:13.267" v="828"/>
          <ac:spMkLst>
            <pc:docMk/>
            <pc:sldMk cId="3098914083" sldId="272"/>
            <ac:spMk id="13" creationId="{2568BC19-F052-4108-93E1-6A3D1DEC072F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26:13.267" v="828"/>
          <ac:spMkLst>
            <pc:docMk/>
            <pc:sldMk cId="3098914083" sldId="272"/>
            <ac:spMk id="15" creationId="{D5FD337D-4D6B-4C8B-B6F5-121097E09881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26:13.283" v="829"/>
          <ac:spMkLst>
            <pc:docMk/>
            <pc:sldMk cId="3098914083" sldId="272"/>
            <ac:spMk id="17" creationId="{E6995CE5-F890-4ABA-82A2-26507CE8D2A3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26:13.283" v="829"/>
          <ac:spMkLst>
            <pc:docMk/>
            <pc:sldMk cId="3098914083" sldId="272"/>
            <ac:spMk id="18" creationId="{058A14AF-9FB5-4CC7-BA35-E8E85D3EDF0E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26:13.283" v="829"/>
          <ac:spMkLst>
            <pc:docMk/>
            <pc:sldMk cId="3098914083" sldId="272"/>
            <ac:spMk id="19" creationId="{3A9A4357-BD1D-4622-A4FE-766E6AB8DE84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26:13.283" v="829"/>
          <ac:spMkLst>
            <pc:docMk/>
            <pc:sldMk cId="3098914083" sldId="272"/>
            <ac:spMk id="20" creationId="{E659831F-0D9A-4C63-9EBB-8435B85A440F}"/>
          </ac:spMkLst>
        </pc:spChg>
        <pc:picChg chg="add mod ord">
          <ac:chgData name="Arseniy Buzyan (extern)" userId="S::arseniy.buzyan@edu.stockholm.se::f92a01cd-049f-4602-b292-09b82d2ea4e3" providerId="AD" clId="Web-{83B3BF6B-5744-E710-C2A6-1C950EAC2E6F}" dt="2026-08-04T11:27:25.440" v="863" actId="1076"/>
          <ac:picMkLst>
            <pc:docMk/>
            <pc:sldMk cId="3098914083" sldId="272"/>
            <ac:picMk id="4" creationId="{86709B4E-DE1B-4044-6FBB-713909EA5C4B}"/>
          </ac:picMkLst>
        </pc:picChg>
      </pc:sldChg>
      <pc:sldChg chg="addSp delSp modSp new mod setBg">
        <pc:chgData name="Arseniy Buzyan (extern)" userId="S::arseniy.buzyan@edu.stockholm.se::f92a01cd-049f-4602-b292-09b82d2ea4e3" providerId="AD" clId="Web-{83B3BF6B-5744-E710-C2A6-1C950EAC2E6F}" dt="2026-08-04T11:28:29.972" v="958" actId="14100"/>
        <pc:sldMkLst>
          <pc:docMk/>
          <pc:sldMk cId="1285691883" sldId="273"/>
        </pc:sldMkLst>
        <pc:spChg chg="mod">
          <ac:chgData name="Arseniy Buzyan (extern)" userId="S::arseniy.buzyan@edu.stockholm.se::f92a01cd-049f-4602-b292-09b82d2ea4e3" providerId="AD" clId="Web-{83B3BF6B-5744-E710-C2A6-1C950EAC2E6F}" dt="2026-08-04T11:28:29.972" v="958" actId="14100"/>
          <ac:spMkLst>
            <pc:docMk/>
            <pc:sldMk cId="1285691883" sldId="273"/>
            <ac:spMk id="2" creationId="{33EE319B-43DD-C471-67A8-E16BFC8656ED}"/>
          </ac:spMkLst>
        </pc:spChg>
        <pc:spChg chg="del mod">
          <ac:chgData name="Arseniy Buzyan (extern)" userId="S::arseniy.buzyan@edu.stockholm.se::f92a01cd-049f-4602-b292-09b82d2ea4e3" providerId="AD" clId="Web-{83B3BF6B-5744-E710-C2A6-1C950EAC2E6F}" dt="2026-08-04T11:27:55.128" v="868"/>
          <ac:spMkLst>
            <pc:docMk/>
            <pc:sldMk cId="1285691883" sldId="273"/>
            <ac:spMk id="3" creationId="{8444EF02-CB74-20B6-9FB9-ADD56DE1599A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27:52.878" v="867"/>
          <ac:spMkLst>
            <pc:docMk/>
            <pc:sldMk cId="1285691883" sldId="273"/>
            <ac:spMk id="8" creationId="{09588DA8-065E-4F6F-8EFD-43104AB2E0CF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27:52.878" v="867"/>
          <ac:spMkLst>
            <pc:docMk/>
            <pc:sldMk cId="1285691883" sldId="273"/>
            <ac:spMk id="10" creationId="{C4285719-470E-454C-AF62-8323075F1F5B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27:52.878" v="867"/>
          <ac:spMkLst>
            <pc:docMk/>
            <pc:sldMk cId="1285691883" sldId="273"/>
            <ac:spMk id="12" creationId="{CD9FE4EF-C4D8-49A0-B2FF-81D8DB7D8A24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27:52.878" v="867"/>
          <ac:spMkLst>
            <pc:docMk/>
            <pc:sldMk cId="1285691883" sldId="273"/>
            <ac:spMk id="14" creationId="{4300840D-0A0B-4512-BACA-B439D5B9C57C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27:52.878" v="867"/>
          <ac:spMkLst>
            <pc:docMk/>
            <pc:sldMk cId="1285691883" sldId="273"/>
            <ac:spMk id="16" creationId="{D2B78728-A580-49A7-84F9-6EF6F583ADE0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27:52.878" v="867"/>
          <ac:spMkLst>
            <pc:docMk/>
            <pc:sldMk cId="1285691883" sldId="273"/>
            <ac:spMk id="18" creationId="{38FAA1A1-D861-433F-88FA-1E9D6FD31D11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27:52.878" v="867"/>
          <ac:spMkLst>
            <pc:docMk/>
            <pc:sldMk cId="1285691883" sldId="273"/>
            <ac:spMk id="20" creationId="{8D71EDA1-87BF-4D5D-AB79-F346FD19278A}"/>
          </ac:spMkLst>
        </pc:spChg>
        <pc:graphicFrameChg chg="add mod ord modGraphic">
          <ac:chgData name="Arseniy Buzyan (extern)" userId="S::arseniy.buzyan@edu.stockholm.se::f92a01cd-049f-4602-b292-09b82d2ea4e3" providerId="AD" clId="Web-{83B3BF6B-5744-E710-C2A6-1C950EAC2E6F}" dt="2026-08-04T11:28:17.612" v="950"/>
          <ac:graphicFrameMkLst>
            <pc:docMk/>
            <pc:sldMk cId="1285691883" sldId="273"/>
            <ac:graphicFrameMk id="5" creationId="{7F370D9C-DD8E-E7CE-DCBA-C5909FB45CA0}"/>
          </ac:graphicFrameMkLst>
        </pc:graphicFrameChg>
      </pc:sldChg>
      <pc:sldChg chg="addSp delSp modSp new mod setBg">
        <pc:chgData name="Arseniy Buzyan (extern)" userId="S::arseniy.buzyan@edu.stockholm.se::f92a01cd-049f-4602-b292-09b82d2ea4e3" providerId="AD" clId="Web-{83B3BF6B-5744-E710-C2A6-1C950EAC2E6F}" dt="2026-08-04T11:30:37.614" v="986" actId="20577"/>
        <pc:sldMkLst>
          <pc:docMk/>
          <pc:sldMk cId="3425782378" sldId="274"/>
        </pc:sldMkLst>
        <pc:spChg chg="mod">
          <ac:chgData name="Arseniy Buzyan (extern)" userId="S::arseniy.buzyan@edu.stockholm.se::f92a01cd-049f-4602-b292-09b82d2ea4e3" providerId="AD" clId="Web-{83B3BF6B-5744-E710-C2A6-1C950EAC2E6F}" dt="2026-08-04T11:30:37.614" v="986" actId="20577"/>
          <ac:spMkLst>
            <pc:docMk/>
            <pc:sldMk cId="3425782378" sldId="274"/>
            <ac:spMk id="2" creationId="{086F0D08-4F18-0710-FC4E-2AAFF5008E6C}"/>
          </ac:spMkLst>
        </pc:spChg>
        <pc:spChg chg="add del mod">
          <ac:chgData name="Arseniy Buzyan (extern)" userId="S::arseniy.buzyan@edu.stockholm.se::f92a01cd-049f-4602-b292-09b82d2ea4e3" providerId="AD" clId="Web-{83B3BF6B-5744-E710-C2A6-1C950EAC2E6F}" dt="2026-08-04T11:30:20.379" v="980" actId="20577"/>
          <ac:spMkLst>
            <pc:docMk/>
            <pc:sldMk cId="3425782378" sldId="274"/>
            <ac:spMk id="3" creationId="{5B7BACB7-3B29-F101-8FAB-32F2A380EAED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29:58.535" v="971"/>
          <ac:spMkLst>
            <pc:docMk/>
            <pc:sldMk cId="3425782378" sldId="274"/>
            <ac:spMk id="8" creationId="{70DFC902-7D23-471A-B557-B6B6917D7A0D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29:58.535" v="971"/>
          <ac:spMkLst>
            <pc:docMk/>
            <pc:sldMk cId="3425782378" sldId="274"/>
            <ac:spMk id="10" creationId="{A55D5633-D557-4DCA-982C-FF36EB7A1C00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29:58.535" v="971"/>
          <ac:spMkLst>
            <pc:docMk/>
            <pc:sldMk cId="3425782378" sldId="274"/>
            <ac:spMk id="12" creationId="{450D3AD2-FA80-415F-A9CE-54D884561CD7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29:58.535" v="971"/>
          <ac:spMkLst>
            <pc:docMk/>
            <pc:sldMk cId="3425782378" sldId="274"/>
            <ac:spMk id="17" creationId="{B6CDA21F-E7AF-4C75-8395-33F58D5B0E45}"/>
          </ac:spMkLst>
        </pc:spChg>
        <pc:spChg chg="add del">
          <ac:chgData name="Arseniy Buzyan (extern)" userId="S::arseniy.buzyan@edu.stockholm.se::f92a01cd-049f-4602-b292-09b82d2ea4e3" providerId="AD" clId="Web-{83B3BF6B-5744-E710-C2A6-1C950EAC2E6F}" dt="2026-08-04T11:29:58.535" v="971"/>
          <ac:spMkLst>
            <pc:docMk/>
            <pc:sldMk cId="3425782378" sldId="274"/>
            <ac:spMk id="24" creationId="{D5B0017B-2ECA-49AF-B397-DC140825DF8D}"/>
          </ac:spMkLst>
        </pc:spChg>
        <pc:grpChg chg="add del">
          <ac:chgData name="Arseniy Buzyan (extern)" userId="S::arseniy.buzyan@edu.stockholm.se::f92a01cd-049f-4602-b292-09b82d2ea4e3" providerId="AD" clId="Web-{83B3BF6B-5744-E710-C2A6-1C950EAC2E6F}" dt="2026-08-04T11:29:58.535" v="971"/>
          <ac:grpSpMkLst>
            <pc:docMk/>
            <pc:sldMk cId="3425782378" sldId="274"/>
            <ac:grpSpMk id="19" creationId="{AE1C45F0-260A-458C-96ED-C1F6D2151219}"/>
          </ac:grpSpMkLst>
        </pc:grpChg>
        <pc:graphicFrameChg chg="add del">
          <ac:chgData name="Arseniy Buzyan (extern)" userId="S::arseniy.buzyan@edu.stockholm.se::f92a01cd-049f-4602-b292-09b82d2ea4e3" providerId="AD" clId="Web-{83B3BF6B-5744-E710-C2A6-1C950EAC2E6F}" dt="2026-08-04T11:30:06.332" v="973"/>
          <ac:graphicFrameMkLst>
            <pc:docMk/>
            <pc:sldMk cId="3425782378" sldId="274"/>
            <ac:graphicFrameMk id="14" creationId="{C748E539-179F-615C-6A5C-5838F5543EA7}"/>
          </ac:graphicFrameMkLst>
        </pc:graphicFrameChg>
        <pc:cxnChg chg="add del">
          <ac:chgData name="Arseniy Buzyan (extern)" userId="S::arseniy.buzyan@edu.stockholm.se::f92a01cd-049f-4602-b292-09b82d2ea4e3" providerId="AD" clId="Web-{83B3BF6B-5744-E710-C2A6-1C950EAC2E6F}" dt="2026-08-04T11:29:58.535" v="971"/>
          <ac:cxnSpMkLst>
            <pc:docMk/>
            <pc:sldMk cId="3425782378" sldId="274"/>
            <ac:cxnSpMk id="26" creationId="{6CF1BAF6-AD41-4082-B212-8A1F9A2E8779}"/>
          </ac:cxnSpMkLst>
        </pc:cxnChg>
      </pc:sldChg>
      <pc:sldChg chg="addSp delSp modSp new mod setBg">
        <pc:chgData name="Arseniy Buzyan (extern)" userId="S::arseniy.buzyan@edu.stockholm.se::f92a01cd-049f-4602-b292-09b82d2ea4e3" providerId="AD" clId="Web-{83B3BF6B-5744-E710-C2A6-1C950EAC2E6F}" dt="2026-08-04T11:33:31.194" v="1074" actId="14100"/>
        <pc:sldMkLst>
          <pc:docMk/>
          <pc:sldMk cId="3065889524" sldId="275"/>
        </pc:sldMkLst>
        <pc:spChg chg="mod">
          <ac:chgData name="Arseniy Buzyan (extern)" userId="S::arseniy.buzyan@edu.stockholm.se::f92a01cd-049f-4602-b292-09b82d2ea4e3" providerId="AD" clId="Web-{83B3BF6B-5744-E710-C2A6-1C950EAC2E6F}" dt="2026-08-04T11:33:31.194" v="1074" actId="14100"/>
          <ac:spMkLst>
            <pc:docMk/>
            <pc:sldMk cId="3065889524" sldId="275"/>
            <ac:spMk id="2" creationId="{5017A458-858E-C929-19F0-614803401A29}"/>
          </ac:spMkLst>
        </pc:spChg>
        <pc:spChg chg="mod">
          <ac:chgData name="Arseniy Buzyan (extern)" userId="S::arseniy.buzyan@edu.stockholm.se::f92a01cd-049f-4602-b292-09b82d2ea4e3" providerId="AD" clId="Web-{83B3BF6B-5744-E710-C2A6-1C950EAC2E6F}" dt="2026-08-04T11:33:05.991" v="1011" actId="14100"/>
          <ac:spMkLst>
            <pc:docMk/>
            <pc:sldMk cId="3065889524" sldId="275"/>
            <ac:spMk id="3" creationId="{644C31EF-D4F8-5C4E-317F-29CFF566BF85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32:14.068" v="998"/>
          <ac:spMkLst>
            <pc:docMk/>
            <pc:sldMk cId="3065889524" sldId="275"/>
            <ac:spMk id="8" creationId="{B6CDA21F-E7AF-4C75-8395-33F58D5B0E45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32:14.068" v="998"/>
          <ac:spMkLst>
            <pc:docMk/>
            <pc:sldMk cId="3065889524" sldId="275"/>
            <ac:spMk id="15" creationId="{D5B0017B-2ECA-49AF-B397-DC140825DF8D}"/>
          </ac:spMkLst>
        </pc:spChg>
        <pc:grpChg chg="add">
          <ac:chgData name="Arseniy Buzyan (extern)" userId="S::arseniy.buzyan@edu.stockholm.se::f92a01cd-049f-4602-b292-09b82d2ea4e3" providerId="AD" clId="Web-{83B3BF6B-5744-E710-C2A6-1C950EAC2E6F}" dt="2026-08-04T11:32:14.068" v="998"/>
          <ac:grpSpMkLst>
            <pc:docMk/>
            <pc:sldMk cId="3065889524" sldId="275"/>
            <ac:grpSpMk id="10" creationId="{AE1C45F0-260A-458C-96ED-C1F6D2151219}"/>
          </ac:grpSpMkLst>
        </pc:grpChg>
        <pc:graphicFrameChg chg="add del mod">
          <ac:chgData name="Arseniy Buzyan (extern)" userId="S::arseniy.buzyan@edu.stockholm.se::f92a01cd-049f-4602-b292-09b82d2ea4e3" providerId="AD" clId="Web-{83B3BF6B-5744-E710-C2A6-1C950EAC2E6F}" dt="2026-08-04T11:31:21.240" v="994"/>
          <ac:graphicFrameMkLst>
            <pc:docMk/>
            <pc:sldMk cId="3065889524" sldId="275"/>
            <ac:graphicFrameMk id="5" creationId="{3FA2F3FB-55F0-7BD0-2C95-B8B4FF91E7D7}"/>
          </ac:graphicFrameMkLst>
        </pc:graphicFrameChg>
        <pc:graphicFrameChg chg="add del mod">
          <ac:chgData name="Arseniy Buzyan (extern)" userId="S::arseniy.buzyan@edu.stockholm.se::f92a01cd-049f-4602-b292-09b82d2ea4e3" providerId="AD" clId="Web-{83B3BF6B-5744-E710-C2A6-1C950EAC2E6F}" dt="2026-08-04T11:32:48.678" v="1006"/>
          <ac:graphicFrameMkLst>
            <pc:docMk/>
            <pc:sldMk cId="3065889524" sldId="275"/>
            <ac:graphicFrameMk id="7" creationId="{8C2BF928-AC58-147C-1DED-7B4F6661580C}"/>
          </ac:graphicFrameMkLst>
        </pc:graphicFrameChg>
        <pc:graphicFrameChg chg="add mod modGraphic">
          <ac:chgData name="Arseniy Buzyan (extern)" userId="S::arseniy.buzyan@edu.stockholm.se::f92a01cd-049f-4602-b292-09b82d2ea4e3" providerId="AD" clId="Web-{83B3BF6B-5744-E710-C2A6-1C950EAC2E6F}" dt="2026-08-04T11:33:19.069" v="1071"/>
          <ac:graphicFrameMkLst>
            <pc:docMk/>
            <pc:sldMk cId="3065889524" sldId="275"/>
            <ac:graphicFrameMk id="14" creationId="{4D100E2A-7B26-CA07-E1EC-E5D1060EC8A8}"/>
          </ac:graphicFrameMkLst>
        </pc:graphicFrameChg>
        <pc:cxnChg chg="add">
          <ac:chgData name="Arseniy Buzyan (extern)" userId="S::arseniy.buzyan@edu.stockholm.se::f92a01cd-049f-4602-b292-09b82d2ea4e3" providerId="AD" clId="Web-{83B3BF6B-5744-E710-C2A6-1C950EAC2E6F}" dt="2026-08-04T11:32:14.068" v="998"/>
          <ac:cxnSpMkLst>
            <pc:docMk/>
            <pc:sldMk cId="3065889524" sldId="275"/>
            <ac:cxnSpMk id="17" creationId="{6CF1BAF6-AD41-4082-B212-8A1F9A2E8779}"/>
          </ac:cxnSpMkLst>
        </pc:cxnChg>
      </pc:sldChg>
      <pc:sldChg chg="addSp modSp new mod setBg">
        <pc:chgData name="Arseniy Buzyan (extern)" userId="S::arseniy.buzyan@edu.stockholm.se::f92a01cd-049f-4602-b292-09b82d2ea4e3" providerId="AD" clId="Web-{83B3BF6B-5744-E710-C2A6-1C950EAC2E6F}" dt="2026-08-04T11:37:21.885" v="1238" actId="1076"/>
        <pc:sldMkLst>
          <pc:docMk/>
          <pc:sldMk cId="234242057" sldId="276"/>
        </pc:sldMkLst>
        <pc:spChg chg="mod">
          <ac:chgData name="Arseniy Buzyan (extern)" userId="S::arseniy.buzyan@edu.stockholm.se::f92a01cd-049f-4602-b292-09b82d2ea4e3" providerId="AD" clId="Web-{83B3BF6B-5744-E710-C2A6-1C950EAC2E6F}" dt="2026-08-04T11:37:06.369" v="1233" actId="14100"/>
          <ac:spMkLst>
            <pc:docMk/>
            <pc:sldMk cId="234242057" sldId="276"/>
            <ac:spMk id="2" creationId="{5087A39C-E0EF-5448-AB65-921B5F2654DE}"/>
          </ac:spMkLst>
        </pc:spChg>
        <pc:spChg chg="mod">
          <ac:chgData name="Arseniy Buzyan (extern)" userId="S::arseniy.buzyan@edu.stockholm.se::f92a01cd-049f-4602-b292-09b82d2ea4e3" providerId="AD" clId="Web-{83B3BF6B-5744-E710-C2A6-1C950EAC2E6F}" dt="2026-08-04T11:35:12.305" v="1088" actId="20577"/>
          <ac:spMkLst>
            <pc:docMk/>
            <pc:sldMk cId="234242057" sldId="276"/>
            <ac:spMk id="3" creationId="{339DA7E8-C78E-B73E-BA09-C11158B2094E}"/>
          </ac:spMkLst>
        </pc:spChg>
        <pc:spChg chg="add mod">
          <ac:chgData name="Arseniy Buzyan (extern)" userId="S::arseniy.buzyan@edu.stockholm.se::f92a01cd-049f-4602-b292-09b82d2ea4e3" providerId="AD" clId="Web-{83B3BF6B-5744-E710-C2A6-1C950EAC2E6F}" dt="2026-08-04T11:37:21.885" v="1238" actId="1076"/>
          <ac:spMkLst>
            <pc:docMk/>
            <pc:sldMk cId="234242057" sldId="276"/>
            <ac:spMk id="6" creationId="{43ACF482-641D-58BD-A632-FA1F159B8441}"/>
          </ac:spMkLst>
        </pc:spChg>
        <pc:spChg chg="add">
          <ac:chgData name="Arseniy Buzyan (extern)" userId="S::arseniy.buzyan@edu.stockholm.se::f92a01cd-049f-4602-b292-09b82d2ea4e3" providerId="AD" clId="Web-{83B3BF6B-5744-E710-C2A6-1C950EAC2E6F}" dt="2026-08-04T11:34:53.805" v="1080"/>
          <ac:spMkLst>
            <pc:docMk/>
            <pc:sldMk cId="234242057" sldId="276"/>
            <ac:spMk id="8" creationId="{EEBFA4C8-C301-60A7-C96E-E85360F5DFB4}"/>
          </ac:spMkLst>
        </pc:spChg>
        <pc:graphicFrameChg chg="add mod modGraphic">
          <ac:chgData name="Arseniy Buzyan (extern)" userId="S::arseniy.buzyan@edu.stockholm.se::f92a01cd-049f-4602-b292-09b82d2ea4e3" providerId="AD" clId="Web-{83B3BF6B-5744-E710-C2A6-1C950EAC2E6F}" dt="2026-08-04T11:36:48.557" v="1227"/>
          <ac:graphicFrameMkLst>
            <pc:docMk/>
            <pc:sldMk cId="234242057" sldId="276"/>
            <ac:graphicFrameMk id="5" creationId="{F2F19CD4-DE9E-9BAE-9C71-A06475422AFF}"/>
          </ac:graphicFrameMkLst>
        </pc:graphicFrameChg>
      </pc:sldChg>
      <pc:sldChg chg="new">
        <pc:chgData name="Arseniy Buzyan (extern)" userId="S::arseniy.buzyan@edu.stockholm.se::f92a01cd-049f-4602-b292-09b82d2ea4e3" providerId="AD" clId="Web-{83B3BF6B-5744-E710-C2A6-1C950EAC2E6F}" dt="2026-08-04T11:37:30.120" v="1239"/>
        <pc:sldMkLst>
          <pc:docMk/>
          <pc:sldMk cId="3567832064" sldId="277"/>
        </pc:sldMkLst>
      </pc:sldChg>
    </pc:docChg>
  </pc:docChgLst>
  <pc:docChgLst>
    <pc:chgData name="Arseniy Buzyan (extern)" userId="S::arseniy.buzyan@edu.stockholm.se::f92a01cd-049f-4602-b292-09b82d2ea4e3" providerId="AD" clId="Web-{EF322B3E-896A-86A3-9F36-0B09DCD35250}"/>
    <pc:docChg chg="addSld delSld modSld">
      <pc:chgData name="Arseniy Buzyan (extern)" userId="S::arseniy.buzyan@edu.stockholm.se::f92a01cd-049f-4602-b292-09b82d2ea4e3" providerId="AD" clId="Web-{EF322B3E-896A-86A3-9F36-0B09DCD35250}" dt="2026-08-04T16:57:17.870" v="1322"/>
      <pc:docMkLst>
        <pc:docMk/>
      </pc:docMkLst>
      <pc:sldChg chg="addSp delSp modSp">
        <pc:chgData name="Arseniy Buzyan (extern)" userId="S::arseniy.buzyan@edu.stockholm.se::f92a01cd-049f-4602-b292-09b82d2ea4e3" providerId="AD" clId="Web-{EF322B3E-896A-86A3-9F36-0B09DCD35250}" dt="2026-08-04T16:42:49.468" v="1279" actId="1076"/>
        <pc:sldMkLst>
          <pc:docMk/>
          <pc:sldMk cId="493712466" sldId="257"/>
        </pc:sldMkLst>
        <pc:spChg chg="add del mod">
          <ac:chgData name="Arseniy Buzyan (extern)" userId="S::arseniy.buzyan@edu.stockholm.se::f92a01cd-049f-4602-b292-09b82d2ea4e3" providerId="AD" clId="Web-{EF322B3E-896A-86A3-9F36-0B09DCD35250}" dt="2026-08-04T16:42:40.171" v="1278"/>
          <ac:spMkLst>
            <pc:docMk/>
            <pc:sldMk cId="493712466" sldId="257"/>
            <ac:spMk id="5" creationId="{7FDDE364-32D2-FBB3-A027-8CF198A7CBAE}"/>
          </ac:spMkLst>
        </pc:spChg>
        <pc:spChg chg="del">
          <ac:chgData name="Arseniy Buzyan (extern)" userId="S::arseniy.buzyan@edu.stockholm.se::f92a01cd-049f-4602-b292-09b82d2ea4e3" providerId="AD" clId="Web-{EF322B3E-896A-86A3-9F36-0B09DCD35250}" dt="2026-08-04T16:42:37.031" v="1277"/>
          <ac:spMkLst>
            <pc:docMk/>
            <pc:sldMk cId="493712466" sldId="257"/>
            <ac:spMk id="30" creationId="{D126DD2B-00E6-9057-5435-7C7F332396C1}"/>
          </ac:spMkLst>
        </pc:spChg>
        <pc:picChg chg="add mod modCrop">
          <ac:chgData name="Arseniy Buzyan (extern)" userId="S::arseniy.buzyan@edu.stockholm.se::f92a01cd-049f-4602-b292-09b82d2ea4e3" providerId="AD" clId="Web-{EF322B3E-896A-86A3-9F36-0B09DCD35250}" dt="2026-08-04T16:42:49.468" v="1279" actId="1076"/>
          <ac:picMkLst>
            <pc:docMk/>
            <pc:sldMk cId="493712466" sldId="257"/>
            <ac:picMk id="3" creationId="{AA31BA84-DE63-33ED-CF65-531CAC086AF4}"/>
          </ac:picMkLst>
        </pc:picChg>
      </pc:sldChg>
      <pc:sldChg chg="modSp">
        <pc:chgData name="Arseniy Buzyan (extern)" userId="S::arseniy.buzyan@edu.stockholm.se::f92a01cd-049f-4602-b292-09b82d2ea4e3" providerId="AD" clId="Web-{EF322B3E-896A-86A3-9F36-0B09DCD35250}" dt="2026-08-04T16:44:03.471" v="1285" actId="20577"/>
        <pc:sldMkLst>
          <pc:docMk/>
          <pc:sldMk cId="72214896" sldId="258"/>
        </pc:sldMkLst>
        <pc:graphicFrameChg chg="modGraphic">
          <ac:chgData name="Arseniy Buzyan (extern)" userId="S::arseniy.buzyan@edu.stockholm.se::f92a01cd-049f-4602-b292-09b82d2ea4e3" providerId="AD" clId="Web-{EF322B3E-896A-86A3-9F36-0B09DCD35250}" dt="2026-08-04T16:44:03.471" v="1285" actId="20577"/>
          <ac:graphicFrameMkLst>
            <pc:docMk/>
            <pc:sldMk cId="72214896" sldId="258"/>
            <ac:graphicFrameMk id="24" creationId="{D24E5F69-BBA1-7A42-A002-2A5DF35EB0F8}"/>
          </ac:graphicFrameMkLst>
        </pc:graphicFrameChg>
      </pc:sldChg>
      <pc:sldChg chg="addSp modSp">
        <pc:chgData name="Arseniy Buzyan (extern)" userId="S::arseniy.buzyan@edu.stockholm.se::f92a01cd-049f-4602-b292-09b82d2ea4e3" providerId="AD" clId="Web-{EF322B3E-896A-86A3-9F36-0B09DCD35250}" dt="2026-08-04T16:45:11.909" v="1292" actId="1076"/>
        <pc:sldMkLst>
          <pc:docMk/>
          <pc:sldMk cId="4065317508" sldId="259"/>
        </pc:sldMkLst>
        <pc:picChg chg="add mod modCrop">
          <ac:chgData name="Arseniy Buzyan (extern)" userId="S::arseniy.buzyan@edu.stockholm.se::f92a01cd-049f-4602-b292-09b82d2ea4e3" providerId="AD" clId="Web-{EF322B3E-896A-86A3-9F36-0B09DCD35250}" dt="2026-08-04T16:45:11.909" v="1292" actId="1076"/>
          <ac:picMkLst>
            <pc:docMk/>
            <pc:sldMk cId="4065317508" sldId="259"/>
            <ac:picMk id="2" creationId="{B9B1EBAD-2B01-549A-9C95-F861C1FFF93C}"/>
          </ac:picMkLst>
        </pc:picChg>
      </pc:sldChg>
      <pc:sldChg chg="addSp modSp">
        <pc:chgData name="Arseniy Buzyan (extern)" userId="S::arseniy.buzyan@edu.stockholm.se::f92a01cd-049f-4602-b292-09b82d2ea4e3" providerId="AD" clId="Web-{EF322B3E-896A-86A3-9F36-0B09DCD35250}" dt="2026-08-04T16:49:13.084" v="1300" actId="1076"/>
        <pc:sldMkLst>
          <pc:docMk/>
          <pc:sldMk cId="3874545168" sldId="266"/>
        </pc:sldMkLst>
        <pc:picChg chg="add mod modCrop">
          <ac:chgData name="Arseniy Buzyan (extern)" userId="S::arseniy.buzyan@edu.stockholm.se::f92a01cd-049f-4602-b292-09b82d2ea4e3" providerId="AD" clId="Web-{EF322B3E-896A-86A3-9F36-0B09DCD35250}" dt="2026-08-04T16:49:13.084" v="1300" actId="1076"/>
          <ac:picMkLst>
            <pc:docMk/>
            <pc:sldMk cId="3874545168" sldId="266"/>
            <ac:picMk id="3" creationId="{AE2B1B94-5DE9-D64D-47BA-4D202E376390}"/>
          </ac:picMkLst>
        </pc:picChg>
      </pc:sldChg>
      <pc:sldChg chg="addSp modSp">
        <pc:chgData name="Arseniy Buzyan (extern)" userId="S::arseniy.buzyan@edu.stockholm.se::f92a01cd-049f-4602-b292-09b82d2ea4e3" providerId="AD" clId="Web-{EF322B3E-896A-86A3-9F36-0B09DCD35250}" dt="2026-08-04T16:46:21.785" v="1296" actId="1076"/>
        <pc:sldMkLst>
          <pc:docMk/>
          <pc:sldMk cId="3216405690" sldId="270"/>
        </pc:sldMkLst>
        <pc:picChg chg="add mod modCrop">
          <ac:chgData name="Arseniy Buzyan (extern)" userId="S::arseniy.buzyan@edu.stockholm.se::f92a01cd-049f-4602-b292-09b82d2ea4e3" providerId="AD" clId="Web-{EF322B3E-896A-86A3-9F36-0B09DCD35250}" dt="2026-08-04T16:46:21.785" v="1296" actId="1076"/>
          <ac:picMkLst>
            <pc:docMk/>
            <pc:sldMk cId="3216405690" sldId="270"/>
            <ac:picMk id="3" creationId="{B12DE94D-4742-6F5D-BA42-11846ECED82F}"/>
          </ac:picMkLst>
        </pc:picChg>
      </pc:sldChg>
      <pc:sldChg chg="addSp modSp">
        <pc:chgData name="Arseniy Buzyan (extern)" userId="S::arseniy.buzyan@edu.stockholm.se::f92a01cd-049f-4602-b292-09b82d2ea4e3" providerId="AD" clId="Web-{EF322B3E-896A-86A3-9F36-0B09DCD35250}" dt="2026-08-04T16:51:10.476" v="1303"/>
        <pc:sldMkLst>
          <pc:docMk/>
          <pc:sldMk cId="3425782378" sldId="274"/>
        </pc:sldMkLst>
        <pc:picChg chg="add mod modCrop">
          <ac:chgData name="Arseniy Buzyan (extern)" userId="S::arseniy.buzyan@edu.stockholm.se::f92a01cd-049f-4602-b292-09b82d2ea4e3" providerId="AD" clId="Web-{EF322B3E-896A-86A3-9F36-0B09DCD35250}" dt="2026-08-04T16:51:10.476" v="1303"/>
          <ac:picMkLst>
            <pc:docMk/>
            <pc:sldMk cId="3425782378" sldId="274"/>
            <ac:picMk id="4" creationId="{9E28E3F9-A0BD-26AC-D3EC-4C49FFF9FA43}"/>
          </ac:picMkLst>
        </pc:picChg>
      </pc:sldChg>
      <pc:sldChg chg="addSp modSp">
        <pc:chgData name="Arseniy Buzyan (extern)" userId="S::arseniy.buzyan@edu.stockholm.se::f92a01cd-049f-4602-b292-09b82d2ea4e3" providerId="AD" clId="Web-{EF322B3E-896A-86A3-9F36-0B09DCD35250}" dt="2026-08-04T16:52:54.649" v="1307" actId="1076"/>
        <pc:sldMkLst>
          <pc:docMk/>
          <pc:sldMk cId="234242057" sldId="276"/>
        </pc:sldMkLst>
        <pc:picChg chg="add mod modCrop">
          <ac:chgData name="Arseniy Buzyan (extern)" userId="S::arseniy.buzyan@edu.stockholm.se::f92a01cd-049f-4602-b292-09b82d2ea4e3" providerId="AD" clId="Web-{EF322B3E-896A-86A3-9F36-0B09DCD35250}" dt="2026-08-04T16:52:54.649" v="1307" actId="1076"/>
          <ac:picMkLst>
            <pc:docMk/>
            <pc:sldMk cId="234242057" sldId="276"/>
            <ac:picMk id="4" creationId="{FF8AA8A4-CD49-B0DD-7B03-7077F36A453C}"/>
          </ac:picMkLst>
        </pc:picChg>
      </pc:sldChg>
      <pc:sldChg chg="addSp delSp modSp mod setBg">
        <pc:chgData name="Arseniy Buzyan (extern)" userId="S::arseniy.buzyan@edu.stockholm.se::f92a01cd-049f-4602-b292-09b82d2ea4e3" providerId="AD" clId="Web-{EF322B3E-896A-86A3-9F36-0B09DCD35250}" dt="2026-08-04T15:29:58.209" v="19" actId="1076"/>
        <pc:sldMkLst>
          <pc:docMk/>
          <pc:sldMk cId="3567832064" sldId="277"/>
        </pc:sldMkLst>
        <pc:spChg chg="mod ord">
          <ac:chgData name="Arseniy Buzyan (extern)" userId="S::arseniy.buzyan@edu.stockholm.se::f92a01cd-049f-4602-b292-09b82d2ea4e3" providerId="AD" clId="Web-{EF322B3E-896A-86A3-9F36-0B09DCD35250}" dt="2026-08-04T15:29:54.209" v="17" actId="20577"/>
          <ac:spMkLst>
            <pc:docMk/>
            <pc:sldMk cId="3567832064" sldId="277"/>
            <ac:spMk id="2" creationId="{F22115F2-A5A3-A0B7-3AB7-8B760DBEB7E7}"/>
          </ac:spMkLst>
        </pc:spChg>
        <pc:spChg chg="del">
          <ac:chgData name="Arseniy Buzyan (extern)" userId="S::arseniy.buzyan@edu.stockholm.se::f92a01cd-049f-4602-b292-09b82d2ea4e3" providerId="AD" clId="Web-{EF322B3E-896A-86A3-9F36-0B09DCD35250}" dt="2026-08-04T15:29:08.631" v="4"/>
          <ac:spMkLst>
            <pc:docMk/>
            <pc:sldMk cId="3567832064" sldId="277"/>
            <ac:spMk id="3" creationId="{C0E6D114-3EE4-317F-C326-BDDE6F547DB9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5:29:18.803" v="6"/>
          <ac:spMkLst>
            <pc:docMk/>
            <pc:sldMk cId="3567832064" sldId="277"/>
            <ac:spMk id="9" creationId="{37C89E4B-3C9F-44B9-8B86-D9E3D112D8EC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5:29:38.740" v="8"/>
          <ac:spMkLst>
            <pc:docMk/>
            <pc:sldMk cId="3567832064" sldId="277"/>
            <ac:spMk id="15" creationId="{A4AC5506-6312-4701-8D3C-40187889A947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29:38.740" v="9"/>
          <ac:spMkLst>
            <pc:docMk/>
            <pc:sldMk cId="3567832064" sldId="277"/>
            <ac:spMk id="17" creationId="{F0DCC097-1DB8-4B6D-85D0-6FBA0E1CA4BA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29:38.740" v="9"/>
          <ac:spMkLst>
            <pc:docMk/>
            <pc:sldMk cId="3567832064" sldId="277"/>
            <ac:spMk id="18" creationId="{E0B58608-23C8-4441-994D-C6823EEE1DB7}"/>
          </ac:spMkLst>
        </pc:spChg>
        <pc:picChg chg="add mod ord">
          <ac:chgData name="Arseniy Buzyan (extern)" userId="S::arseniy.buzyan@edu.stockholm.se::f92a01cd-049f-4602-b292-09b82d2ea4e3" providerId="AD" clId="Web-{EF322B3E-896A-86A3-9F36-0B09DCD35250}" dt="2026-08-04T15:29:58.209" v="19" actId="1076"/>
          <ac:picMkLst>
            <pc:docMk/>
            <pc:sldMk cId="3567832064" sldId="277"/>
            <ac:picMk id="4" creationId="{E0FEA034-32B2-9BC3-8DD3-EA1013A636D9}"/>
          </ac:picMkLst>
        </pc:picChg>
        <pc:cxnChg chg="add del">
          <ac:chgData name="Arseniy Buzyan (extern)" userId="S::arseniy.buzyan@edu.stockholm.se::f92a01cd-049f-4602-b292-09b82d2ea4e3" providerId="AD" clId="Web-{EF322B3E-896A-86A3-9F36-0B09DCD35250}" dt="2026-08-04T15:29:18.803" v="6"/>
          <ac:cxnSpMkLst>
            <pc:docMk/>
            <pc:sldMk cId="3567832064" sldId="277"/>
            <ac:cxnSpMk id="11" creationId="{AA2EAA10-076F-46BD-8F0F-B9A2FB77A85C}"/>
          </ac:cxnSpMkLst>
        </pc:cxnChg>
        <pc:cxnChg chg="add del">
          <ac:chgData name="Arseniy Buzyan (extern)" userId="S::arseniy.buzyan@edu.stockholm.se::f92a01cd-049f-4602-b292-09b82d2ea4e3" providerId="AD" clId="Web-{EF322B3E-896A-86A3-9F36-0B09DCD35250}" dt="2026-08-04T15:29:18.803" v="6"/>
          <ac:cxnSpMkLst>
            <pc:docMk/>
            <pc:sldMk cId="3567832064" sldId="277"/>
            <ac:cxnSpMk id="13" creationId="{D891E407-403B-4764-86C9-33A56D3BCAA3}"/>
          </ac:cxnSpMkLst>
        </pc:cxnChg>
      </pc:sldChg>
      <pc:sldChg chg="addSp modSp new mod setBg setClrOvrMap">
        <pc:chgData name="Arseniy Buzyan (extern)" userId="S::arseniy.buzyan@edu.stockholm.se::f92a01cd-049f-4602-b292-09b82d2ea4e3" providerId="AD" clId="Web-{EF322B3E-896A-86A3-9F36-0B09DCD35250}" dt="2026-08-04T15:32:56.336" v="62" actId="1076"/>
        <pc:sldMkLst>
          <pc:docMk/>
          <pc:sldMk cId="927497751" sldId="278"/>
        </pc:sldMkLst>
        <pc:spChg chg="mod">
          <ac:chgData name="Arseniy Buzyan (extern)" userId="S::arseniy.buzyan@edu.stockholm.se::f92a01cd-049f-4602-b292-09b82d2ea4e3" providerId="AD" clId="Web-{EF322B3E-896A-86A3-9F36-0B09DCD35250}" dt="2026-08-04T15:31:37.210" v="52" actId="14100"/>
          <ac:spMkLst>
            <pc:docMk/>
            <pc:sldMk cId="927497751" sldId="278"/>
            <ac:spMk id="2" creationId="{D0B84770-6026-14C8-6D43-98EE0E037D51}"/>
          </ac:spMkLst>
        </pc:spChg>
        <pc:spChg chg="mod">
          <ac:chgData name="Arseniy Buzyan (extern)" userId="S::arseniy.buzyan@edu.stockholm.se::f92a01cd-049f-4602-b292-09b82d2ea4e3" providerId="AD" clId="Web-{EF322B3E-896A-86A3-9F36-0B09DCD35250}" dt="2026-08-04T15:31:33.069" v="51" actId="20577"/>
          <ac:spMkLst>
            <pc:docMk/>
            <pc:sldMk cId="927497751" sldId="278"/>
            <ac:spMk id="3" creationId="{B17C0C3B-729C-9A3D-0C3B-0C11F23A9BB8}"/>
          </ac:spMkLst>
        </pc:spChg>
        <pc:spChg chg="add mod">
          <ac:chgData name="Arseniy Buzyan (extern)" userId="S::arseniy.buzyan@edu.stockholm.se::f92a01cd-049f-4602-b292-09b82d2ea4e3" providerId="AD" clId="Web-{EF322B3E-896A-86A3-9F36-0B09DCD35250}" dt="2026-08-04T15:32:56.336" v="62" actId="1076"/>
          <ac:spMkLst>
            <pc:docMk/>
            <pc:sldMk cId="927497751" sldId="278"/>
            <ac:spMk id="4" creationId="{D6EF5F01-8F72-44DC-502A-03D48C68EA82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30:50.163" v="23"/>
          <ac:spMkLst>
            <pc:docMk/>
            <pc:sldMk cId="927497751" sldId="278"/>
            <ac:spMk id="8" creationId="{B95B9BA8-1D69-4796-85F5-B6D0BD52354B}"/>
          </ac:spMkLst>
        </pc:spChg>
        <pc:grpChg chg="add">
          <ac:chgData name="Arseniy Buzyan (extern)" userId="S::arseniy.buzyan@edu.stockholm.se::f92a01cd-049f-4602-b292-09b82d2ea4e3" providerId="AD" clId="Web-{EF322B3E-896A-86A3-9F36-0B09DCD35250}" dt="2026-08-04T15:30:50.163" v="23"/>
          <ac:grpSpMkLst>
            <pc:docMk/>
            <pc:sldMk cId="927497751" sldId="278"/>
            <ac:grpSpMk id="10" creationId="{4728F330-19FB-4D39-BD0F-53032ABFEB7F}"/>
          </ac:grpSpMkLst>
        </pc:grpChg>
      </pc:sldChg>
      <pc:sldChg chg="addSp delSp modSp new mod setBg">
        <pc:chgData name="Arseniy Buzyan (extern)" userId="S::arseniy.buzyan@edu.stockholm.se::f92a01cd-049f-4602-b292-09b82d2ea4e3" providerId="AD" clId="Web-{EF322B3E-896A-86A3-9F36-0B09DCD35250}" dt="2026-08-04T15:36:07.525" v="123" actId="14100"/>
        <pc:sldMkLst>
          <pc:docMk/>
          <pc:sldMk cId="1998371303" sldId="279"/>
        </pc:sldMkLst>
        <pc:spChg chg="mod">
          <ac:chgData name="Arseniy Buzyan (extern)" userId="S::arseniy.buzyan@edu.stockholm.se::f92a01cd-049f-4602-b292-09b82d2ea4e3" providerId="AD" clId="Web-{EF322B3E-896A-86A3-9F36-0B09DCD35250}" dt="2026-08-04T15:36:07.525" v="123" actId="14100"/>
          <ac:spMkLst>
            <pc:docMk/>
            <pc:sldMk cId="1998371303" sldId="279"/>
            <ac:spMk id="2" creationId="{C271EE0E-8FAA-D49B-EA8B-EC5C9E5A4289}"/>
          </ac:spMkLst>
        </pc:spChg>
        <pc:spChg chg="add del mod">
          <ac:chgData name="Arseniy Buzyan (extern)" userId="S::arseniy.buzyan@edu.stockholm.se::f92a01cd-049f-4602-b292-09b82d2ea4e3" providerId="AD" clId="Web-{EF322B3E-896A-86A3-9F36-0B09DCD35250}" dt="2026-08-04T15:35:15.884" v="76"/>
          <ac:spMkLst>
            <pc:docMk/>
            <pc:sldMk cId="1998371303" sldId="279"/>
            <ac:spMk id="3" creationId="{D309EAED-EFDB-85FC-1E71-E6EA8DABF7E4}"/>
          </ac:spMkLst>
        </pc:spChg>
        <pc:spChg chg="add del mod">
          <ac:chgData name="Arseniy Buzyan (extern)" userId="S::arseniy.buzyan@edu.stockholm.se::f92a01cd-049f-4602-b292-09b82d2ea4e3" providerId="AD" clId="Web-{EF322B3E-896A-86A3-9F36-0B09DCD35250}" dt="2026-08-04T15:34:34.399" v="72"/>
          <ac:spMkLst>
            <pc:docMk/>
            <pc:sldMk cId="1998371303" sldId="279"/>
            <ac:spMk id="4" creationId="{488BF6A7-1D78-8DFD-C8F6-ABBB47971E31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35:15.884" v="76"/>
          <ac:spMkLst>
            <pc:docMk/>
            <pc:sldMk cId="1998371303" sldId="279"/>
            <ac:spMk id="8" creationId="{70DFC902-7D23-471A-B557-B6B6917D7A0D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5:35:15.884" v="75"/>
          <ac:spMkLst>
            <pc:docMk/>
            <pc:sldMk cId="1998371303" sldId="279"/>
            <ac:spMk id="9" creationId="{C5278130-DFE0-457B-8698-88DF69019DDE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35:15.884" v="76"/>
          <ac:spMkLst>
            <pc:docMk/>
            <pc:sldMk cId="1998371303" sldId="279"/>
            <ac:spMk id="10" creationId="{A55D5633-D557-4DCA-982C-FF36EB7A1C00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5:35:15.884" v="75"/>
          <ac:spMkLst>
            <pc:docMk/>
            <pc:sldMk cId="1998371303" sldId="279"/>
            <ac:spMk id="11" creationId="{2F99531B-1681-4D6E-BECB-18325B33A618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35:15.884" v="76"/>
          <ac:spMkLst>
            <pc:docMk/>
            <pc:sldMk cId="1998371303" sldId="279"/>
            <ac:spMk id="12" creationId="{450D3AD2-FA80-415F-A9CE-54D884561CD7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5:35:15.884" v="75"/>
          <ac:spMkLst>
            <pc:docMk/>
            <pc:sldMk cId="1998371303" sldId="279"/>
            <ac:spMk id="13" creationId="{3D474154-0048-4A0B-86E0-67A4CDD24883}"/>
          </ac:spMkLst>
        </pc:spChg>
        <pc:spChg chg="add mod">
          <ac:chgData name="Arseniy Buzyan (extern)" userId="S::arseniy.buzyan@edu.stockholm.se::f92a01cd-049f-4602-b292-09b82d2ea4e3" providerId="AD" clId="Web-{EF322B3E-896A-86A3-9F36-0B09DCD35250}" dt="2026-08-04T15:36:02.040" v="119" actId="20577"/>
          <ac:spMkLst>
            <pc:docMk/>
            <pc:sldMk cId="1998371303" sldId="279"/>
            <ac:spMk id="19" creationId="{D309EAED-EFDB-85FC-1E71-E6EA8DABF7E4}"/>
          </ac:spMkLst>
        </pc:spChg>
        <pc:graphicFrameChg chg="add del">
          <ac:chgData name="Arseniy Buzyan (extern)" userId="S::arseniy.buzyan@edu.stockholm.se::f92a01cd-049f-4602-b292-09b82d2ea4e3" providerId="AD" clId="Web-{EF322B3E-896A-86A3-9F36-0B09DCD35250}" dt="2026-08-04T15:35:15.884" v="75"/>
          <ac:graphicFrameMkLst>
            <pc:docMk/>
            <pc:sldMk cId="1998371303" sldId="279"/>
            <ac:graphicFrameMk id="5" creationId="{A30F5948-77F7-05BB-76CC-2223BE0F1C44}"/>
          </ac:graphicFrameMkLst>
        </pc:graphicFrameChg>
        <pc:cxnChg chg="add del">
          <ac:chgData name="Arseniy Buzyan (extern)" userId="S::arseniy.buzyan@edu.stockholm.se::f92a01cd-049f-4602-b292-09b82d2ea4e3" providerId="AD" clId="Web-{EF322B3E-896A-86A3-9F36-0B09DCD35250}" dt="2026-08-04T15:35:15.884" v="75"/>
          <ac:cxnSpMkLst>
            <pc:docMk/>
            <pc:sldMk cId="1998371303" sldId="279"/>
            <ac:cxnSpMk id="15" creationId="{E3C7BFBF-27DA-4968-849A-7F4F78A2C45D}"/>
          </ac:cxnSpMkLst>
        </pc:cxnChg>
        <pc:cxnChg chg="add del">
          <ac:chgData name="Arseniy Buzyan (extern)" userId="S::arseniy.buzyan@edu.stockholm.se::f92a01cd-049f-4602-b292-09b82d2ea4e3" providerId="AD" clId="Web-{EF322B3E-896A-86A3-9F36-0B09DCD35250}" dt="2026-08-04T15:35:15.884" v="75"/>
          <ac:cxnSpMkLst>
            <pc:docMk/>
            <pc:sldMk cId="1998371303" sldId="279"/>
            <ac:cxnSpMk id="17" creationId="{3A737DCD-FB81-475E-8C23-6B73350AFC89}"/>
          </ac:cxnSpMkLst>
        </pc:cxnChg>
      </pc:sldChg>
      <pc:sldChg chg="addSp modSp new mod setBg">
        <pc:chgData name="Arseniy Buzyan (extern)" userId="S::arseniy.buzyan@edu.stockholm.se::f92a01cd-049f-4602-b292-09b82d2ea4e3" providerId="AD" clId="Web-{EF322B3E-896A-86A3-9F36-0B09DCD35250}" dt="2026-08-04T15:37:15.416" v="137" actId="14100"/>
        <pc:sldMkLst>
          <pc:docMk/>
          <pc:sldMk cId="1846718683" sldId="280"/>
        </pc:sldMkLst>
        <pc:spChg chg="mod">
          <ac:chgData name="Arseniy Buzyan (extern)" userId="S::arseniy.buzyan@edu.stockholm.se::f92a01cd-049f-4602-b292-09b82d2ea4e3" providerId="AD" clId="Web-{EF322B3E-896A-86A3-9F36-0B09DCD35250}" dt="2026-08-04T15:37:06.353" v="131"/>
          <ac:spMkLst>
            <pc:docMk/>
            <pc:sldMk cId="1846718683" sldId="280"/>
            <ac:spMk id="2" creationId="{954A9402-C72E-A402-6408-A4DBDC4612B8}"/>
          </ac:spMkLst>
        </pc:spChg>
        <pc:spChg chg="mod">
          <ac:chgData name="Arseniy Buzyan (extern)" userId="S::arseniy.buzyan@edu.stockholm.se::f92a01cd-049f-4602-b292-09b82d2ea4e3" providerId="AD" clId="Web-{EF322B3E-896A-86A3-9F36-0B09DCD35250}" dt="2026-08-04T15:37:15.416" v="137" actId="14100"/>
          <ac:spMkLst>
            <pc:docMk/>
            <pc:sldMk cId="1846718683" sldId="280"/>
            <ac:spMk id="3" creationId="{35780F4B-F473-5539-0B06-6976933DEA20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37:06.353" v="131"/>
          <ac:spMkLst>
            <pc:docMk/>
            <pc:sldMk cId="1846718683" sldId="280"/>
            <ac:spMk id="8" creationId="{70DFC902-7D23-471A-B557-B6B6917D7A0D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37:06.353" v="131"/>
          <ac:spMkLst>
            <pc:docMk/>
            <pc:sldMk cId="1846718683" sldId="280"/>
            <ac:spMk id="10" creationId="{A55D5633-D557-4DCA-982C-FF36EB7A1C00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37:06.353" v="131"/>
          <ac:spMkLst>
            <pc:docMk/>
            <pc:sldMk cId="1846718683" sldId="280"/>
            <ac:spMk id="12" creationId="{450D3AD2-FA80-415F-A9CE-54D884561CD7}"/>
          </ac:spMkLst>
        </pc:spChg>
      </pc:sldChg>
      <pc:sldChg chg="addSp delSp modSp new mod setBg">
        <pc:chgData name="Arseniy Buzyan (extern)" userId="S::arseniy.buzyan@edu.stockholm.se::f92a01cd-049f-4602-b292-09b82d2ea4e3" providerId="AD" clId="Web-{EF322B3E-896A-86A3-9F36-0B09DCD35250}" dt="2026-08-04T15:39:15.011" v="284"/>
        <pc:sldMkLst>
          <pc:docMk/>
          <pc:sldMk cId="3359895643" sldId="281"/>
        </pc:sldMkLst>
        <pc:spChg chg="mod">
          <ac:chgData name="Arseniy Buzyan (extern)" userId="S::arseniy.buzyan@edu.stockholm.se::f92a01cd-049f-4602-b292-09b82d2ea4e3" providerId="AD" clId="Web-{EF322B3E-896A-86A3-9F36-0B09DCD35250}" dt="2026-08-04T15:38:19.869" v="157" actId="20577"/>
          <ac:spMkLst>
            <pc:docMk/>
            <pc:sldMk cId="3359895643" sldId="281"/>
            <ac:spMk id="2" creationId="{A3994417-4422-F364-02D7-60F0CDDBDEF1}"/>
          </ac:spMkLst>
        </pc:spChg>
        <pc:spChg chg="del mod">
          <ac:chgData name="Arseniy Buzyan (extern)" userId="S::arseniy.buzyan@edu.stockholm.se::f92a01cd-049f-4602-b292-09b82d2ea4e3" providerId="AD" clId="Web-{EF322B3E-896A-86A3-9F36-0B09DCD35250}" dt="2026-08-04T15:38:47.385" v="164"/>
          <ac:spMkLst>
            <pc:docMk/>
            <pc:sldMk cId="3359895643" sldId="281"/>
            <ac:spMk id="3" creationId="{369A837E-10C9-293E-4EDF-361D7535420A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38:00.901" v="145"/>
          <ac:spMkLst>
            <pc:docMk/>
            <pc:sldMk cId="3359895643" sldId="281"/>
            <ac:spMk id="8" creationId="{70DFC902-7D23-471A-B557-B6B6917D7A0D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38:00.901" v="145"/>
          <ac:spMkLst>
            <pc:docMk/>
            <pc:sldMk cId="3359895643" sldId="281"/>
            <ac:spMk id="10" creationId="{A55D5633-D557-4DCA-982C-FF36EB7A1C00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38:00.901" v="145"/>
          <ac:spMkLst>
            <pc:docMk/>
            <pc:sldMk cId="3359895643" sldId="281"/>
            <ac:spMk id="12" creationId="{450D3AD2-FA80-415F-A9CE-54D884561CD7}"/>
          </ac:spMkLst>
        </pc:spChg>
        <pc:graphicFrameChg chg="add mod ord modGraphic">
          <ac:chgData name="Arseniy Buzyan (extern)" userId="S::arseniy.buzyan@edu.stockholm.se::f92a01cd-049f-4602-b292-09b82d2ea4e3" providerId="AD" clId="Web-{EF322B3E-896A-86A3-9F36-0B09DCD35250}" dt="2026-08-04T15:39:15.011" v="284"/>
          <ac:graphicFrameMkLst>
            <pc:docMk/>
            <pc:sldMk cId="3359895643" sldId="281"/>
            <ac:graphicFrameMk id="5" creationId="{7A7832B1-642E-5F16-AF6D-978733D6ABBE}"/>
          </ac:graphicFrameMkLst>
        </pc:graphicFrameChg>
      </pc:sldChg>
      <pc:sldChg chg="add del">
        <pc:chgData name="Arseniy Buzyan (extern)" userId="S::arseniy.buzyan@edu.stockholm.se::f92a01cd-049f-4602-b292-09b82d2ea4e3" providerId="AD" clId="Web-{EF322B3E-896A-86A3-9F36-0B09DCD35250}" dt="2026-08-04T15:38:31.291" v="159"/>
        <pc:sldMkLst>
          <pc:docMk/>
          <pc:sldMk cId="1531563370" sldId="282"/>
        </pc:sldMkLst>
      </pc:sldChg>
      <pc:sldChg chg="addSp delSp modSp new mod setBg setClrOvrMap">
        <pc:chgData name="Arseniy Buzyan (extern)" userId="S::arseniy.buzyan@edu.stockholm.se::f92a01cd-049f-4602-b292-09b82d2ea4e3" providerId="AD" clId="Web-{EF322B3E-896A-86A3-9F36-0B09DCD35250}" dt="2026-08-04T15:40:10.105" v="301" actId="14100"/>
        <pc:sldMkLst>
          <pc:docMk/>
          <pc:sldMk cId="2675565418" sldId="282"/>
        </pc:sldMkLst>
        <pc:spChg chg="mod">
          <ac:chgData name="Arseniy Buzyan (extern)" userId="S::arseniy.buzyan@edu.stockholm.se::f92a01cd-049f-4602-b292-09b82d2ea4e3" providerId="AD" clId="Web-{EF322B3E-896A-86A3-9F36-0B09DCD35250}" dt="2026-08-04T15:40:10.105" v="301" actId="14100"/>
          <ac:spMkLst>
            <pc:docMk/>
            <pc:sldMk cId="2675565418" sldId="282"/>
            <ac:spMk id="2" creationId="{F70E2705-737E-C3DF-5644-14CBAFB772E1}"/>
          </ac:spMkLst>
        </pc:spChg>
        <pc:spChg chg="mod">
          <ac:chgData name="Arseniy Buzyan (extern)" userId="S::arseniy.buzyan@edu.stockholm.se::f92a01cd-049f-4602-b292-09b82d2ea4e3" providerId="AD" clId="Web-{EF322B3E-896A-86A3-9F36-0B09DCD35250}" dt="2026-08-04T15:39:59.964" v="295" actId="14100"/>
          <ac:spMkLst>
            <pc:docMk/>
            <pc:sldMk cId="2675565418" sldId="282"/>
            <ac:spMk id="3" creationId="{E41873EE-F8BC-374C-B376-E222F28CBD2D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5:39:49.855" v="289"/>
          <ac:spMkLst>
            <pc:docMk/>
            <pc:sldMk cId="2675565418" sldId="282"/>
            <ac:spMk id="8" creationId="{B95B9BA8-1D69-4796-85F5-B6D0BD52354B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39:49.855" v="289"/>
          <ac:spMkLst>
            <pc:docMk/>
            <pc:sldMk cId="2675565418" sldId="282"/>
            <ac:spMk id="17" creationId="{5FEF463D-EE6B-46FF-B7C7-74B09A96C8AB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39:49.855" v="289"/>
          <ac:spMkLst>
            <pc:docMk/>
            <pc:sldMk cId="2675565418" sldId="282"/>
            <ac:spMk id="23" creationId="{30B5ED20-499B-41E7-95BE-8BBD3131456F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39:49.855" v="289"/>
          <ac:spMkLst>
            <pc:docMk/>
            <pc:sldMk cId="2675565418" sldId="282"/>
            <ac:spMk id="25" creationId="{35A51D22-76EA-4C70-B5C9-ED3946924CB7}"/>
          </ac:spMkLst>
        </pc:spChg>
        <pc:grpChg chg="add del">
          <ac:chgData name="Arseniy Buzyan (extern)" userId="S::arseniy.buzyan@edu.stockholm.se::f92a01cd-049f-4602-b292-09b82d2ea4e3" providerId="AD" clId="Web-{EF322B3E-896A-86A3-9F36-0B09DCD35250}" dt="2026-08-04T15:39:49.855" v="289"/>
          <ac:grpSpMkLst>
            <pc:docMk/>
            <pc:sldMk cId="2675565418" sldId="282"/>
            <ac:grpSpMk id="10" creationId="{207EE6D2-B8A8-4EA6-879E-705FC91778E0}"/>
          </ac:grpSpMkLst>
        </pc:grpChg>
        <pc:grpChg chg="add">
          <ac:chgData name="Arseniy Buzyan (extern)" userId="S::arseniy.buzyan@edu.stockholm.se::f92a01cd-049f-4602-b292-09b82d2ea4e3" providerId="AD" clId="Web-{EF322B3E-896A-86A3-9F36-0B09DCD35250}" dt="2026-08-04T15:39:49.855" v="289"/>
          <ac:grpSpMkLst>
            <pc:docMk/>
            <pc:sldMk cId="2675565418" sldId="282"/>
            <ac:grpSpMk id="19" creationId="{11A27B3A-460C-4100-99B5-817F25979F6C}"/>
          </ac:grpSpMkLst>
        </pc:grpChg>
      </pc:sldChg>
      <pc:sldChg chg="addSp delSp modSp new mod setBg">
        <pc:chgData name="Arseniy Buzyan (extern)" userId="S::arseniy.buzyan@edu.stockholm.se::f92a01cd-049f-4602-b292-09b82d2ea4e3" providerId="AD" clId="Web-{EF322B3E-896A-86A3-9F36-0B09DCD35250}" dt="2026-08-04T15:40:50.418" v="308"/>
        <pc:sldMkLst>
          <pc:docMk/>
          <pc:sldMk cId="4010375496" sldId="283"/>
        </pc:sldMkLst>
        <pc:spChg chg="mod">
          <ac:chgData name="Arseniy Buzyan (extern)" userId="S::arseniy.buzyan@edu.stockholm.se::f92a01cd-049f-4602-b292-09b82d2ea4e3" providerId="AD" clId="Web-{EF322B3E-896A-86A3-9F36-0B09DCD35250}" dt="2026-08-04T15:40:50.418" v="308"/>
          <ac:spMkLst>
            <pc:docMk/>
            <pc:sldMk cId="4010375496" sldId="283"/>
            <ac:spMk id="2" creationId="{105D7A59-F095-CB07-8189-414AFE856A05}"/>
          </ac:spMkLst>
        </pc:spChg>
        <pc:spChg chg="del">
          <ac:chgData name="Arseniy Buzyan (extern)" userId="S::arseniy.buzyan@edu.stockholm.se::f92a01cd-049f-4602-b292-09b82d2ea4e3" providerId="AD" clId="Web-{EF322B3E-896A-86A3-9F36-0B09DCD35250}" dt="2026-08-04T15:40:27.808" v="304"/>
          <ac:spMkLst>
            <pc:docMk/>
            <pc:sldMk cId="4010375496" sldId="283"/>
            <ac:spMk id="3" creationId="{61B85FF5-0460-F589-5EA6-57C2FE3D203D}"/>
          </ac:spMkLst>
        </pc:spChg>
        <pc:spChg chg="add del mod">
          <ac:chgData name="Arseniy Buzyan (extern)" userId="S::arseniy.buzyan@edu.stockholm.se::f92a01cd-049f-4602-b292-09b82d2ea4e3" providerId="AD" clId="Web-{EF322B3E-896A-86A3-9F36-0B09DCD35250}" dt="2026-08-04T15:40:41.152" v="307"/>
          <ac:spMkLst>
            <pc:docMk/>
            <pc:sldMk cId="4010375496" sldId="283"/>
            <ac:spMk id="6" creationId="{96730529-B6AA-BCE2-5CBD-57709DF4BB72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40:50.418" v="308"/>
          <ac:spMkLst>
            <pc:docMk/>
            <pc:sldMk cId="4010375496" sldId="283"/>
            <ac:spMk id="7" creationId="{787F4F1C-8D3D-4EC1-B72D-A0470A5A08B8}"/>
          </ac:spMkLst>
        </pc:spChg>
        <pc:grpChg chg="add">
          <ac:chgData name="Arseniy Buzyan (extern)" userId="S::arseniy.buzyan@edu.stockholm.se::f92a01cd-049f-4602-b292-09b82d2ea4e3" providerId="AD" clId="Web-{EF322B3E-896A-86A3-9F36-0B09DCD35250}" dt="2026-08-04T15:40:50.418" v="308"/>
          <ac:grpSpMkLst>
            <pc:docMk/>
            <pc:sldMk cId="4010375496" sldId="283"/>
            <ac:grpSpMk id="9" creationId="{D1E3DD61-64DB-46AD-B249-E273CD86B051}"/>
          </ac:grpSpMkLst>
        </pc:grpChg>
        <pc:picChg chg="add del mod ord">
          <ac:chgData name="Arseniy Buzyan (extern)" userId="S::arseniy.buzyan@edu.stockholm.se::f92a01cd-049f-4602-b292-09b82d2ea4e3" providerId="AD" clId="Web-{EF322B3E-896A-86A3-9F36-0B09DCD35250}" dt="2026-08-04T15:40:38.543" v="306"/>
          <ac:picMkLst>
            <pc:docMk/>
            <pc:sldMk cId="4010375496" sldId="283"/>
            <ac:picMk id="4" creationId="{7ECFA552-9756-3A98-987A-9B43A0309352}"/>
          </ac:picMkLst>
        </pc:picChg>
      </pc:sldChg>
      <pc:sldChg chg="addSp delSp modSp new mod setBg">
        <pc:chgData name="Arseniy Buzyan (extern)" userId="S::arseniy.buzyan@edu.stockholm.se::f92a01cd-049f-4602-b292-09b82d2ea4e3" providerId="AD" clId="Web-{EF322B3E-896A-86A3-9F36-0B09DCD35250}" dt="2026-08-04T15:41:10.153" v="312"/>
        <pc:sldMkLst>
          <pc:docMk/>
          <pc:sldMk cId="4045238658" sldId="284"/>
        </pc:sldMkLst>
        <pc:spChg chg="mod">
          <ac:chgData name="Arseniy Buzyan (extern)" userId="S::arseniy.buzyan@edu.stockholm.se::f92a01cd-049f-4602-b292-09b82d2ea4e3" providerId="AD" clId="Web-{EF322B3E-896A-86A3-9F36-0B09DCD35250}" dt="2026-08-04T15:41:10.153" v="312"/>
          <ac:spMkLst>
            <pc:docMk/>
            <pc:sldMk cId="4045238658" sldId="284"/>
            <ac:spMk id="2" creationId="{A0A94B3F-1CF5-4C67-9C12-4C048F07D544}"/>
          </ac:spMkLst>
        </pc:spChg>
        <pc:spChg chg="del">
          <ac:chgData name="Arseniy Buzyan (extern)" userId="S::arseniy.buzyan@edu.stockholm.se::f92a01cd-049f-4602-b292-09b82d2ea4e3" providerId="AD" clId="Web-{EF322B3E-896A-86A3-9F36-0B09DCD35250}" dt="2026-08-04T15:41:02.027" v="311"/>
          <ac:spMkLst>
            <pc:docMk/>
            <pc:sldMk cId="4045238658" sldId="284"/>
            <ac:spMk id="3" creationId="{FCE27E53-03CB-9BE7-A7A0-1FCAD0FD3090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41:10.153" v="312"/>
          <ac:spMkLst>
            <pc:docMk/>
            <pc:sldMk cId="4045238658" sldId="284"/>
            <ac:spMk id="9" creationId="{D4771268-CB57-404A-9271-370EB28F6090}"/>
          </ac:spMkLst>
        </pc:spChg>
        <pc:picChg chg="add mod ord">
          <ac:chgData name="Arseniy Buzyan (extern)" userId="S::arseniy.buzyan@edu.stockholm.se::f92a01cd-049f-4602-b292-09b82d2ea4e3" providerId="AD" clId="Web-{EF322B3E-896A-86A3-9F36-0B09DCD35250}" dt="2026-08-04T15:41:10.153" v="312"/>
          <ac:picMkLst>
            <pc:docMk/>
            <pc:sldMk cId="4045238658" sldId="284"/>
            <ac:picMk id="4" creationId="{4F0038A3-648D-ED0C-6E00-117D8CE40B6F}"/>
          </ac:picMkLst>
        </pc:picChg>
      </pc:sldChg>
      <pc:sldChg chg="addSp delSp modSp new mod setBg">
        <pc:chgData name="Arseniy Buzyan (extern)" userId="S::arseniy.buzyan@edu.stockholm.se::f92a01cd-049f-4602-b292-09b82d2ea4e3" providerId="AD" clId="Web-{EF322B3E-896A-86A3-9F36-0B09DCD35250}" dt="2026-08-04T15:41:55.888" v="328" actId="14100"/>
        <pc:sldMkLst>
          <pc:docMk/>
          <pc:sldMk cId="1407870102" sldId="285"/>
        </pc:sldMkLst>
        <pc:spChg chg="mod">
          <ac:chgData name="Arseniy Buzyan (extern)" userId="S::arseniy.buzyan@edu.stockholm.se::f92a01cd-049f-4602-b292-09b82d2ea4e3" providerId="AD" clId="Web-{EF322B3E-896A-86A3-9F36-0B09DCD35250}" dt="2026-08-04T15:41:28.606" v="316"/>
          <ac:spMkLst>
            <pc:docMk/>
            <pc:sldMk cId="1407870102" sldId="285"/>
            <ac:spMk id="2" creationId="{139F9167-33E3-AC3B-1A56-1085DA39520A}"/>
          </ac:spMkLst>
        </pc:spChg>
        <pc:spChg chg="del">
          <ac:chgData name="Arseniy Buzyan (extern)" userId="S::arseniy.buzyan@edu.stockholm.se::f92a01cd-049f-4602-b292-09b82d2ea4e3" providerId="AD" clId="Web-{EF322B3E-896A-86A3-9F36-0B09DCD35250}" dt="2026-08-04T15:41:24.668" v="315"/>
          <ac:spMkLst>
            <pc:docMk/>
            <pc:sldMk cId="1407870102" sldId="285"/>
            <ac:spMk id="3" creationId="{7720D902-9748-E88A-4135-32AF40270D09}"/>
          </ac:spMkLst>
        </pc:spChg>
        <pc:spChg chg="add mod">
          <ac:chgData name="Arseniy Buzyan (extern)" userId="S::arseniy.buzyan@edu.stockholm.se::f92a01cd-049f-4602-b292-09b82d2ea4e3" providerId="AD" clId="Web-{EF322B3E-896A-86A3-9F36-0B09DCD35250}" dt="2026-08-04T15:41:55.888" v="328" actId="14100"/>
          <ac:spMkLst>
            <pc:docMk/>
            <pc:sldMk cId="1407870102" sldId="285"/>
            <ac:spMk id="5" creationId="{A984D54A-5241-D6AF-07CE-C62FC6061F3A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41:28.606" v="316"/>
          <ac:spMkLst>
            <pc:docMk/>
            <pc:sldMk cId="1407870102" sldId="285"/>
            <ac:spMk id="9" creationId="{D4771268-CB57-404A-9271-370EB28F6090}"/>
          </ac:spMkLst>
        </pc:spChg>
        <pc:picChg chg="add mod ord">
          <ac:chgData name="Arseniy Buzyan (extern)" userId="S::arseniy.buzyan@edu.stockholm.se::f92a01cd-049f-4602-b292-09b82d2ea4e3" providerId="AD" clId="Web-{EF322B3E-896A-86A3-9F36-0B09DCD35250}" dt="2026-08-04T15:41:49.090" v="325" actId="1076"/>
          <ac:picMkLst>
            <pc:docMk/>
            <pc:sldMk cId="1407870102" sldId="285"/>
            <ac:picMk id="4" creationId="{818F3532-A9AD-DAAE-70A0-BAD5EADAA3DC}"/>
          </ac:picMkLst>
        </pc:picChg>
      </pc:sldChg>
      <pc:sldChg chg="addSp delSp modSp new mod setBg">
        <pc:chgData name="Arseniy Buzyan (extern)" userId="S::arseniy.buzyan@edu.stockholm.se::f92a01cd-049f-4602-b292-09b82d2ea4e3" providerId="AD" clId="Web-{EF322B3E-896A-86A3-9F36-0B09DCD35250}" dt="2026-08-04T15:42:23.549" v="333"/>
        <pc:sldMkLst>
          <pc:docMk/>
          <pc:sldMk cId="3180261347" sldId="286"/>
        </pc:sldMkLst>
        <pc:spChg chg="mod">
          <ac:chgData name="Arseniy Buzyan (extern)" userId="S::arseniy.buzyan@edu.stockholm.se::f92a01cd-049f-4602-b292-09b82d2ea4e3" providerId="AD" clId="Web-{EF322B3E-896A-86A3-9F36-0B09DCD35250}" dt="2026-08-04T15:42:23.549" v="333"/>
          <ac:spMkLst>
            <pc:docMk/>
            <pc:sldMk cId="3180261347" sldId="286"/>
            <ac:spMk id="2" creationId="{4AD3A419-4EE9-9C30-CDDA-82DBE5908420}"/>
          </ac:spMkLst>
        </pc:spChg>
        <pc:spChg chg="del">
          <ac:chgData name="Arseniy Buzyan (extern)" userId="S::arseniy.buzyan@edu.stockholm.se::f92a01cd-049f-4602-b292-09b82d2ea4e3" providerId="AD" clId="Web-{EF322B3E-896A-86A3-9F36-0B09DCD35250}" dt="2026-08-04T15:42:18.720" v="332"/>
          <ac:spMkLst>
            <pc:docMk/>
            <pc:sldMk cId="3180261347" sldId="286"/>
            <ac:spMk id="3" creationId="{C40924B4-F065-D0DF-2EE8-179906C5AE1A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42:23.549" v="333"/>
          <ac:spMkLst>
            <pc:docMk/>
            <pc:sldMk cId="3180261347" sldId="286"/>
            <ac:spMk id="7" creationId="{787F4F1C-8D3D-4EC1-B72D-A0470A5A08B8}"/>
          </ac:spMkLst>
        </pc:spChg>
        <pc:grpChg chg="add">
          <ac:chgData name="Arseniy Buzyan (extern)" userId="S::arseniy.buzyan@edu.stockholm.se::f92a01cd-049f-4602-b292-09b82d2ea4e3" providerId="AD" clId="Web-{EF322B3E-896A-86A3-9F36-0B09DCD35250}" dt="2026-08-04T15:42:23.549" v="333"/>
          <ac:grpSpMkLst>
            <pc:docMk/>
            <pc:sldMk cId="3180261347" sldId="286"/>
            <ac:grpSpMk id="9" creationId="{D1E3DD61-64DB-46AD-B249-E273CD86B051}"/>
          </ac:grpSpMkLst>
        </pc:grpChg>
      </pc:sldChg>
      <pc:sldChg chg="addSp delSp modSp new mod setBg">
        <pc:chgData name="Arseniy Buzyan (extern)" userId="S::arseniy.buzyan@edu.stockholm.se::f92a01cd-049f-4602-b292-09b82d2ea4e3" providerId="AD" clId="Web-{EF322B3E-896A-86A3-9F36-0B09DCD35250}" dt="2026-08-04T15:44:25.378" v="384" actId="1076"/>
        <pc:sldMkLst>
          <pc:docMk/>
          <pc:sldMk cId="2413640825" sldId="287"/>
        </pc:sldMkLst>
        <pc:spChg chg="mod ord">
          <ac:chgData name="Arseniy Buzyan (extern)" userId="S::arseniy.buzyan@edu.stockholm.se::f92a01cd-049f-4602-b292-09b82d2ea4e3" providerId="AD" clId="Web-{EF322B3E-896A-86A3-9F36-0B09DCD35250}" dt="2026-08-04T15:43:39.565" v="357"/>
          <ac:spMkLst>
            <pc:docMk/>
            <pc:sldMk cId="2413640825" sldId="287"/>
            <ac:spMk id="2" creationId="{68C1E1A3-BD66-168E-A64E-0F2B0E733350}"/>
          </ac:spMkLst>
        </pc:spChg>
        <pc:spChg chg="del">
          <ac:chgData name="Arseniy Buzyan (extern)" userId="S::arseniy.buzyan@edu.stockholm.se::f92a01cd-049f-4602-b292-09b82d2ea4e3" providerId="AD" clId="Web-{EF322B3E-896A-86A3-9F36-0B09DCD35250}" dt="2026-08-04T15:42:39.189" v="336"/>
          <ac:spMkLst>
            <pc:docMk/>
            <pc:sldMk cId="2413640825" sldId="287"/>
            <ac:spMk id="3" creationId="{FBCEEF13-DE75-9A49-7D25-F1A49EB907F9}"/>
          </ac:spMkLst>
        </pc:spChg>
        <pc:spChg chg="add del mod">
          <ac:chgData name="Arseniy Buzyan (extern)" userId="S::arseniy.buzyan@edu.stockholm.se::f92a01cd-049f-4602-b292-09b82d2ea4e3" providerId="AD" clId="Web-{EF322B3E-896A-86A3-9F36-0B09DCD35250}" dt="2026-08-04T15:43:19.659" v="349"/>
          <ac:spMkLst>
            <pc:docMk/>
            <pc:sldMk cId="2413640825" sldId="287"/>
            <ac:spMk id="5" creationId="{88CA9850-7336-F401-18D2-5F205672317A}"/>
          </ac:spMkLst>
        </pc:spChg>
        <pc:spChg chg="add mod">
          <ac:chgData name="Arseniy Buzyan (extern)" userId="S::arseniy.buzyan@edu.stockholm.se::f92a01cd-049f-4602-b292-09b82d2ea4e3" providerId="AD" clId="Web-{EF322B3E-896A-86A3-9F36-0B09DCD35250}" dt="2026-08-04T15:44:25.378" v="384" actId="1076"/>
          <ac:spMkLst>
            <pc:docMk/>
            <pc:sldMk cId="2413640825" sldId="287"/>
            <ac:spMk id="6" creationId="{302ABE61-5A2D-BA88-DD1A-66AD6BF4FB43}"/>
          </ac:spMkLst>
        </pc:spChg>
        <pc:spChg chg="add del mod">
          <ac:chgData name="Arseniy Buzyan (extern)" userId="S::arseniy.buzyan@edu.stockholm.se::f92a01cd-049f-4602-b292-09b82d2ea4e3" providerId="AD" clId="Web-{EF322B3E-896A-86A3-9F36-0B09DCD35250}" dt="2026-08-04T15:43:39.565" v="357"/>
          <ac:spMkLst>
            <pc:docMk/>
            <pc:sldMk cId="2413640825" sldId="287"/>
            <ac:spMk id="8" creationId="{DDFA8CC0-DFDA-0741-3CBD-A37DAD4123A5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5:43:39.565" v="357"/>
          <ac:spMkLst>
            <pc:docMk/>
            <pc:sldMk cId="2413640825" sldId="287"/>
            <ac:spMk id="11" creationId="{5A0118C5-4F8D-4CF4-BADD-53FEACC6C42A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5:43:39.565" v="357"/>
          <ac:spMkLst>
            <pc:docMk/>
            <pc:sldMk cId="2413640825" sldId="287"/>
            <ac:spMk id="17" creationId="{CAEBFCD5-5356-4326-8D39-8235A46CD7B2}"/>
          </ac:spMkLst>
        </pc:spChg>
        <pc:grpChg chg="add del">
          <ac:chgData name="Arseniy Buzyan (extern)" userId="S::arseniy.buzyan@edu.stockholm.se::f92a01cd-049f-4602-b292-09b82d2ea4e3" providerId="AD" clId="Web-{EF322B3E-896A-86A3-9F36-0B09DCD35250}" dt="2026-08-04T15:43:39.565" v="357"/>
          <ac:grpSpMkLst>
            <pc:docMk/>
            <pc:sldMk cId="2413640825" sldId="287"/>
            <ac:grpSpMk id="13" creationId="{134CC3FF-7AA4-46F4-8B24-2F9383D86DBD}"/>
          </ac:grpSpMkLst>
        </pc:grpChg>
        <pc:grpChg chg="add del">
          <ac:chgData name="Arseniy Buzyan (extern)" userId="S::arseniy.buzyan@edu.stockholm.se::f92a01cd-049f-4602-b292-09b82d2ea4e3" providerId="AD" clId="Web-{EF322B3E-896A-86A3-9F36-0B09DCD35250}" dt="2026-08-04T15:43:39.565" v="357"/>
          <ac:grpSpMkLst>
            <pc:docMk/>
            <pc:sldMk cId="2413640825" sldId="287"/>
            <ac:grpSpMk id="19" creationId="{5F2AA49C-5AC0-41C7-BFAF-74B8D8293C8F}"/>
          </ac:grpSpMkLst>
        </pc:grpChg>
        <pc:grpChg chg="add del">
          <ac:chgData name="Arseniy Buzyan (extern)" userId="S::arseniy.buzyan@edu.stockholm.se::f92a01cd-049f-4602-b292-09b82d2ea4e3" providerId="AD" clId="Web-{EF322B3E-896A-86A3-9F36-0B09DCD35250}" dt="2026-08-04T15:43:39.565" v="357"/>
          <ac:grpSpMkLst>
            <pc:docMk/>
            <pc:sldMk cId="2413640825" sldId="287"/>
            <ac:grpSpMk id="34" creationId="{BB32367D-C4F2-49D5-A586-298C7CA821B0}"/>
          </ac:grpSpMkLst>
        </pc:grpChg>
        <pc:picChg chg="add mod ord">
          <ac:chgData name="Arseniy Buzyan (extern)" userId="S::arseniy.buzyan@edu.stockholm.se::f92a01cd-049f-4602-b292-09b82d2ea4e3" providerId="AD" clId="Web-{EF322B3E-896A-86A3-9F36-0B09DCD35250}" dt="2026-08-04T15:43:39.565" v="357"/>
          <ac:picMkLst>
            <pc:docMk/>
            <pc:sldMk cId="2413640825" sldId="287"/>
            <ac:picMk id="4" creationId="{2F9BC448-3BDC-75E1-A90E-2DD0368ACA93}"/>
          </ac:picMkLst>
        </pc:picChg>
      </pc:sldChg>
      <pc:sldChg chg="addSp modSp new mod setBg">
        <pc:chgData name="Arseniy Buzyan (extern)" userId="S::arseniy.buzyan@edu.stockholm.se::f92a01cd-049f-4602-b292-09b82d2ea4e3" providerId="AD" clId="Web-{EF322B3E-896A-86A3-9F36-0B09DCD35250}" dt="2026-08-04T15:46:00.723" v="406" actId="20577"/>
        <pc:sldMkLst>
          <pc:docMk/>
          <pc:sldMk cId="2023654590" sldId="288"/>
        </pc:sldMkLst>
        <pc:spChg chg="mod">
          <ac:chgData name="Arseniy Buzyan (extern)" userId="S::arseniy.buzyan@edu.stockholm.se::f92a01cd-049f-4602-b292-09b82d2ea4e3" providerId="AD" clId="Web-{EF322B3E-896A-86A3-9F36-0B09DCD35250}" dt="2026-08-04T15:45:11.941" v="392"/>
          <ac:spMkLst>
            <pc:docMk/>
            <pc:sldMk cId="2023654590" sldId="288"/>
            <ac:spMk id="2" creationId="{FBEF11F2-514C-5345-624D-DFC2FC06D280}"/>
          </ac:spMkLst>
        </pc:spChg>
        <pc:spChg chg="mod">
          <ac:chgData name="Arseniy Buzyan (extern)" userId="S::arseniy.buzyan@edu.stockholm.se::f92a01cd-049f-4602-b292-09b82d2ea4e3" providerId="AD" clId="Web-{EF322B3E-896A-86A3-9F36-0B09DCD35250}" dt="2026-08-04T15:46:00.723" v="406" actId="20577"/>
          <ac:spMkLst>
            <pc:docMk/>
            <pc:sldMk cId="2023654590" sldId="288"/>
            <ac:spMk id="3" creationId="{AF29FCFF-A375-91ED-7E5D-E9F2DF83CF2B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45:11.941" v="392"/>
          <ac:spMkLst>
            <pc:docMk/>
            <pc:sldMk cId="2023654590" sldId="288"/>
            <ac:spMk id="8" creationId="{70DFC902-7D23-471A-B557-B6B6917D7A0D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45:11.941" v="392"/>
          <ac:spMkLst>
            <pc:docMk/>
            <pc:sldMk cId="2023654590" sldId="288"/>
            <ac:spMk id="10" creationId="{A55D5633-D557-4DCA-982C-FF36EB7A1C00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45:11.941" v="392"/>
          <ac:spMkLst>
            <pc:docMk/>
            <pc:sldMk cId="2023654590" sldId="288"/>
            <ac:spMk id="12" creationId="{450D3AD2-FA80-415F-A9CE-54D884561CD7}"/>
          </ac:spMkLst>
        </pc:spChg>
      </pc:sldChg>
      <pc:sldChg chg="addSp modSp new mod setBg">
        <pc:chgData name="Arseniy Buzyan (extern)" userId="S::arseniy.buzyan@edu.stockholm.se::f92a01cd-049f-4602-b292-09b82d2ea4e3" providerId="AD" clId="Web-{EF322B3E-896A-86A3-9F36-0B09DCD35250}" dt="2026-08-04T15:48:15.692" v="624"/>
        <pc:sldMkLst>
          <pc:docMk/>
          <pc:sldMk cId="3071323877" sldId="289"/>
        </pc:sldMkLst>
        <pc:spChg chg="mod">
          <ac:chgData name="Arseniy Buzyan (extern)" userId="S::arseniy.buzyan@edu.stockholm.se::f92a01cd-049f-4602-b292-09b82d2ea4e3" providerId="AD" clId="Web-{EF322B3E-896A-86A3-9F36-0B09DCD35250}" dt="2026-08-04T15:46:44.129" v="413"/>
          <ac:spMkLst>
            <pc:docMk/>
            <pc:sldMk cId="3071323877" sldId="289"/>
            <ac:spMk id="2" creationId="{21BBD645-BB9A-A57E-C988-94569499171B}"/>
          </ac:spMkLst>
        </pc:spChg>
        <pc:spChg chg="mod">
          <ac:chgData name="Arseniy Buzyan (extern)" userId="S::arseniy.buzyan@edu.stockholm.se::f92a01cd-049f-4602-b292-09b82d2ea4e3" providerId="AD" clId="Web-{EF322B3E-896A-86A3-9F36-0B09DCD35250}" dt="2026-08-04T15:48:05.052" v="591" actId="1076"/>
          <ac:spMkLst>
            <pc:docMk/>
            <pc:sldMk cId="3071323877" sldId="289"/>
            <ac:spMk id="3" creationId="{E1E0D8EE-33CB-AE39-808A-29D9BA5FA094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46:44.129" v="413"/>
          <ac:spMkLst>
            <pc:docMk/>
            <pc:sldMk cId="3071323877" sldId="289"/>
            <ac:spMk id="8" creationId="{70DFC902-7D23-471A-B557-B6B6917D7A0D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46:44.129" v="413"/>
          <ac:spMkLst>
            <pc:docMk/>
            <pc:sldMk cId="3071323877" sldId="289"/>
            <ac:spMk id="10" creationId="{A55D5633-D557-4DCA-982C-FF36EB7A1C00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46:44.129" v="413"/>
          <ac:spMkLst>
            <pc:docMk/>
            <pc:sldMk cId="3071323877" sldId="289"/>
            <ac:spMk id="12" creationId="{450D3AD2-FA80-415F-A9CE-54D884561CD7}"/>
          </ac:spMkLst>
        </pc:spChg>
        <pc:graphicFrameChg chg="add mod modGraphic">
          <ac:chgData name="Arseniy Buzyan (extern)" userId="S::arseniy.buzyan@edu.stockholm.se::f92a01cd-049f-4602-b292-09b82d2ea4e3" providerId="AD" clId="Web-{EF322B3E-896A-86A3-9F36-0B09DCD35250}" dt="2026-08-04T15:48:15.692" v="624"/>
          <ac:graphicFrameMkLst>
            <pc:docMk/>
            <pc:sldMk cId="3071323877" sldId="289"/>
            <ac:graphicFrameMk id="5" creationId="{F079F57C-A883-60C1-229E-7FEBBACB0998}"/>
          </ac:graphicFrameMkLst>
        </pc:graphicFrameChg>
      </pc:sldChg>
      <pc:sldChg chg="addSp modSp new mod setBg">
        <pc:chgData name="Arseniy Buzyan (extern)" userId="S::arseniy.buzyan@edu.stockholm.se::f92a01cd-049f-4602-b292-09b82d2ea4e3" providerId="AD" clId="Web-{EF322B3E-896A-86A3-9F36-0B09DCD35250}" dt="2026-08-04T15:50:57.537" v="847" actId="20577"/>
        <pc:sldMkLst>
          <pc:docMk/>
          <pc:sldMk cId="2191839654" sldId="290"/>
        </pc:sldMkLst>
        <pc:spChg chg="mod">
          <ac:chgData name="Arseniy Buzyan (extern)" userId="S::arseniy.buzyan@edu.stockholm.se::f92a01cd-049f-4602-b292-09b82d2ea4e3" providerId="AD" clId="Web-{EF322B3E-896A-86A3-9F36-0B09DCD35250}" dt="2026-08-04T15:50:57.537" v="847" actId="20577"/>
          <ac:spMkLst>
            <pc:docMk/>
            <pc:sldMk cId="2191839654" sldId="290"/>
            <ac:spMk id="2" creationId="{2C1245D8-546B-8E3F-362E-B234BC612904}"/>
          </ac:spMkLst>
        </pc:spChg>
        <pc:spChg chg="mod">
          <ac:chgData name="Arseniy Buzyan (extern)" userId="S::arseniy.buzyan@edu.stockholm.se::f92a01cd-049f-4602-b292-09b82d2ea4e3" providerId="AD" clId="Web-{EF322B3E-896A-86A3-9F36-0B09DCD35250}" dt="2026-08-04T15:50:08.990" v="637" actId="20577"/>
          <ac:spMkLst>
            <pc:docMk/>
            <pc:sldMk cId="2191839654" sldId="290"/>
            <ac:spMk id="3" creationId="{C0C73E41-0AD3-70FE-F41E-91C0F7B9D355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49:41.240" v="632"/>
          <ac:spMkLst>
            <pc:docMk/>
            <pc:sldMk cId="2191839654" sldId="290"/>
            <ac:spMk id="8" creationId="{B34F5AD2-EDBD-4BBD-A55C-EAFFD0C7097A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49:41.240" v="632"/>
          <ac:spMkLst>
            <pc:docMk/>
            <pc:sldMk cId="2191839654" sldId="290"/>
            <ac:spMk id="10" creationId="{C3896A03-3945-419A-B66B-4EE266EDD152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49:41.240" v="632"/>
          <ac:spMkLst>
            <pc:docMk/>
            <pc:sldMk cId="2191839654" sldId="290"/>
            <ac:spMk id="12" creationId="{B8EAE243-3A9F-4A46-B0D9-04C723A8A1BD}"/>
          </ac:spMkLst>
        </pc:spChg>
        <pc:graphicFrameChg chg="add mod modGraphic">
          <ac:chgData name="Arseniy Buzyan (extern)" userId="S::arseniy.buzyan@edu.stockholm.se::f92a01cd-049f-4602-b292-09b82d2ea4e3" providerId="AD" clId="Web-{EF322B3E-896A-86A3-9F36-0B09DCD35250}" dt="2026-08-04T15:50:46.569" v="843" actId="1076"/>
          <ac:graphicFrameMkLst>
            <pc:docMk/>
            <pc:sldMk cId="2191839654" sldId="290"/>
            <ac:graphicFrameMk id="5" creationId="{F584F899-C9B3-9C07-88C6-2C2B33C85C3B}"/>
          </ac:graphicFrameMkLst>
        </pc:graphicFrameChg>
      </pc:sldChg>
      <pc:sldChg chg="addSp modSp new mod setBg">
        <pc:chgData name="Arseniy Buzyan (extern)" userId="S::arseniy.buzyan@edu.stockholm.se::f92a01cd-049f-4602-b292-09b82d2ea4e3" providerId="AD" clId="Web-{EF322B3E-896A-86A3-9F36-0B09DCD35250}" dt="2026-08-04T15:53:18.648" v="1044" actId="14100"/>
        <pc:sldMkLst>
          <pc:docMk/>
          <pc:sldMk cId="4134189058" sldId="291"/>
        </pc:sldMkLst>
        <pc:spChg chg="mod">
          <ac:chgData name="Arseniy Buzyan (extern)" userId="S::arseniy.buzyan@edu.stockholm.se::f92a01cd-049f-4602-b292-09b82d2ea4e3" providerId="AD" clId="Web-{EF322B3E-896A-86A3-9F36-0B09DCD35250}" dt="2026-08-04T15:53:18.648" v="1044" actId="14100"/>
          <ac:spMkLst>
            <pc:docMk/>
            <pc:sldMk cId="4134189058" sldId="291"/>
            <ac:spMk id="2" creationId="{B01F4BD0-D111-D042-0CE2-D720D4EF46B9}"/>
          </ac:spMkLst>
        </pc:spChg>
        <pc:spChg chg="mod">
          <ac:chgData name="Arseniy Buzyan (extern)" userId="S::arseniy.buzyan@edu.stockholm.se::f92a01cd-049f-4602-b292-09b82d2ea4e3" providerId="AD" clId="Web-{EF322B3E-896A-86A3-9F36-0B09DCD35250}" dt="2026-08-04T15:52:53.351" v="1034" actId="14100"/>
          <ac:spMkLst>
            <pc:docMk/>
            <pc:sldMk cId="4134189058" sldId="291"/>
            <ac:spMk id="3" creationId="{23671C7C-6DE6-BB9B-D070-F7EFE8FB267E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51:48.163" v="854"/>
          <ac:spMkLst>
            <pc:docMk/>
            <pc:sldMk cId="4134189058" sldId="291"/>
            <ac:spMk id="8" creationId="{70DFC902-7D23-471A-B557-B6B6917D7A0D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51:48.163" v="854"/>
          <ac:spMkLst>
            <pc:docMk/>
            <pc:sldMk cId="4134189058" sldId="291"/>
            <ac:spMk id="10" creationId="{A55D5633-D557-4DCA-982C-FF36EB7A1C00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51:48.163" v="854"/>
          <ac:spMkLst>
            <pc:docMk/>
            <pc:sldMk cId="4134189058" sldId="291"/>
            <ac:spMk id="12" creationId="{450D3AD2-FA80-415F-A9CE-54D884561CD7}"/>
          </ac:spMkLst>
        </pc:spChg>
        <pc:graphicFrameChg chg="add mod modGraphic">
          <ac:chgData name="Arseniy Buzyan (extern)" userId="S::arseniy.buzyan@edu.stockholm.se::f92a01cd-049f-4602-b292-09b82d2ea4e3" providerId="AD" clId="Web-{EF322B3E-896A-86A3-9F36-0B09DCD35250}" dt="2026-08-04T15:52:50.163" v="1033" actId="1076"/>
          <ac:graphicFrameMkLst>
            <pc:docMk/>
            <pc:sldMk cId="4134189058" sldId="291"/>
            <ac:graphicFrameMk id="5" creationId="{42D8B173-CCBE-3D4A-1101-B14F47128686}"/>
          </ac:graphicFrameMkLst>
        </pc:graphicFrameChg>
      </pc:sldChg>
      <pc:sldChg chg="addSp delSp modSp new mod setBg">
        <pc:chgData name="Arseniy Buzyan (extern)" userId="S::arseniy.buzyan@edu.stockholm.se::f92a01cd-049f-4602-b292-09b82d2ea4e3" providerId="AD" clId="Web-{EF322B3E-896A-86A3-9F36-0B09DCD35250}" dt="2026-08-04T15:55:13.243" v="1167" actId="1076"/>
        <pc:sldMkLst>
          <pc:docMk/>
          <pc:sldMk cId="445607524" sldId="292"/>
        </pc:sldMkLst>
        <pc:spChg chg="mod">
          <ac:chgData name="Arseniy Buzyan (extern)" userId="S::arseniy.buzyan@edu.stockholm.se::f92a01cd-049f-4602-b292-09b82d2ea4e3" providerId="AD" clId="Web-{EF322B3E-896A-86A3-9F36-0B09DCD35250}" dt="2026-08-04T15:55:13.243" v="1167" actId="1076"/>
          <ac:spMkLst>
            <pc:docMk/>
            <pc:sldMk cId="445607524" sldId="292"/>
            <ac:spMk id="2" creationId="{91998322-C7B9-3A6C-7B0D-708ACD7FE4FB}"/>
          </ac:spMkLst>
        </pc:spChg>
        <pc:spChg chg="add del mod">
          <ac:chgData name="Arseniy Buzyan (extern)" userId="S::arseniy.buzyan@edu.stockholm.se::f92a01cd-049f-4602-b292-09b82d2ea4e3" providerId="AD" clId="Web-{EF322B3E-896A-86A3-9F36-0B09DCD35250}" dt="2026-08-04T15:54:48.727" v="1060" actId="1076"/>
          <ac:spMkLst>
            <pc:docMk/>
            <pc:sldMk cId="445607524" sldId="292"/>
            <ac:spMk id="3" creationId="{E39AB073-D6A6-1442-0F2F-89479474990C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54:32.555" v="1055"/>
          <ac:spMkLst>
            <pc:docMk/>
            <pc:sldMk cId="445607524" sldId="292"/>
            <ac:spMk id="8" creationId="{70DFC902-7D23-471A-B557-B6B6917D7A0D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54:32.555" v="1055"/>
          <ac:spMkLst>
            <pc:docMk/>
            <pc:sldMk cId="445607524" sldId="292"/>
            <ac:spMk id="10" creationId="{A55D5633-D557-4DCA-982C-FF36EB7A1C00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54:32.555" v="1055"/>
          <ac:spMkLst>
            <pc:docMk/>
            <pc:sldMk cId="445607524" sldId="292"/>
            <ac:spMk id="12" creationId="{450D3AD2-FA80-415F-A9CE-54D884561CD7}"/>
          </ac:spMkLst>
        </pc:spChg>
        <pc:graphicFrameChg chg="add del mod ord modGraphic">
          <ac:chgData name="Arseniy Buzyan (extern)" userId="S::arseniy.buzyan@edu.stockholm.se::f92a01cd-049f-4602-b292-09b82d2ea4e3" providerId="AD" clId="Web-{EF322B3E-896A-86A3-9F36-0B09DCD35250}" dt="2026-08-04T15:54:19.570" v="1050"/>
          <ac:graphicFrameMkLst>
            <pc:docMk/>
            <pc:sldMk cId="445607524" sldId="292"/>
            <ac:graphicFrameMk id="5" creationId="{E551A395-0F47-93B8-A76B-70386290317B}"/>
          </ac:graphicFrameMkLst>
        </pc:graphicFrameChg>
        <pc:graphicFrameChg chg="add mod modGraphic">
          <ac:chgData name="Arseniy Buzyan (extern)" userId="S::arseniy.buzyan@edu.stockholm.se::f92a01cd-049f-4602-b292-09b82d2ea4e3" providerId="AD" clId="Web-{EF322B3E-896A-86A3-9F36-0B09DCD35250}" dt="2026-08-04T15:55:04.680" v="1160" actId="1076"/>
          <ac:graphicFrameMkLst>
            <pc:docMk/>
            <pc:sldMk cId="445607524" sldId="292"/>
            <ac:graphicFrameMk id="7" creationId="{949ECA6D-C8D7-535C-DEAD-07DB1B9FCFA0}"/>
          </ac:graphicFrameMkLst>
        </pc:graphicFrameChg>
      </pc:sldChg>
      <pc:sldChg chg="addSp delSp modSp new mod setBg">
        <pc:chgData name="Arseniy Buzyan (extern)" userId="S::arseniy.buzyan@edu.stockholm.se::f92a01cd-049f-4602-b292-09b82d2ea4e3" providerId="AD" clId="Web-{EF322B3E-896A-86A3-9F36-0B09DCD35250}" dt="2026-08-04T15:55:51.821" v="1173"/>
        <pc:sldMkLst>
          <pc:docMk/>
          <pc:sldMk cId="1658430611" sldId="293"/>
        </pc:sldMkLst>
        <pc:spChg chg="mod">
          <ac:chgData name="Arseniy Buzyan (extern)" userId="S::arseniy.buzyan@edu.stockholm.se::f92a01cd-049f-4602-b292-09b82d2ea4e3" providerId="AD" clId="Web-{EF322B3E-896A-86A3-9F36-0B09DCD35250}" dt="2026-08-04T15:55:51.821" v="1173"/>
          <ac:spMkLst>
            <pc:docMk/>
            <pc:sldMk cId="1658430611" sldId="293"/>
            <ac:spMk id="2" creationId="{FB241126-27B1-E773-6121-01747AB5B2C0}"/>
          </ac:spMkLst>
        </pc:spChg>
        <pc:spChg chg="add del mod">
          <ac:chgData name="Arseniy Buzyan (extern)" userId="S::arseniy.buzyan@edu.stockholm.se::f92a01cd-049f-4602-b292-09b82d2ea4e3" providerId="AD" clId="Web-{EF322B3E-896A-86A3-9F36-0B09DCD35250}" dt="2026-08-04T15:55:51.821" v="1173"/>
          <ac:spMkLst>
            <pc:docMk/>
            <pc:sldMk cId="1658430611" sldId="293"/>
            <ac:spMk id="3" creationId="{0487C78C-F095-525F-34F4-CB40A8416158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5:55:51.806" v="1172"/>
          <ac:spMkLst>
            <pc:docMk/>
            <pc:sldMk cId="1658430611" sldId="293"/>
            <ac:spMk id="9" creationId="{2659FDB4-FCBE-4A89-B46D-43D4FA54464D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55:51.821" v="1173"/>
          <ac:spMkLst>
            <pc:docMk/>
            <pc:sldMk cId="1658430611" sldId="293"/>
            <ac:spMk id="13" creationId="{AAD0DBB9-1A4B-4391-81D4-CB19F9AB918A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55:51.821" v="1173"/>
          <ac:spMkLst>
            <pc:docMk/>
            <pc:sldMk cId="1658430611" sldId="293"/>
            <ac:spMk id="14" creationId="{BACC6370-2D7E-4714-9D71-7542949D7D5D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55:51.821" v="1173"/>
          <ac:spMkLst>
            <pc:docMk/>
            <pc:sldMk cId="1658430611" sldId="293"/>
            <ac:spMk id="15" creationId="{063BBA22-50EA-4C4D-BE05-F1CE4E63AA56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55:51.821" v="1173"/>
          <ac:spMkLst>
            <pc:docMk/>
            <pc:sldMk cId="1658430611" sldId="293"/>
            <ac:spMk id="16" creationId="{F68B3F68-107C-434F-AA38-110D5EA91B85}"/>
          </ac:spMkLst>
        </pc:spChg>
        <pc:graphicFrameChg chg="add del">
          <ac:chgData name="Arseniy Buzyan (extern)" userId="S::arseniy.buzyan@edu.stockholm.se::f92a01cd-049f-4602-b292-09b82d2ea4e3" providerId="AD" clId="Web-{EF322B3E-896A-86A3-9F36-0B09DCD35250}" dt="2026-08-04T15:55:51.806" v="1172"/>
          <ac:graphicFrameMkLst>
            <pc:docMk/>
            <pc:sldMk cId="1658430611" sldId="293"/>
            <ac:graphicFrameMk id="5" creationId="{E75E4D22-5DC2-0810-5956-7D5DB277E406}"/>
          </ac:graphicFrameMkLst>
        </pc:graphicFrameChg>
        <pc:graphicFrameChg chg="add">
          <ac:chgData name="Arseniy Buzyan (extern)" userId="S::arseniy.buzyan@edu.stockholm.se::f92a01cd-049f-4602-b292-09b82d2ea4e3" providerId="AD" clId="Web-{EF322B3E-896A-86A3-9F36-0B09DCD35250}" dt="2026-08-04T15:55:51.821" v="1173"/>
          <ac:graphicFrameMkLst>
            <pc:docMk/>
            <pc:sldMk cId="1658430611" sldId="293"/>
            <ac:graphicFrameMk id="17" creationId="{78339613-04AF-F382-6DFC-D7E3F8A605FA}"/>
          </ac:graphicFrameMkLst>
        </pc:graphicFrameChg>
        <pc:cxnChg chg="add del">
          <ac:chgData name="Arseniy Buzyan (extern)" userId="S::arseniy.buzyan@edu.stockholm.se::f92a01cd-049f-4602-b292-09b82d2ea4e3" providerId="AD" clId="Web-{EF322B3E-896A-86A3-9F36-0B09DCD35250}" dt="2026-08-04T15:55:51.806" v="1172"/>
          <ac:cxnSpMkLst>
            <pc:docMk/>
            <pc:sldMk cId="1658430611" sldId="293"/>
            <ac:cxnSpMk id="11" creationId="{C8F51B3F-8331-4E4A-AE96-D47B1006EEAD}"/>
          </ac:cxnSpMkLst>
        </pc:cxnChg>
      </pc:sldChg>
      <pc:sldChg chg="addSp delSp modSp new mod setBg">
        <pc:chgData name="Arseniy Buzyan (extern)" userId="S::arseniy.buzyan@edu.stockholm.se::f92a01cd-049f-4602-b292-09b82d2ea4e3" providerId="AD" clId="Web-{EF322B3E-896A-86A3-9F36-0B09DCD35250}" dt="2026-08-04T15:57:33.650" v="1183" actId="14100"/>
        <pc:sldMkLst>
          <pc:docMk/>
          <pc:sldMk cId="2523816599" sldId="294"/>
        </pc:sldMkLst>
        <pc:spChg chg="mod">
          <ac:chgData name="Arseniy Buzyan (extern)" userId="S::arseniy.buzyan@edu.stockholm.se::f92a01cd-049f-4602-b292-09b82d2ea4e3" providerId="AD" clId="Web-{EF322B3E-896A-86A3-9F36-0B09DCD35250}" dt="2026-08-04T15:57:22.916" v="1180" actId="1076"/>
          <ac:spMkLst>
            <pc:docMk/>
            <pc:sldMk cId="2523816599" sldId="294"/>
            <ac:spMk id="2" creationId="{216F38B4-0498-4525-3A97-587FEA429A65}"/>
          </ac:spMkLst>
        </pc:spChg>
        <pc:spChg chg="del">
          <ac:chgData name="Arseniy Buzyan (extern)" userId="S::arseniy.buzyan@edu.stockholm.se::f92a01cd-049f-4602-b292-09b82d2ea4e3" providerId="AD" clId="Web-{EF322B3E-896A-86A3-9F36-0B09DCD35250}" dt="2026-08-04T15:56:36.947" v="1178"/>
          <ac:spMkLst>
            <pc:docMk/>
            <pc:sldMk cId="2523816599" sldId="294"/>
            <ac:spMk id="3" creationId="{510F77B1-55A6-86D6-6159-E9AA989677E7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56:45.462" v="1179"/>
          <ac:spMkLst>
            <pc:docMk/>
            <pc:sldMk cId="2523816599" sldId="294"/>
            <ac:spMk id="9" creationId="{23D09407-53BC-485E-B4CE-BC5E4FC4B25B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56:45.462" v="1179"/>
          <ac:spMkLst>
            <pc:docMk/>
            <pc:sldMk cId="2523816599" sldId="294"/>
            <ac:spMk id="11" creationId="{921DB988-49FC-4608-B0A2-E2F3A4019041}"/>
          </ac:spMkLst>
        </pc:spChg>
        <pc:grpChg chg="add">
          <ac:chgData name="Arseniy Buzyan (extern)" userId="S::arseniy.buzyan@edu.stockholm.se::f92a01cd-049f-4602-b292-09b82d2ea4e3" providerId="AD" clId="Web-{EF322B3E-896A-86A3-9F36-0B09DCD35250}" dt="2026-08-04T15:56:45.462" v="1179"/>
          <ac:grpSpMkLst>
            <pc:docMk/>
            <pc:sldMk cId="2523816599" sldId="294"/>
            <ac:grpSpMk id="13" creationId="{E9B930FD-8671-4C4C-ADCF-73AC1D0CD417}"/>
          </ac:grpSpMkLst>
        </pc:grpChg>
        <pc:grpChg chg="add">
          <ac:chgData name="Arseniy Buzyan (extern)" userId="S::arseniy.buzyan@edu.stockholm.se::f92a01cd-049f-4602-b292-09b82d2ea4e3" providerId="AD" clId="Web-{EF322B3E-896A-86A3-9F36-0B09DCD35250}" dt="2026-08-04T15:56:45.462" v="1179"/>
          <ac:grpSpMkLst>
            <pc:docMk/>
            <pc:sldMk cId="2523816599" sldId="294"/>
            <ac:grpSpMk id="19" creationId="{383C2651-AE0C-4AE4-8725-E2F9414FE219}"/>
          </ac:grpSpMkLst>
        </pc:grpChg>
        <pc:picChg chg="add mod ord">
          <ac:chgData name="Arseniy Buzyan (extern)" userId="S::arseniy.buzyan@edu.stockholm.se::f92a01cd-049f-4602-b292-09b82d2ea4e3" providerId="AD" clId="Web-{EF322B3E-896A-86A3-9F36-0B09DCD35250}" dt="2026-08-04T15:57:33.650" v="1183" actId="14100"/>
          <ac:picMkLst>
            <pc:docMk/>
            <pc:sldMk cId="2523816599" sldId="294"/>
            <ac:picMk id="4" creationId="{950DB531-AFC9-767E-1265-D4F9F8D4E704}"/>
          </ac:picMkLst>
        </pc:picChg>
      </pc:sldChg>
      <pc:sldChg chg="addSp delSp modSp new mod setBg">
        <pc:chgData name="Arseniy Buzyan (extern)" userId="S::arseniy.buzyan@edu.stockholm.se::f92a01cd-049f-4602-b292-09b82d2ea4e3" providerId="AD" clId="Web-{EF322B3E-896A-86A3-9F36-0B09DCD35250}" dt="2026-08-04T16:00:52.387" v="1209" actId="20577"/>
        <pc:sldMkLst>
          <pc:docMk/>
          <pc:sldMk cId="3761784698" sldId="295"/>
        </pc:sldMkLst>
        <pc:spChg chg="mod">
          <ac:chgData name="Arseniy Buzyan (extern)" userId="S::arseniy.buzyan@edu.stockholm.se::f92a01cd-049f-4602-b292-09b82d2ea4e3" providerId="AD" clId="Web-{EF322B3E-896A-86A3-9F36-0B09DCD35250}" dt="2026-08-04T15:58:50.292" v="1192"/>
          <ac:spMkLst>
            <pc:docMk/>
            <pc:sldMk cId="3761784698" sldId="295"/>
            <ac:spMk id="2" creationId="{8D8840C1-623B-102E-189A-36C1DBCCDAB7}"/>
          </ac:spMkLst>
        </pc:spChg>
        <pc:spChg chg="add del mod">
          <ac:chgData name="Arseniy Buzyan (extern)" userId="S::arseniy.buzyan@edu.stockholm.se::f92a01cd-049f-4602-b292-09b82d2ea4e3" providerId="AD" clId="Web-{EF322B3E-896A-86A3-9F36-0B09DCD35250}" dt="2026-08-04T16:00:52.387" v="1209" actId="20577"/>
          <ac:spMkLst>
            <pc:docMk/>
            <pc:sldMk cId="3761784698" sldId="295"/>
            <ac:spMk id="3" creationId="{CF8F0F31-A578-8149-2EA3-7F3CFADCCC7A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5:58:50.276" v="1191"/>
          <ac:spMkLst>
            <pc:docMk/>
            <pc:sldMk cId="3761784698" sldId="295"/>
            <ac:spMk id="8" creationId="{DEE2AD96-B495-4E06-9291-B71706F728CB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5:58:50.276" v="1191"/>
          <ac:spMkLst>
            <pc:docMk/>
            <pc:sldMk cId="3761784698" sldId="295"/>
            <ac:spMk id="10" creationId="{53CF6D67-C5A8-4ADD-9E8E-1E38CA1D3166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5:58:50.276" v="1191"/>
          <ac:spMkLst>
            <pc:docMk/>
            <pc:sldMk cId="3761784698" sldId="295"/>
            <ac:spMk id="12" creationId="{86909FA0-B515-4681-B7A8-FA281D133B94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5:58:50.276" v="1191"/>
          <ac:spMkLst>
            <pc:docMk/>
            <pc:sldMk cId="3761784698" sldId="295"/>
            <ac:spMk id="14" creationId="{21C9FE86-FCC3-4A31-AA1C-C882262B7FE7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5:58:50.276" v="1191"/>
          <ac:spMkLst>
            <pc:docMk/>
            <pc:sldMk cId="3761784698" sldId="295"/>
            <ac:spMk id="16" creationId="{7D96243B-ECED-4B71-8E06-AE9A285EAD20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5:58:50.276" v="1191"/>
          <ac:spMkLst>
            <pc:docMk/>
            <pc:sldMk cId="3761784698" sldId="295"/>
            <ac:spMk id="18" creationId="{A09989E4-EFDC-4A90-A633-E0525FB4139E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58:50.292" v="1192"/>
          <ac:spMkLst>
            <pc:docMk/>
            <pc:sldMk cId="3761784698" sldId="295"/>
            <ac:spMk id="20" creationId="{8D71EDA1-87BF-4D5D-AB79-F346FD19278A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58:50.292" v="1192"/>
          <ac:spMkLst>
            <pc:docMk/>
            <pc:sldMk cId="3761784698" sldId="295"/>
            <ac:spMk id="21" creationId="{09588DA8-065E-4F6F-8EFD-43104AB2E0CF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58:50.292" v="1192"/>
          <ac:spMkLst>
            <pc:docMk/>
            <pc:sldMk cId="3761784698" sldId="295"/>
            <ac:spMk id="22" creationId="{C4285719-470E-454C-AF62-8323075F1F5B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58:50.292" v="1192"/>
          <ac:spMkLst>
            <pc:docMk/>
            <pc:sldMk cId="3761784698" sldId="295"/>
            <ac:spMk id="23" creationId="{CD9FE4EF-C4D8-49A0-B2FF-81D8DB7D8A24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58:50.292" v="1192"/>
          <ac:spMkLst>
            <pc:docMk/>
            <pc:sldMk cId="3761784698" sldId="295"/>
            <ac:spMk id="24" creationId="{4300840D-0A0B-4512-BACA-B439D5B9C57C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58:50.292" v="1192"/>
          <ac:spMkLst>
            <pc:docMk/>
            <pc:sldMk cId="3761784698" sldId="295"/>
            <ac:spMk id="25" creationId="{D2B78728-A580-49A7-84F9-6EF6F583ADE0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5:58:50.292" v="1192"/>
          <ac:spMkLst>
            <pc:docMk/>
            <pc:sldMk cId="3761784698" sldId="295"/>
            <ac:spMk id="26" creationId="{38FAA1A1-D861-433F-88FA-1E9D6FD31D11}"/>
          </ac:spMkLst>
        </pc:spChg>
        <pc:graphicFrameChg chg="add del mod ord modGraphic">
          <ac:chgData name="Arseniy Buzyan (extern)" userId="S::arseniy.buzyan@edu.stockholm.se::f92a01cd-049f-4602-b292-09b82d2ea4e3" providerId="AD" clId="Web-{EF322B3E-896A-86A3-9F36-0B09DCD35250}" dt="2026-08-04T15:58:35.385" v="1187"/>
          <ac:graphicFrameMkLst>
            <pc:docMk/>
            <pc:sldMk cId="3761784698" sldId="295"/>
            <ac:graphicFrameMk id="5" creationId="{05354810-CC80-B943-0AC5-CF0B2C61CF64}"/>
          </ac:graphicFrameMkLst>
        </pc:graphicFrameChg>
      </pc:sldChg>
      <pc:sldChg chg="addSp delSp modSp new mod setBg">
        <pc:chgData name="Arseniy Buzyan (extern)" userId="S::arseniy.buzyan@edu.stockholm.se::f92a01cd-049f-4602-b292-09b82d2ea4e3" providerId="AD" clId="Web-{EF322B3E-896A-86A3-9F36-0B09DCD35250}" dt="2026-08-04T16:02:27.778" v="1231" actId="20577"/>
        <pc:sldMkLst>
          <pc:docMk/>
          <pc:sldMk cId="3727389213" sldId="296"/>
        </pc:sldMkLst>
        <pc:spChg chg="mod">
          <ac:chgData name="Arseniy Buzyan (extern)" userId="S::arseniy.buzyan@edu.stockholm.se::f92a01cd-049f-4602-b292-09b82d2ea4e3" providerId="AD" clId="Web-{EF322B3E-896A-86A3-9F36-0B09DCD35250}" dt="2026-08-04T16:01:31.606" v="1215"/>
          <ac:spMkLst>
            <pc:docMk/>
            <pc:sldMk cId="3727389213" sldId="296"/>
            <ac:spMk id="2" creationId="{E61E5A40-1B41-E02C-6E86-3823734B2CCB}"/>
          </ac:spMkLst>
        </pc:spChg>
        <pc:spChg chg="add del mod">
          <ac:chgData name="Arseniy Buzyan (extern)" userId="S::arseniy.buzyan@edu.stockholm.se::f92a01cd-049f-4602-b292-09b82d2ea4e3" providerId="AD" clId="Web-{EF322B3E-896A-86A3-9F36-0B09DCD35250}" dt="2026-08-04T16:01:53.653" v="1221"/>
          <ac:spMkLst>
            <pc:docMk/>
            <pc:sldMk cId="3727389213" sldId="296"/>
            <ac:spMk id="3" creationId="{5A129FF5-F4AE-E975-1084-E4C0B40BC6D6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6:01:53.653" v="1221"/>
          <ac:spMkLst>
            <pc:docMk/>
            <pc:sldMk cId="3727389213" sldId="296"/>
            <ac:spMk id="8" creationId="{09588DA8-065E-4F6F-8EFD-43104AB2E0CF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6:01:53.653" v="1220"/>
          <ac:spMkLst>
            <pc:docMk/>
            <pc:sldMk cId="3727389213" sldId="296"/>
            <ac:spMk id="10" creationId="{C4285719-470E-454C-AF62-8323075F1F5B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6:01:53.653" v="1220"/>
          <ac:spMkLst>
            <pc:docMk/>
            <pc:sldMk cId="3727389213" sldId="296"/>
            <ac:spMk id="12" creationId="{CD9FE4EF-C4D8-49A0-B2FF-81D8DB7D8A24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6:01:53.653" v="1221"/>
          <ac:spMkLst>
            <pc:docMk/>
            <pc:sldMk cId="3727389213" sldId="296"/>
            <ac:spMk id="14" creationId="{4300840D-0A0B-4512-BACA-B439D5B9C57C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6:01:53.653" v="1220"/>
          <ac:spMkLst>
            <pc:docMk/>
            <pc:sldMk cId="3727389213" sldId="296"/>
            <ac:spMk id="16" creationId="{D2B78728-A580-49A7-84F9-6EF6F583ADE0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6:01:53.653" v="1221"/>
          <ac:spMkLst>
            <pc:docMk/>
            <pc:sldMk cId="3727389213" sldId="296"/>
            <ac:spMk id="18" creationId="{38FAA1A1-D861-433F-88FA-1E9D6FD31D11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6:01:53.653" v="1221"/>
          <ac:spMkLst>
            <pc:docMk/>
            <pc:sldMk cId="3727389213" sldId="296"/>
            <ac:spMk id="20" creationId="{8D71EDA1-87BF-4D5D-AB79-F346FD19278A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6:01:53.653" v="1220"/>
          <ac:spMkLst>
            <pc:docMk/>
            <pc:sldMk cId="3727389213" sldId="296"/>
            <ac:spMk id="25" creationId="{B34F5AD2-EDBD-4BBD-A55C-EAFFD0C7097A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6:01:50.075" v="1218"/>
          <ac:spMkLst>
            <pc:docMk/>
            <pc:sldMk cId="3727389213" sldId="296"/>
            <ac:spMk id="26" creationId="{BACC6370-2D7E-4714-9D71-7542949D7D5D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6:01:53.653" v="1220"/>
          <ac:spMkLst>
            <pc:docMk/>
            <pc:sldMk cId="3727389213" sldId="296"/>
            <ac:spMk id="27" creationId="{C3896A03-3945-419A-B66B-4EE266EDD152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6:01:50.075" v="1218"/>
          <ac:spMkLst>
            <pc:docMk/>
            <pc:sldMk cId="3727389213" sldId="296"/>
            <ac:spMk id="28" creationId="{F68B3F68-107C-434F-AA38-110D5EA91B85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6:01:53.653" v="1220"/>
          <ac:spMkLst>
            <pc:docMk/>
            <pc:sldMk cId="3727389213" sldId="296"/>
            <ac:spMk id="29" creationId="{B8EAE243-3A9F-4A46-B0D9-04C723A8A1BD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6:01:50.075" v="1218"/>
          <ac:spMkLst>
            <pc:docMk/>
            <pc:sldMk cId="3727389213" sldId="296"/>
            <ac:spMk id="30" creationId="{AAD0DBB9-1A4B-4391-81D4-CB19F9AB918A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6:01:53.653" v="1221"/>
          <ac:spMkLst>
            <pc:docMk/>
            <pc:sldMk cId="3727389213" sldId="296"/>
            <ac:spMk id="31" creationId="{4300840D-0A0B-4512-BACA-B439D5B9C57C}"/>
          </ac:spMkLst>
        </pc:spChg>
        <pc:spChg chg="add del">
          <ac:chgData name="Arseniy Buzyan (extern)" userId="S::arseniy.buzyan@edu.stockholm.se::f92a01cd-049f-4602-b292-09b82d2ea4e3" providerId="AD" clId="Web-{EF322B3E-896A-86A3-9F36-0B09DCD35250}" dt="2026-08-04T16:01:50.075" v="1218"/>
          <ac:spMkLst>
            <pc:docMk/>
            <pc:sldMk cId="3727389213" sldId="296"/>
            <ac:spMk id="32" creationId="{063BBA22-50EA-4C4D-BE05-F1CE4E63AA56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6:01:53.653" v="1221"/>
          <ac:spMkLst>
            <pc:docMk/>
            <pc:sldMk cId="3727389213" sldId="296"/>
            <ac:spMk id="33" creationId="{D2B78728-A580-49A7-84F9-6EF6F583ADE0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6:01:53.653" v="1221"/>
          <ac:spMkLst>
            <pc:docMk/>
            <pc:sldMk cId="3727389213" sldId="296"/>
            <ac:spMk id="35" creationId="{38FAA1A1-D861-433F-88FA-1E9D6FD31D11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6:01:53.653" v="1221"/>
          <ac:spMkLst>
            <pc:docMk/>
            <pc:sldMk cId="3727389213" sldId="296"/>
            <ac:spMk id="36" creationId="{09588DA8-065E-4F6F-8EFD-43104AB2E0CF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6:01:53.653" v="1221"/>
          <ac:spMkLst>
            <pc:docMk/>
            <pc:sldMk cId="3727389213" sldId="296"/>
            <ac:spMk id="38" creationId="{C4285719-470E-454C-AF62-8323075F1F5B}"/>
          </ac:spMkLst>
        </pc:spChg>
        <pc:spChg chg="mod">
          <ac:chgData name="Arseniy Buzyan (extern)" userId="S::arseniy.buzyan@edu.stockholm.se::f92a01cd-049f-4602-b292-09b82d2ea4e3" providerId="AD" clId="Web-{EF322B3E-896A-86A3-9F36-0B09DCD35250}" dt="2026-08-04T16:02:27.778" v="1231" actId="20577"/>
          <ac:spMkLst>
            <pc:docMk/>
            <pc:sldMk cId="3727389213" sldId="296"/>
            <ac:spMk id="40" creationId="{5A129FF5-F4AE-E975-1084-E4C0B40BC6D6}"/>
          </ac:spMkLst>
        </pc:spChg>
      </pc:sldChg>
      <pc:sldChg chg="addSp modSp new mod setBg">
        <pc:chgData name="Arseniy Buzyan (extern)" userId="S::arseniy.buzyan@edu.stockholm.se::f92a01cd-049f-4602-b292-09b82d2ea4e3" providerId="AD" clId="Web-{EF322B3E-896A-86A3-9F36-0B09DCD35250}" dt="2026-08-04T16:14:00.112" v="1272" actId="20577"/>
        <pc:sldMkLst>
          <pc:docMk/>
          <pc:sldMk cId="598354998" sldId="297"/>
        </pc:sldMkLst>
        <pc:spChg chg="mod">
          <ac:chgData name="Arseniy Buzyan (extern)" userId="S::arseniy.buzyan@edu.stockholm.se::f92a01cd-049f-4602-b292-09b82d2ea4e3" providerId="AD" clId="Web-{EF322B3E-896A-86A3-9F36-0B09DCD35250}" dt="2026-08-04T16:14:00.112" v="1272" actId="20577"/>
          <ac:spMkLst>
            <pc:docMk/>
            <pc:sldMk cId="598354998" sldId="297"/>
            <ac:spMk id="2" creationId="{E846B16B-4207-AA09-0255-B20D927EF16B}"/>
          </ac:spMkLst>
        </pc:spChg>
        <pc:spChg chg="mod">
          <ac:chgData name="Arseniy Buzyan (extern)" userId="S::arseniy.buzyan@edu.stockholm.se::f92a01cd-049f-4602-b292-09b82d2ea4e3" providerId="AD" clId="Web-{EF322B3E-896A-86A3-9F36-0B09DCD35250}" dt="2026-08-04T16:13:42.846" v="1266" actId="20577"/>
          <ac:spMkLst>
            <pc:docMk/>
            <pc:sldMk cId="598354998" sldId="297"/>
            <ac:spMk id="3" creationId="{FF092C00-6179-C5BA-1296-680CAF51341C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6:13:28.440" v="1255"/>
          <ac:spMkLst>
            <pc:docMk/>
            <pc:sldMk cId="598354998" sldId="297"/>
            <ac:spMk id="8" creationId="{70DFC902-7D23-471A-B557-B6B6917D7A0D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6:13:28.440" v="1255"/>
          <ac:spMkLst>
            <pc:docMk/>
            <pc:sldMk cId="598354998" sldId="297"/>
            <ac:spMk id="10" creationId="{A55D5633-D557-4DCA-982C-FF36EB7A1C00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6:13:28.440" v="1255"/>
          <ac:spMkLst>
            <pc:docMk/>
            <pc:sldMk cId="598354998" sldId="297"/>
            <ac:spMk id="12" creationId="{450D3AD2-FA80-415F-A9CE-54D884561CD7}"/>
          </ac:spMkLst>
        </pc:spChg>
      </pc:sldChg>
      <pc:sldChg chg="addSp modSp new del mod setBg">
        <pc:chgData name="Arseniy Buzyan (extern)" userId="S::arseniy.buzyan@edu.stockholm.se::f92a01cd-049f-4602-b292-09b82d2ea4e3" providerId="AD" clId="Web-{EF322B3E-896A-86A3-9F36-0B09DCD35250}" dt="2026-08-04T16:04:15.373" v="1248"/>
        <pc:sldMkLst>
          <pc:docMk/>
          <pc:sldMk cId="2414217230" sldId="297"/>
        </pc:sldMkLst>
        <pc:spChg chg="mod">
          <ac:chgData name="Arseniy Buzyan (extern)" userId="S::arseniy.buzyan@edu.stockholm.se::f92a01cd-049f-4602-b292-09b82d2ea4e3" providerId="AD" clId="Web-{EF322B3E-896A-86A3-9F36-0B09DCD35250}" dt="2026-08-04T16:03:30.576" v="1241"/>
          <ac:spMkLst>
            <pc:docMk/>
            <pc:sldMk cId="2414217230" sldId="297"/>
            <ac:spMk id="2" creationId="{B359AA8A-CA62-0E44-9CDE-9E4CE747BB01}"/>
          </ac:spMkLst>
        </pc:spChg>
        <pc:spChg chg="mod">
          <ac:chgData name="Arseniy Buzyan (extern)" userId="S::arseniy.buzyan@edu.stockholm.se::f92a01cd-049f-4602-b292-09b82d2ea4e3" providerId="AD" clId="Web-{EF322B3E-896A-86A3-9F36-0B09DCD35250}" dt="2026-08-04T16:03:38.654" v="1247" actId="14100"/>
          <ac:spMkLst>
            <pc:docMk/>
            <pc:sldMk cId="2414217230" sldId="297"/>
            <ac:spMk id="3" creationId="{F71586B3-3324-84FA-E10D-95FE44EE9F15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6:03:30.576" v="1241"/>
          <ac:spMkLst>
            <pc:docMk/>
            <pc:sldMk cId="2414217230" sldId="297"/>
            <ac:spMk id="8" creationId="{09588DA8-065E-4F6F-8EFD-43104AB2E0CF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6:03:30.576" v="1241"/>
          <ac:spMkLst>
            <pc:docMk/>
            <pc:sldMk cId="2414217230" sldId="297"/>
            <ac:spMk id="10" creationId="{C4285719-470E-454C-AF62-8323075F1F5B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6:03:30.576" v="1241"/>
          <ac:spMkLst>
            <pc:docMk/>
            <pc:sldMk cId="2414217230" sldId="297"/>
            <ac:spMk id="12" creationId="{CD9FE4EF-C4D8-49A0-B2FF-81D8DB7D8A24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6:03:30.576" v="1241"/>
          <ac:spMkLst>
            <pc:docMk/>
            <pc:sldMk cId="2414217230" sldId="297"/>
            <ac:spMk id="14" creationId="{4300840D-0A0B-4512-BACA-B439D5B9C57C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6:03:30.576" v="1241"/>
          <ac:spMkLst>
            <pc:docMk/>
            <pc:sldMk cId="2414217230" sldId="297"/>
            <ac:spMk id="16" creationId="{D2B78728-A580-49A7-84F9-6EF6F583ADE0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6:03:30.576" v="1241"/>
          <ac:spMkLst>
            <pc:docMk/>
            <pc:sldMk cId="2414217230" sldId="297"/>
            <ac:spMk id="18" creationId="{38FAA1A1-D861-433F-88FA-1E9D6FD31D11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6:03:30.576" v="1241"/>
          <ac:spMkLst>
            <pc:docMk/>
            <pc:sldMk cId="2414217230" sldId="297"/>
            <ac:spMk id="20" creationId="{8D71EDA1-87BF-4D5D-AB79-F346FD19278A}"/>
          </ac:spMkLst>
        </pc:spChg>
      </pc:sldChg>
      <pc:sldChg chg="addSp delSp modSp new mod setBg">
        <pc:chgData name="Arseniy Buzyan (extern)" userId="S::arseniy.buzyan@edu.stockholm.se::f92a01cd-049f-4602-b292-09b82d2ea4e3" providerId="AD" clId="Web-{EF322B3E-896A-86A3-9F36-0B09DCD35250}" dt="2026-08-04T16:55:57.213" v="1316" actId="1076"/>
        <pc:sldMkLst>
          <pc:docMk/>
          <pc:sldMk cId="2823884465" sldId="298"/>
        </pc:sldMkLst>
        <pc:spChg chg="del">
          <ac:chgData name="Arseniy Buzyan (extern)" userId="S::arseniy.buzyan@edu.stockholm.se::f92a01cd-049f-4602-b292-09b82d2ea4e3" providerId="AD" clId="Web-{EF322B3E-896A-86A3-9F36-0B09DCD35250}" dt="2026-08-04T16:55:40.494" v="1313"/>
          <ac:spMkLst>
            <pc:docMk/>
            <pc:sldMk cId="2823884465" sldId="298"/>
            <ac:spMk id="2" creationId="{412F5996-B78D-D165-BF4E-2813028735CC}"/>
          </ac:spMkLst>
        </pc:spChg>
        <pc:spChg chg="del">
          <ac:chgData name="Arseniy Buzyan (extern)" userId="S::arseniy.buzyan@edu.stockholm.se::f92a01cd-049f-4602-b292-09b82d2ea4e3" providerId="AD" clId="Web-{EF322B3E-896A-86A3-9F36-0B09DCD35250}" dt="2026-08-04T16:55:35.744" v="1311"/>
          <ac:spMkLst>
            <pc:docMk/>
            <pc:sldMk cId="2823884465" sldId="298"/>
            <ac:spMk id="3" creationId="{5D69C2EA-BC69-F0BC-2580-0BF326E8BB7A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6:55:40.494" v="1313"/>
          <ac:spMkLst>
            <pc:docMk/>
            <pc:sldMk cId="2823884465" sldId="298"/>
            <ac:spMk id="9" creationId="{42A4FC2C-047E-45A5-965D-8E1E3BF09BC6}"/>
          </ac:spMkLst>
        </pc:spChg>
        <pc:picChg chg="add mod ord modCrop">
          <ac:chgData name="Arseniy Buzyan (extern)" userId="S::arseniy.buzyan@edu.stockholm.se::f92a01cd-049f-4602-b292-09b82d2ea4e3" providerId="AD" clId="Web-{EF322B3E-896A-86A3-9F36-0B09DCD35250}" dt="2026-08-04T16:55:57.213" v="1316" actId="1076"/>
          <ac:picMkLst>
            <pc:docMk/>
            <pc:sldMk cId="2823884465" sldId="298"/>
            <ac:picMk id="4" creationId="{24BC76C2-26C3-8844-FE0F-A8CF8A5C00C7}"/>
          </ac:picMkLst>
        </pc:picChg>
      </pc:sldChg>
      <pc:sldChg chg="new del">
        <pc:chgData name="Arseniy Buzyan (extern)" userId="S::arseniy.buzyan@edu.stockholm.se::f92a01cd-049f-4602-b292-09b82d2ea4e3" providerId="AD" clId="Web-{EF322B3E-896A-86A3-9F36-0B09DCD35250}" dt="2026-08-04T16:54:44.462" v="1309"/>
        <pc:sldMkLst>
          <pc:docMk/>
          <pc:sldMk cId="3572619725" sldId="298"/>
        </pc:sldMkLst>
      </pc:sldChg>
      <pc:sldChg chg="addSp delSp modSp new mod setBg">
        <pc:chgData name="Arseniy Buzyan (extern)" userId="S::arseniy.buzyan@edu.stockholm.se::f92a01cd-049f-4602-b292-09b82d2ea4e3" providerId="AD" clId="Web-{EF322B3E-896A-86A3-9F36-0B09DCD35250}" dt="2026-08-04T16:57:17.870" v="1322"/>
        <pc:sldMkLst>
          <pc:docMk/>
          <pc:sldMk cId="3515747104" sldId="299"/>
        </pc:sldMkLst>
        <pc:spChg chg="del">
          <ac:chgData name="Arseniy Buzyan (extern)" userId="S::arseniy.buzyan@edu.stockholm.se::f92a01cd-049f-4602-b292-09b82d2ea4e3" providerId="AD" clId="Web-{EF322B3E-896A-86A3-9F36-0B09DCD35250}" dt="2026-08-04T16:57:00.026" v="1320"/>
          <ac:spMkLst>
            <pc:docMk/>
            <pc:sldMk cId="3515747104" sldId="299"/>
            <ac:spMk id="2" creationId="{2DFF22D4-04E6-59D7-3D08-2C11E90F3915}"/>
          </ac:spMkLst>
        </pc:spChg>
        <pc:spChg chg="del">
          <ac:chgData name="Arseniy Buzyan (extern)" userId="S::arseniy.buzyan@edu.stockholm.se::f92a01cd-049f-4602-b292-09b82d2ea4e3" providerId="AD" clId="Web-{EF322B3E-896A-86A3-9F36-0B09DCD35250}" dt="2026-08-04T16:56:55.432" v="1318"/>
          <ac:spMkLst>
            <pc:docMk/>
            <pc:sldMk cId="3515747104" sldId="299"/>
            <ac:spMk id="3" creationId="{3E00A539-5CC7-FF4F-AA11-56A7538CDC6F}"/>
          </ac:spMkLst>
        </pc:spChg>
        <pc:spChg chg="add">
          <ac:chgData name="Arseniy Buzyan (extern)" userId="S::arseniy.buzyan@edu.stockholm.se::f92a01cd-049f-4602-b292-09b82d2ea4e3" providerId="AD" clId="Web-{EF322B3E-896A-86A3-9F36-0B09DCD35250}" dt="2026-08-04T16:57:00.026" v="1320"/>
          <ac:spMkLst>
            <pc:docMk/>
            <pc:sldMk cId="3515747104" sldId="299"/>
            <ac:spMk id="9" creationId="{42A4FC2C-047E-45A5-965D-8E1E3BF09BC6}"/>
          </ac:spMkLst>
        </pc:spChg>
        <pc:picChg chg="add mod ord modCrop">
          <ac:chgData name="Arseniy Buzyan (extern)" userId="S::arseniy.buzyan@edu.stockholm.se::f92a01cd-049f-4602-b292-09b82d2ea4e3" providerId="AD" clId="Web-{EF322B3E-896A-86A3-9F36-0B09DCD35250}" dt="2026-08-04T16:57:17.870" v="1322"/>
          <ac:picMkLst>
            <pc:docMk/>
            <pc:sldMk cId="3515747104" sldId="299"/>
            <ac:picMk id="4" creationId="{9992B8B0-1242-2005-9D72-F33FC3549412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_rels/data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image" Target="../media/image7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image" Target="../media/image12.sv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svg"/><Relationship Id="rId1" Type="http://schemas.openxmlformats.org/officeDocument/2006/relationships/hyperlink" Target="https://code.visualstudio.com/" TargetMode="External"/><Relationship Id="rId4" Type="http://schemas.openxmlformats.org/officeDocument/2006/relationships/image" Target="../media/image31.sv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_rels/drawing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image" Target="../media/image7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image" Target="../media/image12.sv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hyperlink" Target="https://code.visualstudio.com/" TargetMode="External"/><Relationship Id="rId1" Type="http://schemas.openxmlformats.org/officeDocument/2006/relationships/image" Target="../media/image29.svg"/><Relationship Id="rId4" Type="http://schemas.openxmlformats.org/officeDocument/2006/relationships/image" Target="../media/image3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3_2">
  <dgm:title val=""/>
  <dgm:desc val=""/>
  <dgm:catLst>
    <dgm:cat type="accent3" pri="13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accent4_2">
  <dgm:title val=""/>
  <dgm:desc val=""/>
  <dgm:catLst>
    <dgm:cat type="accent4" pri="14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2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/>
    </dgm:fillClrLst>
    <dgm:linClrLst meth="repeat">
      <a:schemeClr val="lt2">
        <a:alpha val="0"/>
      </a:schemeClr>
    </dgm:linClrLst>
    <dgm:effectClrLst/>
    <dgm:txLinClrLst/>
    <dgm:txFillClrLst/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02EDD82-C3C2-4435-A119-A127A3B47AD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accent3_2" csCatId="accent3" phldr="1"/>
      <dgm:spPr/>
      <dgm:t>
        <a:bodyPr/>
        <a:lstStyle/>
        <a:p>
          <a:endParaRPr lang="en-US"/>
        </a:p>
      </dgm:t>
    </dgm:pt>
    <dgm:pt modelId="{D289E000-D254-4A3B-930A-794268A41BFF}">
      <dgm:prSet/>
      <dgm:spPr/>
      <dgm:t>
        <a:bodyPr/>
        <a:lstStyle/>
        <a:p>
          <a:r>
            <a:rPr lang="en-US" dirty="0" err="1"/>
            <a:t>Mål</a:t>
          </a:r>
          <a:r>
            <a:rPr lang="en-US" dirty="0"/>
            <a:t>: </a:t>
          </a:r>
          <a:r>
            <a:rPr lang="en-US" dirty="0" err="1"/>
            <a:t>Förstå</a:t>
          </a:r>
          <a:r>
            <a:rPr lang="en-US" dirty="0"/>
            <a:t> </a:t>
          </a:r>
          <a:r>
            <a:rPr lang="en-US" dirty="0" err="1"/>
            <a:t>hur</a:t>
          </a:r>
          <a:r>
            <a:rPr lang="en-US" dirty="0"/>
            <a:t> </a:t>
          </a:r>
          <a:r>
            <a:rPr lang="en-US" dirty="0" err="1"/>
            <a:t>viktigt</a:t>
          </a:r>
          <a:r>
            <a:rPr lang="en-US" dirty="0"/>
            <a:t> det </a:t>
          </a:r>
          <a:r>
            <a:rPr lang="en-US" dirty="0" err="1"/>
            <a:t>är</a:t>
          </a:r>
          <a:r>
            <a:rPr lang="en-US" dirty="0"/>
            <a:t> med TYDLIGA </a:t>
          </a:r>
          <a:r>
            <a:rPr lang="en-US" dirty="0" err="1"/>
            <a:t>instruktioner</a:t>
          </a:r>
          <a:r>
            <a:rPr lang="en-US" dirty="0"/>
            <a:t> (</a:t>
          </a:r>
          <a:r>
            <a:rPr lang="en-US" dirty="0" err="1"/>
            <a:t>som</a:t>
          </a:r>
          <a:r>
            <a:rPr lang="en-US" dirty="0"/>
            <a:t> </a:t>
          </a:r>
          <a:r>
            <a:rPr lang="en-US" dirty="0" err="1"/>
            <a:t>i</a:t>
          </a:r>
          <a:r>
            <a:rPr lang="en-US" dirty="0"/>
            <a:t> </a:t>
          </a:r>
          <a:r>
            <a:rPr lang="en-US" dirty="0" err="1"/>
            <a:t>ett</a:t>
          </a:r>
          <a:r>
            <a:rPr lang="en-US" dirty="0"/>
            <a:t> </a:t>
          </a:r>
          <a:r>
            <a:rPr lang="en-US" dirty="0" err="1"/>
            <a:t>skript</a:t>
          </a:r>
          <a:r>
            <a:rPr lang="en-US" dirty="0"/>
            <a:t>).</a:t>
          </a:r>
        </a:p>
      </dgm:t>
    </dgm:pt>
    <dgm:pt modelId="{BA4869ED-1B26-433F-8EB7-C25CC7F1DD8F}" type="parTrans" cxnId="{27E54642-EBDF-4AC3-BEE0-47D7306B2462}">
      <dgm:prSet/>
      <dgm:spPr/>
      <dgm:t>
        <a:bodyPr/>
        <a:lstStyle/>
        <a:p>
          <a:endParaRPr lang="en-US"/>
        </a:p>
      </dgm:t>
    </dgm:pt>
    <dgm:pt modelId="{283427AC-5140-4D61-8D6F-32EC7CB1EF4A}" type="sibTrans" cxnId="{27E54642-EBDF-4AC3-BEE0-47D7306B2462}">
      <dgm:prSet/>
      <dgm:spPr/>
      <dgm:t>
        <a:bodyPr/>
        <a:lstStyle/>
        <a:p>
          <a:endParaRPr lang="en-US"/>
        </a:p>
      </dgm:t>
    </dgm:pt>
    <dgm:pt modelId="{5DAB0276-38C7-4918-B41D-C8C49943AAB7}">
      <dgm:prSet/>
      <dgm:spPr/>
      <dgm:t>
        <a:bodyPr/>
        <a:lstStyle/>
        <a:p>
          <a:pPr rtl="0"/>
          <a:r>
            <a:rPr lang="en-US" dirty="0" err="1"/>
            <a:t>Instruktioner</a:t>
          </a:r>
          <a:r>
            <a:rPr lang="en-US" dirty="0"/>
            <a:t> för </a:t>
          </a:r>
          <a:r>
            <a:rPr lang="en-US" dirty="0" err="1"/>
            <a:t>läraren</a:t>
          </a:r>
          <a:r>
            <a:rPr lang="en-US" dirty="0"/>
            <a:t>: Rita </a:t>
          </a:r>
          <a:r>
            <a:rPr lang="en-US" dirty="0" err="1"/>
            <a:t>en</a:t>
          </a:r>
          <a:r>
            <a:rPr lang="en-US" dirty="0"/>
            <a:t> </a:t>
          </a:r>
          <a:r>
            <a:rPr lang="en-US" dirty="0" err="1"/>
            <a:t>cirkel</a:t>
          </a:r>
          <a:r>
            <a:rPr lang="en-US" dirty="0"/>
            <a:t> </a:t>
          </a:r>
          <a:r>
            <a:rPr lang="en-US" dirty="0" err="1"/>
            <a:t>på</a:t>
          </a:r>
          <a:r>
            <a:rPr lang="en-US" dirty="0"/>
            <a:t> </a:t>
          </a:r>
          <a:r>
            <a:rPr lang="en-US" dirty="0" err="1"/>
            <a:t>tavlan</a:t>
          </a:r>
          <a:r>
            <a:rPr lang="en-US" dirty="0"/>
            <a:t>. "Jag </a:t>
          </a:r>
          <a:r>
            <a:rPr lang="en-US" dirty="0" err="1"/>
            <a:t>är</a:t>
          </a:r>
          <a:r>
            <a:rPr lang="en-US" dirty="0"/>
            <a:t> </a:t>
          </a:r>
          <a:r>
            <a:rPr lang="en-US" dirty="0" err="1"/>
            <a:t>datorer</a:t>
          </a:r>
          <a:r>
            <a:rPr lang="en-US" dirty="0"/>
            <a:t>. Ni ger er </a:t>
          </a:r>
          <a:r>
            <a:rPr lang="en-US" dirty="0" err="1"/>
            <a:t>en</a:t>
          </a:r>
          <a:r>
            <a:rPr lang="en-US" dirty="0"/>
            <a:t> </a:t>
          </a:r>
          <a:r>
            <a:rPr lang="en-US" dirty="0" err="1"/>
            <a:t>instruktion</a:t>
          </a:r>
          <a:r>
            <a:rPr lang="en-US" dirty="0"/>
            <a:t>, </a:t>
          </a:r>
          <a:r>
            <a:rPr lang="en-US" dirty="0">
              <a:latin typeface="Aptos Display" panose="02110004020202020204"/>
            </a:rPr>
            <a:t>jag</a:t>
          </a:r>
          <a:r>
            <a:rPr lang="en-US" dirty="0"/>
            <a:t> </a:t>
          </a:r>
          <a:r>
            <a:rPr lang="en-US" dirty="0" err="1"/>
            <a:t>utför</a:t>
          </a:r>
          <a:r>
            <a:rPr lang="en-US" dirty="0"/>
            <a:t> den EXAKT </a:t>
          </a:r>
          <a:r>
            <a:rPr lang="en-US" dirty="0" err="1"/>
            <a:t>som</a:t>
          </a:r>
          <a:r>
            <a:rPr lang="en-US" dirty="0">
              <a:latin typeface="Aptos Display" panose="02110004020202020204"/>
            </a:rPr>
            <a:t> </a:t>
          </a:r>
          <a:r>
            <a:rPr lang="en-US" dirty="0" err="1">
              <a:latin typeface="Aptos Display" panose="02110004020202020204"/>
            </a:rPr>
            <a:t>ni</a:t>
          </a:r>
          <a:r>
            <a:rPr lang="en-US" dirty="0"/>
            <a:t> </a:t>
          </a:r>
          <a:r>
            <a:rPr lang="en-US" dirty="0" err="1"/>
            <a:t>säger</a:t>
          </a:r>
          <a:r>
            <a:rPr lang="en-US" dirty="0"/>
            <a:t>."</a:t>
          </a:r>
        </a:p>
      </dgm:t>
    </dgm:pt>
    <dgm:pt modelId="{B2AA1ECD-80F0-4A54-828F-70BF603C7D88}" type="parTrans" cxnId="{469F868F-B5FF-4E9C-A33C-A4A9F8439D95}">
      <dgm:prSet/>
      <dgm:spPr/>
      <dgm:t>
        <a:bodyPr/>
        <a:lstStyle/>
        <a:p>
          <a:endParaRPr lang="en-US"/>
        </a:p>
      </dgm:t>
    </dgm:pt>
    <dgm:pt modelId="{9D896F5C-9847-42BD-9940-975A258CD1DC}" type="sibTrans" cxnId="{469F868F-B5FF-4E9C-A33C-A4A9F8439D95}">
      <dgm:prSet/>
      <dgm:spPr/>
      <dgm:t>
        <a:bodyPr/>
        <a:lstStyle/>
        <a:p>
          <a:endParaRPr lang="en-US"/>
        </a:p>
      </dgm:t>
    </dgm:pt>
    <dgm:pt modelId="{88883932-40CC-44C1-B166-0F77A7A2E4C1}" type="pres">
      <dgm:prSet presAssocID="{D02EDD82-C3C2-4435-A119-A127A3B47AD5}" presName="root" presStyleCnt="0">
        <dgm:presLayoutVars>
          <dgm:dir/>
          <dgm:resizeHandles val="exact"/>
        </dgm:presLayoutVars>
      </dgm:prSet>
      <dgm:spPr/>
    </dgm:pt>
    <dgm:pt modelId="{77C77B6E-9481-42B2-8FE1-7036E779CAEC}" type="pres">
      <dgm:prSet presAssocID="{D289E000-D254-4A3B-930A-794268A41BFF}" presName="compNode" presStyleCnt="0"/>
      <dgm:spPr/>
    </dgm:pt>
    <dgm:pt modelId="{19536B33-BB4A-4958-956B-84CCA3B5CA42}" type="pres">
      <dgm:prSet presAssocID="{D289E000-D254-4A3B-930A-794268A41BFF}" presName="bgRect" presStyleLbl="bgShp" presStyleIdx="0" presStyleCnt="2"/>
      <dgm:spPr/>
    </dgm:pt>
    <dgm:pt modelId="{6010A494-3F13-48A9-9AEB-AA310C274A15}" type="pres">
      <dgm:prSet presAssocID="{D289E000-D254-4A3B-930A-794268A41BFF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åltavla"/>
        </a:ext>
      </dgm:extLst>
    </dgm:pt>
    <dgm:pt modelId="{6C525E0A-6754-4D9C-81F9-8E3BEA7CBEDE}" type="pres">
      <dgm:prSet presAssocID="{D289E000-D254-4A3B-930A-794268A41BFF}" presName="spaceRect" presStyleCnt="0"/>
      <dgm:spPr/>
    </dgm:pt>
    <dgm:pt modelId="{9A4A465B-159A-4E7F-AD8B-3B1C944D7835}" type="pres">
      <dgm:prSet presAssocID="{D289E000-D254-4A3B-930A-794268A41BFF}" presName="parTx" presStyleLbl="revTx" presStyleIdx="0" presStyleCnt="2">
        <dgm:presLayoutVars>
          <dgm:chMax val="0"/>
          <dgm:chPref val="0"/>
        </dgm:presLayoutVars>
      </dgm:prSet>
      <dgm:spPr/>
    </dgm:pt>
    <dgm:pt modelId="{F6209C8C-20A8-4622-BE6B-A34DC27F0E43}" type="pres">
      <dgm:prSet presAssocID="{283427AC-5140-4D61-8D6F-32EC7CB1EF4A}" presName="sibTrans" presStyleCnt="0"/>
      <dgm:spPr/>
    </dgm:pt>
    <dgm:pt modelId="{A06B52DE-944D-45AF-ADF8-03578C0B7F5B}" type="pres">
      <dgm:prSet presAssocID="{5DAB0276-38C7-4918-B41D-C8C49943AAB7}" presName="compNode" presStyleCnt="0"/>
      <dgm:spPr/>
    </dgm:pt>
    <dgm:pt modelId="{81F67B2C-E24F-4F65-8AFC-994940B0847E}" type="pres">
      <dgm:prSet presAssocID="{5DAB0276-38C7-4918-B41D-C8C49943AAB7}" presName="bgRect" presStyleLbl="bgShp" presStyleIdx="1" presStyleCnt="2"/>
      <dgm:spPr/>
    </dgm:pt>
    <dgm:pt modelId="{7AA9F283-DDB1-49E7-B2C2-51C4F6BB9AB4}" type="pres">
      <dgm:prSet presAssocID="{5DAB0276-38C7-4918-B41D-C8C49943AAB7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ustache Face with Solid Fill"/>
        </a:ext>
      </dgm:extLst>
    </dgm:pt>
    <dgm:pt modelId="{E33815C8-2E84-49EE-86E3-944BC2EDCA84}" type="pres">
      <dgm:prSet presAssocID="{5DAB0276-38C7-4918-B41D-C8C49943AAB7}" presName="spaceRect" presStyleCnt="0"/>
      <dgm:spPr/>
    </dgm:pt>
    <dgm:pt modelId="{48D1C176-F76B-4923-BEFC-5B0574136135}" type="pres">
      <dgm:prSet presAssocID="{5DAB0276-38C7-4918-B41D-C8C49943AAB7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27E54642-EBDF-4AC3-BEE0-47D7306B2462}" srcId="{D02EDD82-C3C2-4435-A119-A127A3B47AD5}" destId="{D289E000-D254-4A3B-930A-794268A41BFF}" srcOrd="0" destOrd="0" parTransId="{BA4869ED-1B26-433F-8EB7-C25CC7F1DD8F}" sibTransId="{283427AC-5140-4D61-8D6F-32EC7CB1EF4A}"/>
    <dgm:cxn modelId="{6C2C8885-E2F2-48FB-A90D-B4FAB373DD27}" type="presOf" srcId="{D02EDD82-C3C2-4435-A119-A127A3B47AD5}" destId="{88883932-40CC-44C1-B166-0F77A7A2E4C1}" srcOrd="0" destOrd="0" presId="urn:microsoft.com/office/officeart/2018/2/layout/IconVerticalSolidList"/>
    <dgm:cxn modelId="{469F868F-B5FF-4E9C-A33C-A4A9F8439D95}" srcId="{D02EDD82-C3C2-4435-A119-A127A3B47AD5}" destId="{5DAB0276-38C7-4918-B41D-C8C49943AAB7}" srcOrd="1" destOrd="0" parTransId="{B2AA1ECD-80F0-4A54-828F-70BF603C7D88}" sibTransId="{9D896F5C-9847-42BD-9940-975A258CD1DC}"/>
    <dgm:cxn modelId="{F73FFF95-9F05-4436-92AB-3C88FB088BC8}" type="presOf" srcId="{5DAB0276-38C7-4918-B41D-C8C49943AAB7}" destId="{48D1C176-F76B-4923-BEFC-5B0574136135}" srcOrd="0" destOrd="0" presId="urn:microsoft.com/office/officeart/2018/2/layout/IconVerticalSolidList"/>
    <dgm:cxn modelId="{6BE9CBF1-A6BC-494B-9A1A-E9933A4451E4}" type="presOf" srcId="{D289E000-D254-4A3B-930A-794268A41BFF}" destId="{9A4A465B-159A-4E7F-AD8B-3B1C944D7835}" srcOrd="0" destOrd="0" presId="urn:microsoft.com/office/officeart/2018/2/layout/IconVerticalSolidList"/>
    <dgm:cxn modelId="{DE110288-AA0B-42F7-B43D-602768248158}" type="presParOf" srcId="{88883932-40CC-44C1-B166-0F77A7A2E4C1}" destId="{77C77B6E-9481-42B2-8FE1-7036E779CAEC}" srcOrd="0" destOrd="0" presId="urn:microsoft.com/office/officeart/2018/2/layout/IconVerticalSolidList"/>
    <dgm:cxn modelId="{34AD2A06-55B6-4F0D-ACD2-5C761241CDD4}" type="presParOf" srcId="{77C77B6E-9481-42B2-8FE1-7036E779CAEC}" destId="{19536B33-BB4A-4958-956B-84CCA3B5CA42}" srcOrd="0" destOrd="0" presId="urn:microsoft.com/office/officeart/2018/2/layout/IconVerticalSolidList"/>
    <dgm:cxn modelId="{8AB20D48-0855-4580-9D3C-2496BD04C93A}" type="presParOf" srcId="{77C77B6E-9481-42B2-8FE1-7036E779CAEC}" destId="{6010A494-3F13-48A9-9AEB-AA310C274A15}" srcOrd="1" destOrd="0" presId="urn:microsoft.com/office/officeart/2018/2/layout/IconVerticalSolidList"/>
    <dgm:cxn modelId="{DE655250-DFB4-4640-BA69-B2B089CD85A1}" type="presParOf" srcId="{77C77B6E-9481-42B2-8FE1-7036E779CAEC}" destId="{6C525E0A-6754-4D9C-81F9-8E3BEA7CBEDE}" srcOrd="2" destOrd="0" presId="urn:microsoft.com/office/officeart/2018/2/layout/IconVerticalSolidList"/>
    <dgm:cxn modelId="{0DA8E98D-C91F-4BC0-BEED-46E5DD149AD3}" type="presParOf" srcId="{77C77B6E-9481-42B2-8FE1-7036E779CAEC}" destId="{9A4A465B-159A-4E7F-AD8B-3B1C944D7835}" srcOrd="3" destOrd="0" presId="urn:microsoft.com/office/officeart/2018/2/layout/IconVerticalSolidList"/>
    <dgm:cxn modelId="{BC1D5218-F18E-424B-B865-D913E4F59B95}" type="presParOf" srcId="{88883932-40CC-44C1-B166-0F77A7A2E4C1}" destId="{F6209C8C-20A8-4622-BE6B-A34DC27F0E43}" srcOrd="1" destOrd="0" presId="urn:microsoft.com/office/officeart/2018/2/layout/IconVerticalSolidList"/>
    <dgm:cxn modelId="{44838AD6-8D63-4357-B06D-221ED0963BF9}" type="presParOf" srcId="{88883932-40CC-44C1-B166-0F77A7A2E4C1}" destId="{A06B52DE-944D-45AF-ADF8-03578C0B7F5B}" srcOrd="2" destOrd="0" presId="urn:microsoft.com/office/officeart/2018/2/layout/IconVerticalSolidList"/>
    <dgm:cxn modelId="{6BC9EA3C-EE4B-4D22-A6B0-FDB426ECFF5D}" type="presParOf" srcId="{A06B52DE-944D-45AF-ADF8-03578C0B7F5B}" destId="{81F67B2C-E24F-4F65-8AFC-994940B0847E}" srcOrd="0" destOrd="0" presId="urn:microsoft.com/office/officeart/2018/2/layout/IconVerticalSolidList"/>
    <dgm:cxn modelId="{AB10ACE9-95A7-438F-9392-99BFE0A38B21}" type="presParOf" srcId="{A06B52DE-944D-45AF-ADF8-03578C0B7F5B}" destId="{7AA9F283-DDB1-49E7-B2C2-51C4F6BB9AB4}" srcOrd="1" destOrd="0" presId="urn:microsoft.com/office/officeart/2018/2/layout/IconVerticalSolidList"/>
    <dgm:cxn modelId="{E2F5B76F-B236-43E8-B64B-43938BE89113}" type="presParOf" srcId="{A06B52DE-944D-45AF-ADF8-03578C0B7F5B}" destId="{E33815C8-2E84-49EE-86E3-944BC2EDCA84}" srcOrd="2" destOrd="0" presId="urn:microsoft.com/office/officeart/2018/2/layout/IconVerticalSolidList"/>
    <dgm:cxn modelId="{9C2A1E74-CB2B-4E64-82A5-289DFE3BB0D8}" type="presParOf" srcId="{A06B52DE-944D-45AF-ADF8-03578C0B7F5B}" destId="{48D1C176-F76B-4923-BEFC-5B057413613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E05B7A8-4140-44FC-A7CC-A0EC20F0A42D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accent4_2" csCatId="accent4" phldr="1"/>
      <dgm:spPr/>
      <dgm:t>
        <a:bodyPr/>
        <a:lstStyle/>
        <a:p>
          <a:endParaRPr lang="en-US"/>
        </a:p>
      </dgm:t>
    </dgm:pt>
    <dgm:pt modelId="{D3538EA6-DF25-46BF-BCA7-4528B70AB0A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Ett skript är en textfil med instruktioner som datorn utför i ordning.</a:t>
          </a:r>
        </a:p>
      </dgm:t>
    </dgm:pt>
    <dgm:pt modelId="{5F34D440-868F-4467-A0CA-61BF61A024A2}" type="parTrans" cxnId="{ACAE9782-3FD4-4775-ADD5-BAAAD3478D20}">
      <dgm:prSet/>
      <dgm:spPr/>
      <dgm:t>
        <a:bodyPr/>
        <a:lstStyle/>
        <a:p>
          <a:endParaRPr lang="en-US"/>
        </a:p>
      </dgm:t>
    </dgm:pt>
    <dgm:pt modelId="{D2C6D4C3-DA2E-4892-8E52-4E6AE65C0A19}" type="sibTrans" cxnId="{ACAE9782-3FD4-4775-ADD5-BAAAD3478D20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3984FFF2-63AD-4499-B187-691F48450B4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Exempel:</a:t>
          </a:r>
          <a:r>
            <a:rPr lang="en-US"/>
            <a:t> Ett recept för att baka en kaka är som ett skript. Du följer stegen i ordning, och resultatet blir en kaka!</a:t>
          </a:r>
        </a:p>
      </dgm:t>
    </dgm:pt>
    <dgm:pt modelId="{E5B5795B-92BF-4240-A78A-93A9E2EB95D0}" type="parTrans" cxnId="{C5B49C05-999C-48DC-B6DC-AD472FAB09DF}">
      <dgm:prSet/>
      <dgm:spPr/>
      <dgm:t>
        <a:bodyPr/>
        <a:lstStyle/>
        <a:p>
          <a:endParaRPr lang="en-US"/>
        </a:p>
      </dgm:t>
    </dgm:pt>
    <dgm:pt modelId="{ED4AE851-EB98-4C3F-8C75-1AD0FA611A5B}" type="sibTrans" cxnId="{C5B49C05-999C-48DC-B6DC-AD472FAB09DF}">
      <dgm:prSet/>
      <dgm:spPr/>
      <dgm:t>
        <a:bodyPr/>
        <a:lstStyle/>
        <a:p>
          <a:endParaRPr lang="en-US"/>
        </a:p>
      </dgm:t>
    </dgm:pt>
    <dgm:pt modelId="{B3A53B87-E5BF-49EB-8600-B96E1FF4FB4D}" type="pres">
      <dgm:prSet presAssocID="{EE05B7A8-4140-44FC-A7CC-A0EC20F0A42D}" presName="root" presStyleCnt="0">
        <dgm:presLayoutVars>
          <dgm:dir/>
          <dgm:resizeHandles val="exact"/>
        </dgm:presLayoutVars>
      </dgm:prSet>
      <dgm:spPr/>
    </dgm:pt>
    <dgm:pt modelId="{12AE89CE-3D30-4AB6-BE81-BAAD27180F7E}" type="pres">
      <dgm:prSet presAssocID="{EE05B7A8-4140-44FC-A7CC-A0EC20F0A42D}" presName="container" presStyleCnt="0">
        <dgm:presLayoutVars>
          <dgm:dir/>
          <dgm:resizeHandles val="exact"/>
        </dgm:presLayoutVars>
      </dgm:prSet>
      <dgm:spPr/>
    </dgm:pt>
    <dgm:pt modelId="{D80378CA-4763-46C9-AE41-32D233CD83D8}" type="pres">
      <dgm:prSet presAssocID="{D3538EA6-DF25-46BF-BCA7-4528B70AB0AD}" presName="compNode" presStyleCnt="0"/>
      <dgm:spPr/>
    </dgm:pt>
    <dgm:pt modelId="{71868153-4BD1-4289-AAE3-7B7C144AC02E}" type="pres">
      <dgm:prSet presAssocID="{D3538EA6-DF25-46BF-BCA7-4528B70AB0AD}" presName="iconBgRect" presStyleLbl="bgShp" presStyleIdx="0" presStyleCnt="2"/>
      <dgm:spPr/>
    </dgm:pt>
    <dgm:pt modelId="{732B1982-2EA3-4CFB-9174-62E8DA28A335}" type="pres">
      <dgm:prSet presAssocID="{D3538EA6-DF25-46BF-BCA7-4528B70AB0AD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ödesschema"/>
        </a:ext>
      </dgm:extLst>
    </dgm:pt>
    <dgm:pt modelId="{FDFF3E3A-E7BC-46E6-A5CD-A22F4154F000}" type="pres">
      <dgm:prSet presAssocID="{D3538EA6-DF25-46BF-BCA7-4528B70AB0AD}" presName="spaceRect" presStyleCnt="0"/>
      <dgm:spPr/>
    </dgm:pt>
    <dgm:pt modelId="{8143694E-F94E-469D-A369-8D9077626CE6}" type="pres">
      <dgm:prSet presAssocID="{D3538EA6-DF25-46BF-BCA7-4528B70AB0AD}" presName="textRect" presStyleLbl="revTx" presStyleIdx="0" presStyleCnt="2">
        <dgm:presLayoutVars>
          <dgm:chMax val="1"/>
          <dgm:chPref val="1"/>
        </dgm:presLayoutVars>
      </dgm:prSet>
      <dgm:spPr/>
    </dgm:pt>
    <dgm:pt modelId="{8DC8CE8A-F628-4B32-9787-6D474EE6E1E2}" type="pres">
      <dgm:prSet presAssocID="{D2C6D4C3-DA2E-4892-8E52-4E6AE65C0A19}" presName="sibTrans" presStyleLbl="sibTrans2D1" presStyleIdx="0" presStyleCnt="0"/>
      <dgm:spPr/>
    </dgm:pt>
    <dgm:pt modelId="{AFB605ED-5220-4CA3-BD31-88EF0D0CDD39}" type="pres">
      <dgm:prSet presAssocID="{3984FFF2-63AD-4499-B187-691F48450B45}" presName="compNode" presStyleCnt="0"/>
      <dgm:spPr/>
    </dgm:pt>
    <dgm:pt modelId="{3CDF4C31-6A99-40AC-A5E9-E6214C79E40B}" type="pres">
      <dgm:prSet presAssocID="{3984FFF2-63AD-4499-B187-691F48450B45}" presName="iconBgRect" presStyleLbl="bgShp" presStyleIdx="1" presStyleCnt="2"/>
      <dgm:spPr/>
    </dgm:pt>
    <dgm:pt modelId="{659FF458-FD92-45EF-BB9C-8A463C78E913}" type="pres">
      <dgm:prSet presAssocID="{3984FFF2-63AD-4499-B187-691F48450B45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upcake"/>
        </a:ext>
      </dgm:extLst>
    </dgm:pt>
    <dgm:pt modelId="{94162D04-B724-43AE-BEFD-F26A8F46EC6C}" type="pres">
      <dgm:prSet presAssocID="{3984FFF2-63AD-4499-B187-691F48450B45}" presName="spaceRect" presStyleCnt="0"/>
      <dgm:spPr/>
    </dgm:pt>
    <dgm:pt modelId="{5F623972-4AC2-4B1B-A8C3-DE107130DEC4}" type="pres">
      <dgm:prSet presAssocID="{3984FFF2-63AD-4499-B187-691F48450B45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C5B49C05-999C-48DC-B6DC-AD472FAB09DF}" srcId="{EE05B7A8-4140-44FC-A7CC-A0EC20F0A42D}" destId="{3984FFF2-63AD-4499-B187-691F48450B45}" srcOrd="1" destOrd="0" parTransId="{E5B5795B-92BF-4240-A78A-93A9E2EB95D0}" sibTransId="{ED4AE851-EB98-4C3F-8C75-1AD0FA611A5B}"/>
    <dgm:cxn modelId="{A5B46435-72CA-43C1-93F1-7869D68A3A26}" type="presOf" srcId="{EE05B7A8-4140-44FC-A7CC-A0EC20F0A42D}" destId="{B3A53B87-E5BF-49EB-8600-B96E1FF4FB4D}" srcOrd="0" destOrd="0" presId="urn:microsoft.com/office/officeart/2018/2/layout/IconCircleList"/>
    <dgm:cxn modelId="{B7E47135-8EED-4715-9864-10CBDAC72A5C}" type="presOf" srcId="{D2C6D4C3-DA2E-4892-8E52-4E6AE65C0A19}" destId="{8DC8CE8A-F628-4B32-9787-6D474EE6E1E2}" srcOrd="0" destOrd="0" presId="urn:microsoft.com/office/officeart/2018/2/layout/IconCircleList"/>
    <dgm:cxn modelId="{9793BC4D-D8EC-4B0F-BB68-23A572089603}" type="presOf" srcId="{3984FFF2-63AD-4499-B187-691F48450B45}" destId="{5F623972-4AC2-4B1B-A8C3-DE107130DEC4}" srcOrd="0" destOrd="0" presId="urn:microsoft.com/office/officeart/2018/2/layout/IconCircleList"/>
    <dgm:cxn modelId="{ACAE9782-3FD4-4775-ADD5-BAAAD3478D20}" srcId="{EE05B7A8-4140-44FC-A7CC-A0EC20F0A42D}" destId="{D3538EA6-DF25-46BF-BCA7-4528B70AB0AD}" srcOrd="0" destOrd="0" parTransId="{5F34D440-868F-4467-A0CA-61BF61A024A2}" sibTransId="{D2C6D4C3-DA2E-4892-8E52-4E6AE65C0A19}"/>
    <dgm:cxn modelId="{DAB474BE-EADE-4450-BCFC-2E6E69594839}" type="presOf" srcId="{D3538EA6-DF25-46BF-BCA7-4528B70AB0AD}" destId="{8143694E-F94E-469D-A369-8D9077626CE6}" srcOrd="0" destOrd="0" presId="urn:microsoft.com/office/officeart/2018/2/layout/IconCircleList"/>
    <dgm:cxn modelId="{314FF247-EEEA-44C0-A7A2-3611503E94B2}" type="presParOf" srcId="{B3A53B87-E5BF-49EB-8600-B96E1FF4FB4D}" destId="{12AE89CE-3D30-4AB6-BE81-BAAD27180F7E}" srcOrd="0" destOrd="0" presId="urn:microsoft.com/office/officeart/2018/2/layout/IconCircleList"/>
    <dgm:cxn modelId="{67F34663-6C6F-43F7-BB91-6A034DC30AEC}" type="presParOf" srcId="{12AE89CE-3D30-4AB6-BE81-BAAD27180F7E}" destId="{D80378CA-4763-46C9-AE41-32D233CD83D8}" srcOrd="0" destOrd="0" presId="urn:microsoft.com/office/officeart/2018/2/layout/IconCircleList"/>
    <dgm:cxn modelId="{EC98E7BD-BFA5-4FAB-A238-21FAFBF00A49}" type="presParOf" srcId="{D80378CA-4763-46C9-AE41-32D233CD83D8}" destId="{71868153-4BD1-4289-AAE3-7B7C144AC02E}" srcOrd="0" destOrd="0" presId="urn:microsoft.com/office/officeart/2018/2/layout/IconCircleList"/>
    <dgm:cxn modelId="{20C99881-E965-4919-B5FF-B17DF65282B5}" type="presParOf" srcId="{D80378CA-4763-46C9-AE41-32D233CD83D8}" destId="{732B1982-2EA3-4CFB-9174-62E8DA28A335}" srcOrd="1" destOrd="0" presId="urn:microsoft.com/office/officeart/2018/2/layout/IconCircleList"/>
    <dgm:cxn modelId="{B139976B-CB48-45F8-BAD1-54340DD79541}" type="presParOf" srcId="{D80378CA-4763-46C9-AE41-32D233CD83D8}" destId="{FDFF3E3A-E7BC-46E6-A5CD-A22F4154F000}" srcOrd="2" destOrd="0" presId="urn:microsoft.com/office/officeart/2018/2/layout/IconCircleList"/>
    <dgm:cxn modelId="{52B99A1F-0EAB-48DD-9651-2FCD0BDDBE20}" type="presParOf" srcId="{D80378CA-4763-46C9-AE41-32D233CD83D8}" destId="{8143694E-F94E-469D-A369-8D9077626CE6}" srcOrd="3" destOrd="0" presId="urn:microsoft.com/office/officeart/2018/2/layout/IconCircleList"/>
    <dgm:cxn modelId="{1A4F01EB-F8AF-4D41-B112-0296C9ECA4DD}" type="presParOf" srcId="{12AE89CE-3D30-4AB6-BE81-BAAD27180F7E}" destId="{8DC8CE8A-F628-4B32-9787-6D474EE6E1E2}" srcOrd="1" destOrd="0" presId="urn:microsoft.com/office/officeart/2018/2/layout/IconCircleList"/>
    <dgm:cxn modelId="{A3B0E8F5-C9C1-477E-8D52-1C2CE82AB143}" type="presParOf" srcId="{12AE89CE-3D30-4AB6-BE81-BAAD27180F7E}" destId="{AFB605ED-5220-4CA3-BD31-88EF0D0CDD39}" srcOrd="2" destOrd="0" presId="urn:microsoft.com/office/officeart/2018/2/layout/IconCircleList"/>
    <dgm:cxn modelId="{47C06EB8-D8B7-443B-B883-BFB4A4A70A35}" type="presParOf" srcId="{AFB605ED-5220-4CA3-BD31-88EF0D0CDD39}" destId="{3CDF4C31-6A99-40AC-A5E9-E6214C79E40B}" srcOrd="0" destOrd="0" presId="urn:microsoft.com/office/officeart/2018/2/layout/IconCircleList"/>
    <dgm:cxn modelId="{31411558-79CE-4267-8893-1CBB1FDD1619}" type="presParOf" srcId="{AFB605ED-5220-4CA3-BD31-88EF0D0CDD39}" destId="{659FF458-FD92-45EF-BB9C-8A463C78E913}" srcOrd="1" destOrd="0" presId="urn:microsoft.com/office/officeart/2018/2/layout/IconCircleList"/>
    <dgm:cxn modelId="{EE0D9DE9-4BC0-43E4-A99D-DF14C0F64005}" type="presParOf" srcId="{AFB605ED-5220-4CA3-BD31-88EF0D0CDD39}" destId="{94162D04-B724-43AE-BEFD-F26A8F46EC6C}" srcOrd="2" destOrd="0" presId="urn:microsoft.com/office/officeart/2018/2/layout/IconCircleList"/>
    <dgm:cxn modelId="{FDB7C746-8279-4E45-9C27-16EC3948C8EB}" type="presParOf" srcId="{AFB605ED-5220-4CA3-BD31-88EF0D0CDD39}" destId="{5F623972-4AC2-4B1B-A8C3-DE107130DEC4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993D65E-946B-4A62-9C7B-BD43C863C696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accent0_3" csCatId="mainScheme" phldr="1"/>
      <dgm:spPr/>
      <dgm:t>
        <a:bodyPr/>
        <a:lstStyle/>
        <a:p>
          <a:endParaRPr lang="en-US"/>
        </a:p>
      </dgm:t>
    </dgm:pt>
    <dgm:pt modelId="{776B2BDA-0B3F-42ED-99E8-F9D5D2AEC9A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Kursens Syfte – Varför Just Denna Kurs?</a:t>
          </a:r>
        </a:p>
      </dgm:t>
    </dgm:pt>
    <dgm:pt modelId="{BFC40F47-E687-47E8-BF40-1BC47457C6B1}" type="parTrans" cxnId="{D6D2680B-7226-4FE3-BC45-7A272A96490B}">
      <dgm:prSet/>
      <dgm:spPr/>
      <dgm:t>
        <a:bodyPr/>
        <a:lstStyle/>
        <a:p>
          <a:endParaRPr lang="en-US"/>
        </a:p>
      </dgm:t>
    </dgm:pt>
    <dgm:pt modelId="{3AFF8558-0505-458F-9560-2853397B3F3D}" type="sibTrans" cxnId="{D6D2680B-7226-4FE3-BC45-7A272A96490B}">
      <dgm:prSet/>
      <dgm:spPr/>
      <dgm:t>
        <a:bodyPr/>
        <a:lstStyle/>
        <a:p>
          <a:endParaRPr lang="en-US"/>
        </a:p>
      </dgm:t>
    </dgm:pt>
    <dgm:pt modelId="{5C7E41D6-77DF-4D6D-858D-24681909283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Du är i slutet av din utbildning och ska nu:</a:t>
          </a:r>
        </a:p>
      </dgm:t>
    </dgm:pt>
    <dgm:pt modelId="{D7FA8F64-29B1-47A3-9DA8-580DB0B52DF2}" type="parTrans" cxnId="{745E06DC-AB35-42EF-8EA0-4623846BAEF4}">
      <dgm:prSet/>
      <dgm:spPr/>
      <dgm:t>
        <a:bodyPr/>
        <a:lstStyle/>
        <a:p>
          <a:endParaRPr lang="en-US"/>
        </a:p>
      </dgm:t>
    </dgm:pt>
    <dgm:pt modelId="{DCF92AB4-F379-4F86-AEDA-AE9A23ED52D1}" type="sibTrans" cxnId="{745E06DC-AB35-42EF-8EA0-4623846BAEF4}">
      <dgm:prSet/>
      <dgm:spPr/>
      <dgm:t>
        <a:bodyPr/>
        <a:lstStyle/>
        <a:p>
          <a:endParaRPr lang="en-US"/>
        </a:p>
      </dgm:t>
    </dgm:pt>
    <dgm:pt modelId="{2A0995F8-EE1A-49D8-845D-09A2EB32E08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Samla ihop alla dina kunskaper</a:t>
          </a:r>
        </a:p>
      </dgm:t>
    </dgm:pt>
    <dgm:pt modelId="{6602C698-6308-4260-BB24-CB9EEE617D14}" type="parTrans" cxnId="{36C70234-A1DE-4FFA-B50C-ABE8F61F1563}">
      <dgm:prSet/>
      <dgm:spPr/>
      <dgm:t>
        <a:bodyPr/>
        <a:lstStyle/>
        <a:p>
          <a:endParaRPr lang="en-US"/>
        </a:p>
      </dgm:t>
    </dgm:pt>
    <dgm:pt modelId="{B580C1DF-BC2C-441D-B16C-043CBD27E7BE}" type="sibTrans" cxnId="{36C70234-A1DE-4FFA-B50C-ABE8F61F1563}">
      <dgm:prSet/>
      <dgm:spPr/>
      <dgm:t>
        <a:bodyPr/>
        <a:lstStyle/>
        <a:p>
          <a:endParaRPr lang="en-US"/>
        </a:p>
      </dgm:t>
    </dgm:pt>
    <dgm:pt modelId="{075EEC07-949C-4B39-B591-EB2EC0511AB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Lära dig automatisera på riktigt</a:t>
          </a:r>
        </a:p>
      </dgm:t>
    </dgm:pt>
    <dgm:pt modelId="{F0F6E2E0-18A1-4D07-96E8-F37BDE5D17FF}" type="parTrans" cxnId="{FD2213EC-DB6A-4B92-A58E-59C9B3092A58}">
      <dgm:prSet/>
      <dgm:spPr/>
      <dgm:t>
        <a:bodyPr/>
        <a:lstStyle/>
        <a:p>
          <a:endParaRPr lang="en-US"/>
        </a:p>
      </dgm:t>
    </dgm:pt>
    <dgm:pt modelId="{32B17E38-CC77-4A34-A2DD-6B8B72A9B32A}" type="sibTrans" cxnId="{FD2213EC-DB6A-4B92-A58E-59C9B3092A58}">
      <dgm:prSet/>
      <dgm:spPr/>
      <dgm:t>
        <a:bodyPr/>
        <a:lstStyle/>
        <a:p>
          <a:endParaRPr lang="en-US"/>
        </a:p>
      </dgm:t>
    </dgm:pt>
    <dgm:pt modelId="{CD5D8F3A-06BF-4DBF-9C24-4C8C30F61F0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Förbereda dig för LIA och arbetslivet</a:t>
          </a:r>
        </a:p>
      </dgm:t>
    </dgm:pt>
    <dgm:pt modelId="{C2807FD5-3AF3-4CB4-8A42-F3783E906CC1}" type="parTrans" cxnId="{2617825E-AB1D-41E1-B60F-9330C6418D1C}">
      <dgm:prSet/>
      <dgm:spPr/>
      <dgm:t>
        <a:bodyPr/>
        <a:lstStyle/>
        <a:p>
          <a:endParaRPr lang="en-US"/>
        </a:p>
      </dgm:t>
    </dgm:pt>
    <dgm:pt modelId="{DEFD439B-7620-440E-A89D-D9B20B199601}" type="sibTrans" cxnId="{2617825E-AB1D-41E1-B60F-9330C6418D1C}">
      <dgm:prSet/>
      <dgm:spPr/>
      <dgm:t>
        <a:bodyPr/>
        <a:lstStyle/>
        <a:p>
          <a:endParaRPr lang="en-US"/>
        </a:p>
      </dgm:t>
    </dgm:pt>
    <dgm:pt modelId="{8B11BCBF-D507-4145-9ABF-6308801CE784}" type="pres">
      <dgm:prSet presAssocID="{A993D65E-946B-4A62-9C7B-BD43C863C696}" presName="root" presStyleCnt="0">
        <dgm:presLayoutVars>
          <dgm:dir/>
          <dgm:resizeHandles val="exact"/>
        </dgm:presLayoutVars>
      </dgm:prSet>
      <dgm:spPr/>
    </dgm:pt>
    <dgm:pt modelId="{1DB2694B-CE68-4ACE-876E-66B47544893A}" type="pres">
      <dgm:prSet presAssocID="{776B2BDA-0B3F-42ED-99E8-F9D5D2AEC9AF}" presName="compNode" presStyleCnt="0"/>
      <dgm:spPr/>
    </dgm:pt>
    <dgm:pt modelId="{62B42BE8-0397-43FA-96A9-CEB5244A1DFA}" type="pres">
      <dgm:prSet presAssocID="{776B2BDA-0B3F-42ED-99E8-F9D5D2AEC9AF}" presName="bgRect" presStyleLbl="bgShp" presStyleIdx="0" presStyleCnt="5"/>
      <dgm:spPr/>
    </dgm:pt>
    <dgm:pt modelId="{CF644734-ECFB-4586-9A35-7BAF3529E98A}" type="pres">
      <dgm:prSet presAssocID="{776B2BDA-0B3F-42ED-99E8-F9D5D2AEC9AF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rbetsflöde"/>
        </a:ext>
      </dgm:extLst>
    </dgm:pt>
    <dgm:pt modelId="{28C8A153-3839-43F0-AA3D-7A836FEAFEC0}" type="pres">
      <dgm:prSet presAssocID="{776B2BDA-0B3F-42ED-99E8-F9D5D2AEC9AF}" presName="spaceRect" presStyleCnt="0"/>
      <dgm:spPr/>
    </dgm:pt>
    <dgm:pt modelId="{6700BAC9-068A-4CC8-AC46-17386557317B}" type="pres">
      <dgm:prSet presAssocID="{776B2BDA-0B3F-42ED-99E8-F9D5D2AEC9AF}" presName="parTx" presStyleLbl="revTx" presStyleIdx="0" presStyleCnt="5">
        <dgm:presLayoutVars>
          <dgm:chMax val="0"/>
          <dgm:chPref val="0"/>
        </dgm:presLayoutVars>
      </dgm:prSet>
      <dgm:spPr/>
    </dgm:pt>
    <dgm:pt modelId="{105D4ED4-859D-4A72-BAF5-ABCAC3AE5548}" type="pres">
      <dgm:prSet presAssocID="{3AFF8558-0505-458F-9560-2853397B3F3D}" presName="sibTrans" presStyleCnt="0"/>
      <dgm:spPr/>
    </dgm:pt>
    <dgm:pt modelId="{3AAFDCF4-D370-424E-BA12-05A36D65177A}" type="pres">
      <dgm:prSet presAssocID="{5C7E41D6-77DF-4D6D-858D-246819092831}" presName="compNode" presStyleCnt="0"/>
      <dgm:spPr/>
    </dgm:pt>
    <dgm:pt modelId="{4BC60949-A8FE-4012-8E8E-3DF480598134}" type="pres">
      <dgm:prSet presAssocID="{5C7E41D6-77DF-4D6D-858D-246819092831}" presName="bgRect" presStyleLbl="bgShp" presStyleIdx="1" presStyleCnt="5"/>
      <dgm:spPr/>
    </dgm:pt>
    <dgm:pt modelId="{A2FE8711-1C89-475E-80DD-C98695FC72BE}" type="pres">
      <dgm:prSet presAssocID="{5C7E41D6-77DF-4D6D-858D-246819092831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usik"/>
        </a:ext>
      </dgm:extLst>
    </dgm:pt>
    <dgm:pt modelId="{32E6E225-85B8-4BC1-88C0-876D4816E419}" type="pres">
      <dgm:prSet presAssocID="{5C7E41D6-77DF-4D6D-858D-246819092831}" presName="spaceRect" presStyleCnt="0"/>
      <dgm:spPr/>
    </dgm:pt>
    <dgm:pt modelId="{EB5238FE-E73E-498B-9293-9C94C2B8E342}" type="pres">
      <dgm:prSet presAssocID="{5C7E41D6-77DF-4D6D-858D-246819092831}" presName="parTx" presStyleLbl="revTx" presStyleIdx="1" presStyleCnt="5">
        <dgm:presLayoutVars>
          <dgm:chMax val="0"/>
          <dgm:chPref val="0"/>
        </dgm:presLayoutVars>
      </dgm:prSet>
      <dgm:spPr/>
    </dgm:pt>
    <dgm:pt modelId="{62A44A92-9F91-44A2-8E46-FADC5DA715DB}" type="pres">
      <dgm:prSet presAssocID="{DCF92AB4-F379-4F86-AEDA-AE9A23ED52D1}" presName="sibTrans" presStyleCnt="0"/>
      <dgm:spPr/>
    </dgm:pt>
    <dgm:pt modelId="{F088723E-879A-43A7-B7A5-106792E7F52A}" type="pres">
      <dgm:prSet presAssocID="{2A0995F8-EE1A-49D8-845D-09A2EB32E08A}" presName="compNode" presStyleCnt="0"/>
      <dgm:spPr/>
    </dgm:pt>
    <dgm:pt modelId="{E0A4D4CF-DD9B-4C6F-A7DD-5CF9E15AA495}" type="pres">
      <dgm:prSet presAssocID="{2A0995F8-EE1A-49D8-845D-09A2EB32E08A}" presName="bgRect" presStyleLbl="bgShp" presStyleIdx="2" presStyleCnt="5"/>
      <dgm:spPr/>
    </dgm:pt>
    <dgm:pt modelId="{FCD34FE1-9465-4EA2-88A1-AA876ED73AB9}" type="pres">
      <dgm:prSet presAssocID="{2A0995F8-EE1A-49D8-845D-09A2EB32E08A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upp"/>
        </a:ext>
      </dgm:extLst>
    </dgm:pt>
    <dgm:pt modelId="{C383EAD8-B7F8-40F3-B5C0-2E281DBD7478}" type="pres">
      <dgm:prSet presAssocID="{2A0995F8-EE1A-49D8-845D-09A2EB32E08A}" presName="spaceRect" presStyleCnt="0"/>
      <dgm:spPr/>
    </dgm:pt>
    <dgm:pt modelId="{812A5465-10FC-44FC-A472-CCD0A52C9DE6}" type="pres">
      <dgm:prSet presAssocID="{2A0995F8-EE1A-49D8-845D-09A2EB32E08A}" presName="parTx" presStyleLbl="revTx" presStyleIdx="2" presStyleCnt="5">
        <dgm:presLayoutVars>
          <dgm:chMax val="0"/>
          <dgm:chPref val="0"/>
        </dgm:presLayoutVars>
      </dgm:prSet>
      <dgm:spPr/>
    </dgm:pt>
    <dgm:pt modelId="{A030E768-8AC6-43E3-AD0D-C3E19F2729DB}" type="pres">
      <dgm:prSet presAssocID="{B580C1DF-BC2C-441D-B16C-043CBD27E7BE}" presName="sibTrans" presStyleCnt="0"/>
      <dgm:spPr/>
    </dgm:pt>
    <dgm:pt modelId="{C22441BE-A1D3-4794-82FD-D14CB5C95A47}" type="pres">
      <dgm:prSet presAssocID="{075EEC07-949C-4B39-B591-EB2EC0511AB7}" presName="compNode" presStyleCnt="0"/>
      <dgm:spPr/>
    </dgm:pt>
    <dgm:pt modelId="{1EB0B8DA-A2C5-4247-9B92-ED0E3C9546FE}" type="pres">
      <dgm:prSet presAssocID="{075EEC07-949C-4B39-B591-EB2EC0511AB7}" presName="bgRect" presStyleLbl="bgShp" presStyleIdx="3" presStyleCnt="5"/>
      <dgm:spPr/>
    </dgm:pt>
    <dgm:pt modelId="{6949FE91-11B0-4F27-B747-E2B41174C500}" type="pres">
      <dgm:prSet presAssocID="{075EEC07-949C-4B39-B591-EB2EC0511AB7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E531E121-3251-431E-803D-10B7F5DA042A}" type="pres">
      <dgm:prSet presAssocID="{075EEC07-949C-4B39-B591-EB2EC0511AB7}" presName="spaceRect" presStyleCnt="0"/>
      <dgm:spPr/>
    </dgm:pt>
    <dgm:pt modelId="{9CB22FA2-FA49-4228-A2F3-7D455A003D51}" type="pres">
      <dgm:prSet presAssocID="{075EEC07-949C-4B39-B591-EB2EC0511AB7}" presName="parTx" presStyleLbl="revTx" presStyleIdx="3" presStyleCnt="5">
        <dgm:presLayoutVars>
          <dgm:chMax val="0"/>
          <dgm:chPref val="0"/>
        </dgm:presLayoutVars>
      </dgm:prSet>
      <dgm:spPr/>
    </dgm:pt>
    <dgm:pt modelId="{7F7E035E-D97F-41C9-B74A-0FF86B76F7C9}" type="pres">
      <dgm:prSet presAssocID="{32B17E38-CC77-4A34-A2DD-6B8B72A9B32A}" presName="sibTrans" presStyleCnt="0"/>
      <dgm:spPr/>
    </dgm:pt>
    <dgm:pt modelId="{68215CBD-464B-40A5-BBA4-46A5C92D2B93}" type="pres">
      <dgm:prSet presAssocID="{CD5D8F3A-06BF-4DBF-9C24-4C8C30F61F00}" presName="compNode" presStyleCnt="0"/>
      <dgm:spPr/>
    </dgm:pt>
    <dgm:pt modelId="{6CE17F86-616F-4FAD-81DC-1334897CFC8F}" type="pres">
      <dgm:prSet presAssocID="{CD5D8F3A-06BF-4DBF-9C24-4C8C30F61F00}" presName="bgRect" presStyleLbl="bgShp" presStyleIdx="4" presStyleCnt="5"/>
      <dgm:spPr/>
    </dgm:pt>
    <dgm:pt modelId="{613F03CE-91D2-42D1-9F7C-8B90D32E411B}" type="pres">
      <dgm:prSet presAssocID="{CD5D8F3A-06BF-4DBF-9C24-4C8C30F61F00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lista"/>
        </a:ext>
      </dgm:extLst>
    </dgm:pt>
    <dgm:pt modelId="{37DE59AD-10A5-410A-9587-E9A5D08BDA50}" type="pres">
      <dgm:prSet presAssocID="{CD5D8F3A-06BF-4DBF-9C24-4C8C30F61F00}" presName="spaceRect" presStyleCnt="0"/>
      <dgm:spPr/>
    </dgm:pt>
    <dgm:pt modelId="{C37E3B02-33A6-483B-8563-4B58659150A9}" type="pres">
      <dgm:prSet presAssocID="{CD5D8F3A-06BF-4DBF-9C24-4C8C30F61F00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D6D2680B-7226-4FE3-BC45-7A272A96490B}" srcId="{A993D65E-946B-4A62-9C7B-BD43C863C696}" destId="{776B2BDA-0B3F-42ED-99E8-F9D5D2AEC9AF}" srcOrd="0" destOrd="0" parTransId="{BFC40F47-E687-47E8-BF40-1BC47457C6B1}" sibTransId="{3AFF8558-0505-458F-9560-2853397B3F3D}"/>
    <dgm:cxn modelId="{36C70234-A1DE-4FFA-B50C-ABE8F61F1563}" srcId="{A993D65E-946B-4A62-9C7B-BD43C863C696}" destId="{2A0995F8-EE1A-49D8-845D-09A2EB32E08A}" srcOrd="2" destOrd="0" parTransId="{6602C698-6308-4260-BB24-CB9EEE617D14}" sibTransId="{B580C1DF-BC2C-441D-B16C-043CBD27E7BE}"/>
    <dgm:cxn modelId="{2617825E-AB1D-41E1-B60F-9330C6418D1C}" srcId="{A993D65E-946B-4A62-9C7B-BD43C863C696}" destId="{CD5D8F3A-06BF-4DBF-9C24-4C8C30F61F00}" srcOrd="4" destOrd="0" parTransId="{C2807FD5-3AF3-4CB4-8A42-F3783E906CC1}" sibTransId="{DEFD439B-7620-440E-A89D-D9B20B199601}"/>
    <dgm:cxn modelId="{B33C1B41-3D44-43E1-BC75-E83133B56302}" type="presOf" srcId="{776B2BDA-0B3F-42ED-99E8-F9D5D2AEC9AF}" destId="{6700BAC9-068A-4CC8-AC46-17386557317B}" srcOrd="0" destOrd="0" presId="urn:microsoft.com/office/officeart/2018/2/layout/IconVerticalSolidList"/>
    <dgm:cxn modelId="{10C9C247-D516-408E-B3E2-75D7D6649F3E}" type="presOf" srcId="{5C7E41D6-77DF-4D6D-858D-246819092831}" destId="{EB5238FE-E73E-498B-9293-9C94C2B8E342}" srcOrd="0" destOrd="0" presId="urn:microsoft.com/office/officeart/2018/2/layout/IconVerticalSolidList"/>
    <dgm:cxn modelId="{C5C93797-7EA6-44F6-BE63-5CEE5733A803}" type="presOf" srcId="{A993D65E-946B-4A62-9C7B-BD43C863C696}" destId="{8B11BCBF-D507-4145-9ABF-6308801CE784}" srcOrd="0" destOrd="0" presId="urn:microsoft.com/office/officeart/2018/2/layout/IconVerticalSolidList"/>
    <dgm:cxn modelId="{28150BA4-8521-48D0-9921-FB3A3905DE5D}" type="presOf" srcId="{075EEC07-949C-4B39-B591-EB2EC0511AB7}" destId="{9CB22FA2-FA49-4228-A2F3-7D455A003D51}" srcOrd="0" destOrd="0" presId="urn:microsoft.com/office/officeart/2018/2/layout/IconVerticalSolidList"/>
    <dgm:cxn modelId="{E41DD2AD-F269-418B-8094-7C47A7E36A2C}" type="presOf" srcId="{CD5D8F3A-06BF-4DBF-9C24-4C8C30F61F00}" destId="{C37E3B02-33A6-483B-8563-4B58659150A9}" srcOrd="0" destOrd="0" presId="urn:microsoft.com/office/officeart/2018/2/layout/IconVerticalSolidList"/>
    <dgm:cxn modelId="{208969D7-C885-4ACA-AD89-F81D732C6C57}" type="presOf" srcId="{2A0995F8-EE1A-49D8-845D-09A2EB32E08A}" destId="{812A5465-10FC-44FC-A472-CCD0A52C9DE6}" srcOrd="0" destOrd="0" presId="urn:microsoft.com/office/officeart/2018/2/layout/IconVerticalSolidList"/>
    <dgm:cxn modelId="{745E06DC-AB35-42EF-8EA0-4623846BAEF4}" srcId="{A993D65E-946B-4A62-9C7B-BD43C863C696}" destId="{5C7E41D6-77DF-4D6D-858D-246819092831}" srcOrd="1" destOrd="0" parTransId="{D7FA8F64-29B1-47A3-9DA8-580DB0B52DF2}" sibTransId="{DCF92AB4-F379-4F86-AEDA-AE9A23ED52D1}"/>
    <dgm:cxn modelId="{FD2213EC-DB6A-4B92-A58E-59C9B3092A58}" srcId="{A993D65E-946B-4A62-9C7B-BD43C863C696}" destId="{075EEC07-949C-4B39-B591-EB2EC0511AB7}" srcOrd="3" destOrd="0" parTransId="{F0F6E2E0-18A1-4D07-96E8-F37BDE5D17FF}" sibTransId="{32B17E38-CC77-4A34-A2DD-6B8B72A9B32A}"/>
    <dgm:cxn modelId="{EC9C92D4-FB13-43F3-B000-71DC7C111183}" type="presParOf" srcId="{8B11BCBF-D507-4145-9ABF-6308801CE784}" destId="{1DB2694B-CE68-4ACE-876E-66B47544893A}" srcOrd="0" destOrd="0" presId="urn:microsoft.com/office/officeart/2018/2/layout/IconVerticalSolidList"/>
    <dgm:cxn modelId="{F6C167F4-FDDE-41C8-A178-100ABF8895B4}" type="presParOf" srcId="{1DB2694B-CE68-4ACE-876E-66B47544893A}" destId="{62B42BE8-0397-43FA-96A9-CEB5244A1DFA}" srcOrd="0" destOrd="0" presId="urn:microsoft.com/office/officeart/2018/2/layout/IconVerticalSolidList"/>
    <dgm:cxn modelId="{75460200-D23B-442E-9984-FDC0B842D6B0}" type="presParOf" srcId="{1DB2694B-CE68-4ACE-876E-66B47544893A}" destId="{CF644734-ECFB-4586-9A35-7BAF3529E98A}" srcOrd="1" destOrd="0" presId="urn:microsoft.com/office/officeart/2018/2/layout/IconVerticalSolidList"/>
    <dgm:cxn modelId="{67902B31-1A9A-4E56-8620-E2A30CDA3A4B}" type="presParOf" srcId="{1DB2694B-CE68-4ACE-876E-66B47544893A}" destId="{28C8A153-3839-43F0-AA3D-7A836FEAFEC0}" srcOrd="2" destOrd="0" presId="urn:microsoft.com/office/officeart/2018/2/layout/IconVerticalSolidList"/>
    <dgm:cxn modelId="{223F18B9-DDFF-46D9-ADC9-72BA2268DB0F}" type="presParOf" srcId="{1DB2694B-CE68-4ACE-876E-66B47544893A}" destId="{6700BAC9-068A-4CC8-AC46-17386557317B}" srcOrd="3" destOrd="0" presId="urn:microsoft.com/office/officeart/2018/2/layout/IconVerticalSolidList"/>
    <dgm:cxn modelId="{6D7838D3-DEB6-421E-BFDA-18C4B227EBFE}" type="presParOf" srcId="{8B11BCBF-D507-4145-9ABF-6308801CE784}" destId="{105D4ED4-859D-4A72-BAF5-ABCAC3AE5548}" srcOrd="1" destOrd="0" presId="urn:microsoft.com/office/officeart/2018/2/layout/IconVerticalSolidList"/>
    <dgm:cxn modelId="{45D5253E-0653-4F5E-9FEF-C86B649A4C54}" type="presParOf" srcId="{8B11BCBF-D507-4145-9ABF-6308801CE784}" destId="{3AAFDCF4-D370-424E-BA12-05A36D65177A}" srcOrd="2" destOrd="0" presId="urn:microsoft.com/office/officeart/2018/2/layout/IconVerticalSolidList"/>
    <dgm:cxn modelId="{5AAAA5E1-1933-40EB-BE38-2AF6C1D1C98C}" type="presParOf" srcId="{3AAFDCF4-D370-424E-BA12-05A36D65177A}" destId="{4BC60949-A8FE-4012-8E8E-3DF480598134}" srcOrd="0" destOrd="0" presId="urn:microsoft.com/office/officeart/2018/2/layout/IconVerticalSolidList"/>
    <dgm:cxn modelId="{5807F6BA-39E0-4440-85E0-C7197506F350}" type="presParOf" srcId="{3AAFDCF4-D370-424E-BA12-05A36D65177A}" destId="{A2FE8711-1C89-475E-80DD-C98695FC72BE}" srcOrd="1" destOrd="0" presId="urn:microsoft.com/office/officeart/2018/2/layout/IconVerticalSolidList"/>
    <dgm:cxn modelId="{26D11698-09FD-4E7B-9D8A-E133314CB560}" type="presParOf" srcId="{3AAFDCF4-D370-424E-BA12-05A36D65177A}" destId="{32E6E225-85B8-4BC1-88C0-876D4816E419}" srcOrd="2" destOrd="0" presId="urn:microsoft.com/office/officeart/2018/2/layout/IconVerticalSolidList"/>
    <dgm:cxn modelId="{80FB3919-1708-42D8-9EE3-B63E27D1ED05}" type="presParOf" srcId="{3AAFDCF4-D370-424E-BA12-05A36D65177A}" destId="{EB5238FE-E73E-498B-9293-9C94C2B8E342}" srcOrd="3" destOrd="0" presId="urn:microsoft.com/office/officeart/2018/2/layout/IconVerticalSolidList"/>
    <dgm:cxn modelId="{5F1D7C6C-B4C6-4AAA-8F03-9AFAB49E1D26}" type="presParOf" srcId="{8B11BCBF-D507-4145-9ABF-6308801CE784}" destId="{62A44A92-9F91-44A2-8E46-FADC5DA715DB}" srcOrd="3" destOrd="0" presId="urn:microsoft.com/office/officeart/2018/2/layout/IconVerticalSolidList"/>
    <dgm:cxn modelId="{C9AC0276-93D6-4C16-93E1-3DCD29F80863}" type="presParOf" srcId="{8B11BCBF-D507-4145-9ABF-6308801CE784}" destId="{F088723E-879A-43A7-B7A5-106792E7F52A}" srcOrd="4" destOrd="0" presId="urn:microsoft.com/office/officeart/2018/2/layout/IconVerticalSolidList"/>
    <dgm:cxn modelId="{5C7F2224-0E7A-4D83-8813-1C7E167B9598}" type="presParOf" srcId="{F088723E-879A-43A7-B7A5-106792E7F52A}" destId="{E0A4D4CF-DD9B-4C6F-A7DD-5CF9E15AA495}" srcOrd="0" destOrd="0" presId="urn:microsoft.com/office/officeart/2018/2/layout/IconVerticalSolidList"/>
    <dgm:cxn modelId="{4C3ECC29-74CB-4DD5-85C6-869EDAED1279}" type="presParOf" srcId="{F088723E-879A-43A7-B7A5-106792E7F52A}" destId="{FCD34FE1-9465-4EA2-88A1-AA876ED73AB9}" srcOrd="1" destOrd="0" presId="urn:microsoft.com/office/officeart/2018/2/layout/IconVerticalSolidList"/>
    <dgm:cxn modelId="{5B4CE97D-84A0-4E78-BC62-8C79CA44B71E}" type="presParOf" srcId="{F088723E-879A-43A7-B7A5-106792E7F52A}" destId="{C383EAD8-B7F8-40F3-B5C0-2E281DBD7478}" srcOrd="2" destOrd="0" presId="urn:microsoft.com/office/officeart/2018/2/layout/IconVerticalSolidList"/>
    <dgm:cxn modelId="{FBB57404-CD76-4900-964C-F6956258B6B1}" type="presParOf" srcId="{F088723E-879A-43A7-B7A5-106792E7F52A}" destId="{812A5465-10FC-44FC-A472-CCD0A52C9DE6}" srcOrd="3" destOrd="0" presId="urn:microsoft.com/office/officeart/2018/2/layout/IconVerticalSolidList"/>
    <dgm:cxn modelId="{8257D8E5-85A4-433C-A160-B064D42013B1}" type="presParOf" srcId="{8B11BCBF-D507-4145-9ABF-6308801CE784}" destId="{A030E768-8AC6-43E3-AD0D-C3E19F2729DB}" srcOrd="5" destOrd="0" presId="urn:microsoft.com/office/officeart/2018/2/layout/IconVerticalSolidList"/>
    <dgm:cxn modelId="{89E53EFC-3273-44C2-8578-CE59A16CE56E}" type="presParOf" srcId="{8B11BCBF-D507-4145-9ABF-6308801CE784}" destId="{C22441BE-A1D3-4794-82FD-D14CB5C95A47}" srcOrd="6" destOrd="0" presId="urn:microsoft.com/office/officeart/2018/2/layout/IconVerticalSolidList"/>
    <dgm:cxn modelId="{EBD9E8D2-BA44-414C-AF39-98FA207FB289}" type="presParOf" srcId="{C22441BE-A1D3-4794-82FD-D14CB5C95A47}" destId="{1EB0B8DA-A2C5-4247-9B92-ED0E3C9546FE}" srcOrd="0" destOrd="0" presId="urn:microsoft.com/office/officeart/2018/2/layout/IconVerticalSolidList"/>
    <dgm:cxn modelId="{59B229B8-A232-4BC8-8B7A-2F64BD5DE030}" type="presParOf" srcId="{C22441BE-A1D3-4794-82FD-D14CB5C95A47}" destId="{6949FE91-11B0-4F27-B747-E2B41174C500}" srcOrd="1" destOrd="0" presId="urn:microsoft.com/office/officeart/2018/2/layout/IconVerticalSolidList"/>
    <dgm:cxn modelId="{D51D5685-AF9C-49ED-A35B-55A6258A490C}" type="presParOf" srcId="{C22441BE-A1D3-4794-82FD-D14CB5C95A47}" destId="{E531E121-3251-431E-803D-10B7F5DA042A}" srcOrd="2" destOrd="0" presId="urn:microsoft.com/office/officeart/2018/2/layout/IconVerticalSolidList"/>
    <dgm:cxn modelId="{A67F125C-E153-42EB-A577-2B0F8836B9A3}" type="presParOf" srcId="{C22441BE-A1D3-4794-82FD-D14CB5C95A47}" destId="{9CB22FA2-FA49-4228-A2F3-7D455A003D51}" srcOrd="3" destOrd="0" presId="urn:microsoft.com/office/officeart/2018/2/layout/IconVerticalSolidList"/>
    <dgm:cxn modelId="{6DA9A946-205C-4DBE-93A2-2277E1888CEF}" type="presParOf" srcId="{8B11BCBF-D507-4145-9ABF-6308801CE784}" destId="{7F7E035E-D97F-41C9-B74A-0FF86B76F7C9}" srcOrd="7" destOrd="0" presId="urn:microsoft.com/office/officeart/2018/2/layout/IconVerticalSolidList"/>
    <dgm:cxn modelId="{AB09B37B-2433-41A4-95E4-A793C63BA26E}" type="presParOf" srcId="{8B11BCBF-D507-4145-9ABF-6308801CE784}" destId="{68215CBD-464B-40A5-BBA4-46A5C92D2B93}" srcOrd="8" destOrd="0" presId="urn:microsoft.com/office/officeart/2018/2/layout/IconVerticalSolidList"/>
    <dgm:cxn modelId="{0D7C0199-BC0D-46C7-ABF5-79751B3C977B}" type="presParOf" srcId="{68215CBD-464B-40A5-BBA4-46A5C92D2B93}" destId="{6CE17F86-616F-4FAD-81DC-1334897CFC8F}" srcOrd="0" destOrd="0" presId="urn:microsoft.com/office/officeart/2018/2/layout/IconVerticalSolidList"/>
    <dgm:cxn modelId="{2B859A41-3295-45F2-BBA5-E3760C54FCB0}" type="presParOf" srcId="{68215CBD-464B-40A5-BBA4-46A5C92D2B93}" destId="{613F03CE-91D2-42D1-9F7C-8B90D32E411B}" srcOrd="1" destOrd="0" presId="urn:microsoft.com/office/officeart/2018/2/layout/IconVerticalSolidList"/>
    <dgm:cxn modelId="{AD1E6EB9-3849-400F-87FE-F73CB91896C7}" type="presParOf" srcId="{68215CBD-464B-40A5-BBA4-46A5C92D2B93}" destId="{37DE59AD-10A5-410A-9587-E9A5D08BDA50}" srcOrd="2" destOrd="0" presId="urn:microsoft.com/office/officeart/2018/2/layout/IconVerticalSolidList"/>
    <dgm:cxn modelId="{A324795C-215B-436A-920B-48741CAF64B7}" type="presParOf" srcId="{68215CBD-464B-40A5-BBA4-46A5C92D2B93}" destId="{C37E3B02-33A6-483B-8563-4B58659150A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6DBD016-5B95-4E4F-A378-8262ADB49170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F169E256-4B78-4C49-B675-5CC9F59A0574}">
      <dgm:prSet/>
      <dgm:spPr/>
      <dgm:t>
        <a:bodyPr/>
        <a:lstStyle/>
        <a:p>
          <a:r>
            <a:rPr lang="en-US"/>
            <a:t>Ladda ner från: </a:t>
          </a:r>
          <a:r>
            <a:rPr lang="en-US">
              <a:hlinkClick xmlns:r="http://schemas.openxmlformats.org/officeDocument/2006/relationships" r:id="rId1"/>
            </a:rPr>
            <a:t>https://code.visualstudio.com/</a:t>
          </a:r>
          <a:endParaRPr lang="en-US"/>
        </a:p>
      </dgm:t>
    </dgm:pt>
    <dgm:pt modelId="{00D66608-1D3C-4D92-922A-A9AF3011DF8D}" type="parTrans" cxnId="{B4057A68-CC38-4DB7-90D3-4627F87F5CF3}">
      <dgm:prSet/>
      <dgm:spPr/>
      <dgm:t>
        <a:bodyPr/>
        <a:lstStyle/>
        <a:p>
          <a:endParaRPr lang="en-US"/>
        </a:p>
      </dgm:t>
    </dgm:pt>
    <dgm:pt modelId="{0287FB86-8E58-4327-A90A-482DC9584311}" type="sibTrans" cxnId="{B4057A68-CC38-4DB7-90D3-4627F87F5CF3}">
      <dgm:prSet/>
      <dgm:spPr/>
      <dgm:t>
        <a:bodyPr/>
        <a:lstStyle/>
        <a:p>
          <a:endParaRPr lang="en-US"/>
        </a:p>
      </dgm:t>
    </dgm:pt>
    <dgm:pt modelId="{C685C115-5F15-457F-88F4-F0612581FB30}">
      <dgm:prSet/>
      <dgm:spPr/>
      <dgm:t>
        <a:bodyPr/>
        <a:lstStyle/>
        <a:p>
          <a:r>
            <a:rPr lang="en-US"/>
            <a:t>Installera tillägget: Remote – WSL</a:t>
          </a:r>
        </a:p>
      </dgm:t>
    </dgm:pt>
    <dgm:pt modelId="{18A29752-D016-4214-8AA9-86F743F4D152}" type="parTrans" cxnId="{E4A0A0F2-3F7F-47D9-9DF7-20402E0A3574}">
      <dgm:prSet/>
      <dgm:spPr/>
      <dgm:t>
        <a:bodyPr/>
        <a:lstStyle/>
        <a:p>
          <a:endParaRPr lang="en-US"/>
        </a:p>
      </dgm:t>
    </dgm:pt>
    <dgm:pt modelId="{7F21752C-E1FC-44BA-BC99-CF77F8F9F5FE}" type="sibTrans" cxnId="{E4A0A0F2-3F7F-47D9-9DF7-20402E0A3574}">
      <dgm:prSet/>
      <dgm:spPr/>
      <dgm:t>
        <a:bodyPr/>
        <a:lstStyle/>
        <a:p>
          <a:endParaRPr lang="en-US"/>
        </a:p>
      </dgm:t>
    </dgm:pt>
    <dgm:pt modelId="{6B17E095-9502-4DB0-955B-ADD63B3F4F3C}">
      <dgm:prSet/>
      <dgm:spPr/>
      <dgm:t>
        <a:bodyPr/>
        <a:lstStyle/>
        <a:p>
          <a:r>
            <a:rPr lang="en-US"/>
            <a:t>Öppna VS Code och klicka på "Open Folder in WSL"</a:t>
          </a:r>
        </a:p>
      </dgm:t>
    </dgm:pt>
    <dgm:pt modelId="{A1B76EF1-F8DF-428E-ACC9-C41A00C1D34C}" type="parTrans" cxnId="{F585BE30-D871-4B97-A334-3735EA46BEAA}">
      <dgm:prSet/>
      <dgm:spPr/>
      <dgm:t>
        <a:bodyPr/>
        <a:lstStyle/>
        <a:p>
          <a:endParaRPr lang="en-US"/>
        </a:p>
      </dgm:t>
    </dgm:pt>
    <dgm:pt modelId="{B9FAF475-82E2-4086-89EA-81A237D1F903}" type="sibTrans" cxnId="{F585BE30-D871-4B97-A334-3735EA46BEAA}">
      <dgm:prSet/>
      <dgm:spPr/>
      <dgm:t>
        <a:bodyPr/>
        <a:lstStyle/>
        <a:p>
          <a:endParaRPr lang="en-US"/>
        </a:p>
      </dgm:t>
    </dgm:pt>
    <dgm:pt modelId="{B5D24F38-B645-4D76-BAF5-68A503C839D6}" type="pres">
      <dgm:prSet presAssocID="{76DBD016-5B95-4E4F-A378-8262ADB49170}" presName="root" presStyleCnt="0">
        <dgm:presLayoutVars>
          <dgm:dir/>
          <dgm:resizeHandles val="exact"/>
        </dgm:presLayoutVars>
      </dgm:prSet>
      <dgm:spPr/>
    </dgm:pt>
    <dgm:pt modelId="{18E968C1-DCA9-4836-9C73-0C2E32C0CFA0}" type="pres">
      <dgm:prSet presAssocID="{F169E256-4B78-4C49-B675-5CC9F59A0574}" presName="compNode" presStyleCnt="0"/>
      <dgm:spPr/>
    </dgm:pt>
    <dgm:pt modelId="{5EEF4813-593E-40A4-9CF7-B2DCE78578DF}" type="pres">
      <dgm:prSet presAssocID="{F169E256-4B78-4C49-B675-5CC9F59A0574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äser in"/>
        </a:ext>
      </dgm:extLst>
    </dgm:pt>
    <dgm:pt modelId="{05ACAFA1-9779-460D-B4D1-D18AAA7B1CC4}" type="pres">
      <dgm:prSet presAssocID="{F169E256-4B78-4C49-B675-5CC9F59A0574}" presName="spaceRect" presStyleCnt="0"/>
      <dgm:spPr/>
    </dgm:pt>
    <dgm:pt modelId="{FFC32C58-AF45-4FE2-AB0A-D2D5244A886D}" type="pres">
      <dgm:prSet presAssocID="{F169E256-4B78-4C49-B675-5CC9F59A0574}" presName="textRect" presStyleLbl="revTx" presStyleIdx="0" presStyleCnt="3">
        <dgm:presLayoutVars>
          <dgm:chMax val="1"/>
          <dgm:chPref val="1"/>
        </dgm:presLayoutVars>
      </dgm:prSet>
      <dgm:spPr/>
    </dgm:pt>
    <dgm:pt modelId="{60C65740-2686-4E41-BBDD-C9544377798B}" type="pres">
      <dgm:prSet presAssocID="{0287FB86-8E58-4327-A90A-482DC9584311}" presName="sibTrans" presStyleCnt="0"/>
      <dgm:spPr/>
    </dgm:pt>
    <dgm:pt modelId="{33873ED9-0691-42EC-A063-8DF4B506503B}" type="pres">
      <dgm:prSet presAssocID="{C685C115-5F15-457F-88F4-F0612581FB30}" presName="compNode" presStyleCnt="0"/>
      <dgm:spPr/>
    </dgm:pt>
    <dgm:pt modelId="{E35EC2DC-F951-4906-B4FB-D3132956547E}" type="pres">
      <dgm:prSet presAssocID="{C685C115-5F15-457F-88F4-F0612581FB30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mote control"/>
        </a:ext>
      </dgm:extLst>
    </dgm:pt>
    <dgm:pt modelId="{31198A33-31CF-447B-9704-6E4BB2E838B0}" type="pres">
      <dgm:prSet presAssocID="{C685C115-5F15-457F-88F4-F0612581FB30}" presName="spaceRect" presStyleCnt="0"/>
      <dgm:spPr/>
    </dgm:pt>
    <dgm:pt modelId="{B1D2ECBB-1810-417B-85E4-3B0FF0BBAF41}" type="pres">
      <dgm:prSet presAssocID="{C685C115-5F15-457F-88F4-F0612581FB30}" presName="textRect" presStyleLbl="revTx" presStyleIdx="1" presStyleCnt="3">
        <dgm:presLayoutVars>
          <dgm:chMax val="1"/>
          <dgm:chPref val="1"/>
        </dgm:presLayoutVars>
      </dgm:prSet>
      <dgm:spPr/>
    </dgm:pt>
    <dgm:pt modelId="{33229790-0187-4E6B-BC58-D9210C531903}" type="pres">
      <dgm:prSet presAssocID="{7F21752C-E1FC-44BA-BC99-CF77F8F9F5FE}" presName="sibTrans" presStyleCnt="0"/>
      <dgm:spPr/>
    </dgm:pt>
    <dgm:pt modelId="{3439FEC5-2154-48B6-A25A-0C89D34A0BF9}" type="pres">
      <dgm:prSet presAssocID="{6B17E095-9502-4DB0-955B-ADD63B3F4F3C}" presName="compNode" presStyleCnt="0"/>
      <dgm:spPr/>
    </dgm:pt>
    <dgm:pt modelId="{30C6850D-23AA-4BE1-8180-B7B3A7B06AFA}" type="pres">
      <dgm:prSet presAssocID="{6B17E095-9502-4DB0-955B-ADD63B3F4F3C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FC91B54A-E925-4081-AFE4-313F96BDDA1B}" type="pres">
      <dgm:prSet presAssocID="{6B17E095-9502-4DB0-955B-ADD63B3F4F3C}" presName="spaceRect" presStyleCnt="0"/>
      <dgm:spPr/>
    </dgm:pt>
    <dgm:pt modelId="{46237F20-3C91-40FC-BFD5-E17324267FCE}" type="pres">
      <dgm:prSet presAssocID="{6B17E095-9502-4DB0-955B-ADD63B3F4F3C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F585BE30-D871-4B97-A334-3735EA46BEAA}" srcId="{76DBD016-5B95-4E4F-A378-8262ADB49170}" destId="{6B17E095-9502-4DB0-955B-ADD63B3F4F3C}" srcOrd="2" destOrd="0" parTransId="{A1B76EF1-F8DF-428E-ACC9-C41A00C1D34C}" sibTransId="{B9FAF475-82E2-4086-89EA-81A237D1F903}"/>
    <dgm:cxn modelId="{BC894931-F886-4D7A-8926-C1F33476DD81}" type="presOf" srcId="{F169E256-4B78-4C49-B675-5CC9F59A0574}" destId="{FFC32C58-AF45-4FE2-AB0A-D2D5244A886D}" srcOrd="0" destOrd="0" presId="urn:microsoft.com/office/officeart/2018/2/layout/IconLabelList"/>
    <dgm:cxn modelId="{A7C9195B-F76D-4410-B612-091405BCC69C}" type="presOf" srcId="{6B17E095-9502-4DB0-955B-ADD63B3F4F3C}" destId="{46237F20-3C91-40FC-BFD5-E17324267FCE}" srcOrd="0" destOrd="0" presId="urn:microsoft.com/office/officeart/2018/2/layout/IconLabelList"/>
    <dgm:cxn modelId="{B4057A68-CC38-4DB7-90D3-4627F87F5CF3}" srcId="{76DBD016-5B95-4E4F-A378-8262ADB49170}" destId="{F169E256-4B78-4C49-B675-5CC9F59A0574}" srcOrd="0" destOrd="0" parTransId="{00D66608-1D3C-4D92-922A-A9AF3011DF8D}" sibTransId="{0287FB86-8E58-4327-A90A-482DC9584311}"/>
    <dgm:cxn modelId="{26C4E049-92FA-45D2-9DB4-35010372A1F4}" type="presOf" srcId="{C685C115-5F15-457F-88F4-F0612581FB30}" destId="{B1D2ECBB-1810-417B-85E4-3B0FF0BBAF41}" srcOrd="0" destOrd="0" presId="urn:microsoft.com/office/officeart/2018/2/layout/IconLabelList"/>
    <dgm:cxn modelId="{E4A0A0F2-3F7F-47D9-9DF7-20402E0A3574}" srcId="{76DBD016-5B95-4E4F-A378-8262ADB49170}" destId="{C685C115-5F15-457F-88F4-F0612581FB30}" srcOrd="1" destOrd="0" parTransId="{18A29752-D016-4214-8AA9-86F743F4D152}" sibTransId="{7F21752C-E1FC-44BA-BC99-CF77F8F9F5FE}"/>
    <dgm:cxn modelId="{869450F5-8FE0-493D-AD6B-FD0CCDF21CAE}" type="presOf" srcId="{76DBD016-5B95-4E4F-A378-8262ADB49170}" destId="{B5D24F38-B645-4D76-BAF5-68A503C839D6}" srcOrd="0" destOrd="0" presId="urn:microsoft.com/office/officeart/2018/2/layout/IconLabelList"/>
    <dgm:cxn modelId="{C3EB56F7-CB9E-4784-9EBD-9BE7BAD24B5E}" type="presParOf" srcId="{B5D24F38-B645-4D76-BAF5-68A503C839D6}" destId="{18E968C1-DCA9-4836-9C73-0C2E32C0CFA0}" srcOrd="0" destOrd="0" presId="urn:microsoft.com/office/officeart/2018/2/layout/IconLabelList"/>
    <dgm:cxn modelId="{A13435B1-A2FE-44D7-8341-10D2C832A56B}" type="presParOf" srcId="{18E968C1-DCA9-4836-9C73-0C2E32C0CFA0}" destId="{5EEF4813-593E-40A4-9CF7-B2DCE78578DF}" srcOrd="0" destOrd="0" presId="urn:microsoft.com/office/officeart/2018/2/layout/IconLabelList"/>
    <dgm:cxn modelId="{2DEE44A4-6228-4DC2-BD1D-D2F97869A328}" type="presParOf" srcId="{18E968C1-DCA9-4836-9C73-0C2E32C0CFA0}" destId="{05ACAFA1-9779-460D-B4D1-D18AAA7B1CC4}" srcOrd="1" destOrd="0" presId="urn:microsoft.com/office/officeart/2018/2/layout/IconLabelList"/>
    <dgm:cxn modelId="{F818359D-5D3D-408E-8FB4-223FD4C77739}" type="presParOf" srcId="{18E968C1-DCA9-4836-9C73-0C2E32C0CFA0}" destId="{FFC32C58-AF45-4FE2-AB0A-D2D5244A886D}" srcOrd="2" destOrd="0" presId="urn:microsoft.com/office/officeart/2018/2/layout/IconLabelList"/>
    <dgm:cxn modelId="{75AFAEB8-10FC-4987-A7D2-6AE6248FC652}" type="presParOf" srcId="{B5D24F38-B645-4D76-BAF5-68A503C839D6}" destId="{60C65740-2686-4E41-BBDD-C9544377798B}" srcOrd="1" destOrd="0" presId="urn:microsoft.com/office/officeart/2018/2/layout/IconLabelList"/>
    <dgm:cxn modelId="{894221ED-CADC-4FB5-8420-2F96CE10C64E}" type="presParOf" srcId="{B5D24F38-B645-4D76-BAF5-68A503C839D6}" destId="{33873ED9-0691-42EC-A063-8DF4B506503B}" srcOrd="2" destOrd="0" presId="urn:microsoft.com/office/officeart/2018/2/layout/IconLabelList"/>
    <dgm:cxn modelId="{FDABE516-F3AB-4698-BFBF-4E807D7E54BE}" type="presParOf" srcId="{33873ED9-0691-42EC-A063-8DF4B506503B}" destId="{E35EC2DC-F951-4906-B4FB-D3132956547E}" srcOrd="0" destOrd="0" presId="urn:microsoft.com/office/officeart/2018/2/layout/IconLabelList"/>
    <dgm:cxn modelId="{CB2E6396-024F-42CA-8B44-3C52B150363A}" type="presParOf" srcId="{33873ED9-0691-42EC-A063-8DF4B506503B}" destId="{31198A33-31CF-447B-9704-6E4BB2E838B0}" srcOrd="1" destOrd="0" presId="urn:microsoft.com/office/officeart/2018/2/layout/IconLabelList"/>
    <dgm:cxn modelId="{7C183DB7-7DB7-4596-85FE-71BFC4DA1298}" type="presParOf" srcId="{33873ED9-0691-42EC-A063-8DF4B506503B}" destId="{B1D2ECBB-1810-417B-85E4-3B0FF0BBAF41}" srcOrd="2" destOrd="0" presId="urn:microsoft.com/office/officeart/2018/2/layout/IconLabelList"/>
    <dgm:cxn modelId="{43FFE8E3-52B4-428A-A68B-54999E6C3300}" type="presParOf" srcId="{B5D24F38-B645-4D76-BAF5-68A503C839D6}" destId="{33229790-0187-4E6B-BC58-D9210C531903}" srcOrd="3" destOrd="0" presId="urn:microsoft.com/office/officeart/2018/2/layout/IconLabelList"/>
    <dgm:cxn modelId="{7D96D4B0-826B-4FCD-BC33-36D876BCE814}" type="presParOf" srcId="{B5D24F38-B645-4D76-BAF5-68A503C839D6}" destId="{3439FEC5-2154-48B6-A25A-0C89D34A0BF9}" srcOrd="4" destOrd="0" presId="urn:microsoft.com/office/officeart/2018/2/layout/IconLabelList"/>
    <dgm:cxn modelId="{B70DC968-9D0A-46DA-AB20-0A3B299B21EC}" type="presParOf" srcId="{3439FEC5-2154-48B6-A25A-0C89D34A0BF9}" destId="{30C6850D-23AA-4BE1-8180-B7B3A7B06AFA}" srcOrd="0" destOrd="0" presId="urn:microsoft.com/office/officeart/2018/2/layout/IconLabelList"/>
    <dgm:cxn modelId="{ECEFB67F-8172-4251-AE6A-D86A4C238A77}" type="presParOf" srcId="{3439FEC5-2154-48B6-A25A-0C89D34A0BF9}" destId="{FC91B54A-E925-4081-AFE4-313F96BDDA1B}" srcOrd="1" destOrd="0" presId="urn:microsoft.com/office/officeart/2018/2/layout/IconLabelList"/>
    <dgm:cxn modelId="{D3F910E4-EC10-4188-BAE5-641797E46880}" type="presParOf" srcId="{3439FEC5-2154-48B6-A25A-0C89D34A0BF9}" destId="{46237F20-3C91-40FC-BFD5-E17324267FCE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536B33-BB4A-4958-956B-84CCA3B5CA42}">
      <dsp:nvSpPr>
        <dsp:cNvPr id="0" name=""/>
        <dsp:cNvSpPr/>
      </dsp:nvSpPr>
      <dsp:spPr>
        <a:xfrm>
          <a:off x="0" y="879979"/>
          <a:ext cx="12183372" cy="16245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010A494-3F13-48A9-9AEB-AA310C274A15}">
      <dsp:nvSpPr>
        <dsp:cNvPr id="0" name=""/>
        <dsp:cNvSpPr/>
      </dsp:nvSpPr>
      <dsp:spPr>
        <a:xfrm>
          <a:off x="491434" y="1245509"/>
          <a:ext cx="893517" cy="89351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4A465B-159A-4E7F-AD8B-3B1C944D7835}">
      <dsp:nvSpPr>
        <dsp:cNvPr id="0" name=""/>
        <dsp:cNvSpPr/>
      </dsp:nvSpPr>
      <dsp:spPr>
        <a:xfrm>
          <a:off x="1876387" y="879979"/>
          <a:ext cx="10306984" cy="16245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935" tIns="171935" rIns="171935" bIns="171935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 err="1"/>
            <a:t>Mål</a:t>
          </a:r>
          <a:r>
            <a:rPr lang="en-US" sz="2500" kern="1200" dirty="0"/>
            <a:t>: </a:t>
          </a:r>
          <a:r>
            <a:rPr lang="en-US" sz="2500" kern="1200" dirty="0" err="1"/>
            <a:t>Förstå</a:t>
          </a:r>
          <a:r>
            <a:rPr lang="en-US" sz="2500" kern="1200" dirty="0"/>
            <a:t> </a:t>
          </a:r>
          <a:r>
            <a:rPr lang="en-US" sz="2500" kern="1200" dirty="0" err="1"/>
            <a:t>hur</a:t>
          </a:r>
          <a:r>
            <a:rPr lang="en-US" sz="2500" kern="1200" dirty="0"/>
            <a:t> </a:t>
          </a:r>
          <a:r>
            <a:rPr lang="en-US" sz="2500" kern="1200" dirty="0" err="1"/>
            <a:t>viktigt</a:t>
          </a:r>
          <a:r>
            <a:rPr lang="en-US" sz="2500" kern="1200" dirty="0"/>
            <a:t> det </a:t>
          </a:r>
          <a:r>
            <a:rPr lang="en-US" sz="2500" kern="1200" dirty="0" err="1"/>
            <a:t>är</a:t>
          </a:r>
          <a:r>
            <a:rPr lang="en-US" sz="2500" kern="1200" dirty="0"/>
            <a:t> med TYDLIGA </a:t>
          </a:r>
          <a:r>
            <a:rPr lang="en-US" sz="2500" kern="1200" dirty="0" err="1"/>
            <a:t>instruktioner</a:t>
          </a:r>
          <a:r>
            <a:rPr lang="en-US" sz="2500" kern="1200" dirty="0"/>
            <a:t> (</a:t>
          </a:r>
          <a:r>
            <a:rPr lang="en-US" sz="2500" kern="1200" dirty="0" err="1"/>
            <a:t>som</a:t>
          </a:r>
          <a:r>
            <a:rPr lang="en-US" sz="2500" kern="1200" dirty="0"/>
            <a:t> </a:t>
          </a:r>
          <a:r>
            <a:rPr lang="en-US" sz="2500" kern="1200" dirty="0" err="1"/>
            <a:t>i</a:t>
          </a:r>
          <a:r>
            <a:rPr lang="en-US" sz="2500" kern="1200" dirty="0"/>
            <a:t> </a:t>
          </a:r>
          <a:r>
            <a:rPr lang="en-US" sz="2500" kern="1200" dirty="0" err="1"/>
            <a:t>ett</a:t>
          </a:r>
          <a:r>
            <a:rPr lang="en-US" sz="2500" kern="1200" dirty="0"/>
            <a:t> </a:t>
          </a:r>
          <a:r>
            <a:rPr lang="en-US" sz="2500" kern="1200" dirty="0" err="1"/>
            <a:t>skript</a:t>
          </a:r>
          <a:r>
            <a:rPr lang="en-US" sz="2500" kern="1200" dirty="0"/>
            <a:t>).</a:t>
          </a:r>
        </a:p>
      </dsp:txBody>
      <dsp:txXfrm>
        <a:off x="1876387" y="879979"/>
        <a:ext cx="10306984" cy="1624578"/>
      </dsp:txXfrm>
    </dsp:sp>
    <dsp:sp modelId="{81F67B2C-E24F-4F65-8AFC-994940B0847E}">
      <dsp:nvSpPr>
        <dsp:cNvPr id="0" name=""/>
        <dsp:cNvSpPr/>
      </dsp:nvSpPr>
      <dsp:spPr>
        <a:xfrm>
          <a:off x="0" y="2910702"/>
          <a:ext cx="12183372" cy="16245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AA9F283-DDB1-49E7-B2C2-51C4F6BB9AB4}">
      <dsp:nvSpPr>
        <dsp:cNvPr id="0" name=""/>
        <dsp:cNvSpPr/>
      </dsp:nvSpPr>
      <dsp:spPr>
        <a:xfrm>
          <a:off x="491434" y="3276232"/>
          <a:ext cx="893517" cy="89351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D1C176-F76B-4923-BEFC-5B0574136135}">
      <dsp:nvSpPr>
        <dsp:cNvPr id="0" name=""/>
        <dsp:cNvSpPr/>
      </dsp:nvSpPr>
      <dsp:spPr>
        <a:xfrm>
          <a:off x="1876387" y="2910702"/>
          <a:ext cx="10306984" cy="16245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935" tIns="171935" rIns="171935" bIns="171935" numCol="1" spcCol="1270" anchor="ctr" anchorCtr="0">
          <a:noAutofit/>
        </a:bodyPr>
        <a:lstStyle/>
        <a:p>
          <a:pPr marL="0" lvl="0" indent="0" algn="l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 err="1"/>
            <a:t>Instruktioner</a:t>
          </a:r>
          <a:r>
            <a:rPr lang="en-US" sz="2500" kern="1200" dirty="0"/>
            <a:t> för </a:t>
          </a:r>
          <a:r>
            <a:rPr lang="en-US" sz="2500" kern="1200" dirty="0" err="1"/>
            <a:t>läraren</a:t>
          </a:r>
          <a:r>
            <a:rPr lang="en-US" sz="2500" kern="1200" dirty="0"/>
            <a:t>: Rita </a:t>
          </a:r>
          <a:r>
            <a:rPr lang="en-US" sz="2500" kern="1200" dirty="0" err="1"/>
            <a:t>en</a:t>
          </a:r>
          <a:r>
            <a:rPr lang="en-US" sz="2500" kern="1200" dirty="0"/>
            <a:t> </a:t>
          </a:r>
          <a:r>
            <a:rPr lang="en-US" sz="2500" kern="1200" dirty="0" err="1"/>
            <a:t>cirkel</a:t>
          </a:r>
          <a:r>
            <a:rPr lang="en-US" sz="2500" kern="1200" dirty="0"/>
            <a:t> </a:t>
          </a:r>
          <a:r>
            <a:rPr lang="en-US" sz="2500" kern="1200" dirty="0" err="1"/>
            <a:t>på</a:t>
          </a:r>
          <a:r>
            <a:rPr lang="en-US" sz="2500" kern="1200" dirty="0"/>
            <a:t> </a:t>
          </a:r>
          <a:r>
            <a:rPr lang="en-US" sz="2500" kern="1200" dirty="0" err="1"/>
            <a:t>tavlan</a:t>
          </a:r>
          <a:r>
            <a:rPr lang="en-US" sz="2500" kern="1200" dirty="0"/>
            <a:t>. "Jag </a:t>
          </a:r>
          <a:r>
            <a:rPr lang="en-US" sz="2500" kern="1200" dirty="0" err="1"/>
            <a:t>är</a:t>
          </a:r>
          <a:r>
            <a:rPr lang="en-US" sz="2500" kern="1200" dirty="0"/>
            <a:t> </a:t>
          </a:r>
          <a:r>
            <a:rPr lang="en-US" sz="2500" kern="1200" dirty="0" err="1"/>
            <a:t>datorer</a:t>
          </a:r>
          <a:r>
            <a:rPr lang="en-US" sz="2500" kern="1200" dirty="0"/>
            <a:t>. Ni ger er </a:t>
          </a:r>
          <a:r>
            <a:rPr lang="en-US" sz="2500" kern="1200" dirty="0" err="1"/>
            <a:t>en</a:t>
          </a:r>
          <a:r>
            <a:rPr lang="en-US" sz="2500" kern="1200" dirty="0"/>
            <a:t> </a:t>
          </a:r>
          <a:r>
            <a:rPr lang="en-US" sz="2500" kern="1200" dirty="0" err="1"/>
            <a:t>instruktion</a:t>
          </a:r>
          <a:r>
            <a:rPr lang="en-US" sz="2500" kern="1200" dirty="0"/>
            <a:t>, </a:t>
          </a:r>
          <a:r>
            <a:rPr lang="en-US" sz="2500" kern="1200" dirty="0">
              <a:latin typeface="Aptos Display" panose="02110004020202020204"/>
            </a:rPr>
            <a:t>jag</a:t>
          </a:r>
          <a:r>
            <a:rPr lang="en-US" sz="2500" kern="1200" dirty="0"/>
            <a:t> </a:t>
          </a:r>
          <a:r>
            <a:rPr lang="en-US" sz="2500" kern="1200" dirty="0" err="1"/>
            <a:t>utför</a:t>
          </a:r>
          <a:r>
            <a:rPr lang="en-US" sz="2500" kern="1200" dirty="0"/>
            <a:t> den EXAKT </a:t>
          </a:r>
          <a:r>
            <a:rPr lang="en-US" sz="2500" kern="1200" dirty="0" err="1"/>
            <a:t>som</a:t>
          </a:r>
          <a:r>
            <a:rPr lang="en-US" sz="2500" kern="1200" dirty="0">
              <a:latin typeface="Aptos Display" panose="02110004020202020204"/>
            </a:rPr>
            <a:t> </a:t>
          </a:r>
          <a:r>
            <a:rPr lang="en-US" sz="2500" kern="1200" dirty="0" err="1">
              <a:latin typeface="Aptos Display" panose="02110004020202020204"/>
            </a:rPr>
            <a:t>ni</a:t>
          </a:r>
          <a:r>
            <a:rPr lang="en-US" sz="2500" kern="1200" dirty="0"/>
            <a:t> </a:t>
          </a:r>
          <a:r>
            <a:rPr lang="en-US" sz="2500" kern="1200" dirty="0" err="1"/>
            <a:t>säger</a:t>
          </a:r>
          <a:r>
            <a:rPr lang="en-US" sz="2500" kern="1200" dirty="0"/>
            <a:t>."</a:t>
          </a:r>
        </a:p>
      </dsp:txBody>
      <dsp:txXfrm>
        <a:off x="1876387" y="2910702"/>
        <a:ext cx="10306984" cy="162457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1868153-4BD1-4289-AAE3-7B7C144AC02E}">
      <dsp:nvSpPr>
        <dsp:cNvPr id="0" name=""/>
        <dsp:cNvSpPr/>
      </dsp:nvSpPr>
      <dsp:spPr>
        <a:xfrm>
          <a:off x="159909" y="1593560"/>
          <a:ext cx="1566781" cy="1566781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2B1982-2EA3-4CFB-9174-62E8DA28A335}">
      <dsp:nvSpPr>
        <dsp:cNvPr id="0" name=""/>
        <dsp:cNvSpPr/>
      </dsp:nvSpPr>
      <dsp:spPr>
        <a:xfrm>
          <a:off x="488933" y="1922584"/>
          <a:ext cx="908733" cy="90873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43694E-F94E-469D-A369-8D9077626CE6}">
      <dsp:nvSpPr>
        <dsp:cNvPr id="0" name=""/>
        <dsp:cNvSpPr/>
      </dsp:nvSpPr>
      <dsp:spPr>
        <a:xfrm>
          <a:off x="2062429" y="1593560"/>
          <a:ext cx="3693128" cy="1566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Ett skript är en textfil med instruktioner som datorn utför i ordning.</a:t>
          </a:r>
        </a:p>
      </dsp:txBody>
      <dsp:txXfrm>
        <a:off x="2062429" y="1593560"/>
        <a:ext cx="3693128" cy="1566781"/>
      </dsp:txXfrm>
    </dsp:sp>
    <dsp:sp modelId="{3CDF4C31-6A99-40AC-A5E9-E6214C79E40B}">
      <dsp:nvSpPr>
        <dsp:cNvPr id="0" name=""/>
        <dsp:cNvSpPr/>
      </dsp:nvSpPr>
      <dsp:spPr>
        <a:xfrm>
          <a:off x="6399058" y="1593560"/>
          <a:ext cx="1566781" cy="1566781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9FF458-FD92-45EF-BB9C-8A463C78E913}">
      <dsp:nvSpPr>
        <dsp:cNvPr id="0" name=""/>
        <dsp:cNvSpPr/>
      </dsp:nvSpPr>
      <dsp:spPr>
        <a:xfrm>
          <a:off x="6728082" y="1922584"/>
          <a:ext cx="908733" cy="90873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623972-4AC2-4B1B-A8C3-DE107130DEC4}">
      <dsp:nvSpPr>
        <dsp:cNvPr id="0" name=""/>
        <dsp:cNvSpPr/>
      </dsp:nvSpPr>
      <dsp:spPr>
        <a:xfrm>
          <a:off x="8301579" y="1593560"/>
          <a:ext cx="3693128" cy="1566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Exempel:</a:t>
          </a:r>
          <a:r>
            <a:rPr lang="en-US" sz="2200" kern="1200"/>
            <a:t> Ett recept för att baka en kaka är som ett skript. Du följer stegen i ordning, och resultatet blir en kaka!</a:t>
          </a:r>
        </a:p>
      </dsp:txBody>
      <dsp:txXfrm>
        <a:off x="8301579" y="1593560"/>
        <a:ext cx="3693128" cy="156678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B42BE8-0397-43FA-96A9-CEB5244A1DFA}">
      <dsp:nvSpPr>
        <dsp:cNvPr id="0" name=""/>
        <dsp:cNvSpPr/>
      </dsp:nvSpPr>
      <dsp:spPr>
        <a:xfrm>
          <a:off x="0" y="3680"/>
          <a:ext cx="11611809" cy="78404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644734-ECFB-4586-9A35-7BAF3529E98A}">
      <dsp:nvSpPr>
        <dsp:cNvPr id="0" name=""/>
        <dsp:cNvSpPr/>
      </dsp:nvSpPr>
      <dsp:spPr>
        <a:xfrm>
          <a:off x="237173" y="180091"/>
          <a:ext cx="431224" cy="43122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00BAC9-068A-4CC8-AC46-17386557317B}">
      <dsp:nvSpPr>
        <dsp:cNvPr id="0" name=""/>
        <dsp:cNvSpPr/>
      </dsp:nvSpPr>
      <dsp:spPr>
        <a:xfrm>
          <a:off x="905572" y="3680"/>
          <a:ext cx="10706237" cy="7840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78" tIns="82978" rIns="82978" bIns="8297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Kursens Syfte – Varför Just Denna Kurs?</a:t>
          </a:r>
        </a:p>
      </dsp:txBody>
      <dsp:txXfrm>
        <a:off x="905572" y="3680"/>
        <a:ext cx="10706237" cy="784045"/>
      </dsp:txXfrm>
    </dsp:sp>
    <dsp:sp modelId="{4BC60949-A8FE-4012-8E8E-3DF480598134}">
      <dsp:nvSpPr>
        <dsp:cNvPr id="0" name=""/>
        <dsp:cNvSpPr/>
      </dsp:nvSpPr>
      <dsp:spPr>
        <a:xfrm>
          <a:off x="0" y="983737"/>
          <a:ext cx="11611809" cy="78404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FE8711-1C89-475E-80DD-C98695FC72BE}">
      <dsp:nvSpPr>
        <dsp:cNvPr id="0" name=""/>
        <dsp:cNvSpPr/>
      </dsp:nvSpPr>
      <dsp:spPr>
        <a:xfrm>
          <a:off x="237173" y="1160147"/>
          <a:ext cx="431224" cy="43122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5238FE-E73E-498B-9293-9C94C2B8E342}">
      <dsp:nvSpPr>
        <dsp:cNvPr id="0" name=""/>
        <dsp:cNvSpPr/>
      </dsp:nvSpPr>
      <dsp:spPr>
        <a:xfrm>
          <a:off x="905572" y="983737"/>
          <a:ext cx="10706237" cy="7840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78" tIns="82978" rIns="82978" bIns="8297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Du är i slutet av din utbildning och ska nu:</a:t>
          </a:r>
        </a:p>
      </dsp:txBody>
      <dsp:txXfrm>
        <a:off x="905572" y="983737"/>
        <a:ext cx="10706237" cy="784045"/>
      </dsp:txXfrm>
    </dsp:sp>
    <dsp:sp modelId="{E0A4D4CF-DD9B-4C6F-A7DD-5CF9E15AA495}">
      <dsp:nvSpPr>
        <dsp:cNvPr id="0" name=""/>
        <dsp:cNvSpPr/>
      </dsp:nvSpPr>
      <dsp:spPr>
        <a:xfrm>
          <a:off x="0" y="1963793"/>
          <a:ext cx="11611809" cy="78404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D34FE1-9465-4EA2-88A1-AA876ED73AB9}">
      <dsp:nvSpPr>
        <dsp:cNvPr id="0" name=""/>
        <dsp:cNvSpPr/>
      </dsp:nvSpPr>
      <dsp:spPr>
        <a:xfrm>
          <a:off x="237173" y="2140204"/>
          <a:ext cx="431224" cy="43122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2A5465-10FC-44FC-A472-CCD0A52C9DE6}">
      <dsp:nvSpPr>
        <dsp:cNvPr id="0" name=""/>
        <dsp:cNvSpPr/>
      </dsp:nvSpPr>
      <dsp:spPr>
        <a:xfrm>
          <a:off x="905572" y="1963793"/>
          <a:ext cx="10706237" cy="7840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78" tIns="82978" rIns="82978" bIns="8297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Samla ihop alla dina kunskaper</a:t>
          </a:r>
        </a:p>
      </dsp:txBody>
      <dsp:txXfrm>
        <a:off x="905572" y="1963793"/>
        <a:ext cx="10706237" cy="784045"/>
      </dsp:txXfrm>
    </dsp:sp>
    <dsp:sp modelId="{1EB0B8DA-A2C5-4247-9B92-ED0E3C9546FE}">
      <dsp:nvSpPr>
        <dsp:cNvPr id="0" name=""/>
        <dsp:cNvSpPr/>
      </dsp:nvSpPr>
      <dsp:spPr>
        <a:xfrm>
          <a:off x="0" y="2943850"/>
          <a:ext cx="11611809" cy="78404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949FE91-11B0-4F27-B747-E2B41174C500}">
      <dsp:nvSpPr>
        <dsp:cNvPr id="0" name=""/>
        <dsp:cNvSpPr/>
      </dsp:nvSpPr>
      <dsp:spPr>
        <a:xfrm>
          <a:off x="237173" y="3120260"/>
          <a:ext cx="431224" cy="43122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B22FA2-FA49-4228-A2F3-7D455A003D51}">
      <dsp:nvSpPr>
        <dsp:cNvPr id="0" name=""/>
        <dsp:cNvSpPr/>
      </dsp:nvSpPr>
      <dsp:spPr>
        <a:xfrm>
          <a:off x="905572" y="2943850"/>
          <a:ext cx="10706237" cy="7840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78" tIns="82978" rIns="82978" bIns="8297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Lära dig automatisera på riktigt</a:t>
          </a:r>
        </a:p>
      </dsp:txBody>
      <dsp:txXfrm>
        <a:off x="905572" y="2943850"/>
        <a:ext cx="10706237" cy="784045"/>
      </dsp:txXfrm>
    </dsp:sp>
    <dsp:sp modelId="{6CE17F86-616F-4FAD-81DC-1334897CFC8F}">
      <dsp:nvSpPr>
        <dsp:cNvPr id="0" name=""/>
        <dsp:cNvSpPr/>
      </dsp:nvSpPr>
      <dsp:spPr>
        <a:xfrm>
          <a:off x="0" y="3923906"/>
          <a:ext cx="11611809" cy="784045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3F03CE-91D2-42D1-9F7C-8B90D32E411B}">
      <dsp:nvSpPr>
        <dsp:cNvPr id="0" name=""/>
        <dsp:cNvSpPr/>
      </dsp:nvSpPr>
      <dsp:spPr>
        <a:xfrm>
          <a:off x="237173" y="4100317"/>
          <a:ext cx="431224" cy="43122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7E3B02-33A6-483B-8563-4B58659150A9}">
      <dsp:nvSpPr>
        <dsp:cNvPr id="0" name=""/>
        <dsp:cNvSpPr/>
      </dsp:nvSpPr>
      <dsp:spPr>
        <a:xfrm>
          <a:off x="905572" y="3923906"/>
          <a:ext cx="10706237" cy="7840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78" tIns="82978" rIns="82978" bIns="8297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Förbereda dig för LIA och arbetslivet</a:t>
          </a:r>
        </a:p>
      </dsp:txBody>
      <dsp:txXfrm>
        <a:off x="905572" y="3923906"/>
        <a:ext cx="10706237" cy="78404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EF4813-593E-40A4-9CF7-B2DCE78578DF}">
      <dsp:nvSpPr>
        <dsp:cNvPr id="0" name=""/>
        <dsp:cNvSpPr/>
      </dsp:nvSpPr>
      <dsp:spPr>
        <a:xfrm>
          <a:off x="947201" y="818755"/>
          <a:ext cx="1451800" cy="14518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C32C58-AF45-4FE2-AB0A-D2D5244A886D}">
      <dsp:nvSpPr>
        <dsp:cNvPr id="0" name=""/>
        <dsp:cNvSpPr/>
      </dsp:nvSpPr>
      <dsp:spPr>
        <a:xfrm>
          <a:off x="59990" y="2654049"/>
          <a:ext cx="3226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Ladda ner från: </a:t>
          </a:r>
          <a:r>
            <a:rPr lang="en-US" sz="1900" kern="1200">
              <a:hlinkClick xmlns:r="http://schemas.openxmlformats.org/officeDocument/2006/relationships" r:id="rId2"/>
            </a:rPr>
            <a:t>https://code.visualstudio.com/</a:t>
          </a:r>
          <a:endParaRPr lang="en-US" sz="1900" kern="1200"/>
        </a:p>
      </dsp:txBody>
      <dsp:txXfrm>
        <a:off x="59990" y="2654049"/>
        <a:ext cx="3226223" cy="720000"/>
      </dsp:txXfrm>
    </dsp:sp>
    <dsp:sp modelId="{E35EC2DC-F951-4906-B4FB-D3132956547E}">
      <dsp:nvSpPr>
        <dsp:cNvPr id="0" name=""/>
        <dsp:cNvSpPr/>
      </dsp:nvSpPr>
      <dsp:spPr>
        <a:xfrm>
          <a:off x="4738014" y="818755"/>
          <a:ext cx="1451800" cy="14518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D2ECBB-1810-417B-85E4-3B0FF0BBAF41}">
      <dsp:nvSpPr>
        <dsp:cNvPr id="0" name=""/>
        <dsp:cNvSpPr/>
      </dsp:nvSpPr>
      <dsp:spPr>
        <a:xfrm>
          <a:off x="3850802" y="2654049"/>
          <a:ext cx="3226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Installera tillägget: Remote – WSL</a:t>
          </a:r>
        </a:p>
      </dsp:txBody>
      <dsp:txXfrm>
        <a:off x="3850802" y="2654049"/>
        <a:ext cx="3226223" cy="720000"/>
      </dsp:txXfrm>
    </dsp:sp>
    <dsp:sp modelId="{30C6850D-23AA-4BE1-8180-B7B3A7B06AFA}">
      <dsp:nvSpPr>
        <dsp:cNvPr id="0" name=""/>
        <dsp:cNvSpPr/>
      </dsp:nvSpPr>
      <dsp:spPr>
        <a:xfrm>
          <a:off x="8528826" y="818755"/>
          <a:ext cx="1451800" cy="14518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237F20-3C91-40FC-BFD5-E17324267FCE}">
      <dsp:nvSpPr>
        <dsp:cNvPr id="0" name=""/>
        <dsp:cNvSpPr/>
      </dsp:nvSpPr>
      <dsp:spPr>
        <a:xfrm>
          <a:off x="7641615" y="2654049"/>
          <a:ext cx="3226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Öppna VS Code och klicka på "Open Folder in WSL"</a:t>
          </a:r>
        </a:p>
      </dsp:txBody>
      <dsp:txXfrm>
        <a:off x="7641615" y="2654049"/>
        <a:ext cx="3226223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v-SE"/>
              <a:t>Klicka här för att ändra format</a:t>
            </a:r>
          </a:p>
        </p:txBody>
      </p:sp>
      <p:sp>
        <p:nvSpPr>
          <p:cNvPr id="3" name="Underrubrik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här för att ändra format på underrubrik i bakgrunden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2026-08-04</a:t>
            </a:fld>
            <a:endParaRPr lang="sv-SE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84422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innehåll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2026-08-04</a:t>
            </a:fld>
            <a:endParaRPr lang="sv-SE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22720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text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2026-08-04</a:t>
            </a:fld>
            <a:endParaRPr lang="sv-SE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86728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innehålls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innehåll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innehåll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2026-08-04</a:t>
            </a:fld>
            <a:endParaRPr lang="sv-SE"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923605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text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innehåll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text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Platshållare för innehåll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7" name="Platshållare för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2026-08-04</a:t>
            </a:fld>
            <a:endParaRPr lang="sv-SE"/>
          </a:p>
        </p:txBody>
      </p:sp>
      <p:sp>
        <p:nvSpPr>
          <p:cNvPr id="8" name="Platshållare för sidfot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Platshållare för bildnumm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77650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2026-08-04</a:t>
            </a:fld>
            <a:endParaRPr lang="sv-SE"/>
          </a:p>
        </p:txBody>
      </p:sp>
      <p:sp>
        <p:nvSpPr>
          <p:cNvPr id="4" name="Platshållare för sidfo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56609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2026-08-04</a:t>
            </a:fld>
            <a:endParaRPr lang="sv-SE"/>
          </a:p>
        </p:txBody>
      </p:sp>
      <p:sp>
        <p:nvSpPr>
          <p:cNvPr id="3" name="Platshållare för sidfo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311076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ehåll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innehåll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2026-08-04</a:t>
            </a:fld>
            <a:endParaRPr lang="sv-SE"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48965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bild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Platshållare för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2026-08-04</a:t>
            </a:fld>
            <a:endParaRPr lang="sv-SE"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71453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lodrät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2026-08-04</a:t>
            </a:fld>
            <a:endParaRPr lang="sv-SE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23719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ät rubrik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lodrät text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2026-08-04</a:t>
            </a:fld>
            <a:endParaRPr lang="sv-SE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1644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tex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60A13A-DB3F-4AD5-B6AF-BDA0278A0A39}" type="datetimeFigureOut">
              <a:rPr lang="sv-SE" smtClean="0"/>
              <a:t>2026-08-04</a:t>
            </a:fld>
            <a:endParaRPr lang="sv-SE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07285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/wsl/" TargetMode="External"/><Relationship Id="rId2" Type="http://schemas.openxmlformats.org/officeDocument/2006/relationships/hyperlink" Target="https://learn.microsoft.com/en-us/powershell/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gle/kCp73ogMPpfXgjmE6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ubrik 1"/>
          <p:cNvSpPr>
            <a:spLocks noGrp="1"/>
          </p:cNvSpPr>
          <p:nvPr>
            <p:ph type="ctrTitle"/>
          </p:nvPr>
        </p:nvSpPr>
        <p:spPr>
          <a:xfrm>
            <a:off x="1386865" y="818984"/>
            <a:ext cx="6596245" cy="3268520"/>
          </a:xfrm>
        </p:spPr>
        <p:txBody>
          <a:bodyPr>
            <a:normAutofit/>
          </a:bodyPr>
          <a:lstStyle/>
          <a:p>
            <a:pPr algn="r"/>
            <a:r>
              <a:rPr lang="sv-SE" sz="4800">
                <a:solidFill>
                  <a:srgbClr val="FFFFFF"/>
                </a:solidFill>
                <a:ea typeface="+mj-lt"/>
                <a:cs typeface="+mj-lt"/>
              </a:rPr>
              <a:t>1. Kursintro &amp; Scripting grunder</a:t>
            </a:r>
            <a:endParaRPr lang="sv-SE" sz="4800">
              <a:solidFill>
                <a:srgbClr val="FFFFFF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Underrubrik 2"/>
          <p:cNvSpPr>
            <a:spLocks noGrp="1"/>
          </p:cNvSpPr>
          <p:nvPr>
            <p:ph type="subTitle" idx="1"/>
          </p:nvPr>
        </p:nvSpPr>
        <p:spPr>
          <a:xfrm>
            <a:off x="1931874" y="4797188"/>
            <a:ext cx="6051236" cy="1241828"/>
          </a:xfrm>
        </p:spPr>
        <p:txBody>
          <a:bodyPr vert="horz" lIns="91440" tIns="45720" rIns="91440" bIns="45720" rtlCol="0">
            <a:normAutofit/>
          </a:bodyPr>
          <a:lstStyle/>
          <a:p>
            <a:pPr algn="r"/>
            <a:r>
              <a:rPr lang="sv-SE">
                <a:solidFill>
                  <a:srgbClr val="FFFFFF"/>
                </a:solidFill>
              </a:rPr>
              <a:t>Arseniy Buzyan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377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34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reeform: Shape 36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5240AF0E-1BCA-A4D7-4970-4D04A26F8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011" y="4173201"/>
            <a:ext cx="4215063" cy="1503029"/>
          </a:xfrm>
        </p:spPr>
        <p:txBody>
          <a:bodyPr>
            <a:normAutofit/>
          </a:bodyPr>
          <a:lstStyle/>
          <a:p>
            <a:r>
              <a:rPr lang="sv-SE">
                <a:ea typeface="+mj-lt"/>
                <a:cs typeface="+mj-lt"/>
              </a:rPr>
              <a:t>Varför Automatisering?</a:t>
            </a:r>
          </a:p>
        </p:txBody>
      </p:sp>
      <p:pic>
        <p:nvPicPr>
          <p:cNvPr id="22" name="Bildobjekt 21">
            <a:extLst>
              <a:ext uri="{FF2B5EF4-FFF2-40B4-BE49-F238E27FC236}">
                <a16:creationId xmlns:a16="http://schemas.microsoft.com/office/drawing/2014/main" id="{5F363110-7482-EE7D-D833-50962AC5A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98" y="474604"/>
            <a:ext cx="12201364" cy="2279399"/>
          </a:xfrm>
          <a:prstGeom prst="rect">
            <a:avLst/>
          </a:prstGeom>
        </p:spPr>
      </p:pic>
      <p:sp>
        <p:nvSpPr>
          <p:cNvPr id="29" name="textruta 28">
            <a:extLst>
              <a:ext uri="{FF2B5EF4-FFF2-40B4-BE49-F238E27FC236}">
                <a16:creationId xmlns:a16="http://schemas.microsoft.com/office/drawing/2014/main" id="{31D2A6F8-0BD5-B38A-C371-3E24AF67BD3F}"/>
              </a:ext>
            </a:extLst>
          </p:cNvPr>
          <p:cNvSpPr txBox="1"/>
          <p:nvPr/>
        </p:nvSpPr>
        <p:spPr>
          <a:xfrm>
            <a:off x="-13368" y="5982368"/>
            <a:ext cx="12205368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Fakta:</a:t>
            </a:r>
            <a:r>
              <a:rPr lang="en-US" sz="2400" b="0" i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 Enligt </a:t>
            </a:r>
            <a:r>
              <a:rPr lang="en-US" sz="2400" b="0" i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jobbannonser</a:t>
            </a:r>
            <a:r>
              <a:rPr lang="en-US" sz="24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sz="2400" b="0" i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från</a:t>
            </a:r>
            <a:r>
              <a:rPr lang="en-US" sz="2400" b="0" i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2026 </a:t>
            </a:r>
            <a:r>
              <a:rPr lang="en-US" sz="2400" b="0" i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söker</a:t>
            </a:r>
            <a:r>
              <a:rPr lang="en-US" sz="24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sz="2400" b="0" i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svenska</a:t>
            </a:r>
            <a:r>
              <a:rPr lang="en-US" sz="24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sz="2400" b="0" i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företag</a:t>
            </a:r>
            <a:r>
              <a:rPr lang="en-US" sz="24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sz="2400" b="0" i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aktivt</a:t>
            </a:r>
            <a:r>
              <a:rPr lang="en-US" sz="24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sz="2400" b="0" i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efter</a:t>
            </a:r>
            <a:r>
              <a:rPr lang="en-US" sz="2400" b="0" i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Automation Engineers med </a:t>
            </a:r>
            <a:r>
              <a:rPr lang="en-US" sz="2400" b="0" i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kunskaper</a:t>
            </a:r>
            <a:r>
              <a:rPr lang="en-US" sz="24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sz="2400" b="0" i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i</a:t>
            </a:r>
            <a:r>
              <a:rPr lang="en-US" sz="24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sz="2400" b="0" i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PowerShell, Terraform och Ansible.</a:t>
            </a:r>
            <a:endParaRPr lang="en-US" sz="2400"/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AA31BA84-DE63-33ED-CF65-531CAC086A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5" t="-355" r="-28" b="22279"/>
          <a:stretch>
            <a:fillRect/>
          </a:stretch>
        </p:blipFill>
        <p:spPr>
          <a:xfrm>
            <a:off x="-9983" y="170196"/>
            <a:ext cx="12198363" cy="5312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712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6C4028FD-8BAA-4A19-BFDE-594D991B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F1F809EF-1B0B-2F65-9CD4-D67021328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995"/>
            <a:ext cx="10515600" cy="1133693"/>
          </a:xfrm>
        </p:spPr>
        <p:txBody>
          <a:bodyPr>
            <a:normAutofit/>
          </a:bodyPr>
          <a:lstStyle/>
          <a:p>
            <a:r>
              <a:rPr lang="sv-SE" sz="5200">
                <a:ea typeface="+mj-lt"/>
                <a:cs typeface="+mj-lt"/>
              </a:rPr>
              <a:t>Workshop – "Mänsklig Dator"</a:t>
            </a:r>
            <a:endParaRPr lang="sv-SE" sz="5200"/>
          </a:p>
        </p:txBody>
      </p:sp>
      <p:graphicFrame>
        <p:nvGraphicFramePr>
          <p:cNvPr id="24" name="Platshållare för innehåll 2">
            <a:extLst>
              <a:ext uri="{FF2B5EF4-FFF2-40B4-BE49-F238E27FC236}">
                <a16:creationId xmlns:a16="http://schemas.microsoft.com/office/drawing/2014/main" id="{D24E5F69-BBA1-7A42-A002-2A5DF35EB0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4762093"/>
              </p:ext>
            </p:extLst>
          </p:nvPr>
        </p:nvGraphicFramePr>
        <p:xfrm>
          <a:off x="4314" y="1423060"/>
          <a:ext cx="12183372" cy="54152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22148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017205B-9726-5610-F2A0-5293D1CD6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0" y="1771645"/>
            <a:ext cx="12166892" cy="490852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sv-SE" sz="3200" b="1">
                <a:highlight>
                  <a:srgbClr val="FFFFFF"/>
                </a:highlight>
                <a:ea typeface="+mn-lt"/>
                <a:cs typeface="+mn-lt"/>
              </a:rPr>
              <a:t>Steg 1: Otydlig instruktion</a:t>
            </a:r>
            <a:endParaRPr lang="sv-SE" sz="3200"/>
          </a:p>
          <a:p>
            <a:r>
              <a:rPr lang="sv-SE" sz="3200">
                <a:highlight>
                  <a:srgbClr val="FFFFFF"/>
                </a:highlight>
                <a:ea typeface="+mn-lt"/>
                <a:cs typeface="+mn-lt"/>
              </a:rPr>
              <a:t>Läraren säger: </a:t>
            </a:r>
            <a:r>
              <a:rPr lang="sv-SE" sz="3200" b="1">
                <a:highlight>
                  <a:srgbClr val="FFFFFF"/>
                </a:highlight>
                <a:ea typeface="+mn-lt"/>
                <a:cs typeface="+mn-lt"/>
              </a:rPr>
              <a:t>"Rita en cirkel på tavlan."</a:t>
            </a:r>
            <a:endParaRPr lang="sv-SE" sz="3200"/>
          </a:p>
          <a:p>
            <a:r>
              <a:rPr lang="sv-SE" sz="3200">
                <a:highlight>
                  <a:srgbClr val="FFFFFF"/>
                </a:highlight>
                <a:ea typeface="+mn-lt"/>
                <a:cs typeface="+mn-lt"/>
              </a:rPr>
              <a:t>Studenterna (eller en student) ritar en cirkel.</a:t>
            </a:r>
            <a:endParaRPr lang="sv-SE" sz="3200"/>
          </a:p>
          <a:p>
            <a:r>
              <a:rPr lang="sv-SE" sz="3200" b="1">
                <a:highlight>
                  <a:srgbClr val="FFFFFF"/>
                </a:highlight>
                <a:ea typeface="+mn-lt"/>
                <a:cs typeface="+mn-lt"/>
              </a:rPr>
              <a:t>Fråga:</a:t>
            </a:r>
            <a:r>
              <a:rPr lang="sv-SE" sz="3200">
                <a:highlight>
                  <a:srgbClr val="FFFFFF"/>
                </a:highlight>
                <a:ea typeface="+mn-lt"/>
                <a:cs typeface="+mn-lt"/>
              </a:rPr>
              <a:t> "Var det enkelt? Gav jag alla detaljer?"</a:t>
            </a:r>
            <a:endParaRPr lang="sv-SE" sz="3200"/>
          </a:p>
          <a:p>
            <a:r>
              <a:rPr lang="sv-SE" sz="3200" b="1">
                <a:highlight>
                  <a:srgbClr val="FFFFFF"/>
                </a:highlight>
                <a:ea typeface="+mn-lt"/>
                <a:cs typeface="+mn-lt"/>
              </a:rPr>
              <a:t>Steg 2: Tydlig instruktion (som ett skript!)</a:t>
            </a:r>
            <a:endParaRPr lang="sv-SE" sz="3200"/>
          </a:p>
          <a:p>
            <a:r>
              <a:rPr lang="sv-SE" sz="3200">
                <a:highlight>
                  <a:srgbClr val="FFFFFF"/>
                </a:highlight>
                <a:ea typeface="+mn-lt"/>
                <a:cs typeface="+mn-lt"/>
              </a:rPr>
              <a:t>Läraren säger: </a:t>
            </a:r>
            <a:r>
              <a:rPr lang="sv-SE" sz="3200" b="1">
                <a:highlight>
                  <a:srgbClr val="FFFFFF"/>
                </a:highlight>
                <a:ea typeface="+mn-lt"/>
                <a:cs typeface="+mn-lt"/>
              </a:rPr>
              <a:t>"Gå till tavlan. Ta en röd penna. Börja vid tavlans mittpunkt. Rita en perfekt cirkel med 20 cm radie."</a:t>
            </a:r>
            <a:endParaRPr lang="sv-SE" sz="3200"/>
          </a:p>
          <a:p>
            <a:r>
              <a:rPr lang="sv-SE" sz="3200" b="1">
                <a:highlight>
                  <a:srgbClr val="FFFFFF"/>
                </a:highlight>
                <a:ea typeface="+mn-lt"/>
                <a:cs typeface="+mn-lt"/>
              </a:rPr>
              <a:t>Fråga:</a:t>
            </a:r>
            <a:r>
              <a:rPr lang="sv-SE" sz="3200">
                <a:highlight>
                  <a:srgbClr val="FFFFFF"/>
                </a:highlight>
                <a:ea typeface="+mn-lt"/>
                <a:cs typeface="+mn-lt"/>
              </a:rPr>
              <a:t> "Vilken instruktion var bättre? Varför?"</a:t>
            </a:r>
            <a:endParaRPr lang="sv-SE" sz="3200"/>
          </a:p>
        </p:txBody>
      </p:sp>
      <p:pic>
        <p:nvPicPr>
          <p:cNvPr id="2" name="Bildobjekt 1">
            <a:extLst>
              <a:ext uri="{FF2B5EF4-FFF2-40B4-BE49-F238E27FC236}">
                <a16:creationId xmlns:a16="http://schemas.microsoft.com/office/drawing/2014/main" id="{B9B1EBAD-2B01-549A-9C95-F861C1FFF9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36" t="174" r="-58" b="3083"/>
          <a:stretch>
            <a:fillRect/>
          </a:stretch>
        </p:blipFill>
        <p:spPr>
          <a:xfrm>
            <a:off x="452" y="97389"/>
            <a:ext cx="12203399" cy="6583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3175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27DB95D-3CDD-89A2-0689-340D308D1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55663"/>
          </a:xfrm>
        </p:spPr>
        <p:txBody>
          <a:bodyPr/>
          <a:lstStyle/>
          <a:p>
            <a:r>
              <a:rPr lang="sv-SE">
                <a:ea typeface="+mj-lt"/>
                <a:cs typeface="+mj-lt"/>
              </a:rPr>
              <a:t>Varför denna workshop?</a:t>
            </a:r>
          </a:p>
        </p:txBody>
      </p:sp>
      <p:graphicFrame>
        <p:nvGraphicFramePr>
          <p:cNvPr id="5" name="Platshållare för innehåll 4">
            <a:extLst>
              <a:ext uri="{FF2B5EF4-FFF2-40B4-BE49-F238E27FC236}">
                <a16:creationId xmlns:a16="http://schemas.microsoft.com/office/drawing/2014/main" id="{BDF4FC79-0595-1164-46CE-A8F4F67363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50331288"/>
              </p:ext>
            </p:extLst>
          </p:nvPr>
        </p:nvGraphicFramePr>
        <p:xfrm>
          <a:off x="120650" y="1193800"/>
          <a:ext cx="12001004" cy="5618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000502">
                  <a:extLst>
                    <a:ext uri="{9D8B030D-6E8A-4147-A177-3AD203B41FA5}">
                      <a16:colId xmlns:a16="http://schemas.microsoft.com/office/drawing/2014/main" val="3235267766"/>
                    </a:ext>
                  </a:extLst>
                </a:gridCol>
                <a:gridCol w="6000502">
                  <a:extLst>
                    <a:ext uri="{9D8B030D-6E8A-4147-A177-3AD203B41FA5}">
                      <a16:colId xmlns:a16="http://schemas.microsoft.com/office/drawing/2014/main" val="2016078226"/>
                    </a:ext>
                  </a:extLst>
                </a:gridCol>
              </a:tblGrid>
              <a:tr h="14047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4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Insikt</a:t>
                      </a:r>
                      <a:endParaRPr lang="sv-SE" sz="4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4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Koppling till kursen</a:t>
                      </a:r>
                      <a:endParaRPr lang="sv-SE" sz="4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367515"/>
                  </a:ext>
                </a:extLst>
              </a:tr>
              <a:tr h="14047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Datorer är dumma</a:t>
                      </a:r>
                      <a:r>
                        <a:rPr lang="sv-SE" sz="2400" b="0" i="0" dirty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 – de gör EXAKT vad du säger, inget mer.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Skript måste vara PRECISA. En otydlig instruktion = fel!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9836957"/>
                  </a:ext>
                </a:extLst>
              </a:tr>
              <a:tr h="14047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Ett skript är en lista med EXAKTA </a:t>
                      </a:r>
                      <a:r>
                        <a:rPr lang="sv-SE" sz="2400" b="1" i="0" dirty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instruktioner.</a:t>
                      </a:r>
                      <a:endParaRPr lang="sv-SE" sz="2400" b="0" i="0" dirty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Allt vi skriver i PowerShell, Terraform och Ansible är EXAKTA instruktioner.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3435848"/>
                  </a:ext>
                </a:extLst>
              </a:tr>
              <a:tr h="14047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Automatisering = att ge datorn en </a:t>
                      </a:r>
                      <a:r>
                        <a:rPr lang="sv-SE" sz="2400" b="1" i="0" dirty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PERFEKT lista med instruktioner.</a:t>
                      </a:r>
                      <a:endParaRPr lang="sv-SE" sz="2400" b="0" i="0" dirty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Då slipper vi göra samma tråkiga uppgift om och om igen.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91578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38405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6E1C4AF4-FCD9-349B-BF84-C0C76CCAB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sv-SE" sz="4000">
                <a:solidFill>
                  <a:srgbClr val="FFFFFF"/>
                </a:solidFill>
                <a:ea typeface="+mj-lt"/>
                <a:cs typeface="+mj-lt"/>
              </a:rPr>
              <a:t>Vad Kan Du Automatisera?</a:t>
            </a:r>
            <a:endParaRPr lang="sv-SE" sz="4000">
              <a:solidFill>
                <a:srgbClr val="FFFFFF"/>
              </a:solidFill>
            </a:endParaRPr>
          </a:p>
        </p:txBody>
      </p:sp>
      <p:graphicFrame>
        <p:nvGraphicFramePr>
          <p:cNvPr id="23" name="Platshållare för innehåll 22">
            <a:extLst>
              <a:ext uri="{FF2B5EF4-FFF2-40B4-BE49-F238E27FC236}">
                <a16:creationId xmlns:a16="http://schemas.microsoft.com/office/drawing/2014/main" id="{A9B87940-33A1-1406-E58B-AB84B4C42B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16062191"/>
              </p:ext>
            </p:extLst>
          </p:nvPr>
        </p:nvGraphicFramePr>
        <p:xfrm>
          <a:off x="26736" y="1590842"/>
          <a:ext cx="12160395" cy="396490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53465">
                  <a:extLst>
                    <a:ext uri="{9D8B030D-6E8A-4147-A177-3AD203B41FA5}">
                      <a16:colId xmlns:a16="http://schemas.microsoft.com/office/drawing/2014/main" val="277181173"/>
                    </a:ext>
                  </a:extLst>
                </a:gridCol>
                <a:gridCol w="4053465">
                  <a:extLst>
                    <a:ext uri="{9D8B030D-6E8A-4147-A177-3AD203B41FA5}">
                      <a16:colId xmlns:a16="http://schemas.microsoft.com/office/drawing/2014/main" val="347519239"/>
                    </a:ext>
                  </a:extLst>
                </a:gridCol>
                <a:gridCol w="4053465">
                  <a:extLst>
                    <a:ext uri="{9D8B030D-6E8A-4147-A177-3AD203B41FA5}">
                      <a16:colId xmlns:a16="http://schemas.microsoft.com/office/drawing/2014/main" val="4149792568"/>
                    </a:ext>
                  </a:extLst>
                </a:gridCol>
              </a:tblGrid>
              <a:tr h="792981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Uppgift</a:t>
                      </a:r>
                      <a:endParaRPr lang="sv-SE" sz="2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Manuellt</a:t>
                      </a:r>
                      <a:endParaRPr lang="sv-SE" sz="2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Automatiserat</a:t>
                      </a:r>
                      <a:endParaRPr lang="sv-SE" sz="2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6458829"/>
                  </a:ext>
                </a:extLst>
              </a:tr>
              <a:tr h="792981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Skapa 100 användare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2 timmar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2 minuter med PowerShell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912048"/>
                  </a:ext>
                </a:extLst>
              </a:tr>
              <a:tr h="792981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Installera webbserver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30 minuter per server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5 minuter med Ansible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673086"/>
                  </a:ext>
                </a:extLst>
              </a:tr>
              <a:tr h="792981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Backa upp servrar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1 timme per dag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Körs automatiskt varje natt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7799582"/>
                  </a:ext>
                </a:extLst>
              </a:tr>
              <a:tr h="792981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Konfigurera 50 servrar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3 dagar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1 timme med Terraform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596807"/>
                  </a:ext>
                </a:extLst>
              </a:tr>
            </a:tbl>
          </a:graphicData>
        </a:graphic>
      </p:graphicFrame>
      <p:sp>
        <p:nvSpPr>
          <p:cNvPr id="30" name="textruta 29">
            <a:extLst>
              <a:ext uri="{FF2B5EF4-FFF2-40B4-BE49-F238E27FC236}">
                <a16:creationId xmlns:a16="http://schemas.microsoft.com/office/drawing/2014/main" id="{0606D230-664A-50D1-81DF-3A1DD36B2CF0}"/>
              </a:ext>
            </a:extLst>
          </p:cNvPr>
          <p:cNvSpPr txBox="1"/>
          <p:nvPr/>
        </p:nvSpPr>
        <p:spPr>
          <a:xfrm>
            <a:off x="1" y="6089316"/>
            <a:ext cx="1219199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Enligt </a:t>
            </a:r>
            <a:r>
              <a:rPr lang="en-US" b="1" i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jobbannonser</a:t>
            </a:r>
            <a:r>
              <a:rPr lang="en-US" b="1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1" i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i</a:t>
            </a:r>
            <a:r>
              <a:rPr lang="en-US" b="1" i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Sverige:</a:t>
            </a:r>
            <a:r>
              <a:rPr lang="en-US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 </a:t>
            </a:r>
            <a:r>
              <a:rPr lang="en-US" b="0" i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Automationskompetens</a:t>
            </a:r>
            <a:r>
              <a:rPr lang="en-US" b="0" i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(PowerShell, Terraform, Ansible) </a:t>
            </a:r>
            <a:r>
              <a:rPr lang="en-US" b="0" i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är</a:t>
            </a:r>
            <a:r>
              <a:rPr lang="en-US" b="0" i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bland de </a:t>
            </a:r>
            <a:r>
              <a:rPr lang="en-US" b="0" i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mest</a:t>
            </a:r>
            <a:r>
              <a:rPr lang="en-US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0" i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efterfrågade</a:t>
            </a:r>
            <a:r>
              <a:rPr lang="en-US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0" i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färdigheterna</a:t>
            </a:r>
            <a:r>
              <a:rPr lang="en-US" b="0" i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för IT-infrastrukturspecialister.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4997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16">
            <a:extLst>
              <a:ext uri="{FF2B5EF4-FFF2-40B4-BE49-F238E27FC236}">
                <a16:creationId xmlns:a16="http://schemas.microsoft.com/office/drawing/2014/main" id="{CD9FCCC1-2CC1-C5BE-B8EB-8809774D2D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52" r="11386" b="554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37" name="Rectangle 20">
            <a:extLst>
              <a:ext uri="{FF2B5EF4-FFF2-40B4-BE49-F238E27FC236}">
                <a16:creationId xmlns:a16="http://schemas.microsoft.com/office/drawing/2014/main" id="{257363FD-7E77-4145-9483-331A807A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6802" cy="6858000"/>
          </a:xfrm>
          <a:prstGeom prst="rect">
            <a:avLst/>
          </a:prstGeom>
          <a:gradFill flip="none" rotWithShape="1">
            <a:gsLst>
              <a:gs pos="28000">
                <a:schemeClr val="bg2">
                  <a:alpha val="84000"/>
                </a:schemeClr>
              </a:gs>
              <a:gs pos="7400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ECB6F75A-4B0E-66FA-9D41-A269C9155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91"/>
            <a:ext cx="10515600" cy="879865"/>
          </a:xfrm>
        </p:spPr>
        <p:txBody>
          <a:bodyPr>
            <a:normAutofit/>
          </a:bodyPr>
          <a:lstStyle/>
          <a:p>
            <a:r>
              <a:rPr lang="sv-SE">
                <a:ea typeface="+mj-lt"/>
                <a:cs typeface="+mj-lt"/>
              </a:rPr>
              <a:t>Vad är Ett Skript?</a:t>
            </a:r>
          </a:p>
        </p:txBody>
      </p:sp>
      <p:graphicFrame>
        <p:nvGraphicFramePr>
          <p:cNvPr id="5" name="Platshållare för innehåll 2">
            <a:extLst>
              <a:ext uri="{FF2B5EF4-FFF2-40B4-BE49-F238E27FC236}">
                <a16:creationId xmlns:a16="http://schemas.microsoft.com/office/drawing/2014/main" id="{9D31CDDE-5FB8-1F25-1D2B-E989ADAC32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57769004"/>
              </p:ext>
            </p:extLst>
          </p:nvPr>
        </p:nvGraphicFramePr>
        <p:xfrm>
          <a:off x="33069" y="891098"/>
          <a:ext cx="12154617" cy="47539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65" name="Bildobjekt 64">
            <a:extLst>
              <a:ext uri="{FF2B5EF4-FFF2-40B4-BE49-F238E27FC236}">
                <a16:creationId xmlns:a16="http://schemas.microsoft.com/office/drawing/2014/main" id="{321BB3A5-4681-6E56-0B16-F007676D9EF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673921"/>
            <a:ext cx="12192000" cy="944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310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CEB810-79D7-5DC5-9878-84D808977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Slide Background">
            <a:extLst>
              <a:ext uri="{FF2B5EF4-FFF2-40B4-BE49-F238E27FC236}">
                <a16:creationId xmlns:a16="http://schemas.microsoft.com/office/drawing/2014/main" id="{7B1AB9FE-36F5-4FD1-9850-DB5C5AD482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16">
            <a:extLst>
              <a:ext uri="{FF2B5EF4-FFF2-40B4-BE49-F238E27FC236}">
                <a16:creationId xmlns:a16="http://schemas.microsoft.com/office/drawing/2014/main" id="{2074D034-09FF-A237-8AD3-E61DD3A95F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7808"/>
          <a:stretch>
            <a:fillRect/>
          </a:stretch>
        </p:blipFill>
        <p:spPr>
          <a:xfrm>
            <a:off x="20" y="10"/>
            <a:ext cx="12191979" cy="5486390"/>
          </a:xfrm>
          <a:prstGeom prst="rect">
            <a:avLst/>
          </a:prstGeom>
          <a:effectLst>
            <a:outerShdw blurRad="596900" dist="330200" dir="8820000" sx="87000" sy="87000" algn="ctr" rotWithShape="0">
              <a:srgbClr val="000000">
                <a:alpha val="29000"/>
              </a:srgbClr>
            </a:outerShdw>
          </a:effectLst>
        </p:spPr>
      </p:pic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F489C2E0-4895-4B72-85EA-7EE9FAFFDC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486402"/>
            <a:ext cx="12192000" cy="1371598"/>
          </a:xfrm>
          <a:prstGeom prst="rect">
            <a:avLst/>
          </a:prstGeom>
          <a:ln>
            <a:noFill/>
          </a:ln>
          <a:effectLst>
            <a:outerShdw blurRad="254000" dist="114300" dir="20340000" sx="89000" sy="89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0B6D7844-135F-73E4-AB8D-0A8A6B267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56" y="5746071"/>
            <a:ext cx="7015499" cy="85226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 err="1"/>
              <a:t>Varför</a:t>
            </a:r>
            <a:r>
              <a:rPr lang="en-US" sz="3600" dirty="0"/>
              <a:t> </a:t>
            </a:r>
            <a:r>
              <a:rPr lang="en-US" sz="3600" dirty="0" err="1"/>
              <a:t>Skript</a:t>
            </a:r>
            <a:r>
              <a:rPr lang="en-US" sz="3600" dirty="0"/>
              <a:t>?</a:t>
            </a:r>
          </a:p>
        </p:txBody>
      </p:sp>
      <p:graphicFrame>
        <p:nvGraphicFramePr>
          <p:cNvPr id="28" name="Tabell 27">
            <a:extLst>
              <a:ext uri="{FF2B5EF4-FFF2-40B4-BE49-F238E27FC236}">
                <a16:creationId xmlns:a16="http://schemas.microsoft.com/office/drawing/2014/main" id="{DC9F6B8D-31DD-5B0A-A2B6-EF362B68FD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8655090"/>
              </p:ext>
            </p:extLst>
          </p:nvPr>
        </p:nvGraphicFramePr>
        <p:xfrm>
          <a:off x="40105" y="414421"/>
          <a:ext cx="12070030" cy="46524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370551">
                  <a:extLst>
                    <a:ext uri="{9D8B030D-6E8A-4147-A177-3AD203B41FA5}">
                      <a16:colId xmlns:a16="http://schemas.microsoft.com/office/drawing/2014/main" val="225124487"/>
                    </a:ext>
                  </a:extLst>
                </a:gridCol>
                <a:gridCol w="8699479">
                  <a:extLst>
                    <a:ext uri="{9D8B030D-6E8A-4147-A177-3AD203B41FA5}">
                      <a16:colId xmlns:a16="http://schemas.microsoft.com/office/drawing/2014/main" val="3671455855"/>
                    </a:ext>
                  </a:extLst>
                </a:gridCol>
              </a:tblGrid>
              <a:tr h="832521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Fördel</a:t>
                      </a:r>
                      <a:endParaRPr lang="sv-SE" sz="28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Förklaring</a:t>
                      </a:r>
                      <a:endParaRPr lang="sv-SE" sz="28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882909"/>
                  </a:ext>
                </a:extLst>
              </a:tr>
              <a:tr h="1315921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Snabbt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Datorn gör samma sak varje gång, mycket snabbare än en människa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6478202"/>
                  </a:ext>
                </a:extLst>
              </a:tr>
              <a:tr h="832521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Felfritt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Inga stavfel eller glömda steg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1754763"/>
                  </a:ext>
                </a:extLst>
              </a:tr>
              <a:tr h="832521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Återanvändbart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Samma skript kan köras om och om igen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043704"/>
                  </a:ext>
                </a:extLst>
              </a:tr>
              <a:tr h="832521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Spårbart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Alla steg loggas, så du vet vad som hände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6628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4374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11">
            <a:extLst>
              <a:ext uri="{FF2B5EF4-FFF2-40B4-BE49-F238E27FC236}">
                <a16:creationId xmlns:a16="http://schemas.microsoft.com/office/drawing/2014/main" id="{5112AC23-F046-4DC5-9B92-07CA6CC7C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13">
            <a:extLst>
              <a:ext uri="{FF2B5EF4-FFF2-40B4-BE49-F238E27FC236}">
                <a16:creationId xmlns:a16="http://schemas.microsoft.com/office/drawing/2014/main" id="{175AAFE7-143D-45AC-B616-09521E0F55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15">
            <a:extLst>
              <a:ext uri="{FF2B5EF4-FFF2-40B4-BE49-F238E27FC236}">
                <a16:creationId xmlns:a16="http://schemas.microsoft.com/office/drawing/2014/main" id="{0BA5DB72-E109-4D37-B6DD-C328D53970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1" name="Group 17">
            <a:extLst>
              <a:ext uri="{FF2B5EF4-FFF2-40B4-BE49-F238E27FC236}">
                <a16:creationId xmlns:a16="http://schemas.microsoft.com/office/drawing/2014/main" id="{7C34EE77-74D1-42B4-801B-40B35A68C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2152B4E-1BCF-43D1-814C-F560CEB522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5486774-B7FC-480F-9AAF-9F55F4C436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8FA6A4C-BA1F-4EF8-B3BD-F28CB66DE6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4BF89DB3-EA73-4FD0-AACB-5FE32C1499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BAB203A-25C6-422F-9DB6-C69F0EE9F6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Oval 23">
              <a:extLst>
                <a:ext uri="{FF2B5EF4-FFF2-40B4-BE49-F238E27FC236}">
                  <a16:creationId xmlns:a16="http://schemas.microsoft.com/office/drawing/2014/main" id="{574730A1-7A3A-4ACF-965D-A6DCEC7DBE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3" name="Rectangle 25">
            <a:extLst>
              <a:ext uri="{FF2B5EF4-FFF2-40B4-BE49-F238E27FC236}">
                <a16:creationId xmlns:a16="http://schemas.microsoft.com/office/drawing/2014/main" id="{EB2D1A1F-B200-4444-AE01-EFC97AF7B5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4" y="1042604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4" name="Group 27">
            <a:extLst>
              <a:ext uri="{FF2B5EF4-FFF2-40B4-BE49-F238E27FC236}">
                <a16:creationId xmlns:a16="http://schemas.microsoft.com/office/drawing/2014/main" id="{70E4CB9D-2256-4786-8DDF-ADFBF353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80841E3-DFCC-429A-B907-8B06EDB1E9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54698A1-0C53-4620-97E1-B4689288CF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DBDFF7F-BD40-4085-952D-F6EC5908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31">
              <a:extLst>
                <a:ext uri="{FF2B5EF4-FFF2-40B4-BE49-F238E27FC236}">
                  <a16:creationId xmlns:a16="http://schemas.microsoft.com/office/drawing/2014/main" id="{9F29CA06-4FE5-44A6-8D40-A9C36449C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oup 33">
            <a:extLst>
              <a:ext uri="{FF2B5EF4-FFF2-40B4-BE49-F238E27FC236}">
                <a16:creationId xmlns:a16="http://schemas.microsoft.com/office/drawing/2014/main" id="{568E6F37-AE05-46BF-A77F-5505926E92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D6F5ECB-975C-4A38-BD48-A3C2B38E9E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BF36011-C922-4FD6-B09D-781A87054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1FD3DC2-6A33-4C9E-B0F5-5D6209717F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E4F800E-82BC-4AEF-9F07-7F95C8B8C3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Rubrik 1">
            <a:extLst>
              <a:ext uri="{FF2B5EF4-FFF2-40B4-BE49-F238E27FC236}">
                <a16:creationId xmlns:a16="http://schemas.microsoft.com/office/drawing/2014/main" id="{D4ACE66C-24FD-9812-7BFA-921EEAA5A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0936"/>
            <a:ext cx="4989918" cy="5478640"/>
          </a:xfrm>
          <a:noFill/>
        </p:spPr>
        <p:txBody>
          <a:bodyPr anchor="ctr">
            <a:normAutofit/>
          </a:bodyPr>
          <a:lstStyle/>
          <a:p>
            <a:r>
              <a:rPr lang="sv-SE" sz="4800">
                <a:solidFill>
                  <a:schemeClr val="bg1"/>
                </a:solidFill>
                <a:ea typeface="+mj-lt"/>
                <a:cs typeface="+mj-lt"/>
              </a:rPr>
              <a:t>Vad Kan Man Göra Med Skript?</a:t>
            </a:r>
            <a:endParaRPr lang="sv-SE" sz="4800">
              <a:solidFill>
                <a:schemeClr val="bg1"/>
              </a:solidFill>
            </a:endParaRPr>
          </a:p>
        </p:txBody>
      </p:sp>
      <p:sp>
        <p:nvSpPr>
          <p:cNvPr id="87" name="Rectangle 39">
            <a:extLst>
              <a:ext uri="{FF2B5EF4-FFF2-40B4-BE49-F238E27FC236}">
                <a16:creationId xmlns:a16="http://schemas.microsoft.com/office/drawing/2014/main" id="{C8D9C5DD-B8B3-46A0-8FBC-EE462F96C4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801066" y="497785"/>
            <a:ext cx="5678424" cy="5674840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20000"/>
                </a:schemeClr>
              </a:gs>
              <a:gs pos="100000">
                <a:schemeClr val="tx1"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latshållare för innehåll 6">
            <a:extLst>
              <a:ext uri="{FF2B5EF4-FFF2-40B4-BE49-F238E27FC236}">
                <a16:creationId xmlns:a16="http://schemas.microsoft.com/office/drawing/2014/main" id="{B29C79D3-1448-9D16-6E0D-3F4BC8BDC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5003" y="271503"/>
            <a:ext cx="6161215" cy="6197538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 b="1">
                <a:solidFill>
                  <a:schemeClr val="bg1"/>
                </a:solidFill>
                <a:ea typeface="+mn-lt"/>
                <a:cs typeface="+mn-lt"/>
              </a:rPr>
              <a:t>Administration:</a:t>
            </a:r>
            <a:endParaRPr lang="sv-SE" b="1">
              <a:solidFill>
                <a:schemeClr val="bg1"/>
              </a:solidFill>
            </a:endParaRPr>
          </a:p>
          <a:p>
            <a:r>
              <a:rPr lang="sv-SE" sz="2400">
                <a:solidFill>
                  <a:schemeClr val="bg1"/>
                </a:solidFill>
                <a:ea typeface="+mn-lt"/>
                <a:cs typeface="+mn-lt"/>
              </a:rPr>
              <a:t>- Starta/stoppa tjänster och processer</a:t>
            </a:r>
            <a:endParaRPr lang="sv-SE" sz="2400">
              <a:solidFill>
                <a:schemeClr val="bg1"/>
              </a:solidFill>
            </a:endParaRPr>
          </a:p>
          <a:p>
            <a:r>
              <a:rPr lang="sv-SE" sz="2400">
                <a:solidFill>
                  <a:schemeClr val="bg1"/>
                </a:solidFill>
                <a:ea typeface="+mn-lt"/>
                <a:cs typeface="+mn-lt"/>
              </a:rPr>
              <a:t>- Skapa, ändra eller ta bort användare</a:t>
            </a:r>
            <a:endParaRPr lang="sv-SE" sz="2400">
              <a:solidFill>
                <a:schemeClr val="bg1"/>
              </a:solidFill>
            </a:endParaRPr>
          </a:p>
          <a:p>
            <a:r>
              <a:rPr lang="sv-SE" sz="2400">
                <a:solidFill>
                  <a:schemeClr val="bg1"/>
                </a:solidFill>
                <a:ea typeface="+mn-lt"/>
                <a:cs typeface="+mn-lt"/>
              </a:rPr>
              <a:t>- Hantera filer och mappar</a:t>
            </a:r>
            <a:endParaRPr lang="sv-SE" sz="2400">
              <a:solidFill>
                <a:schemeClr val="bg1"/>
              </a:solidFill>
            </a:endParaRPr>
          </a:p>
          <a:p>
            <a:r>
              <a:rPr lang="sv-SE" sz="2400">
                <a:solidFill>
                  <a:schemeClr val="bg1"/>
                </a:solidFill>
                <a:ea typeface="+mn-lt"/>
                <a:cs typeface="+mn-lt"/>
              </a:rPr>
              <a:t>- Läsa och skriva till registret (Windows)</a:t>
            </a:r>
            <a:endParaRPr lang="sv-SE" sz="2400">
              <a:solidFill>
                <a:schemeClr val="bg1"/>
              </a:solidFill>
            </a:endParaRPr>
          </a:p>
          <a:p>
            <a:r>
              <a:rPr lang="sv-SE" b="1">
                <a:solidFill>
                  <a:schemeClr val="bg1"/>
                </a:solidFill>
                <a:ea typeface="+mn-lt"/>
                <a:cs typeface="+mn-lt"/>
              </a:rPr>
              <a:t>Övervakning:</a:t>
            </a:r>
            <a:endParaRPr lang="sv-SE" b="1">
              <a:solidFill>
                <a:schemeClr val="bg1"/>
              </a:solidFill>
            </a:endParaRPr>
          </a:p>
          <a:p>
            <a:r>
              <a:rPr lang="sv-SE" sz="2400">
                <a:solidFill>
                  <a:schemeClr val="bg1"/>
                </a:solidFill>
                <a:ea typeface="+mn-lt"/>
                <a:cs typeface="+mn-lt"/>
              </a:rPr>
              <a:t>- Kontrollera att servrar är igång</a:t>
            </a:r>
            <a:endParaRPr lang="sv-SE" sz="2400">
              <a:solidFill>
                <a:schemeClr val="bg1"/>
              </a:solidFill>
            </a:endParaRPr>
          </a:p>
          <a:p>
            <a:r>
              <a:rPr lang="sv-SE" sz="2400">
                <a:solidFill>
                  <a:schemeClr val="bg1"/>
                </a:solidFill>
                <a:ea typeface="+mn-lt"/>
                <a:cs typeface="+mn-lt"/>
              </a:rPr>
              <a:t>- Skicka larm vid problem</a:t>
            </a:r>
            <a:endParaRPr lang="sv-SE" sz="2400">
              <a:solidFill>
                <a:schemeClr val="bg1"/>
              </a:solidFill>
            </a:endParaRPr>
          </a:p>
          <a:p>
            <a:r>
              <a:rPr lang="sv-SE" sz="2400">
                <a:solidFill>
                  <a:schemeClr val="bg1"/>
                </a:solidFill>
                <a:ea typeface="+mn-lt"/>
                <a:cs typeface="+mn-lt"/>
              </a:rPr>
              <a:t>- Logga alla händelser</a:t>
            </a:r>
            <a:endParaRPr lang="sv-SE" sz="2400">
              <a:solidFill>
                <a:schemeClr val="bg1"/>
              </a:solidFill>
            </a:endParaRPr>
          </a:p>
          <a:p>
            <a:r>
              <a:rPr lang="sv-SE" b="1">
                <a:solidFill>
                  <a:schemeClr val="bg1"/>
                </a:solidFill>
                <a:ea typeface="+mn-lt"/>
                <a:cs typeface="+mn-lt"/>
              </a:rPr>
              <a:t>Automatisering:</a:t>
            </a:r>
            <a:endParaRPr lang="sv-SE" b="1">
              <a:solidFill>
                <a:schemeClr val="bg1"/>
              </a:solidFill>
            </a:endParaRPr>
          </a:p>
          <a:p>
            <a:r>
              <a:rPr lang="sv-SE" sz="2400">
                <a:solidFill>
                  <a:schemeClr val="bg1"/>
                </a:solidFill>
                <a:ea typeface="+mn-lt"/>
                <a:cs typeface="+mn-lt"/>
              </a:rPr>
              <a:t>- Installera programvara automatiskt</a:t>
            </a:r>
            <a:endParaRPr lang="sv-SE" sz="2400">
              <a:solidFill>
                <a:schemeClr val="bg1"/>
              </a:solidFill>
            </a:endParaRPr>
          </a:p>
          <a:p>
            <a:r>
              <a:rPr lang="sv-SE" sz="2400">
                <a:solidFill>
                  <a:schemeClr val="bg1"/>
                </a:solidFill>
                <a:ea typeface="+mn-lt"/>
                <a:cs typeface="+mn-lt"/>
              </a:rPr>
              <a:t>- Konfigurera servrar</a:t>
            </a:r>
            <a:endParaRPr lang="sv-SE" sz="2400">
              <a:solidFill>
                <a:schemeClr val="bg1"/>
              </a:solidFill>
            </a:endParaRPr>
          </a:p>
          <a:p>
            <a:r>
              <a:rPr lang="sv-SE" sz="2400">
                <a:solidFill>
                  <a:schemeClr val="bg1"/>
                </a:solidFill>
                <a:ea typeface="+mn-lt"/>
                <a:cs typeface="+mn-lt"/>
              </a:rPr>
              <a:t>- Bygga hela IT-miljöer med kod</a:t>
            </a:r>
            <a:endParaRPr lang="sv-SE" sz="2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92897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13B067F-3154-4968-A886-DF93A787E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97583D6C-C05B-47AB-8540-B2700B82A4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501AD91-D973-4968-95E4-4C26CFDF8F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C165989-F5FE-4BB6-9817-E7828CB1D6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B0649CC-B912-4E82-BEA0-DA75ECB19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BA08C17-C9A5-4FA8-ABC4-44FB3B869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0DEAC6C-553C-437E-BC17-D4495233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Rubrik 1">
            <a:extLst>
              <a:ext uri="{FF2B5EF4-FFF2-40B4-BE49-F238E27FC236}">
                <a16:creationId xmlns:a16="http://schemas.microsoft.com/office/drawing/2014/main" id="{07773D22-5CBB-6B7C-D4B9-5E36AFC7A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20" y="4125084"/>
            <a:ext cx="4242379" cy="2544007"/>
          </a:xfrm>
          <a:noFill/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Från</a:t>
            </a:r>
            <a:r>
              <a:rPr lang="en-US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Enkla Kommandon till Hela </a:t>
            </a:r>
            <a:r>
              <a:rPr lang="en-US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Automationskedjan</a:t>
            </a:r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62CDE8EE-C84C-3FB6-1F3E-3AA290CB47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096" y="586250"/>
            <a:ext cx="11899170" cy="3114412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1F4E1649-4D1F-4A91-AF97-A254BFDD5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2" y="776904"/>
            <a:ext cx="304800" cy="429768"/>
            <a:chOff x="215328" y="-46937"/>
            <a:chExt cx="304800" cy="2773841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E483602-62F9-474D-9C9B-5EE4CD767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D7D1AC0-A6C7-40E3-9841-F34AC831A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951C4DD-7427-497D-9DE3-9D731D3F4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EE18298-0BF5-4D7A-921A-2F4186E8D9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Oval 45">
            <a:extLst>
              <a:ext uri="{FF2B5EF4-FFF2-40B4-BE49-F238E27FC236}">
                <a16:creationId xmlns:a16="http://schemas.microsoft.com/office/drawing/2014/main" id="{773AEA78-C03B-40B7-9D11-DC022119D5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600000">
            <a:off x="10150845" y="4270841"/>
            <a:ext cx="1897885" cy="1897885"/>
          </a:xfrm>
          <a:prstGeom prst="ellipse">
            <a:avLst/>
          </a:prstGeom>
          <a:gradFill>
            <a:gsLst>
              <a:gs pos="0">
                <a:schemeClr val="tx2">
                  <a:lumMod val="75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1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24761C10-030C-2666-C26D-6328192E0829}"/>
              </a:ext>
            </a:extLst>
          </p:cNvPr>
          <p:cNvSpPr txBox="1"/>
          <p:nvPr/>
        </p:nvSpPr>
        <p:spPr>
          <a:xfrm>
            <a:off x="4258289" y="4241371"/>
            <a:ext cx="7929949" cy="262120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3200" b="1" dirty="0">
                <a:solidFill>
                  <a:schemeClr val="bg1"/>
                </a:solidFill>
              </a:rPr>
              <a:t>Nivå     Vad </a:t>
            </a:r>
            <a:r>
              <a:rPr lang="en-US" sz="3200" b="1" dirty="0" err="1">
                <a:solidFill>
                  <a:schemeClr val="bg1"/>
                </a:solidFill>
              </a:rPr>
              <a:t>betyder</a:t>
            </a:r>
            <a:r>
              <a:rPr lang="en-US" sz="3200" b="1" dirty="0">
                <a:solidFill>
                  <a:schemeClr val="bg1"/>
                </a:solidFill>
              </a:rPr>
              <a:t> det?</a:t>
            </a:r>
            <a:endParaRPr lang="sv-SE">
              <a:solidFill>
                <a:schemeClr val="bg1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bg1"/>
                </a:solidFill>
              </a:rPr>
              <a:t>Nivå</a:t>
            </a:r>
            <a:r>
              <a:rPr lang="en-US" sz="2400" dirty="0">
                <a:solidFill>
                  <a:schemeClr val="bg1"/>
                </a:solidFill>
              </a:rPr>
              <a:t> 1 – </a:t>
            </a:r>
            <a:r>
              <a:rPr lang="en-US" sz="2400" dirty="0" err="1">
                <a:solidFill>
                  <a:schemeClr val="bg1"/>
                </a:solidFill>
              </a:rPr>
              <a:t>Kommandon</a:t>
            </a:r>
            <a:r>
              <a:rPr lang="en-US" sz="2400" dirty="0">
                <a:solidFill>
                  <a:schemeClr val="bg1"/>
                </a:solidFill>
              </a:rPr>
              <a:t>    Du </a:t>
            </a:r>
            <a:r>
              <a:rPr lang="en-US" sz="2400" dirty="0" err="1">
                <a:solidFill>
                  <a:schemeClr val="bg1"/>
                </a:solidFill>
              </a:rPr>
              <a:t>skriver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ett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kommando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i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taget</a:t>
            </a:r>
            <a:endParaRPr lang="en-US" sz="2400" dirty="0">
              <a:solidFill>
                <a:schemeClr val="bg1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bg1"/>
                </a:solidFill>
              </a:rPr>
              <a:t>Nivå</a:t>
            </a:r>
            <a:r>
              <a:rPr lang="en-US" sz="2400" dirty="0">
                <a:solidFill>
                  <a:schemeClr val="bg1"/>
                </a:solidFill>
              </a:rPr>
              <a:t> 2 – </a:t>
            </a:r>
            <a:r>
              <a:rPr lang="en-US" sz="2400" dirty="0" err="1">
                <a:solidFill>
                  <a:schemeClr val="bg1"/>
                </a:solidFill>
              </a:rPr>
              <a:t>Skript</a:t>
            </a:r>
            <a:r>
              <a:rPr lang="en-US" sz="2400" dirty="0">
                <a:solidFill>
                  <a:schemeClr val="bg1"/>
                </a:solidFill>
              </a:rPr>
              <a:t>    Du </a:t>
            </a:r>
            <a:r>
              <a:rPr lang="en-US" sz="2400" dirty="0" err="1">
                <a:solidFill>
                  <a:schemeClr val="bg1"/>
                </a:solidFill>
              </a:rPr>
              <a:t>skriver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flera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kommandon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i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en</a:t>
            </a:r>
            <a:r>
              <a:rPr lang="en-US" sz="2400" dirty="0">
                <a:solidFill>
                  <a:schemeClr val="bg1"/>
                </a:solidFill>
              </a:rPr>
              <a:t> fil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bg1"/>
                </a:solidFill>
              </a:rPr>
              <a:t>Nivå</a:t>
            </a:r>
            <a:r>
              <a:rPr lang="en-US" sz="2400" dirty="0">
                <a:solidFill>
                  <a:schemeClr val="bg1"/>
                </a:solidFill>
              </a:rPr>
              <a:t> 3 – </a:t>
            </a:r>
            <a:r>
              <a:rPr lang="en-US" sz="2400" dirty="0" err="1">
                <a:solidFill>
                  <a:schemeClr val="bg1"/>
                </a:solidFill>
              </a:rPr>
              <a:t>IaC</a:t>
            </a:r>
            <a:r>
              <a:rPr lang="en-US" sz="2400" dirty="0">
                <a:solidFill>
                  <a:schemeClr val="bg1"/>
                </a:solidFill>
              </a:rPr>
              <a:t>    Du </a:t>
            </a:r>
            <a:r>
              <a:rPr lang="en-US" sz="2400" dirty="0" err="1">
                <a:solidFill>
                  <a:schemeClr val="bg1"/>
                </a:solidFill>
              </a:rPr>
              <a:t>beskriver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hela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infrastrukturen</a:t>
            </a:r>
            <a:r>
              <a:rPr lang="en-US" sz="2400" dirty="0">
                <a:solidFill>
                  <a:schemeClr val="bg1"/>
                </a:solidFill>
              </a:rPr>
              <a:t> med </a:t>
            </a:r>
            <a:r>
              <a:rPr lang="en-US" sz="2400" dirty="0" err="1">
                <a:solidFill>
                  <a:schemeClr val="bg1"/>
                </a:solidFill>
              </a:rPr>
              <a:t>kod</a:t>
            </a:r>
            <a:endParaRPr lang="en-US" sz="2400" dirty="0">
              <a:solidFill>
                <a:schemeClr val="bg1"/>
              </a:solidFill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bg1"/>
                </a:solidFill>
              </a:rPr>
              <a:t>Nivå</a:t>
            </a:r>
            <a:r>
              <a:rPr lang="en-US" sz="2400" dirty="0">
                <a:solidFill>
                  <a:schemeClr val="bg1"/>
                </a:solidFill>
              </a:rPr>
              <a:t> 4 – </a:t>
            </a:r>
            <a:r>
              <a:rPr lang="en-US" sz="2400" dirty="0" err="1">
                <a:solidFill>
                  <a:schemeClr val="bg1"/>
                </a:solidFill>
              </a:rPr>
              <a:t>Kedja</a:t>
            </a:r>
            <a:r>
              <a:rPr lang="en-US" sz="2400" dirty="0">
                <a:solidFill>
                  <a:schemeClr val="bg1"/>
                </a:solidFill>
              </a:rPr>
              <a:t>    </a:t>
            </a:r>
            <a:r>
              <a:rPr lang="en-US" sz="2400" dirty="0" err="1">
                <a:solidFill>
                  <a:schemeClr val="bg1"/>
                </a:solidFill>
              </a:rPr>
              <a:t>Flera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verktyg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samarbetar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automatiskt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AE2B1B94-5DE9-D64D-47BA-4D202E3763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" t="-342" r="-23" b="3388"/>
          <a:stretch>
            <a:fillRect/>
          </a:stretch>
        </p:blipFill>
        <p:spPr>
          <a:xfrm>
            <a:off x="9373" y="129135"/>
            <a:ext cx="12192402" cy="6597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5451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6CC2A1FF-8100-441C-4703-03C33C353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sv-SE" sz="5000">
                <a:solidFill>
                  <a:schemeClr val="bg1"/>
                </a:solidFill>
                <a:ea typeface="+mj-lt"/>
                <a:cs typeface="+mj-lt"/>
              </a:rPr>
              <a:t>Kursens Syfte – Varför Just Denna Kurs?</a:t>
            </a:r>
            <a:endParaRPr lang="sv-SE" sz="5000">
              <a:solidFill>
                <a:schemeClr val="bg1"/>
              </a:solidFill>
            </a:endParaRPr>
          </a:p>
        </p:txBody>
      </p:sp>
      <p:sp>
        <p:nvSpPr>
          <p:cNvPr id="22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Platshållare för innehåll 2">
            <a:extLst>
              <a:ext uri="{FF2B5EF4-FFF2-40B4-BE49-F238E27FC236}">
                <a16:creationId xmlns:a16="http://schemas.microsoft.com/office/drawing/2014/main" id="{B1C723BD-3F55-D8AC-28CC-4CC4E573D57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72559208"/>
              </p:ext>
            </p:extLst>
          </p:nvPr>
        </p:nvGraphicFramePr>
        <p:xfrm>
          <a:off x="290095" y="2004446"/>
          <a:ext cx="11611810" cy="47116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54553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1BDBC4E1-F8EA-65B0-F6BC-7AAA1CEEA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" y="160956"/>
            <a:ext cx="9543405" cy="1188720"/>
          </a:xfrm>
        </p:spPr>
        <p:txBody>
          <a:bodyPr>
            <a:normAutofit/>
          </a:bodyPr>
          <a:lstStyle/>
          <a:p>
            <a:r>
              <a:rPr lang="sv-SE" sz="7200">
                <a:solidFill>
                  <a:schemeClr val="tx1">
                    <a:lumMod val="85000"/>
                    <a:lumOff val="15000"/>
                  </a:schemeClr>
                </a:solidFill>
                <a:ea typeface="+mj-lt"/>
                <a:cs typeface="+mj-lt"/>
              </a:rPr>
              <a:t>Varför är detta viktigt?</a:t>
            </a:r>
          </a:p>
        </p:txBody>
      </p:sp>
      <p:graphicFrame>
        <p:nvGraphicFramePr>
          <p:cNvPr id="7" name="Platshållare för innehåll 6">
            <a:extLst>
              <a:ext uri="{FF2B5EF4-FFF2-40B4-BE49-F238E27FC236}">
                <a16:creationId xmlns:a16="http://schemas.microsoft.com/office/drawing/2014/main" id="{9AB2F6C9-F955-DBE8-A313-5364FA5698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31157166"/>
              </p:ext>
            </p:extLst>
          </p:nvPr>
        </p:nvGraphicFramePr>
        <p:xfrm>
          <a:off x="0" y="2299368"/>
          <a:ext cx="12170019" cy="364617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367421">
                  <a:extLst>
                    <a:ext uri="{9D8B030D-6E8A-4147-A177-3AD203B41FA5}">
                      <a16:colId xmlns:a16="http://schemas.microsoft.com/office/drawing/2014/main" val="1119809144"/>
                    </a:ext>
                  </a:extLst>
                </a:gridCol>
                <a:gridCol w="6802598">
                  <a:extLst>
                    <a:ext uri="{9D8B030D-6E8A-4147-A177-3AD203B41FA5}">
                      <a16:colId xmlns:a16="http://schemas.microsoft.com/office/drawing/2014/main" val="3229290212"/>
                    </a:ext>
                  </a:extLst>
                </a:gridCol>
              </a:tblGrid>
              <a:tr h="691088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Utan automatisering</a:t>
                      </a:r>
                      <a:endParaRPr lang="sv-SE" sz="28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Med automatisering</a:t>
                      </a:r>
                      <a:endParaRPr lang="sv-SE" sz="28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6790021"/>
                  </a:ext>
                </a:extLst>
              </a:tr>
              <a:tr h="691088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Mycket manuellt arbete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Allt görs automatiskt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4049353"/>
                  </a:ext>
                </a:extLst>
              </a:tr>
              <a:tr h="691088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Hög risk för fel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Färre mänskliga fel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6893833"/>
                  </a:ext>
                </a:extLst>
              </a:tr>
              <a:tr h="691088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Långsam driftsättning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Snabb och effektiv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5327973"/>
                  </a:ext>
                </a:extLst>
              </a:tr>
              <a:tr h="691088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Svårt att skala upp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Kan hantera tusentals servrar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041111"/>
                  </a:ext>
                </a:extLst>
              </a:tr>
            </a:tbl>
          </a:graphicData>
        </a:graphic>
      </p:graphicFrame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727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9CB0874-88B8-43D3-B0B6-C32F790F79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BFD067A-52BE-40EE-B7CA-391830B9A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2561771"/>
            <a:chOff x="0" y="0"/>
            <a:chExt cx="12192000" cy="2561771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CDA7855-806B-4A02-9C19-24872E4D89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2561771"/>
            </a:xfrm>
            <a:custGeom>
              <a:avLst/>
              <a:gdLst>
                <a:gd name="connsiteX0" fmla="*/ 0 w 12192000"/>
                <a:gd name="connsiteY0" fmla="*/ 0 h 2561771"/>
                <a:gd name="connsiteX1" fmla="*/ 12192000 w 12192000"/>
                <a:gd name="connsiteY1" fmla="*/ 0 h 2561771"/>
                <a:gd name="connsiteX2" fmla="*/ 12192000 w 12192000"/>
                <a:gd name="connsiteY2" fmla="*/ 2359863 h 2561771"/>
                <a:gd name="connsiteX3" fmla="*/ 6364514 w 12192000"/>
                <a:gd name="connsiteY3" fmla="*/ 2561771 h 2561771"/>
                <a:gd name="connsiteX4" fmla="*/ 1981200 w 12192000"/>
                <a:gd name="connsiteY4" fmla="*/ 2278742 h 2561771"/>
                <a:gd name="connsiteX5" fmla="*/ 0 w 12192000"/>
                <a:gd name="connsiteY5" fmla="*/ 2343277 h 2561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192000" h="2561771">
                  <a:moveTo>
                    <a:pt x="0" y="0"/>
                  </a:moveTo>
                  <a:lnTo>
                    <a:pt x="12192000" y="0"/>
                  </a:lnTo>
                  <a:lnTo>
                    <a:pt x="12192000" y="2359863"/>
                  </a:lnTo>
                  <a:lnTo>
                    <a:pt x="6364514" y="2561771"/>
                  </a:lnTo>
                  <a:lnTo>
                    <a:pt x="1981200" y="2278742"/>
                  </a:lnTo>
                  <a:lnTo>
                    <a:pt x="0" y="2343277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AFE70DE-5BEC-4E54-98D2-48C13E1491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2561771"/>
            </a:xfrm>
            <a:custGeom>
              <a:avLst/>
              <a:gdLst>
                <a:gd name="connsiteX0" fmla="*/ 0 w 12192000"/>
                <a:gd name="connsiteY0" fmla="*/ 0 h 2561771"/>
                <a:gd name="connsiteX1" fmla="*/ 12192000 w 12192000"/>
                <a:gd name="connsiteY1" fmla="*/ 0 h 2561771"/>
                <a:gd name="connsiteX2" fmla="*/ 12192000 w 12192000"/>
                <a:gd name="connsiteY2" fmla="*/ 2359863 h 2561771"/>
                <a:gd name="connsiteX3" fmla="*/ 6364514 w 12192000"/>
                <a:gd name="connsiteY3" fmla="*/ 2561771 h 2561771"/>
                <a:gd name="connsiteX4" fmla="*/ 1981200 w 12192000"/>
                <a:gd name="connsiteY4" fmla="*/ 2278742 h 2561771"/>
                <a:gd name="connsiteX5" fmla="*/ 0 w 12192000"/>
                <a:gd name="connsiteY5" fmla="*/ 2343277 h 2561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192000" h="2561771">
                  <a:moveTo>
                    <a:pt x="0" y="0"/>
                  </a:moveTo>
                  <a:lnTo>
                    <a:pt x="12192000" y="0"/>
                  </a:lnTo>
                  <a:lnTo>
                    <a:pt x="12192000" y="2359863"/>
                  </a:lnTo>
                  <a:lnTo>
                    <a:pt x="6364514" y="2561771"/>
                  </a:lnTo>
                  <a:lnTo>
                    <a:pt x="1981200" y="2278742"/>
                  </a:lnTo>
                  <a:lnTo>
                    <a:pt x="0" y="2343277"/>
                  </a:lnTo>
                  <a:close/>
                </a:path>
              </a:pathLst>
            </a:custGeom>
            <a:solidFill>
              <a:schemeClr val="bg1">
                <a:alpha val="86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Rubrik 1">
            <a:extLst>
              <a:ext uri="{FF2B5EF4-FFF2-40B4-BE49-F238E27FC236}">
                <a16:creationId xmlns:a16="http://schemas.microsoft.com/office/drawing/2014/main" id="{CABBB302-CC54-8471-E166-9705D4041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494" y="532401"/>
            <a:ext cx="8801849" cy="921781"/>
          </a:xfrm>
        </p:spPr>
        <p:txBody>
          <a:bodyPr anchor="b">
            <a:noAutofit/>
          </a:bodyPr>
          <a:lstStyle/>
          <a:p>
            <a:r>
              <a:rPr lang="sv-SE" sz="8000">
                <a:ea typeface="+mj-lt"/>
                <a:cs typeface="+mj-lt"/>
              </a:rPr>
              <a:t>Efter kursen ska du: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15B8CC4-8CCE-428F-AE7E-28D178984C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0" y="2027156"/>
            <a:ext cx="12192000" cy="757168"/>
            <a:chOff x="0" y="2959818"/>
            <a:chExt cx="12192000" cy="757168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6359FA2-E374-4073-8269-E10D2AE749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A1F0E66-9B5E-4980-8AEC-B4D144B487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2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D22BB92B-CE58-3F2F-F103-38DDBA760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710" y="2776614"/>
            <a:ext cx="11346642" cy="390780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sv-SE" sz="3200">
                <a:solidFill>
                  <a:schemeClr val="tx1">
                    <a:alpha val="80000"/>
                  </a:schemeClr>
                </a:solidFill>
                <a:ea typeface="+mn-lt"/>
                <a:cs typeface="+mn-lt"/>
              </a:rPr>
              <a:t>Skriva PowerShell-skript för att automatisera Windows-administration</a:t>
            </a:r>
            <a:endParaRPr lang="sv-SE" sz="3200">
              <a:solidFill>
                <a:schemeClr val="tx1">
                  <a:alpha val="80000"/>
                </a:schemeClr>
              </a:solidFill>
            </a:endParaRPr>
          </a:p>
          <a:p>
            <a:r>
              <a:rPr lang="sv-SE" sz="3200">
                <a:solidFill>
                  <a:schemeClr val="tx1">
                    <a:alpha val="80000"/>
                  </a:schemeClr>
                </a:solidFill>
                <a:ea typeface="+mn-lt"/>
                <a:cs typeface="+mn-lt"/>
              </a:rPr>
              <a:t>Använda Bash (grundläggande) för Linux i WSL2</a:t>
            </a:r>
            <a:endParaRPr lang="sv-SE" sz="3200">
              <a:solidFill>
                <a:schemeClr val="tx1">
                  <a:alpha val="80000"/>
                </a:schemeClr>
              </a:solidFill>
            </a:endParaRPr>
          </a:p>
          <a:p>
            <a:r>
              <a:rPr lang="sv-SE" sz="3200">
                <a:solidFill>
                  <a:schemeClr val="tx1">
                    <a:alpha val="80000"/>
                  </a:schemeClr>
                </a:solidFill>
                <a:ea typeface="+mn-lt"/>
                <a:cs typeface="+mn-lt"/>
              </a:rPr>
              <a:t>Skriva Python-skript för att verifiera och orkestrera</a:t>
            </a:r>
            <a:endParaRPr lang="sv-SE" sz="3200">
              <a:solidFill>
                <a:schemeClr val="tx1">
                  <a:alpha val="80000"/>
                </a:schemeClr>
              </a:solidFill>
            </a:endParaRPr>
          </a:p>
          <a:p>
            <a:r>
              <a:rPr lang="sv-SE" sz="3200">
                <a:solidFill>
                  <a:schemeClr val="tx1">
                    <a:alpha val="80000"/>
                  </a:schemeClr>
                </a:solidFill>
                <a:ea typeface="+mn-lt"/>
                <a:cs typeface="+mn-lt"/>
              </a:rPr>
              <a:t>Använda Terraform för Infrastructure as Code (IaC)</a:t>
            </a:r>
            <a:endParaRPr lang="sv-SE" sz="3200">
              <a:solidFill>
                <a:schemeClr val="tx1">
                  <a:alpha val="80000"/>
                </a:schemeClr>
              </a:solidFill>
            </a:endParaRPr>
          </a:p>
          <a:p>
            <a:r>
              <a:rPr lang="sv-SE" sz="3200">
                <a:solidFill>
                  <a:schemeClr val="tx1">
                    <a:alpha val="80000"/>
                  </a:schemeClr>
                </a:solidFill>
                <a:ea typeface="+mn-lt"/>
                <a:cs typeface="+mn-lt"/>
              </a:rPr>
              <a:t>Använda Ansible för konfigurationshantering</a:t>
            </a:r>
            <a:endParaRPr lang="sv-SE" sz="3200">
              <a:solidFill>
                <a:schemeClr val="tx1">
                  <a:alpha val="80000"/>
                </a:schemeClr>
              </a:solidFill>
            </a:endParaRPr>
          </a:p>
          <a:p>
            <a:r>
              <a:rPr lang="sv-SE" sz="3200">
                <a:solidFill>
                  <a:schemeClr val="tx1">
                    <a:alpha val="80000"/>
                  </a:schemeClr>
                </a:solidFill>
                <a:ea typeface="+mn-lt"/>
                <a:cs typeface="+mn-lt"/>
              </a:rPr>
              <a:t>Bygga skriptkedjor där flera verktyg samverkar</a:t>
            </a:r>
            <a:endParaRPr lang="sv-SE" sz="3200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12507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3043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186EABB2-4FBC-30F2-F414-16DC76AB6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532214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Hur Hänger Kursen </a:t>
            </a:r>
            <a:r>
              <a:rPr lang="en-US" sz="40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Ihop</a:t>
            </a:r>
            <a:r>
              <a:rPr lang="en-US" sz="4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Med </a:t>
            </a:r>
            <a:r>
              <a:rPr lang="en-US" sz="40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Resten</a:t>
            </a:r>
            <a:r>
              <a:rPr lang="en-US" sz="4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Av </a:t>
            </a:r>
            <a:r>
              <a:rPr lang="en-US" sz="40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Utbildningen</a:t>
            </a:r>
            <a:r>
              <a:rPr lang="en-US" sz="4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?</a:t>
            </a:r>
            <a:endParaRPr lang="en-US" sz="4000" kern="1200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215BD1E6-8DD1-AE4B-FC83-456A808DD8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8807" y="137324"/>
            <a:ext cx="10447754" cy="4648199"/>
          </a:xfrm>
          <a:prstGeom prst="rect">
            <a:avLst/>
          </a:prstGeom>
        </p:spPr>
      </p:pic>
      <p:pic>
        <p:nvPicPr>
          <p:cNvPr id="3" name="Bildobjekt 2">
            <a:extLst>
              <a:ext uri="{FF2B5EF4-FFF2-40B4-BE49-F238E27FC236}">
                <a16:creationId xmlns:a16="http://schemas.microsoft.com/office/drawing/2014/main" id="{B12DE94D-4742-6F5D-BA42-11846ECED8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55" b="11211"/>
          <a:stretch>
            <a:fillRect/>
          </a:stretch>
        </p:blipFill>
        <p:spPr>
          <a:xfrm>
            <a:off x="0" y="317003"/>
            <a:ext cx="12192000" cy="6066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64056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AE80204-5DA5-3423-A7A9-A93A4C1E1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73" y="294538"/>
            <a:ext cx="12034898" cy="1033669"/>
          </a:xfrm>
        </p:spPr>
        <p:txBody>
          <a:bodyPr>
            <a:noAutofit/>
          </a:bodyPr>
          <a:lstStyle/>
          <a:p>
            <a:r>
              <a:rPr lang="sv-SE" sz="5400">
                <a:solidFill>
                  <a:srgbClr val="FFFFFF"/>
                </a:solidFill>
                <a:ea typeface="+mj-lt"/>
                <a:cs typeface="+mj-lt"/>
              </a:rPr>
              <a:t>Tidigare kurs                   Används i denna kurs</a:t>
            </a:r>
            <a:endParaRPr lang="sv-SE" sz="5400">
              <a:solidFill>
                <a:srgbClr val="FFFFFF"/>
              </a:solidFill>
            </a:endParaRPr>
          </a:p>
        </p:txBody>
      </p:sp>
      <p:graphicFrame>
        <p:nvGraphicFramePr>
          <p:cNvPr id="7" name="Platshållare för innehåll 6">
            <a:extLst>
              <a:ext uri="{FF2B5EF4-FFF2-40B4-BE49-F238E27FC236}">
                <a16:creationId xmlns:a16="http://schemas.microsoft.com/office/drawing/2014/main" id="{AA20F08A-A371-6159-DB72-C0603BDCE7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80328823"/>
              </p:ext>
            </p:extLst>
          </p:nvPr>
        </p:nvGraphicFramePr>
        <p:xfrm>
          <a:off x="200526" y="1711157"/>
          <a:ext cx="11692158" cy="37277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846079">
                  <a:extLst>
                    <a:ext uri="{9D8B030D-6E8A-4147-A177-3AD203B41FA5}">
                      <a16:colId xmlns:a16="http://schemas.microsoft.com/office/drawing/2014/main" val="542918858"/>
                    </a:ext>
                  </a:extLst>
                </a:gridCol>
                <a:gridCol w="5846079">
                  <a:extLst>
                    <a:ext uri="{9D8B030D-6E8A-4147-A177-3AD203B41FA5}">
                      <a16:colId xmlns:a16="http://schemas.microsoft.com/office/drawing/2014/main" val="30123526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4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Linux 1 &amp; 2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4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WSL2, Bash, Ansible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88064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4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Windows Server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4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PowerShell, DSC, IIS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8107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4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Programmering i Python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4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Python-skript, automatisering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015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98422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0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DF0E0566-960D-5B24-D77A-C5656166B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6" y="132930"/>
            <a:ext cx="12084752" cy="1579184"/>
          </a:xfrm>
        </p:spPr>
        <p:txBody>
          <a:bodyPr anchor="b">
            <a:normAutofit fontScale="90000"/>
          </a:bodyPr>
          <a:lstStyle/>
          <a:p>
            <a:r>
              <a:rPr lang="sv-SE" sz="6700" b="1" dirty="0">
                <a:ea typeface="+mj-lt"/>
                <a:cs typeface="+mj-lt"/>
              </a:rPr>
              <a:t>Vad </a:t>
            </a:r>
            <a:r>
              <a:rPr lang="sv-SE" sz="6700" b="1" dirty="0" err="1">
                <a:ea typeface="+mj-lt"/>
                <a:cs typeface="+mj-lt"/>
              </a:rPr>
              <a:t>Är</a:t>
            </a:r>
            <a:r>
              <a:rPr lang="sv-SE" sz="6700" b="1" dirty="0">
                <a:ea typeface="+mj-lt"/>
                <a:cs typeface="+mj-lt"/>
              </a:rPr>
              <a:t> Infrastructure as Code (</a:t>
            </a:r>
            <a:r>
              <a:rPr lang="sv-SE" sz="6700" b="1" dirty="0" err="1">
                <a:ea typeface="+mj-lt"/>
                <a:cs typeface="+mj-lt"/>
              </a:rPr>
              <a:t>IaC</a:t>
            </a:r>
            <a:r>
              <a:rPr lang="sv-SE" sz="6700" b="1" dirty="0">
                <a:ea typeface="+mj-lt"/>
                <a:cs typeface="+mj-lt"/>
              </a:rPr>
              <a:t>)?</a:t>
            </a:r>
            <a:br>
              <a:rPr lang="sv-SE" sz="2600" dirty="0">
                <a:ea typeface="+mj-lt"/>
                <a:cs typeface="+mj-lt"/>
              </a:rPr>
            </a:br>
            <a:r>
              <a:rPr lang="sv-SE" sz="2600" b="1" dirty="0">
                <a:highlight>
                  <a:srgbClr val="FFFFFF"/>
                </a:highlight>
                <a:ea typeface="+mj-lt"/>
                <a:cs typeface="+mj-lt"/>
              </a:rPr>
              <a:t>Definition:</a:t>
            </a:r>
            <a:r>
              <a:rPr lang="sv-SE" sz="2600" dirty="0">
                <a:highlight>
                  <a:srgbClr val="FFFFFF"/>
                </a:highlight>
                <a:ea typeface="+mj-lt"/>
                <a:cs typeface="+mj-lt"/>
              </a:rPr>
              <a:t> </a:t>
            </a:r>
            <a:r>
              <a:rPr lang="sv-SE" sz="2600" dirty="0" err="1">
                <a:highlight>
                  <a:srgbClr val="FFFFFF"/>
                </a:highlight>
                <a:ea typeface="+mj-lt"/>
                <a:cs typeface="+mj-lt"/>
              </a:rPr>
              <a:t>Att</a:t>
            </a:r>
            <a:r>
              <a:rPr lang="sv-SE" sz="2600" dirty="0">
                <a:highlight>
                  <a:srgbClr val="FFFFFF"/>
                </a:highlight>
                <a:ea typeface="+mj-lt"/>
                <a:cs typeface="+mj-lt"/>
              </a:rPr>
              <a:t> </a:t>
            </a:r>
            <a:r>
              <a:rPr lang="sv-SE" sz="2600" dirty="0" err="1">
                <a:highlight>
                  <a:srgbClr val="FFFFFF"/>
                </a:highlight>
                <a:ea typeface="+mj-lt"/>
                <a:cs typeface="+mj-lt"/>
              </a:rPr>
              <a:t>beskriva</a:t>
            </a:r>
            <a:r>
              <a:rPr lang="sv-SE" sz="2600" dirty="0">
                <a:highlight>
                  <a:srgbClr val="FFFFFF"/>
                </a:highlight>
                <a:ea typeface="+mj-lt"/>
                <a:cs typeface="+mj-lt"/>
              </a:rPr>
              <a:t> din </a:t>
            </a:r>
            <a:r>
              <a:rPr lang="sv-SE" sz="2600" dirty="0" err="1">
                <a:highlight>
                  <a:srgbClr val="FFFFFF"/>
                </a:highlight>
                <a:ea typeface="+mj-lt"/>
                <a:cs typeface="+mj-lt"/>
              </a:rPr>
              <a:t>infrastruktur</a:t>
            </a:r>
            <a:r>
              <a:rPr lang="sv-SE" sz="2600" dirty="0">
                <a:highlight>
                  <a:srgbClr val="FFFFFF"/>
                </a:highlight>
                <a:ea typeface="+mj-lt"/>
                <a:cs typeface="+mj-lt"/>
              </a:rPr>
              <a:t> (</a:t>
            </a:r>
            <a:r>
              <a:rPr lang="sv-SE" sz="2600" dirty="0" err="1">
                <a:highlight>
                  <a:srgbClr val="FFFFFF"/>
                </a:highlight>
                <a:ea typeface="+mj-lt"/>
                <a:cs typeface="+mj-lt"/>
              </a:rPr>
              <a:t>servrar</a:t>
            </a:r>
            <a:r>
              <a:rPr lang="sv-SE" sz="2600" dirty="0">
                <a:highlight>
                  <a:srgbClr val="FFFFFF"/>
                </a:highlight>
                <a:ea typeface="+mj-lt"/>
                <a:cs typeface="+mj-lt"/>
              </a:rPr>
              <a:t>, </a:t>
            </a:r>
            <a:r>
              <a:rPr lang="sv-SE" sz="2600" dirty="0" err="1">
                <a:highlight>
                  <a:srgbClr val="FFFFFF"/>
                </a:highlight>
                <a:ea typeface="+mj-lt"/>
                <a:cs typeface="+mj-lt"/>
              </a:rPr>
              <a:t>nätverk</a:t>
            </a:r>
            <a:r>
              <a:rPr lang="sv-SE" sz="2600" dirty="0">
                <a:highlight>
                  <a:srgbClr val="FFFFFF"/>
                </a:highlight>
                <a:ea typeface="+mj-lt"/>
                <a:cs typeface="+mj-lt"/>
              </a:rPr>
              <a:t>, </a:t>
            </a:r>
            <a:r>
              <a:rPr lang="sv-SE" sz="2600" dirty="0" err="1">
                <a:highlight>
                  <a:srgbClr val="FFFFFF"/>
                </a:highlight>
                <a:ea typeface="+mj-lt"/>
                <a:cs typeface="+mj-lt"/>
              </a:rPr>
              <a:t>lagring</a:t>
            </a:r>
            <a:r>
              <a:rPr lang="sv-SE" sz="2600" dirty="0">
                <a:highlight>
                  <a:srgbClr val="FFFFFF"/>
                </a:highlight>
                <a:ea typeface="+mj-lt"/>
                <a:cs typeface="+mj-lt"/>
              </a:rPr>
              <a:t>) med KOD </a:t>
            </a:r>
            <a:r>
              <a:rPr lang="sv-SE" sz="2600" dirty="0" err="1">
                <a:highlight>
                  <a:srgbClr val="FFFFFF"/>
                </a:highlight>
                <a:ea typeface="+mj-lt"/>
                <a:cs typeface="+mj-lt"/>
              </a:rPr>
              <a:t>istället</a:t>
            </a:r>
            <a:r>
              <a:rPr lang="sv-SE" sz="2600" dirty="0">
                <a:highlight>
                  <a:srgbClr val="FFFFFF"/>
                </a:highlight>
                <a:ea typeface="+mj-lt"/>
                <a:cs typeface="+mj-lt"/>
              </a:rPr>
              <a:t> för </a:t>
            </a:r>
            <a:r>
              <a:rPr lang="sv-SE" sz="2600" dirty="0" err="1">
                <a:highlight>
                  <a:srgbClr val="FFFFFF"/>
                </a:highlight>
                <a:ea typeface="+mj-lt"/>
                <a:cs typeface="+mj-lt"/>
              </a:rPr>
              <a:t>att</a:t>
            </a:r>
            <a:r>
              <a:rPr lang="sv-SE" sz="2600" dirty="0">
                <a:highlight>
                  <a:srgbClr val="FFFFFF"/>
                </a:highlight>
                <a:ea typeface="+mj-lt"/>
                <a:cs typeface="+mj-lt"/>
              </a:rPr>
              <a:t> </a:t>
            </a:r>
            <a:r>
              <a:rPr lang="sv-SE" sz="2600" dirty="0" err="1">
                <a:highlight>
                  <a:srgbClr val="FFFFFF"/>
                </a:highlight>
                <a:ea typeface="+mj-lt"/>
                <a:cs typeface="+mj-lt"/>
              </a:rPr>
              <a:t>klicka</a:t>
            </a:r>
            <a:r>
              <a:rPr lang="sv-SE" sz="2600" dirty="0">
                <a:highlight>
                  <a:srgbClr val="FFFFFF"/>
                </a:highlight>
                <a:ea typeface="+mj-lt"/>
                <a:cs typeface="+mj-lt"/>
              </a:rPr>
              <a:t> </a:t>
            </a:r>
            <a:r>
              <a:rPr lang="sv-SE" sz="2600" dirty="0" err="1">
                <a:highlight>
                  <a:srgbClr val="FFFFFF"/>
                </a:highlight>
                <a:ea typeface="+mj-lt"/>
                <a:cs typeface="+mj-lt"/>
              </a:rPr>
              <a:t>i</a:t>
            </a:r>
            <a:r>
              <a:rPr lang="sv-SE" sz="2600" dirty="0">
                <a:highlight>
                  <a:srgbClr val="FFFFFF"/>
                </a:highlight>
                <a:ea typeface="+mj-lt"/>
                <a:cs typeface="+mj-lt"/>
              </a:rPr>
              <a:t> </a:t>
            </a:r>
            <a:r>
              <a:rPr lang="sv-SE" sz="2600" dirty="0" err="1">
                <a:highlight>
                  <a:srgbClr val="FFFFFF"/>
                </a:highlight>
                <a:ea typeface="+mj-lt"/>
                <a:cs typeface="+mj-lt"/>
              </a:rPr>
              <a:t>gränssnitt</a:t>
            </a:r>
            <a:r>
              <a:rPr lang="sv-SE" sz="2600" dirty="0">
                <a:highlight>
                  <a:srgbClr val="FFFFFF"/>
                </a:highlight>
                <a:ea typeface="+mj-lt"/>
                <a:cs typeface="+mj-lt"/>
              </a:rPr>
              <a:t>.</a:t>
            </a:r>
            <a:endParaRPr lang="sv-SE" sz="2600" dirty="0">
              <a:ea typeface="+mj-lt"/>
              <a:cs typeface="+mj-lt"/>
            </a:endParaRPr>
          </a:p>
        </p:txBody>
      </p:sp>
      <p:sp>
        <p:nvSpPr>
          <p:cNvPr id="19" name="Rectangle 12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17573A4-9308-27A2-A75D-FD0471E07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4" y="2599509"/>
            <a:ext cx="5065635" cy="3639450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buNone/>
            </a:pPr>
            <a:r>
              <a:rPr lang="en-US" sz="3200" b="1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Exempel</a:t>
            </a:r>
            <a:r>
              <a:rPr lang="en-US" sz="3200" b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 – </a:t>
            </a:r>
            <a:r>
              <a:rPr lang="en-US" sz="3200" b="1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Istället</a:t>
            </a:r>
            <a:r>
              <a:rPr lang="en-US" sz="3200" b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 för </a:t>
            </a:r>
            <a:r>
              <a:rPr lang="en-US" sz="3200" b="1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att</a:t>
            </a:r>
            <a:r>
              <a:rPr lang="en-US" sz="3200" b="1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 </a:t>
            </a:r>
            <a:r>
              <a:rPr lang="en-US" sz="3200" b="1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klicka</a:t>
            </a:r>
            <a:r>
              <a:rPr lang="en-US" sz="3200" b="1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 </a:t>
            </a:r>
            <a:r>
              <a:rPr lang="en-US" sz="3200" b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dig </a:t>
            </a:r>
            <a:r>
              <a:rPr lang="en-US" sz="3200" b="1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fram</a:t>
            </a:r>
            <a:r>
              <a:rPr lang="en-US" sz="3200" b="1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 </a:t>
            </a:r>
            <a:r>
              <a:rPr lang="en-US" sz="3200" b="1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i</a:t>
            </a:r>
            <a:r>
              <a:rPr lang="en-US" sz="3200" b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 Windows:</a:t>
            </a:r>
            <a:endParaRPr lang="en-US" sz="3200" b="1" dirty="0">
              <a:solidFill>
                <a:srgbClr val="0F1115"/>
              </a:solidFill>
              <a:highlight>
                <a:srgbClr val="FFFFFF"/>
              </a:highlight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sz="2000" i="1" dirty="0">
                <a:solidFill>
                  <a:srgbClr val="A0A1A7"/>
                </a:solidFill>
                <a:highlight>
                  <a:srgbClr val="FFFFFF"/>
                </a:highlight>
                <a:latin typeface="Consolas"/>
              </a:rPr>
              <a:t># Terraform-kod som </a:t>
            </a:r>
            <a:r>
              <a:rPr lang="en-US" sz="2000" i="1" dirty="0" err="1">
                <a:solidFill>
                  <a:srgbClr val="A0A1A7"/>
                </a:solidFill>
                <a:highlight>
                  <a:srgbClr val="FFFFFF"/>
                </a:highlight>
                <a:latin typeface="Consolas"/>
              </a:rPr>
              <a:t>skapar</a:t>
            </a:r>
            <a:r>
              <a:rPr lang="en-US" sz="2000" i="1" dirty="0">
                <a:solidFill>
                  <a:srgbClr val="A0A1A7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en-US" sz="2000" i="1" dirty="0" err="1">
                <a:solidFill>
                  <a:srgbClr val="A0A1A7"/>
                </a:solidFill>
                <a:highlight>
                  <a:srgbClr val="FFFFFF"/>
                </a:highlight>
                <a:latin typeface="Consolas"/>
              </a:rPr>
              <a:t>en</a:t>
            </a:r>
            <a:r>
              <a:rPr lang="en-US" sz="2000" i="1" dirty="0">
                <a:solidFill>
                  <a:srgbClr val="A0A1A7"/>
                </a:solidFill>
                <a:highlight>
                  <a:srgbClr val="FFFFFF"/>
                </a:highlight>
                <a:latin typeface="Consolas"/>
              </a:rPr>
              <a:t> fil</a:t>
            </a:r>
            <a:r>
              <a:rPr lang="en-US" sz="2000" dirty="0">
                <a:solidFill>
                  <a:srgbClr val="0F1115"/>
                </a:solidFill>
                <a:highlight>
                  <a:srgbClr val="FFFFFF"/>
                </a:highlight>
                <a:latin typeface="Consolas"/>
              </a:rPr>
              <a:t>
</a:t>
            </a:r>
            <a:r>
              <a:rPr lang="en-US" sz="2000" dirty="0">
                <a:solidFill>
                  <a:srgbClr val="A626A4"/>
                </a:solidFill>
                <a:highlight>
                  <a:srgbClr val="FFFFFF"/>
                </a:highlight>
                <a:latin typeface="Consolas"/>
              </a:rPr>
              <a:t>resource </a:t>
            </a:r>
            <a:r>
              <a:rPr lang="en-US" sz="2000" dirty="0">
                <a:solidFill>
                  <a:srgbClr val="4078F2"/>
                </a:solidFill>
                <a:highlight>
                  <a:srgbClr val="FFFFFF"/>
                </a:highlight>
                <a:latin typeface="Consolas"/>
              </a:rPr>
              <a:t>"</a:t>
            </a:r>
            <a:r>
              <a:rPr lang="en-US" sz="2000" dirty="0" err="1">
                <a:solidFill>
                  <a:srgbClr val="4078F2"/>
                </a:solidFill>
                <a:highlight>
                  <a:srgbClr val="FFFFFF"/>
                </a:highlight>
                <a:latin typeface="Consolas"/>
              </a:rPr>
              <a:t>local_file</a:t>
            </a:r>
            <a:r>
              <a:rPr lang="en-US" sz="2000" dirty="0">
                <a:solidFill>
                  <a:srgbClr val="4078F2"/>
                </a:solidFill>
                <a:highlight>
                  <a:srgbClr val="FFFFFF"/>
                </a:highlight>
                <a:latin typeface="Consolas"/>
              </a:rPr>
              <a:t>"</a:t>
            </a:r>
            <a:r>
              <a:rPr lang="en-US" sz="2000" dirty="0">
                <a:solidFill>
                  <a:srgbClr val="0F1115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en-US" sz="2000" dirty="0">
                <a:solidFill>
                  <a:srgbClr val="50A14F"/>
                </a:solidFill>
                <a:highlight>
                  <a:srgbClr val="FFFFFF"/>
                </a:highlight>
                <a:latin typeface="Consolas"/>
              </a:rPr>
              <a:t>"example"</a:t>
            </a:r>
            <a:r>
              <a:rPr lang="en-US" sz="2000" dirty="0">
                <a:solidFill>
                  <a:srgbClr val="0F1115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en-US" sz="2000" dirty="0">
                <a:solidFill>
                  <a:srgbClr val="383A42"/>
                </a:solidFill>
                <a:highlight>
                  <a:srgbClr val="FFFFFF"/>
                </a:highlight>
                <a:latin typeface="Consolas"/>
              </a:rPr>
              <a:t>{</a:t>
            </a:r>
            <a:r>
              <a:rPr lang="en-US" sz="2000" dirty="0">
                <a:solidFill>
                  <a:srgbClr val="0F1115"/>
                </a:solidFill>
                <a:highlight>
                  <a:srgbClr val="FFFFFF"/>
                </a:highlight>
                <a:latin typeface="Consolas"/>
              </a:rPr>
              <a:t>
  </a:t>
            </a:r>
            <a:r>
              <a:rPr lang="en-US" sz="2000" dirty="0">
                <a:solidFill>
                  <a:srgbClr val="E45649"/>
                </a:solidFill>
                <a:highlight>
                  <a:srgbClr val="FFFFFF"/>
                </a:highlight>
                <a:latin typeface="Consolas"/>
              </a:rPr>
              <a:t>content</a:t>
            </a:r>
            <a:r>
              <a:rPr lang="en-US" sz="2000" dirty="0">
                <a:solidFill>
                  <a:srgbClr val="0F1115"/>
                </a:solidFill>
                <a:highlight>
                  <a:srgbClr val="FFFFFF"/>
                </a:highlight>
                <a:latin typeface="Consolas"/>
              </a:rPr>
              <a:t>  </a:t>
            </a:r>
            <a:r>
              <a:rPr lang="en-US" sz="2000" dirty="0">
                <a:solidFill>
                  <a:srgbClr val="383A42"/>
                </a:solidFill>
                <a:highlight>
                  <a:srgbClr val="FFFFFF"/>
                </a:highlight>
                <a:latin typeface="Consolas"/>
              </a:rPr>
              <a:t>=</a:t>
            </a:r>
            <a:r>
              <a:rPr lang="en-US" sz="2000" dirty="0">
                <a:solidFill>
                  <a:srgbClr val="0F1115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en-US" sz="2000" dirty="0">
                <a:solidFill>
                  <a:srgbClr val="50A14F"/>
                </a:solidFill>
                <a:highlight>
                  <a:srgbClr val="FFFFFF"/>
                </a:highlight>
                <a:latin typeface="Consolas"/>
              </a:rPr>
              <a:t>"Hej </a:t>
            </a:r>
            <a:r>
              <a:rPr lang="en-US" sz="2000" dirty="0" err="1">
                <a:solidFill>
                  <a:srgbClr val="50A14F"/>
                </a:solidFill>
                <a:highlight>
                  <a:srgbClr val="FFFFFF"/>
                </a:highlight>
                <a:latin typeface="Consolas"/>
              </a:rPr>
              <a:t>världen</a:t>
            </a:r>
            <a:r>
              <a:rPr lang="en-US" sz="2000" dirty="0">
                <a:solidFill>
                  <a:srgbClr val="50A14F"/>
                </a:solidFill>
                <a:highlight>
                  <a:srgbClr val="FFFFFF"/>
                </a:highlight>
                <a:latin typeface="Consolas"/>
              </a:rPr>
              <a:t>!"</a:t>
            </a:r>
            <a:r>
              <a:rPr lang="en-US" sz="2000" dirty="0">
                <a:solidFill>
                  <a:srgbClr val="0F1115"/>
                </a:solidFill>
                <a:highlight>
                  <a:srgbClr val="FFFFFF"/>
                </a:highlight>
                <a:latin typeface="Consolas"/>
              </a:rPr>
              <a:t>
  </a:t>
            </a:r>
            <a:r>
              <a:rPr lang="en-US" sz="2000" dirty="0">
                <a:solidFill>
                  <a:srgbClr val="E45649"/>
                </a:solidFill>
                <a:highlight>
                  <a:srgbClr val="FFFFFF"/>
                </a:highlight>
                <a:latin typeface="Consolas"/>
              </a:rPr>
              <a:t>filename</a:t>
            </a:r>
            <a:r>
              <a:rPr lang="en-US" sz="2000" dirty="0">
                <a:solidFill>
                  <a:srgbClr val="0F1115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en-US" sz="2000" dirty="0">
                <a:solidFill>
                  <a:srgbClr val="383A42"/>
                </a:solidFill>
                <a:highlight>
                  <a:srgbClr val="FFFFFF"/>
                </a:highlight>
                <a:latin typeface="Consolas"/>
              </a:rPr>
              <a:t>=</a:t>
            </a:r>
            <a:r>
              <a:rPr lang="en-US" sz="2000" dirty="0">
                <a:solidFill>
                  <a:srgbClr val="0F1115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en-US" sz="2000" dirty="0">
                <a:solidFill>
                  <a:srgbClr val="50A14F"/>
                </a:solidFill>
                <a:highlight>
                  <a:srgbClr val="FFFFFF"/>
                </a:highlight>
                <a:latin typeface="Consolas"/>
              </a:rPr>
              <a:t>"C:/temp/hello.txt"</a:t>
            </a:r>
            <a:r>
              <a:rPr lang="en-US" sz="2000" dirty="0">
                <a:solidFill>
                  <a:srgbClr val="0F1115"/>
                </a:solidFill>
                <a:highlight>
                  <a:srgbClr val="FFFFFF"/>
                </a:highlight>
                <a:latin typeface="Consolas"/>
              </a:rPr>
              <a:t>
</a:t>
            </a:r>
            <a:r>
              <a:rPr lang="en-US" sz="2000" dirty="0">
                <a:solidFill>
                  <a:srgbClr val="383A42"/>
                </a:solidFill>
                <a:highlight>
                  <a:srgbClr val="FFFFFF"/>
                </a:highlight>
                <a:latin typeface="Consolas"/>
              </a:rPr>
              <a:t>}</a:t>
            </a:r>
            <a:endParaRPr lang="en-US" sz="2000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86709B4E-DE1B-4044-6FBB-713909EA5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586" y="2768637"/>
            <a:ext cx="6353434" cy="2878112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9140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33EE319B-43DD-C471-67A8-E16BFC865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7" y="506645"/>
            <a:ext cx="3896522" cy="3467707"/>
          </a:xfrm>
        </p:spPr>
        <p:txBody>
          <a:bodyPr anchor="b">
            <a:normAutofit/>
          </a:bodyPr>
          <a:lstStyle/>
          <a:p>
            <a:pPr algn="r"/>
            <a:r>
              <a:rPr lang="sv-SE" sz="9600">
                <a:solidFill>
                  <a:srgbClr val="FFFFFF"/>
                </a:solidFill>
                <a:ea typeface="+mj-lt"/>
                <a:cs typeface="+mj-lt"/>
              </a:rPr>
              <a:t>Varför IaC?</a:t>
            </a:r>
          </a:p>
        </p:txBody>
      </p:sp>
      <p:graphicFrame>
        <p:nvGraphicFramePr>
          <p:cNvPr id="5" name="Platshållare för innehåll 4">
            <a:extLst>
              <a:ext uri="{FF2B5EF4-FFF2-40B4-BE49-F238E27FC236}">
                <a16:creationId xmlns:a16="http://schemas.microsoft.com/office/drawing/2014/main" id="{7F370D9C-DD8E-E7CE-DCBA-C5909FB45CA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3301205"/>
              </p:ext>
            </p:extLst>
          </p:nvPr>
        </p:nvGraphicFramePr>
        <p:xfrm>
          <a:off x="4170947" y="508000"/>
          <a:ext cx="7959410" cy="58909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206607">
                  <a:extLst>
                    <a:ext uri="{9D8B030D-6E8A-4147-A177-3AD203B41FA5}">
                      <a16:colId xmlns:a16="http://schemas.microsoft.com/office/drawing/2014/main" val="2281264593"/>
                    </a:ext>
                  </a:extLst>
                </a:gridCol>
                <a:gridCol w="4752803">
                  <a:extLst>
                    <a:ext uri="{9D8B030D-6E8A-4147-A177-3AD203B41FA5}">
                      <a16:colId xmlns:a16="http://schemas.microsoft.com/office/drawing/2014/main" val="3258647847"/>
                    </a:ext>
                  </a:extLst>
                </a:gridCol>
              </a:tblGrid>
              <a:tr h="1472746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48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Fördel</a:t>
                      </a:r>
                      <a:endParaRPr lang="sv-SE" sz="48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48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Förklaring</a:t>
                      </a:r>
                      <a:endParaRPr lang="sv-SE" sz="48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0404422"/>
                  </a:ext>
                </a:extLst>
              </a:tr>
              <a:tr h="1472746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Konsekvent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Samma kod varje gång – samma resultat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2720869"/>
                  </a:ext>
                </a:extLst>
              </a:tr>
              <a:tr h="1472746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Spårbart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Allt sparas i Git – full historik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9795640"/>
                  </a:ext>
                </a:extLst>
              </a:tr>
              <a:tr h="1472746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Återanvändbart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Skapa 100 servrar lika enkelt som 1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6749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56918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086F0D08-4F18-0710-FC4E-2AAFF5008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851" y="103026"/>
            <a:ext cx="11639759" cy="1461603"/>
          </a:xfrm>
        </p:spPr>
        <p:txBody>
          <a:bodyPr anchor="t">
            <a:normAutofit/>
          </a:bodyPr>
          <a:lstStyle/>
          <a:p>
            <a:r>
              <a:rPr lang="sv-SE">
                <a:solidFill>
                  <a:schemeClr val="bg1"/>
                </a:solidFill>
                <a:ea typeface="+mj-lt"/>
                <a:cs typeface="+mj-lt"/>
              </a:rPr>
              <a:t>Imperativ vs Deklarativ – Två Sätt att Automatisera</a:t>
            </a:r>
            <a:br>
              <a:rPr lang="sv-SE" dirty="0">
                <a:ea typeface="+mj-lt"/>
                <a:cs typeface="+mj-lt"/>
              </a:rPr>
            </a:br>
            <a:r>
              <a:rPr lang="sv-SE">
                <a:solidFill>
                  <a:schemeClr val="bg1"/>
                </a:solidFill>
                <a:ea typeface="+mj-lt"/>
                <a:cs typeface="+mj-lt"/>
              </a:rPr>
              <a:t>Imperativ = Steg-för-steg-instruktioner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5B7BACB7-3B29-F101-8FAB-32F2A380EA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548" y="2217343"/>
            <a:ext cx="11749949" cy="4434071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sv-SE" sz="3200" b="1">
                <a:highlight>
                  <a:srgbClr val="FFFFFF"/>
                </a:highlight>
                <a:ea typeface="+mn-lt"/>
                <a:cs typeface="+mn-lt"/>
              </a:rPr>
              <a:t>Exempel: Baka en kaka</a:t>
            </a:r>
            <a:endParaRPr lang="sv-SE" sz="3200"/>
          </a:p>
          <a:p>
            <a:r>
              <a:rPr lang="sv-SE" sz="3200">
                <a:highlight>
                  <a:srgbClr val="FFFFFF"/>
                </a:highlight>
                <a:ea typeface="+mn-lt"/>
                <a:cs typeface="+mn-lt"/>
              </a:rPr>
              <a:t>Sätt ugnen på 175 grader</a:t>
            </a:r>
            <a:endParaRPr lang="sv-SE" sz="3200"/>
          </a:p>
          <a:p>
            <a:r>
              <a:rPr lang="sv-SE" sz="3200">
                <a:highlight>
                  <a:srgbClr val="FFFFFF"/>
                </a:highlight>
                <a:ea typeface="+mn-lt"/>
                <a:cs typeface="+mn-lt"/>
              </a:rPr>
              <a:t>Smält smöret</a:t>
            </a:r>
            <a:endParaRPr lang="sv-SE" sz="3200"/>
          </a:p>
          <a:p>
            <a:r>
              <a:rPr lang="sv-SE" sz="3200">
                <a:highlight>
                  <a:srgbClr val="FFFFFF"/>
                </a:highlight>
                <a:ea typeface="+mn-lt"/>
                <a:cs typeface="+mn-lt"/>
              </a:rPr>
              <a:t>Vispa socker och ägg</a:t>
            </a:r>
            <a:endParaRPr lang="sv-SE" sz="3200"/>
          </a:p>
          <a:p>
            <a:r>
              <a:rPr lang="sv-SE" sz="3200">
                <a:highlight>
                  <a:srgbClr val="FFFFFF"/>
                </a:highlight>
                <a:ea typeface="+mn-lt"/>
                <a:cs typeface="+mn-lt"/>
              </a:rPr>
              <a:t>Blanda i mjölet</a:t>
            </a:r>
            <a:endParaRPr lang="sv-SE" sz="3200"/>
          </a:p>
          <a:p>
            <a:r>
              <a:rPr lang="sv-SE" sz="3200">
                <a:highlight>
                  <a:srgbClr val="FFFFFF"/>
                </a:highlight>
                <a:ea typeface="+mn-lt"/>
                <a:cs typeface="+mn-lt"/>
              </a:rPr>
              <a:t>... och så vidare</a:t>
            </a:r>
            <a:endParaRPr lang="sv-SE" sz="3200"/>
          </a:p>
          <a:p>
            <a:r>
              <a:rPr lang="sv-SE" sz="3200" b="1">
                <a:highlight>
                  <a:srgbClr val="FFFFFF"/>
                </a:highlight>
                <a:ea typeface="+mn-lt"/>
                <a:cs typeface="+mn-lt"/>
              </a:rPr>
              <a:t>Deklarativ = Beskriv önskat resultat</a:t>
            </a:r>
            <a:br>
              <a:rPr lang="sv-SE" sz="3200" b="1" dirty="0">
                <a:highlight>
                  <a:srgbClr val="FFFFFF"/>
                </a:highlight>
                <a:ea typeface="+mn-lt"/>
                <a:cs typeface="+mn-lt"/>
              </a:rPr>
            </a:br>
            <a:r>
              <a:rPr lang="sv-SE" sz="3200" b="1">
                <a:highlight>
                  <a:srgbClr val="FFFFFF"/>
                </a:highlight>
                <a:ea typeface="+mn-lt"/>
                <a:cs typeface="+mn-lt"/>
              </a:rPr>
              <a:t>"Jag vill ha en färdig kaka"</a:t>
            </a:r>
            <a:endParaRPr lang="sv-SE" sz="3200"/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9E28E3F9-A0BD-26AC-D3EC-4C49FFF9FA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5" t="-1176" r="235" b="3521"/>
          <a:stretch>
            <a:fillRect/>
          </a:stretch>
        </p:blipFill>
        <p:spPr>
          <a:xfrm>
            <a:off x="0" y="2416"/>
            <a:ext cx="12149402" cy="6645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7823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5017A458-858E-C929-19F0-614803401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965" y="809898"/>
            <a:ext cx="11678089" cy="1709603"/>
          </a:xfrm>
        </p:spPr>
        <p:txBody>
          <a:bodyPr anchor="ctr">
            <a:normAutofit/>
          </a:bodyPr>
          <a:lstStyle/>
          <a:p>
            <a:r>
              <a:rPr lang="sv-SE" sz="4800">
                <a:ea typeface="+mj-lt"/>
                <a:cs typeface="+mj-lt"/>
              </a:rPr>
              <a:t>Imperativ (PowerShell)  Deklarativ (Terraform)</a:t>
            </a:r>
            <a:endParaRPr lang="sv-SE" sz="480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44C31EF-D4F8-5C4E-317F-29CFF566BF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6849" y="5907370"/>
            <a:ext cx="11677196" cy="638386"/>
          </a:xfrm>
        </p:spPr>
        <p:txBody>
          <a:bodyPr vert="horz" lIns="91440" tIns="45720" rIns="91440" bIns="45720" rtlCol="0" anchor="ctr">
            <a:normAutofit fontScale="92500"/>
          </a:bodyPr>
          <a:lstStyle/>
          <a:p>
            <a:pPr marL="0" indent="0">
              <a:buNone/>
            </a:pPr>
            <a:r>
              <a:rPr lang="sv-SE" sz="2400" b="1">
                <a:highlight>
                  <a:srgbClr val="FFFFFF"/>
                </a:highlight>
                <a:ea typeface="+mn-lt"/>
                <a:cs typeface="+mn-lt"/>
              </a:rPr>
              <a:t>Vilket är bäst?</a:t>
            </a:r>
            <a:r>
              <a:rPr lang="sv-SE" sz="2400">
                <a:highlight>
                  <a:srgbClr val="FFFFFF"/>
                </a:highlight>
                <a:ea typeface="+mn-lt"/>
                <a:cs typeface="+mn-lt"/>
              </a:rPr>
              <a:t> Båda! PowerShell (imperativ) och Terraform (deklarativ) kompletterar varandra.</a:t>
            </a:r>
            <a:endParaRPr lang="sv-SE" sz="24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ell 13">
            <a:extLst>
              <a:ext uri="{FF2B5EF4-FFF2-40B4-BE49-F238E27FC236}">
                <a16:creationId xmlns:a16="http://schemas.microsoft.com/office/drawing/2014/main" id="{4D100E2A-7B26-CA07-E1EC-E5D1060EC8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2646105"/>
              </p:ext>
            </p:extLst>
          </p:nvPr>
        </p:nvGraphicFramePr>
        <p:xfrm>
          <a:off x="614947" y="2820736"/>
          <a:ext cx="11019494" cy="295195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661526">
                  <a:extLst>
                    <a:ext uri="{9D8B030D-6E8A-4147-A177-3AD203B41FA5}">
                      <a16:colId xmlns:a16="http://schemas.microsoft.com/office/drawing/2014/main" val="420960714"/>
                    </a:ext>
                  </a:extLst>
                </a:gridCol>
                <a:gridCol w="5357968">
                  <a:extLst>
                    <a:ext uri="{9D8B030D-6E8A-4147-A177-3AD203B41FA5}">
                      <a16:colId xmlns:a16="http://schemas.microsoft.com/office/drawing/2014/main" val="513029934"/>
                    </a:ext>
                  </a:extLst>
                </a:gridCol>
              </a:tblGrid>
              <a:tr h="983986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Skapa en mapp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"Mappen SKA finnas"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6346635"/>
                  </a:ext>
                </a:extLst>
              </a:tr>
              <a:tr h="983986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Kopiera en fil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"Filen SKA finnas med rätt innehåll"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8025062"/>
                  </a:ext>
                </a:extLst>
              </a:tr>
              <a:tr h="983986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Starta en tjänst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"Tjänsten SKA vara igång"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6566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58895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EBFA4C8-C301-60A7-C96E-E85360F5DF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1729117"/>
          </a:xfrm>
          <a:prstGeom prst="rect">
            <a:avLst/>
          </a:prstGeom>
          <a:ln>
            <a:noFill/>
          </a:ln>
          <a:effectLst>
            <a:outerShdw blurRad="368300" dist="101600" dir="546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5087A39C-E0EF-5448-AB65-921B5F265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116" y="2977"/>
            <a:ext cx="10655431" cy="1215161"/>
          </a:xfrm>
        </p:spPr>
        <p:txBody>
          <a:bodyPr anchor="ctr">
            <a:noAutofit/>
          </a:bodyPr>
          <a:lstStyle/>
          <a:p>
            <a:r>
              <a:rPr lang="sv-SE" sz="5400">
                <a:ea typeface="+mj-lt"/>
                <a:cs typeface="+mj-lt"/>
              </a:rPr>
              <a:t>PowerShell vs Bash – En Introduktion</a:t>
            </a:r>
            <a:endParaRPr lang="sv-SE" sz="540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339DA7E8-C78E-B73E-BA09-C11158B209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8316" y="1225724"/>
            <a:ext cx="7680959" cy="4503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sv-SE" sz="2000">
                <a:ea typeface="+mn-lt"/>
                <a:cs typeface="+mn-lt"/>
              </a:rPr>
              <a:t>Båda är skriptspråk, men för olika miljöer:</a:t>
            </a:r>
            <a:endParaRPr lang="sv-SE"/>
          </a:p>
        </p:txBody>
      </p:sp>
      <p:graphicFrame>
        <p:nvGraphicFramePr>
          <p:cNvPr id="5" name="Tabell 4">
            <a:extLst>
              <a:ext uri="{FF2B5EF4-FFF2-40B4-BE49-F238E27FC236}">
                <a16:creationId xmlns:a16="http://schemas.microsoft.com/office/drawing/2014/main" id="{F2F19CD4-DE9E-9BAE-9C71-A06475422A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2863734"/>
              </p:ext>
            </p:extLst>
          </p:nvPr>
        </p:nvGraphicFramePr>
        <p:xfrm>
          <a:off x="147052" y="1965157"/>
          <a:ext cx="11957641" cy="287655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345586">
                  <a:extLst>
                    <a:ext uri="{9D8B030D-6E8A-4147-A177-3AD203B41FA5}">
                      <a16:colId xmlns:a16="http://schemas.microsoft.com/office/drawing/2014/main" val="4229515940"/>
                    </a:ext>
                  </a:extLst>
                </a:gridCol>
                <a:gridCol w="4043245">
                  <a:extLst>
                    <a:ext uri="{9D8B030D-6E8A-4147-A177-3AD203B41FA5}">
                      <a16:colId xmlns:a16="http://schemas.microsoft.com/office/drawing/2014/main" val="1811030055"/>
                    </a:ext>
                  </a:extLst>
                </a:gridCol>
                <a:gridCol w="4568810">
                  <a:extLst>
                    <a:ext uri="{9D8B030D-6E8A-4147-A177-3AD203B41FA5}">
                      <a16:colId xmlns:a16="http://schemas.microsoft.com/office/drawing/2014/main" val="429885058"/>
                    </a:ext>
                  </a:extLst>
                </a:gridCol>
              </a:tblGrid>
              <a:tr h="51196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Egenskap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PowerShell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Bash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272600"/>
                  </a:ext>
                </a:extLst>
              </a:tr>
              <a:tr h="51196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Plattform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Windows (och Linux/Mac)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Linux/Mac (och WSL2 i Windows)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3942515"/>
                  </a:ext>
                </a:extLst>
              </a:tr>
              <a:tr h="51196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Fokus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Windows-administration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Linux-administration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3247202"/>
                  </a:ext>
                </a:extLst>
              </a:tr>
              <a:tr h="51196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Datahantering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Objekt-baserad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Text-baserad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818966"/>
                  </a:ext>
                </a:extLst>
              </a:tr>
              <a:tr h="51196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Filändelse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.ps1</a:t>
                      </a:r>
                      <a:endParaRPr lang="sv-SE" sz="1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.sh</a:t>
                      </a:r>
                      <a:endParaRPr lang="sv-SE" sz="1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0917973"/>
                  </a:ext>
                </a:extLst>
              </a:tr>
            </a:tbl>
          </a:graphicData>
        </a:graphic>
      </p:graphicFrame>
      <p:sp>
        <p:nvSpPr>
          <p:cNvPr id="6" name="textruta 5">
            <a:extLst>
              <a:ext uri="{FF2B5EF4-FFF2-40B4-BE49-F238E27FC236}">
                <a16:creationId xmlns:a16="http://schemas.microsoft.com/office/drawing/2014/main" id="{43ACF482-641D-58BD-A632-FA1F159B8441}"/>
              </a:ext>
            </a:extLst>
          </p:cNvPr>
          <p:cNvSpPr txBox="1"/>
          <p:nvPr/>
        </p:nvSpPr>
        <p:spPr>
          <a:xfrm>
            <a:off x="1" y="5166895"/>
            <a:ext cx="12098420" cy="169277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 i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Vilket</a:t>
            </a:r>
            <a:r>
              <a:rPr lang="en-US" sz="3200" b="1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ska du </a:t>
            </a:r>
            <a:r>
              <a:rPr lang="en-US" sz="3200" b="1" i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lära</a:t>
            </a:r>
            <a:r>
              <a:rPr lang="en-US" sz="3200" b="1" i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dig?</a:t>
            </a:r>
            <a:endParaRPr lang="en-US" sz="3200" i="0">
              <a:solidFill>
                <a:srgbClr val="000000"/>
              </a:solidFill>
              <a:latin typeface="Aptos" panose="02110004020202020204"/>
              <a:ea typeface="quote-cjk-patch"/>
              <a:cs typeface="quote-cjk-patch"/>
            </a:endParaRPr>
          </a:p>
          <a:p>
            <a:pPr marL="285750" indent="-285750">
              <a:buFont typeface="Arial"/>
              <a:buChar char="•"/>
            </a:pPr>
            <a:r>
              <a:rPr lang="en-US" b="1" dirty="0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Huvudfokus</a:t>
            </a:r>
            <a:r>
              <a:rPr lang="en-US" b="1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:</a:t>
            </a:r>
            <a:r>
              <a:rPr lang="en-US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 PowerShell – för Windows-administration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b="1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Grundläggande</a:t>
            </a:r>
            <a:r>
              <a:rPr lang="en-US" b="1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:</a:t>
            </a:r>
            <a:r>
              <a:rPr lang="en-US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 Bash – för </a:t>
            </a:r>
            <a:r>
              <a:rPr lang="en-US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att</a:t>
            </a:r>
            <a:r>
              <a:rPr lang="en-US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 </a:t>
            </a:r>
            <a:r>
              <a:rPr lang="en-US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kunna</a:t>
            </a:r>
            <a:r>
              <a:rPr lang="en-US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 </a:t>
            </a:r>
            <a:r>
              <a:rPr lang="en-US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navigera</a:t>
            </a:r>
            <a:r>
              <a:rPr lang="en-US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 </a:t>
            </a:r>
            <a:r>
              <a:rPr lang="en-US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i</a:t>
            </a:r>
            <a:r>
              <a:rPr lang="en-US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 Linux (WSL2)</a:t>
            </a:r>
            <a:endParaRPr lang="en-US" dirty="0">
              <a:solidFill>
                <a:srgbClr val="0F1115"/>
              </a:solidFill>
              <a:highlight>
                <a:srgbClr val="FFFFFF"/>
              </a:highlight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b="1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PowerShell 7.7 </a:t>
            </a:r>
            <a:r>
              <a:rPr lang="en-US" b="1" dirty="0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är</a:t>
            </a:r>
            <a:r>
              <a:rPr lang="en-US" b="1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 den </a:t>
            </a:r>
            <a:r>
              <a:rPr lang="en-US" b="1" dirty="0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senaste</a:t>
            </a:r>
            <a:r>
              <a:rPr lang="en-US" b="1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 </a:t>
            </a:r>
            <a:r>
              <a:rPr lang="en-US" b="1" dirty="0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versionen</a:t>
            </a:r>
            <a:r>
              <a:rPr lang="en-US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 med </a:t>
            </a:r>
            <a:r>
              <a:rPr lang="en-US" dirty="0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förbättrad</a:t>
            </a:r>
            <a:r>
              <a:rPr lang="en-US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 </a:t>
            </a:r>
            <a:r>
              <a:rPr lang="en-US" dirty="0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prestanda</a:t>
            </a:r>
            <a:r>
              <a:rPr lang="en-US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, </a:t>
            </a:r>
            <a:r>
              <a:rPr lang="en-US" dirty="0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bättre</a:t>
            </a:r>
            <a:r>
              <a:rPr lang="en-US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 </a:t>
            </a:r>
            <a:r>
              <a:rPr lang="en-US" dirty="0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felhantering</a:t>
            </a:r>
            <a:r>
              <a:rPr lang="en-US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 och </a:t>
            </a:r>
            <a:r>
              <a:rPr lang="en-US" dirty="0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nya</a:t>
            </a:r>
            <a:r>
              <a:rPr lang="en-US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 </a:t>
            </a:r>
            <a:r>
              <a:rPr lang="en-US" dirty="0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funktioner</a:t>
            </a:r>
            <a:r>
              <a:rPr lang="en-US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 för </a:t>
            </a:r>
            <a:r>
              <a:rPr lang="en-US" dirty="0" err="1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automatisering</a:t>
            </a:r>
            <a:r>
              <a:rPr lang="en-US" dirty="0">
                <a:solidFill>
                  <a:srgbClr val="0F1115"/>
                </a:solidFill>
                <a:highlight>
                  <a:srgbClr val="FFFFFF"/>
                </a:highlight>
                <a:ea typeface="+mn-lt"/>
                <a:cs typeface="+mn-lt"/>
              </a:rPr>
              <a:t>.</a:t>
            </a:r>
            <a:endParaRPr lang="en-US">
              <a:solidFill>
                <a:srgbClr val="0F1115"/>
              </a:solidFill>
              <a:highlight>
                <a:srgbClr val="FFFFFF"/>
              </a:highlight>
            </a:endParaRPr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FF8AA8A4-CD49-B0DD-7B03-7077F36A45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315" b="2977"/>
          <a:stretch>
            <a:fillRect/>
          </a:stretch>
        </p:blipFill>
        <p:spPr>
          <a:xfrm>
            <a:off x="0" y="186884"/>
            <a:ext cx="12192000" cy="6623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420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8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0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F22115F2-A5A3-A0B7-3AB7-8B760DBEB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6000" kern="1200" dirty="0">
                <a:latin typeface="+mj-lt"/>
                <a:ea typeface="+mj-ea"/>
                <a:cs typeface="+mj-cs"/>
              </a:rPr>
              <a:t>PowerShell – </a:t>
            </a:r>
            <a:r>
              <a:rPr lang="en-US" sz="6000" kern="1200" dirty="0" err="1">
                <a:latin typeface="+mj-lt"/>
                <a:ea typeface="+mj-ea"/>
                <a:cs typeface="+mj-cs"/>
              </a:rPr>
              <a:t>Grundläggande</a:t>
            </a:r>
            <a:r>
              <a:rPr lang="en-US" sz="6000" kern="1200" dirty="0">
                <a:latin typeface="+mj-lt"/>
                <a:ea typeface="+mj-ea"/>
                <a:cs typeface="+mj-cs"/>
              </a:rPr>
              <a:t> </a:t>
            </a:r>
            <a:r>
              <a:rPr lang="en-US" sz="6000" kern="1200" dirty="0" err="1">
                <a:latin typeface="+mj-lt"/>
                <a:ea typeface="+mj-ea"/>
                <a:cs typeface="+mj-cs"/>
              </a:rPr>
              <a:t>Koncept</a:t>
            </a:r>
            <a:br>
              <a:rPr lang="en-US" sz="2500" kern="1200" dirty="0"/>
            </a:br>
            <a:r>
              <a:rPr lang="en-US" sz="2500" b="1" kern="1200" dirty="0">
                <a:highlight>
                  <a:srgbClr val="FFFFFF"/>
                </a:highlight>
                <a:latin typeface="+mj-lt"/>
                <a:ea typeface="+mj-ea"/>
                <a:cs typeface="+mj-cs"/>
              </a:rPr>
              <a:t>Cmdlets (Command-lets) – Grunden </a:t>
            </a:r>
            <a:r>
              <a:rPr lang="en-US" sz="2500" b="1" kern="1200" dirty="0" err="1">
                <a:highlight>
                  <a:srgbClr val="FFFFFF"/>
                </a:highlight>
                <a:latin typeface="+mj-lt"/>
                <a:ea typeface="+mj-ea"/>
                <a:cs typeface="+mj-cs"/>
              </a:rPr>
              <a:t>i</a:t>
            </a:r>
            <a:r>
              <a:rPr lang="en-US" sz="2500" b="1" kern="1200" dirty="0">
                <a:highlight>
                  <a:srgbClr val="FFFFFF"/>
                </a:highlight>
                <a:latin typeface="+mj-lt"/>
                <a:ea typeface="+mj-ea"/>
                <a:cs typeface="+mj-cs"/>
              </a:rPr>
              <a:t> PowerShell</a:t>
            </a:r>
            <a:endParaRPr lang="en-US" sz="2500" kern="1200" dirty="0">
              <a:latin typeface="+mj-lt"/>
              <a:ea typeface="+mj-ea"/>
              <a:cs typeface="+mj-cs"/>
            </a:endParaRPr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E0FEA034-32B2-9BC3-8DD3-EA1013A636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89153" y="2354239"/>
            <a:ext cx="8013695" cy="4309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8320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D0B84770-6026-14C8-6D43-98EE0E037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931" y="1695225"/>
            <a:ext cx="4222582" cy="4313463"/>
          </a:xfrm>
        </p:spPr>
        <p:txBody>
          <a:bodyPr anchor="t">
            <a:normAutofit/>
          </a:bodyPr>
          <a:lstStyle/>
          <a:p>
            <a:r>
              <a:rPr lang="sv-SE" sz="4000">
                <a:ea typeface="+mj-lt"/>
                <a:cs typeface="+mj-lt"/>
              </a:rPr>
              <a:t>Cmdlets har alltid formatet Verb-Substantiv:</a:t>
            </a:r>
            <a:endParaRPr lang="sv-SE" sz="400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B17C0C3B-729C-9A3D-0C3B-0C11F23A9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1893" y="1699261"/>
            <a:ext cx="7374445" cy="390249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sv-SE" sz="3200" b="1">
                <a:solidFill>
                  <a:schemeClr val="tx1">
                    <a:alpha val="80000"/>
                  </a:schemeClr>
                </a:solidFill>
                <a:ea typeface="+mn-lt"/>
                <a:cs typeface="+mn-lt"/>
              </a:rPr>
              <a:t>Cmdlet            Vad gör den?</a:t>
            </a:r>
            <a:endParaRPr lang="sv-SE" sz="3200" b="1">
              <a:solidFill>
                <a:schemeClr val="tx1">
                  <a:alpha val="80000"/>
                </a:schemeClr>
              </a:solidFill>
            </a:endParaRPr>
          </a:p>
          <a:p>
            <a:r>
              <a:rPr lang="sv-SE" sz="2400">
                <a:solidFill>
                  <a:schemeClr val="tx1">
                    <a:alpha val="80000"/>
                  </a:schemeClr>
                </a:solidFill>
                <a:ea typeface="+mn-lt"/>
                <a:cs typeface="+mn-lt"/>
              </a:rPr>
              <a:t>Get-Service              Hämta tjänster</a:t>
            </a:r>
            <a:endParaRPr lang="sv-SE" sz="2400">
              <a:solidFill>
                <a:schemeClr val="tx1">
                  <a:alpha val="80000"/>
                </a:schemeClr>
              </a:solidFill>
            </a:endParaRPr>
          </a:p>
          <a:p>
            <a:r>
              <a:rPr lang="sv-SE" sz="2400">
                <a:solidFill>
                  <a:schemeClr val="tx1">
                    <a:alpha val="80000"/>
                  </a:schemeClr>
                </a:solidFill>
                <a:ea typeface="+mn-lt"/>
                <a:cs typeface="+mn-lt"/>
              </a:rPr>
              <a:t>Start-Process           Starta en process</a:t>
            </a:r>
            <a:endParaRPr lang="sv-SE" sz="2400">
              <a:solidFill>
                <a:schemeClr val="tx1">
                  <a:alpha val="80000"/>
                </a:schemeClr>
              </a:solidFill>
            </a:endParaRPr>
          </a:p>
          <a:p>
            <a:r>
              <a:rPr lang="sv-SE" sz="2400">
                <a:solidFill>
                  <a:schemeClr val="tx1">
                    <a:alpha val="80000"/>
                  </a:schemeClr>
                </a:solidFill>
                <a:ea typeface="+mn-lt"/>
                <a:cs typeface="+mn-lt"/>
              </a:rPr>
              <a:t>Stop-Service            Stoppa en tjänst</a:t>
            </a:r>
            <a:endParaRPr lang="sv-SE" sz="2400">
              <a:solidFill>
                <a:schemeClr val="tx1">
                  <a:alpha val="80000"/>
                </a:schemeClr>
              </a:solidFill>
            </a:endParaRPr>
          </a:p>
          <a:p>
            <a:r>
              <a:rPr lang="sv-SE" sz="2400">
                <a:solidFill>
                  <a:schemeClr val="tx1">
                    <a:alpha val="80000"/>
                  </a:schemeClr>
                </a:solidFill>
                <a:ea typeface="+mn-lt"/>
                <a:cs typeface="+mn-lt"/>
              </a:rPr>
              <a:t>New-Item                  Skapa en ny fil/mapp</a:t>
            </a:r>
            <a:endParaRPr lang="sv-SE" sz="2400">
              <a:solidFill>
                <a:schemeClr val="tx1">
                  <a:alpha val="80000"/>
                </a:schemeClr>
              </a:solidFill>
            </a:endParaRPr>
          </a:p>
          <a:p>
            <a:r>
              <a:rPr lang="sv-SE" sz="2400">
                <a:solidFill>
                  <a:schemeClr val="tx1">
                    <a:alpha val="80000"/>
                  </a:schemeClr>
                </a:solidFill>
                <a:ea typeface="+mn-lt"/>
                <a:cs typeface="+mn-lt"/>
              </a:rPr>
              <a:t>Set-Content             Skriv innehåll till en fil</a:t>
            </a:r>
            <a:endParaRPr lang="sv-SE" sz="240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728F330-19FB-4D39-BD0F-53032ABFE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79015" y="0"/>
            <a:ext cx="712985" cy="6858000"/>
            <a:chOff x="11479015" y="0"/>
            <a:chExt cx="712985" cy="6858000"/>
          </a:xfrm>
          <a:effectLst>
            <a:outerShdw blurRad="381000" dist="152400" dir="10800000" algn="ctr" rotWithShape="0">
              <a:schemeClr val="bg1">
                <a:alpha val="10000"/>
              </a:scheme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0220D63-6F38-42F9-8AAD-3B1363A4FA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8" y="0"/>
              <a:ext cx="712982" cy="6858000"/>
            </a:xfrm>
            <a:custGeom>
              <a:avLst/>
              <a:gdLst>
                <a:gd name="connsiteX0" fmla="*/ 280560 w 712982"/>
                <a:gd name="connsiteY0" fmla="*/ 0 h 6858000"/>
                <a:gd name="connsiteX1" fmla="*/ 712982 w 712982"/>
                <a:gd name="connsiteY1" fmla="*/ 0 h 6858000"/>
                <a:gd name="connsiteX2" fmla="*/ 712982 w 712982"/>
                <a:gd name="connsiteY2" fmla="*/ 6858000 h 6858000"/>
                <a:gd name="connsiteX3" fmla="*/ 372527 w 712982"/>
                <a:gd name="connsiteY3" fmla="*/ 6858000 h 6858000"/>
                <a:gd name="connsiteX4" fmla="*/ 372901 w 712982"/>
                <a:gd name="connsiteY4" fmla="*/ 6835810 h 6858000"/>
                <a:gd name="connsiteX5" fmla="*/ 363017 w 712982"/>
                <a:gd name="connsiteY5" fmla="*/ 6518145 h 6858000"/>
                <a:gd name="connsiteX6" fmla="*/ 310498 w 712982"/>
                <a:gd name="connsiteY6" fmla="*/ 6393936 h 6858000"/>
                <a:gd name="connsiteX7" fmla="*/ 305420 w 712982"/>
                <a:gd name="connsiteY7" fmla="*/ 6355564 h 6858000"/>
                <a:gd name="connsiteX8" fmla="*/ 311030 w 712982"/>
                <a:gd name="connsiteY8" fmla="*/ 6267729 h 6858000"/>
                <a:gd name="connsiteX9" fmla="*/ 281440 w 712982"/>
                <a:gd name="connsiteY9" fmla="*/ 6090959 h 6858000"/>
                <a:gd name="connsiteX10" fmla="*/ 258928 w 712982"/>
                <a:gd name="connsiteY10" fmla="*/ 6026981 h 6858000"/>
                <a:gd name="connsiteX11" fmla="*/ 245105 w 712982"/>
                <a:gd name="connsiteY11" fmla="*/ 5991615 h 6858000"/>
                <a:gd name="connsiteX12" fmla="*/ 197441 w 712982"/>
                <a:gd name="connsiteY12" fmla="*/ 5807458 h 6858000"/>
                <a:gd name="connsiteX13" fmla="*/ 159115 w 712982"/>
                <a:gd name="connsiteY13" fmla="*/ 5727356 h 6858000"/>
                <a:gd name="connsiteX14" fmla="*/ 152306 w 712982"/>
                <a:gd name="connsiteY14" fmla="*/ 5705270 h 6858000"/>
                <a:gd name="connsiteX15" fmla="*/ 150939 w 712982"/>
                <a:gd name="connsiteY15" fmla="*/ 5580441 h 6858000"/>
                <a:gd name="connsiteX16" fmla="*/ 187956 w 712982"/>
                <a:gd name="connsiteY16" fmla="*/ 5482729 h 6858000"/>
                <a:gd name="connsiteX17" fmla="*/ 201902 w 712982"/>
                <a:gd name="connsiteY17" fmla="*/ 5463053 h 6858000"/>
                <a:gd name="connsiteX18" fmla="*/ 168174 w 712982"/>
                <a:gd name="connsiteY18" fmla="*/ 5205662 h 6858000"/>
                <a:gd name="connsiteX19" fmla="*/ 157186 w 712982"/>
                <a:gd name="connsiteY19" fmla="*/ 5166766 h 6858000"/>
                <a:gd name="connsiteX20" fmla="*/ 163999 w 712982"/>
                <a:gd name="connsiteY20" fmla="*/ 4972256 h 6858000"/>
                <a:gd name="connsiteX21" fmla="*/ 163388 w 712982"/>
                <a:gd name="connsiteY21" fmla="*/ 4915833 h 6858000"/>
                <a:gd name="connsiteX22" fmla="*/ 166361 w 712982"/>
                <a:gd name="connsiteY22" fmla="*/ 4712964 h 6858000"/>
                <a:gd name="connsiteX23" fmla="*/ 140122 w 712982"/>
                <a:gd name="connsiteY23" fmla="*/ 4687152 h 6858000"/>
                <a:gd name="connsiteX24" fmla="*/ 73058 w 712982"/>
                <a:gd name="connsiteY24" fmla="*/ 4611951 h 6858000"/>
                <a:gd name="connsiteX25" fmla="*/ 3979 w 712982"/>
                <a:gd name="connsiteY25" fmla="*/ 4456771 h 6858000"/>
                <a:gd name="connsiteX26" fmla="*/ 2091 w 712982"/>
                <a:gd name="connsiteY26" fmla="*/ 4412781 h 6858000"/>
                <a:gd name="connsiteX27" fmla="*/ 75905 w 712982"/>
                <a:gd name="connsiteY27" fmla="*/ 4292897 h 6858000"/>
                <a:gd name="connsiteX28" fmla="*/ 104434 w 712982"/>
                <a:gd name="connsiteY28" fmla="*/ 4235333 h 6858000"/>
                <a:gd name="connsiteX29" fmla="*/ 151065 w 712982"/>
                <a:gd name="connsiteY29" fmla="*/ 4075686 h 6858000"/>
                <a:gd name="connsiteX30" fmla="*/ 161243 w 712982"/>
                <a:gd name="connsiteY30" fmla="*/ 4061695 h 6858000"/>
                <a:gd name="connsiteX31" fmla="*/ 286285 w 712982"/>
                <a:gd name="connsiteY31" fmla="*/ 3933862 h 6858000"/>
                <a:gd name="connsiteX32" fmla="*/ 306926 w 712982"/>
                <a:gd name="connsiteY32" fmla="*/ 3905847 h 6858000"/>
                <a:gd name="connsiteX33" fmla="*/ 340015 w 712982"/>
                <a:gd name="connsiteY33" fmla="*/ 3871199 h 6858000"/>
                <a:gd name="connsiteX34" fmla="*/ 400111 w 712982"/>
                <a:gd name="connsiteY34" fmla="*/ 3767743 h 6858000"/>
                <a:gd name="connsiteX35" fmla="*/ 409694 w 712982"/>
                <a:gd name="connsiteY35" fmla="*/ 3646690 h 6858000"/>
                <a:gd name="connsiteX36" fmla="*/ 428447 w 712982"/>
                <a:gd name="connsiteY36" fmla="*/ 3499752 h 6858000"/>
                <a:gd name="connsiteX37" fmla="*/ 445033 w 712982"/>
                <a:gd name="connsiteY37" fmla="*/ 3437349 h 6858000"/>
                <a:gd name="connsiteX38" fmla="*/ 471431 w 712982"/>
                <a:gd name="connsiteY38" fmla="*/ 3272018 h 6858000"/>
                <a:gd name="connsiteX39" fmla="*/ 495919 w 712982"/>
                <a:gd name="connsiteY39" fmla="*/ 3153432 h 6858000"/>
                <a:gd name="connsiteX40" fmla="*/ 499541 w 712982"/>
                <a:gd name="connsiteY40" fmla="*/ 2985907 h 6858000"/>
                <a:gd name="connsiteX41" fmla="*/ 491640 w 712982"/>
                <a:gd name="connsiteY41" fmla="*/ 2905697 h 6858000"/>
                <a:gd name="connsiteX42" fmla="*/ 586592 w 712982"/>
                <a:gd name="connsiteY42" fmla="*/ 2746325 h 6858000"/>
                <a:gd name="connsiteX43" fmla="*/ 647211 w 712982"/>
                <a:gd name="connsiteY43" fmla="*/ 2620857 h 6858000"/>
                <a:gd name="connsiteX44" fmla="*/ 598120 w 712982"/>
                <a:gd name="connsiteY44" fmla="*/ 2501248 h 6858000"/>
                <a:gd name="connsiteX45" fmla="*/ 560897 w 712982"/>
                <a:gd name="connsiteY45" fmla="*/ 2471368 h 6858000"/>
                <a:gd name="connsiteX46" fmla="*/ 506928 w 712982"/>
                <a:gd name="connsiteY46" fmla="*/ 2272389 h 6858000"/>
                <a:gd name="connsiteX47" fmla="*/ 474122 w 712982"/>
                <a:gd name="connsiteY47" fmla="*/ 1983284 h 6858000"/>
                <a:gd name="connsiteX48" fmla="*/ 349180 w 712982"/>
                <a:gd name="connsiteY48" fmla="*/ 1510207 h 6858000"/>
                <a:gd name="connsiteX49" fmla="*/ 306451 w 712982"/>
                <a:gd name="connsiteY49" fmla="*/ 1430003 h 6858000"/>
                <a:gd name="connsiteX50" fmla="*/ 287747 w 712982"/>
                <a:gd name="connsiteY50" fmla="*/ 1336633 h 6858000"/>
                <a:gd name="connsiteX51" fmla="*/ 304326 w 712982"/>
                <a:gd name="connsiteY51" fmla="*/ 1298229 h 6858000"/>
                <a:gd name="connsiteX52" fmla="*/ 317671 w 712982"/>
                <a:gd name="connsiteY52" fmla="*/ 1136667 h 6858000"/>
                <a:gd name="connsiteX53" fmla="*/ 314959 w 712982"/>
                <a:gd name="connsiteY53" fmla="*/ 1106522 h 6858000"/>
                <a:gd name="connsiteX54" fmla="*/ 290675 w 712982"/>
                <a:gd name="connsiteY54" fmla="*/ 1004980 h 6858000"/>
                <a:gd name="connsiteX55" fmla="*/ 272712 w 712982"/>
                <a:gd name="connsiteY55" fmla="*/ 910357 h 6858000"/>
                <a:gd name="connsiteX56" fmla="*/ 270963 w 712982"/>
                <a:gd name="connsiteY56" fmla="*/ 667028 h 6858000"/>
                <a:gd name="connsiteX57" fmla="*/ 244986 w 712982"/>
                <a:gd name="connsiteY57" fmla="*/ 483131 h 6858000"/>
                <a:gd name="connsiteX58" fmla="*/ 241465 w 712982"/>
                <a:gd name="connsiteY58" fmla="*/ 397465 h 6858000"/>
                <a:gd name="connsiteX59" fmla="*/ 244890 w 712982"/>
                <a:gd name="connsiteY59" fmla="*/ 348507 h 6858000"/>
                <a:gd name="connsiteX60" fmla="*/ 293439 w 712982"/>
                <a:gd name="connsiteY60" fmla="*/ 233141 h 6858000"/>
                <a:gd name="connsiteX61" fmla="*/ 300513 w 712982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2" h="6858000">
                  <a:moveTo>
                    <a:pt x="280560" y="0"/>
                  </a:moveTo>
                  <a:lnTo>
                    <a:pt x="712982" y="0"/>
                  </a:lnTo>
                  <a:lnTo>
                    <a:pt x="712982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7B054CB-4DA3-4EDD-B196-A5DDD1E4E6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5" y="0"/>
              <a:ext cx="712985" cy="6858000"/>
            </a:xfrm>
            <a:custGeom>
              <a:avLst/>
              <a:gdLst>
                <a:gd name="connsiteX0" fmla="*/ 280560 w 712985"/>
                <a:gd name="connsiteY0" fmla="*/ 0 h 6858000"/>
                <a:gd name="connsiteX1" fmla="*/ 712985 w 712985"/>
                <a:gd name="connsiteY1" fmla="*/ 0 h 6858000"/>
                <a:gd name="connsiteX2" fmla="*/ 712985 w 712985"/>
                <a:gd name="connsiteY2" fmla="*/ 6858000 h 6858000"/>
                <a:gd name="connsiteX3" fmla="*/ 372527 w 712985"/>
                <a:gd name="connsiteY3" fmla="*/ 6858000 h 6858000"/>
                <a:gd name="connsiteX4" fmla="*/ 372901 w 712985"/>
                <a:gd name="connsiteY4" fmla="*/ 6835810 h 6858000"/>
                <a:gd name="connsiteX5" fmla="*/ 363017 w 712985"/>
                <a:gd name="connsiteY5" fmla="*/ 6518145 h 6858000"/>
                <a:gd name="connsiteX6" fmla="*/ 310498 w 712985"/>
                <a:gd name="connsiteY6" fmla="*/ 6393936 h 6858000"/>
                <a:gd name="connsiteX7" fmla="*/ 305420 w 712985"/>
                <a:gd name="connsiteY7" fmla="*/ 6355564 h 6858000"/>
                <a:gd name="connsiteX8" fmla="*/ 311030 w 712985"/>
                <a:gd name="connsiteY8" fmla="*/ 6267729 h 6858000"/>
                <a:gd name="connsiteX9" fmla="*/ 281440 w 712985"/>
                <a:gd name="connsiteY9" fmla="*/ 6090959 h 6858000"/>
                <a:gd name="connsiteX10" fmla="*/ 258928 w 712985"/>
                <a:gd name="connsiteY10" fmla="*/ 6026981 h 6858000"/>
                <a:gd name="connsiteX11" fmla="*/ 245105 w 712985"/>
                <a:gd name="connsiteY11" fmla="*/ 5991615 h 6858000"/>
                <a:gd name="connsiteX12" fmla="*/ 197441 w 712985"/>
                <a:gd name="connsiteY12" fmla="*/ 5807458 h 6858000"/>
                <a:gd name="connsiteX13" fmla="*/ 159115 w 712985"/>
                <a:gd name="connsiteY13" fmla="*/ 5727356 h 6858000"/>
                <a:gd name="connsiteX14" fmla="*/ 152306 w 712985"/>
                <a:gd name="connsiteY14" fmla="*/ 5705270 h 6858000"/>
                <a:gd name="connsiteX15" fmla="*/ 150939 w 712985"/>
                <a:gd name="connsiteY15" fmla="*/ 5580441 h 6858000"/>
                <a:gd name="connsiteX16" fmla="*/ 187956 w 712985"/>
                <a:gd name="connsiteY16" fmla="*/ 5482729 h 6858000"/>
                <a:gd name="connsiteX17" fmla="*/ 201902 w 712985"/>
                <a:gd name="connsiteY17" fmla="*/ 5463053 h 6858000"/>
                <a:gd name="connsiteX18" fmla="*/ 168174 w 712985"/>
                <a:gd name="connsiteY18" fmla="*/ 5205662 h 6858000"/>
                <a:gd name="connsiteX19" fmla="*/ 157186 w 712985"/>
                <a:gd name="connsiteY19" fmla="*/ 5166766 h 6858000"/>
                <a:gd name="connsiteX20" fmla="*/ 163999 w 712985"/>
                <a:gd name="connsiteY20" fmla="*/ 4972256 h 6858000"/>
                <a:gd name="connsiteX21" fmla="*/ 163388 w 712985"/>
                <a:gd name="connsiteY21" fmla="*/ 4915833 h 6858000"/>
                <a:gd name="connsiteX22" fmla="*/ 166361 w 712985"/>
                <a:gd name="connsiteY22" fmla="*/ 4712964 h 6858000"/>
                <a:gd name="connsiteX23" fmla="*/ 140122 w 712985"/>
                <a:gd name="connsiteY23" fmla="*/ 4687152 h 6858000"/>
                <a:gd name="connsiteX24" fmla="*/ 73058 w 712985"/>
                <a:gd name="connsiteY24" fmla="*/ 4611951 h 6858000"/>
                <a:gd name="connsiteX25" fmla="*/ 3979 w 712985"/>
                <a:gd name="connsiteY25" fmla="*/ 4456771 h 6858000"/>
                <a:gd name="connsiteX26" fmla="*/ 2091 w 712985"/>
                <a:gd name="connsiteY26" fmla="*/ 4412781 h 6858000"/>
                <a:gd name="connsiteX27" fmla="*/ 75905 w 712985"/>
                <a:gd name="connsiteY27" fmla="*/ 4292897 h 6858000"/>
                <a:gd name="connsiteX28" fmla="*/ 104434 w 712985"/>
                <a:gd name="connsiteY28" fmla="*/ 4235333 h 6858000"/>
                <a:gd name="connsiteX29" fmla="*/ 151065 w 712985"/>
                <a:gd name="connsiteY29" fmla="*/ 4075686 h 6858000"/>
                <a:gd name="connsiteX30" fmla="*/ 161243 w 712985"/>
                <a:gd name="connsiteY30" fmla="*/ 4061695 h 6858000"/>
                <a:gd name="connsiteX31" fmla="*/ 286285 w 712985"/>
                <a:gd name="connsiteY31" fmla="*/ 3933862 h 6858000"/>
                <a:gd name="connsiteX32" fmla="*/ 306926 w 712985"/>
                <a:gd name="connsiteY32" fmla="*/ 3905847 h 6858000"/>
                <a:gd name="connsiteX33" fmla="*/ 340015 w 712985"/>
                <a:gd name="connsiteY33" fmla="*/ 3871199 h 6858000"/>
                <a:gd name="connsiteX34" fmla="*/ 400111 w 712985"/>
                <a:gd name="connsiteY34" fmla="*/ 3767743 h 6858000"/>
                <a:gd name="connsiteX35" fmla="*/ 409694 w 712985"/>
                <a:gd name="connsiteY35" fmla="*/ 3646690 h 6858000"/>
                <a:gd name="connsiteX36" fmla="*/ 428447 w 712985"/>
                <a:gd name="connsiteY36" fmla="*/ 3499752 h 6858000"/>
                <a:gd name="connsiteX37" fmla="*/ 445033 w 712985"/>
                <a:gd name="connsiteY37" fmla="*/ 3437349 h 6858000"/>
                <a:gd name="connsiteX38" fmla="*/ 471431 w 712985"/>
                <a:gd name="connsiteY38" fmla="*/ 3272018 h 6858000"/>
                <a:gd name="connsiteX39" fmla="*/ 495919 w 712985"/>
                <a:gd name="connsiteY39" fmla="*/ 3153432 h 6858000"/>
                <a:gd name="connsiteX40" fmla="*/ 499541 w 712985"/>
                <a:gd name="connsiteY40" fmla="*/ 2985907 h 6858000"/>
                <a:gd name="connsiteX41" fmla="*/ 491640 w 712985"/>
                <a:gd name="connsiteY41" fmla="*/ 2905697 h 6858000"/>
                <a:gd name="connsiteX42" fmla="*/ 586592 w 712985"/>
                <a:gd name="connsiteY42" fmla="*/ 2746325 h 6858000"/>
                <a:gd name="connsiteX43" fmla="*/ 647211 w 712985"/>
                <a:gd name="connsiteY43" fmla="*/ 2620857 h 6858000"/>
                <a:gd name="connsiteX44" fmla="*/ 598120 w 712985"/>
                <a:gd name="connsiteY44" fmla="*/ 2501248 h 6858000"/>
                <a:gd name="connsiteX45" fmla="*/ 560897 w 712985"/>
                <a:gd name="connsiteY45" fmla="*/ 2471368 h 6858000"/>
                <a:gd name="connsiteX46" fmla="*/ 506928 w 712985"/>
                <a:gd name="connsiteY46" fmla="*/ 2272389 h 6858000"/>
                <a:gd name="connsiteX47" fmla="*/ 474122 w 712985"/>
                <a:gd name="connsiteY47" fmla="*/ 1983284 h 6858000"/>
                <a:gd name="connsiteX48" fmla="*/ 349180 w 712985"/>
                <a:gd name="connsiteY48" fmla="*/ 1510207 h 6858000"/>
                <a:gd name="connsiteX49" fmla="*/ 306451 w 712985"/>
                <a:gd name="connsiteY49" fmla="*/ 1430003 h 6858000"/>
                <a:gd name="connsiteX50" fmla="*/ 287747 w 712985"/>
                <a:gd name="connsiteY50" fmla="*/ 1336633 h 6858000"/>
                <a:gd name="connsiteX51" fmla="*/ 304326 w 712985"/>
                <a:gd name="connsiteY51" fmla="*/ 1298229 h 6858000"/>
                <a:gd name="connsiteX52" fmla="*/ 317671 w 712985"/>
                <a:gd name="connsiteY52" fmla="*/ 1136667 h 6858000"/>
                <a:gd name="connsiteX53" fmla="*/ 314959 w 712985"/>
                <a:gd name="connsiteY53" fmla="*/ 1106522 h 6858000"/>
                <a:gd name="connsiteX54" fmla="*/ 290675 w 712985"/>
                <a:gd name="connsiteY54" fmla="*/ 1004980 h 6858000"/>
                <a:gd name="connsiteX55" fmla="*/ 272712 w 712985"/>
                <a:gd name="connsiteY55" fmla="*/ 910357 h 6858000"/>
                <a:gd name="connsiteX56" fmla="*/ 270963 w 712985"/>
                <a:gd name="connsiteY56" fmla="*/ 667028 h 6858000"/>
                <a:gd name="connsiteX57" fmla="*/ 244986 w 712985"/>
                <a:gd name="connsiteY57" fmla="*/ 483131 h 6858000"/>
                <a:gd name="connsiteX58" fmla="*/ 241465 w 712985"/>
                <a:gd name="connsiteY58" fmla="*/ 397465 h 6858000"/>
                <a:gd name="connsiteX59" fmla="*/ 244890 w 712985"/>
                <a:gd name="connsiteY59" fmla="*/ 348507 h 6858000"/>
                <a:gd name="connsiteX60" fmla="*/ 293439 w 712985"/>
                <a:gd name="connsiteY60" fmla="*/ 233141 h 6858000"/>
                <a:gd name="connsiteX61" fmla="*/ 300513 w 712985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5" h="6858000">
                  <a:moveTo>
                    <a:pt x="280560" y="0"/>
                  </a:moveTo>
                  <a:lnTo>
                    <a:pt x="712985" y="0"/>
                  </a:lnTo>
                  <a:lnTo>
                    <a:pt x="712985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blipFill>
              <a:blip r:embed="rId2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4" name="textruta 3">
            <a:extLst>
              <a:ext uri="{FF2B5EF4-FFF2-40B4-BE49-F238E27FC236}">
                <a16:creationId xmlns:a16="http://schemas.microsoft.com/office/drawing/2014/main" id="{D6EF5F01-8F72-44DC-502A-03D48C68EA82}"/>
              </a:ext>
            </a:extLst>
          </p:cNvPr>
          <p:cNvSpPr txBox="1"/>
          <p:nvPr/>
        </p:nvSpPr>
        <p:spPr>
          <a:xfrm>
            <a:off x="213895" y="5287211"/>
            <a:ext cx="1100221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 i="0" dirty="0">
                <a:latin typeface="quote-cjk-patch"/>
                <a:ea typeface="quote-cjk-patch"/>
                <a:cs typeface="quote-cjk-patch"/>
              </a:rPr>
              <a:t>Pipelining – </a:t>
            </a:r>
            <a:r>
              <a:rPr lang="en-US" b="1" i="0" dirty="0" err="1">
                <a:latin typeface="quote-cjk-patch"/>
                <a:ea typeface="quote-cjk-patch"/>
                <a:cs typeface="quote-cjk-patch"/>
              </a:rPr>
              <a:t>Kedja</a:t>
            </a:r>
            <a:r>
              <a:rPr lang="en-US" b="1" i="0" dirty="0"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1" i="0" dirty="0" err="1">
                <a:latin typeface="quote-cjk-patch"/>
                <a:ea typeface="quote-cjk-patch"/>
                <a:cs typeface="quote-cjk-patch"/>
              </a:rPr>
              <a:t>ihop</a:t>
            </a:r>
            <a:r>
              <a:rPr lang="en-US" b="1" i="0" dirty="0"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1" i="0" dirty="0" err="1">
                <a:latin typeface="quote-cjk-patch"/>
                <a:ea typeface="quote-cjk-patch"/>
                <a:cs typeface="quote-cjk-patch"/>
              </a:rPr>
              <a:t>kommandon</a:t>
            </a:r>
            <a:r>
              <a:rPr lang="en-US" b="1" i="0" dirty="0">
                <a:latin typeface="quote-cjk-patch"/>
                <a:ea typeface="quote-cjk-patch"/>
                <a:cs typeface="quote-cjk-patch"/>
              </a:rPr>
              <a:t>:</a:t>
            </a:r>
          </a:p>
          <a:p>
            <a:pPr algn="l"/>
            <a:r>
              <a:rPr lang="en-US" b="0" i="0">
                <a:latin typeface="quote-cjk-patch"/>
                <a:ea typeface="quote-cjk-patch"/>
                <a:cs typeface="quote-cjk-patch"/>
              </a:rPr>
              <a:t>Get-Service | Where-Object {$_.Status -eq "Running"}</a:t>
            </a:r>
          </a:p>
          <a:p>
            <a:pPr algn="l"/>
            <a:r>
              <a:rPr lang="en-US" b="0" i="0" dirty="0">
                <a:latin typeface="quote-cjk-patch"/>
                <a:ea typeface="quote-cjk-patch"/>
                <a:cs typeface="quote-cjk-patch"/>
              </a:rPr>
              <a:t>Detta </a:t>
            </a:r>
            <a:r>
              <a:rPr lang="en-US" b="0" i="0" dirty="0" err="1">
                <a:latin typeface="quote-cjk-patch"/>
                <a:ea typeface="quote-cjk-patch"/>
                <a:cs typeface="quote-cjk-patch"/>
              </a:rPr>
              <a:t>hämtar</a:t>
            </a:r>
            <a:r>
              <a:rPr lang="en-US" b="0" i="0" dirty="0">
                <a:latin typeface="quote-cjk-patch"/>
                <a:ea typeface="quote-cjk-patch"/>
                <a:cs typeface="quote-cjk-patch"/>
              </a:rPr>
              <a:t> alla </a:t>
            </a:r>
            <a:r>
              <a:rPr lang="en-US" b="0" i="0" dirty="0" err="1">
                <a:latin typeface="quote-cjk-patch"/>
                <a:ea typeface="quote-cjk-patch"/>
                <a:cs typeface="quote-cjk-patch"/>
              </a:rPr>
              <a:t>tjänster</a:t>
            </a:r>
            <a:r>
              <a:rPr lang="en-US" b="0" i="0" dirty="0">
                <a:latin typeface="quote-cjk-patch"/>
                <a:ea typeface="quote-cjk-patch"/>
                <a:cs typeface="quote-cjk-patch"/>
              </a:rPr>
              <a:t> och </a:t>
            </a:r>
            <a:r>
              <a:rPr lang="en-US" b="0" i="0" dirty="0" err="1">
                <a:latin typeface="quote-cjk-patch"/>
                <a:ea typeface="quote-cjk-patch"/>
                <a:cs typeface="quote-cjk-patch"/>
              </a:rPr>
              <a:t>filtrerar</a:t>
            </a:r>
            <a:r>
              <a:rPr lang="en-US" b="0" i="0" dirty="0"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0" i="0" dirty="0" err="1">
                <a:latin typeface="quote-cjk-patch"/>
                <a:ea typeface="quote-cjk-patch"/>
                <a:cs typeface="quote-cjk-patch"/>
              </a:rPr>
              <a:t>fram</a:t>
            </a:r>
            <a:r>
              <a:rPr lang="en-US" b="0" i="0" dirty="0">
                <a:latin typeface="quote-cjk-patch"/>
                <a:ea typeface="quote-cjk-patch"/>
                <a:cs typeface="quote-cjk-patch"/>
              </a:rPr>
              <a:t> de </a:t>
            </a:r>
            <a:r>
              <a:rPr lang="en-US" b="0" i="0" dirty="0" err="1">
                <a:latin typeface="quote-cjk-patch"/>
                <a:ea typeface="quote-cjk-patch"/>
                <a:cs typeface="quote-cjk-patch"/>
              </a:rPr>
              <a:t>som</a:t>
            </a:r>
            <a:r>
              <a:rPr lang="en-US" b="0" i="0" dirty="0"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0" i="0" dirty="0" err="1">
                <a:latin typeface="quote-cjk-patch"/>
                <a:ea typeface="quote-cjk-patch"/>
                <a:cs typeface="quote-cjk-patch"/>
              </a:rPr>
              <a:t>är</a:t>
            </a:r>
            <a:r>
              <a:rPr lang="en-US" b="0" i="0" dirty="0"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0" i="0" dirty="0" err="1">
                <a:latin typeface="quote-cjk-patch"/>
                <a:ea typeface="quote-cjk-patch"/>
                <a:cs typeface="quote-cjk-patch"/>
              </a:rPr>
              <a:t>igång</a:t>
            </a:r>
            <a:r>
              <a:rPr lang="en-US" b="0" i="0" dirty="0">
                <a:latin typeface="quote-cjk-patch"/>
                <a:ea typeface="quote-cjk-patch"/>
                <a:cs typeface="quote-cjk-patch"/>
              </a:rPr>
              <a:t>.</a:t>
            </a:r>
            <a:endParaRPr lang="en-US" b="0" i="0">
              <a:latin typeface="quote-cjk-patch"/>
              <a:ea typeface="quote-cjk-patch"/>
              <a:cs typeface="quote-cjk-patch"/>
            </a:endParaRPr>
          </a:p>
          <a:p>
            <a:pPr algn="l"/>
            <a:r>
              <a:rPr lang="en-US" b="1" i="0" dirty="0">
                <a:latin typeface="quote-cjk-patch"/>
                <a:ea typeface="quote-cjk-patch"/>
                <a:cs typeface="quote-cjk-patch"/>
              </a:rPr>
              <a:t>Varför </a:t>
            </a:r>
            <a:r>
              <a:rPr lang="en-US" b="1" i="0" dirty="0" err="1">
                <a:latin typeface="quote-cjk-patch"/>
                <a:ea typeface="quote-cjk-patch"/>
                <a:cs typeface="quote-cjk-patch"/>
              </a:rPr>
              <a:t>är</a:t>
            </a:r>
            <a:r>
              <a:rPr lang="en-US" b="1" i="0" dirty="0"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1" i="0" dirty="0" err="1">
                <a:latin typeface="quote-cjk-patch"/>
                <a:ea typeface="quote-cjk-patch"/>
                <a:cs typeface="quote-cjk-patch"/>
              </a:rPr>
              <a:t>detta</a:t>
            </a:r>
            <a:r>
              <a:rPr lang="en-US" b="1" i="0" dirty="0"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1" i="0" dirty="0" err="1">
                <a:latin typeface="quote-cjk-patch"/>
                <a:ea typeface="quote-cjk-patch"/>
                <a:cs typeface="quote-cjk-patch"/>
              </a:rPr>
              <a:t>kraftfullt</a:t>
            </a:r>
            <a:r>
              <a:rPr lang="en-US" b="1" i="0" dirty="0">
                <a:latin typeface="quote-cjk-patch"/>
                <a:ea typeface="quote-cjk-patch"/>
                <a:cs typeface="quote-cjk-patch"/>
              </a:rPr>
              <a:t>?</a:t>
            </a:r>
            <a:r>
              <a:rPr lang="en-US" b="0" i="0" dirty="0">
                <a:latin typeface="quote-cjk-patch"/>
                <a:ea typeface="quote-cjk-patch"/>
                <a:cs typeface="quote-cjk-patch"/>
              </a:rPr>
              <a:t> Du </a:t>
            </a:r>
            <a:r>
              <a:rPr lang="en-US" b="0" i="0" dirty="0" err="1">
                <a:latin typeface="quote-cjk-patch"/>
                <a:ea typeface="quote-cjk-patch"/>
                <a:cs typeface="quote-cjk-patch"/>
              </a:rPr>
              <a:t>kan</a:t>
            </a:r>
            <a:r>
              <a:rPr lang="en-US" b="0" i="0" dirty="0"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0" i="0" dirty="0" err="1">
                <a:latin typeface="quote-cjk-patch"/>
                <a:ea typeface="quote-cjk-patch"/>
                <a:cs typeface="quote-cjk-patch"/>
              </a:rPr>
              <a:t>kombinera</a:t>
            </a:r>
            <a:r>
              <a:rPr lang="en-US" b="0" i="0" dirty="0"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0" i="0" dirty="0" err="1">
                <a:latin typeface="quote-cjk-patch"/>
                <a:ea typeface="quote-cjk-patch"/>
                <a:cs typeface="quote-cjk-patch"/>
              </a:rPr>
              <a:t>enkla</a:t>
            </a:r>
            <a:r>
              <a:rPr lang="en-US" b="0" i="0" dirty="0"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0" i="0" dirty="0" err="1">
                <a:latin typeface="quote-cjk-patch"/>
                <a:ea typeface="quote-cjk-patch"/>
                <a:cs typeface="quote-cjk-patch"/>
              </a:rPr>
              <a:t>kommandon</a:t>
            </a:r>
            <a:r>
              <a:rPr lang="en-US" b="0" i="0" dirty="0">
                <a:latin typeface="quote-cjk-patch"/>
                <a:ea typeface="quote-cjk-patch"/>
                <a:cs typeface="quote-cjk-patch"/>
              </a:rPr>
              <a:t> till </a:t>
            </a:r>
            <a:r>
              <a:rPr lang="en-US" b="0" i="0" dirty="0" err="1">
                <a:latin typeface="quote-cjk-patch"/>
                <a:ea typeface="quote-cjk-patch"/>
                <a:cs typeface="quote-cjk-patch"/>
              </a:rPr>
              <a:t>komplexa</a:t>
            </a:r>
            <a:r>
              <a:rPr lang="en-US" b="0" i="0" dirty="0"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0" i="0" dirty="0" err="1">
                <a:latin typeface="quote-cjk-patch"/>
                <a:ea typeface="quote-cjk-patch"/>
                <a:cs typeface="quote-cjk-patch"/>
              </a:rPr>
              <a:t>operationer</a:t>
            </a:r>
            <a:r>
              <a:rPr lang="en-US" b="0" i="0" dirty="0">
                <a:latin typeface="quote-cjk-patch"/>
                <a:ea typeface="quote-cjk-patch"/>
                <a:cs typeface="quote-cjk-patch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74977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C271EE0E-8FAA-D49B-EA8B-EC5C9E5A4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799" y="410499"/>
            <a:ext cx="10797548" cy="1127394"/>
          </a:xfrm>
        </p:spPr>
        <p:txBody>
          <a:bodyPr anchor="t">
            <a:noAutofit/>
          </a:bodyPr>
          <a:lstStyle/>
          <a:p>
            <a:r>
              <a:rPr lang="sv-SE" sz="5400">
                <a:solidFill>
                  <a:schemeClr val="bg1"/>
                </a:solidFill>
                <a:ea typeface="+mj-lt"/>
                <a:cs typeface="+mj-lt"/>
              </a:rPr>
              <a:t>PowerShell 7.7 – Vad Är Nytt 2026?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latshållare för innehåll 2">
            <a:extLst>
              <a:ext uri="{FF2B5EF4-FFF2-40B4-BE49-F238E27FC236}">
                <a16:creationId xmlns:a16="http://schemas.microsoft.com/office/drawing/2014/main" id="{D309EAED-EFDB-85FC-1E71-E6EA8DABF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8" y="2061211"/>
            <a:ext cx="12180511" cy="479047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sv-SE" sz="3600" b="1">
                <a:ea typeface="+mn-lt"/>
                <a:cs typeface="+mn-lt"/>
              </a:rPr>
              <a:t>Funktion                                                Vad betyder det för dig?</a:t>
            </a:r>
            <a:endParaRPr lang="sv-SE" sz="3600" b="1"/>
          </a:p>
          <a:p>
            <a:r>
              <a:rPr lang="sv-SE">
                <a:ea typeface="+mn-lt"/>
                <a:cs typeface="+mn-lt"/>
              </a:rPr>
              <a:t>New-Guid v7                                                             Bättre prestanda för unika ID:n</a:t>
            </a:r>
            <a:endParaRPr lang="sv-SE"/>
          </a:p>
          <a:p>
            <a:r>
              <a:rPr lang="sv-SE">
                <a:ea typeface="+mn-lt"/>
                <a:cs typeface="+mn-lt"/>
              </a:rPr>
              <a:t>Bättre felhantering                                                 Tydligare felmeddelanden</a:t>
            </a:r>
            <a:endParaRPr lang="sv-SE"/>
          </a:p>
          <a:p>
            <a:r>
              <a:rPr lang="sv-SE">
                <a:ea typeface="+mn-lt"/>
                <a:cs typeface="+mn-lt"/>
              </a:rPr>
              <a:t>Förbättrad Tab-komplettering                           Snabbare kodning</a:t>
            </a:r>
            <a:endParaRPr lang="sv-SE"/>
          </a:p>
          <a:p>
            <a:r>
              <a:rPr lang="sv-SE">
                <a:ea typeface="+mn-lt"/>
                <a:cs typeface="+mn-lt"/>
              </a:rPr>
              <a:t>Snabbare modulinstallation                              Installera flera moduler samtidigt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983713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954A9402-C72E-A402-6408-A4DBDC461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sv-SE" sz="4000">
                <a:solidFill>
                  <a:schemeClr val="bg1"/>
                </a:solidFill>
                <a:ea typeface="+mj-lt"/>
                <a:cs typeface="+mj-lt"/>
              </a:rPr>
              <a:t>Varför är detta viktigt?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35780F4B-F473-5539-0B06-6976933DE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4" y="2217343"/>
            <a:ext cx="12019840" cy="395961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sv-SE" sz="3600">
                <a:highlight>
                  <a:srgbClr val="FFFFFF"/>
                </a:highlight>
                <a:ea typeface="+mn-lt"/>
                <a:cs typeface="+mn-lt"/>
              </a:rPr>
              <a:t>PowerShell uppdateras kontinuerligt</a:t>
            </a:r>
            <a:endParaRPr lang="sv-SE" sz="3600"/>
          </a:p>
          <a:p>
            <a:r>
              <a:rPr lang="sv-SE" sz="3600">
                <a:highlight>
                  <a:srgbClr val="FFFFFF"/>
                </a:highlight>
                <a:ea typeface="+mn-lt"/>
                <a:cs typeface="+mn-lt"/>
              </a:rPr>
              <a:t>Microsoft satsar stort på PowerShell för automatisering</a:t>
            </a:r>
            <a:endParaRPr lang="sv-SE" sz="3600"/>
          </a:p>
          <a:p>
            <a:r>
              <a:rPr lang="sv-SE" sz="3600">
                <a:highlight>
                  <a:srgbClr val="FFFFFF"/>
                </a:highlight>
                <a:ea typeface="+mn-lt"/>
                <a:cs typeface="+mn-lt"/>
              </a:rPr>
              <a:t>PowerShell 7.7 fungerar på Windows, Linux och Mac</a:t>
            </a:r>
            <a:endParaRPr lang="sv-SE" sz="3600"/>
          </a:p>
          <a:p>
            <a:r>
              <a:rPr lang="sv-SE" sz="3600" b="1">
                <a:highlight>
                  <a:srgbClr val="FFFFFF"/>
                </a:highlight>
                <a:ea typeface="+mn-lt"/>
                <a:cs typeface="+mn-lt"/>
              </a:rPr>
              <a:t>DSC (Desired State Configuration) i version 3</a:t>
            </a:r>
            <a:r>
              <a:rPr lang="sv-SE" sz="3600">
                <a:highlight>
                  <a:srgbClr val="FFFFFF"/>
                </a:highlight>
                <a:ea typeface="+mn-lt"/>
                <a:cs typeface="+mn-lt"/>
              </a:rPr>
              <a:t> får nu även Python-stöd – vilket gör det ännu kraftfullare!</a:t>
            </a:r>
            <a:endParaRPr lang="sv-SE" sz="3600"/>
          </a:p>
        </p:txBody>
      </p:sp>
    </p:spTree>
    <p:extLst>
      <p:ext uri="{BB962C8B-B14F-4D97-AF65-F5344CB8AC3E}">
        <p14:creationId xmlns:p14="http://schemas.microsoft.com/office/powerpoint/2010/main" val="18467186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A3994417-4422-F364-02D7-60F0CDDBD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062" y="249574"/>
            <a:ext cx="11840284" cy="1441424"/>
          </a:xfrm>
        </p:spPr>
        <p:txBody>
          <a:bodyPr anchor="t">
            <a:normAutofit fontScale="90000"/>
          </a:bodyPr>
          <a:lstStyle/>
          <a:p>
            <a:r>
              <a:rPr lang="sv-SE" sz="4800">
                <a:solidFill>
                  <a:schemeClr val="bg1"/>
                </a:solidFill>
                <a:ea typeface="+mj-lt"/>
                <a:cs typeface="+mj-lt"/>
              </a:rPr>
              <a:t>WSL2 – Windows Subsystem for Linux version 2</a:t>
            </a:r>
            <a:br>
              <a:rPr lang="sv-SE" sz="2200" dirty="0">
                <a:ea typeface="+mj-lt"/>
                <a:cs typeface="+mj-lt"/>
              </a:rPr>
            </a:br>
            <a:r>
              <a:rPr lang="sv-SE" sz="2200">
                <a:solidFill>
                  <a:schemeClr val="bg1"/>
                </a:solidFill>
                <a:ea typeface="+mj-lt"/>
                <a:cs typeface="+mj-lt"/>
              </a:rPr>
              <a:t>En funktion i Windows som låter dig köra Linux direkt i Windows – utan VirtualBox!</a:t>
            </a:r>
            <a:endParaRPr lang="sv-SE" sz="220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Platshållare för innehåll 4">
            <a:extLst>
              <a:ext uri="{FF2B5EF4-FFF2-40B4-BE49-F238E27FC236}">
                <a16:creationId xmlns:a16="http://schemas.microsoft.com/office/drawing/2014/main" id="{7A7832B1-642E-5F16-AF6D-978733D6AB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0641933"/>
              </p:ext>
            </p:extLst>
          </p:nvPr>
        </p:nvGraphicFramePr>
        <p:xfrm>
          <a:off x="-1" y="1871578"/>
          <a:ext cx="12192252" cy="45287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778656">
                  <a:extLst>
                    <a:ext uri="{9D8B030D-6E8A-4147-A177-3AD203B41FA5}">
                      <a16:colId xmlns:a16="http://schemas.microsoft.com/office/drawing/2014/main" val="1670005201"/>
                    </a:ext>
                  </a:extLst>
                </a:gridCol>
                <a:gridCol w="4048560">
                  <a:extLst>
                    <a:ext uri="{9D8B030D-6E8A-4147-A177-3AD203B41FA5}">
                      <a16:colId xmlns:a16="http://schemas.microsoft.com/office/drawing/2014/main" val="3999496783"/>
                    </a:ext>
                  </a:extLst>
                </a:gridCol>
                <a:gridCol w="4365036">
                  <a:extLst>
                    <a:ext uri="{9D8B030D-6E8A-4147-A177-3AD203B41FA5}">
                      <a16:colId xmlns:a16="http://schemas.microsoft.com/office/drawing/2014/main" val="3230651484"/>
                    </a:ext>
                  </a:extLst>
                </a:gridCol>
              </a:tblGrid>
              <a:tr h="905748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Aspekt</a:t>
                      </a:r>
                      <a:endParaRPr lang="sv-SE" sz="28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WSL2</a:t>
                      </a:r>
                      <a:endParaRPr lang="sv-SE" sz="28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VirtualBox</a:t>
                      </a:r>
                      <a:endParaRPr lang="sv-SE" sz="28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3999039"/>
                  </a:ext>
                </a:extLst>
              </a:tr>
              <a:tr h="905748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Prestanda</a:t>
                      </a:r>
                      <a:endParaRPr lang="sv-SE" sz="28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Snabbt (nära native)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Långsammare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8272114"/>
                  </a:ext>
                </a:extLst>
              </a:tr>
              <a:tr h="905748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Resursanvändning</a:t>
                      </a:r>
                      <a:endParaRPr lang="sv-SE" sz="28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Låg (dynamisk)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Hög (dedikerad)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6286974"/>
                  </a:ext>
                </a:extLst>
              </a:tr>
              <a:tr h="905748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Starttid</a:t>
                      </a:r>
                      <a:endParaRPr lang="sv-SE" sz="28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2–3 sekunder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30+ sekunder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6420016"/>
                  </a:ext>
                </a:extLst>
              </a:tr>
              <a:tr h="905748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Integration</a:t>
                      </a:r>
                      <a:endParaRPr lang="sv-SE" sz="28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Perfekt med Windows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sv-SE" sz="2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Behöver extra konfiguration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98979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98956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5FEF463D-EE6B-46FF-B7C7-74B09A96C8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1A27B3A-460C-4100-99B5-817F25979F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7089" y="1498602"/>
            <a:ext cx="4403345" cy="3940174"/>
            <a:chOff x="827089" y="1498602"/>
            <a:chExt cx="4403345" cy="3940174"/>
          </a:xfrm>
          <a:effectLst>
            <a:outerShdw blurRad="381000" dist="152400" dir="5400000" algn="ctr" rotWithShape="0">
              <a:srgbClr val="000000">
                <a:alpha val="10000"/>
              </a:srgbClr>
            </a:outerShdw>
          </a:effectLst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5450488-7F33-43E4-B4DA-CAB50A1CC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27089" y="1498602"/>
              <a:ext cx="4403345" cy="3940174"/>
            </a:xfrm>
            <a:custGeom>
              <a:avLst/>
              <a:gdLst>
                <a:gd name="connsiteX0" fmla="*/ 0 w 5260975"/>
                <a:gd name="connsiteY0" fmla="*/ 0 h 4707593"/>
                <a:gd name="connsiteX1" fmla="*/ 5260975 w 5260975"/>
                <a:gd name="connsiteY1" fmla="*/ 0 h 4707593"/>
                <a:gd name="connsiteX2" fmla="*/ 5260975 w 5260975"/>
                <a:gd name="connsiteY2" fmla="*/ 3296937 h 4707593"/>
                <a:gd name="connsiteX3" fmla="*/ 5260975 w 5260975"/>
                <a:gd name="connsiteY3" fmla="*/ 3518571 h 4707593"/>
                <a:gd name="connsiteX4" fmla="*/ 5226504 w 5260975"/>
                <a:gd name="connsiteY4" fmla="*/ 3534000 h 4707593"/>
                <a:gd name="connsiteX5" fmla="*/ 5206341 w 5260975"/>
                <a:gd name="connsiteY5" fmla="*/ 3542065 h 4707593"/>
                <a:gd name="connsiteX6" fmla="*/ 5123287 w 5260975"/>
                <a:gd name="connsiteY6" fmla="*/ 3594010 h 4707593"/>
                <a:gd name="connsiteX7" fmla="*/ 5048107 w 5260975"/>
                <a:gd name="connsiteY7" fmla="*/ 3658244 h 4707593"/>
                <a:gd name="connsiteX8" fmla="*/ 4992899 w 5260975"/>
                <a:gd name="connsiteY8" fmla="*/ 3734479 h 4707593"/>
                <a:gd name="connsiteX9" fmla="*/ 4977440 w 5260975"/>
                <a:gd name="connsiteY9" fmla="*/ 3752627 h 4707593"/>
                <a:gd name="connsiteX10" fmla="*/ 4935194 w 5260975"/>
                <a:gd name="connsiteY10" fmla="*/ 3775382 h 4707593"/>
                <a:gd name="connsiteX11" fmla="*/ 4897844 w 5260975"/>
                <a:gd name="connsiteY11" fmla="*/ 3792472 h 4707593"/>
                <a:gd name="connsiteX12" fmla="*/ 4870767 w 5260975"/>
                <a:gd name="connsiteY12" fmla="*/ 3811388 h 4707593"/>
                <a:gd name="connsiteX13" fmla="*/ 4847917 w 5260975"/>
                <a:gd name="connsiteY13" fmla="*/ 3828767 h 4707593"/>
                <a:gd name="connsiteX14" fmla="*/ 4796163 w 5260975"/>
                <a:gd name="connsiteY14" fmla="*/ 3873702 h 4707593"/>
                <a:gd name="connsiteX15" fmla="*/ 4738843 w 5260975"/>
                <a:gd name="connsiteY15" fmla="*/ 3911628 h 4707593"/>
                <a:gd name="connsiteX16" fmla="*/ 4692755 w 5260975"/>
                <a:gd name="connsiteY16" fmla="*/ 3958099 h 4707593"/>
                <a:gd name="connsiteX17" fmla="*/ 4673744 w 5260975"/>
                <a:gd name="connsiteY17" fmla="*/ 3983255 h 4707593"/>
                <a:gd name="connsiteX18" fmla="*/ 4633801 w 5260975"/>
                <a:gd name="connsiteY18" fmla="*/ 4000442 h 4707593"/>
                <a:gd name="connsiteX19" fmla="*/ 4590499 w 5260975"/>
                <a:gd name="connsiteY19" fmla="*/ 4027326 h 4707593"/>
                <a:gd name="connsiteX20" fmla="*/ 4559773 w 5260975"/>
                <a:gd name="connsiteY20" fmla="*/ 4054018 h 4707593"/>
                <a:gd name="connsiteX21" fmla="*/ 4536059 w 5260975"/>
                <a:gd name="connsiteY21" fmla="*/ 4071877 h 4707593"/>
                <a:gd name="connsiteX22" fmla="*/ 4502550 w 5260975"/>
                <a:gd name="connsiteY22" fmla="*/ 4089832 h 4707593"/>
                <a:gd name="connsiteX23" fmla="*/ 4468944 w 5260975"/>
                <a:gd name="connsiteY23" fmla="*/ 4113356 h 4707593"/>
                <a:gd name="connsiteX24" fmla="*/ 4452623 w 5260975"/>
                <a:gd name="connsiteY24" fmla="*/ 4127854 h 4707593"/>
                <a:gd name="connsiteX25" fmla="*/ 4421032 w 5260975"/>
                <a:gd name="connsiteY25" fmla="*/ 4151953 h 4707593"/>
                <a:gd name="connsiteX26" fmla="*/ 4388483 w 5260975"/>
                <a:gd name="connsiteY26" fmla="*/ 4174421 h 4707593"/>
                <a:gd name="connsiteX27" fmla="*/ 4327321 w 5260975"/>
                <a:gd name="connsiteY27" fmla="*/ 4200153 h 4707593"/>
                <a:gd name="connsiteX28" fmla="*/ 4271633 w 5260975"/>
                <a:gd name="connsiteY28" fmla="*/ 4237983 h 4707593"/>
                <a:gd name="connsiteX29" fmla="*/ 4227465 w 5260975"/>
                <a:gd name="connsiteY29" fmla="*/ 4265635 h 4707593"/>
                <a:gd name="connsiteX30" fmla="*/ 4201733 w 5260975"/>
                <a:gd name="connsiteY30" fmla="*/ 4283783 h 4707593"/>
                <a:gd name="connsiteX31" fmla="*/ 4154494 w 5260975"/>
                <a:gd name="connsiteY31" fmla="*/ 4324301 h 4707593"/>
                <a:gd name="connsiteX32" fmla="*/ 4081234 w 5260975"/>
                <a:gd name="connsiteY32" fmla="*/ 4366931 h 4707593"/>
                <a:gd name="connsiteX33" fmla="*/ 4036971 w 5260975"/>
                <a:gd name="connsiteY33" fmla="*/ 4389975 h 4707593"/>
                <a:gd name="connsiteX34" fmla="*/ 3941725 w 5260975"/>
                <a:gd name="connsiteY34" fmla="*/ 4424733 h 4707593"/>
                <a:gd name="connsiteX35" fmla="*/ 3910999 w 5260975"/>
                <a:gd name="connsiteY35" fmla="*/ 4437119 h 4707593"/>
                <a:gd name="connsiteX36" fmla="*/ 3875859 w 5260975"/>
                <a:gd name="connsiteY36" fmla="*/ 4445280 h 4707593"/>
                <a:gd name="connsiteX37" fmla="*/ 3819401 w 5260975"/>
                <a:gd name="connsiteY37" fmla="*/ 4464579 h 4707593"/>
                <a:gd name="connsiteX38" fmla="*/ 3709176 w 5260975"/>
                <a:gd name="connsiteY38" fmla="*/ 4497800 h 4707593"/>
                <a:gd name="connsiteX39" fmla="*/ 3684981 w 5260975"/>
                <a:gd name="connsiteY39" fmla="*/ 4502889 h 4707593"/>
                <a:gd name="connsiteX40" fmla="*/ 3623338 w 5260975"/>
                <a:gd name="connsiteY40" fmla="*/ 4524300 h 4707593"/>
                <a:gd name="connsiteX41" fmla="*/ 3586373 w 5260975"/>
                <a:gd name="connsiteY41" fmla="*/ 4538702 h 4707593"/>
                <a:gd name="connsiteX42" fmla="*/ 3555743 w 5260975"/>
                <a:gd name="connsiteY42" fmla="*/ 4546960 h 4707593"/>
                <a:gd name="connsiteX43" fmla="*/ 3528667 w 5260975"/>
                <a:gd name="connsiteY43" fmla="*/ 4550801 h 4707593"/>
                <a:gd name="connsiteX44" fmla="*/ 3457424 w 5260975"/>
                <a:gd name="connsiteY44" fmla="*/ 4569811 h 4707593"/>
                <a:gd name="connsiteX45" fmla="*/ 3429003 w 5260975"/>
                <a:gd name="connsiteY45" fmla="*/ 4577301 h 4707593"/>
                <a:gd name="connsiteX46" fmla="*/ 3355264 w 5260975"/>
                <a:gd name="connsiteY46" fmla="*/ 4603033 h 4707593"/>
                <a:gd name="connsiteX47" fmla="*/ 3292757 w 5260975"/>
                <a:gd name="connsiteY47" fmla="*/ 4620027 h 4707593"/>
                <a:gd name="connsiteX48" fmla="*/ 3266643 w 5260975"/>
                <a:gd name="connsiteY48" fmla="*/ 4628188 h 4707593"/>
                <a:gd name="connsiteX49" fmla="*/ 3206921 w 5260975"/>
                <a:gd name="connsiteY49" fmla="*/ 4641823 h 4707593"/>
                <a:gd name="connsiteX50" fmla="*/ 3173123 w 5260975"/>
                <a:gd name="connsiteY50" fmla="*/ 4651425 h 4707593"/>
                <a:gd name="connsiteX51" fmla="*/ 3090646 w 5260975"/>
                <a:gd name="connsiteY51" fmla="*/ 4662274 h 4707593"/>
                <a:gd name="connsiteX52" fmla="*/ 3005480 w 5260975"/>
                <a:gd name="connsiteY52" fmla="*/ 4672739 h 4707593"/>
                <a:gd name="connsiteX53" fmla="*/ 2958721 w 5260975"/>
                <a:gd name="connsiteY53" fmla="*/ 4676196 h 4707593"/>
                <a:gd name="connsiteX54" fmla="*/ 2917915 w 5260975"/>
                <a:gd name="connsiteY54" fmla="*/ 4681670 h 4707593"/>
                <a:gd name="connsiteX55" fmla="*/ 2882389 w 5260975"/>
                <a:gd name="connsiteY55" fmla="*/ 4685126 h 4707593"/>
                <a:gd name="connsiteX56" fmla="*/ 2825837 w 5260975"/>
                <a:gd name="connsiteY56" fmla="*/ 4692135 h 4707593"/>
                <a:gd name="connsiteX57" fmla="*/ 2802313 w 5260975"/>
                <a:gd name="connsiteY57" fmla="*/ 4693960 h 4707593"/>
                <a:gd name="connsiteX58" fmla="*/ 2746816 w 5260975"/>
                <a:gd name="connsiteY58" fmla="*/ 4693863 h 4707593"/>
                <a:gd name="connsiteX59" fmla="*/ 2727517 w 5260975"/>
                <a:gd name="connsiteY59" fmla="*/ 4692903 h 4707593"/>
                <a:gd name="connsiteX60" fmla="*/ 2690359 w 5260975"/>
                <a:gd name="connsiteY60" fmla="*/ 4680997 h 4707593"/>
                <a:gd name="connsiteX61" fmla="*/ 2685943 w 5260975"/>
                <a:gd name="connsiteY61" fmla="*/ 4680133 h 4707593"/>
                <a:gd name="connsiteX62" fmla="*/ 2661554 w 5260975"/>
                <a:gd name="connsiteY62" fmla="*/ 4675428 h 4707593"/>
                <a:gd name="connsiteX63" fmla="*/ 2648208 w 5260975"/>
                <a:gd name="connsiteY63" fmla="*/ 4673892 h 4707593"/>
                <a:gd name="connsiteX64" fmla="*/ 2597512 w 5260975"/>
                <a:gd name="connsiteY64" fmla="*/ 4664099 h 4707593"/>
                <a:gd name="connsiteX65" fmla="*/ 2568324 w 5260975"/>
                <a:gd name="connsiteY65" fmla="*/ 4659490 h 4707593"/>
                <a:gd name="connsiteX66" fmla="*/ 2544704 w 5260975"/>
                <a:gd name="connsiteY66" fmla="*/ 4660162 h 4707593"/>
                <a:gd name="connsiteX67" fmla="*/ 2503225 w 5260975"/>
                <a:gd name="connsiteY67" fmla="*/ 4661026 h 4707593"/>
                <a:gd name="connsiteX68" fmla="*/ 2489975 w 5260975"/>
                <a:gd name="connsiteY68" fmla="*/ 4663235 h 4707593"/>
                <a:gd name="connsiteX69" fmla="*/ 2430061 w 5260975"/>
                <a:gd name="connsiteY69" fmla="*/ 4656897 h 4707593"/>
                <a:gd name="connsiteX70" fmla="*/ 2395880 w 5260975"/>
                <a:gd name="connsiteY70" fmla="*/ 4656417 h 4707593"/>
                <a:gd name="connsiteX71" fmla="*/ 2357378 w 5260975"/>
                <a:gd name="connsiteY71" fmla="*/ 4648544 h 4707593"/>
                <a:gd name="connsiteX72" fmla="*/ 2346145 w 5260975"/>
                <a:gd name="connsiteY72" fmla="*/ 4648928 h 4707593"/>
                <a:gd name="connsiteX73" fmla="*/ 2333567 w 5260975"/>
                <a:gd name="connsiteY73" fmla="*/ 4649600 h 4707593"/>
                <a:gd name="connsiteX74" fmla="*/ 2294968 w 5260975"/>
                <a:gd name="connsiteY74" fmla="*/ 4650177 h 4707593"/>
                <a:gd name="connsiteX75" fmla="*/ 2271540 w 5260975"/>
                <a:gd name="connsiteY75" fmla="*/ 4653057 h 4707593"/>
                <a:gd name="connsiteX76" fmla="*/ 2226895 w 5260975"/>
                <a:gd name="connsiteY76" fmla="*/ 4651329 h 4707593"/>
                <a:gd name="connsiteX77" fmla="*/ 2210379 w 5260975"/>
                <a:gd name="connsiteY77" fmla="*/ 4653825 h 4707593"/>
                <a:gd name="connsiteX78" fmla="*/ 2168613 w 5260975"/>
                <a:gd name="connsiteY78" fmla="*/ 4654113 h 4707593"/>
                <a:gd name="connsiteX79" fmla="*/ 2131167 w 5260975"/>
                <a:gd name="connsiteY79" fmla="*/ 4652673 h 4707593"/>
                <a:gd name="connsiteX80" fmla="*/ 2095065 w 5260975"/>
                <a:gd name="connsiteY80" fmla="*/ 4653441 h 4707593"/>
                <a:gd name="connsiteX81" fmla="*/ 2069237 w 5260975"/>
                <a:gd name="connsiteY81" fmla="*/ 4656609 h 4707593"/>
                <a:gd name="connsiteX82" fmla="*/ 2041201 w 5260975"/>
                <a:gd name="connsiteY82" fmla="*/ 4658529 h 4707593"/>
                <a:gd name="connsiteX83" fmla="*/ 1963909 w 5260975"/>
                <a:gd name="connsiteY83" fmla="*/ 4669955 h 4707593"/>
                <a:gd name="connsiteX84" fmla="*/ 1949603 w 5260975"/>
                <a:gd name="connsiteY84" fmla="*/ 4667171 h 4707593"/>
                <a:gd name="connsiteX85" fmla="*/ 1868373 w 5260975"/>
                <a:gd name="connsiteY85" fmla="*/ 4664578 h 4707593"/>
                <a:gd name="connsiteX86" fmla="*/ 1850707 w 5260975"/>
                <a:gd name="connsiteY86" fmla="*/ 4664771 h 4707593"/>
                <a:gd name="connsiteX87" fmla="*/ 1803275 w 5260975"/>
                <a:gd name="connsiteY87" fmla="*/ 4653441 h 4707593"/>
                <a:gd name="connsiteX88" fmla="*/ 1730112 w 5260975"/>
                <a:gd name="connsiteY88" fmla="*/ 4671396 h 4707593"/>
                <a:gd name="connsiteX89" fmla="*/ 1661652 w 5260975"/>
                <a:gd name="connsiteY89" fmla="*/ 4693863 h 4707593"/>
                <a:gd name="connsiteX90" fmla="*/ 1653011 w 5260975"/>
                <a:gd name="connsiteY90" fmla="*/ 4696744 h 4707593"/>
                <a:gd name="connsiteX91" fmla="*/ 1628431 w 5260975"/>
                <a:gd name="connsiteY91" fmla="*/ 4701641 h 4707593"/>
                <a:gd name="connsiteX92" fmla="*/ 1597995 w 5260975"/>
                <a:gd name="connsiteY92" fmla="*/ 4703369 h 4707593"/>
                <a:gd name="connsiteX93" fmla="*/ 1559396 w 5260975"/>
                <a:gd name="connsiteY93" fmla="*/ 4707593 h 4707593"/>
                <a:gd name="connsiteX94" fmla="*/ 1528480 w 5260975"/>
                <a:gd name="connsiteY94" fmla="*/ 4702312 h 4707593"/>
                <a:gd name="connsiteX95" fmla="*/ 1485272 w 5260975"/>
                <a:gd name="connsiteY95" fmla="*/ 4694439 h 4707593"/>
                <a:gd name="connsiteX96" fmla="*/ 1444562 w 5260975"/>
                <a:gd name="connsiteY96" fmla="*/ 4686950 h 4707593"/>
                <a:gd name="connsiteX97" fmla="*/ 1431696 w 5260975"/>
                <a:gd name="connsiteY97" fmla="*/ 4695783 h 4707593"/>
                <a:gd name="connsiteX98" fmla="*/ 1411821 w 5260975"/>
                <a:gd name="connsiteY98" fmla="*/ 4703464 h 4707593"/>
                <a:gd name="connsiteX99" fmla="*/ 1389738 w 5260975"/>
                <a:gd name="connsiteY99" fmla="*/ 4694247 h 4707593"/>
                <a:gd name="connsiteX100" fmla="*/ 1338081 w 5260975"/>
                <a:gd name="connsiteY100" fmla="*/ 4675141 h 4707593"/>
                <a:gd name="connsiteX101" fmla="*/ 1305436 w 5260975"/>
                <a:gd name="connsiteY101" fmla="*/ 4674276 h 4707593"/>
                <a:gd name="connsiteX102" fmla="*/ 1234481 w 5260975"/>
                <a:gd name="connsiteY102" fmla="*/ 4666115 h 4707593"/>
                <a:gd name="connsiteX103" fmla="*/ 1188106 w 5260975"/>
                <a:gd name="connsiteY103" fmla="*/ 4654497 h 4707593"/>
                <a:gd name="connsiteX104" fmla="*/ 1154790 w 5260975"/>
                <a:gd name="connsiteY104" fmla="*/ 4641343 h 4707593"/>
                <a:gd name="connsiteX105" fmla="*/ 1107069 w 5260975"/>
                <a:gd name="connsiteY105" fmla="*/ 4624156 h 4707593"/>
                <a:gd name="connsiteX106" fmla="*/ 1059158 w 5260975"/>
                <a:gd name="connsiteY106" fmla="*/ 4615227 h 4707593"/>
                <a:gd name="connsiteX107" fmla="*/ 1024496 w 5260975"/>
                <a:gd name="connsiteY107" fmla="*/ 4603993 h 4707593"/>
                <a:gd name="connsiteX108" fmla="*/ 982153 w 5260975"/>
                <a:gd name="connsiteY108" fmla="*/ 4596311 h 4707593"/>
                <a:gd name="connsiteX109" fmla="*/ 946628 w 5260975"/>
                <a:gd name="connsiteY109" fmla="*/ 4596024 h 4707593"/>
                <a:gd name="connsiteX110" fmla="*/ 890939 w 5260975"/>
                <a:gd name="connsiteY110" fmla="*/ 4597368 h 4707593"/>
                <a:gd name="connsiteX111" fmla="*/ 822769 w 5260975"/>
                <a:gd name="connsiteY111" fmla="*/ 4574133 h 4707593"/>
                <a:gd name="connsiteX112" fmla="*/ 795212 w 5260975"/>
                <a:gd name="connsiteY112" fmla="*/ 4568947 h 4707593"/>
                <a:gd name="connsiteX113" fmla="*/ 769288 w 5260975"/>
                <a:gd name="connsiteY113" fmla="*/ 4566547 h 4707593"/>
                <a:gd name="connsiteX114" fmla="*/ 714271 w 5260975"/>
                <a:gd name="connsiteY114" fmla="*/ 4551089 h 4707593"/>
                <a:gd name="connsiteX115" fmla="*/ 691900 w 5260975"/>
                <a:gd name="connsiteY115" fmla="*/ 4545999 h 4707593"/>
                <a:gd name="connsiteX116" fmla="*/ 660598 w 5260975"/>
                <a:gd name="connsiteY116" fmla="*/ 4546096 h 4707593"/>
                <a:gd name="connsiteX117" fmla="*/ 603662 w 5260975"/>
                <a:gd name="connsiteY117" fmla="*/ 4538991 h 4707593"/>
                <a:gd name="connsiteX118" fmla="*/ 546821 w 5260975"/>
                <a:gd name="connsiteY118" fmla="*/ 4518251 h 4707593"/>
                <a:gd name="connsiteX119" fmla="*/ 522721 w 5260975"/>
                <a:gd name="connsiteY119" fmla="*/ 4520267 h 4707593"/>
                <a:gd name="connsiteX120" fmla="*/ 514080 w 5260975"/>
                <a:gd name="connsiteY120" fmla="*/ 4519788 h 4707593"/>
                <a:gd name="connsiteX121" fmla="*/ 436404 w 5260975"/>
                <a:gd name="connsiteY121" fmla="*/ 4508361 h 4707593"/>
                <a:gd name="connsiteX122" fmla="*/ 428626 w 5260975"/>
                <a:gd name="connsiteY122" fmla="*/ 4507114 h 4707593"/>
                <a:gd name="connsiteX123" fmla="*/ 392141 w 5260975"/>
                <a:gd name="connsiteY123" fmla="*/ 4496936 h 4707593"/>
                <a:gd name="connsiteX124" fmla="*/ 300157 w 5260975"/>
                <a:gd name="connsiteY124" fmla="*/ 4490599 h 4707593"/>
                <a:gd name="connsiteX125" fmla="*/ 294493 w 5260975"/>
                <a:gd name="connsiteY125" fmla="*/ 4489831 h 4707593"/>
                <a:gd name="connsiteX126" fmla="*/ 263671 w 5260975"/>
                <a:gd name="connsiteY126" fmla="*/ 4494919 h 4707593"/>
                <a:gd name="connsiteX127" fmla="*/ 248406 w 5260975"/>
                <a:gd name="connsiteY127" fmla="*/ 4502121 h 4707593"/>
                <a:gd name="connsiteX128" fmla="*/ 224594 w 5260975"/>
                <a:gd name="connsiteY128" fmla="*/ 4509610 h 4707593"/>
                <a:gd name="connsiteX129" fmla="*/ 200398 w 5260975"/>
                <a:gd name="connsiteY129" fmla="*/ 4512395 h 4707593"/>
                <a:gd name="connsiteX130" fmla="*/ 159783 w 5260975"/>
                <a:gd name="connsiteY130" fmla="*/ 4501064 h 4707593"/>
                <a:gd name="connsiteX131" fmla="*/ 144997 w 5260975"/>
                <a:gd name="connsiteY131" fmla="*/ 4499912 h 4707593"/>
                <a:gd name="connsiteX132" fmla="*/ 112064 w 5260975"/>
                <a:gd name="connsiteY132" fmla="*/ 4494440 h 4707593"/>
                <a:gd name="connsiteX133" fmla="*/ 83259 w 5260975"/>
                <a:gd name="connsiteY133" fmla="*/ 4494824 h 4707593"/>
                <a:gd name="connsiteX134" fmla="*/ 60120 w 5260975"/>
                <a:gd name="connsiteY134" fmla="*/ 4503561 h 4707593"/>
                <a:gd name="connsiteX135" fmla="*/ 26514 w 5260975"/>
                <a:gd name="connsiteY135" fmla="*/ 4505289 h 4707593"/>
                <a:gd name="connsiteX136" fmla="*/ 4814 w 5260975"/>
                <a:gd name="connsiteY136" fmla="*/ 4498952 h 4707593"/>
                <a:gd name="connsiteX137" fmla="*/ 398 w 5260975"/>
                <a:gd name="connsiteY137" fmla="*/ 4498089 h 4707593"/>
                <a:gd name="connsiteX138" fmla="*/ 0 w 5260975"/>
                <a:gd name="connsiteY138" fmla="*/ 4498087 h 4707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</a:cxnLst>
              <a:rect l="l" t="t" r="r" b="b"/>
              <a:pathLst>
                <a:path w="5260975" h="4707593">
                  <a:moveTo>
                    <a:pt x="0" y="0"/>
                  </a:moveTo>
                  <a:lnTo>
                    <a:pt x="5260975" y="0"/>
                  </a:lnTo>
                  <a:lnTo>
                    <a:pt x="5260975" y="3296937"/>
                  </a:lnTo>
                  <a:lnTo>
                    <a:pt x="5260975" y="3518571"/>
                  </a:lnTo>
                  <a:lnTo>
                    <a:pt x="5226504" y="3534000"/>
                  </a:lnTo>
                  <a:cubicBezTo>
                    <a:pt x="5219783" y="3536785"/>
                    <a:pt x="5212389" y="3538321"/>
                    <a:pt x="5206341" y="3542065"/>
                  </a:cubicBezTo>
                  <a:cubicBezTo>
                    <a:pt x="5178495" y="3559156"/>
                    <a:pt x="5151515" y="3577591"/>
                    <a:pt x="5123287" y="3594010"/>
                  </a:cubicBezTo>
                  <a:cubicBezTo>
                    <a:pt x="5094195" y="3611004"/>
                    <a:pt x="5068175" y="3631071"/>
                    <a:pt x="5048107" y="3658244"/>
                  </a:cubicBezTo>
                  <a:cubicBezTo>
                    <a:pt x="5029480" y="3683496"/>
                    <a:pt x="5011429" y="3709131"/>
                    <a:pt x="4992899" y="3734479"/>
                  </a:cubicBezTo>
                  <a:cubicBezTo>
                    <a:pt x="4988194" y="3740912"/>
                    <a:pt x="4983874" y="3748498"/>
                    <a:pt x="4977440" y="3752627"/>
                  </a:cubicBezTo>
                  <a:cubicBezTo>
                    <a:pt x="4964094" y="3761268"/>
                    <a:pt x="4949500" y="3768277"/>
                    <a:pt x="4935194" y="3775382"/>
                  </a:cubicBezTo>
                  <a:cubicBezTo>
                    <a:pt x="4922903" y="3781431"/>
                    <a:pt x="4909846" y="3785943"/>
                    <a:pt x="4897844" y="3792472"/>
                  </a:cubicBezTo>
                  <a:cubicBezTo>
                    <a:pt x="4888243" y="3797658"/>
                    <a:pt x="4879697" y="3804859"/>
                    <a:pt x="4870767" y="3811388"/>
                  </a:cubicBezTo>
                  <a:cubicBezTo>
                    <a:pt x="4862990" y="3817052"/>
                    <a:pt x="4854445" y="3821949"/>
                    <a:pt x="4847917" y="3828767"/>
                  </a:cubicBezTo>
                  <a:cubicBezTo>
                    <a:pt x="4831977" y="3845281"/>
                    <a:pt x="4815942" y="3861508"/>
                    <a:pt x="4796163" y="3873702"/>
                  </a:cubicBezTo>
                  <a:cubicBezTo>
                    <a:pt x="4776672" y="3885799"/>
                    <a:pt x="4758237" y="3899338"/>
                    <a:pt x="4738843" y="3911628"/>
                  </a:cubicBezTo>
                  <a:cubicBezTo>
                    <a:pt x="4719831" y="3923630"/>
                    <a:pt x="4702645" y="3936783"/>
                    <a:pt x="4692755" y="3958099"/>
                  </a:cubicBezTo>
                  <a:cubicBezTo>
                    <a:pt x="4688339" y="3967508"/>
                    <a:pt x="4682097" y="3977782"/>
                    <a:pt x="4673744" y="3983255"/>
                  </a:cubicBezTo>
                  <a:cubicBezTo>
                    <a:pt x="4661838" y="3991032"/>
                    <a:pt x="4646764" y="3993817"/>
                    <a:pt x="4633801" y="4000442"/>
                  </a:cubicBezTo>
                  <a:cubicBezTo>
                    <a:pt x="4618535" y="4008219"/>
                    <a:pt x="4600869" y="4014940"/>
                    <a:pt x="4590499" y="4027326"/>
                  </a:cubicBezTo>
                  <a:cubicBezTo>
                    <a:pt x="4581281" y="4038368"/>
                    <a:pt x="4571968" y="4047009"/>
                    <a:pt x="4559773" y="4054018"/>
                  </a:cubicBezTo>
                  <a:cubicBezTo>
                    <a:pt x="4551229" y="4058915"/>
                    <a:pt x="4544892" y="4067844"/>
                    <a:pt x="4536059" y="4071877"/>
                  </a:cubicBezTo>
                  <a:cubicBezTo>
                    <a:pt x="4524442" y="4077254"/>
                    <a:pt x="4512727" y="4081479"/>
                    <a:pt x="4502550" y="4089832"/>
                  </a:cubicBezTo>
                  <a:cubicBezTo>
                    <a:pt x="4491987" y="4098473"/>
                    <a:pt x="4479986" y="4105290"/>
                    <a:pt x="4468944" y="4113356"/>
                  </a:cubicBezTo>
                  <a:cubicBezTo>
                    <a:pt x="4463087" y="4117676"/>
                    <a:pt x="4458286" y="4123341"/>
                    <a:pt x="4452623" y="4127854"/>
                  </a:cubicBezTo>
                  <a:cubicBezTo>
                    <a:pt x="4442252" y="4136111"/>
                    <a:pt x="4431690" y="4144176"/>
                    <a:pt x="4421032" y="4151953"/>
                  </a:cubicBezTo>
                  <a:cubicBezTo>
                    <a:pt x="4410375" y="4159731"/>
                    <a:pt x="4400197" y="4168756"/>
                    <a:pt x="4388483" y="4174421"/>
                  </a:cubicBezTo>
                  <a:cubicBezTo>
                    <a:pt x="4368513" y="4184023"/>
                    <a:pt x="4346717" y="4189784"/>
                    <a:pt x="4327321" y="4200153"/>
                  </a:cubicBezTo>
                  <a:cubicBezTo>
                    <a:pt x="4307639" y="4210714"/>
                    <a:pt x="4289107" y="4223965"/>
                    <a:pt x="4271633" y="4237983"/>
                  </a:cubicBezTo>
                  <a:cubicBezTo>
                    <a:pt x="4257807" y="4249025"/>
                    <a:pt x="4244845" y="4259971"/>
                    <a:pt x="4227465" y="4265635"/>
                  </a:cubicBezTo>
                  <a:cubicBezTo>
                    <a:pt x="4217768" y="4268804"/>
                    <a:pt x="4207591" y="4275717"/>
                    <a:pt x="4201733" y="4283783"/>
                  </a:cubicBezTo>
                  <a:cubicBezTo>
                    <a:pt x="4189059" y="4301353"/>
                    <a:pt x="4172833" y="4313739"/>
                    <a:pt x="4154494" y="4324301"/>
                  </a:cubicBezTo>
                  <a:cubicBezTo>
                    <a:pt x="4130010" y="4338511"/>
                    <a:pt x="4105814" y="4353009"/>
                    <a:pt x="4081234" y="4366931"/>
                  </a:cubicBezTo>
                  <a:cubicBezTo>
                    <a:pt x="4066737" y="4375189"/>
                    <a:pt x="4052335" y="4383926"/>
                    <a:pt x="4036971" y="4389975"/>
                  </a:cubicBezTo>
                  <a:cubicBezTo>
                    <a:pt x="4005575" y="4402457"/>
                    <a:pt x="3973410" y="4413114"/>
                    <a:pt x="3941725" y="4424733"/>
                  </a:cubicBezTo>
                  <a:cubicBezTo>
                    <a:pt x="3931355" y="4428477"/>
                    <a:pt x="3921561" y="4433854"/>
                    <a:pt x="3910999" y="4437119"/>
                  </a:cubicBezTo>
                  <a:cubicBezTo>
                    <a:pt x="3899573" y="4440671"/>
                    <a:pt x="3887285" y="4441727"/>
                    <a:pt x="3875859" y="4445280"/>
                  </a:cubicBezTo>
                  <a:cubicBezTo>
                    <a:pt x="3856847" y="4451136"/>
                    <a:pt x="3838412" y="4458626"/>
                    <a:pt x="3819401" y="4464579"/>
                  </a:cubicBezTo>
                  <a:cubicBezTo>
                    <a:pt x="3782723" y="4476005"/>
                    <a:pt x="3745949" y="4486951"/>
                    <a:pt x="3709176" y="4497800"/>
                  </a:cubicBezTo>
                  <a:cubicBezTo>
                    <a:pt x="3701303" y="4500105"/>
                    <a:pt x="3692757" y="4500393"/>
                    <a:pt x="3684981" y="4502889"/>
                  </a:cubicBezTo>
                  <a:cubicBezTo>
                    <a:pt x="3664337" y="4509610"/>
                    <a:pt x="3643789" y="4516907"/>
                    <a:pt x="3623338" y="4524300"/>
                  </a:cubicBezTo>
                  <a:cubicBezTo>
                    <a:pt x="3610953" y="4528813"/>
                    <a:pt x="3598854" y="4534382"/>
                    <a:pt x="3586373" y="4538702"/>
                  </a:cubicBezTo>
                  <a:cubicBezTo>
                    <a:pt x="3576387" y="4542159"/>
                    <a:pt x="3566113" y="4544847"/>
                    <a:pt x="3555743" y="4546960"/>
                  </a:cubicBezTo>
                  <a:cubicBezTo>
                    <a:pt x="3546814" y="4548785"/>
                    <a:pt x="3537501" y="4548592"/>
                    <a:pt x="3528667" y="4550801"/>
                  </a:cubicBezTo>
                  <a:cubicBezTo>
                    <a:pt x="3504759" y="4556753"/>
                    <a:pt x="3481140" y="4563475"/>
                    <a:pt x="3457424" y="4569811"/>
                  </a:cubicBezTo>
                  <a:cubicBezTo>
                    <a:pt x="3447919" y="4572308"/>
                    <a:pt x="3438221" y="4574133"/>
                    <a:pt x="3429003" y="4577301"/>
                  </a:cubicBezTo>
                  <a:cubicBezTo>
                    <a:pt x="3404327" y="4585654"/>
                    <a:pt x="3380036" y="4595159"/>
                    <a:pt x="3355264" y="4603033"/>
                  </a:cubicBezTo>
                  <a:cubicBezTo>
                    <a:pt x="3334717" y="4609562"/>
                    <a:pt x="3313593" y="4614266"/>
                    <a:pt x="3292757" y="4620027"/>
                  </a:cubicBezTo>
                  <a:cubicBezTo>
                    <a:pt x="3283924" y="4622524"/>
                    <a:pt x="3275475" y="4626077"/>
                    <a:pt x="3266643" y="4628188"/>
                  </a:cubicBezTo>
                  <a:cubicBezTo>
                    <a:pt x="3246863" y="4632990"/>
                    <a:pt x="3226796" y="4637022"/>
                    <a:pt x="3206921" y="4641823"/>
                  </a:cubicBezTo>
                  <a:cubicBezTo>
                    <a:pt x="3195590" y="4644607"/>
                    <a:pt x="3184645" y="4649600"/>
                    <a:pt x="3173123" y="4651425"/>
                  </a:cubicBezTo>
                  <a:cubicBezTo>
                    <a:pt x="3145759" y="4655745"/>
                    <a:pt x="3118203" y="4658817"/>
                    <a:pt x="3090646" y="4662274"/>
                  </a:cubicBezTo>
                  <a:cubicBezTo>
                    <a:pt x="3062227" y="4665826"/>
                    <a:pt x="3033902" y="4669571"/>
                    <a:pt x="3005480" y="4672739"/>
                  </a:cubicBezTo>
                  <a:cubicBezTo>
                    <a:pt x="2989926" y="4674372"/>
                    <a:pt x="2974275" y="4674660"/>
                    <a:pt x="2958721" y="4676196"/>
                  </a:cubicBezTo>
                  <a:cubicBezTo>
                    <a:pt x="2945087" y="4677541"/>
                    <a:pt x="2931549" y="4680037"/>
                    <a:pt x="2917915" y="4681670"/>
                  </a:cubicBezTo>
                  <a:cubicBezTo>
                    <a:pt x="2906105" y="4683013"/>
                    <a:pt x="2894199" y="4683781"/>
                    <a:pt x="2882389" y="4685126"/>
                  </a:cubicBezTo>
                  <a:cubicBezTo>
                    <a:pt x="2863475" y="4687334"/>
                    <a:pt x="2844655" y="4689831"/>
                    <a:pt x="2825837" y="4692135"/>
                  </a:cubicBezTo>
                  <a:cubicBezTo>
                    <a:pt x="2817964" y="4692999"/>
                    <a:pt x="2809706" y="4695399"/>
                    <a:pt x="2802313" y="4693960"/>
                  </a:cubicBezTo>
                  <a:cubicBezTo>
                    <a:pt x="2783686" y="4690310"/>
                    <a:pt x="2765347" y="4691367"/>
                    <a:pt x="2746816" y="4693863"/>
                  </a:cubicBezTo>
                  <a:cubicBezTo>
                    <a:pt x="2740479" y="4694728"/>
                    <a:pt x="2733662" y="4694535"/>
                    <a:pt x="2727517" y="4692903"/>
                  </a:cubicBezTo>
                  <a:cubicBezTo>
                    <a:pt x="2714939" y="4689638"/>
                    <a:pt x="2702745" y="4685029"/>
                    <a:pt x="2690359" y="4680997"/>
                  </a:cubicBezTo>
                  <a:cubicBezTo>
                    <a:pt x="2689014" y="4680517"/>
                    <a:pt x="2687382" y="4680421"/>
                    <a:pt x="2685943" y="4680133"/>
                  </a:cubicBezTo>
                  <a:cubicBezTo>
                    <a:pt x="2677781" y="4678500"/>
                    <a:pt x="2669717" y="4676868"/>
                    <a:pt x="2661554" y="4675428"/>
                  </a:cubicBezTo>
                  <a:cubicBezTo>
                    <a:pt x="2657138" y="4674660"/>
                    <a:pt x="2652625" y="4674564"/>
                    <a:pt x="2648208" y="4673892"/>
                  </a:cubicBezTo>
                  <a:cubicBezTo>
                    <a:pt x="2631118" y="4671203"/>
                    <a:pt x="2612299" y="4675716"/>
                    <a:pt x="2597512" y="4664099"/>
                  </a:cubicBezTo>
                  <a:cubicBezTo>
                    <a:pt x="2587911" y="4656609"/>
                    <a:pt x="2578597" y="4658338"/>
                    <a:pt x="2568324" y="4659490"/>
                  </a:cubicBezTo>
                  <a:cubicBezTo>
                    <a:pt x="2560547" y="4660354"/>
                    <a:pt x="2552577" y="4660065"/>
                    <a:pt x="2544704" y="4660162"/>
                  </a:cubicBezTo>
                  <a:cubicBezTo>
                    <a:pt x="2530878" y="4660449"/>
                    <a:pt x="2517052" y="4660546"/>
                    <a:pt x="2503225" y="4661026"/>
                  </a:cubicBezTo>
                  <a:cubicBezTo>
                    <a:pt x="2498808" y="4661218"/>
                    <a:pt x="2494297" y="4663619"/>
                    <a:pt x="2489975" y="4663235"/>
                  </a:cubicBezTo>
                  <a:cubicBezTo>
                    <a:pt x="2470004" y="4661410"/>
                    <a:pt x="2450033" y="4658529"/>
                    <a:pt x="2430061" y="4656897"/>
                  </a:cubicBezTo>
                  <a:cubicBezTo>
                    <a:pt x="2418732" y="4655938"/>
                    <a:pt x="2407114" y="4657761"/>
                    <a:pt x="2395880" y="4656417"/>
                  </a:cubicBezTo>
                  <a:cubicBezTo>
                    <a:pt x="2382919" y="4654881"/>
                    <a:pt x="2370245" y="4650945"/>
                    <a:pt x="2357378" y="4648544"/>
                  </a:cubicBezTo>
                  <a:cubicBezTo>
                    <a:pt x="2353826" y="4647872"/>
                    <a:pt x="2349889" y="4648736"/>
                    <a:pt x="2346145" y="4648928"/>
                  </a:cubicBezTo>
                  <a:cubicBezTo>
                    <a:pt x="2341920" y="4649120"/>
                    <a:pt x="2337791" y="4649504"/>
                    <a:pt x="2333567" y="4649600"/>
                  </a:cubicBezTo>
                  <a:cubicBezTo>
                    <a:pt x="2320700" y="4649793"/>
                    <a:pt x="2307835" y="4649504"/>
                    <a:pt x="2294968" y="4650177"/>
                  </a:cubicBezTo>
                  <a:cubicBezTo>
                    <a:pt x="2287095" y="4650561"/>
                    <a:pt x="2278839" y="4654497"/>
                    <a:pt x="2271540" y="4653057"/>
                  </a:cubicBezTo>
                  <a:cubicBezTo>
                    <a:pt x="2256659" y="4650272"/>
                    <a:pt x="2241776" y="4656513"/>
                    <a:pt x="2226895" y="4651329"/>
                  </a:cubicBezTo>
                  <a:cubicBezTo>
                    <a:pt x="2222285" y="4649793"/>
                    <a:pt x="2215948" y="4653633"/>
                    <a:pt x="2210379" y="4653825"/>
                  </a:cubicBezTo>
                  <a:cubicBezTo>
                    <a:pt x="2196457" y="4654305"/>
                    <a:pt x="2182535" y="4654209"/>
                    <a:pt x="2168613" y="4654113"/>
                  </a:cubicBezTo>
                  <a:cubicBezTo>
                    <a:pt x="2156131" y="4654017"/>
                    <a:pt x="2143168" y="4655361"/>
                    <a:pt x="2131167" y="4652673"/>
                  </a:cubicBezTo>
                  <a:cubicBezTo>
                    <a:pt x="2118588" y="4649793"/>
                    <a:pt x="2107259" y="4650177"/>
                    <a:pt x="2095065" y="4653441"/>
                  </a:cubicBezTo>
                  <a:cubicBezTo>
                    <a:pt x="2086711" y="4655649"/>
                    <a:pt x="2077878" y="4655938"/>
                    <a:pt x="2069237" y="4656609"/>
                  </a:cubicBezTo>
                  <a:cubicBezTo>
                    <a:pt x="2059924" y="4657377"/>
                    <a:pt x="2049650" y="4655361"/>
                    <a:pt x="2041201" y="4658529"/>
                  </a:cubicBezTo>
                  <a:cubicBezTo>
                    <a:pt x="2016044" y="4667939"/>
                    <a:pt x="1990216" y="4669955"/>
                    <a:pt x="1963909" y="4669955"/>
                  </a:cubicBezTo>
                  <a:cubicBezTo>
                    <a:pt x="1959107" y="4669955"/>
                    <a:pt x="1954210" y="4668612"/>
                    <a:pt x="1949603" y="4667171"/>
                  </a:cubicBezTo>
                  <a:cubicBezTo>
                    <a:pt x="1922717" y="4658529"/>
                    <a:pt x="1895737" y="4659297"/>
                    <a:pt x="1868373" y="4664578"/>
                  </a:cubicBezTo>
                  <a:cubicBezTo>
                    <a:pt x="1862708" y="4665731"/>
                    <a:pt x="1856372" y="4665923"/>
                    <a:pt x="1850707" y="4664771"/>
                  </a:cubicBezTo>
                  <a:cubicBezTo>
                    <a:pt x="1834768" y="4661410"/>
                    <a:pt x="1819309" y="4655841"/>
                    <a:pt x="1803275" y="4653441"/>
                  </a:cubicBezTo>
                  <a:cubicBezTo>
                    <a:pt x="1776775" y="4649504"/>
                    <a:pt x="1753828" y="4662754"/>
                    <a:pt x="1730112" y="4671396"/>
                  </a:cubicBezTo>
                  <a:cubicBezTo>
                    <a:pt x="1707548" y="4679557"/>
                    <a:pt x="1688345" y="4697992"/>
                    <a:pt x="1661652" y="4693863"/>
                  </a:cubicBezTo>
                  <a:cubicBezTo>
                    <a:pt x="1658965" y="4693479"/>
                    <a:pt x="1655988" y="4696071"/>
                    <a:pt x="1653011" y="4696744"/>
                  </a:cubicBezTo>
                  <a:cubicBezTo>
                    <a:pt x="1644850" y="4698568"/>
                    <a:pt x="1636689" y="4700776"/>
                    <a:pt x="1628431" y="4701641"/>
                  </a:cubicBezTo>
                  <a:cubicBezTo>
                    <a:pt x="1618350" y="4702793"/>
                    <a:pt x="1608076" y="4702409"/>
                    <a:pt x="1597995" y="4703369"/>
                  </a:cubicBezTo>
                  <a:cubicBezTo>
                    <a:pt x="1585032" y="4704521"/>
                    <a:pt x="1572263" y="4707593"/>
                    <a:pt x="1559396" y="4707593"/>
                  </a:cubicBezTo>
                  <a:cubicBezTo>
                    <a:pt x="1549026" y="4707593"/>
                    <a:pt x="1538753" y="4704041"/>
                    <a:pt x="1528480" y="4702312"/>
                  </a:cubicBezTo>
                  <a:cubicBezTo>
                    <a:pt x="1513981" y="4699912"/>
                    <a:pt x="1498042" y="4700584"/>
                    <a:pt x="1485272" y="4694439"/>
                  </a:cubicBezTo>
                  <a:cubicBezTo>
                    <a:pt x="1471639" y="4687910"/>
                    <a:pt x="1458676" y="4684934"/>
                    <a:pt x="1444562" y="4686950"/>
                  </a:cubicBezTo>
                  <a:cubicBezTo>
                    <a:pt x="1439857" y="4687622"/>
                    <a:pt x="1433808" y="4691655"/>
                    <a:pt x="1431696" y="4695783"/>
                  </a:cubicBezTo>
                  <a:cubicBezTo>
                    <a:pt x="1426991" y="4705001"/>
                    <a:pt x="1420559" y="4706634"/>
                    <a:pt x="1411821" y="4703464"/>
                  </a:cubicBezTo>
                  <a:cubicBezTo>
                    <a:pt x="1404236" y="4700776"/>
                    <a:pt x="1394922" y="4699432"/>
                    <a:pt x="1389738" y="4694247"/>
                  </a:cubicBezTo>
                  <a:cubicBezTo>
                    <a:pt x="1375047" y="4679557"/>
                    <a:pt x="1356324" y="4679077"/>
                    <a:pt x="1338081" y="4675141"/>
                  </a:cubicBezTo>
                  <a:cubicBezTo>
                    <a:pt x="1326945" y="4672739"/>
                    <a:pt x="1316574" y="4672644"/>
                    <a:pt x="1305436" y="4674276"/>
                  </a:cubicBezTo>
                  <a:cubicBezTo>
                    <a:pt x="1281241" y="4677925"/>
                    <a:pt x="1257717" y="4672739"/>
                    <a:pt x="1234481" y="4666115"/>
                  </a:cubicBezTo>
                  <a:cubicBezTo>
                    <a:pt x="1219118" y="4661698"/>
                    <a:pt x="1203372" y="4659010"/>
                    <a:pt x="1188106" y="4654497"/>
                  </a:cubicBezTo>
                  <a:cubicBezTo>
                    <a:pt x="1176680" y="4651041"/>
                    <a:pt x="1165255" y="4646912"/>
                    <a:pt x="1154790" y="4641343"/>
                  </a:cubicBezTo>
                  <a:cubicBezTo>
                    <a:pt x="1139618" y="4633181"/>
                    <a:pt x="1126369" y="4620891"/>
                    <a:pt x="1107069" y="4624156"/>
                  </a:cubicBezTo>
                  <a:cubicBezTo>
                    <a:pt x="1090074" y="4627036"/>
                    <a:pt x="1074713" y="4620988"/>
                    <a:pt x="1059158" y="4615227"/>
                  </a:cubicBezTo>
                  <a:cubicBezTo>
                    <a:pt x="1047732" y="4611002"/>
                    <a:pt x="1036308" y="4606681"/>
                    <a:pt x="1024496" y="4603993"/>
                  </a:cubicBezTo>
                  <a:cubicBezTo>
                    <a:pt x="1010478" y="4600824"/>
                    <a:pt x="994635" y="4602169"/>
                    <a:pt x="982153" y="4596311"/>
                  </a:cubicBezTo>
                  <a:cubicBezTo>
                    <a:pt x="969095" y="4590166"/>
                    <a:pt x="958246" y="4594295"/>
                    <a:pt x="946628" y="4596024"/>
                  </a:cubicBezTo>
                  <a:cubicBezTo>
                    <a:pt x="928097" y="4598712"/>
                    <a:pt x="909661" y="4603705"/>
                    <a:pt x="890939" y="4597368"/>
                  </a:cubicBezTo>
                  <a:cubicBezTo>
                    <a:pt x="868184" y="4589687"/>
                    <a:pt x="845620" y="4581430"/>
                    <a:pt x="822769" y="4574133"/>
                  </a:cubicBezTo>
                  <a:cubicBezTo>
                    <a:pt x="813934" y="4571347"/>
                    <a:pt x="804431" y="4570195"/>
                    <a:pt x="795212" y="4568947"/>
                  </a:cubicBezTo>
                  <a:cubicBezTo>
                    <a:pt x="786476" y="4567891"/>
                    <a:pt x="776010" y="4570579"/>
                    <a:pt x="769288" y="4566547"/>
                  </a:cubicBezTo>
                  <a:cubicBezTo>
                    <a:pt x="752005" y="4556178"/>
                    <a:pt x="734243" y="4551089"/>
                    <a:pt x="714271" y="4551089"/>
                  </a:cubicBezTo>
                  <a:cubicBezTo>
                    <a:pt x="706781" y="4551089"/>
                    <a:pt x="699484" y="4546768"/>
                    <a:pt x="691900" y="4545999"/>
                  </a:cubicBezTo>
                  <a:cubicBezTo>
                    <a:pt x="681529" y="4545040"/>
                    <a:pt x="669623" y="4542447"/>
                    <a:pt x="660598" y="4546096"/>
                  </a:cubicBezTo>
                  <a:cubicBezTo>
                    <a:pt x="639379" y="4554737"/>
                    <a:pt x="622193" y="4547536"/>
                    <a:pt x="603662" y="4538991"/>
                  </a:cubicBezTo>
                  <a:cubicBezTo>
                    <a:pt x="585418" y="4530541"/>
                    <a:pt x="566215" y="4523821"/>
                    <a:pt x="546821" y="4518251"/>
                  </a:cubicBezTo>
                  <a:cubicBezTo>
                    <a:pt x="539524" y="4516235"/>
                    <a:pt x="530787" y="4519596"/>
                    <a:pt x="522721" y="4520267"/>
                  </a:cubicBezTo>
                  <a:cubicBezTo>
                    <a:pt x="519840" y="4520460"/>
                    <a:pt x="516671" y="4520748"/>
                    <a:pt x="514080" y="4519788"/>
                  </a:cubicBezTo>
                  <a:cubicBezTo>
                    <a:pt x="489020" y="4510570"/>
                    <a:pt x="463575" y="4503561"/>
                    <a:pt x="436404" y="4508361"/>
                  </a:cubicBezTo>
                  <a:cubicBezTo>
                    <a:pt x="433908" y="4508842"/>
                    <a:pt x="431123" y="4507786"/>
                    <a:pt x="428626" y="4507114"/>
                  </a:cubicBezTo>
                  <a:cubicBezTo>
                    <a:pt x="416432" y="4503657"/>
                    <a:pt x="404526" y="4498184"/>
                    <a:pt x="392141" y="4496936"/>
                  </a:cubicBezTo>
                  <a:cubicBezTo>
                    <a:pt x="361608" y="4493864"/>
                    <a:pt x="330884" y="4492615"/>
                    <a:pt x="300157" y="4490599"/>
                  </a:cubicBezTo>
                  <a:cubicBezTo>
                    <a:pt x="298237" y="4490503"/>
                    <a:pt x="296221" y="4490503"/>
                    <a:pt x="294493" y="4489831"/>
                  </a:cubicBezTo>
                  <a:cubicBezTo>
                    <a:pt x="283163" y="4485702"/>
                    <a:pt x="273274" y="4487047"/>
                    <a:pt x="263671" y="4494919"/>
                  </a:cubicBezTo>
                  <a:cubicBezTo>
                    <a:pt x="259447" y="4498376"/>
                    <a:pt x="253686" y="4500200"/>
                    <a:pt x="248406" y="4502121"/>
                  </a:cubicBezTo>
                  <a:cubicBezTo>
                    <a:pt x="240628" y="4505002"/>
                    <a:pt x="232659" y="4507786"/>
                    <a:pt x="224594" y="4509610"/>
                  </a:cubicBezTo>
                  <a:cubicBezTo>
                    <a:pt x="216624" y="4511338"/>
                    <a:pt x="208079" y="4513738"/>
                    <a:pt x="200398" y="4512395"/>
                  </a:cubicBezTo>
                  <a:cubicBezTo>
                    <a:pt x="186572" y="4509994"/>
                    <a:pt x="173417" y="4504618"/>
                    <a:pt x="159783" y="4501064"/>
                  </a:cubicBezTo>
                  <a:cubicBezTo>
                    <a:pt x="155079" y="4499816"/>
                    <a:pt x="149893" y="4500009"/>
                    <a:pt x="144997" y="4499912"/>
                  </a:cubicBezTo>
                  <a:cubicBezTo>
                    <a:pt x="133763" y="4499625"/>
                    <a:pt x="122241" y="4502409"/>
                    <a:pt x="112064" y="4494440"/>
                  </a:cubicBezTo>
                  <a:cubicBezTo>
                    <a:pt x="102655" y="4486951"/>
                    <a:pt x="93148" y="4489158"/>
                    <a:pt x="83259" y="4494824"/>
                  </a:cubicBezTo>
                  <a:cubicBezTo>
                    <a:pt x="76154" y="4498857"/>
                    <a:pt x="68090" y="4502025"/>
                    <a:pt x="60120" y="4503561"/>
                  </a:cubicBezTo>
                  <a:cubicBezTo>
                    <a:pt x="49174" y="4505673"/>
                    <a:pt x="38324" y="4506538"/>
                    <a:pt x="26514" y="4505289"/>
                  </a:cubicBezTo>
                  <a:cubicBezTo>
                    <a:pt x="18161" y="4504425"/>
                    <a:pt x="11343" y="4504041"/>
                    <a:pt x="4814" y="4498952"/>
                  </a:cubicBezTo>
                  <a:cubicBezTo>
                    <a:pt x="3759" y="4498184"/>
                    <a:pt x="1839" y="4497992"/>
                    <a:pt x="398" y="4498089"/>
                  </a:cubicBezTo>
                  <a:lnTo>
                    <a:pt x="0" y="4498087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>
                    <a:alpha val="14000"/>
                  </a:schemeClr>
                </a:solidFill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E5154B2-BEF9-4C08-B6B1-9DED9F17C4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27089" y="1498602"/>
              <a:ext cx="4403345" cy="3940174"/>
            </a:xfrm>
            <a:custGeom>
              <a:avLst/>
              <a:gdLst>
                <a:gd name="connsiteX0" fmla="*/ 0 w 5260975"/>
                <a:gd name="connsiteY0" fmla="*/ 0 h 4707593"/>
                <a:gd name="connsiteX1" fmla="*/ 5260975 w 5260975"/>
                <a:gd name="connsiteY1" fmla="*/ 0 h 4707593"/>
                <a:gd name="connsiteX2" fmla="*/ 5260975 w 5260975"/>
                <a:gd name="connsiteY2" fmla="*/ 3296937 h 4707593"/>
                <a:gd name="connsiteX3" fmla="*/ 5260975 w 5260975"/>
                <a:gd name="connsiteY3" fmla="*/ 3518571 h 4707593"/>
                <a:gd name="connsiteX4" fmla="*/ 5226504 w 5260975"/>
                <a:gd name="connsiteY4" fmla="*/ 3534000 h 4707593"/>
                <a:gd name="connsiteX5" fmla="*/ 5206341 w 5260975"/>
                <a:gd name="connsiteY5" fmla="*/ 3542065 h 4707593"/>
                <a:gd name="connsiteX6" fmla="*/ 5123287 w 5260975"/>
                <a:gd name="connsiteY6" fmla="*/ 3594010 h 4707593"/>
                <a:gd name="connsiteX7" fmla="*/ 5048107 w 5260975"/>
                <a:gd name="connsiteY7" fmla="*/ 3658244 h 4707593"/>
                <a:gd name="connsiteX8" fmla="*/ 4992899 w 5260975"/>
                <a:gd name="connsiteY8" fmla="*/ 3734479 h 4707593"/>
                <a:gd name="connsiteX9" fmla="*/ 4977440 w 5260975"/>
                <a:gd name="connsiteY9" fmla="*/ 3752627 h 4707593"/>
                <a:gd name="connsiteX10" fmla="*/ 4935194 w 5260975"/>
                <a:gd name="connsiteY10" fmla="*/ 3775382 h 4707593"/>
                <a:gd name="connsiteX11" fmla="*/ 4897844 w 5260975"/>
                <a:gd name="connsiteY11" fmla="*/ 3792472 h 4707593"/>
                <a:gd name="connsiteX12" fmla="*/ 4870767 w 5260975"/>
                <a:gd name="connsiteY12" fmla="*/ 3811388 h 4707593"/>
                <a:gd name="connsiteX13" fmla="*/ 4847917 w 5260975"/>
                <a:gd name="connsiteY13" fmla="*/ 3828767 h 4707593"/>
                <a:gd name="connsiteX14" fmla="*/ 4796163 w 5260975"/>
                <a:gd name="connsiteY14" fmla="*/ 3873702 h 4707593"/>
                <a:gd name="connsiteX15" fmla="*/ 4738843 w 5260975"/>
                <a:gd name="connsiteY15" fmla="*/ 3911628 h 4707593"/>
                <a:gd name="connsiteX16" fmla="*/ 4692755 w 5260975"/>
                <a:gd name="connsiteY16" fmla="*/ 3958099 h 4707593"/>
                <a:gd name="connsiteX17" fmla="*/ 4673744 w 5260975"/>
                <a:gd name="connsiteY17" fmla="*/ 3983255 h 4707593"/>
                <a:gd name="connsiteX18" fmla="*/ 4633801 w 5260975"/>
                <a:gd name="connsiteY18" fmla="*/ 4000442 h 4707593"/>
                <a:gd name="connsiteX19" fmla="*/ 4590499 w 5260975"/>
                <a:gd name="connsiteY19" fmla="*/ 4027326 h 4707593"/>
                <a:gd name="connsiteX20" fmla="*/ 4559773 w 5260975"/>
                <a:gd name="connsiteY20" fmla="*/ 4054018 h 4707593"/>
                <a:gd name="connsiteX21" fmla="*/ 4536059 w 5260975"/>
                <a:gd name="connsiteY21" fmla="*/ 4071877 h 4707593"/>
                <a:gd name="connsiteX22" fmla="*/ 4502550 w 5260975"/>
                <a:gd name="connsiteY22" fmla="*/ 4089832 h 4707593"/>
                <a:gd name="connsiteX23" fmla="*/ 4468944 w 5260975"/>
                <a:gd name="connsiteY23" fmla="*/ 4113356 h 4707593"/>
                <a:gd name="connsiteX24" fmla="*/ 4452623 w 5260975"/>
                <a:gd name="connsiteY24" fmla="*/ 4127854 h 4707593"/>
                <a:gd name="connsiteX25" fmla="*/ 4421032 w 5260975"/>
                <a:gd name="connsiteY25" fmla="*/ 4151953 h 4707593"/>
                <a:gd name="connsiteX26" fmla="*/ 4388483 w 5260975"/>
                <a:gd name="connsiteY26" fmla="*/ 4174421 h 4707593"/>
                <a:gd name="connsiteX27" fmla="*/ 4327321 w 5260975"/>
                <a:gd name="connsiteY27" fmla="*/ 4200153 h 4707593"/>
                <a:gd name="connsiteX28" fmla="*/ 4271633 w 5260975"/>
                <a:gd name="connsiteY28" fmla="*/ 4237983 h 4707593"/>
                <a:gd name="connsiteX29" fmla="*/ 4227465 w 5260975"/>
                <a:gd name="connsiteY29" fmla="*/ 4265635 h 4707593"/>
                <a:gd name="connsiteX30" fmla="*/ 4201733 w 5260975"/>
                <a:gd name="connsiteY30" fmla="*/ 4283783 h 4707593"/>
                <a:gd name="connsiteX31" fmla="*/ 4154494 w 5260975"/>
                <a:gd name="connsiteY31" fmla="*/ 4324301 h 4707593"/>
                <a:gd name="connsiteX32" fmla="*/ 4081234 w 5260975"/>
                <a:gd name="connsiteY32" fmla="*/ 4366931 h 4707593"/>
                <a:gd name="connsiteX33" fmla="*/ 4036971 w 5260975"/>
                <a:gd name="connsiteY33" fmla="*/ 4389975 h 4707593"/>
                <a:gd name="connsiteX34" fmla="*/ 3941725 w 5260975"/>
                <a:gd name="connsiteY34" fmla="*/ 4424733 h 4707593"/>
                <a:gd name="connsiteX35" fmla="*/ 3910999 w 5260975"/>
                <a:gd name="connsiteY35" fmla="*/ 4437119 h 4707593"/>
                <a:gd name="connsiteX36" fmla="*/ 3875859 w 5260975"/>
                <a:gd name="connsiteY36" fmla="*/ 4445280 h 4707593"/>
                <a:gd name="connsiteX37" fmla="*/ 3819401 w 5260975"/>
                <a:gd name="connsiteY37" fmla="*/ 4464579 h 4707593"/>
                <a:gd name="connsiteX38" fmla="*/ 3709176 w 5260975"/>
                <a:gd name="connsiteY38" fmla="*/ 4497800 h 4707593"/>
                <a:gd name="connsiteX39" fmla="*/ 3684981 w 5260975"/>
                <a:gd name="connsiteY39" fmla="*/ 4502889 h 4707593"/>
                <a:gd name="connsiteX40" fmla="*/ 3623338 w 5260975"/>
                <a:gd name="connsiteY40" fmla="*/ 4524300 h 4707593"/>
                <a:gd name="connsiteX41" fmla="*/ 3586373 w 5260975"/>
                <a:gd name="connsiteY41" fmla="*/ 4538702 h 4707593"/>
                <a:gd name="connsiteX42" fmla="*/ 3555743 w 5260975"/>
                <a:gd name="connsiteY42" fmla="*/ 4546960 h 4707593"/>
                <a:gd name="connsiteX43" fmla="*/ 3528667 w 5260975"/>
                <a:gd name="connsiteY43" fmla="*/ 4550801 h 4707593"/>
                <a:gd name="connsiteX44" fmla="*/ 3457424 w 5260975"/>
                <a:gd name="connsiteY44" fmla="*/ 4569811 h 4707593"/>
                <a:gd name="connsiteX45" fmla="*/ 3429003 w 5260975"/>
                <a:gd name="connsiteY45" fmla="*/ 4577301 h 4707593"/>
                <a:gd name="connsiteX46" fmla="*/ 3355264 w 5260975"/>
                <a:gd name="connsiteY46" fmla="*/ 4603033 h 4707593"/>
                <a:gd name="connsiteX47" fmla="*/ 3292757 w 5260975"/>
                <a:gd name="connsiteY47" fmla="*/ 4620027 h 4707593"/>
                <a:gd name="connsiteX48" fmla="*/ 3266643 w 5260975"/>
                <a:gd name="connsiteY48" fmla="*/ 4628188 h 4707593"/>
                <a:gd name="connsiteX49" fmla="*/ 3206921 w 5260975"/>
                <a:gd name="connsiteY49" fmla="*/ 4641823 h 4707593"/>
                <a:gd name="connsiteX50" fmla="*/ 3173123 w 5260975"/>
                <a:gd name="connsiteY50" fmla="*/ 4651425 h 4707593"/>
                <a:gd name="connsiteX51" fmla="*/ 3090646 w 5260975"/>
                <a:gd name="connsiteY51" fmla="*/ 4662274 h 4707593"/>
                <a:gd name="connsiteX52" fmla="*/ 3005480 w 5260975"/>
                <a:gd name="connsiteY52" fmla="*/ 4672739 h 4707593"/>
                <a:gd name="connsiteX53" fmla="*/ 2958721 w 5260975"/>
                <a:gd name="connsiteY53" fmla="*/ 4676196 h 4707593"/>
                <a:gd name="connsiteX54" fmla="*/ 2917915 w 5260975"/>
                <a:gd name="connsiteY54" fmla="*/ 4681670 h 4707593"/>
                <a:gd name="connsiteX55" fmla="*/ 2882389 w 5260975"/>
                <a:gd name="connsiteY55" fmla="*/ 4685126 h 4707593"/>
                <a:gd name="connsiteX56" fmla="*/ 2825837 w 5260975"/>
                <a:gd name="connsiteY56" fmla="*/ 4692135 h 4707593"/>
                <a:gd name="connsiteX57" fmla="*/ 2802313 w 5260975"/>
                <a:gd name="connsiteY57" fmla="*/ 4693960 h 4707593"/>
                <a:gd name="connsiteX58" fmla="*/ 2746816 w 5260975"/>
                <a:gd name="connsiteY58" fmla="*/ 4693863 h 4707593"/>
                <a:gd name="connsiteX59" fmla="*/ 2727517 w 5260975"/>
                <a:gd name="connsiteY59" fmla="*/ 4692903 h 4707593"/>
                <a:gd name="connsiteX60" fmla="*/ 2690359 w 5260975"/>
                <a:gd name="connsiteY60" fmla="*/ 4680997 h 4707593"/>
                <a:gd name="connsiteX61" fmla="*/ 2685943 w 5260975"/>
                <a:gd name="connsiteY61" fmla="*/ 4680133 h 4707593"/>
                <a:gd name="connsiteX62" fmla="*/ 2661554 w 5260975"/>
                <a:gd name="connsiteY62" fmla="*/ 4675428 h 4707593"/>
                <a:gd name="connsiteX63" fmla="*/ 2648208 w 5260975"/>
                <a:gd name="connsiteY63" fmla="*/ 4673892 h 4707593"/>
                <a:gd name="connsiteX64" fmla="*/ 2597512 w 5260975"/>
                <a:gd name="connsiteY64" fmla="*/ 4664099 h 4707593"/>
                <a:gd name="connsiteX65" fmla="*/ 2568324 w 5260975"/>
                <a:gd name="connsiteY65" fmla="*/ 4659490 h 4707593"/>
                <a:gd name="connsiteX66" fmla="*/ 2544704 w 5260975"/>
                <a:gd name="connsiteY66" fmla="*/ 4660162 h 4707593"/>
                <a:gd name="connsiteX67" fmla="*/ 2503225 w 5260975"/>
                <a:gd name="connsiteY67" fmla="*/ 4661026 h 4707593"/>
                <a:gd name="connsiteX68" fmla="*/ 2489975 w 5260975"/>
                <a:gd name="connsiteY68" fmla="*/ 4663235 h 4707593"/>
                <a:gd name="connsiteX69" fmla="*/ 2430061 w 5260975"/>
                <a:gd name="connsiteY69" fmla="*/ 4656897 h 4707593"/>
                <a:gd name="connsiteX70" fmla="*/ 2395880 w 5260975"/>
                <a:gd name="connsiteY70" fmla="*/ 4656417 h 4707593"/>
                <a:gd name="connsiteX71" fmla="*/ 2357378 w 5260975"/>
                <a:gd name="connsiteY71" fmla="*/ 4648544 h 4707593"/>
                <a:gd name="connsiteX72" fmla="*/ 2346145 w 5260975"/>
                <a:gd name="connsiteY72" fmla="*/ 4648928 h 4707593"/>
                <a:gd name="connsiteX73" fmla="*/ 2333567 w 5260975"/>
                <a:gd name="connsiteY73" fmla="*/ 4649600 h 4707593"/>
                <a:gd name="connsiteX74" fmla="*/ 2294968 w 5260975"/>
                <a:gd name="connsiteY74" fmla="*/ 4650177 h 4707593"/>
                <a:gd name="connsiteX75" fmla="*/ 2271540 w 5260975"/>
                <a:gd name="connsiteY75" fmla="*/ 4653057 h 4707593"/>
                <a:gd name="connsiteX76" fmla="*/ 2226895 w 5260975"/>
                <a:gd name="connsiteY76" fmla="*/ 4651329 h 4707593"/>
                <a:gd name="connsiteX77" fmla="*/ 2210379 w 5260975"/>
                <a:gd name="connsiteY77" fmla="*/ 4653825 h 4707593"/>
                <a:gd name="connsiteX78" fmla="*/ 2168613 w 5260975"/>
                <a:gd name="connsiteY78" fmla="*/ 4654113 h 4707593"/>
                <a:gd name="connsiteX79" fmla="*/ 2131167 w 5260975"/>
                <a:gd name="connsiteY79" fmla="*/ 4652673 h 4707593"/>
                <a:gd name="connsiteX80" fmla="*/ 2095065 w 5260975"/>
                <a:gd name="connsiteY80" fmla="*/ 4653441 h 4707593"/>
                <a:gd name="connsiteX81" fmla="*/ 2069237 w 5260975"/>
                <a:gd name="connsiteY81" fmla="*/ 4656609 h 4707593"/>
                <a:gd name="connsiteX82" fmla="*/ 2041201 w 5260975"/>
                <a:gd name="connsiteY82" fmla="*/ 4658529 h 4707593"/>
                <a:gd name="connsiteX83" fmla="*/ 1963909 w 5260975"/>
                <a:gd name="connsiteY83" fmla="*/ 4669955 h 4707593"/>
                <a:gd name="connsiteX84" fmla="*/ 1949603 w 5260975"/>
                <a:gd name="connsiteY84" fmla="*/ 4667171 h 4707593"/>
                <a:gd name="connsiteX85" fmla="*/ 1868373 w 5260975"/>
                <a:gd name="connsiteY85" fmla="*/ 4664578 h 4707593"/>
                <a:gd name="connsiteX86" fmla="*/ 1850707 w 5260975"/>
                <a:gd name="connsiteY86" fmla="*/ 4664771 h 4707593"/>
                <a:gd name="connsiteX87" fmla="*/ 1803275 w 5260975"/>
                <a:gd name="connsiteY87" fmla="*/ 4653441 h 4707593"/>
                <a:gd name="connsiteX88" fmla="*/ 1730112 w 5260975"/>
                <a:gd name="connsiteY88" fmla="*/ 4671396 h 4707593"/>
                <a:gd name="connsiteX89" fmla="*/ 1661652 w 5260975"/>
                <a:gd name="connsiteY89" fmla="*/ 4693863 h 4707593"/>
                <a:gd name="connsiteX90" fmla="*/ 1653011 w 5260975"/>
                <a:gd name="connsiteY90" fmla="*/ 4696744 h 4707593"/>
                <a:gd name="connsiteX91" fmla="*/ 1628431 w 5260975"/>
                <a:gd name="connsiteY91" fmla="*/ 4701641 h 4707593"/>
                <a:gd name="connsiteX92" fmla="*/ 1597995 w 5260975"/>
                <a:gd name="connsiteY92" fmla="*/ 4703369 h 4707593"/>
                <a:gd name="connsiteX93" fmla="*/ 1559396 w 5260975"/>
                <a:gd name="connsiteY93" fmla="*/ 4707593 h 4707593"/>
                <a:gd name="connsiteX94" fmla="*/ 1528480 w 5260975"/>
                <a:gd name="connsiteY94" fmla="*/ 4702312 h 4707593"/>
                <a:gd name="connsiteX95" fmla="*/ 1485272 w 5260975"/>
                <a:gd name="connsiteY95" fmla="*/ 4694439 h 4707593"/>
                <a:gd name="connsiteX96" fmla="*/ 1444562 w 5260975"/>
                <a:gd name="connsiteY96" fmla="*/ 4686950 h 4707593"/>
                <a:gd name="connsiteX97" fmla="*/ 1431696 w 5260975"/>
                <a:gd name="connsiteY97" fmla="*/ 4695783 h 4707593"/>
                <a:gd name="connsiteX98" fmla="*/ 1411821 w 5260975"/>
                <a:gd name="connsiteY98" fmla="*/ 4703464 h 4707593"/>
                <a:gd name="connsiteX99" fmla="*/ 1389738 w 5260975"/>
                <a:gd name="connsiteY99" fmla="*/ 4694247 h 4707593"/>
                <a:gd name="connsiteX100" fmla="*/ 1338081 w 5260975"/>
                <a:gd name="connsiteY100" fmla="*/ 4675141 h 4707593"/>
                <a:gd name="connsiteX101" fmla="*/ 1305436 w 5260975"/>
                <a:gd name="connsiteY101" fmla="*/ 4674276 h 4707593"/>
                <a:gd name="connsiteX102" fmla="*/ 1234481 w 5260975"/>
                <a:gd name="connsiteY102" fmla="*/ 4666115 h 4707593"/>
                <a:gd name="connsiteX103" fmla="*/ 1188106 w 5260975"/>
                <a:gd name="connsiteY103" fmla="*/ 4654497 h 4707593"/>
                <a:gd name="connsiteX104" fmla="*/ 1154790 w 5260975"/>
                <a:gd name="connsiteY104" fmla="*/ 4641343 h 4707593"/>
                <a:gd name="connsiteX105" fmla="*/ 1107069 w 5260975"/>
                <a:gd name="connsiteY105" fmla="*/ 4624156 h 4707593"/>
                <a:gd name="connsiteX106" fmla="*/ 1059158 w 5260975"/>
                <a:gd name="connsiteY106" fmla="*/ 4615227 h 4707593"/>
                <a:gd name="connsiteX107" fmla="*/ 1024496 w 5260975"/>
                <a:gd name="connsiteY107" fmla="*/ 4603993 h 4707593"/>
                <a:gd name="connsiteX108" fmla="*/ 982153 w 5260975"/>
                <a:gd name="connsiteY108" fmla="*/ 4596311 h 4707593"/>
                <a:gd name="connsiteX109" fmla="*/ 946628 w 5260975"/>
                <a:gd name="connsiteY109" fmla="*/ 4596024 h 4707593"/>
                <a:gd name="connsiteX110" fmla="*/ 890939 w 5260975"/>
                <a:gd name="connsiteY110" fmla="*/ 4597368 h 4707593"/>
                <a:gd name="connsiteX111" fmla="*/ 822769 w 5260975"/>
                <a:gd name="connsiteY111" fmla="*/ 4574133 h 4707593"/>
                <a:gd name="connsiteX112" fmla="*/ 795212 w 5260975"/>
                <a:gd name="connsiteY112" fmla="*/ 4568947 h 4707593"/>
                <a:gd name="connsiteX113" fmla="*/ 769288 w 5260975"/>
                <a:gd name="connsiteY113" fmla="*/ 4566547 h 4707593"/>
                <a:gd name="connsiteX114" fmla="*/ 714271 w 5260975"/>
                <a:gd name="connsiteY114" fmla="*/ 4551089 h 4707593"/>
                <a:gd name="connsiteX115" fmla="*/ 691900 w 5260975"/>
                <a:gd name="connsiteY115" fmla="*/ 4545999 h 4707593"/>
                <a:gd name="connsiteX116" fmla="*/ 660598 w 5260975"/>
                <a:gd name="connsiteY116" fmla="*/ 4546096 h 4707593"/>
                <a:gd name="connsiteX117" fmla="*/ 603662 w 5260975"/>
                <a:gd name="connsiteY117" fmla="*/ 4538991 h 4707593"/>
                <a:gd name="connsiteX118" fmla="*/ 546821 w 5260975"/>
                <a:gd name="connsiteY118" fmla="*/ 4518251 h 4707593"/>
                <a:gd name="connsiteX119" fmla="*/ 522721 w 5260975"/>
                <a:gd name="connsiteY119" fmla="*/ 4520267 h 4707593"/>
                <a:gd name="connsiteX120" fmla="*/ 514080 w 5260975"/>
                <a:gd name="connsiteY120" fmla="*/ 4519788 h 4707593"/>
                <a:gd name="connsiteX121" fmla="*/ 436404 w 5260975"/>
                <a:gd name="connsiteY121" fmla="*/ 4508361 h 4707593"/>
                <a:gd name="connsiteX122" fmla="*/ 428626 w 5260975"/>
                <a:gd name="connsiteY122" fmla="*/ 4507114 h 4707593"/>
                <a:gd name="connsiteX123" fmla="*/ 392141 w 5260975"/>
                <a:gd name="connsiteY123" fmla="*/ 4496936 h 4707593"/>
                <a:gd name="connsiteX124" fmla="*/ 300157 w 5260975"/>
                <a:gd name="connsiteY124" fmla="*/ 4490599 h 4707593"/>
                <a:gd name="connsiteX125" fmla="*/ 294493 w 5260975"/>
                <a:gd name="connsiteY125" fmla="*/ 4489831 h 4707593"/>
                <a:gd name="connsiteX126" fmla="*/ 263671 w 5260975"/>
                <a:gd name="connsiteY126" fmla="*/ 4494919 h 4707593"/>
                <a:gd name="connsiteX127" fmla="*/ 248406 w 5260975"/>
                <a:gd name="connsiteY127" fmla="*/ 4502121 h 4707593"/>
                <a:gd name="connsiteX128" fmla="*/ 224594 w 5260975"/>
                <a:gd name="connsiteY128" fmla="*/ 4509610 h 4707593"/>
                <a:gd name="connsiteX129" fmla="*/ 200398 w 5260975"/>
                <a:gd name="connsiteY129" fmla="*/ 4512395 h 4707593"/>
                <a:gd name="connsiteX130" fmla="*/ 159783 w 5260975"/>
                <a:gd name="connsiteY130" fmla="*/ 4501064 h 4707593"/>
                <a:gd name="connsiteX131" fmla="*/ 144997 w 5260975"/>
                <a:gd name="connsiteY131" fmla="*/ 4499912 h 4707593"/>
                <a:gd name="connsiteX132" fmla="*/ 112064 w 5260975"/>
                <a:gd name="connsiteY132" fmla="*/ 4494440 h 4707593"/>
                <a:gd name="connsiteX133" fmla="*/ 83259 w 5260975"/>
                <a:gd name="connsiteY133" fmla="*/ 4494824 h 4707593"/>
                <a:gd name="connsiteX134" fmla="*/ 60120 w 5260975"/>
                <a:gd name="connsiteY134" fmla="*/ 4503561 h 4707593"/>
                <a:gd name="connsiteX135" fmla="*/ 26514 w 5260975"/>
                <a:gd name="connsiteY135" fmla="*/ 4505289 h 4707593"/>
                <a:gd name="connsiteX136" fmla="*/ 4814 w 5260975"/>
                <a:gd name="connsiteY136" fmla="*/ 4498952 h 4707593"/>
                <a:gd name="connsiteX137" fmla="*/ 398 w 5260975"/>
                <a:gd name="connsiteY137" fmla="*/ 4498089 h 4707593"/>
                <a:gd name="connsiteX138" fmla="*/ 0 w 5260975"/>
                <a:gd name="connsiteY138" fmla="*/ 4498087 h 4707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</a:cxnLst>
              <a:rect l="l" t="t" r="r" b="b"/>
              <a:pathLst>
                <a:path w="5260975" h="4707593">
                  <a:moveTo>
                    <a:pt x="0" y="0"/>
                  </a:moveTo>
                  <a:lnTo>
                    <a:pt x="5260975" y="0"/>
                  </a:lnTo>
                  <a:lnTo>
                    <a:pt x="5260975" y="3296937"/>
                  </a:lnTo>
                  <a:lnTo>
                    <a:pt x="5260975" y="3518571"/>
                  </a:lnTo>
                  <a:lnTo>
                    <a:pt x="5226504" y="3534000"/>
                  </a:lnTo>
                  <a:cubicBezTo>
                    <a:pt x="5219783" y="3536785"/>
                    <a:pt x="5212389" y="3538321"/>
                    <a:pt x="5206341" y="3542065"/>
                  </a:cubicBezTo>
                  <a:cubicBezTo>
                    <a:pt x="5178495" y="3559156"/>
                    <a:pt x="5151515" y="3577591"/>
                    <a:pt x="5123287" y="3594010"/>
                  </a:cubicBezTo>
                  <a:cubicBezTo>
                    <a:pt x="5094195" y="3611004"/>
                    <a:pt x="5068175" y="3631071"/>
                    <a:pt x="5048107" y="3658244"/>
                  </a:cubicBezTo>
                  <a:cubicBezTo>
                    <a:pt x="5029480" y="3683496"/>
                    <a:pt x="5011429" y="3709131"/>
                    <a:pt x="4992899" y="3734479"/>
                  </a:cubicBezTo>
                  <a:cubicBezTo>
                    <a:pt x="4988194" y="3740912"/>
                    <a:pt x="4983874" y="3748498"/>
                    <a:pt x="4977440" y="3752627"/>
                  </a:cubicBezTo>
                  <a:cubicBezTo>
                    <a:pt x="4964094" y="3761268"/>
                    <a:pt x="4949500" y="3768277"/>
                    <a:pt x="4935194" y="3775382"/>
                  </a:cubicBezTo>
                  <a:cubicBezTo>
                    <a:pt x="4922903" y="3781431"/>
                    <a:pt x="4909846" y="3785943"/>
                    <a:pt x="4897844" y="3792472"/>
                  </a:cubicBezTo>
                  <a:cubicBezTo>
                    <a:pt x="4888243" y="3797658"/>
                    <a:pt x="4879697" y="3804859"/>
                    <a:pt x="4870767" y="3811388"/>
                  </a:cubicBezTo>
                  <a:cubicBezTo>
                    <a:pt x="4862990" y="3817052"/>
                    <a:pt x="4854445" y="3821949"/>
                    <a:pt x="4847917" y="3828767"/>
                  </a:cubicBezTo>
                  <a:cubicBezTo>
                    <a:pt x="4831977" y="3845281"/>
                    <a:pt x="4815942" y="3861508"/>
                    <a:pt x="4796163" y="3873702"/>
                  </a:cubicBezTo>
                  <a:cubicBezTo>
                    <a:pt x="4776672" y="3885799"/>
                    <a:pt x="4758237" y="3899338"/>
                    <a:pt x="4738843" y="3911628"/>
                  </a:cubicBezTo>
                  <a:cubicBezTo>
                    <a:pt x="4719831" y="3923630"/>
                    <a:pt x="4702645" y="3936783"/>
                    <a:pt x="4692755" y="3958099"/>
                  </a:cubicBezTo>
                  <a:cubicBezTo>
                    <a:pt x="4688339" y="3967508"/>
                    <a:pt x="4682097" y="3977782"/>
                    <a:pt x="4673744" y="3983255"/>
                  </a:cubicBezTo>
                  <a:cubicBezTo>
                    <a:pt x="4661838" y="3991032"/>
                    <a:pt x="4646764" y="3993817"/>
                    <a:pt x="4633801" y="4000442"/>
                  </a:cubicBezTo>
                  <a:cubicBezTo>
                    <a:pt x="4618535" y="4008219"/>
                    <a:pt x="4600869" y="4014940"/>
                    <a:pt x="4590499" y="4027326"/>
                  </a:cubicBezTo>
                  <a:cubicBezTo>
                    <a:pt x="4581281" y="4038368"/>
                    <a:pt x="4571968" y="4047009"/>
                    <a:pt x="4559773" y="4054018"/>
                  </a:cubicBezTo>
                  <a:cubicBezTo>
                    <a:pt x="4551229" y="4058915"/>
                    <a:pt x="4544892" y="4067844"/>
                    <a:pt x="4536059" y="4071877"/>
                  </a:cubicBezTo>
                  <a:cubicBezTo>
                    <a:pt x="4524442" y="4077254"/>
                    <a:pt x="4512727" y="4081479"/>
                    <a:pt x="4502550" y="4089832"/>
                  </a:cubicBezTo>
                  <a:cubicBezTo>
                    <a:pt x="4491987" y="4098473"/>
                    <a:pt x="4479986" y="4105290"/>
                    <a:pt x="4468944" y="4113356"/>
                  </a:cubicBezTo>
                  <a:cubicBezTo>
                    <a:pt x="4463087" y="4117676"/>
                    <a:pt x="4458286" y="4123341"/>
                    <a:pt x="4452623" y="4127854"/>
                  </a:cubicBezTo>
                  <a:cubicBezTo>
                    <a:pt x="4442252" y="4136111"/>
                    <a:pt x="4431690" y="4144176"/>
                    <a:pt x="4421032" y="4151953"/>
                  </a:cubicBezTo>
                  <a:cubicBezTo>
                    <a:pt x="4410375" y="4159731"/>
                    <a:pt x="4400197" y="4168756"/>
                    <a:pt x="4388483" y="4174421"/>
                  </a:cubicBezTo>
                  <a:cubicBezTo>
                    <a:pt x="4368513" y="4184023"/>
                    <a:pt x="4346717" y="4189784"/>
                    <a:pt x="4327321" y="4200153"/>
                  </a:cubicBezTo>
                  <a:cubicBezTo>
                    <a:pt x="4307639" y="4210714"/>
                    <a:pt x="4289107" y="4223965"/>
                    <a:pt x="4271633" y="4237983"/>
                  </a:cubicBezTo>
                  <a:cubicBezTo>
                    <a:pt x="4257807" y="4249025"/>
                    <a:pt x="4244845" y="4259971"/>
                    <a:pt x="4227465" y="4265635"/>
                  </a:cubicBezTo>
                  <a:cubicBezTo>
                    <a:pt x="4217768" y="4268804"/>
                    <a:pt x="4207591" y="4275717"/>
                    <a:pt x="4201733" y="4283783"/>
                  </a:cubicBezTo>
                  <a:cubicBezTo>
                    <a:pt x="4189059" y="4301353"/>
                    <a:pt x="4172833" y="4313739"/>
                    <a:pt x="4154494" y="4324301"/>
                  </a:cubicBezTo>
                  <a:cubicBezTo>
                    <a:pt x="4130010" y="4338511"/>
                    <a:pt x="4105814" y="4353009"/>
                    <a:pt x="4081234" y="4366931"/>
                  </a:cubicBezTo>
                  <a:cubicBezTo>
                    <a:pt x="4066737" y="4375189"/>
                    <a:pt x="4052335" y="4383926"/>
                    <a:pt x="4036971" y="4389975"/>
                  </a:cubicBezTo>
                  <a:cubicBezTo>
                    <a:pt x="4005575" y="4402457"/>
                    <a:pt x="3973410" y="4413114"/>
                    <a:pt x="3941725" y="4424733"/>
                  </a:cubicBezTo>
                  <a:cubicBezTo>
                    <a:pt x="3931355" y="4428477"/>
                    <a:pt x="3921561" y="4433854"/>
                    <a:pt x="3910999" y="4437119"/>
                  </a:cubicBezTo>
                  <a:cubicBezTo>
                    <a:pt x="3899573" y="4440671"/>
                    <a:pt x="3887285" y="4441727"/>
                    <a:pt x="3875859" y="4445280"/>
                  </a:cubicBezTo>
                  <a:cubicBezTo>
                    <a:pt x="3856847" y="4451136"/>
                    <a:pt x="3838412" y="4458626"/>
                    <a:pt x="3819401" y="4464579"/>
                  </a:cubicBezTo>
                  <a:cubicBezTo>
                    <a:pt x="3782723" y="4476005"/>
                    <a:pt x="3745949" y="4486951"/>
                    <a:pt x="3709176" y="4497800"/>
                  </a:cubicBezTo>
                  <a:cubicBezTo>
                    <a:pt x="3701303" y="4500105"/>
                    <a:pt x="3692757" y="4500393"/>
                    <a:pt x="3684981" y="4502889"/>
                  </a:cubicBezTo>
                  <a:cubicBezTo>
                    <a:pt x="3664337" y="4509610"/>
                    <a:pt x="3643789" y="4516907"/>
                    <a:pt x="3623338" y="4524300"/>
                  </a:cubicBezTo>
                  <a:cubicBezTo>
                    <a:pt x="3610953" y="4528813"/>
                    <a:pt x="3598854" y="4534382"/>
                    <a:pt x="3586373" y="4538702"/>
                  </a:cubicBezTo>
                  <a:cubicBezTo>
                    <a:pt x="3576387" y="4542159"/>
                    <a:pt x="3566113" y="4544847"/>
                    <a:pt x="3555743" y="4546960"/>
                  </a:cubicBezTo>
                  <a:cubicBezTo>
                    <a:pt x="3546814" y="4548785"/>
                    <a:pt x="3537501" y="4548592"/>
                    <a:pt x="3528667" y="4550801"/>
                  </a:cubicBezTo>
                  <a:cubicBezTo>
                    <a:pt x="3504759" y="4556753"/>
                    <a:pt x="3481140" y="4563475"/>
                    <a:pt x="3457424" y="4569811"/>
                  </a:cubicBezTo>
                  <a:cubicBezTo>
                    <a:pt x="3447919" y="4572308"/>
                    <a:pt x="3438221" y="4574133"/>
                    <a:pt x="3429003" y="4577301"/>
                  </a:cubicBezTo>
                  <a:cubicBezTo>
                    <a:pt x="3404327" y="4585654"/>
                    <a:pt x="3380036" y="4595159"/>
                    <a:pt x="3355264" y="4603033"/>
                  </a:cubicBezTo>
                  <a:cubicBezTo>
                    <a:pt x="3334717" y="4609562"/>
                    <a:pt x="3313593" y="4614266"/>
                    <a:pt x="3292757" y="4620027"/>
                  </a:cubicBezTo>
                  <a:cubicBezTo>
                    <a:pt x="3283924" y="4622524"/>
                    <a:pt x="3275475" y="4626077"/>
                    <a:pt x="3266643" y="4628188"/>
                  </a:cubicBezTo>
                  <a:cubicBezTo>
                    <a:pt x="3246863" y="4632990"/>
                    <a:pt x="3226796" y="4637022"/>
                    <a:pt x="3206921" y="4641823"/>
                  </a:cubicBezTo>
                  <a:cubicBezTo>
                    <a:pt x="3195590" y="4644607"/>
                    <a:pt x="3184645" y="4649600"/>
                    <a:pt x="3173123" y="4651425"/>
                  </a:cubicBezTo>
                  <a:cubicBezTo>
                    <a:pt x="3145759" y="4655745"/>
                    <a:pt x="3118203" y="4658817"/>
                    <a:pt x="3090646" y="4662274"/>
                  </a:cubicBezTo>
                  <a:cubicBezTo>
                    <a:pt x="3062227" y="4665826"/>
                    <a:pt x="3033902" y="4669571"/>
                    <a:pt x="3005480" y="4672739"/>
                  </a:cubicBezTo>
                  <a:cubicBezTo>
                    <a:pt x="2989926" y="4674372"/>
                    <a:pt x="2974275" y="4674660"/>
                    <a:pt x="2958721" y="4676196"/>
                  </a:cubicBezTo>
                  <a:cubicBezTo>
                    <a:pt x="2945087" y="4677541"/>
                    <a:pt x="2931549" y="4680037"/>
                    <a:pt x="2917915" y="4681670"/>
                  </a:cubicBezTo>
                  <a:cubicBezTo>
                    <a:pt x="2906105" y="4683013"/>
                    <a:pt x="2894199" y="4683781"/>
                    <a:pt x="2882389" y="4685126"/>
                  </a:cubicBezTo>
                  <a:cubicBezTo>
                    <a:pt x="2863475" y="4687334"/>
                    <a:pt x="2844655" y="4689831"/>
                    <a:pt x="2825837" y="4692135"/>
                  </a:cubicBezTo>
                  <a:cubicBezTo>
                    <a:pt x="2817964" y="4692999"/>
                    <a:pt x="2809706" y="4695399"/>
                    <a:pt x="2802313" y="4693960"/>
                  </a:cubicBezTo>
                  <a:cubicBezTo>
                    <a:pt x="2783686" y="4690310"/>
                    <a:pt x="2765347" y="4691367"/>
                    <a:pt x="2746816" y="4693863"/>
                  </a:cubicBezTo>
                  <a:cubicBezTo>
                    <a:pt x="2740479" y="4694728"/>
                    <a:pt x="2733662" y="4694535"/>
                    <a:pt x="2727517" y="4692903"/>
                  </a:cubicBezTo>
                  <a:cubicBezTo>
                    <a:pt x="2714939" y="4689638"/>
                    <a:pt x="2702745" y="4685029"/>
                    <a:pt x="2690359" y="4680997"/>
                  </a:cubicBezTo>
                  <a:cubicBezTo>
                    <a:pt x="2689014" y="4680517"/>
                    <a:pt x="2687382" y="4680421"/>
                    <a:pt x="2685943" y="4680133"/>
                  </a:cubicBezTo>
                  <a:cubicBezTo>
                    <a:pt x="2677781" y="4678500"/>
                    <a:pt x="2669717" y="4676868"/>
                    <a:pt x="2661554" y="4675428"/>
                  </a:cubicBezTo>
                  <a:cubicBezTo>
                    <a:pt x="2657138" y="4674660"/>
                    <a:pt x="2652625" y="4674564"/>
                    <a:pt x="2648208" y="4673892"/>
                  </a:cubicBezTo>
                  <a:cubicBezTo>
                    <a:pt x="2631118" y="4671203"/>
                    <a:pt x="2612299" y="4675716"/>
                    <a:pt x="2597512" y="4664099"/>
                  </a:cubicBezTo>
                  <a:cubicBezTo>
                    <a:pt x="2587911" y="4656609"/>
                    <a:pt x="2578597" y="4658338"/>
                    <a:pt x="2568324" y="4659490"/>
                  </a:cubicBezTo>
                  <a:cubicBezTo>
                    <a:pt x="2560547" y="4660354"/>
                    <a:pt x="2552577" y="4660065"/>
                    <a:pt x="2544704" y="4660162"/>
                  </a:cubicBezTo>
                  <a:cubicBezTo>
                    <a:pt x="2530878" y="4660449"/>
                    <a:pt x="2517052" y="4660546"/>
                    <a:pt x="2503225" y="4661026"/>
                  </a:cubicBezTo>
                  <a:cubicBezTo>
                    <a:pt x="2498808" y="4661218"/>
                    <a:pt x="2494297" y="4663619"/>
                    <a:pt x="2489975" y="4663235"/>
                  </a:cubicBezTo>
                  <a:cubicBezTo>
                    <a:pt x="2470004" y="4661410"/>
                    <a:pt x="2450033" y="4658529"/>
                    <a:pt x="2430061" y="4656897"/>
                  </a:cubicBezTo>
                  <a:cubicBezTo>
                    <a:pt x="2418732" y="4655938"/>
                    <a:pt x="2407114" y="4657761"/>
                    <a:pt x="2395880" y="4656417"/>
                  </a:cubicBezTo>
                  <a:cubicBezTo>
                    <a:pt x="2382919" y="4654881"/>
                    <a:pt x="2370245" y="4650945"/>
                    <a:pt x="2357378" y="4648544"/>
                  </a:cubicBezTo>
                  <a:cubicBezTo>
                    <a:pt x="2353826" y="4647872"/>
                    <a:pt x="2349889" y="4648736"/>
                    <a:pt x="2346145" y="4648928"/>
                  </a:cubicBezTo>
                  <a:cubicBezTo>
                    <a:pt x="2341920" y="4649120"/>
                    <a:pt x="2337791" y="4649504"/>
                    <a:pt x="2333567" y="4649600"/>
                  </a:cubicBezTo>
                  <a:cubicBezTo>
                    <a:pt x="2320700" y="4649793"/>
                    <a:pt x="2307835" y="4649504"/>
                    <a:pt x="2294968" y="4650177"/>
                  </a:cubicBezTo>
                  <a:cubicBezTo>
                    <a:pt x="2287095" y="4650561"/>
                    <a:pt x="2278839" y="4654497"/>
                    <a:pt x="2271540" y="4653057"/>
                  </a:cubicBezTo>
                  <a:cubicBezTo>
                    <a:pt x="2256659" y="4650272"/>
                    <a:pt x="2241776" y="4656513"/>
                    <a:pt x="2226895" y="4651329"/>
                  </a:cubicBezTo>
                  <a:cubicBezTo>
                    <a:pt x="2222285" y="4649793"/>
                    <a:pt x="2215948" y="4653633"/>
                    <a:pt x="2210379" y="4653825"/>
                  </a:cubicBezTo>
                  <a:cubicBezTo>
                    <a:pt x="2196457" y="4654305"/>
                    <a:pt x="2182535" y="4654209"/>
                    <a:pt x="2168613" y="4654113"/>
                  </a:cubicBezTo>
                  <a:cubicBezTo>
                    <a:pt x="2156131" y="4654017"/>
                    <a:pt x="2143168" y="4655361"/>
                    <a:pt x="2131167" y="4652673"/>
                  </a:cubicBezTo>
                  <a:cubicBezTo>
                    <a:pt x="2118588" y="4649793"/>
                    <a:pt x="2107259" y="4650177"/>
                    <a:pt x="2095065" y="4653441"/>
                  </a:cubicBezTo>
                  <a:cubicBezTo>
                    <a:pt x="2086711" y="4655649"/>
                    <a:pt x="2077878" y="4655938"/>
                    <a:pt x="2069237" y="4656609"/>
                  </a:cubicBezTo>
                  <a:cubicBezTo>
                    <a:pt x="2059924" y="4657377"/>
                    <a:pt x="2049650" y="4655361"/>
                    <a:pt x="2041201" y="4658529"/>
                  </a:cubicBezTo>
                  <a:cubicBezTo>
                    <a:pt x="2016044" y="4667939"/>
                    <a:pt x="1990216" y="4669955"/>
                    <a:pt x="1963909" y="4669955"/>
                  </a:cubicBezTo>
                  <a:cubicBezTo>
                    <a:pt x="1959107" y="4669955"/>
                    <a:pt x="1954210" y="4668612"/>
                    <a:pt x="1949603" y="4667171"/>
                  </a:cubicBezTo>
                  <a:cubicBezTo>
                    <a:pt x="1922717" y="4658529"/>
                    <a:pt x="1895737" y="4659297"/>
                    <a:pt x="1868373" y="4664578"/>
                  </a:cubicBezTo>
                  <a:cubicBezTo>
                    <a:pt x="1862708" y="4665731"/>
                    <a:pt x="1856372" y="4665923"/>
                    <a:pt x="1850707" y="4664771"/>
                  </a:cubicBezTo>
                  <a:cubicBezTo>
                    <a:pt x="1834768" y="4661410"/>
                    <a:pt x="1819309" y="4655841"/>
                    <a:pt x="1803275" y="4653441"/>
                  </a:cubicBezTo>
                  <a:cubicBezTo>
                    <a:pt x="1776775" y="4649504"/>
                    <a:pt x="1753828" y="4662754"/>
                    <a:pt x="1730112" y="4671396"/>
                  </a:cubicBezTo>
                  <a:cubicBezTo>
                    <a:pt x="1707548" y="4679557"/>
                    <a:pt x="1688345" y="4697992"/>
                    <a:pt x="1661652" y="4693863"/>
                  </a:cubicBezTo>
                  <a:cubicBezTo>
                    <a:pt x="1658965" y="4693479"/>
                    <a:pt x="1655988" y="4696071"/>
                    <a:pt x="1653011" y="4696744"/>
                  </a:cubicBezTo>
                  <a:cubicBezTo>
                    <a:pt x="1644850" y="4698568"/>
                    <a:pt x="1636689" y="4700776"/>
                    <a:pt x="1628431" y="4701641"/>
                  </a:cubicBezTo>
                  <a:cubicBezTo>
                    <a:pt x="1618350" y="4702793"/>
                    <a:pt x="1608076" y="4702409"/>
                    <a:pt x="1597995" y="4703369"/>
                  </a:cubicBezTo>
                  <a:cubicBezTo>
                    <a:pt x="1585032" y="4704521"/>
                    <a:pt x="1572263" y="4707593"/>
                    <a:pt x="1559396" y="4707593"/>
                  </a:cubicBezTo>
                  <a:cubicBezTo>
                    <a:pt x="1549026" y="4707593"/>
                    <a:pt x="1538753" y="4704041"/>
                    <a:pt x="1528480" y="4702312"/>
                  </a:cubicBezTo>
                  <a:cubicBezTo>
                    <a:pt x="1513981" y="4699912"/>
                    <a:pt x="1498042" y="4700584"/>
                    <a:pt x="1485272" y="4694439"/>
                  </a:cubicBezTo>
                  <a:cubicBezTo>
                    <a:pt x="1471639" y="4687910"/>
                    <a:pt x="1458676" y="4684934"/>
                    <a:pt x="1444562" y="4686950"/>
                  </a:cubicBezTo>
                  <a:cubicBezTo>
                    <a:pt x="1439857" y="4687622"/>
                    <a:pt x="1433808" y="4691655"/>
                    <a:pt x="1431696" y="4695783"/>
                  </a:cubicBezTo>
                  <a:cubicBezTo>
                    <a:pt x="1426991" y="4705001"/>
                    <a:pt x="1420559" y="4706634"/>
                    <a:pt x="1411821" y="4703464"/>
                  </a:cubicBezTo>
                  <a:cubicBezTo>
                    <a:pt x="1404236" y="4700776"/>
                    <a:pt x="1394922" y="4699432"/>
                    <a:pt x="1389738" y="4694247"/>
                  </a:cubicBezTo>
                  <a:cubicBezTo>
                    <a:pt x="1375047" y="4679557"/>
                    <a:pt x="1356324" y="4679077"/>
                    <a:pt x="1338081" y="4675141"/>
                  </a:cubicBezTo>
                  <a:cubicBezTo>
                    <a:pt x="1326945" y="4672739"/>
                    <a:pt x="1316574" y="4672644"/>
                    <a:pt x="1305436" y="4674276"/>
                  </a:cubicBezTo>
                  <a:cubicBezTo>
                    <a:pt x="1281241" y="4677925"/>
                    <a:pt x="1257717" y="4672739"/>
                    <a:pt x="1234481" y="4666115"/>
                  </a:cubicBezTo>
                  <a:cubicBezTo>
                    <a:pt x="1219118" y="4661698"/>
                    <a:pt x="1203372" y="4659010"/>
                    <a:pt x="1188106" y="4654497"/>
                  </a:cubicBezTo>
                  <a:cubicBezTo>
                    <a:pt x="1176680" y="4651041"/>
                    <a:pt x="1165255" y="4646912"/>
                    <a:pt x="1154790" y="4641343"/>
                  </a:cubicBezTo>
                  <a:cubicBezTo>
                    <a:pt x="1139618" y="4633181"/>
                    <a:pt x="1126369" y="4620891"/>
                    <a:pt x="1107069" y="4624156"/>
                  </a:cubicBezTo>
                  <a:cubicBezTo>
                    <a:pt x="1090074" y="4627036"/>
                    <a:pt x="1074713" y="4620988"/>
                    <a:pt x="1059158" y="4615227"/>
                  </a:cubicBezTo>
                  <a:cubicBezTo>
                    <a:pt x="1047732" y="4611002"/>
                    <a:pt x="1036308" y="4606681"/>
                    <a:pt x="1024496" y="4603993"/>
                  </a:cubicBezTo>
                  <a:cubicBezTo>
                    <a:pt x="1010478" y="4600824"/>
                    <a:pt x="994635" y="4602169"/>
                    <a:pt x="982153" y="4596311"/>
                  </a:cubicBezTo>
                  <a:cubicBezTo>
                    <a:pt x="969095" y="4590166"/>
                    <a:pt x="958246" y="4594295"/>
                    <a:pt x="946628" y="4596024"/>
                  </a:cubicBezTo>
                  <a:cubicBezTo>
                    <a:pt x="928097" y="4598712"/>
                    <a:pt x="909661" y="4603705"/>
                    <a:pt x="890939" y="4597368"/>
                  </a:cubicBezTo>
                  <a:cubicBezTo>
                    <a:pt x="868184" y="4589687"/>
                    <a:pt x="845620" y="4581430"/>
                    <a:pt x="822769" y="4574133"/>
                  </a:cubicBezTo>
                  <a:cubicBezTo>
                    <a:pt x="813934" y="4571347"/>
                    <a:pt x="804431" y="4570195"/>
                    <a:pt x="795212" y="4568947"/>
                  </a:cubicBezTo>
                  <a:cubicBezTo>
                    <a:pt x="786476" y="4567891"/>
                    <a:pt x="776010" y="4570579"/>
                    <a:pt x="769288" y="4566547"/>
                  </a:cubicBezTo>
                  <a:cubicBezTo>
                    <a:pt x="752005" y="4556178"/>
                    <a:pt x="734243" y="4551089"/>
                    <a:pt x="714271" y="4551089"/>
                  </a:cubicBezTo>
                  <a:cubicBezTo>
                    <a:pt x="706781" y="4551089"/>
                    <a:pt x="699484" y="4546768"/>
                    <a:pt x="691900" y="4545999"/>
                  </a:cubicBezTo>
                  <a:cubicBezTo>
                    <a:pt x="681529" y="4545040"/>
                    <a:pt x="669623" y="4542447"/>
                    <a:pt x="660598" y="4546096"/>
                  </a:cubicBezTo>
                  <a:cubicBezTo>
                    <a:pt x="639379" y="4554737"/>
                    <a:pt x="622193" y="4547536"/>
                    <a:pt x="603662" y="4538991"/>
                  </a:cubicBezTo>
                  <a:cubicBezTo>
                    <a:pt x="585418" y="4530541"/>
                    <a:pt x="566215" y="4523821"/>
                    <a:pt x="546821" y="4518251"/>
                  </a:cubicBezTo>
                  <a:cubicBezTo>
                    <a:pt x="539524" y="4516235"/>
                    <a:pt x="530787" y="4519596"/>
                    <a:pt x="522721" y="4520267"/>
                  </a:cubicBezTo>
                  <a:cubicBezTo>
                    <a:pt x="519840" y="4520460"/>
                    <a:pt x="516671" y="4520748"/>
                    <a:pt x="514080" y="4519788"/>
                  </a:cubicBezTo>
                  <a:cubicBezTo>
                    <a:pt x="489020" y="4510570"/>
                    <a:pt x="463575" y="4503561"/>
                    <a:pt x="436404" y="4508361"/>
                  </a:cubicBezTo>
                  <a:cubicBezTo>
                    <a:pt x="433908" y="4508842"/>
                    <a:pt x="431123" y="4507786"/>
                    <a:pt x="428626" y="4507114"/>
                  </a:cubicBezTo>
                  <a:cubicBezTo>
                    <a:pt x="416432" y="4503657"/>
                    <a:pt x="404526" y="4498184"/>
                    <a:pt x="392141" y="4496936"/>
                  </a:cubicBezTo>
                  <a:cubicBezTo>
                    <a:pt x="361608" y="4493864"/>
                    <a:pt x="330884" y="4492615"/>
                    <a:pt x="300157" y="4490599"/>
                  </a:cubicBezTo>
                  <a:cubicBezTo>
                    <a:pt x="298237" y="4490503"/>
                    <a:pt x="296221" y="4490503"/>
                    <a:pt x="294493" y="4489831"/>
                  </a:cubicBezTo>
                  <a:cubicBezTo>
                    <a:pt x="283163" y="4485702"/>
                    <a:pt x="273274" y="4487047"/>
                    <a:pt x="263671" y="4494919"/>
                  </a:cubicBezTo>
                  <a:cubicBezTo>
                    <a:pt x="259447" y="4498376"/>
                    <a:pt x="253686" y="4500200"/>
                    <a:pt x="248406" y="4502121"/>
                  </a:cubicBezTo>
                  <a:cubicBezTo>
                    <a:pt x="240628" y="4505002"/>
                    <a:pt x="232659" y="4507786"/>
                    <a:pt x="224594" y="4509610"/>
                  </a:cubicBezTo>
                  <a:cubicBezTo>
                    <a:pt x="216624" y="4511338"/>
                    <a:pt x="208079" y="4513738"/>
                    <a:pt x="200398" y="4512395"/>
                  </a:cubicBezTo>
                  <a:cubicBezTo>
                    <a:pt x="186572" y="4509994"/>
                    <a:pt x="173417" y="4504618"/>
                    <a:pt x="159783" y="4501064"/>
                  </a:cubicBezTo>
                  <a:cubicBezTo>
                    <a:pt x="155079" y="4499816"/>
                    <a:pt x="149893" y="4500009"/>
                    <a:pt x="144997" y="4499912"/>
                  </a:cubicBezTo>
                  <a:cubicBezTo>
                    <a:pt x="133763" y="4499625"/>
                    <a:pt x="122241" y="4502409"/>
                    <a:pt x="112064" y="4494440"/>
                  </a:cubicBezTo>
                  <a:cubicBezTo>
                    <a:pt x="102655" y="4486951"/>
                    <a:pt x="93148" y="4489158"/>
                    <a:pt x="83259" y="4494824"/>
                  </a:cubicBezTo>
                  <a:cubicBezTo>
                    <a:pt x="76154" y="4498857"/>
                    <a:pt x="68090" y="4502025"/>
                    <a:pt x="60120" y="4503561"/>
                  </a:cubicBezTo>
                  <a:cubicBezTo>
                    <a:pt x="49174" y="4505673"/>
                    <a:pt x="38324" y="4506538"/>
                    <a:pt x="26514" y="4505289"/>
                  </a:cubicBezTo>
                  <a:cubicBezTo>
                    <a:pt x="18161" y="4504425"/>
                    <a:pt x="11343" y="4504041"/>
                    <a:pt x="4814" y="4498952"/>
                  </a:cubicBezTo>
                  <a:cubicBezTo>
                    <a:pt x="3759" y="4498184"/>
                    <a:pt x="1839" y="4497992"/>
                    <a:pt x="398" y="4498089"/>
                  </a:cubicBezTo>
                  <a:lnTo>
                    <a:pt x="0" y="4498087"/>
                  </a:lnTo>
                  <a:close/>
                </a:path>
              </a:pathLst>
            </a:custGeom>
            <a:solidFill>
              <a:schemeClr val="bg1">
                <a:alpha val="86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>
                    <a:alpha val="14000"/>
                  </a:schemeClr>
                </a:solidFill>
              </a:endParaRPr>
            </a:p>
          </p:txBody>
        </p:sp>
      </p:grpSp>
      <p:sp>
        <p:nvSpPr>
          <p:cNvPr id="2" name="Rubrik 1">
            <a:extLst>
              <a:ext uri="{FF2B5EF4-FFF2-40B4-BE49-F238E27FC236}">
                <a16:creationId xmlns:a16="http://schemas.microsoft.com/office/drawing/2014/main" id="{F70E2705-737E-C3DF-5644-14CBAFB77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969" y="2010190"/>
            <a:ext cx="4403580" cy="2491292"/>
          </a:xfrm>
        </p:spPr>
        <p:txBody>
          <a:bodyPr anchor="t">
            <a:normAutofit/>
          </a:bodyPr>
          <a:lstStyle/>
          <a:p>
            <a:r>
              <a:rPr lang="sv-SE" sz="6000">
                <a:ea typeface="+mj-lt"/>
                <a:cs typeface="+mj-lt"/>
              </a:rPr>
              <a:t>Varför WSL2?</a:t>
            </a:r>
            <a:endParaRPr lang="sv-SE" sz="600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30B5ED20-499B-41E7-95BE-8BBD31314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258080"/>
            <a:ext cx="4403345" cy="1180695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5A51D22-76EA-4C70-B5C9-ED3946924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258080"/>
            <a:ext cx="4403345" cy="1180695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blipFill dpi="0" rotWithShape="1">
            <a:blip r:embed="rId2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E41873EE-F8BC-374C-B376-E222F28CBD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17912" y="1311088"/>
            <a:ext cx="6573586" cy="4755050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sv-SE" sz="3600">
                <a:solidFill>
                  <a:schemeClr val="tx1">
                    <a:alpha val="80000"/>
                  </a:schemeClr>
                </a:solidFill>
                <a:ea typeface="+mn-lt"/>
                <a:cs typeface="+mn-lt"/>
              </a:rPr>
              <a:t>Snabbare än VirtualBox för de flesta uppgifter</a:t>
            </a:r>
            <a:endParaRPr lang="sv-SE" sz="3600" dirty="0">
              <a:solidFill>
                <a:schemeClr val="tx1">
                  <a:alpha val="80000"/>
                </a:schemeClr>
              </a:solidFill>
            </a:endParaRPr>
          </a:p>
          <a:p>
            <a:endParaRPr lang="sv-SE" sz="3600" dirty="0">
              <a:solidFill>
                <a:schemeClr val="tx1">
                  <a:alpha val="80000"/>
                </a:schemeClr>
              </a:solidFill>
            </a:endParaRPr>
          </a:p>
          <a:p>
            <a:r>
              <a:rPr lang="sv-SE" sz="3600">
                <a:solidFill>
                  <a:schemeClr val="tx1">
                    <a:alpha val="80000"/>
                  </a:schemeClr>
                </a:solidFill>
                <a:ea typeface="+mn-lt"/>
                <a:cs typeface="+mn-lt"/>
              </a:rPr>
              <a:t>Mindre resurskrävande – perfekt för äldre datorer</a:t>
            </a:r>
            <a:endParaRPr lang="sv-SE" sz="3600" dirty="0">
              <a:solidFill>
                <a:schemeClr val="tx1">
                  <a:alpha val="80000"/>
                </a:schemeClr>
              </a:solidFill>
            </a:endParaRPr>
          </a:p>
          <a:p>
            <a:endParaRPr lang="sv-SE" sz="3600" dirty="0">
              <a:solidFill>
                <a:schemeClr val="tx1">
                  <a:alpha val="80000"/>
                </a:schemeClr>
              </a:solidFill>
            </a:endParaRPr>
          </a:p>
          <a:p>
            <a:r>
              <a:rPr lang="sv-SE" sz="3600">
                <a:solidFill>
                  <a:schemeClr val="tx1">
                    <a:alpha val="80000"/>
                  </a:schemeClr>
                </a:solidFill>
                <a:ea typeface="+mn-lt"/>
                <a:cs typeface="+mn-lt"/>
              </a:rPr>
              <a:t>Integrerar sömlöst med VS Code och Windows</a:t>
            </a:r>
            <a:endParaRPr lang="sv-SE" sz="3600" dirty="0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55654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Rubrik 1">
            <a:extLst>
              <a:ext uri="{FF2B5EF4-FFF2-40B4-BE49-F238E27FC236}">
                <a16:creationId xmlns:a16="http://schemas.microsoft.com/office/drawing/2014/main" id="{105D7A59-F095-CB07-8189-414AFE856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20676"/>
            <a:ext cx="7021513" cy="230832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WSL2 vs VirtualBox – </a:t>
            </a:r>
            <a:r>
              <a:rPr lang="en-US" sz="50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När</a:t>
            </a:r>
            <a:r>
              <a:rPr lang="en-US" sz="5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Använder Man Vad?</a:t>
            </a:r>
          </a:p>
        </p:txBody>
      </p:sp>
    </p:spTree>
    <p:extLst>
      <p:ext uri="{BB962C8B-B14F-4D97-AF65-F5344CB8AC3E}">
        <p14:creationId xmlns:p14="http://schemas.microsoft.com/office/powerpoint/2010/main" val="40103754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24BC76C2-26C3-8844-FE0F-A8CF8A5C00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53" b="2854"/>
          <a:stretch>
            <a:fillRect/>
          </a:stretch>
        </p:blipFill>
        <p:spPr>
          <a:xfrm>
            <a:off x="20" y="99154"/>
            <a:ext cx="12194354" cy="6661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8844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A0A94B3F-1CF5-4C67-9C12-4C048F07D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WSL2 (Vår </a:t>
            </a:r>
            <a:r>
              <a:rPr lang="en-US" sz="28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huvudplattform</a:t>
            </a:r>
            <a:r>
              <a:rPr lang="en-US" sz="2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)</a:t>
            </a:r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4F0038A3-648D-ED0C-6E00-117D8CE40B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89764" y="643466"/>
            <a:ext cx="5755803" cy="5568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2386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139F9167-33E3-AC3B-1A56-1085DA395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VirtualBox (</a:t>
            </a:r>
            <a:r>
              <a:rPr lang="en-US" sz="36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Alternativ</a:t>
            </a:r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för Mac-</a:t>
            </a:r>
            <a:r>
              <a:rPr lang="en-US" sz="36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studenter</a:t>
            </a:r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)</a:t>
            </a:r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818F3532-A9AD-DAAE-70A0-BAD5EADAA3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81747" y="643466"/>
            <a:ext cx="5971838" cy="5568739"/>
          </a:xfrm>
          <a:prstGeom prst="rect">
            <a:avLst/>
          </a:prstGeom>
        </p:spPr>
      </p:pic>
      <p:sp>
        <p:nvSpPr>
          <p:cNvPr id="5" name="textruta 4">
            <a:extLst>
              <a:ext uri="{FF2B5EF4-FFF2-40B4-BE49-F238E27FC236}">
                <a16:creationId xmlns:a16="http://schemas.microsoft.com/office/drawing/2014/main" id="{A984D54A-5241-D6AF-07CE-C62FC6061F3A}"/>
              </a:ext>
            </a:extLst>
          </p:cNvPr>
          <p:cNvSpPr txBox="1"/>
          <p:nvPr/>
        </p:nvSpPr>
        <p:spPr>
          <a:xfrm>
            <a:off x="-1513" y="6214928"/>
            <a:ext cx="1219199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Viktigt</a:t>
            </a:r>
            <a:r>
              <a:rPr lang="en-US" b="1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:</a:t>
            </a:r>
            <a:r>
              <a:rPr lang="en-US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 Om du </a:t>
            </a:r>
            <a:r>
              <a:rPr lang="en-US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har</a:t>
            </a:r>
            <a:r>
              <a:rPr lang="en-US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en</a:t>
            </a:r>
            <a:r>
              <a:rPr lang="en-US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äldre</a:t>
            </a:r>
            <a:r>
              <a:rPr lang="en-US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dator</a:t>
            </a:r>
            <a:r>
              <a:rPr lang="en-US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med </a:t>
            </a:r>
            <a:r>
              <a:rPr lang="en-US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begränsad</a:t>
            </a:r>
            <a:r>
              <a:rPr lang="en-US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RAM </a:t>
            </a:r>
            <a:r>
              <a:rPr lang="en-US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rekommenderas</a:t>
            </a:r>
            <a:r>
              <a:rPr lang="en-US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WSL2 </a:t>
            </a:r>
            <a:r>
              <a:rPr lang="en-US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starkt</a:t>
            </a:r>
            <a:r>
              <a:rPr lang="en-US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. VirtualBox </a:t>
            </a:r>
            <a:r>
              <a:rPr lang="en-US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kan</a:t>
            </a:r>
            <a:r>
              <a:rPr lang="en-US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vara</a:t>
            </a:r>
            <a:r>
              <a:rPr lang="en-US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tungt</a:t>
            </a:r>
            <a:r>
              <a:rPr lang="en-US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och </a:t>
            </a:r>
            <a:r>
              <a:rPr lang="en-US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långsamt</a:t>
            </a:r>
            <a:r>
              <a:rPr lang="en-US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på</a:t>
            </a:r>
            <a:r>
              <a:rPr lang="en-US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äldre</a:t>
            </a:r>
            <a:r>
              <a:rPr lang="en-US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hårdvara</a:t>
            </a:r>
            <a:r>
              <a:rPr lang="en-US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78701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Rubrik 1">
            <a:extLst>
              <a:ext uri="{FF2B5EF4-FFF2-40B4-BE49-F238E27FC236}">
                <a16:creationId xmlns:a16="http://schemas.microsoft.com/office/drawing/2014/main" id="{4AD3A419-4EE9-9C30-CDDA-82DBE5908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20676"/>
            <a:ext cx="7021513" cy="230832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72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Installera</a:t>
            </a:r>
            <a:r>
              <a:rPr lang="en-US" sz="7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WSL2 – Steg-för-Steg</a:t>
            </a:r>
          </a:p>
        </p:txBody>
      </p:sp>
    </p:spTree>
    <p:extLst>
      <p:ext uri="{BB962C8B-B14F-4D97-AF65-F5344CB8AC3E}">
        <p14:creationId xmlns:p14="http://schemas.microsoft.com/office/powerpoint/2010/main" val="31802613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8C1E1A3-BD66-168E-A64E-0F2B0E733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5488"/>
          </a:xfrm>
        </p:spPr>
        <p:txBody>
          <a:bodyPr/>
          <a:lstStyle/>
          <a:p>
            <a:r>
              <a:rPr lang="sv-SE">
                <a:ea typeface="+mj-lt"/>
                <a:cs typeface="+mj-lt"/>
              </a:rPr>
              <a:t>Steg 1: Öppna PowerShell som Administratör</a:t>
            </a:r>
            <a:endParaRPr lang="sv-SE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2F9BC448-3BDC-75E1-A90E-2DD0368ACA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8151" y="1490313"/>
            <a:ext cx="11861320" cy="823773"/>
          </a:xfrm>
          <a:prstGeom prst="rect">
            <a:avLst/>
          </a:prstGeom>
        </p:spPr>
      </p:pic>
      <p:sp>
        <p:nvSpPr>
          <p:cNvPr id="6" name="textruta 5">
            <a:extLst>
              <a:ext uri="{FF2B5EF4-FFF2-40B4-BE49-F238E27FC236}">
                <a16:creationId xmlns:a16="http://schemas.microsoft.com/office/drawing/2014/main" id="{302ABE61-5A2D-BA88-DD1A-66AD6BF4FB43}"/>
              </a:ext>
            </a:extLst>
          </p:cNvPr>
          <p:cNvSpPr txBox="1"/>
          <p:nvPr/>
        </p:nvSpPr>
        <p:spPr>
          <a:xfrm>
            <a:off x="68609" y="3041316"/>
            <a:ext cx="12029812" cy="36009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800" b="1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Detaljerade</a:t>
            </a:r>
            <a:r>
              <a:rPr lang="en-US" sz="2800" b="1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sz="2800" b="1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instruktioner</a:t>
            </a:r>
            <a:r>
              <a:rPr lang="en-US" sz="2800" b="1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:</a:t>
            </a:r>
          </a:p>
          <a:p>
            <a:pPr marL="228600" indent="-228600" algn="l">
              <a:buFont typeface=""/>
              <a:buAutoNum type="arabicPeriod"/>
            </a:pPr>
            <a:r>
              <a:rPr lang="en-US" sz="2800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Högerklicka</a:t>
            </a:r>
            <a:r>
              <a:rPr lang="en-US" sz="28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sz="2800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på</a:t>
            </a:r>
            <a:r>
              <a:rPr lang="en-US" sz="28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Start → "Windows PowerShell (</a:t>
            </a:r>
            <a:r>
              <a:rPr lang="en-US" sz="2800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Administratör</a:t>
            </a:r>
            <a:r>
              <a:rPr lang="en-US" sz="28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)"</a:t>
            </a:r>
          </a:p>
          <a:p>
            <a:pPr marL="228600" indent="-228600" algn="l">
              <a:buFont typeface=""/>
              <a:buAutoNum type="arabicPeriod"/>
            </a:pPr>
            <a:r>
              <a:rPr lang="en-US" sz="2800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Skriv</a:t>
            </a:r>
            <a:r>
              <a:rPr lang="en-US" sz="28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: </a:t>
            </a:r>
            <a:r>
              <a:rPr lang="en-US" sz="2800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wsl</a:t>
            </a:r>
            <a:r>
              <a:rPr lang="en-US" sz="28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--install</a:t>
            </a:r>
          </a:p>
          <a:p>
            <a:pPr marL="228600" indent="-228600" algn="l">
              <a:buFont typeface=""/>
              <a:buAutoNum type="arabicPeriod"/>
            </a:pPr>
            <a:r>
              <a:rPr lang="en-US" sz="2800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Vänta</a:t>
            </a:r>
            <a:r>
              <a:rPr lang="en-US" sz="28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sz="2800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medan</a:t>
            </a:r>
            <a:r>
              <a:rPr lang="en-US" sz="28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Windows </a:t>
            </a:r>
            <a:r>
              <a:rPr lang="en-US" sz="2800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installerar</a:t>
            </a:r>
            <a:r>
              <a:rPr lang="en-US" sz="28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WSL2</a:t>
            </a:r>
          </a:p>
          <a:p>
            <a:pPr marL="228600" indent="-228600" algn="l">
              <a:buFont typeface=""/>
              <a:buAutoNum type="arabicPeriod"/>
            </a:pPr>
            <a:r>
              <a:rPr lang="en-US" sz="2800" b="1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Starta</a:t>
            </a:r>
            <a:r>
              <a:rPr lang="en-US" sz="2800" b="1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om </a:t>
            </a:r>
            <a:r>
              <a:rPr lang="en-US" sz="2800" b="1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datorn</a:t>
            </a:r>
            <a:r>
              <a:rPr lang="en-US" sz="28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 (</a:t>
            </a:r>
            <a:r>
              <a:rPr lang="en-US" sz="2800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viktigt</a:t>
            </a:r>
            <a:r>
              <a:rPr lang="en-US" sz="28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!)</a:t>
            </a:r>
          </a:p>
          <a:p>
            <a:pPr marL="228600" indent="-228600" algn="l">
              <a:buFont typeface=""/>
              <a:buAutoNum type="arabicPeriod"/>
            </a:pPr>
            <a:r>
              <a:rPr lang="en-US" sz="2800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Öppna</a:t>
            </a:r>
            <a:r>
              <a:rPr lang="en-US" sz="28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PowerShell och </a:t>
            </a:r>
            <a:r>
              <a:rPr lang="en-US" sz="2800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skriv</a:t>
            </a:r>
            <a:r>
              <a:rPr lang="en-US" sz="28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: </a:t>
            </a:r>
            <a:r>
              <a:rPr lang="en-US" sz="2800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wsl</a:t>
            </a:r>
            <a:r>
              <a:rPr lang="en-US" sz="28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--install -d Ubuntu</a:t>
            </a:r>
          </a:p>
          <a:p>
            <a:pPr marL="228600" indent="-228600" algn="l">
              <a:buFont typeface=""/>
              <a:buAutoNum type="arabicPeriod"/>
            </a:pPr>
            <a:r>
              <a:rPr lang="en-US" sz="2800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Följ</a:t>
            </a:r>
            <a:r>
              <a:rPr lang="en-US" sz="28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sz="2800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instruktionerna</a:t>
            </a:r>
            <a:r>
              <a:rPr lang="en-US" sz="28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– </a:t>
            </a:r>
            <a:r>
              <a:rPr lang="en-US" sz="2800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skapa</a:t>
            </a:r>
            <a:r>
              <a:rPr lang="en-US" sz="28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sz="2800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ett</a:t>
            </a:r>
            <a:r>
              <a:rPr lang="en-US" sz="28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</a:t>
            </a:r>
            <a:r>
              <a:rPr lang="en-US" sz="2800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användarnamn</a:t>
            </a:r>
            <a:r>
              <a:rPr lang="en-US" sz="2800" b="0" i="0" dirty="0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 och </a:t>
            </a:r>
            <a:r>
              <a:rPr lang="en-US" sz="2800" b="0" i="0" dirty="0" err="1">
                <a:solidFill>
                  <a:srgbClr val="0F1115"/>
                </a:solidFill>
                <a:latin typeface="quote-cjk-patch"/>
                <a:ea typeface="quote-cjk-patch"/>
                <a:cs typeface="quote-cjk-patch"/>
              </a:rPr>
              <a:t>lösenord</a:t>
            </a:r>
            <a:endParaRPr lang="en-US" sz="2800" b="0" i="0" dirty="0">
              <a:solidFill>
                <a:srgbClr val="0F1115"/>
              </a:solidFill>
              <a:latin typeface="quote-cjk-patch"/>
              <a:ea typeface="quote-cjk-patch"/>
              <a:cs typeface="quote-cjk-patch"/>
            </a:endParaRPr>
          </a:p>
          <a:p>
            <a:pPr algn="ctr"/>
            <a:r>
              <a:rPr lang="sv-SE" sz="3200" b="1">
                <a:ea typeface="+mn-lt"/>
                <a:cs typeface="+mn-lt"/>
              </a:rPr>
              <a:t>Krav: Windows 10 version 2004 eller senare, eller Windows 11.</a:t>
            </a:r>
            <a:endParaRPr lang="sv-SE" sz="3200" b="1"/>
          </a:p>
        </p:txBody>
      </p:sp>
    </p:spTree>
    <p:extLst>
      <p:ext uri="{BB962C8B-B14F-4D97-AF65-F5344CB8AC3E}">
        <p14:creationId xmlns:p14="http://schemas.microsoft.com/office/powerpoint/2010/main" val="24136408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FBEF11F2-514C-5345-624D-DFC2FC06D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sv-SE" sz="4000">
                <a:solidFill>
                  <a:schemeClr val="bg1"/>
                </a:solidFill>
                <a:ea typeface="+mj-lt"/>
                <a:cs typeface="+mj-lt"/>
              </a:rPr>
              <a:t>Verifiera WSL2-Installationen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AF29FCFF-A375-91ED-7E5D-E9F2DF83C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4" y="1816292"/>
            <a:ext cx="12180261" cy="504245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sv-SE" sz="2000">
                <a:highlight>
                  <a:srgbClr val="FFFFFF"/>
                </a:highlight>
                <a:ea typeface="+mn-lt"/>
                <a:cs typeface="+mn-lt"/>
              </a:rPr>
              <a:t>Öppna PowerShell</a:t>
            </a:r>
            <a:endParaRPr lang="sv-SE" sz="2000"/>
          </a:p>
          <a:p>
            <a:r>
              <a:rPr lang="sv-SE" sz="2000">
                <a:highlight>
                  <a:srgbClr val="FFFFFF"/>
                </a:highlight>
                <a:ea typeface="+mn-lt"/>
                <a:cs typeface="+mn-lt"/>
              </a:rPr>
              <a:t>Kör: </a:t>
            </a:r>
            <a:r>
              <a:rPr lang="sv-SE" sz="2000">
                <a:highlight>
                  <a:srgbClr val="00FF00"/>
                </a:highlight>
                <a:latin typeface="Consolas"/>
              </a:rPr>
              <a:t>wsl -l -v</a:t>
            </a:r>
            <a:endParaRPr lang="sv-SE" sz="2000">
              <a:highlight>
                <a:srgbClr val="00FF00"/>
              </a:highlight>
            </a:endParaRPr>
          </a:p>
          <a:p>
            <a:r>
              <a:rPr lang="sv-SE" sz="2000">
                <a:highlight>
                  <a:srgbClr val="FFFFFF"/>
                </a:highlight>
                <a:ea typeface="+mn-lt"/>
                <a:cs typeface="+mn-lt"/>
              </a:rPr>
              <a:t>Se att VERSION står på 2</a:t>
            </a:r>
            <a:endParaRPr lang="sv-SE" sz="2000"/>
          </a:p>
          <a:p>
            <a:r>
              <a:rPr lang="sv-SE" sz="2000" dirty="0">
                <a:highlight>
                  <a:srgbClr val="00FF00"/>
                </a:highlight>
                <a:latin typeface="Consolas"/>
              </a:rPr>
              <a:t>Windows PowerShell
</a:t>
            </a:r>
            <a:r>
              <a:rPr lang="sv-SE" sz="2000">
                <a:highlight>
                  <a:srgbClr val="00FF00"/>
                </a:highlight>
                <a:latin typeface="Consolas"/>
              </a:rPr>
              <a:t>Copyright (C) Microsoft Corporation. All rights reserved.</a:t>
            </a:r>
            <a:r>
              <a:rPr lang="sv-SE" sz="2000" dirty="0">
                <a:highlight>
                  <a:srgbClr val="00FF00"/>
                </a:highlight>
                <a:latin typeface="Consolas"/>
              </a:rPr>
              <a:t>
</a:t>
            </a:r>
            <a:r>
              <a:rPr lang="sv-SE" sz="2000">
                <a:highlight>
                  <a:srgbClr val="00FF00"/>
                </a:highlight>
                <a:latin typeface="Consolas"/>
              </a:rPr>
              <a:t>PS C:\Users\Användare&gt; wsl -l -v</a:t>
            </a:r>
            <a:r>
              <a:rPr lang="sv-SE" sz="2000" dirty="0">
                <a:highlight>
                  <a:srgbClr val="00FF00"/>
                </a:highlight>
                <a:latin typeface="Consolas"/>
              </a:rPr>
              <a:t>
</a:t>
            </a:r>
            <a:r>
              <a:rPr lang="sv-SE" sz="2000">
                <a:highlight>
                  <a:srgbClr val="00FF00"/>
                </a:highlight>
                <a:latin typeface="Consolas"/>
              </a:rPr>
              <a:t>  NAME      STATE           VERSION</a:t>
            </a:r>
            <a:r>
              <a:rPr lang="sv-SE" sz="2000" dirty="0">
                <a:highlight>
                  <a:srgbClr val="00FF00"/>
                </a:highlight>
                <a:latin typeface="Consolas"/>
              </a:rPr>
              <a:t>
</a:t>
            </a:r>
            <a:r>
              <a:rPr lang="sv-SE" sz="2000">
                <a:highlight>
                  <a:srgbClr val="00FF00"/>
                </a:highlight>
                <a:latin typeface="Consolas"/>
              </a:rPr>
              <a:t>* Ubuntu    Running         2</a:t>
            </a:r>
            <a:endParaRPr lang="sv-SE" sz="2000">
              <a:highlight>
                <a:srgbClr val="00FF00"/>
              </a:highlight>
            </a:endParaRPr>
          </a:p>
          <a:p>
            <a:r>
              <a:rPr lang="sv-SE" sz="2000" b="1">
                <a:highlight>
                  <a:srgbClr val="FFFFFF"/>
                </a:highlight>
                <a:ea typeface="+mn-lt"/>
                <a:cs typeface="+mn-lt"/>
              </a:rPr>
              <a:t>Om det inte fungerar:</a:t>
            </a:r>
            <a:endParaRPr lang="sv-SE" sz="2000"/>
          </a:p>
          <a:p>
            <a:r>
              <a:rPr lang="sv-SE" sz="2000">
                <a:highlight>
                  <a:srgbClr val="FFFFFF"/>
                </a:highlight>
                <a:ea typeface="+mn-lt"/>
                <a:cs typeface="+mn-lt"/>
              </a:rPr>
              <a:t>Kontrollera att du startat om datorn efter installationen</a:t>
            </a:r>
            <a:endParaRPr lang="sv-SE" sz="2000"/>
          </a:p>
          <a:p>
            <a:r>
              <a:rPr lang="sv-SE" sz="2000">
                <a:highlight>
                  <a:srgbClr val="FFFFFF"/>
                </a:highlight>
                <a:ea typeface="+mn-lt"/>
                <a:cs typeface="+mn-lt"/>
              </a:rPr>
              <a:t>Kör: </a:t>
            </a:r>
            <a:r>
              <a:rPr lang="sv-SE" sz="2000">
                <a:highlight>
                  <a:srgbClr val="00FF00"/>
                </a:highlight>
                <a:latin typeface="Consolas"/>
              </a:rPr>
              <a:t>wsl --set-default-version 2</a:t>
            </a:r>
            <a:endParaRPr lang="sv-SE" sz="2000">
              <a:highlight>
                <a:srgbClr val="00FF00"/>
              </a:highlight>
            </a:endParaRPr>
          </a:p>
          <a:p>
            <a:r>
              <a:rPr lang="sv-SE" sz="2000">
                <a:highlight>
                  <a:srgbClr val="FFFFFF"/>
                </a:highlight>
                <a:ea typeface="+mn-lt"/>
                <a:cs typeface="+mn-lt"/>
              </a:rPr>
              <a:t>Kontrollera att virtualisering är aktiverat i BIOS/UEFI</a:t>
            </a:r>
            <a:endParaRPr lang="sv-SE" sz="2000"/>
          </a:p>
        </p:txBody>
      </p:sp>
    </p:spTree>
    <p:extLst>
      <p:ext uri="{BB962C8B-B14F-4D97-AF65-F5344CB8AC3E}">
        <p14:creationId xmlns:p14="http://schemas.microsoft.com/office/powerpoint/2010/main" val="20236545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1BBD645-BB9A-A57E-C988-945694991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sv-SE" sz="4000">
                <a:solidFill>
                  <a:schemeClr val="bg1"/>
                </a:solidFill>
                <a:ea typeface="+mj-lt"/>
                <a:cs typeface="+mj-lt"/>
              </a:rPr>
              <a:t>Vanliga PowerShell-Kommandon</a:t>
            </a:r>
            <a:endParaRPr lang="sv-SE" sz="400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E1E0D8EE-33CB-AE39-808A-29D9BA5FA0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1337" y="1685304"/>
            <a:ext cx="9887883" cy="49916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sv-SE" sz="2400">
                <a:ea typeface="+mn-lt"/>
                <a:cs typeface="+mn-lt"/>
              </a:rPr>
              <a:t>Din första övning: Skriv </a:t>
            </a:r>
            <a:r>
              <a:rPr lang="sv-SE" sz="2400">
                <a:highlight>
                  <a:srgbClr val="00FF00"/>
                </a:highlight>
                <a:ea typeface="+mn-lt"/>
                <a:cs typeface="+mn-lt"/>
              </a:rPr>
              <a:t>Get-Service</a:t>
            </a:r>
            <a:r>
              <a:rPr lang="sv-SE" sz="2400">
                <a:ea typeface="+mn-lt"/>
                <a:cs typeface="+mn-lt"/>
              </a:rPr>
              <a:t> i PowerShell – vad ser du?</a:t>
            </a:r>
          </a:p>
        </p:txBody>
      </p:sp>
      <p:graphicFrame>
        <p:nvGraphicFramePr>
          <p:cNvPr id="5" name="Tabell 4">
            <a:extLst>
              <a:ext uri="{FF2B5EF4-FFF2-40B4-BE49-F238E27FC236}">
                <a16:creationId xmlns:a16="http://schemas.microsoft.com/office/drawing/2014/main" id="{F079F57C-A883-60C1-229E-7FEBBACB09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60289"/>
              </p:ext>
            </p:extLst>
          </p:nvPr>
        </p:nvGraphicFramePr>
        <p:xfrm>
          <a:off x="-26737" y="2339351"/>
          <a:ext cx="12241560" cy="45110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80520">
                  <a:extLst>
                    <a:ext uri="{9D8B030D-6E8A-4147-A177-3AD203B41FA5}">
                      <a16:colId xmlns:a16="http://schemas.microsoft.com/office/drawing/2014/main" val="1166384636"/>
                    </a:ext>
                  </a:extLst>
                </a:gridCol>
                <a:gridCol w="4080520">
                  <a:extLst>
                    <a:ext uri="{9D8B030D-6E8A-4147-A177-3AD203B41FA5}">
                      <a16:colId xmlns:a16="http://schemas.microsoft.com/office/drawing/2014/main" val="3852312400"/>
                    </a:ext>
                  </a:extLst>
                </a:gridCol>
                <a:gridCol w="4080520">
                  <a:extLst>
                    <a:ext uri="{9D8B030D-6E8A-4147-A177-3AD203B41FA5}">
                      <a16:colId xmlns:a16="http://schemas.microsoft.com/office/drawing/2014/main" val="3341204133"/>
                    </a:ext>
                  </a:extLst>
                </a:gridCol>
              </a:tblGrid>
              <a:tr h="50690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8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Kommando</a:t>
                      </a:r>
                      <a:endParaRPr lang="sv-SE" sz="28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8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Vad gör det?</a:t>
                      </a:r>
                      <a:endParaRPr lang="sv-SE" sz="28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8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Exempel</a:t>
                      </a:r>
                      <a:endParaRPr lang="sv-SE" sz="28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1079550"/>
                  </a:ext>
                </a:extLst>
              </a:tr>
              <a:tr h="50690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Get-Command</a:t>
                      </a:r>
                      <a:endParaRPr lang="sv-SE" sz="2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Visa alla kommandon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6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Get-Command *Service*</a:t>
                      </a:r>
                      <a:endParaRPr lang="sv-SE" sz="16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5426579"/>
                  </a:ext>
                </a:extLst>
              </a:tr>
              <a:tr h="50690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Get-Help</a:t>
                      </a:r>
                      <a:endParaRPr lang="sv-SE" sz="2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Visa hjälp för ett kommando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6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Get-Help Get-Service</a:t>
                      </a:r>
                      <a:endParaRPr lang="sv-SE" sz="16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6119206"/>
                  </a:ext>
                </a:extLst>
              </a:tr>
              <a:tr h="50690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Get-Service</a:t>
                      </a:r>
                      <a:endParaRPr lang="sv-SE" sz="2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Visa alla tjänster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6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Get-Service -Name W3SVC</a:t>
                      </a:r>
                      <a:endParaRPr lang="sv-SE" sz="16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6644793"/>
                  </a:ext>
                </a:extLst>
              </a:tr>
              <a:tr h="50690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Get-Process</a:t>
                      </a:r>
                      <a:endParaRPr lang="sv-SE" sz="2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Visa alla processer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6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Get-Process notepad</a:t>
                      </a:r>
                      <a:endParaRPr lang="sv-SE" sz="16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992987"/>
                  </a:ext>
                </a:extLst>
              </a:tr>
              <a:tr h="50690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Get-ChildItem</a:t>
                      </a:r>
                      <a:endParaRPr lang="sv-SE" sz="2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Lista filer i mappen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6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Get-ChildItem C:\temp</a:t>
                      </a:r>
                      <a:endParaRPr lang="sv-SE" sz="16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848602"/>
                  </a:ext>
                </a:extLst>
              </a:tr>
              <a:tr h="50690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Get-Date</a:t>
                      </a:r>
                      <a:endParaRPr lang="sv-SE" sz="2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Visa dagens datum och tid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6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Get-Date -Format "yyyy-MM-dd"</a:t>
                      </a:r>
                      <a:endParaRPr lang="sv-SE" sz="16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4045353"/>
                  </a:ext>
                </a:extLst>
              </a:tr>
              <a:tr h="50690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Get-Location</a:t>
                      </a:r>
                      <a:endParaRPr lang="sv-SE" sz="2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8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Visa aktuell mapp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6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Get-Location</a:t>
                      </a: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 (eller </a:t>
                      </a:r>
                      <a:r>
                        <a:rPr lang="sv-SE" sz="16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pwd</a:t>
                      </a:r>
                      <a:r>
                        <a:rPr lang="sv-SE" sz="24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)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0876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13238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0383" y="0"/>
            <a:ext cx="8451607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0"/>
            <a:ext cx="3745177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C1245D8-546B-8E3F-362E-B234BC612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8" y="637762"/>
            <a:ext cx="3754887" cy="5576770"/>
          </a:xfrm>
        </p:spPr>
        <p:txBody>
          <a:bodyPr anchor="t">
            <a:normAutofit/>
          </a:bodyPr>
          <a:lstStyle/>
          <a:p>
            <a:r>
              <a:rPr lang="sv-SE" sz="4000">
                <a:solidFill>
                  <a:schemeClr val="bg1"/>
                </a:solidFill>
                <a:ea typeface="+mj-lt"/>
                <a:cs typeface="+mj-lt"/>
              </a:rPr>
              <a:t>Prova dessa kommandon i WSL2 (Ubuntu):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EAE243-3A9F-4A46-B0D9-04C723A8A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733" y="643465"/>
            <a:ext cx="457200" cy="45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C0C73E41-0AD3-70FE-F41E-91C0F7B9D3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8960" y="159939"/>
            <a:ext cx="8446583" cy="535566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sv-SE" sz="2400">
                <a:ea typeface="+mn-lt"/>
                <a:cs typeface="+mn-lt"/>
              </a:rPr>
              <a:t>Din första övning: Öppna WSL2 och skriv </a:t>
            </a:r>
            <a:r>
              <a:rPr lang="sv-SE" sz="2400">
                <a:highlight>
                  <a:srgbClr val="00FF00"/>
                </a:highlight>
                <a:ea typeface="+mn-lt"/>
                <a:cs typeface="+mn-lt"/>
              </a:rPr>
              <a:t>ls -la</a:t>
            </a:r>
            <a:r>
              <a:rPr lang="sv-SE" sz="2400">
                <a:ea typeface="+mn-lt"/>
                <a:cs typeface="+mn-lt"/>
              </a:rPr>
              <a:t> – vad ser du?</a:t>
            </a:r>
            <a:endParaRPr lang="sv-SE" sz="2400"/>
          </a:p>
        </p:txBody>
      </p:sp>
      <p:graphicFrame>
        <p:nvGraphicFramePr>
          <p:cNvPr id="5" name="Tabell 4">
            <a:extLst>
              <a:ext uri="{FF2B5EF4-FFF2-40B4-BE49-F238E27FC236}">
                <a16:creationId xmlns:a16="http://schemas.microsoft.com/office/drawing/2014/main" id="{F584F899-C9B3-9C07-88C6-2C2B33C85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4636479"/>
              </p:ext>
            </p:extLst>
          </p:nvPr>
        </p:nvGraphicFramePr>
        <p:xfrm>
          <a:off x="4068660" y="971724"/>
          <a:ext cx="8133669" cy="5882833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11223">
                  <a:extLst>
                    <a:ext uri="{9D8B030D-6E8A-4147-A177-3AD203B41FA5}">
                      <a16:colId xmlns:a16="http://schemas.microsoft.com/office/drawing/2014/main" val="2717077819"/>
                    </a:ext>
                  </a:extLst>
                </a:gridCol>
                <a:gridCol w="2711223">
                  <a:extLst>
                    <a:ext uri="{9D8B030D-6E8A-4147-A177-3AD203B41FA5}">
                      <a16:colId xmlns:a16="http://schemas.microsoft.com/office/drawing/2014/main" val="4243674726"/>
                    </a:ext>
                  </a:extLst>
                </a:gridCol>
                <a:gridCol w="2711223">
                  <a:extLst>
                    <a:ext uri="{9D8B030D-6E8A-4147-A177-3AD203B41FA5}">
                      <a16:colId xmlns:a16="http://schemas.microsoft.com/office/drawing/2014/main" val="1603178884"/>
                    </a:ext>
                  </a:extLst>
                </a:gridCol>
              </a:tblGrid>
              <a:tr h="5348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Kommando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Vad gör det?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Exempel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014686"/>
                  </a:ext>
                </a:extLst>
              </a:tr>
              <a:tr h="5348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ls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Lista filer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ls -la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4791472"/>
                  </a:ext>
                </a:extLst>
              </a:tr>
              <a:tr h="5348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cd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Byt mapp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cd /tmp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737552"/>
                  </a:ext>
                </a:extLst>
              </a:tr>
              <a:tr h="5348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pwd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Visa aktuell mapp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pwd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7609411"/>
                  </a:ext>
                </a:extLst>
              </a:tr>
              <a:tr h="5348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mkdir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Skapa mapp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mkdir mittprojekt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0513135"/>
                  </a:ext>
                </a:extLst>
              </a:tr>
              <a:tr h="5348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cp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Kopiera fil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cp fil.txt /tmp/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3810024"/>
                  </a:ext>
                </a:extLst>
              </a:tr>
              <a:tr h="5348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mv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Flytta/byt namn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mv fil.txt nyfil.txt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9478475"/>
                  </a:ext>
                </a:extLst>
              </a:tr>
              <a:tr h="5348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rm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Ta bort fil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rm fil.txt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228927"/>
                  </a:ext>
                </a:extLst>
              </a:tr>
              <a:tr h="5348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cat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Visa filinnehåll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cat fil.txt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6155483"/>
                  </a:ext>
                </a:extLst>
              </a:tr>
              <a:tr h="5348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echo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Skriv ut text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echo "Hej världen!"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5072258"/>
                  </a:ext>
                </a:extLst>
              </a:tr>
              <a:tr h="5348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whoami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Visa användarnamn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whoami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18665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18396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B01F4BD0-D111-D042-0CE2-D720D4EF4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8" y="463973"/>
            <a:ext cx="12201232" cy="779815"/>
          </a:xfrm>
        </p:spPr>
        <p:txBody>
          <a:bodyPr anchor="t">
            <a:noAutofit/>
          </a:bodyPr>
          <a:lstStyle/>
          <a:p>
            <a:pPr algn="ctr"/>
            <a:r>
              <a:rPr lang="sv-SE">
                <a:solidFill>
                  <a:schemeClr val="bg1"/>
                </a:solidFill>
                <a:ea typeface="+mj-lt"/>
                <a:cs typeface="+mj-lt"/>
              </a:rPr>
              <a:t>PowerShell vs Bash – Samma Uppgift, Olika Syntax</a:t>
            </a:r>
            <a:endParaRPr lang="sv-SE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23671C7C-6DE6-BB9B-D070-F7EFE8FB2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38" y="1693163"/>
            <a:ext cx="12174674" cy="674854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sv-SE" sz="2400" b="1">
                <a:highlight>
                  <a:srgbClr val="FFFFFF"/>
                </a:highlight>
                <a:ea typeface="+mn-lt"/>
                <a:cs typeface="+mn-lt"/>
              </a:rPr>
              <a:t>Se skillnaderna – båda gör samma sak! </a:t>
            </a:r>
            <a:r>
              <a:rPr lang="sv-SE" sz="2400">
                <a:highlight>
                  <a:srgbClr val="FFFFFF"/>
                </a:highlight>
                <a:ea typeface="+mn-lt"/>
                <a:cs typeface="+mn-lt"/>
              </a:rPr>
              <a:t>PowerShell är objekt-baserat, Bash är text-baserat. PowerShell är därför kraftfullare för Windows-administration.</a:t>
            </a:r>
            <a:endParaRPr lang="sv-SE" sz="2400"/>
          </a:p>
        </p:txBody>
      </p:sp>
      <p:graphicFrame>
        <p:nvGraphicFramePr>
          <p:cNvPr id="5" name="Tabell 4">
            <a:extLst>
              <a:ext uri="{FF2B5EF4-FFF2-40B4-BE49-F238E27FC236}">
                <a16:creationId xmlns:a16="http://schemas.microsoft.com/office/drawing/2014/main" id="{42D8B173-CCBE-3D4A-1101-B14F471286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4662889"/>
              </p:ext>
            </p:extLst>
          </p:nvPr>
        </p:nvGraphicFramePr>
        <p:xfrm>
          <a:off x="21368" y="2371999"/>
          <a:ext cx="12241560" cy="44577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80520">
                  <a:extLst>
                    <a:ext uri="{9D8B030D-6E8A-4147-A177-3AD203B41FA5}">
                      <a16:colId xmlns:a16="http://schemas.microsoft.com/office/drawing/2014/main" val="3333732035"/>
                    </a:ext>
                  </a:extLst>
                </a:gridCol>
                <a:gridCol w="4080520">
                  <a:extLst>
                    <a:ext uri="{9D8B030D-6E8A-4147-A177-3AD203B41FA5}">
                      <a16:colId xmlns:a16="http://schemas.microsoft.com/office/drawing/2014/main" val="4007862269"/>
                    </a:ext>
                  </a:extLst>
                </a:gridCol>
                <a:gridCol w="4080520">
                  <a:extLst>
                    <a:ext uri="{9D8B030D-6E8A-4147-A177-3AD203B41FA5}">
                      <a16:colId xmlns:a16="http://schemas.microsoft.com/office/drawing/2014/main" val="771269482"/>
                    </a:ext>
                  </a:extLst>
                </a:gridCol>
              </a:tblGrid>
              <a:tr h="46212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Uppgift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PowerShell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Bash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1525022"/>
                  </a:ext>
                </a:extLst>
              </a:tr>
              <a:tr h="46212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Variabel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$namn = "Erik"</a:t>
                      </a:r>
                      <a:endParaRPr lang="sv-SE" sz="1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namn="Erik"</a:t>
                      </a:r>
                      <a:endParaRPr lang="sv-SE" sz="1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489662"/>
                  </a:ext>
                </a:extLst>
              </a:tr>
              <a:tr h="46212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Skriv ut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Write-Host "Hej $namn"</a:t>
                      </a:r>
                      <a:endParaRPr lang="sv-SE" sz="1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echo "Hej $namn"</a:t>
                      </a:r>
                      <a:endParaRPr lang="sv-SE" sz="1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8348156"/>
                  </a:ext>
                </a:extLst>
              </a:tr>
              <a:tr h="46212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Lista filer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Get-ChildItem</a:t>
                      </a:r>
                      <a:endParaRPr lang="sv-SE" sz="1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ls -la</a:t>
                      </a:r>
                      <a:endParaRPr lang="sv-SE" sz="1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47270"/>
                  </a:ext>
                </a:extLst>
              </a:tr>
              <a:tr h="46212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Skapa mapp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New-Item -Path "test" -ItemType Directory</a:t>
                      </a:r>
                      <a:endParaRPr lang="sv-SE" sz="1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mkdir test</a:t>
                      </a:r>
                      <a:endParaRPr lang="sv-SE" sz="1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0733844"/>
                  </a:ext>
                </a:extLst>
              </a:tr>
              <a:tr h="46212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Ta bort fil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Remove-Item fil.txt</a:t>
                      </a:r>
                      <a:endParaRPr lang="sv-SE" sz="1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rm fil.txt</a:t>
                      </a:r>
                      <a:endParaRPr lang="sv-SE" sz="1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744306"/>
                  </a:ext>
                </a:extLst>
              </a:tr>
              <a:tr h="46212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Loop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for ($i=1; $i -le 5; $i++) { Write-Host $i }</a:t>
                      </a:r>
                      <a:endParaRPr lang="sv-SE" sz="1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for i in {1..5}; do echo $i; done</a:t>
                      </a:r>
                      <a:endParaRPr lang="sv-SE" sz="1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8592497"/>
                  </a:ext>
                </a:extLst>
              </a:tr>
              <a:tr h="46212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Villkor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if ($age -gt 18) { Write-Host "Myndig" }</a:t>
                      </a:r>
                      <a:endParaRPr lang="sv-SE" sz="1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if [ "$age" -gt 18 ]; then echo "Myndig"; fi</a:t>
                      </a:r>
                      <a:endParaRPr lang="sv-SE" sz="1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807173"/>
                  </a:ext>
                </a:extLst>
              </a:tr>
              <a:tr h="46212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Funktion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function Hej { Write-Host "Hej!" }</a:t>
                      </a:r>
                      <a:endParaRPr lang="sv-SE" sz="1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1400" b="0" i="0">
                          <a:solidFill>
                            <a:srgbClr val="0F1115"/>
                          </a:solidFill>
                          <a:effectLst/>
                          <a:latin typeface="Menlo"/>
                        </a:rPr>
                        <a:t>hej() { echo "Hej!"; }</a:t>
                      </a:r>
                      <a:endParaRPr lang="sv-SE" sz="14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49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418905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91998322-C7B9-3A6C-7B0D-708ACD7FE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904" y="236709"/>
            <a:ext cx="9888496" cy="900131"/>
          </a:xfrm>
        </p:spPr>
        <p:txBody>
          <a:bodyPr anchor="t">
            <a:noAutofit/>
          </a:bodyPr>
          <a:lstStyle/>
          <a:p>
            <a:r>
              <a:rPr lang="sv-SE" sz="7200">
                <a:solidFill>
                  <a:schemeClr val="bg1"/>
                </a:solidFill>
                <a:ea typeface="+mj-lt"/>
                <a:cs typeface="+mj-lt"/>
              </a:rPr>
              <a:t>Varför VS Code?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E39AB073-D6A6-1442-0F2F-8947947499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6114" y="1671003"/>
            <a:ext cx="9880893" cy="1803016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sv-SE" sz="2400">
                <a:ea typeface="+mn-lt"/>
                <a:cs typeface="+mn-lt"/>
              </a:rPr>
              <a:t>Gratis och öppen källkod</a:t>
            </a:r>
            <a:endParaRPr lang="sv-SE" sz="2400"/>
          </a:p>
          <a:p>
            <a:r>
              <a:rPr lang="sv-SE" sz="2400">
                <a:ea typeface="+mn-lt"/>
                <a:cs typeface="+mn-lt"/>
              </a:rPr>
              <a:t>Fungerar med PowerShell, Python, Terraform, YAML</a:t>
            </a:r>
            <a:endParaRPr lang="sv-SE" sz="2400"/>
          </a:p>
          <a:p>
            <a:r>
              <a:rPr lang="sv-SE" sz="2400">
                <a:ea typeface="+mn-lt"/>
                <a:cs typeface="+mn-lt"/>
              </a:rPr>
              <a:t>Perfekt WSL2-integration</a:t>
            </a:r>
            <a:endParaRPr lang="sv-SE" sz="2400"/>
          </a:p>
          <a:p>
            <a:r>
              <a:rPr lang="sv-SE" sz="2400">
                <a:ea typeface="+mn-lt"/>
                <a:cs typeface="+mn-lt"/>
              </a:rPr>
              <a:t>Många användbara tillägg</a:t>
            </a:r>
            <a:endParaRPr lang="sv-SE" sz="2400"/>
          </a:p>
        </p:txBody>
      </p:sp>
      <p:graphicFrame>
        <p:nvGraphicFramePr>
          <p:cNvPr id="7" name="Tabell 6">
            <a:extLst>
              <a:ext uri="{FF2B5EF4-FFF2-40B4-BE49-F238E27FC236}">
                <a16:creationId xmlns:a16="http://schemas.microsoft.com/office/drawing/2014/main" id="{949ECA6D-C8D7-535C-DEAD-07DB1B9FCF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525547"/>
              </p:ext>
            </p:extLst>
          </p:nvPr>
        </p:nvGraphicFramePr>
        <p:xfrm>
          <a:off x="0" y="3551602"/>
          <a:ext cx="12241079" cy="330763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568337">
                  <a:extLst>
                    <a:ext uri="{9D8B030D-6E8A-4147-A177-3AD203B41FA5}">
                      <a16:colId xmlns:a16="http://schemas.microsoft.com/office/drawing/2014/main" val="3586553452"/>
                    </a:ext>
                  </a:extLst>
                </a:gridCol>
                <a:gridCol w="8672742">
                  <a:extLst>
                    <a:ext uri="{9D8B030D-6E8A-4147-A177-3AD203B41FA5}">
                      <a16:colId xmlns:a16="http://schemas.microsoft.com/office/drawing/2014/main" val="970022542"/>
                    </a:ext>
                  </a:extLst>
                </a:gridCol>
              </a:tblGrid>
              <a:tr h="5512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Tillägg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Varför?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3621818"/>
                  </a:ext>
                </a:extLst>
              </a:tr>
              <a:tr h="5512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Remote – WSL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Öppna filer direkt i WSL2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2240751"/>
                  </a:ext>
                </a:extLst>
              </a:tr>
              <a:tr h="5512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PowerShell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Syntax-highlighting, IntelliSense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4194587"/>
                  </a:ext>
                </a:extLst>
              </a:tr>
              <a:tr h="5512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Terraform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Syntax-highlighting, autoformat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886011"/>
                  </a:ext>
                </a:extLst>
              </a:tr>
              <a:tr h="5512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Python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Syntax-highlighting, felsökning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9607550"/>
                  </a:ext>
                </a:extLst>
              </a:tr>
              <a:tr h="55127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1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YAML</a:t>
                      </a:r>
                      <a:endParaRPr lang="sv-SE" sz="2000" b="0" i="0">
                        <a:solidFill>
                          <a:srgbClr val="0F1115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sv-SE" sz="2000" b="0" i="0">
                          <a:solidFill>
                            <a:srgbClr val="0F1115"/>
                          </a:solidFill>
                          <a:effectLst/>
                          <a:latin typeface="quote-cjk-patch"/>
                        </a:rPr>
                        <a:t>Syntax-highlighting för Ansible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1788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56075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9992B8B0-1242-2005-9D72-F33FC35494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-5" t="2854" r="853" b="3160"/>
          <a:stretch>
            <a:fillRect/>
          </a:stretch>
        </p:blipFill>
        <p:spPr>
          <a:xfrm>
            <a:off x="-634" y="197025"/>
            <a:ext cx="12195018" cy="6444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57471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FB241126-27B1-E773-6121-01747AB5B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sv-SE" sz="4000">
                <a:solidFill>
                  <a:srgbClr val="FFFFFF"/>
                </a:solidFill>
              </a:rPr>
              <a:t>Installation:</a:t>
            </a:r>
          </a:p>
        </p:txBody>
      </p:sp>
      <p:graphicFrame>
        <p:nvGraphicFramePr>
          <p:cNvPr id="17" name="Platshållare för innehåll 2">
            <a:extLst>
              <a:ext uri="{FF2B5EF4-FFF2-40B4-BE49-F238E27FC236}">
                <a16:creationId xmlns:a16="http://schemas.microsoft.com/office/drawing/2014/main" id="{78339613-04AF-F382-6DFC-D7E3F8A605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668987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584306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3D09407-53BC-485E-B4CE-BC5E4FC4B2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1DB988-49FC-4608-B0A2-E2F3A4019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16F38B4-0498-4525-3A97-587FEA429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6658" y="4118637"/>
            <a:ext cx="10640754" cy="77584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400" kern="1200" dirty="0" err="1">
                <a:solidFill>
                  <a:schemeClr val="tx2"/>
                </a:solidFill>
                <a:latin typeface="+mj-lt"/>
                <a:ea typeface="+mj-ea"/>
                <a:cs typeface="+mj-cs"/>
              </a:rPr>
              <a:t>Resan</a:t>
            </a:r>
            <a:r>
              <a:rPr lang="en-US" sz="34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400" kern="1200" dirty="0" err="1">
                <a:solidFill>
                  <a:schemeClr val="tx2"/>
                </a:solidFill>
                <a:latin typeface="+mj-lt"/>
                <a:ea typeface="+mj-ea"/>
                <a:cs typeface="+mj-cs"/>
              </a:rPr>
              <a:t>från</a:t>
            </a:r>
            <a:r>
              <a:rPr lang="en-US" sz="34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400" kern="1200" dirty="0" err="1">
                <a:solidFill>
                  <a:schemeClr val="tx2"/>
                </a:solidFill>
                <a:latin typeface="+mj-lt"/>
                <a:ea typeface="+mj-ea"/>
                <a:cs typeface="+mj-cs"/>
              </a:rPr>
              <a:t>enkla</a:t>
            </a:r>
            <a:r>
              <a:rPr lang="en-US" sz="34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400" kern="1200" dirty="0" err="1">
                <a:solidFill>
                  <a:schemeClr val="tx2"/>
                </a:solidFill>
                <a:latin typeface="+mj-lt"/>
                <a:ea typeface="+mj-ea"/>
                <a:cs typeface="+mj-cs"/>
              </a:rPr>
              <a:t>kommandon</a:t>
            </a:r>
            <a:r>
              <a:rPr lang="en-US" sz="34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 till full </a:t>
            </a:r>
            <a:r>
              <a:rPr lang="en-US" sz="3400" kern="1200" dirty="0" err="1">
                <a:solidFill>
                  <a:schemeClr val="tx2"/>
                </a:solidFill>
                <a:latin typeface="+mj-lt"/>
                <a:ea typeface="+mj-ea"/>
                <a:cs typeface="+mj-cs"/>
              </a:rPr>
              <a:t>automatiserad</a:t>
            </a:r>
            <a:r>
              <a:rPr lang="en-US" sz="34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400" kern="1200" dirty="0" err="1">
                <a:solidFill>
                  <a:schemeClr val="tx2"/>
                </a:solidFill>
                <a:latin typeface="+mj-lt"/>
                <a:ea typeface="+mj-ea"/>
                <a:cs typeface="+mj-cs"/>
              </a:rPr>
              <a:t>miljö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9B930FD-8671-4C4C-ADCF-73AC1D0CD4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9676747" y="0"/>
            <a:ext cx="2514948" cy="2174333"/>
            <a:chOff x="-305" y="-4155"/>
            <a:chExt cx="2514948" cy="2174333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35B12C1-569C-4E37-AA33-7EF215F201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23E2660-7810-46F6-8752-187127C830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991DC45-0378-45B3-B325-FB8F98545E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228F5BA-5150-4554-B7EA-93F371F3B1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Platshållare för innehåll 3">
            <a:extLst>
              <a:ext uri="{FF2B5EF4-FFF2-40B4-BE49-F238E27FC236}">
                <a16:creationId xmlns:a16="http://schemas.microsoft.com/office/drawing/2014/main" id="{950DB531-AFC9-767E-1265-D4F9F8D4E7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60" y="3931"/>
            <a:ext cx="12194116" cy="3152867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383C2651-AE0C-4AE4-8725-E2F9414FE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-305" y="4322879"/>
            <a:ext cx="3378428" cy="2535121"/>
            <a:chOff x="-305" y="-1"/>
            <a:chExt cx="3832880" cy="2876136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CCE13265-B5D2-47B4-A199-E05F390D5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93EBD03-D832-462C-9304-7273698ED4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D53D3E2-805E-40D2-964F-352BF6D476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B7A9A916-A926-43E6-800F-432ABC3F24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238165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2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D8840C1-623B-102E-189A-36C1DBCCD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sv-SE" sz="4000">
                <a:solidFill>
                  <a:srgbClr val="FFFFFF"/>
                </a:solidFill>
                <a:ea typeface="+mj-lt"/>
                <a:cs typeface="+mj-lt"/>
              </a:rPr>
              <a:t>Resurser och Verktyg – För Din Egen Inlärning</a:t>
            </a:r>
            <a:endParaRPr lang="sv-SE" sz="4000">
              <a:solidFill>
                <a:srgbClr val="FFFFFF"/>
              </a:solidFill>
            </a:endParaRP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CF8F0F31-A578-8149-2EA3-7F3CFADCCC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8260" y="-5571"/>
            <a:ext cx="8146188" cy="6869519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sz="2400" b="1">
                <a:ea typeface="+mn-lt"/>
                <a:cs typeface="+mn-lt"/>
              </a:rPr>
              <a:t>Microsofts Officiella Resurser:</a:t>
            </a:r>
            <a:endParaRPr lang="sv-SE" sz="2400" b="1"/>
          </a:p>
          <a:p>
            <a:r>
              <a:rPr lang="sv-SE" sz="2400">
                <a:ea typeface="+mn-lt"/>
                <a:cs typeface="+mn-lt"/>
              </a:rPr>
              <a:t>- </a:t>
            </a:r>
            <a:r>
              <a:rPr lang="sv-SE" sz="2400" dirty="0">
                <a:ea typeface="+mn-lt"/>
                <a:cs typeface="+mn-lt"/>
                <a:hlinkClick r:id="rId2"/>
              </a:rPr>
              <a:t>PowerShell dokumentation</a:t>
            </a:r>
            <a:r>
              <a:rPr lang="sv-SE" sz="2400">
                <a:ea typeface="+mn-lt"/>
                <a:cs typeface="+mn-lt"/>
              </a:rPr>
              <a:t> – Officiell dokumentation</a:t>
            </a:r>
            <a:endParaRPr lang="sv-SE" sz="2400"/>
          </a:p>
          <a:p>
            <a:r>
              <a:rPr lang="sv-SE" sz="2400">
                <a:ea typeface="+mn-lt"/>
                <a:cs typeface="+mn-lt"/>
              </a:rPr>
              <a:t>- </a:t>
            </a:r>
            <a:r>
              <a:rPr lang="sv-SE" sz="2400" dirty="0">
                <a:ea typeface="+mn-lt"/>
                <a:cs typeface="+mn-lt"/>
                <a:hlinkClick r:id="rId3"/>
              </a:rPr>
              <a:t>WSL2 installationsguide</a:t>
            </a:r>
            <a:r>
              <a:rPr lang="sv-SE" sz="2400">
                <a:ea typeface="+mn-lt"/>
                <a:cs typeface="+mn-lt"/>
              </a:rPr>
              <a:t> – Steg-för-steg</a:t>
            </a:r>
            <a:endParaRPr lang="sv-SE" sz="2400"/>
          </a:p>
          <a:p>
            <a:r>
              <a:rPr lang="sv-SE" sz="2400" b="1">
                <a:ea typeface="+mn-lt"/>
                <a:cs typeface="+mn-lt"/>
              </a:rPr>
              <a:t>Mobilappar:</a:t>
            </a:r>
            <a:endParaRPr lang="sv-SE" sz="2400" b="1"/>
          </a:p>
          <a:p>
            <a:r>
              <a:rPr lang="sv-SE" sz="2400">
                <a:ea typeface="+mn-lt"/>
                <a:cs typeface="+mn-lt"/>
              </a:rPr>
              <a:t>- Termux (Android) – Kör Linux-kommandon på mobilen! Perfekt för att öva Bash när du är på språng.</a:t>
            </a:r>
            <a:endParaRPr lang="sv-SE" sz="2400"/>
          </a:p>
          <a:p>
            <a:r>
              <a:rPr lang="sv-SE" sz="2400">
                <a:ea typeface="+mn-lt"/>
                <a:cs typeface="+mn-lt"/>
              </a:rPr>
              <a:t>- iSH Shell (iOS) – Linux-liknande miljö på iPhone/iPad.</a:t>
            </a:r>
            <a:endParaRPr lang="sv-SE" sz="2400"/>
          </a:p>
          <a:p>
            <a:r>
              <a:rPr lang="sv-SE" sz="2400">
                <a:ea typeface="+mn-lt"/>
                <a:cs typeface="+mn-lt"/>
              </a:rPr>
              <a:t>- SoloLearn – PowerShell – Lär dig PowerShell på mobilen med interaktiva övningar.</a:t>
            </a:r>
            <a:endParaRPr lang="sv-SE" sz="2400"/>
          </a:p>
          <a:p>
            <a:r>
              <a:rPr lang="sv-SE" sz="2400" b="1">
                <a:ea typeface="+mn-lt"/>
                <a:cs typeface="+mn-lt"/>
              </a:rPr>
              <a:t>Gratis Övningsmiljöer:</a:t>
            </a:r>
            <a:endParaRPr lang="sv-SE" sz="2400" b="1"/>
          </a:p>
          <a:p>
            <a:r>
              <a:rPr lang="sv-SE" sz="2400">
                <a:ea typeface="+mn-lt"/>
                <a:cs typeface="+mn-lt"/>
              </a:rPr>
              <a:t>- WSL2 – Din Windows-dator (redan installerat!)</a:t>
            </a:r>
            <a:endParaRPr lang="sv-SE" sz="2400"/>
          </a:p>
          <a:p>
            <a:r>
              <a:rPr lang="sv-SE" sz="2400">
                <a:ea typeface="+mn-lt"/>
                <a:cs typeface="+mn-lt"/>
              </a:rPr>
              <a:t>- GitHub Codespaces – Webbaserad utvecklingsmiljö</a:t>
            </a:r>
            <a:endParaRPr lang="sv-SE" sz="2400"/>
          </a:p>
          <a:p>
            <a:r>
              <a:rPr lang="sv-SE" sz="2400">
                <a:ea typeface="+mn-lt"/>
                <a:cs typeface="+mn-lt"/>
              </a:rPr>
              <a:t>- Azure Cloud Shell – Gratis Linux-terminal i molnet</a:t>
            </a:r>
            <a:endParaRPr lang="sv-SE" sz="2400"/>
          </a:p>
        </p:txBody>
      </p:sp>
    </p:spTree>
    <p:extLst>
      <p:ext uri="{BB962C8B-B14F-4D97-AF65-F5344CB8AC3E}">
        <p14:creationId xmlns:p14="http://schemas.microsoft.com/office/powerpoint/2010/main" val="37617846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8" name="Rectangle 26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28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E61E5A40-1B41-E02C-6E86-3823734B2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sv-SE" sz="4000">
                <a:solidFill>
                  <a:srgbClr val="FFFFFF"/>
                </a:solidFill>
                <a:ea typeface="+mj-lt"/>
                <a:cs typeface="+mj-lt"/>
              </a:rPr>
              <a:t>Workshop – Kom Igång Med Verktygen</a:t>
            </a:r>
          </a:p>
        </p:txBody>
      </p:sp>
      <p:sp>
        <p:nvSpPr>
          <p:cNvPr id="40" name="Platshållare för innehåll 2">
            <a:extLst>
              <a:ext uri="{FF2B5EF4-FFF2-40B4-BE49-F238E27FC236}">
                <a16:creationId xmlns:a16="http://schemas.microsoft.com/office/drawing/2014/main" id="{5A129FF5-F4AE-E975-1084-E4C0B40BC6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7014" y="-11878"/>
            <a:ext cx="8108101" cy="684000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 sz="2400" b="1">
                <a:ea typeface="+mn-lt"/>
                <a:cs typeface="+mn-lt"/>
              </a:rPr>
              <a:t>Steg 1: Installera WSL2</a:t>
            </a:r>
            <a:endParaRPr lang="sv-SE" sz="2400" b="1"/>
          </a:p>
          <a:p>
            <a:r>
              <a:rPr lang="sv-SE" sz="2400">
                <a:ea typeface="+mn-lt"/>
                <a:cs typeface="+mn-lt"/>
              </a:rPr>
              <a:t>wsl --install (PowerShell Admin) → wsl --install -d Ubuntu</a:t>
            </a:r>
            <a:endParaRPr lang="sv-SE" sz="2400"/>
          </a:p>
          <a:p>
            <a:r>
              <a:rPr lang="sv-SE" sz="2400" b="1">
                <a:ea typeface="+mn-lt"/>
                <a:cs typeface="+mn-lt"/>
              </a:rPr>
              <a:t>Steg 2: Installera VS Code med Remote-WSL-tillägg</a:t>
            </a:r>
            <a:endParaRPr lang="sv-SE" sz="2400" b="1"/>
          </a:p>
          <a:p>
            <a:r>
              <a:rPr lang="sv-SE" sz="2400" b="1">
                <a:ea typeface="+mn-lt"/>
                <a:cs typeface="+mn-lt"/>
              </a:rPr>
              <a:t>Steg 3: Testa PowerShell</a:t>
            </a:r>
            <a:endParaRPr lang="sv-SE" sz="2400" b="1"/>
          </a:p>
          <a:p>
            <a:r>
              <a:rPr lang="sv-SE" sz="2400">
                <a:ea typeface="+mn-lt"/>
                <a:cs typeface="+mn-lt"/>
              </a:rPr>
              <a:t>- Starta PowerShell 7: pwsh</a:t>
            </a:r>
            <a:endParaRPr lang="sv-SE" sz="2400"/>
          </a:p>
          <a:p>
            <a:r>
              <a:rPr lang="sv-SE" sz="2400">
                <a:ea typeface="+mn-lt"/>
                <a:cs typeface="+mn-lt"/>
              </a:rPr>
              <a:t>- Kör: Get-Service | Select-Object -First 5</a:t>
            </a:r>
            <a:endParaRPr lang="sv-SE" sz="2400"/>
          </a:p>
          <a:p>
            <a:r>
              <a:rPr lang="sv-SE" sz="2400" b="1">
                <a:ea typeface="+mn-lt"/>
                <a:cs typeface="+mn-lt"/>
              </a:rPr>
              <a:t>Steg 4: Testa Bash i WSL2</a:t>
            </a:r>
            <a:endParaRPr lang="sv-SE" sz="2400" b="1"/>
          </a:p>
          <a:p>
            <a:r>
              <a:rPr lang="sv-SE" sz="2400">
                <a:ea typeface="+mn-lt"/>
                <a:cs typeface="+mn-lt"/>
              </a:rPr>
              <a:t>- Starta WSL2: wsl</a:t>
            </a:r>
            <a:endParaRPr lang="sv-SE" sz="2400"/>
          </a:p>
          <a:p>
            <a:r>
              <a:rPr lang="sv-SE" sz="2400">
                <a:ea typeface="+mn-lt"/>
                <a:cs typeface="+mn-lt"/>
              </a:rPr>
              <a:t>- Kör: ls -la och whoami</a:t>
            </a:r>
            <a:endParaRPr lang="sv-SE" sz="2400"/>
          </a:p>
          <a:p>
            <a:r>
              <a:rPr lang="sv-SE" sz="2400" b="1">
                <a:ea typeface="+mn-lt"/>
                <a:cs typeface="+mn-lt"/>
              </a:rPr>
              <a:t>Steg 5: Skapa din första PowerShell-variabel</a:t>
            </a:r>
            <a:endParaRPr lang="sv-SE" sz="2400" b="1"/>
          </a:p>
          <a:p>
            <a:r>
              <a:rPr lang="sv-SE" sz="2400">
                <a:ea typeface="+mn-lt"/>
                <a:cs typeface="+mn-lt"/>
              </a:rPr>
              <a:t>$namn = "DittNamn"</a:t>
            </a:r>
            <a:endParaRPr lang="sv-SE" sz="2400"/>
          </a:p>
          <a:p>
            <a:r>
              <a:rPr lang="sv-SE" sz="2400">
                <a:ea typeface="+mn-lt"/>
                <a:cs typeface="+mn-lt"/>
              </a:rPr>
              <a:t>Write-Host "Hej $namn!"</a:t>
            </a:r>
            <a:endParaRPr lang="sv-SE" sz="2400"/>
          </a:p>
          <a:p>
            <a:r>
              <a:rPr lang="sv-SE" sz="2400" b="1">
                <a:ea typeface="+mn-lt"/>
                <a:cs typeface="+mn-lt"/>
              </a:rPr>
              <a:t>Steg 6: Skapa din första Bash-variabel</a:t>
            </a:r>
            <a:endParaRPr lang="sv-SE" sz="2400" b="1"/>
          </a:p>
          <a:p>
            <a:r>
              <a:rPr lang="sv-SE" sz="2400">
                <a:ea typeface="+mn-lt"/>
                <a:cs typeface="+mn-lt"/>
              </a:rPr>
              <a:t>namn="DittNamn"</a:t>
            </a:r>
            <a:endParaRPr lang="sv-SE" sz="2400"/>
          </a:p>
          <a:p>
            <a:r>
              <a:rPr lang="sv-SE" sz="2400">
                <a:ea typeface="+mn-lt"/>
                <a:cs typeface="+mn-lt"/>
              </a:rPr>
              <a:t>echo "Hej $namn!"</a:t>
            </a:r>
            <a:endParaRPr lang="sv-SE" sz="2400"/>
          </a:p>
        </p:txBody>
      </p:sp>
    </p:spTree>
    <p:extLst>
      <p:ext uri="{BB962C8B-B14F-4D97-AF65-F5344CB8AC3E}">
        <p14:creationId xmlns:p14="http://schemas.microsoft.com/office/powerpoint/2010/main" val="37273892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E846B16B-4207-AA09-0255-B20D927EF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sv-SE" sz="4800">
                <a:solidFill>
                  <a:schemeClr val="bg1"/>
                </a:solidFill>
              </a:rPr>
              <a:t>Gör en</a:t>
            </a:r>
            <a:r>
              <a:rPr lang="sv-SE" sz="4000">
                <a:solidFill>
                  <a:schemeClr val="bg1"/>
                </a:solidFill>
              </a:rPr>
              <a:t> </a:t>
            </a:r>
            <a:r>
              <a:rPr lang="sv-SE" sz="4800" b="1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quiz</a:t>
            </a:r>
            <a:endParaRPr lang="sv-SE" sz="4000" b="1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FF092C00-6179-C5BA-1296-680CAF513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48" y="2217343"/>
            <a:ext cx="12046577" cy="395961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sv-SE" sz="5400" dirty="0">
                <a:ea typeface="+mn-lt"/>
                <a:cs typeface="+mn-lt"/>
                <a:hlinkClick r:id="rId2"/>
              </a:rPr>
              <a:t>https://forms.gle/kCp73ogMPpfXgjmE6</a:t>
            </a:r>
            <a:endParaRPr lang="sv-SE" sz="5400"/>
          </a:p>
          <a:p>
            <a:endParaRPr lang="sv-SE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983549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Bredbild</PresentationFormat>
  <Paragraphs>0</Paragraphs>
  <Slides>43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Bildrubriker</vt:lpstr>
      </vt:variant>
      <vt:variant>
        <vt:i4>43</vt:i4>
      </vt:variant>
    </vt:vector>
  </HeadingPairs>
  <TitlesOfParts>
    <vt:vector size="44" baseType="lpstr">
      <vt:lpstr>Office-tema</vt:lpstr>
      <vt:lpstr>1. Kursintro &amp; Scripting grunder</vt:lpstr>
      <vt:lpstr>Varför Automatisering?</vt:lpstr>
      <vt:lpstr>Workshop – "Mänsklig Dator"</vt:lpstr>
      <vt:lpstr>PowerPoint-presentation</vt:lpstr>
      <vt:lpstr>Varför denna workshop?</vt:lpstr>
      <vt:lpstr>Vad Kan Du Automatisera?</vt:lpstr>
      <vt:lpstr>Vad är Ett Skript?</vt:lpstr>
      <vt:lpstr>Varför Skript?</vt:lpstr>
      <vt:lpstr>Vad Kan Man Göra Med Skript?</vt:lpstr>
      <vt:lpstr>Från Enkla Kommandon till Hela Automationskedjan</vt:lpstr>
      <vt:lpstr>Kursens Syfte – Varför Just Denna Kurs?</vt:lpstr>
      <vt:lpstr>Varför är detta viktigt?</vt:lpstr>
      <vt:lpstr>Efter kursen ska du:</vt:lpstr>
      <vt:lpstr>Hur Hänger Kursen Ihop Med Resten Av Utbildningen?</vt:lpstr>
      <vt:lpstr>Tidigare kurs                   Används i denna kurs</vt:lpstr>
      <vt:lpstr>Vad Är Infrastructure as Code (IaC)? Definition: Att beskriva din infrastruktur (servrar, nätverk, lagring) med KOD istället för att klicka i gränssnitt.</vt:lpstr>
      <vt:lpstr>Varför IaC?</vt:lpstr>
      <vt:lpstr>Imperativ vs Deklarativ – Två Sätt att Automatisera Imperativ = Steg-för-steg-instruktioner</vt:lpstr>
      <vt:lpstr>Imperativ (PowerShell)  Deklarativ (Terraform)</vt:lpstr>
      <vt:lpstr>PowerShell vs Bash – En Introduktion</vt:lpstr>
      <vt:lpstr>PowerShell – Grundläggande Koncept Cmdlets (Command-lets) – Grunden i PowerShell</vt:lpstr>
      <vt:lpstr>Cmdlets har alltid formatet Verb-Substantiv:</vt:lpstr>
      <vt:lpstr>PowerShell 7.7 – Vad Är Nytt 2026?</vt:lpstr>
      <vt:lpstr>Varför är detta viktigt?</vt:lpstr>
      <vt:lpstr>WSL2 – Windows Subsystem for Linux version 2 En funktion i Windows som låter dig köra Linux direkt i Windows – utan VirtualBox!</vt:lpstr>
      <vt:lpstr>Varför WSL2?</vt:lpstr>
      <vt:lpstr>WSL2 vs VirtualBox – När Använder Man Vad?</vt:lpstr>
      <vt:lpstr>PowerPoint-presentation</vt:lpstr>
      <vt:lpstr>WSL2 (Vår huvudplattform)</vt:lpstr>
      <vt:lpstr>VirtualBox (Alternativ för Mac-studenter)</vt:lpstr>
      <vt:lpstr>Installera WSL2 – Steg-för-Steg</vt:lpstr>
      <vt:lpstr>Steg 1: Öppna PowerShell som Administratör</vt:lpstr>
      <vt:lpstr>Verifiera WSL2-Installationen</vt:lpstr>
      <vt:lpstr>Vanliga PowerShell-Kommandon</vt:lpstr>
      <vt:lpstr>Prova dessa kommandon i WSL2 (Ubuntu):</vt:lpstr>
      <vt:lpstr>PowerShell vs Bash – Samma Uppgift, Olika Syntax</vt:lpstr>
      <vt:lpstr>Varför VS Code?</vt:lpstr>
      <vt:lpstr>PowerPoint-presentation</vt:lpstr>
      <vt:lpstr>Installation:</vt:lpstr>
      <vt:lpstr>Resan från enkla kommandon till full automatiserad miljö</vt:lpstr>
      <vt:lpstr>Resurser och Verktyg – För Din Egen Inlärning</vt:lpstr>
      <vt:lpstr>Workshop – Kom Igång Med Verktygen</vt:lpstr>
      <vt:lpstr>Gör en quiz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525</cp:revision>
  <dcterms:created xsi:type="dcterms:W3CDTF">2026-08-04T10:53:39Z</dcterms:created>
  <dcterms:modified xsi:type="dcterms:W3CDTF">2026-08-04T16:58:07Z</dcterms:modified>
</cp:coreProperties>
</file>