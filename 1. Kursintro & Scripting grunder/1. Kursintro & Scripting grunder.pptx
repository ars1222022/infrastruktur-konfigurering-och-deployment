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98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9" r:id="rId39"/>
    <p:sldId id="293" r:id="rId40"/>
    <p:sldId id="294" r:id="rId41"/>
    <p:sldId id="295" r:id="rId42"/>
    <p:sldId id="296" r:id="rId43"/>
    <p:sldId id="297" r:id="rId4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B3BF6B-5744-E710-C2A6-1C950EAC2E6F}" v="1170" dt="2026-08-04T11:37:30.120"/>
    <p1510:client id="{EF322B3E-896A-86A3-9F36-0B09DCD35250}" v="1281" dt="2026-08-04T16:58:07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Buzyan (extern)" userId="S::arseniy.buzyan@edu.stockholm.se::f92a01cd-049f-4602-b292-09b82d2ea4e3" providerId="AD" clId="Web-{83B3BF6B-5744-E710-C2A6-1C950EAC2E6F}"/>
    <pc:docChg chg="addSld delSld modSld">
      <pc:chgData name="Arseniy Buzyan (extern)" userId="S::arseniy.buzyan@edu.stockholm.se::f92a01cd-049f-4602-b292-09b82d2ea4e3" providerId="AD" clId="Web-{83B3BF6B-5744-E710-C2A6-1C950EAC2E6F}" dt="2026-08-04T11:37:30.120" v="1239"/>
      <pc:docMkLst>
        <pc:docMk/>
      </pc:docMkLst>
      <pc:sldChg chg="addSp modSp mod setBg">
        <pc:chgData name="Arseniy Buzyan (extern)" userId="S::arseniy.buzyan@edu.stockholm.se::f92a01cd-049f-4602-b292-09b82d2ea4e3" providerId="AD" clId="Web-{83B3BF6B-5744-E710-C2A6-1C950EAC2E6F}" dt="2026-08-04T10:53:57.792" v="2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83B3BF6B-5744-E710-C2A6-1C950EAC2E6F}" dt="2026-08-04T10:53:57.792" v="2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83B3BF6B-5744-E710-C2A6-1C950EAC2E6F}" dt="2026-08-04T10:53:57.792" v="2"/>
          <ac:spMkLst>
            <pc:docMk/>
            <pc:sldMk cId="3194377694" sldId="256"/>
            <ac:spMk id="3" creationId="{00000000-0000-0000-0000-000000000000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0:53:57.792" v="2"/>
          <ac:spMkLst>
            <pc:docMk/>
            <pc:sldMk cId="3194377694" sldId="256"/>
            <ac:spMk id="8" creationId="{0E30439A-8A5B-46EC-8283-9B6B031D40D0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0:53:57.792" v="2"/>
          <ac:spMkLst>
            <pc:docMk/>
            <pc:sldMk cId="3194377694" sldId="256"/>
            <ac:spMk id="10" creationId="{5CEAD642-85CF-4750-8432-7C80C901F001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0:53:57.792" v="2"/>
          <ac:spMkLst>
            <pc:docMk/>
            <pc:sldMk cId="3194377694" sldId="256"/>
            <ac:spMk id="12" creationId="{FA33EEAE-15D5-4119-8C1E-89D943F911EF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0:53:57.792" v="2"/>
          <ac:spMkLst>
            <pc:docMk/>
            <pc:sldMk cId="3194377694" sldId="256"/>
            <ac:spMk id="14" creationId="{730D8B3B-9B80-4025-B934-26DC7D7CD231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0:53:57.792" v="2"/>
          <ac:spMkLst>
            <pc:docMk/>
            <pc:sldMk cId="3194377694" sldId="256"/>
            <ac:spMk id="16" creationId="{B5A1B09C-1565-46F8-B70F-621C5EB48A09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0:53:57.792" v="2"/>
          <ac:spMkLst>
            <pc:docMk/>
            <pc:sldMk cId="3194377694" sldId="256"/>
            <ac:spMk id="18" creationId="{8C516CC8-80AC-446C-A56E-9F54B7210402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0:53:57.792" v="2"/>
          <ac:spMkLst>
            <pc:docMk/>
            <pc:sldMk cId="3194377694" sldId="256"/>
            <ac:spMk id="20" creationId="{53947E58-F088-49F1-A3D1-DEA690192E84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0:58:04.123" v="54" actId="1076"/>
        <pc:sldMkLst>
          <pc:docMk/>
          <pc:sldMk cId="493712466" sldId="257"/>
        </pc:sldMkLst>
        <pc:spChg chg="mod">
          <ac:chgData name="Arseniy Buzyan (extern)" userId="S::arseniy.buzyan@edu.stockholm.se::f92a01cd-049f-4602-b292-09b82d2ea4e3" providerId="AD" clId="Web-{83B3BF6B-5744-E710-C2A6-1C950EAC2E6F}" dt="2026-08-04T10:57:56.670" v="52" actId="14100"/>
          <ac:spMkLst>
            <pc:docMk/>
            <pc:sldMk cId="493712466" sldId="257"/>
            <ac:spMk id="2" creationId="{5240AF0E-1BCA-A4D7-4970-4D04A26F83F8}"/>
          </ac:spMkLst>
        </pc:spChg>
        <pc:spChg chg="add del mod">
          <ac:chgData name="Arseniy Buzyan (extern)" userId="S::arseniy.buzyan@edu.stockholm.se::f92a01cd-049f-4602-b292-09b82d2ea4e3" providerId="AD" clId="Web-{83B3BF6B-5744-E710-C2A6-1C950EAC2E6F}" dt="2026-08-04T10:55:43.981" v="14"/>
          <ac:spMkLst>
            <pc:docMk/>
            <pc:sldMk cId="493712466" sldId="257"/>
            <ac:spMk id="3" creationId="{D126DD2B-00E6-9057-5435-7C7F332396C1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32.950" v="10"/>
          <ac:spMkLst>
            <pc:docMk/>
            <pc:sldMk cId="493712466" sldId="257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32.950" v="10"/>
          <ac:spMkLst>
            <pc:docMk/>
            <pc:sldMk cId="493712466" sldId="257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32.950" v="10"/>
          <ac:spMkLst>
            <pc:docMk/>
            <pc:sldMk cId="493712466" sldId="257"/>
            <ac:spMk id="12" creationId="{450D3AD2-FA80-415F-A9CE-54D884561CD7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43.981" v="15"/>
          <ac:spMkLst>
            <pc:docMk/>
            <pc:sldMk cId="493712466" sldId="257"/>
            <ac:spMk id="14" creationId="{375E0459-6403-40CD-989D-56A4407CA12E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43.981" v="15"/>
          <ac:spMkLst>
            <pc:docMk/>
            <pc:sldMk cId="493712466" sldId="257"/>
            <ac:spMk id="15" creationId="{1B15ED52-F352-441B-82BF-E0EA34836D0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43.981" v="15"/>
          <ac:spMkLst>
            <pc:docMk/>
            <pc:sldMk cId="493712466" sldId="257"/>
            <ac:spMk id="16" creationId="{53E5B1A8-3AC9-4BD1-9BBC-78CA94F2D1BA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43.981" v="15"/>
          <ac:spMkLst>
            <pc:docMk/>
            <pc:sldMk cId="493712466" sldId="257"/>
            <ac:spMk id="17" creationId="{3B2E3793-BFE6-45A2-9B7B-E18844431C99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43.981" v="15"/>
          <ac:spMkLst>
            <pc:docMk/>
            <pc:sldMk cId="493712466" sldId="257"/>
            <ac:spMk id="18" creationId="{BC4C4868-CB8F-4AF9-9CDB-8108F2C19B67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6:23.732" v="23"/>
          <ac:spMkLst>
            <pc:docMk/>
            <pc:sldMk cId="493712466" sldId="257"/>
            <ac:spMk id="23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43.981" v="14"/>
          <ac:spMkLst>
            <pc:docMk/>
            <pc:sldMk cId="493712466" sldId="257"/>
            <ac:spMk id="24" creationId="{53B021B3-DE93-4AB7-8A18-CF5F1CED88B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6:23.732" v="23"/>
          <ac:spMkLst>
            <pc:docMk/>
            <pc:sldMk cId="493712466" sldId="257"/>
            <ac:spMk id="25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43.981" v="14"/>
          <ac:spMkLst>
            <pc:docMk/>
            <pc:sldMk cId="493712466" sldId="257"/>
            <ac:spMk id="26" creationId="{52D502E5-F6B4-4D58-B4AE-FC466FF15EE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6:23.732" v="23"/>
          <ac:spMkLst>
            <pc:docMk/>
            <pc:sldMk cId="493712466" sldId="257"/>
            <ac:spMk id="27" creationId="{450D3AD2-FA80-415F-A9CE-54D884561CD7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5:43.981" v="14"/>
          <ac:spMkLst>
            <pc:docMk/>
            <pc:sldMk cId="493712466" sldId="257"/>
            <ac:spMk id="28" creationId="{9DECDBF4-02B6-4BB4-B65B-B8107AD6A9E8}"/>
          </ac:spMkLst>
        </pc:spChg>
        <pc:spChg chg="add mod">
          <ac:chgData name="Arseniy Buzyan (extern)" userId="S::arseniy.buzyan@edu.stockholm.se::f92a01cd-049f-4602-b292-09b82d2ea4e3" providerId="AD" clId="Web-{83B3BF6B-5744-E710-C2A6-1C950EAC2E6F}" dt="2026-08-04T10:58:04.123" v="54" actId="1076"/>
          <ac:spMkLst>
            <pc:docMk/>
            <pc:sldMk cId="493712466" sldId="257"/>
            <ac:spMk id="29" creationId="{31D2A6F8-0BD5-B38A-C371-3E24AF67BD3F}"/>
          </ac:spMkLst>
        </pc:spChg>
        <pc:spChg chg="add mod ord">
          <ac:chgData name="Arseniy Buzyan (extern)" userId="S::arseniy.buzyan@edu.stockholm.se::f92a01cd-049f-4602-b292-09b82d2ea4e3" providerId="AD" clId="Web-{83B3BF6B-5744-E710-C2A6-1C950EAC2E6F}" dt="2026-08-04T10:57:37.951" v="42" actId="1076"/>
          <ac:spMkLst>
            <pc:docMk/>
            <pc:sldMk cId="493712466" sldId="257"/>
            <ac:spMk id="30" creationId="{D126DD2B-00E6-9057-5435-7C7F332396C1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6:23.732" v="22"/>
          <ac:spMkLst>
            <pc:docMk/>
            <pc:sldMk cId="493712466" sldId="257"/>
            <ac:spMk id="35" creationId="{2550BE34-C2B8-49B8-8519-67A8CAD51AE9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6:23.732" v="22"/>
          <ac:spMkLst>
            <pc:docMk/>
            <pc:sldMk cId="493712466" sldId="257"/>
            <ac:spMk id="37" creationId="{A7457DD9-5A45-400A-AB4B-4B4EDECA25F1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6:23.732" v="22"/>
          <ac:spMkLst>
            <pc:docMk/>
            <pc:sldMk cId="493712466" sldId="257"/>
            <ac:spMk id="39" creationId="{441CF7D6-A660-431A-B0BB-140A0D5556B6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0:56:23.732" v="22"/>
          <ac:spMkLst>
            <pc:docMk/>
            <pc:sldMk cId="493712466" sldId="257"/>
            <ac:spMk id="41" creationId="{0570A85B-3810-4F95-97B0-CBF4CCDB381C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0:56:23.732" v="23"/>
          <ac:spMkLst>
            <pc:docMk/>
            <pc:sldMk cId="493712466" sldId="257"/>
            <ac:spMk id="43" creationId="{8B3A2D1A-45FC-4F95-B150-1C13EF2F6D09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0:56:23.732" v="23"/>
          <ac:spMkLst>
            <pc:docMk/>
            <pc:sldMk cId="493712466" sldId="257"/>
            <ac:spMk id="44" creationId="{39C3C864-C625-4883-B868-9A4C470F4DD5}"/>
          </ac:spMkLst>
        </pc:sp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0:55:19.387" v="7"/>
          <ac:graphicFrameMkLst>
            <pc:docMk/>
            <pc:sldMk cId="493712466" sldId="257"/>
            <ac:graphicFrameMk id="5" creationId="{4C9902C9-5632-8873-D36D-73C4B388547D}"/>
          </ac:graphicFrameMkLst>
        </pc:graphicFrameChg>
        <pc:picChg chg="add mod">
          <ac:chgData name="Arseniy Buzyan (extern)" userId="S::arseniy.buzyan@edu.stockholm.se::f92a01cd-049f-4602-b292-09b82d2ea4e3" providerId="AD" clId="Web-{83B3BF6B-5744-E710-C2A6-1C950EAC2E6F}" dt="2026-08-04T10:56:55.716" v="36" actId="1076"/>
          <ac:picMkLst>
            <pc:docMk/>
            <pc:sldMk cId="493712466" sldId="257"/>
            <ac:picMk id="22" creationId="{5F363110-7482-EE7D-D833-50962AC5A8D4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00:55.579" v="84" actId="14100"/>
        <pc:sldMkLst>
          <pc:docMk/>
          <pc:sldMk cId="72214896" sldId="258"/>
        </pc:sldMkLst>
        <pc:spChg chg="mod">
          <ac:chgData name="Arseniy Buzyan (extern)" userId="S::arseniy.buzyan@edu.stockholm.se::f92a01cd-049f-4602-b292-09b82d2ea4e3" providerId="AD" clId="Web-{83B3BF6B-5744-E710-C2A6-1C950EAC2E6F}" dt="2026-08-04T11:00:33.266" v="79"/>
          <ac:spMkLst>
            <pc:docMk/>
            <pc:sldMk cId="72214896" sldId="258"/>
            <ac:spMk id="2" creationId="{F1F809EF-1B0B-2F65-9CD4-D6702132862F}"/>
          </ac:spMkLst>
        </pc:spChg>
        <pc:spChg chg="add del mod">
          <ac:chgData name="Arseniy Buzyan (extern)" userId="S::arseniy.buzyan@edu.stockholm.se::f92a01cd-049f-4602-b292-09b82d2ea4e3" providerId="AD" clId="Web-{83B3BF6B-5744-E710-C2A6-1C950EAC2E6F}" dt="2026-08-04T11:00:03.641" v="73"/>
          <ac:spMkLst>
            <pc:docMk/>
            <pc:sldMk cId="72214896" sldId="258"/>
            <ac:spMk id="3" creationId="{615B3AD5-5E6F-04C1-6EB6-63CB80752987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01.344" v="70"/>
          <ac:spMkLst>
            <pc:docMk/>
            <pc:sldMk cId="72214896" sldId="258"/>
            <ac:spMk id="9" creationId="{53B021B3-DE93-4AB7-8A18-CF5F1CED88B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01.344" v="70"/>
          <ac:spMkLst>
            <pc:docMk/>
            <pc:sldMk cId="72214896" sldId="258"/>
            <ac:spMk id="11" creationId="{52D502E5-F6B4-4D58-B4AE-FC466FF15EE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01.344" v="70"/>
          <ac:spMkLst>
            <pc:docMk/>
            <pc:sldMk cId="72214896" sldId="258"/>
            <ac:spMk id="13" creationId="{9DECDBF4-02B6-4BB4-B65B-B8107AD6A9E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03.610" v="72"/>
          <ac:spMkLst>
            <pc:docMk/>
            <pc:sldMk cId="72214896" sldId="258"/>
            <ac:spMk id="15" creationId="{063BBA22-50EA-4C4D-BE05-F1CE4E63AA56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03.610" v="72"/>
          <ac:spMkLst>
            <pc:docMk/>
            <pc:sldMk cId="72214896" sldId="258"/>
            <ac:spMk id="16" creationId="{BACC6370-2D7E-4714-9D71-7542949D7D5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03.610" v="72"/>
          <ac:spMkLst>
            <pc:docMk/>
            <pc:sldMk cId="72214896" sldId="258"/>
            <ac:spMk id="17" creationId="{F68B3F68-107C-434F-AA38-110D5EA91B85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03.610" v="72"/>
          <ac:spMkLst>
            <pc:docMk/>
            <pc:sldMk cId="72214896" sldId="258"/>
            <ac:spMk id="18" creationId="{AAD0DBB9-1A4B-4391-81D4-CB19F9AB918A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33.266" v="79"/>
          <ac:spMkLst>
            <pc:docMk/>
            <pc:sldMk cId="72214896" sldId="258"/>
            <ac:spMk id="21" creationId="{53B021B3-DE93-4AB7-8A18-CF5F1CED88B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33.266" v="79"/>
          <ac:spMkLst>
            <pc:docMk/>
            <pc:sldMk cId="72214896" sldId="258"/>
            <ac:spMk id="22" creationId="{52D502E5-F6B4-4D58-B4AE-FC466FF15EE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33.266" v="79"/>
          <ac:spMkLst>
            <pc:docMk/>
            <pc:sldMk cId="72214896" sldId="258"/>
            <ac:spMk id="23" creationId="{9DECDBF4-02B6-4BB4-B65B-B8107AD6A9E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25.313" v="76"/>
          <ac:spMkLst>
            <pc:docMk/>
            <pc:sldMk cId="72214896" sldId="258"/>
            <ac:spMk id="29" creationId="{6C4028FD-8BAA-4A19-BFDE-594D991B7552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33.266" v="78"/>
          <ac:spMkLst>
            <pc:docMk/>
            <pc:sldMk cId="72214896" sldId="258"/>
            <ac:spMk id="31" creationId="{F7117410-A2A4-4085-9ADC-46744551DBDE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33.266" v="78"/>
          <ac:spMkLst>
            <pc:docMk/>
            <pc:sldMk cId="72214896" sldId="258"/>
            <ac:spMk id="32" creationId="{7301F447-EEF7-48F5-AF73-7566EE7F64A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33.266" v="78"/>
          <ac:spMkLst>
            <pc:docMk/>
            <pc:sldMk cId="72214896" sldId="258"/>
            <ac:spMk id="33" creationId="{99F74EB5-E547-4FB4-95F5-BCC788F3C4A0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0:42.001" v="80"/>
          <ac:spMkLst>
            <pc:docMk/>
            <pc:sldMk cId="72214896" sldId="258"/>
            <ac:spMk id="35" creationId="{6C4028FD-8BAA-4A19-BFDE-594D991B7552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0:42.001" v="80"/>
          <ac:spMkLst>
            <pc:docMk/>
            <pc:sldMk cId="72214896" sldId="258"/>
            <ac:spMk id="40" creationId="{6C4028FD-8BAA-4A19-BFDE-594D991B7552}"/>
          </ac:spMkLst>
        </pc:sp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0:59:06.828" v="57"/>
          <ac:graphicFrameMkLst>
            <pc:docMk/>
            <pc:sldMk cId="72214896" sldId="258"/>
            <ac:graphicFrameMk id="5" creationId="{A14D61C0-A18E-2325-DE2B-F1D8B363AC91}"/>
          </ac:graphicFrameMkLst>
        </pc:graphicFrameChg>
        <pc:graphicFrameChg chg="add del">
          <ac:chgData name="Arseniy Buzyan (extern)" userId="S::arseniy.buzyan@edu.stockholm.se::f92a01cd-049f-4602-b292-09b82d2ea4e3" providerId="AD" clId="Web-{83B3BF6B-5744-E710-C2A6-1C950EAC2E6F}" dt="2026-08-04T11:00:01.344" v="70"/>
          <ac:graphicFrameMkLst>
            <pc:docMk/>
            <pc:sldMk cId="72214896" sldId="258"/>
            <ac:graphicFrameMk id="6" creationId="{D24E5F69-BBA1-7A42-A002-2A5DF35EB0F8}"/>
          </ac:graphicFrameMkLst>
        </pc:graphicFrameChg>
        <pc:graphicFrameChg chg="add del">
          <ac:chgData name="Arseniy Buzyan (extern)" userId="S::arseniy.buzyan@edu.stockholm.se::f92a01cd-049f-4602-b292-09b82d2ea4e3" providerId="AD" clId="Web-{83B3BF6B-5744-E710-C2A6-1C950EAC2E6F}" dt="2026-08-04T11:00:03.610" v="72"/>
          <ac:graphicFrameMkLst>
            <pc:docMk/>
            <pc:sldMk cId="72214896" sldId="258"/>
            <ac:graphicFrameMk id="19" creationId="{BFC627F5-74D9-9592-A753-A32755CD990B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83B3BF6B-5744-E710-C2A6-1C950EAC2E6F}" dt="2026-08-04T11:00:55.579" v="84" actId="14100"/>
          <ac:graphicFrameMkLst>
            <pc:docMk/>
            <pc:sldMk cId="72214896" sldId="258"/>
            <ac:graphicFrameMk id="24" creationId="{D24E5F69-BBA1-7A42-A002-2A5DF35EB0F8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01:59.455" v="97" actId="20577"/>
        <pc:sldMkLst>
          <pc:docMk/>
          <pc:sldMk cId="4065317508" sldId="259"/>
        </pc:sldMkLst>
        <pc:spChg chg="del">
          <ac:chgData name="Arseniy Buzyan (extern)" userId="S::arseniy.buzyan@edu.stockholm.se::f92a01cd-049f-4602-b292-09b82d2ea4e3" providerId="AD" clId="Web-{83B3BF6B-5744-E710-C2A6-1C950EAC2E6F}" dt="2026-08-04T11:01:16.501" v="85"/>
          <ac:spMkLst>
            <pc:docMk/>
            <pc:sldMk cId="4065317508" sldId="259"/>
            <ac:spMk id="2" creationId="{2F59DBB1-6139-25BB-4956-2761F0B09BD8}"/>
          </ac:spMkLst>
        </pc:spChg>
        <pc:spChg chg="mod">
          <ac:chgData name="Arseniy Buzyan (extern)" userId="S::arseniy.buzyan@edu.stockholm.se::f92a01cd-049f-4602-b292-09b82d2ea4e3" providerId="AD" clId="Web-{83B3BF6B-5744-E710-C2A6-1C950EAC2E6F}" dt="2026-08-04T11:01:59.455" v="97" actId="20577"/>
          <ac:spMkLst>
            <pc:docMk/>
            <pc:sldMk cId="4065317508" sldId="259"/>
            <ac:spMk id="3" creationId="{6017205B-9726-5610-F2A0-5293D1CD6565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1:45.580" v="93"/>
          <ac:spMkLst>
            <pc:docMk/>
            <pc:sldMk cId="4065317508" sldId="259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1:45.580" v="93"/>
          <ac:spMkLst>
            <pc:docMk/>
            <pc:sldMk cId="4065317508" sldId="259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1:45.580" v="93"/>
          <ac:spMkLst>
            <pc:docMk/>
            <pc:sldMk cId="4065317508" sldId="259"/>
            <ac:spMk id="12" creationId="{450D3AD2-FA80-415F-A9CE-54D884561CD7}"/>
          </ac:spMkLst>
        </pc:spChg>
      </pc:sldChg>
      <pc:sldChg chg="addSp delSp modSp new">
        <pc:chgData name="Arseniy Buzyan (extern)" userId="S::arseniy.buzyan@edu.stockholm.se::f92a01cd-049f-4602-b292-09b82d2ea4e3" providerId="AD" clId="Web-{83B3BF6B-5744-E710-C2A6-1C950EAC2E6F}" dt="2026-08-04T11:03:55.953" v="203"/>
        <pc:sldMkLst>
          <pc:docMk/>
          <pc:sldMk cId="2973840508" sldId="260"/>
        </pc:sldMkLst>
        <pc:spChg chg="mod">
          <ac:chgData name="Arseniy Buzyan (extern)" userId="S::arseniy.buzyan@edu.stockholm.se::f92a01cd-049f-4602-b292-09b82d2ea4e3" providerId="AD" clId="Web-{83B3BF6B-5744-E710-C2A6-1C950EAC2E6F}" dt="2026-08-04T11:02:58.015" v="106" actId="14100"/>
          <ac:spMkLst>
            <pc:docMk/>
            <pc:sldMk cId="2973840508" sldId="260"/>
            <ac:spMk id="2" creationId="{127DB95D-3CDD-89A2-0689-340D308D1882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2:50.843" v="103"/>
          <ac:spMkLst>
            <pc:docMk/>
            <pc:sldMk cId="2973840508" sldId="260"/>
            <ac:spMk id="3" creationId="{6B4DC3F2-60D1-52B2-A7B3-4B15AF721DE7}"/>
          </ac:spMkLst>
        </pc:sp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1:02:30.674" v="102"/>
          <ac:graphicFrameMkLst>
            <pc:docMk/>
            <pc:sldMk cId="2973840508" sldId="260"/>
            <ac:graphicFrameMk id="5" creationId="{5D39C1DF-9ABA-ACA9-9E39-80D9B6E04A51}"/>
          </ac:graphicFrameMkLst>
        </pc:graphicFrameChg>
        <pc:graphicFrameChg chg="add mod ord modGraphic">
          <ac:chgData name="Arseniy Buzyan (extern)" userId="S::arseniy.buzyan@edu.stockholm.se::f92a01cd-049f-4602-b292-09b82d2ea4e3" providerId="AD" clId="Web-{83B3BF6B-5744-E710-C2A6-1C950EAC2E6F}" dt="2026-08-04T11:03:55.953" v="203"/>
          <ac:graphicFrameMkLst>
            <pc:docMk/>
            <pc:sldMk cId="2973840508" sldId="260"/>
            <ac:graphicFrameMk id="5" creationId="{BDF4FC79-0595-1164-46CE-A8F4F6736389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06:03.236" v="325" actId="1076"/>
        <pc:sldMkLst>
          <pc:docMk/>
          <pc:sldMk cId="1768499755" sldId="261"/>
        </pc:sldMkLst>
        <pc:spChg chg="mod">
          <ac:chgData name="Arseniy Buzyan (extern)" userId="S::arseniy.buzyan@edu.stockholm.se::f92a01cd-049f-4602-b292-09b82d2ea4e3" providerId="AD" clId="Web-{83B3BF6B-5744-E710-C2A6-1C950EAC2E6F}" dt="2026-08-04T11:04:51.501" v="212"/>
          <ac:spMkLst>
            <pc:docMk/>
            <pc:sldMk cId="1768499755" sldId="261"/>
            <ac:spMk id="2" creationId="{6E1C4AF4-FCD9-349B-BF84-C0C76CCABC1B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51.501" v="212"/>
          <ac:spMkLst>
            <pc:docMk/>
            <pc:sldMk cId="1768499755" sldId="261"/>
            <ac:spMk id="3" creationId="{90FA15AA-9980-0E41-3FBB-2598A0685477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51.485" v="211"/>
          <ac:spMkLst>
            <pc:docMk/>
            <pc:sldMk cId="1768499755" sldId="261"/>
            <ac:spMk id="8" creationId="{DEE2AD96-B495-4E06-9291-B71706F728CB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47.016" v="209"/>
          <ac:spMkLst>
            <pc:docMk/>
            <pc:sldMk cId="1768499755" sldId="261"/>
            <ac:spMk id="10" creationId="{A3363022-C969-41E9-8EB2-E4C94908C1FA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47.016" v="209"/>
          <ac:spMkLst>
            <pc:docMk/>
            <pc:sldMk cId="1768499755" sldId="261"/>
            <ac:spMk id="12" creationId="{8D1AD6B3-BE88-4CEB-BA17-790657CC4729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51.485" v="211"/>
          <ac:spMkLst>
            <pc:docMk/>
            <pc:sldMk cId="1768499755" sldId="261"/>
            <ac:spMk id="16" creationId="{7D96243B-ECED-4B71-8E06-AE9A285EAD20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51.485" v="211"/>
          <ac:spMkLst>
            <pc:docMk/>
            <pc:sldMk cId="1768499755" sldId="261"/>
            <ac:spMk id="18" creationId="{A09989E4-EFDC-4A90-A633-E0525FB4139E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51.485" v="211"/>
          <ac:spMkLst>
            <pc:docMk/>
            <pc:sldMk cId="1768499755" sldId="261"/>
            <ac:spMk id="19" creationId="{53CF6D67-C5A8-4ADD-9E8E-1E38CA1D3166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51.485" v="211"/>
          <ac:spMkLst>
            <pc:docMk/>
            <pc:sldMk cId="1768499755" sldId="261"/>
            <ac:spMk id="20" creationId="{86909FA0-B515-4681-B7A8-FA281D133B94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51.485" v="211"/>
          <ac:spMkLst>
            <pc:docMk/>
            <pc:sldMk cId="1768499755" sldId="261"/>
            <ac:spMk id="21" creationId="{21C9FE86-FCC3-4A31-AA1C-C882262B7FE7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4:51.485" v="211"/>
          <ac:spMkLst>
            <pc:docMk/>
            <pc:sldMk cId="1768499755" sldId="261"/>
            <ac:spMk id="22" creationId="{90FA15AA-9980-0E41-3FBB-2598A0685477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4:51.501" v="212"/>
          <ac:spMkLst>
            <pc:docMk/>
            <pc:sldMk cId="1768499755" sldId="261"/>
            <ac:spMk id="24" creationId="{1B15ED52-F352-441B-82BF-E0EA34836D08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4:51.501" v="212"/>
          <ac:spMkLst>
            <pc:docMk/>
            <pc:sldMk cId="1768499755" sldId="261"/>
            <ac:spMk id="25" creationId="{3B2E3793-BFE6-45A2-9B7B-E18844431C99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4:51.501" v="212"/>
          <ac:spMkLst>
            <pc:docMk/>
            <pc:sldMk cId="1768499755" sldId="261"/>
            <ac:spMk id="26" creationId="{BC4C4868-CB8F-4AF9-9CDB-8108F2C19B67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4:51.501" v="212"/>
          <ac:spMkLst>
            <pc:docMk/>
            <pc:sldMk cId="1768499755" sldId="261"/>
            <ac:spMk id="27" creationId="{375E0459-6403-40CD-989D-56A4407CA12E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4:51.501" v="212"/>
          <ac:spMkLst>
            <pc:docMk/>
            <pc:sldMk cId="1768499755" sldId="261"/>
            <ac:spMk id="28" creationId="{53E5B1A8-3AC9-4BD1-9BBC-78CA94F2D1BA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5:22.954" v="219"/>
          <ac:spMkLst>
            <pc:docMk/>
            <pc:sldMk cId="1768499755" sldId="261"/>
            <ac:spMk id="29" creationId="{90FA15AA-9980-0E41-3FBB-2598A0685477}"/>
          </ac:spMkLst>
        </pc:spChg>
        <pc:spChg chg="add mod">
          <ac:chgData name="Arseniy Buzyan (extern)" userId="S::arseniy.buzyan@edu.stockholm.se::f92a01cd-049f-4602-b292-09b82d2ea4e3" providerId="AD" clId="Web-{83B3BF6B-5744-E710-C2A6-1C950EAC2E6F}" dt="2026-08-04T11:06:03.236" v="325" actId="1076"/>
          <ac:spMkLst>
            <pc:docMk/>
            <pc:sldMk cId="1768499755" sldId="261"/>
            <ac:spMk id="30" creationId="{0606D230-664A-50D1-81DF-3A1DD36B2CF0}"/>
          </ac:spMkLst>
        </pc:spChg>
        <pc:grpChg chg="add del">
          <ac:chgData name="Arseniy Buzyan (extern)" userId="S::arseniy.buzyan@edu.stockholm.se::f92a01cd-049f-4602-b292-09b82d2ea4e3" providerId="AD" clId="Web-{83B3BF6B-5744-E710-C2A6-1C950EAC2E6F}" dt="2026-08-04T11:04:47.016" v="209"/>
          <ac:grpSpMkLst>
            <pc:docMk/>
            <pc:sldMk cId="1768499755" sldId="261"/>
            <ac:grpSpMk id="14" creationId="{89D1390B-7E13-4B4F-9CB2-391063412E54}"/>
          </ac:grpSpMkLst>
        </pc:grp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1:05:00.657" v="214"/>
          <ac:graphicFrameMkLst>
            <pc:docMk/>
            <pc:sldMk cId="1768499755" sldId="261"/>
            <ac:graphicFrameMk id="5" creationId="{2C6E0C22-64BE-9229-D5B2-186F032FE8AD}"/>
          </ac:graphicFrameMkLst>
        </pc:graphicFrame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1:05:21.329" v="218"/>
          <ac:graphicFrameMkLst>
            <pc:docMk/>
            <pc:sldMk cId="1768499755" sldId="261"/>
            <ac:graphicFrameMk id="6" creationId="{F429A58D-54F6-9775-3259-CB5E7A734960}"/>
          </ac:graphicFrameMkLst>
        </pc:graphicFrameChg>
        <pc:graphicFrameChg chg="add del mod">
          <ac:chgData name="Arseniy Buzyan (extern)" userId="S::arseniy.buzyan@edu.stockholm.se::f92a01cd-049f-4602-b292-09b82d2ea4e3" providerId="AD" clId="Web-{83B3BF6B-5744-E710-C2A6-1C950EAC2E6F}" dt="2026-08-04T11:05:18.923" v="217"/>
          <ac:graphicFrameMkLst>
            <pc:docMk/>
            <pc:sldMk cId="1768499755" sldId="261"/>
            <ac:graphicFrameMk id="11" creationId="{0A08B65A-0EEC-B261-E67C-A5A5E48D80A8}"/>
          </ac:graphicFrameMkLst>
        </pc:graphicFrameChg>
        <pc:graphicFrameChg chg="add mod ord modGraphic">
          <ac:chgData name="Arseniy Buzyan (extern)" userId="S::arseniy.buzyan@edu.stockholm.se::f92a01cd-049f-4602-b292-09b82d2ea4e3" providerId="AD" clId="Web-{83B3BF6B-5744-E710-C2A6-1C950EAC2E6F}" dt="2026-08-04T11:05:50.908" v="317"/>
          <ac:graphicFrameMkLst>
            <pc:docMk/>
            <pc:sldMk cId="1768499755" sldId="261"/>
            <ac:graphicFrameMk id="23" creationId="{A9B87940-33A1-1406-E58B-AB84B4C42BE2}"/>
          </ac:graphicFrameMkLst>
        </pc:graphicFrameChg>
        <pc:picChg chg="add del">
          <ac:chgData name="Arseniy Buzyan (extern)" userId="S::arseniy.buzyan@edu.stockholm.se::f92a01cd-049f-4602-b292-09b82d2ea4e3" providerId="AD" clId="Web-{83B3BF6B-5744-E710-C2A6-1C950EAC2E6F}" dt="2026-08-04T11:04:47.016" v="209"/>
          <ac:picMkLst>
            <pc:docMk/>
            <pc:sldMk cId="1768499755" sldId="261"/>
            <ac:picMk id="7" creationId="{629653BE-C42D-0A0C-6AE0-469BC61AFBF4}"/>
          </ac:picMkLst>
        </pc:picChg>
      </pc:sldChg>
      <pc:sldChg chg="addSp delSp modSp new mod setBg setClrOvrMap">
        <pc:chgData name="Arseniy Buzyan (extern)" userId="S::arseniy.buzyan@edu.stockholm.se::f92a01cd-049f-4602-b292-09b82d2ea4e3" providerId="AD" clId="Web-{83B3BF6B-5744-E710-C2A6-1C950EAC2E6F}" dt="2026-08-04T11:09:19.801" v="356" actId="1076"/>
        <pc:sldMkLst>
          <pc:docMk/>
          <pc:sldMk cId="1737310304" sldId="262"/>
        </pc:sldMkLst>
        <pc:spChg chg="mod">
          <ac:chgData name="Arseniy Buzyan (extern)" userId="S::arseniy.buzyan@edu.stockholm.se::f92a01cd-049f-4602-b292-09b82d2ea4e3" providerId="AD" clId="Web-{83B3BF6B-5744-E710-C2A6-1C950EAC2E6F}" dt="2026-08-04T11:09:10.551" v="352" actId="14100"/>
          <ac:spMkLst>
            <pc:docMk/>
            <pc:sldMk cId="1737310304" sldId="262"/>
            <ac:spMk id="2" creationId="{ECB6F75A-4B0E-66FA-9D41-A269C91556E4}"/>
          </ac:spMkLst>
        </pc:spChg>
        <pc:spChg chg="del mod">
          <ac:chgData name="Arseniy Buzyan (extern)" userId="S::arseniy.buzyan@edu.stockholm.se::f92a01cd-049f-4602-b292-09b82d2ea4e3" providerId="AD" clId="Web-{83B3BF6B-5744-E710-C2A6-1C950EAC2E6F}" dt="2026-08-04T11:06:58.643" v="333"/>
          <ac:spMkLst>
            <pc:docMk/>
            <pc:sldMk cId="1737310304" sldId="262"/>
            <ac:spMk id="3" creationId="{1D3691BB-DF63-599C-E5FF-2B8FCE698C1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8:11.066" v="340"/>
          <ac:spMkLst>
            <pc:docMk/>
            <pc:sldMk cId="1737310304" sldId="262"/>
            <ac:spMk id="9" creationId="{BACC6370-2D7E-4714-9D71-7542949D7D5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8:11.066" v="340"/>
          <ac:spMkLst>
            <pc:docMk/>
            <pc:sldMk cId="1737310304" sldId="262"/>
            <ac:spMk id="11" creationId="{F68B3F68-107C-434F-AA38-110D5EA91B85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8:11.066" v="340"/>
          <ac:spMkLst>
            <pc:docMk/>
            <pc:sldMk cId="1737310304" sldId="262"/>
            <ac:spMk id="13" creationId="{AAD0DBB9-1A4B-4391-81D4-CB19F9AB918A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8:11.066" v="340"/>
          <ac:spMkLst>
            <pc:docMk/>
            <pc:sldMk cId="1737310304" sldId="262"/>
            <ac:spMk id="15" creationId="{063BBA22-50EA-4C4D-BE05-F1CE4E63AA56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7:44.269" v="335"/>
          <ac:spMkLst>
            <pc:docMk/>
            <pc:sldMk cId="1737310304" sldId="262"/>
            <ac:spMk id="21" creationId="{9228552E-C8B1-4A80-8448-0787CE0FC704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8:00.628" v="337"/>
          <ac:spMkLst>
            <pc:docMk/>
            <pc:sldMk cId="1737310304" sldId="262"/>
            <ac:spMk id="23" creationId="{1D460C86-854F-4FB3-ABC2-E823D8FEB9DB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8:00.628" v="337"/>
          <ac:spMkLst>
            <pc:docMk/>
            <pc:sldMk cId="1737310304" sldId="262"/>
            <ac:spMk id="24" creationId="{DB304A14-32D0-4873-B914-423ED7B8DAF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8:00.628" v="337"/>
          <ac:spMkLst>
            <pc:docMk/>
            <pc:sldMk cId="1737310304" sldId="262"/>
            <ac:spMk id="25" creationId="{BB48116A-278A-4CC5-89D3-9DE8E8FF1245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8:11.034" v="339"/>
          <ac:spMkLst>
            <pc:docMk/>
            <pc:sldMk cId="1737310304" sldId="262"/>
            <ac:spMk id="29" creationId="{E10650BA-D090-4A23-98E3-B48BBAEA9201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08:11.066" v="340"/>
          <ac:spMkLst>
            <pc:docMk/>
            <pc:sldMk cId="1737310304" sldId="262"/>
            <ac:spMk id="37" creationId="{257363FD-7E77-4145-9483-331A807ADF0E}"/>
          </ac:spMkLst>
        </pc:spChg>
        <pc:grpChg chg="add del">
          <ac:chgData name="Arseniy Buzyan (extern)" userId="S::arseniy.buzyan@edu.stockholm.se::f92a01cd-049f-4602-b292-09b82d2ea4e3" providerId="AD" clId="Web-{83B3BF6B-5744-E710-C2A6-1C950EAC2E6F}" dt="2026-08-04T11:08:11.034" v="339"/>
          <ac:grpSpMkLst>
            <pc:docMk/>
            <pc:sldMk cId="1737310304" sldId="262"/>
            <ac:grpSpMk id="31" creationId="{FFB939B9-73CE-4644-87BB-72AEBF001142}"/>
          </ac:grpSpMkLst>
        </pc:grpChg>
        <pc:graphicFrameChg chg="add mod modGraphic">
          <ac:chgData name="Arseniy Buzyan (extern)" userId="S::arseniy.buzyan@edu.stockholm.se::f92a01cd-049f-4602-b292-09b82d2ea4e3" providerId="AD" clId="Web-{83B3BF6B-5744-E710-C2A6-1C950EAC2E6F}" dt="2026-08-04T11:09:19.801" v="356" actId="1076"/>
          <ac:graphicFrameMkLst>
            <pc:docMk/>
            <pc:sldMk cId="1737310304" sldId="262"/>
            <ac:graphicFrameMk id="5" creationId="{9D31CDDE-5FB8-1F25-1D2B-E989ADAC329A}"/>
          </ac:graphicFrameMkLst>
        </pc:graphicFrameChg>
        <pc:graphicFrameChg chg="add del mod">
          <ac:chgData name="Arseniy Buzyan (extern)" userId="S::arseniy.buzyan@edu.stockholm.se::f92a01cd-049f-4602-b292-09b82d2ea4e3" providerId="AD" clId="Web-{83B3BF6B-5744-E710-C2A6-1C950EAC2E6F}" dt="2026-08-04T11:08:45.738" v="346"/>
          <ac:graphicFrameMkLst>
            <pc:docMk/>
            <pc:sldMk cId="1737310304" sldId="262"/>
            <ac:graphicFrameMk id="64" creationId="{20B982BB-58B6-82D4-F4AD-E4FF921E8704}"/>
          </ac:graphicFrameMkLst>
        </pc:graphicFrameChg>
        <pc:picChg chg="add del">
          <ac:chgData name="Arseniy Buzyan (extern)" userId="S::arseniy.buzyan@edu.stockholm.se::f92a01cd-049f-4602-b292-09b82d2ea4e3" providerId="AD" clId="Web-{83B3BF6B-5744-E710-C2A6-1C950EAC2E6F}" dt="2026-08-04T11:07:44.269" v="335"/>
          <ac:picMkLst>
            <pc:docMk/>
            <pc:sldMk cId="1737310304" sldId="262"/>
            <ac:picMk id="17" creationId="{8EFCEE90-099B-285A-ED78-E4D7428D8A50}"/>
          </ac:picMkLst>
        </pc:picChg>
        <pc:picChg chg="add del">
          <ac:chgData name="Arseniy Buzyan (extern)" userId="S::arseniy.buzyan@edu.stockholm.se::f92a01cd-049f-4602-b292-09b82d2ea4e3" providerId="AD" clId="Web-{83B3BF6B-5744-E710-C2A6-1C950EAC2E6F}" dt="2026-08-04T11:08:00.628" v="337"/>
          <ac:picMkLst>
            <pc:docMk/>
            <pc:sldMk cId="1737310304" sldId="262"/>
            <ac:picMk id="26" creationId="{1DCB7270-EE61-A9EC-1EE4-13113C3D3E61}"/>
          </ac:picMkLst>
        </pc:picChg>
        <pc:picChg chg="add del">
          <ac:chgData name="Arseniy Buzyan (extern)" userId="S::arseniy.buzyan@edu.stockholm.se::f92a01cd-049f-4602-b292-09b82d2ea4e3" providerId="AD" clId="Web-{83B3BF6B-5744-E710-C2A6-1C950EAC2E6F}" dt="2026-08-04T11:08:11.034" v="339"/>
          <ac:picMkLst>
            <pc:docMk/>
            <pc:sldMk cId="1737310304" sldId="262"/>
            <ac:picMk id="30" creationId="{80013C97-3D62-A66D-1826-854EED83E59B}"/>
          </ac:picMkLst>
        </pc:picChg>
        <pc:picChg chg="add">
          <ac:chgData name="Arseniy Buzyan (extern)" userId="S::arseniy.buzyan@edu.stockholm.se::f92a01cd-049f-4602-b292-09b82d2ea4e3" providerId="AD" clId="Web-{83B3BF6B-5744-E710-C2A6-1C950EAC2E6F}" dt="2026-08-04T11:08:11.066" v="340"/>
          <ac:picMkLst>
            <pc:docMk/>
            <pc:sldMk cId="1737310304" sldId="262"/>
            <ac:picMk id="36" creationId="{CD9FCCC1-2CC1-C5BE-B8EB-8809774D2DCA}"/>
          </ac:picMkLst>
        </pc:picChg>
        <pc:picChg chg="add mod">
          <ac:chgData name="Arseniy Buzyan (extern)" userId="S::arseniy.buzyan@edu.stockholm.se::f92a01cd-049f-4602-b292-09b82d2ea4e3" providerId="AD" clId="Web-{83B3BF6B-5744-E710-C2A6-1C950EAC2E6F}" dt="2026-08-04T11:09:17.301" v="355" actId="1076"/>
          <ac:picMkLst>
            <pc:docMk/>
            <pc:sldMk cId="1737310304" sldId="262"/>
            <ac:picMk id="65" creationId="{321BB3A5-4681-6E56-0B16-F007676D9EF4}"/>
          </ac:picMkLst>
        </pc:picChg>
      </pc:sldChg>
      <pc:sldChg chg="addSp delSp modSp new del">
        <pc:chgData name="Arseniy Buzyan (extern)" userId="S::arseniy.buzyan@edu.stockholm.se::f92a01cd-049f-4602-b292-09b82d2ea4e3" providerId="AD" clId="Web-{83B3BF6B-5744-E710-C2A6-1C950EAC2E6F}" dt="2026-08-04T11:09:49.692" v="363"/>
        <pc:sldMkLst>
          <pc:docMk/>
          <pc:sldMk cId="2407816506" sldId="263"/>
        </pc:sldMkLst>
        <pc:spChg chg="mod">
          <ac:chgData name="Arseniy Buzyan (extern)" userId="S::arseniy.buzyan@edu.stockholm.se::f92a01cd-049f-4602-b292-09b82d2ea4e3" providerId="AD" clId="Web-{83B3BF6B-5744-E710-C2A6-1C950EAC2E6F}" dt="2026-08-04T11:09:33.270" v="359" actId="20577"/>
          <ac:spMkLst>
            <pc:docMk/>
            <pc:sldMk cId="2407816506" sldId="263"/>
            <ac:spMk id="2" creationId="{BCBC586F-549F-5C7E-2D95-BD786272831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09:38.895" v="361"/>
          <ac:spMkLst>
            <pc:docMk/>
            <pc:sldMk cId="2407816506" sldId="263"/>
            <ac:spMk id="3" creationId="{C281ECFD-35F9-DF68-8CFD-010518E4A938}"/>
          </ac:spMkLst>
        </pc:sp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1:09:38.895" v="361"/>
          <ac:graphicFrameMkLst>
            <pc:docMk/>
            <pc:sldMk cId="2407816506" sldId="263"/>
            <ac:graphicFrameMk id="5" creationId="{ACF8EE0E-F502-EEBE-36E4-EAF4225936B4}"/>
          </ac:graphicFrameMkLst>
        </pc:graphicFrameChg>
      </pc:sldChg>
      <pc:sldChg chg="addSp delSp modSp add replId">
        <pc:chgData name="Arseniy Buzyan (extern)" userId="S::arseniy.buzyan@edu.stockholm.se::f92a01cd-049f-4602-b292-09b82d2ea4e3" providerId="AD" clId="Web-{83B3BF6B-5744-E710-C2A6-1C950EAC2E6F}" dt="2026-08-04T11:11:08.802" v="453"/>
        <pc:sldMkLst>
          <pc:docMk/>
          <pc:sldMk cId="2404374616" sldId="264"/>
        </pc:sldMkLst>
        <pc:spChg chg="mod">
          <ac:chgData name="Arseniy Buzyan (extern)" userId="S::arseniy.buzyan@edu.stockholm.se::f92a01cd-049f-4602-b292-09b82d2ea4e3" providerId="AD" clId="Web-{83B3BF6B-5744-E710-C2A6-1C950EAC2E6F}" dt="2026-08-04T11:10:35.146" v="371"/>
          <ac:spMkLst>
            <pc:docMk/>
            <pc:sldMk cId="2404374616" sldId="264"/>
            <ac:spMk id="2" creationId="{0B6D7844-135F-73E4-AB8D-0A8A6B26797C}"/>
          </ac:spMkLst>
        </pc:spChg>
        <pc:spChg chg="add del mod">
          <ac:chgData name="Arseniy Buzyan (extern)" userId="S::arseniy.buzyan@edu.stockholm.se::f92a01cd-049f-4602-b292-09b82d2ea4e3" providerId="AD" clId="Web-{83B3BF6B-5744-E710-C2A6-1C950EAC2E6F}" dt="2026-08-04T11:10:35.146" v="371"/>
          <ac:spMkLst>
            <pc:docMk/>
            <pc:sldMk cId="2404374616" sldId="264"/>
            <ac:spMk id="26" creationId="{2736D6F7-4BE9-455E-F50E-9C7187EF810B}"/>
          </ac:spMkLst>
        </pc:spChg>
        <pc:spChg chg="del">
          <ac:chgData name="Arseniy Buzyan (extern)" userId="S::arseniy.buzyan@edu.stockholm.se::f92a01cd-049f-4602-b292-09b82d2ea4e3" providerId="AD" clId="Web-{83B3BF6B-5744-E710-C2A6-1C950EAC2E6F}" dt="2026-08-04T11:10:35.146" v="371"/>
          <ac:spMkLst>
            <pc:docMk/>
            <pc:sldMk cId="2404374616" sldId="264"/>
            <ac:spMk id="37" creationId="{F58B20DB-ED2E-C555-C78F-1E9C78DFF4EF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0:35.146" v="371"/>
          <ac:spMkLst>
            <pc:docMk/>
            <pc:sldMk cId="2404374616" sldId="264"/>
            <ac:spMk id="42" creationId="{7B1AB9FE-36F5-4FD1-9850-DB5C5AD4828F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0:35.146" v="371"/>
          <ac:spMkLst>
            <pc:docMk/>
            <pc:sldMk cId="2404374616" sldId="264"/>
            <ac:spMk id="44" creationId="{F489C2E0-4895-4B72-85EA-7EE9FAFFDC7E}"/>
          </ac:spMkLst>
        </pc:spChg>
        <pc:graphicFrameChg chg="del">
          <ac:chgData name="Arseniy Buzyan (extern)" userId="S::arseniy.buzyan@edu.stockholm.se::f92a01cd-049f-4602-b292-09b82d2ea4e3" providerId="AD" clId="Web-{83B3BF6B-5744-E710-C2A6-1C950EAC2E6F}" dt="2026-08-04T11:09:51.739" v="364"/>
          <ac:graphicFrameMkLst>
            <pc:docMk/>
            <pc:sldMk cId="2404374616" sldId="264"/>
            <ac:graphicFrameMk id="5" creationId="{1129C4B9-344B-981F-9B3B-E417ED6EBA9F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83B3BF6B-5744-E710-C2A6-1C950EAC2E6F}" dt="2026-08-04T11:11:08.802" v="453"/>
          <ac:graphicFrameMkLst>
            <pc:docMk/>
            <pc:sldMk cId="2404374616" sldId="264"/>
            <ac:graphicFrameMk id="28" creationId="{DC9F6B8D-31DD-5B0A-A2B6-EF362B68FDC4}"/>
          </ac:graphicFrameMkLst>
        </pc:graphicFrameChg>
        <pc:picChg chg="mod">
          <ac:chgData name="Arseniy Buzyan (extern)" userId="S::arseniy.buzyan@edu.stockholm.se::f92a01cd-049f-4602-b292-09b82d2ea4e3" providerId="AD" clId="Web-{83B3BF6B-5744-E710-C2A6-1C950EAC2E6F}" dt="2026-08-04T11:10:35.146" v="371"/>
          <ac:picMkLst>
            <pc:docMk/>
            <pc:sldMk cId="2404374616" sldId="264"/>
            <ac:picMk id="36" creationId="{2074D034-09FF-A237-8AD3-E61DD3A95F35}"/>
          </ac:picMkLst>
        </pc:picChg>
        <pc:picChg chg="del">
          <ac:chgData name="Arseniy Buzyan (extern)" userId="S::arseniy.buzyan@edu.stockholm.se::f92a01cd-049f-4602-b292-09b82d2ea4e3" providerId="AD" clId="Web-{83B3BF6B-5744-E710-C2A6-1C950EAC2E6F}" dt="2026-08-04T11:09:54.083" v="365"/>
          <ac:picMkLst>
            <pc:docMk/>
            <pc:sldMk cId="2404374616" sldId="264"/>
            <ac:picMk id="65" creationId="{6F651F82-224C-A63F-57D1-A0F30F9D85D5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13:34.022" v="525" actId="20577"/>
        <pc:sldMkLst>
          <pc:docMk/>
          <pc:sldMk cId="3599289754" sldId="265"/>
        </pc:sldMkLst>
        <pc:spChg chg="mod">
          <ac:chgData name="Arseniy Buzyan (extern)" userId="S::arseniy.buzyan@edu.stockholm.se::f92a01cd-049f-4602-b292-09b82d2ea4e3" providerId="AD" clId="Web-{83B3BF6B-5744-E710-C2A6-1C950EAC2E6F}" dt="2026-08-04T11:12:34.506" v="510"/>
          <ac:spMkLst>
            <pc:docMk/>
            <pc:sldMk cId="3599289754" sldId="265"/>
            <ac:spMk id="2" creationId="{D4ACE66C-24FD-9812-7BFA-921EEAA5A2A9}"/>
          </ac:spMkLst>
        </pc:spChg>
        <pc:spChg chg="del">
          <ac:chgData name="Arseniy Buzyan (extern)" userId="S::arseniy.buzyan@edu.stockholm.se::f92a01cd-049f-4602-b292-09b82d2ea4e3" providerId="AD" clId="Web-{83B3BF6B-5744-E710-C2A6-1C950EAC2E6F}" dt="2026-08-04T11:11:33.193" v="457"/>
          <ac:spMkLst>
            <pc:docMk/>
            <pc:sldMk cId="3599289754" sldId="265"/>
            <ac:spMk id="3" creationId="{BFD44F33-8AB3-A454-B9FD-1B64716B7546}"/>
          </ac:spMkLst>
        </pc:spChg>
        <pc:spChg chg="add mod">
          <ac:chgData name="Arseniy Buzyan (extern)" userId="S::arseniy.buzyan@edu.stockholm.se::f92a01cd-049f-4602-b292-09b82d2ea4e3" providerId="AD" clId="Web-{83B3BF6B-5744-E710-C2A6-1C950EAC2E6F}" dt="2026-08-04T11:13:34.022" v="525" actId="20577"/>
          <ac:spMkLst>
            <pc:docMk/>
            <pc:sldMk cId="3599289754" sldId="265"/>
            <ac:spMk id="7" creationId="{B29C79D3-1448-9D16-6E0D-3F4BC8BDCF0B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0.381" v="499"/>
          <ac:spMkLst>
            <pc:docMk/>
            <pc:sldMk cId="3599289754" sldId="265"/>
            <ac:spMk id="12" creationId="{5112AC23-F046-4DC5-9B92-07CA6CC7C580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0.381" v="499"/>
          <ac:spMkLst>
            <pc:docMk/>
            <pc:sldMk cId="3599289754" sldId="265"/>
            <ac:spMk id="14" creationId="{175AAFE7-143D-45AC-B616-09521E0F5597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0.381" v="499"/>
          <ac:spMkLst>
            <pc:docMk/>
            <pc:sldMk cId="3599289754" sldId="265"/>
            <ac:spMk id="16" creationId="{0BA5DB72-E109-4D37-B6DD-C328D539705B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2.819" v="501"/>
          <ac:spMkLst>
            <pc:docMk/>
            <pc:sldMk cId="3599289754" sldId="265"/>
            <ac:spMk id="24" creationId="{FBB336D1-2562-4680-B29B-E22C603C0ED9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0.381" v="499"/>
          <ac:spMkLst>
            <pc:docMk/>
            <pc:sldMk cId="3599289754" sldId="265"/>
            <ac:spMk id="26" creationId="{EB2D1A1F-B200-4444-AE01-EFC97AF7B51F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2.819" v="501"/>
          <ac:spMkLst>
            <pc:docMk/>
            <pc:sldMk cId="3599289754" sldId="265"/>
            <ac:spMk id="32" creationId="{B4806F9C-3233-4FC3-B300-D5AA58A5CD8F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0.381" v="499"/>
          <ac:spMkLst>
            <pc:docMk/>
            <pc:sldMk cId="3599289754" sldId="265"/>
            <ac:spMk id="40" creationId="{C8D9C5DD-B8B3-46A0-8FBC-EE462F96C4E5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2.819" v="501"/>
          <ac:spMkLst>
            <pc:docMk/>
            <pc:sldMk cId="3599289754" sldId="265"/>
            <ac:spMk id="42" creationId="{E38F5530-DA31-4B62-8DF9-56A1A3B6B614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2.819" v="501"/>
          <ac:spMkLst>
            <pc:docMk/>
            <pc:sldMk cId="3599289754" sldId="265"/>
            <ac:spMk id="43" creationId="{4AEFAF95-013F-4375-AAF4-033AC93F5550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6.647" v="503"/>
          <ac:spMkLst>
            <pc:docMk/>
            <pc:sldMk cId="3599289754" sldId="265"/>
            <ac:spMk id="50" creationId="{27FCFAB8-9E9C-414D-9FCB-CECED12D584F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6.647" v="503"/>
          <ac:spMkLst>
            <pc:docMk/>
            <pc:sldMk cId="3599289754" sldId="265"/>
            <ac:spMk id="51" creationId="{7921BC47-1DAA-41BD-BE0B-A61A5937045E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6.647" v="503"/>
          <ac:spMkLst>
            <pc:docMk/>
            <pc:sldMk cId="3599289754" sldId="265"/>
            <ac:spMk id="52" creationId="{76C16827-9A48-4468-BE81-11EC18E0AE54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9.100" v="505"/>
          <ac:spMkLst>
            <pc:docMk/>
            <pc:sldMk cId="3599289754" sldId="265"/>
            <ac:spMk id="54" creationId="{E38F5530-DA31-4B62-8DF9-56A1A3B6B614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9.100" v="505"/>
          <ac:spMkLst>
            <pc:docMk/>
            <pc:sldMk cId="3599289754" sldId="265"/>
            <ac:spMk id="55" creationId="{4AEFAF95-013F-4375-AAF4-033AC93F5550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9.100" v="505"/>
          <ac:spMkLst>
            <pc:docMk/>
            <pc:sldMk cId="3599289754" sldId="265"/>
            <ac:spMk id="58" creationId="{FBB336D1-2562-4680-B29B-E22C603C0ED9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29.100" v="505"/>
          <ac:spMkLst>
            <pc:docMk/>
            <pc:sldMk cId="3599289754" sldId="265"/>
            <ac:spMk id="61" creationId="{B4806F9C-3233-4FC3-B300-D5AA58A5CD8F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31.428" v="507"/>
          <ac:spMkLst>
            <pc:docMk/>
            <pc:sldMk cId="3599289754" sldId="265"/>
            <ac:spMk id="64" creationId="{27FCFAB8-9E9C-414D-9FCB-CECED12D584F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31.428" v="507"/>
          <ac:spMkLst>
            <pc:docMk/>
            <pc:sldMk cId="3599289754" sldId="265"/>
            <ac:spMk id="65" creationId="{7921BC47-1DAA-41BD-BE0B-A61A5937045E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31.428" v="507"/>
          <ac:spMkLst>
            <pc:docMk/>
            <pc:sldMk cId="3599289754" sldId="265"/>
            <ac:spMk id="66" creationId="{76C16827-9A48-4468-BE81-11EC18E0AE54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34.491" v="509"/>
          <ac:spMkLst>
            <pc:docMk/>
            <pc:sldMk cId="3599289754" sldId="265"/>
            <ac:spMk id="68" creationId="{E38F5530-DA31-4B62-8DF9-56A1A3B6B614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34.491" v="509"/>
          <ac:spMkLst>
            <pc:docMk/>
            <pc:sldMk cId="3599289754" sldId="265"/>
            <ac:spMk id="69" creationId="{4AEFAF95-013F-4375-AAF4-033AC93F5550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34.491" v="509"/>
          <ac:spMkLst>
            <pc:docMk/>
            <pc:sldMk cId="3599289754" sldId="265"/>
            <ac:spMk id="72" creationId="{FBB336D1-2562-4680-B29B-E22C603C0ED9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2:34.491" v="509"/>
          <ac:spMkLst>
            <pc:docMk/>
            <pc:sldMk cId="3599289754" sldId="265"/>
            <ac:spMk id="75" creationId="{B4806F9C-3233-4FC3-B300-D5AA58A5CD8F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2:34.506" v="510"/>
          <ac:spMkLst>
            <pc:docMk/>
            <pc:sldMk cId="3599289754" sldId="265"/>
            <ac:spMk id="78" creationId="{5112AC23-F046-4DC5-9B92-07CA6CC7C580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2:34.506" v="510"/>
          <ac:spMkLst>
            <pc:docMk/>
            <pc:sldMk cId="3599289754" sldId="265"/>
            <ac:spMk id="79" creationId="{175AAFE7-143D-45AC-B616-09521E0F5597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2:34.506" v="510"/>
          <ac:spMkLst>
            <pc:docMk/>
            <pc:sldMk cId="3599289754" sldId="265"/>
            <ac:spMk id="80" creationId="{0BA5DB72-E109-4D37-B6DD-C328D539705B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2:34.506" v="510"/>
          <ac:spMkLst>
            <pc:docMk/>
            <pc:sldMk cId="3599289754" sldId="265"/>
            <ac:spMk id="83" creationId="{EB2D1A1F-B200-4444-AE01-EFC97AF7B51F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2:34.506" v="510"/>
          <ac:spMkLst>
            <pc:docMk/>
            <pc:sldMk cId="3599289754" sldId="265"/>
            <ac:spMk id="87" creationId="{C8D9C5DD-B8B3-46A0-8FBC-EE462F96C4E5}"/>
          </ac:spMkLst>
        </pc:spChg>
        <pc:grpChg chg="add del">
          <ac:chgData name="Arseniy Buzyan (extern)" userId="S::arseniy.buzyan@edu.stockholm.se::f92a01cd-049f-4602-b292-09b82d2ea4e3" providerId="AD" clId="Web-{83B3BF6B-5744-E710-C2A6-1C950EAC2E6F}" dt="2026-08-04T11:12:20.381" v="499"/>
          <ac:grpSpMkLst>
            <pc:docMk/>
            <pc:sldMk cId="3599289754" sldId="265"/>
            <ac:grpSpMk id="18" creationId="{7C34EE77-74D1-42B4-801B-40B35A68C127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20.381" v="499"/>
          <ac:grpSpMkLst>
            <pc:docMk/>
            <pc:sldMk cId="3599289754" sldId="265"/>
            <ac:grpSpMk id="28" creationId="{70E4CB9D-2256-4786-8DDF-ADFBF3533745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20.381" v="499"/>
          <ac:grpSpMkLst>
            <pc:docMk/>
            <pc:sldMk cId="3599289754" sldId="265"/>
            <ac:grpSpMk id="34" creationId="{568E6F37-AE05-46BF-A77F-5505926E92C6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22.819" v="501"/>
          <ac:grpSpMkLst>
            <pc:docMk/>
            <pc:sldMk cId="3599289754" sldId="265"/>
            <ac:grpSpMk id="44" creationId="{68735E28-7236-42D8-A5E1-A0F302FE879A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22.819" v="501"/>
          <ac:grpSpMkLst>
            <pc:docMk/>
            <pc:sldMk cId="3599289754" sldId="265"/>
            <ac:grpSpMk id="46" creationId="{9EED3885-4010-4FBE-A045-DC59CAE78290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22.819" v="501"/>
          <ac:grpSpMkLst>
            <pc:docMk/>
            <pc:sldMk cId="3599289754" sldId="265"/>
            <ac:grpSpMk id="48" creationId="{70E3F9FC-BB7B-433D-8A4F-1BCFA582E019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29.100" v="505"/>
          <ac:grpSpMkLst>
            <pc:docMk/>
            <pc:sldMk cId="3599289754" sldId="265"/>
            <ac:grpSpMk id="56" creationId="{68735E28-7236-42D8-A5E1-A0F302FE879A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29.100" v="505"/>
          <ac:grpSpMkLst>
            <pc:docMk/>
            <pc:sldMk cId="3599289754" sldId="265"/>
            <ac:grpSpMk id="59" creationId="{9EED3885-4010-4FBE-A045-DC59CAE78290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29.100" v="505"/>
          <ac:grpSpMkLst>
            <pc:docMk/>
            <pc:sldMk cId="3599289754" sldId="265"/>
            <ac:grpSpMk id="62" creationId="{70E3F9FC-BB7B-433D-8A4F-1BCFA582E019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34.491" v="509"/>
          <ac:grpSpMkLst>
            <pc:docMk/>
            <pc:sldMk cId="3599289754" sldId="265"/>
            <ac:grpSpMk id="70" creationId="{68735E28-7236-42D8-A5E1-A0F302FE879A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34.491" v="509"/>
          <ac:grpSpMkLst>
            <pc:docMk/>
            <pc:sldMk cId="3599289754" sldId="265"/>
            <ac:grpSpMk id="73" creationId="{9EED3885-4010-4FBE-A045-DC59CAE78290}"/>
          </ac:grpSpMkLst>
        </pc:grpChg>
        <pc:grpChg chg="add del">
          <ac:chgData name="Arseniy Buzyan (extern)" userId="S::arseniy.buzyan@edu.stockholm.se::f92a01cd-049f-4602-b292-09b82d2ea4e3" providerId="AD" clId="Web-{83B3BF6B-5744-E710-C2A6-1C950EAC2E6F}" dt="2026-08-04T11:12:34.491" v="509"/>
          <ac:grpSpMkLst>
            <pc:docMk/>
            <pc:sldMk cId="3599289754" sldId="265"/>
            <ac:grpSpMk id="76" creationId="{70E3F9FC-BB7B-433D-8A4F-1BCFA582E019}"/>
          </ac:grpSpMkLst>
        </pc:grpChg>
        <pc:grpChg chg="add">
          <ac:chgData name="Arseniy Buzyan (extern)" userId="S::arseniy.buzyan@edu.stockholm.se::f92a01cd-049f-4602-b292-09b82d2ea4e3" providerId="AD" clId="Web-{83B3BF6B-5744-E710-C2A6-1C950EAC2E6F}" dt="2026-08-04T11:12:34.506" v="510"/>
          <ac:grpSpMkLst>
            <pc:docMk/>
            <pc:sldMk cId="3599289754" sldId="265"/>
            <ac:grpSpMk id="81" creationId="{7C34EE77-74D1-42B4-801B-40B35A68C127}"/>
          </ac:grpSpMkLst>
        </pc:grpChg>
        <pc:grpChg chg="add">
          <ac:chgData name="Arseniy Buzyan (extern)" userId="S::arseniy.buzyan@edu.stockholm.se::f92a01cd-049f-4602-b292-09b82d2ea4e3" providerId="AD" clId="Web-{83B3BF6B-5744-E710-C2A6-1C950EAC2E6F}" dt="2026-08-04T11:12:34.506" v="510"/>
          <ac:grpSpMkLst>
            <pc:docMk/>
            <pc:sldMk cId="3599289754" sldId="265"/>
            <ac:grpSpMk id="84" creationId="{70E4CB9D-2256-4786-8DDF-ADFBF3533745}"/>
          </ac:grpSpMkLst>
        </pc:grpChg>
        <pc:grpChg chg="add">
          <ac:chgData name="Arseniy Buzyan (extern)" userId="S::arseniy.buzyan@edu.stockholm.se::f92a01cd-049f-4602-b292-09b82d2ea4e3" providerId="AD" clId="Web-{83B3BF6B-5744-E710-C2A6-1C950EAC2E6F}" dt="2026-08-04T11:12:34.506" v="510"/>
          <ac:grpSpMkLst>
            <pc:docMk/>
            <pc:sldMk cId="3599289754" sldId="265"/>
            <ac:grpSpMk id="86" creationId="{568E6F37-AE05-46BF-A77F-5505926E92C6}"/>
          </ac:grpSpMkLst>
        </pc:grp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1:11:58.490" v="494"/>
          <ac:graphicFrameMkLst>
            <pc:docMk/>
            <pc:sldMk cId="3599289754" sldId="265"/>
            <ac:graphicFrameMk id="5" creationId="{91AE1ADC-6B97-3A49-B11C-E1EA8A3A4AC1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16:30.899" v="573" actId="20577"/>
        <pc:sldMkLst>
          <pc:docMk/>
          <pc:sldMk cId="3874545168" sldId="266"/>
        </pc:sldMkLst>
        <pc:spChg chg="mod">
          <ac:chgData name="Arseniy Buzyan (extern)" userId="S::arseniy.buzyan@edu.stockholm.se::f92a01cd-049f-4602-b292-09b82d2ea4e3" providerId="AD" clId="Web-{83B3BF6B-5744-E710-C2A6-1C950EAC2E6F}" dt="2026-08-04T11:15:42.727" v="556" actId="14100"/>
          <ac:spMkLst>
            <pc:docMk/>
            <pc:sldMk cId="3874545168" sldId="266"/>
            <ac:spMk id="2" creationId="{07773D22-5CBB-6B7C-D4B9-5E36AFC7A279}"/>
          </ac:spMkLst>
        </pc:spChg>
        <pc:spChg chg="del">
          <ac:chgData name="Arseniy Buzyan (extern)" userId="S::arseniy.buzyan@edu.stockholm.se::f92a01cd-049f-4602-b292-09b82d2ea4e3" providerId="AD" clId="Web-{83B3BF6B-5744-E710-C2A6-1C950EAC2E6F}" dt="2026-08-04T11:14:14.367" v="528"/>
          <ac:spMkLst>
            <pc:docMk/>
            <pc:sldMk cId="3874545168" sldId="266"/>
            <ac:spMk id="3" creationId="{5118D04D-3B1D-DDBF-9D13-86B63A75CE52}"/>
          </ac:spMkLst>
        </pc:spChg>
        <pc:spChg chg="add mod">
          <ac:chgData name="Arseniy Buzyan (extern)" userId="S::arseniy.buzyan@edu.stockholm.se::f92a01cd-049f-4602-b292-09b82d2ea4e3" providerId="AD" clId="Web-{83B3BF6B-5744-E710-C2A6-1C950EAC2E6F}" dt="2026-08-04T11:16:30.899" v="573" actId="20577"/>
          <ac:spMkLst>
            <pc:docMk/>
            <pc:sldMk cId="3874545168" sldId="266"/>
            <ac:spMk id="7" creationId="{24761C10-030C-2666-C26D-6328192E0829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5:00.195" v="543"/>
          <ac:spMkLst>
            <pc:docMk/>
            <pc:sldMk cId="3874545168" sldId="266"/>
            <ac:spMk id="12" creationId="{D7A453D2-15D8-4403-815F-291FA16340D9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5:00.195" v="543"/>
          <ac:spMkLst>
            <pc:docMk/>
            <pc:sldMk cId="3874545168" sldId="266"/>
            <ac:spMk id="14" creationId="{8161EA6B-09CA-445B-AB0D-8DF76FA92DEF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5:00.195" v="543"/>
          <ac:spMkLst>
            <pc:docMk/>
            <pc:sldMk cId="3874545168" sldId="266"/>
            <ac:spMk id="24" creationId="{B8114C98-A349-4111-A123-E8EAB86ABE30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5:00.195" v="543"/>
          <ac:spMkLst>
            <pc:docMk/>
            <pc:sldMk cId="3874545168" sldId="266"/>
            <ac:spMk id="32" creationId="{E2D3D3F2-ABBB-4453-B1C5-1BEBF7E4DD56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5:00.195" v="543"/>
          <ac:spMkLst>
            <pc:docMk/>
            <pc:sldMk cId="3874545168" sldId="266"/>
            <ac:spMk id="46" creationId="{773AEA78-C03B-40B7-9D11-DC022119D577}"/>
          </ac:spMkLst>
        </pc:spChg>
        <pc:grpChg chg="add">
          <ac:chgData name="Arseniy Buzyan (extern)" userId="S::arseniy.buzyan@edu.stockholm.se::f92a01cd-049f-4602-b292-09b82d2ea4e3" providerId="AD" clId="Web-{83B3BF6B-5744-E710-C2A6-1C950EAC2E6F}" dt="2026-08-04T11:15:00.195" v="543"/>
          <ac:grpSpMkLst>
            <pc:docMk/>
            <pc:sldMk cId="3874545168" sldId="266"/>
            <ac:grpSpMk id="16" creationId="{913B067F-3154-4968-A886-DF93A787EC44}"/>
          </ac:grpSpMkLst>
        </pc:grpChg>
        <pc:grpChg chg="add">
          <ac:chgData name="Arseniy Buzyan (extern)" userId="S::arseniy.buzyan@edu.stockholm.se::f92a01cd-049f-4602-b292-09b82d2ea4e3" providerId="AD" clId="Web-{83B3BF6B-5744-E710-C2A6-1C950EAC2E6F}" dt="2026-08-04T11:15:00.195" v="543"/>
          <ac:grpSpMkLst>
            <pc:docMk/>
            <pc:sldMk cId="3874545168" sldId="266"/>
            <ac:grpSpMk id="34" creationId="{8214E4A5-A0D2-42C4-8D14-D2A7E495F041}"/>
          </ac:grpSpMkLst>
        </pc:grpChg>
        <pc:graphicFrameChg chg="add del mod">
          <ac:chgData name="Arseniy Buzyan (extern)" userId="S::arseniy.buzyan@edu.stockholm.se::f92a01cd-049f-4602-b292-09b82d2ea4e3" providerId="AD" clId="Web-{83B3BF6B-5744-E710-C2A6-1C950EAC2E6F}" dt="2026-08-04T11:14:41.070" v="535"/>
          <ac:graphicFrameMkLst>
            <pc:docMk/>
            <pc:sldMk cId="3874545168" sldId="266"/>
            <ac:graphicFrameMk id="6" creationId="{77C43D0E-DD6C-B38C-4474-46E07C9150DE}"/>
          </ac:graphicFrameMkLst>
        </pc:graphicFrameChg>
        <pc:picChg chg="add mod ord">
          <ac:chgData name="Arseniy Buzyan (extern)" userId="S::arseniy.buzyan@edu.stockholm.se::f92a01cd-049f-4602-b292-09b82d2ea4e3" providerId="AD" clId="Web-{83B3BF6B-5744-E710-C2A6-1C950EAC2E6F}" dt="2026-08-04T11:15:56.462" v="558" actId="14100"/>
          <ac:picMkLst>
            <pc:docMk/>
            <pc:sldMk cId="3874545168" sldId="266"/>
            <ac:picMk id="4" creationId="{62CDE8EE-C84C-3FB6-1F3E-3AA290CB472A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17:34.822" v="580" actId="14100"/>
        <pc:sldMkLst>
          <pc:docMk/>
          <pc:sldMk cId="654553796" sldId="267"/>
        </pc:sldMkLst>
        <pc:spChg chg="mod">
          <ac:chgData name="Arseniy Buzyan (extern)" userId="S::arseniy.buzyan@edu.stockholm.se::f92a01cd-049f-4602-b292-09b82d2ea4e3" providerId="AD" clId="Web-{83B3BF6B-5744-E710-C2A6-1C950EAC2E6F}" dt="2026-08-04T11:17:18.087" v="578"/>
          <ac:spMkLst>
            <pc:docMk/>
            <pc:sldMk cId="654553796" sldId="267"/>
            <ac:spMk id="2" creationId="{6CC2A1FF-8100-441C-4703-03C33C35380C}"/>
          </ac:spMkLst>
        </pc:spChg>
        <pc:spChg chg="del mod">
          <ac:chgData name="Arseniy Buzyan (extern)" userId="S::arseniy.buzyan@edu.stockholm.se::f92a01cd-049f-4602-b292-09b82d2ea4e3" providerId="AD" clId="Web-{83B3BF6B-5744-E710-C2A6-1C950EAC2E6F}" dt="2026-08-04T11:17:07.806" v="577"/>
          <ac:spMkLst>
            <pc:docMk/>
            <pc:sldMk cId="654553796" sldId="267"/>
            <ac:spMk id="3" creationId="{FF3F7B6E-8EC4-33B3-12B9-0D4E645173AB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7:18.087" v="578"/>
          <ac:spMkLst>
            <pc:docMk/>
            <pc:sldMk cId="654553796" sldId="267"/>
            <ac:spMk id="9" creationId="{7517A47C-B2E5-4B79-8061-D74B1311AF6E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7:18.087" v="578"/>
          <ac:spMkLst>
            <pc:docMk/>
            <pc:sldMk cId="654553796" sldId="267"/>
            <ac:spMk id="11" creationId="{C505E780-2083-4CB5-A42A-5E0E2908ECC3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7:18.087" v="578"/>
          <ac:spMkLst>
            <pc:docMk/>
            <pc:sldMk cId="654553796" sldId="267"/>
            <ac:spMk id="13" creationId="{D2C0AE1C-0118-41AE-8A10-7CDCBF10E96F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17:18.087" v="578"/>
          <ac:spMkLst>
            <pc:docMk/>
            <pc:sldMk cId="654553796" sldId="267"/>
            <ac:spMk id="15" creationId="{463EEC44-1BA3-44ED-81FC-A644B04B2A44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7:18.087" v="578"/>
          <ac:spMkLst>
            <pc:docMk/>
            <pc:sldMk cId="654553796" sldId="267"/>
            <ac:spMk id="20" creationId="{1A9F7B4E-B03D-4F64-BE33-00D074458D45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7:18.087" v="578"/>
          <ac:spMkLst>
            <pc:docMk/>
            <pc:sldMk cId="654553796" sldId="267"/>
            <ac:spMk id="22" creationId="{7E2BE7F7-CA89-4002-ACCE-A478AEA24F5E}"/>
          </ac:spMkLst>
        </pc:spChg>
        <pc:graphicFrameChg chg="add mod modGraphic">
          <ac:chgData name="Arseniy Buzyan (extern)" userId="S::arseniy.buzyan@edu.stockholm.se::f92a01cd-049f-4602-b292-09b82d2ea4e3" providerId="AD" clId="Web-{83B3BF6B-5744-E710-C2A6-1C950EAC2E6F}" dt="2026-08-04T11:17:34.822" v="580" actId="14100"/>
          <ac:graphicFrameMkLst>
            <pc:docMk/>
            <pc:sldMk cId="654553796" sldId="267"/>
            <ac:graphicFrameMk id="5" creationId="{B1C723BD-3F55-D8AC-28CC-4CC4E573D579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18:42.995" v="677" actId="1076"/>
        <pc:sldMkLst>
          <pc:docMk/>
          <pc:sldMk cId="277872719" sldId="268"/>
        </pc:sldMkLst>
        <pc:spChg chg="mod">
          <ac:chgData name="Arseniy Buzyan (extern)" userId="S::arseniy.buzyan@edu.stockholm.se::f92a01cd-049f-4602-b292-09b82d2ea4e3" providerId="AD" clId="Web-{83B3BF6B-5744-E710-C2A6-1C950EAC2E6F}" dt="2026-08-04T11:18:42.995" v="677" actId="1076"/>
          <ac:spMkLst>
            <pc:docMk/>
            <pc:sldMk cId="277872719" sldId="268"/>
            <ac:spMk id="2" creationId="{1BDBC4E1-F8EA-65B0-F6BC-7AAA1CEEA2EA}"/>
          </ac:spMkLst>
        </pc:spChg>
        <pc:spChg chg="add del mod">
          <ac:chgData name="Arseniy Buzyan (extern)" userId="S::arseniy.buzyan@edu.stockholm.se::f92a01cd-049f-4602-b292-09b82d2ea4e3" providerId="AD" clId="Web-{83B3BF6B-5744-E710-C2A6-1C950EAC2E6F}" dt="2026-08-04T11:18:15.870" v="590"/>
          <ac:spMkLst>
            <pc:docMk/>
            <pc:sldMk cId="277872719" sldId="268"/>
            <ac:spMk id="3" creationId="{6BD4001E-72EE-840A-8EFE-F28A1FEB283A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8:10.041" v="589"/>
          <ac:spMkLst>
            <pc:docMk/>
            <pc:sldMk cId="277872719" sldId="268"/>
            <ac:spMk id="8" creationId="{C9A36457-A5F4-4103-A443-02581C09185B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8:10.041" v="589"/>
          <ac:spMkLst>
            <pc:docMk/>
            <pc:sldMk cId="277872719" sldId="268"/>
            <ac:spMk id="10" creationId="{DC5FB7E8-B636-40FA-BE8D-48145C0F5C57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8:10.041" v="589"/>
          <ac:spMkLst>
            <pc:docMk/>
            <pc:sldMk cId="277872719" sldId="268"/>
            <ac:spMk id="12" creationId="{142DCE2C-2863-46FA-9BE7-24365A24D9BA}"/>
          </ac:spMkLst>
        </pc:sp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1:17:50.354" v="585"/>
          <ac:graphicFrameMkLst>
            <pc:docMk/>
            <pc:sldMk cId="277872719" sldId="268"/>
            <ac:graphicFrameMk id="5" creationId="{B9BA9653-E7B3-0ED5-4C98-F6FA34945696}"/>
          </ac:graphicFrameMkLst>
        </pc:graphicFrameChg>
        <pc:graphicFrameChg chg="add mod ord modGraphic">
          <ac:chgData name="Arseniy Buzyan (extern)" userId="S::arseniy.buzyan@edu.stockholm.se::f92a01cd-049f-4602-b292-09b82d2ea4e3" providerId="AD" clId="Web-{83B3BF6B-5744-E710-C2A6-1C950EAC2E6F}" dt="2026-08-04T11:18:36.620" v="670" actId="1076"/>
          <ac:graphicFrameMkLst>
            <pc:docMk/>
            <pc:sldMk cId="277872719" sldId="268"/>
            <ac:graphicFrameMk id="7" creationId="{9AB2F6C9-F955-DBE8-A313-5364FA5698F8}"/>
          </ac:graphicFrameMkLst>
        </pc:graphicFrameChg>
      </pc:sldChg>
      <pc:sldChg chg="addSp delSp modSp new mod setBg setClrOvrMap">
        <pc:chgData name="Arseniy Buzyan (extern)" userId="S::arseniy.buzyan@edu.stockholm.se::f92a01cd-049f-4602-b292-09b82d2ea4e3" providerId="AD" clId="Web-{83B3BF6B-5744-E710-C2A6-1C950EAC2E6F}" dt="2026-08-04T11:20:25.841" v="706" actId="14100"/>
        <pc:sldMkLst>
          <pc:docMk/>
          <pc:sldMk cId="1481250792" sldId="269"/>
        </pc:sldMkLst>
        <pc:spChg chg="mod">
          <ac:chgData name="Arseniy Buzyan (extern)" userId="S::arseniy.buzyan@edu.stockholm.se::f92a01cd-049f-4602-b292-09b82d2ea4e3" providerId="AD" clId="Web-{83B3BF6B-5744-E710-C2A6-1C950EAC2E6F}" dt="2026-08-04T11:20:25.841" v="706" actId="14100"/>
          <ac:spMkLst>
            <pc:docMk/>
            <pc:sldMk cId="1481250792" sldId="269"/>
            <ac:spMk id="2" creationId="{CABBB302-CC54-8471-E166-9705D4041062}"/>
          </ac:spMkLst>
        </pc:spChg>
        <pc:spChg chg="add del mod">
          <ac:chgData name="Arseniy Buzyan (extern)" userId="S::arseniy.buzyan@edu.stockholm.se::f92a01cd-049f-4602-b292-09b82d2ea4e3" providerId="AD" clId="Web-{83B3BF6B-5744-E710-C2A6-1C950EAC2E6F}" dt="2026-08-04T11:20:14.059" v="701" actId="14100"/>
          <ac:spMkLst>
            <pc:docMk/>
            <pc:sldMk cId="1481250792" sldId="269"/>
            <ac:spMk id="3" creationId="{D22BB92B-CE58-3F2F-F103-38DDBA760418}"/>
          </ac:spMkLst>
        </pc:spChg>
        <pc:spChg chg="add del mod">
          <ac:chgData name="Arseniy Buzyan (extern)" userId="S::arseniy.buzyan@edu.stockholm.se::f92a01cd-049f-4602-b292-09b82d2ea4e3" providerId="AD" clId="Web-{83B3BF6B-5744-E710-C2A6-1C950EAC2E6F}" dt="2026-08-04T11:19:15.574" v="687"/>
          <ac:spMkLst>
            <pc:docMk/>
            <pc:sldMk cId="1481250792" sldId="269"/>
            <ac:spMk id="6" creationId="{5225034F-684B-C2D6-1583-F1C3A7599E84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19:51.965" v="690"/>
          <ac:spMkLst>
            <pc:docMk/>
            <pc:sldMk cId="1481250792" sldId="269"/>
            <ac:spMk id="8" creationId="{A9CB0874-88B8-43D3-B0B6-C32F790F790D}"/>
          </ac:spMkLst>
        </pc:spChg>
        <pc:grpChg chg="add">
          <ac:chgData name="Arseniy Buzyan (extern)" userId="S::arseniy.buzyan@edu.stockholm.se::f92a01cd-049f-4602-b292-09b82d2ea4e3" providerId="AD" clId="Web-{83B3BF6B-5744-E710-C2A6-1C950EAC2E6F}" dt="2026-08-04T11:19:51.965" v="690"/>
          <ac:grpSpMkLst>
            <pc:docMk/>
            <pc:sldMk cId="1481250792" sldId="269"/>
            <ac:grpSpMk id="10" creationId="{4BFD067A-52BE-40EE-B7CA-391830B9A265}"/>
          </ac:grpSpMkLst>
        </pc:grpChg>
        <pc:grpChg chg="add">
          <ac:chgData name="Arseniy Buzyan (extern)" userId="S::arseniy.buzyan@edu.stockholm.se::f92a01cd-049f-4602-b292-09b82d2ea4e3" providerId="AD" clId="Web-{83B3BF6B-5744-E710-C2A6-1C950EAC2E6F}" dt="2026-08-04T11:19:51.965" v="690"/>
          <ac:grpSpMkLst>
            <pc:docMk/>
            <pc:sldMk cId="1481250792" sldId="269"/>
            <ac:grpSpMk id="14" creationId="{C15B8CC4-8CCE-428F-AE7E-28D178984CEC}"/>
          </ac:grpSpMkLst>
        </pc:grp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1:19:15.574" v="688"/>
          <ac:graphicFrameMkLst>
            <pc:docMk/>
            <pc:sldMk cId="1481250792" sldId="269"/>
            <ac:graphicFrameMk id="5" creationId="{21F5AEB6-9CFB-3C3A-6882-AD660BE0DEE4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21:33.232" v="715" actId="20577"/>
        <pc:sldMkLst>
          <pc:docMk/>
          <pc:sldMk cId="3216405690" sldId="270"/>
        </pc:sldMkLst>
        <pc:spChg chg="mod">
          <ac:chgData name="Arseniy Buzyan (extern)" userId="S::arseniy.buzyan@edu.stockholm.se::f92a01cd-049f-4602-b292-09b82d2ea4e3" providerId="AD" clId="Web-{83B3BF6B-5744-E710-C2A6-1C950EAC2E6F}" dt="2026-08-04T11:21:33.232" v="715" actId="20577"/>
          <ac:spMkLst>
            <pc:docMk/>
            <pc:sldMk cId="3216405690" sldId="270"/>
            <ac:spMk id="2" creationId="{186EABB2-4FBC-30F2-F414-16DC76AB6FFC}"/>
          </ac:spMkLst>
        </pc:spChg>
        <pc:spChg chg="del">
          <ac:chgData name="Arseniy Buzyan (extern)" userId="S::arseniy.buzyan@edu.stockholm.se::f92a01cd-049f-4602-b292-09b82d2ea4e3" providerId="AD" clId="Web-{83B3BF6B-5744-E710-C2A6-1C950EAC2E6F}" dt="2026-08-04T11:21:08.529" v="710"/>
          <ac:spMkLst>
            <pc:docMk/>
            <pc:sldMk cId="3216405690" sldId="270"/>
            <ac:spMk id="3" creationId="{0E1961CF-1B89-6D91-1EB5-C1D87EFD3E2E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1:13.966" v="711"/>
          <ac:spMkLst>
            <pc:docMk/>
            <pc:sldMk cId="3216405690" sldId="270"/>
            <ac:spMk id="9" creationId="{A4AC5506-6312-4701-8D3C-40187889A947}"/>
          </ac:spMkLst>
        </pc:spChg>
        <pc:picChg chg="add mod ord">
          <ac:chgData name="Arseniy Buzyan (extern)" userId="S::arseniy.buzyan@edu.stockholm.se::f92a01cd-049f-4602-b292-09b82d2ea4e3" providerId="AD" clId="Web-{83B3BF6B-5744-E710-C2A6-1C950EAC2E6F}" dt="2026-08-04T11:21:28.014" v="713" actId="1076"/>
          <ac:picMkLst>
            <pc:docMk/>
            <pc:sldMk cId="3216405690" sldId="270"/>
            <ac:picMk id="4" creationId="{215BD1E6-8DD1-AE4B-FC83-456A808DD8A3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23:03.562" v="803"/>
        <pc:sldMkLst>
          <pc:docMk/>
          <pc:sldMk cId="2429842242" sldId="271"/>
        </pc:sldMkLst>
        <pc:spChg chg="mod">
          <ac:chgData name="Arseniy Buzyan (extern)" userId="S::arseniy.buzyan@edu.stockholm.se::f92a01cd-049f-4602-b292-09b82d2ea4e3" providerId="AD" clId="Web-{83B3BF6B-5744-E710-C2A6-1C950EAC2E6F}" dt="2026-08-04T11:23:00.734" v="802" actId="20577"/>
          <ac:spMkLst>
            <pc:docMk/>
            <pc:sldMk cId="2429842242" sldId="271"/>
            <ac:spMk id="2" creationId="{2AE80204-5DA5-3423-A7A9-A93A4C1E1357}"/>
          </ac:spMkLst>
        </pc:spChg>
        <pc:spChg chg="add del mod">
          <ac:chgData name="Arseniy Buzyan (extern)" userId="S::arseniy.buzyan@edu.stockholm.se::f92a01cd-049f-4602-b292-09b82d2ea4e3" providerId="AD" clId="Web-{83B3BF6B-5744-E710-C2A6-1C950EAC2E6F}" dt="2026-08-04T11:22:34.827" v="723"/>
          <ac:spMkLst>
            <pc:docMk/>
            <pc:sldMk cId="2429842242" sldId="271"/>
            <ac:spMk id="3" creationId="{BFA35B9A-9052-ADCB-3415-5F04F7A1D076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2:27.155" v="722"/>
          <ac:spMkLst>
            <pc:docMk/>
            <pc:sldMk cId="2429842242" sldId="271"/>
            <ac:spMk id="8" creationId="{1B15ED52-F352-441B-82BF-E0EA34836D08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2:27.155" v="722"/>
          <ac:spMkLst>
            <pc:docMk/>
            <pc:sldMk cId="2429842242" sldId="271"/>
            <ac:spMk id="10" creationId="{3B2E3793-BFE6-45A2-9B7B-E18844431C99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2:27.155" v="722"/>
          <ac:spMkLst>
            <pc:docMk/>
            <pc:sldMk cId="2429842242" sldId="271"/>
            <ac:spMk id="12" creationId="{BC4C4868-CB8F-4AF9-9CDB-8108F2C19B67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2:27.155" v="722"/>
          <ac:spMkLst>
            <pc:docMk/>
            <pc:sldMk cId="2429842242" sldId="271"/>
            <ac:spMk id="14" creationId="{375E0459-6403-40CD-989D-56A4407CA12E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2:27.155" v="722"/>
          <ac:spMkLst>
            <pc:docMk/>
            <pc:sldMk cId="2429842242" sldId="271"/>
            <ac:spMk id="16" creationId="{53E5B1A8-3AC9-4BD1-9BBC-78CA94F2D1BA}"/>
          </ac:spMkLst>
        </pc:spChg>
        <pc:graphicFrameChg chg="add del mod ord modGraphic">
          <ac:chgData name="Arseniy Buzyan (extern)" userId="S::arseniy.buzyan@edu.stockholm.se::f92a01cd-049f-4602-b292-09b82d2ea4e3" providerId="AD" clId="Web-{83B3BF6B-5744-E710-C2A6-1C950EAC2E6F}" dt="2026-08-04T11:22:18.546" v="718"/>
          <ac:graphicFrameMkLst>
            <pc:docMk/>
            <pc:sldMk cId="2429842242" sldId="271"/>
            <ac:graphicFrameMk id="5" creationId="{0BD8EBA1-2B2E-5654-4C0B-916BB8CB4278}"/>
          </ac:graphicFrameMkLst>
        </pc:graphicFrameChg>
        <pc:graphicFrameChg chg="add mod ord modGraphic">
          <ac:chgData name="Arseniy Buzyan (extern)" userId="S::arseniy.buzyan@edu.stockholm.se::f92a01cd-049f-4602-b292-09b82d2ea4e3" providerId="AD" clId="Web-{83B3BF6B-5744-E710-C2A6-1C950EAC2E6F}" dt="2026-08-04T11:23:03.562" v="803"/>
          <ac:graphicFrameMkLst>
            <pc:docMk/>
            <pc:sldMk cId="2429842242" sldId="271"/>
            <ac:graphicFrameMk id="7" creationId="{AA20F08A-A371-6159-DB72-C0603BDCE77A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27:25.440" v="863" actId="1076"/>
        <pc:sldMkLst>
          <pc:docMk/>
          <pc:sldMk cId="3098914083" sldId="272"/>
        </pc:sldMkLst>
        <pc:spChg chg="mod">
          <ac:chgData name="Arseniy Buzyan (extern)" userId="S::arseniy.buzyan@edu.stockholm.se::f92a01cd-049f-4602-b292-09b82d2ea4e3" providerId="AD" clId="Web-{83B3BF6B-5744-E710-C2A6-1C950EAC2E6F}" dt="2026-08-04T11:27:10.877" v="858" actId="20577"/>
          <ac:spMkLst>
            <pc:docMk/>
            <pc:sldMk cId="3098914083" sldId="272"/>
            <ac:spMk id="2" creationId="{DF0E0566-960D-5B24-D77A-C5656166BC9E}"/>
          </ac:spMkLst>
        </pc:spChg>
        <pc:spChg chg="del">
          <ac:chgData name="Arseniy Buzyan (extern)" userId="S::arseniy.buzyan@edu.stockholm.se::f92a01cd-049f-4602-b292-09b82d2ea4e3" providerId="AD" clId="Web-{83B3BF6B-5744-E710-C2A6-1C950EAC2E6F}" dt="2026-08-04T11:25:23.501" v="826"/>
          <ac:spMkLst>
            <pc:docMk/>
            <pc:sldMk cId="3098914083" sldId="272"/>
            <ac:spMk id="3" creationId="{063105D4-E1D2-EBFD-F55A-700FA9440DC4}"/>
          </ac:spMkLst>
        </pc:spChg>
        <pc:spChg chg="add mod">
          <ac:chgData name="Arseniy Buzyan (extern)" userId="S::arseniy.buzyan@edu.stockholm.se::f92a01cd-049f-4602-b292-09b82d2ea4e3" providerId="AD" clId="Web-{83B3BF6B-5744-E710-C2A6-1C950EAC2E6F}" dt="2026-08-04T11:27:16.690" v="859" actId="14100"/>
          <ac:spMkLst>
            <pc:docMk/>
            <pc:sldMk cId="3098914083" sldId="272"/>
            <ac:spMk id="8" creationId="{D17573A4-9308-27A2-A75D-FD0471E079E9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26:13.267" v="828"/>
          <ac:spMkLst>
            <pc:docMk/>
            <pc:sldMk cId="3098914083" sldId="272"/>
            <ac:spMk id="9" creationId="{017517EF-BD4D-4055-BDB4-A322C53568A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26:13.267" v="828"/>
          <ac:spMkLst>
            <pc:docMk/>
            <pc:sldMk cId="3098914083" sldId="272"/>
            <ac:spMk id="11" creationId="{0ADDB668-2CA4-4D2B-9C34-3487CA330BA8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26:13.267" v="828"/>
          <ac:spMkLst>
            <pc:docMk/>
            <pc:sldMk cId="3098914083" sldId="272"/>
            <ac:spMk id="13" creationId="{2568BC19-F052-4108-93E1-6A3D1DEC072F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26:13.267" v="828"/>
          <ac:spMkLst>
            <pc:docMk/>
            <pc:sldMk cId="3098914083" sldId="272"/>
            <ac:spMk id="15" creationId="{D5FD337D-4D6B-4C8B-B6F5-121097E09881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6:13.283" v="829"/>
          <ac:spMkLst>
            <pc:docMk/>
            <pc:sldMk cId="3098914083" sldId="272"/>
            <ac:spMk id="17" creationId="{E6995CE5-F890-4ABA-82A2-26507CE8D2A3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6:13.283" v="829"/>
          <ac:spMkLst>
            <pc:docMk/>
            <pc:sldMk cId="3098914083" sldId="272"/>
            <ac:spMk id="18" creationId="{058A14AF-9FB5-4CC7-BA35-E8E85D3EDF0E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6:13.283" v="829"/>
          <ac:spMkLst>
            <pc:docMk/>
            <pc:sldMk cId="3098914083" sldId="272"/>
            <ac:spMk id="19" creationId="{3A9A4357-BD1D-4622-A4FE-766E6AB8DE84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6:13.283" v="829"/>
          <ac:spMkLst>
            <pc:docMk/>
            <pc:sldMk cId="3098914083" sldId="272"/>
            <ac:spMk id="20" creationId="{E659831F-0D9A-4C63-9EBB-8435B85A440F}"/>
          </ac:spMkLst>
        </pc:spChg>
        <pc:picChg chg="add mod ord">
          <ac:chgData name="Arseniy Buzyan (extern)" userId="S::arseniy.buzyan@edu.stockholm.se::f92a01cd-049f-4602-b292-09b82d2ea4e3" providerId="AD" clId="Web-{83B3BF6B-5744-E710-C2A6-1C950EAC2E6F}" dt="2026-08-04T11:27:25.440" v="863" actId="1076"/>
          <ac:picMkLst>
            <pc:docMk/>
            <pc:sldMk cId="3098914083" sldId="272"/>
            <ac:picMk id="4" creationId="{86709B4E-DE1B-4044-6FBB-713909EA5C4B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28:29.972" v="958" actId="14100"/>
        <pc:sldMkLst>
          <pc:docMk/>
          <pc:sldMk cId="1285691883" sldId="273"/>
        </pc:sldMkLst>
        <pc:spChg chg="mod">
          <ac:chgData name="Arseniy Buzyan (extern)" userId="S::arseniy.buzyan@edu.stockholm.se::f92a01cd-049f-4602-b292-09b82d2ea4e3" providerId="AD" clId="Web-{83B3BF6B-5744-E710-C2A6-1C950EAC2E6F}" dt="2026-08-04T11:28:29.972" v="958" actId="14100"/>
          <ac:spMkLst>
            <pc:docMk/>
            <pc:sldMk cId="1285691883" sldId="273"/>
            <ac:spMk id="2" creationId="{33EE319B-43DD-C471-67A8-E16BFC8656ED}"/>
          </ac:spMkLst>
        </pc:spChg>
        <pc:spChg chg="del mod">
          <ac:chgData name="Arseniy Buzyan (extern)" userId="S::arseniy.buzyan@edu.stockholm.se::f92a01cd-049f-4602-b292-09b82d2ea4e3" providerId="AD" clId="Web-{83B3BF6B-5744-E710-C2A6-1C950EAC2E6F}" dt="2026-08-04T11:27:55.128" v="868"/>
          <ac:spMkLst>
            <pc:docMk/>
            <pc:sldMk cId="1285691883" sldId="273"/>
            <ac:spMk id="3" creationId="{8444EF02-CB74-20B6-9FB9-ADD56DE1599A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7:52.878" v="867"/>
          <ac:spMkLst>
            <pc:docMk/>
            <pc:sldMk cId="1285691883" sldId="273"/>
            <ac:spMk id="8" creationId="{09588DA8-065E-4F6F-8EFD-43104AB2E0CF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7:52.878" v="867"/>
          <ac:spMkLst>
            <pc:docMk/>
            <pc:sldMk cId="1285691883" sldId="273"/>
            <ac:spMk id="10" creationId="{C4285719-470E-454C-AF62-8323075F1F5B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7:52.878" v="867"/>
          <ac:spMkLst>
            <pc:docMk/>
            <pc:sldMk cId="1285691883" sldId="273"/>
            <ac:spMk id="12" creationId="{CD9FE4EF-C4D8-49A0-B2FF-81D8DB7D8A24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7:52.878" v="867"/>
          <ac:spMkLst>
            <pc:docMk/>
            <pc:sldMk cId="1285691883" sldId="273"/>
            <ac:spMk id="14" creationId="{4300840D-0A0B-4512-BACA-B439D5B9C57C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7:52.878" v="867"/>
          <ac:spMkLst>
            <pc:docMk/>
            <pc:sldMk cId="1285691883" sldId="273"/>
            <ac:spMk id="16" creationId="{D2B78728-A580-49A7-84F9-6EF6F583ADE0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7:52.878" v="867"/>
          <ac:spMkLst>
            <pc:docMk/>
            <pc:sldMk cId="1285691883" sldId="273"/>
            <ac:spMk id="18" creationId="{38FAA1A1-D861-433F-88FA-1E9D6FD31D11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27:52.878" v="867"/>
          <ac:spMkLst>
            <pc:docMk/>
            <pc:sldMk cId="1285691883" sldId="273"/>
            <ac:spMk id="20" creationId="{8D71EDA1-87BF-4D5D-AB79-F346FD19278A}"/>
          </ac:spMkLst>
        </pc:spChg>
        <pc:graphicFrameChg chg="add mod ord modGraphic">
          <ac:chgData name="Arseniy Buzyan (extern)" userId="S::arseniy.buzyan@edu.stockholm.se::f92a01cd-049f-4602-b292-09b82d2ea4e3" providerId="AD" clId="Web-{83B3BF6B-5744-E710-C2A6-1C950EAC2E6F}" dt="2026-08-04T11:28:17.612" v="950"/>
          <ac:graphicFrameMkLst>
            <pc:docMk/>
            <pc:sldMk cId="1285691883" sldId="273"/>
            <ac:graphicFrameMk id="5" creationId="{7F370D9C-DD8E-E7CE-DCBA-C5909FB45CA0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30:37.614" v="986" actId="20577"/>
        <pc:sldMkLst>
          <pc:docMk/>
          <pc:sldMk cId="3425782378" sldId="274"/>
        </pc:sldMkLst>
        <pc:spChg chg="mod">
          <ac:chgData name="Arseniy Buzyan (extern)" userId="S::arseniy.buzyan@edu.stockholm.se::f92a01cd-049f-4602-b292-09b82d2ea4e3" providerId="AD" clId="Web-{83B3BF6B-5744-E710-C2A6-1C950EAC2E6F}" dt="2026-08-04T11:30:37.614" v="986" actId="20577"/>
          <ac:spMkLst>
            <pc:docMk/>
            <pc:sldMk cId="3425782378" sldId="274"/>
            <ac:spMk id="2" creationId="{086F0D08-4F18-0710-FC4E-2AAFF5008E6C}"/>
          </ac:spMkLst>
        </pc:spChg>
        <pc:spChg chg="add del mod">
          <ac:chgData name="Arseniy Buzyan (extern)" userId="S::arseniy.buzyan@edu.stockholm.se::f92a01cd-049f-4602-b292-09b82d2ea4e3" providerId="AD" clId="Web-{83B3BF6B-5744-E710-C2A6-1C950EAC2E6F}" dt="2026-08-04T11:30:20.379" v="980" actId="20577"/>
          <ac:spMkLst>
            <pc:docMk/>
            <pc:sldMk cId="3425782378" sldId="274"/>
            <ac:spMk id="3" creationId="{5B7BACB7-3B29-F101-8FAB-32F2A380EAE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29:58.535" v="971"/>
          <ac:spMkLst>
            <pc:docMk/>
            <pc:sldMk cId="3425782378" sldId="274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29:58.535" v="971"/>
          <ac:spMkLst>
            <pc:docMk/>
            <pc:sldMk cId="3425782378" sldId="274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29:58.535" v="971"/>
          <ac:spMkLst>
            <pc:docMk/>
            <pc:sldMk cId="3425782378" sldId="274"/>
            <ac:spMk id="12" creationId="{450D3AD2-FA80-415F-A9CE-54D884561CD7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29:58.535" v="971"/>
          <ac:spMkLst>
            <pc:docMk/>
            <pc:sldMk cId="3425782378" sldId="274"/>
            <ac:spMk id="17" creationId="{B6CDA21F-E7AF-4C75-8395-33F58D5B0E45}"/>
          </ac:spMkLst>
        </pc:spChg>
        <pc:spChg chg="add del">
          <ac:chgData name="Arseniy Buzyan (extern)" userId="S::arseniy.buzyan@edu.stockholm.se::f92a01cd-049f-4602-b292-09b82d2ea4e3" providerId="AD" clId="Web-{83B3BF6B-5744-E710-C2A6-1C950EAC2E6F}" dt="2026-08-04T11:29:58.535" v="971"/>
          <ac:spMkLst>
            <pc:docMk/>
            <pc:sldMk cId="3425782378" sldId="274"/>
            <ac:spMk id="24" creationId="{D5B0017B-2ECA-49AF-B397-DC140825DF8D}"/>
          </ac:spMkLst>
        </pc:spChg>
        <pc:grpChg chg="add del">
          <ac:chgData name="Arseniy Buzyan (extern)" userId="S::arseniy.buzyan@edu.stockholm.se::f92a01cd-049f-4602-b292-09b82d2ea4e3" providerId="AD" clId="Web-{83B3BF6B-5744-E710-C2A6-1C950EAC2E6F}" dt="2026-08-04T11:29:58.535" v="971"/>
          <ac:grpSpMkLst>
            <pc:docMk/>
            <pc:sldMk cId="3425782378" sldId="274"/>
            <ac:grpSpMk id="19" creationId="{AE1C45F0-260A-458C-96ED-C1F6D2151219}"/>
          </ac:grpSpMkLst>
        </pc:grpChg>
        <pc:graphicFrameChg chg="add del">
          <ac:chgData name="Arseniy Buzyan (extern)" userId="S::arseniy.buzyan@edu.stockholm.se::f92a01cd-049f-4602-b292-09b82d2ea4e3" providerId="AD" clId="Web-{83B3BF6B-5744-E710-C2A6-1C950EAC2E6F}" dt="2026-08-04T11:30:06.332" v="973"/>
          <ac:graphicFrameMkLst>
            <pc:docMk/>
            <pc:sldMk cId="3425782378" sldId="274"/>
            <ac:graphicFrameMk id="14" creationId="{C748E539-179F-615C-6A5C-5838F5543EA7}"/>
          </ac:graphicFrameMkLst>
        </pc:graphicFrameChg>
        <pc:cxnChg chg="add del">
          <ac:chgData name="Arseniy Buzyan (extern)" userId="S::arseniy.buzyan@edu.stockholm.se::f92a01cd-049f-4602-b292-09b82d2ea4e3" providerId="AD" clId="Web-{83B3BF6B-5744-E710-C2A6-1C950EAC2E6F}" dt="2026-08-04T11:29:58.535" v="971"/>
          <ac:cxnSpMkLst>
            <pc:docMk/>
            <pc:sldMk cId="3425782378" sldId="274"/>
            <ac:cxnSpMk id="26" creationId="{6CF1BAF6-AD41-4082-B212-8A1F9A2E8779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83B3BF6B-5744-E710-C2A6-1C950EAC2E6F}" dt="2026-08-04T11:33:31.194" v="1074" actId="14100"/>
        <pc:sldMkLst>
          <pc:docMk/>
          <pc:sldMk cId="3065889524" sldId="275"/>
        </pc:sldMkLst>
        <pc:spChg chg="mod">
          <ac:chgData name="Arseniy Buzyan (extern)" userId="S::arseniy.buzyan@edu.stockholm.se::f92a01cd-049f-4602-b292-09b82d2ea4e3" providerId="AD" clId="Web-{83B3BF6B-5744-E710-C2A6-1C950EAC2E6F}" dt="2026-08-04T11:33:31.194" v="1074" actId="14100"/>
          <ac:spMkLst>
            <pc:docMk/>
            <pc:sldMk cId="3065889524" sldId="275"/>
            <ac:spMk id="2" creationId="{5017A458-858E-C929-19F0-614803401A29}"/>
          </ac:spMkLst>
        </pc:spChg>
        <pc:spChg chg="mod">
          <ac:chgData name="Arseniy Buzyan (extern)" userId="S::arseniy.buzyan@edu.stockholm.se::f92a01cd-049f-4602-b292-09b82d2ea4e3" providerId="AD" clId="Web-{83B3BF6B-5744-E710-C2A6-1C950EAC2E6F}" dt="2026-08-04T11:33:05.991" v="1011" actId="14100"/>
          <ac:spMkLst>
            <pc:docMk/>
            <pc:sldMk cId="3065889524" sldId="275"/>
            <ac:spMk id="3" creationId="{644C31EF-D4F8-5C4E-317F-29CFF566BF85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32:14.068" v="998"/>
          <ac:spMkLst>
            <pc:docMk/>
            <pc:sldMk cId="3065889524" sldId="275"/>
            <ac:spMk id="8" creationId="{B6CDA21F-E7AF-4C75-8395-33F58D5B0E45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32:14.068" v="998"/>
          <ac:spMkLst>
            <pc:docMk/>
            <pc:sldMk cId="3065889524" sldId="275"/>
            <ac:spMk id="15" creationId="{D5B0017B-2ECA-49AF-B397-DC140825DF8D}"/>
          </ac:spMkLst>
        </pc:spChg>
        <pc:grpChg chg="add">
          <ac:chgData name="Arseniy Buzyan (extern)" userId="S::arseniy.buzyan@edu.stockholm.se::f92a01cd-049f-4602-b292-09b82d2ea4e3" providerId="AD" clId="Web-{83B3BF6B-5744-E710-C2A6-1C950EAC2E6F}" dt="2026-08-04T11:32:14.068" v="998"/>
          <ac:grpSpMkLst>
            <pc:docMk/>
            <pc:sldMk cId="3065889524" sldId="275"/>
            <ac:grpSpMk id="10" creationId="{AE1C45F0-260A-458C-96ED-C1F6D2151219}"/>
          </ac:grpSpMkLst>
        </pc:grpChg>
        <pc:graphicFrameChg chg="add del mod">
          <ac:chgData name="Arseniy Buzyan (extern)" userId="S::arseniy.buzyan@edu.stockholm.se::f92a01cd-049f-4602-b292-09b82d2ea4e3" providerId="AD" clId="Web-{83B3BF6B-5744-E710-C2A6-1C950EAC2E6F}" dt="2026-08-04T11:31:21.240" v="994"/>
          <ac:graphicFrameMkLst>
            <pc:docMk/>
            <pc:sldMk cId="3065889524" sldId="275"/>
            <ac:graphicFrameMk id="5" creationId="{3FA2F3FB-55F0-7BD0-2C95-B8B4FF91E7D7}"/>
          </ac:graphicFrameMkLst>
        </pc:graphicFrameChg>
        <pc:graphicFrameChg chg="add del mod">
          <ac:chgData name="Arseniy Buzyan (extern)" userId="S::arseniy.buzyan@edu.stockholm.se::f92a01cd-049f-4602-b292-09b82d2ea4e3" providerId="AD" clId="Web-{83B3BF6B-5744-E710-C2A6-1C950EAC2E6F}" dt="2026-08-04T11:32:48.678" v="1006"/>
          <ac:graphicFrameMkLst>
            <pc:docMk/>
            <pc:sldMk cId="3065889524" sldId="275"/>
            <ac:graphicFrameMk id="7" creationId="{8C2BF928-AC58-147C-1DED-7B4F6661580C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83B3BF6B-5744-E710-C2A6-1C950EAC2E6F}" dt="2026-08-04T11:33:19.069" v="1071"/>
          <ac:graphicFrameMkLst>
            <pc:docMk/>
            <pc:sldMk cId="3065889524" sldId="275"/>
            <ac:graphicFrameMk id="14" creationId="{4D100E2A-7B26-CA07-E1EC-E5D1060EC8A8}"/>
          </ac:graphicFrameMkLst>
        </pc:graphicFrameChg>
        <pc:cxnChg chg="add">
          <ac:chgData name="Arseniy Buzyan (extern)" userId="S::arseniy.buzyan@edu.stockholm.se::f92a01cd-049f-4602-b292-09b82d2ea4e3" providerId="AD" clId="Web-{83B3BF6B-5744-E710-C2A6-1C950EAC2E6F}" dt="2026-08-04T11:32:14.068" v="998"/>
          <ac:cxnSpMkLst>
            <pc:docMk/>
            <pc:sldMk cId="3065889524" sldId="275"/>
            <ac:cxnSpMk id="17" creationId="{6CF1BAF6-AD41-4082-B212-8A1F9A2E8779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83B3BF6B-5744-E710-C2A6-1C950EAC2E6F}" dt="2026-08-04T11:37:21.885" v="1238" actId="1076"/>
        <pc:sldMkLst>
          <pc:docMk/>
          <pc:sldMk cId="234242057" sldId="276"/>
        </pc:sldMkLst>
        <pc:spChg chg="mod">
          <ac:chgData name="Arseniy Buzyan (extern)" userId="S::arseniy.buzyan@edu.stockholm.se::f92a01cd-049f-4602-b292-09b82d2ea4e3" providerId="AD" clId="Web-{83B3BF6B-5744-E710-C2A6-1C950EAC2E6F}" dt="2026-08-04T11:37:06.369" v="1233" actId="14100"/>
          <ac:spMkLst>
            <pc:docMk/>
            <pc:sldMk cId="234242057" sldId="276"/>
            <ac:spMk id="2" creationId="{5087A39C-E0EF-5448-AB65-921B5F2654DE}"/>
          </ac:spMkLst>
        </pc:spChg>
        <pc:spChg chg="mod">
          <ac:chgData name="Arseniy Buzyan (extern)" userId="S::arseniy.buzyan@edu.stockholm.se::f92a01cd-049f-4602-b292-09b82d2ea4e3" providerId="AD" clId="Web-{83B3BF6B-5744-E710-C2A6-1C950EAC2E6F}" dt="2026-08-04T11:35:12.305" v="1088" actId="20577"/>
          <ac:spMkLst>
            <pc:docMk/>
            <pc:sldMk cId="234242057" sldId="276"/>
            <ac:spMk id="3" creationId="{339DA7E8-C78E-B73E-BA09-C11158B2094E}"/>
          </ac:spMkLst>
        </pc:spChg>
        <pc:spChg chg="add mod">
          <ac:chgData name="Arseniy Buzyan (extern)" userId="S::arseniy.buzyan@edu.stockholm.se::f92a01cd-049f-4602-b292-09b82d2ea4e3" providerId="AD" clId="Web-{83B3BF6B-5744-E710-C2A6-1C950EAC2E6F}" dt="2026-08-04T11:37:21.885" v="1238" actId="1076"/>
          <ac:spMkLst>
            <pc:docMk/>
            <pc:sldMk cId="234242057" sldId="276"/>
            <ac:spMk id="6" creationId="{43ACF482-641D-58BD-A632-FA1F159B8441}"/>
          </ac:spMkLst>
        </pc:spChg>
        <pc:spChg chg="add">
          <ac:chgData name="Arseniy Buzyan (extern)" userId="S::arseniy.buzyan@edu.stockholm.se::f92a01cd-049f-4602-b292-09b82d2ea4e3" providerId="AD" clId="Web-{83B3BF6B-5744-E710-C2A6-1C950EAC2E6F}" dt="2026-08-04T11:34:53.805" v="1080"/>
          <ac:spMkLst>
            <pc:docMk/>
            <pc:sldMk cId="234242057" sldId="276"/>
            <ac:spMk id="8" creationId="{EEBFA4C8-C301-60A7-C96E-E85360F5DFB4}"/>
          </ac:spMkLst>
        </pc:spChg>
        <pc:graphicFrameChg chg="add mod modGraphic">
          <ac:chgData name="Arseniy Buzyan (extern)" userId="S::arseniy.buzyan@edu.stockholm.se::f92a01cd-049f-4602-b292-09b82d2ea4e3" providerId="AD" clId="Web-{83B3BF6B-5744-E710-C2A6-1C950EAC2E6F}" dt="2026-08-04T11:36:48.557" v="1227"/>
          <ac:graphicFrameMkLst>
            <pc:docMk/>
            <pc:sldMk cId="234242057" sldId="276"/>
            <ac:graphicFrameMk id="5" creationId="{F2F19CD4-DE9E-9BAE-9C71-A06475422AFF}"/>
          </ac:graphicFrameMkLst>
        </pc:graphicFrameChg>
      </pc:sldChg>
      <pc:sldChg chg="new">
        <pc:chgData name="Arseniy Buzyan (extern)" userId="S::arseniy.buzyan@edu.stockholm.se::f92a01cd-049f-4602-b292-09b82d2ea4e3" providerId="AD" clId="Web-{83B3BF6B-5744-E710-C2A6-1C950EAC2E6F}" dt="2026-08-04T11:37:30.120" v="1239"/>
        <pc:sldMkLst>
          <pc:docMk/>
          <pc:sldMk cId="3567832064" sldId="277"/>
        </pc:sldMkLst>
      </pc:sldChg>
    </pc:docChg>
  </pc:docChgLst>
  <pc:docChgLst>
    <pc:chgData name="Arseniy Buzyan (extern)" userId="S::arseniy.buzyan@edu.stockholm.se::f92a01cd-049f-4602-b292-09b82d2ea4e3" providerId="AD" clId="Web-{EF322B3E-896A-86A3-9F36-0B09DCD35250}"/>
    <pc:docChg chg="addSld delSld modSld">
      <pc:chgData name="Arseniy Buzyan (extern)" userId="S::arseniy.buzyan@edu.stockholm.se::f92a01cd-049f-4602-b292-09b82d2ea4e3" providerId="AD" clId="Web-{EF322B3E-896A-86A3-9F36-0B09DCD35250}" dt="2026-08-04T16:57:17.870" v="1322"/>
      <pc:docMkLst>
        <pc:docMk/>
      </pc:docMkLst>
      <pc:sldChg chg="addSp delSp modSp">
        <pc:chgData name="Arseniy Buzyan (extern)" userId="S::arseniy.buzyan@edu.stockholm.se::f92a01cd-049f-4602-b292-09b82d2ea4e3" providerId="AD" clId="Web-{EF322B3E-896A-86A3-9F36-0B09DCD35250}" dt="2026-08-04T16:42:49.468" v="1279" actId="1076"/>
        <pc:sldMkLst>
          <pc:docMk/>
          <pc:sldMk cId="493712466" sldId="257"/>
        </pc:sldMkLst>
        <pc:spChg chg="add del mod">
          <ac:chgData name="Arseniy Buzyan (extern)" userId="S::arseniy.buzyan@edu.stockholm.se::f92a01cd-049f-4602-b292-09b82d2ea4e3" providerId="AD" clId="Web-{EF322B3E-896A-86A3-9F36-0B09DCD35250}" dt="2026-08-04T16:42:40.171" v="1278"/>
          <ac:spMkLst>
            <pc:docMk/>
            <pc:sldMk cId="493712466" sldId="257"/>
            <ac:spMk id="5" creationId="{7FDDE364-32D2-FBB3-A027-8CF198A7CBAE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6:42:37.031" v="1277"/>
          <ac:spMkLst>
            <pc:docMk/>
            <pc:sldMk cId="493712466" sldId="257"/>
            <ac:spMk id="30" creationId="{D126DD2B-00E6-9057-5435-7C7F332396C1}"/>
          </ac:spMkLst>
        </pc:spChg>
        <pc:picChg chg="add mod modCrop">
          <ac:chgData name="Arseniy Buzyan (extern)" userId="S::arseniy.buzyan@edu.stockholm.se::f92a01cd-049f-4602-b292-09b82d2ea4e3" providerId="AD" clId="Web-{EF322B3E-896A-86A3-9F36-0B09DCD35250}" dt="2026-08-04T16:42:49.468" v="1279" actId="1076"/>
          <ac:picMkLst>
            <pc:docMk/>
            <pc:sldMk cId="493712466" sldId="257"/>
            <ac:picMk id="3" creationId="{AA31BA84-DE63-33ED-CF65-531CAC086AF4}"/>
          </ac:picMkLst>
        </pc:picChg>
      </pc:sldChg>
      <pc:sldChg chg="modSp">
        <pc:chgData name="Arseniy Buzyan (extern)" userId="S::arseniy.buzyan@edu.stockholm.se::f92a01cd-049f-4602-b292-09b82d2ea4e3" providerId="AD" clId="Web-{EF322B3E-896A-86A3-9F36-0B09DCD35250}" dt="2026-08-04T16:44:03.471" v="1285" actId="20577"/>
        <pc:sldMkLst>
          <pc:docMk/>
          <pc:sldMk cId="72214896" sldId="258"/>
        </pc:sldMkLst>
        <pc:graphicFrameChg chg="modGraphic">
          <ac:chgData name="Arseniy Buzyan (extern)" userId="S::arseniy.buzyan@edu.stockholm.se::f92a01cd-049f-4602-b292-09b82d2ea4e3" providerId="AD" clId="Web-{EF322B3E-896A-86A3-9F36-0B09DCD35250}" dt="2026-08-04T16:44:03.471" v="1285" actId="20577"/>
          <ac:graphicFrameMkLst>
            <pc:docMk/>
            <pc:sldMk cId="72214896" sldId="258"/>
            <ac:graphicFrameMk id="24" creationId="{D24E5F69-BBA1-7A42-A002-2A5DF35EB0F8}"/>
          </ac:graphicFrameMkLst>
        </pc:graphicFrameChg>
      </pc:sldChg>
      <pc:sldChg chg="addSp modSp">
        <pc:chgData name="Arseniy Buzyan (extern)" userId="S::arseniy.buzyan@edu.stockholm.se::f92a01cd-049f-4602-b292-09b82d2ea4e3" providerId="AD" clId="Web-{EF322B3E-896A-86A3-9F36-0B09DCD35250}" dt="2026-08-04T16:45:11.909" v="1292" actId="1076"/>
        <pc:sldMkLst>
          <pc:docMk/>
          <pc:sldMk cId="4065317508" sldId="259"/>
        </pc:sldMkLst>
        <pc:picChg chg="add mod modCrop">
          <ac:chgData name="Arseniy Buzyan (extern)" userId="S::arseniy.buzyan@edu.stockholm.se::f92a01cd-049f-4602-b292-09b82d2ea4e3" providerId="AD" clId="Web-{EF322B3E-896A-86A3-9F36-0B09DCD35250}" dt="2026-08-04T16:45:11.909" v="1292" actId="1076"/>
          <ac:picMkLst>
            <pc:docMk/>
            <pc:sldMk cId="4065317508" sldId="259"/>
            <ac:picMk id="2" creationId="{B9B1EBAD-2B01-549A-9C95-F861C1FFF93C}"/>
          </ac:picMkLst>
        </pc:picChg>
      </pc:sldChg>
      <pc:sldChg chg="addSp modSp">
        <pc:chgData name="Arseniy Buzyan (extern)" userId="S::arseniy.buzyan@edu.stockholm.se::f92a01cd-049f-4602-b292-09b82d2ea4e3" providerId="AD" clId="Web-{EF322B3E-896A-86A3-9F36-0B09DCD35250}" dt="2026-08-04T16:49:13.084" v="1300" actId="1076"/>
        <pc:sldMkLst>
          <pc:docMk/>
          <pc:sldMk cId="3874545168" sldId="266"/>
        </pc:sldMkLst>
        <pc:picChg chg="add mod modCrop">
          <ac:chgData name="Arseniy Buzyan (extern)" userId="S::arseniy.buzyan@edu.stockholm.se::f92a01cd-049f-4602-b292-09b82d2ea4e3" providerId="AD" clId="Web-{EF322B3E-896A-86A3-9F36-0B09DCD35250}" dt="2026-08-04T16:49:13.084" v="1300" actId="1076"/>
          <ac:picMkLst>
            <pc:docMk/>
            <pc:sldMk cId="3874545168" sldId="266"/>
            <ac:picMk id="3" creationId="{AE2B1B94-5DE9-D64D-47BA-4D202E376390}"/>
          </ac:picMkLst>
        </pc:picChg>
      </pc:sldChg>
      <pc:sldChg chg="addSp modSp">
        <pc:chgData name="Arseniy Buzyan (extern)" userId="S::arseniy.buzyan@edu.stockholm.se::f92a01cd-049f-4602-b292-09b82d2ea4e3" providerId="AD" clId="Web-{EF322B3E-896A-86A3-9F36-0B09DCD35250}" dt="2026-08-04T16:46:21.785" v="1296" actId="1076"/>
        <pc:sldMkLst>
          <pc:docMk/>
          <pc:sldMk cId="3216405690" sldId="270"/>
        </pc:sldMkLst>
        <pc:picChg chg="add mod modCrop">
          <ac:chgData name="Arseniy Buzyan (extern)" userId="S::arseniy.buzyan@edu.stockholm.se::f92a01cd-049f-4602-b292-09b82d2ea4e3" providerId="AD" clId="Web-{EF322B3E-896A-86A3-9F36-0B09DCD35250}" dt="2026-08-04T16:46:21.785" v="1296" actId="1076"/>
          <ac:picMkLst>
            <pc:docMk/>
            <pc:sldMk cId="3216405690" sldId="270"/>
            <ac:picMk id="3" creationId="{B12DE94D-4742-6F5D-BA42-11846ECED82F}"/>
          </ac:picMkLst>
        </pc:picChg>
      </pc:sldChg>
      <pc:sldChg chg="addSp modSp">
        <pc:chgData name="Arseniy Buzyan (extern)" userId="S::arseniy.buzyan@edu.stockholm.se::f92a01cd-049f-4602-b292-09b82d2ea4e3" providerId="AD" clId="Web-{EF322B3E-896A-86A3-9F36-0B09DCD35250}" dt="2026-08-04T16:51:10.476" v="1303"/>
        <pc:sldMkLst>
          <pc:docMk/>
          <pc:sldMk cId="3425782378" sldId="274"/>
        </pc:sldMkLst>
        <pc:picChg chg="add mod modCrop">
          <ac:chgData name="Arseniy Buzyan (extern)" userId="S::arseniy.buzyan@edu.stockholm.se::f92a01cd-049f-4602-b292-09b82d2ea4e3" providerId="AD" clId="Web-{EF322B3E-896A-86A3-9F36-0B09DCD35250}" dt="2026-08-04T16:51:10.476" v="1303"/>
          <ac:picMkLst>
            <pc:docMk/>
            <pc:sldMk cId="3425782378" sldId="274"/>
            <ac:picMk id="4" creationId="{9E28E3F9-A0BD-26AC-D3EC-4C49FFF9FA43}"/>
          </ac:picMkLst>
        </pc:picChg>
      </pc:sldChg>
      <pc:sldChg chg="addSp modSp">
        <pc:chgData name="Arseniy Buzyan (extern)" userId="S::arseniy.buzyan@edu.stockholm.se::f92a01cd-049f-4602-b292-09b82d2ea4e3" providerId="AD" clId="Web-{EF322B3E-896A-86A3-9F36-0B09DCD35250}" dt="2026-08-04T16:52:54.649" v="1307" actId="1076"/>
        <pc:sldMkLst>
          <pc:docMk/>
          <pc:sldMk cId="234242057" sldId="276"/>
        </pc:sldMkLst>
        <pc:picChg chg="add mod modCrop">
          <ac:chgData name="Arseniy Buzyan (extern)" userId="S::arseniy.buzyan@edu.stockholm.se::f92a01cd-049f-4602-b292-09b82d2ea4e3" providerId="AD" clId="Web-{EF322B3E-896A-86A3-9F36-0B09DCD35250}" dt="2026-08-04T16:52:54.649" v="1307" actId="1076"/>
          <ac:picMkLst>
            <pc:docMk/>
            <pc:sldMk cId="234242057" sldId="276"/>
            <ac:picMk id="4" creationId="{FF8AA8A4-CD49-B0DD-7B03-7077F36A453C}"/>
          </ac:picMkLst>
        </pc:picChg>
      </pc:sldChg>
      <pc:sldChg chg="addSp delSp modSp mod setBg">
        <pc:chgData name="Arseniy Buzyan (extern)" userId="S::arseniy.buzyan@edu.stockholm.se::f92a01cd-049f-4602-b292-09b82d2ea4e3" providerId="AD" clId="Web-{EF322B3E-896A-86A3-9F36-0B09DCD35250}" dt="2026-08-04T15:29:58.209" v="19" actId="1076"/>
        <pc:sldMkLst>
          <pc:docMk/>
          <pc:sldMk cId="3567832064" sldId="277"/>
        </pc:sldMkLst>
        <pc:spChg chg="mod ord">
          <ac:chgData name="Arseniy Buzyan (extern)" userId="S::arseniy.buzyan@edu.stockholm.se::f92a01cd-049f-4602-b292-09b82d2ea4e3" providerId="AD" clId="Web-{EF322B3E-896A-86A3-9F36-0B09DCD35250}" dt="2026-08-04T15:29:54.209" v="17" actId="20577"/>
          <ac:spMkLst>
            <pc:docMk/>
            <pc:sldMk cId="3567832064" sldId="277"/>
            <ac:spMk id="2" creationId="{F22115F2-A5A3-A0B7-3AB7-8B760DBEB7E7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5:29:08.631" v="4"/>
          <ac:spMkLst>
            <pc:docMk/>
            <pc:sldMk cId="3567832064" sldId="277"/>
            <ac:spMk id="3" creationId="{C0E6D114-3EE4-317F-C326-BDDE6F547DB9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29:18.803" v="6"/>
          <ac:spMkLst>
            <pc:docMk/>
            <pc:sldMk cId="3567832064" sldId="277"/>
            <ac:spMk id="9" creationId="{37C89E4B-3C9F-44B9-8B86-D9E3D112D8EC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29:38.740" v="8"/>
          <ac:spMkLst>
            <pc:docMk/>
            <pc:sldMk cId="3567832064" sldId="277"/>
            <ac:spMk id="15" creationId="{A4AC5506-6312-4701-8D3C-40187889A947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29:38.740" v="9"/>
          <ac:spMkLst>
            <pc:docMk/>
            <pc:sldMk cId="3567832064" sldId="277"/>
            <ac:spMk id="17" creationId="{F0DCC097-1DB8-4B6D-85D0-6FBA0E1CA4BA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29:38.740" v="9"/>
          <ac:spMkLst>
            <pc:docMk/>
            <pc:sldMk cId="3567832064" sldId="277"/>
            <ac:spMk id="18" creationId="{E0B58608-23C8-4441-994D-C6823EEE1DB7}"/>
          </ac:spMkLst>
        </pc:spChg>
        <pc:picChg chg="add mod ord">
          <ac:chgData name="Arseniy Buzyan (extern)" userId="S::arseniy.buzyan@edu.stockholm.se::f92a01cd-049f-4602-b292-09b82d2ea4e3" providerId="AD" clId="Web-{EF322B3E-896A-86A3-9F36-0B09DCD35250}" dt="2026-08-04T15:29:58.209" v="19" actId="1076"/>
          <ac:picMkLst>
            <pc:docMk/>
            <pc:sldMk cId="3567832064" sldId="277"/>
            <ac:picMk id="4" creationId="{E0FEA034-32B2-9BC3-8DD3-EA1013A636D9}"/>
          </ac:picMkLst>
        </pc:picChg>
        <pc:cxnChg chg="add del">
          <ac:chgData name="Arseniy Buzyan (extern)" userId="S::arseniy.buzyan@edu.stockholm.se::f92a01cd-049f-4602-b292-09b82d2ea4e3" providerId="AD" clId="Web-{EF322B3E-896A-86A3-9F36-0B09DCD35250}" dt="2026-08-04T15:29:18.803" v="6"/>
          <ac:cxnSpMkLst>
            <pc:docMk/>
            <pc:sldMk cId="3567832064" sldId="277"/>
            <ac:cxnSpMk id="11" creationId="{AA2EAA10-076F-46BD-8F0F-B9A2FB77A85C}"/>
          </ac:cxnSpMkLst>
        </pc:cxnChg>
        <pc:cxnChg chg="add del">
          <ac:chgData name="Arseniy Buzyan (extern)" userId="S::arseniy.buzyan@edu.stockholm.se::f92a01cd-049f-4602-b292-09b82d2ea4e3" providerId="AD" clId="Web-{EF322B3E-896A-86A3-9F36-0B09DCD35250}" dt="2026-08-04T15:29:18.803" v="6"/>
          <ac:cxnSpMkLst>
            <pc:docMk/>
            <pc:sldMk cId="3567832064" sldId="277"/>
            <ac:cxnSpMk id="13" creationId="{D891E407-403B-4764-86C9-33A56D3BCAA3}"/>
          </ac:cxnSpMkLst>
        </pc:cxnChg>
      </pc:sldChg>
      <pc:sldChg chg="addSp modSp new mod setBg setClrOvrMap">
        <pc:chgData name="Arseniy Buzyan (extern)" userId="S::arseniy.buzyan@edu.stockholm.se::f92a01cd-049f-4602-b292-09b82d2ea4e3" providerId="AD" clId="Web-{EF322B3E-896A-86A3-9F36-0B09DCD35250}" dt="2026-08-04T15:32:56.336" v="62" actId="1076"/>
        <pc:sldMkLst>
          <pc:docMk/>
          <pc:sldMk cId="927497751" sldId="278"/>
        </pc:sldMkLst>
        <pc:spChg chg="mod">
          <ac:chgData name="Arseniy Buzyan (extern)" userId="S::arseniy.buzyan@edu.stockholm.se::f92a01cd-049f-4602-b292-09b82d2ea4e3" providerId="AD" clId="Web-{EF322B3E-896A-86A3-9F36-0B09DCD35250}" dt="2026-08-04T15:31:37.210" v="52" actId="14100"/>
          <ac:spMkLst>
            <pc:docMk/>
            <pc:sldMk cId="927497751" sldId="278"/>
            <ac:spMk id="2" creationId="{D0B84770-6026-14C8-6D43-98EE0E037D51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5:31:33.069" v="51" actId="20577"/>
          <ac:spMkLst>
            <pc:docMk/>
            <pc:sldMk cId="927497751" sldId="278"/>
            <ac:spMk id="3" creationId="{B17C0C3B-729C-9A3D-0C3B-0C11F23A9BB8}"/>
          </ac:spMkLst>
        </pc:spChg>
        <pc:spChg chg="add mod">
          <ac:chgData name="Arseniy Buzyan (extern)" userId="S::arseniy.buzyan@edu.stockholm.se::f92a01cd-049f-4602-b292-09b82d2ea4e3" providerId="AD" clId="Web-{EF322B3E-896A-86A3-9F36-0B09DCD35250}" dt="2026-08-04T15:32:56.336" v="62" actId="1076"/>
          <ac:spMkLst>
            <pc:docMk/>
            <pc:sldMk cId="927497751" sldId="278"/>
            <ac:spMk id="4" creationId="{D6EF5F01-8F72-44DC-502A-03D48C68EA82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0:50.163" v="23"/>
          <ac:spMkLst>
            <pc:docMk/>
            <pc:sldMk cId="927497751" sldId="278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EF322B3E-896A-86A3-9F36-0B09DCD35250}" dt="2026-08-04T15:30:50.163" v="23"/>
          <ac:grpSpMkLst>
            <pc:docMk/>
            <pc:sldMk cId="927497751" sldId="278"/>
            <ac:grpSpMk id="10" creationId="{4728F330-19FB-4D39-BD0F-53032ABFEB7F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36:07.525" v="123" actId="14100"/>
        <pc:sldMkLst>
          <pc:docMk/>
          <pc:sldMk cId="1998371303" sldId="279"/>
        </pc:sldMkLst>
        <pc:spChg chg="mod">
          <ac:chgData name="Arseniy Buzyan (extern)" userId="S::arseniy.buzyan@edu.stockholm.se::f92a01cd-049f-4602-b292-09b82d2ea4e3" providerId="AD" clId="Web-{EF322B3E-896A-86A3-9F36-0B09DCD35250}" dt="2026-08-04T15:36:07.525" v="123" actId="14100"/>
          <ac:spMkLst>
            <pc:docMk/>
            <pc:sldMk cId="1998371303" sldId="279"/>
            <ac:spMk id="2" creationId="{C271EE0E-8FAA-D49B-EA8B-EC5C9E5A4289}"/>
          </ac:spMkLst>
        </pc:spChg>
        <pc:spChg chg="add del mod">
          <ac:chgData name="Arseniy Buzyan (extern)" userId="S::arseniy.buzyan@edu.stockholm.se::f92a01cd-049f-4602-b292-09b82d2ea4e3" providerId="AD" clId="Web-{EF322B3E-896A-86A3-9F36-0B09DCD35250}" dt="2026-08-04T15:35:15.884" v="76"/>
          <ac:spMkLst>
            <pc:docMk/>
            <pc:sldMk cId="1998371303" sldId="279"/>
            <ac:spMk id="3" creationId="{D309EAED-EFDB-85FC-1E71-E6EA8DABF7E4}"/>
          </ac:spMkLst>
        </pc:spChg>
        <pc:spChg chg="add del mod">
          <ac:chgData name="Arseniy Buzyan (extern)" userId="S::arseniy.buzyan@edu.stockholm.se::f92a01cd-049f-4602-b292-09b82d2ea4e3" providerId="AD" clId="Web-{EF322B3E-896A-86A3-9F36-0B09DCD35250}" dt="2026-08-04T15:34:34.399" v="72"/>
          <ac:spMkLst>
            <pc:docMk/>
            <pc:sldMk cId="1998371303" sldId="279"/>
            <ac:spMk id="4" creationId="{488BF6A7-1D78-8DFD-C8F6-ABBB47971E31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5:15.884" v="76"/>
          <ac:spMkLst>
            <pc:docMk/>
            <pc:sldMk cId="1998371303" sldId="279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35:15.884" v="75"/>
          <ac:spMkLst>
            <pc:docMk/>
            <pc:sldMk cId="1998371303" sldId="279"/>
            <ac:spMk id="9" creationId="{C5278130-DFE0-457B-8698-88DF69019DDE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5:15.884" v="76"/>
          <ac:spMkLst>
            <pc:docMk/>
            <pc:sldMk cId="1998371303" sldId="279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35:15.884" v="75"/>
          <ac:spMkLst>
            <pc:docMk/>
            <pc:sldMk cId="1998371303" sldId="279"/>
            <ac:spMk id="11" creationId="{2F99531B-1681-4D6E-BECB-18325B33A618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5:15.884" v="76"/>
          <ac:spMkLst>
            <pc:docMk/>
            <pc:sldMk cId="1998371303" sldId="279"/>
            <ac:spMk id="12" creationId="{450D3AD2-FA80-415F-A9CE-54D884561CD7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35:15.884" v="75"/>
          <ac:spMkLst>
            <pc:docMk/>
            <pc:sldMk cId="1998371303" sldId="279"/>
            <ac:spMk id="13" creationId="{3D474154-0048-4A0B-86E0-67A4CDD24883}"/>
          </ac:spMkLst>
        </pc:spChg>
        <pc:spChg chg="add mod">
          <ac:chgData name="Arseniy Buzyan (extern)" userId="S::arseniy.buzyan@edu.stockholm.se::f92a01cd-049f-4602-b292-09b82d2ea4e3" providerId="AD" clId="Web-{EF322B3E-896A-86A3-9F36-0B09DCD35250}" dt="2026-08-04T15:36:02.040" v="119" actId="20577"/>
          <ac:spMkLst>
            <pc:docMk/>
            <pc:sldMk cId="1998371303" sldId="279"/>
            <ac:spMk id="19" creationId="{D309EAED-EFDB-85FC-1E71-E6EA8DABF7E4}"/>
          </ac:spMkLst>
        </pc:spChg>
        <pc:graphicFrameChg chg="add del">
          <ac:chgData name="Arseniy Buzyan (extern)" userId="S::arseniy.buzyan@edu.stockholm.se::f92a01cd-049f-4602-b292-09b82d2ea4e3" providerId="AD" clId="Web-{EF322B3E-896A-86A3-9F36-0B09DCD35250}" dt="2026-08-04T15:35:15.884" v="75"/>
          <ac:graphicFrameMkLst>
            <pc:docMk/>
            <pc:sldMk cId="1998371303" sldId="279"/>
            <ac:graphicFrameMk id="5" creationId="{A30F5948-77F7-05BB-76CC-2223BE0F1C44}"/>
          </ac:graphicFrameMkLst>
        </pc:graphicFrameChg>
        <pc:cxnChg chg="add del">
          <ac:chgData name="Arseniy Buzyan (extern)" userId="S::arseniy.buzyan@edu.stockholm.se::f92a01cd-049f-4602-b292-09b82d2ea4e3" providerId="AD" clId="Web-{EF322B3E-896A-86A3-9F36-0B09DCD35250}" dt="2026-08-04T15:35:15.884" v="75"/>
          <ac:cxnSpMkLst>
            <pc:docMk/>
            <pc:sldMk cId="1998371303" sldId="279"/>
            <ac:cxnSpMk id="15" creationId="{E3C7BFBF-27DA-4968-849A-7F4F78A2C45D}"/>
          </ac:cxnSpMkLst>
        </pc:cxnChg>
        <pc:cxnChg chg="add del">
          <ac:chgData name="Arseniy Buzyan (extern)" userId="S::arseniy.buzyan@edu.stockholm.se::f92a01cd-049f-4602-b292-09b82d2ea4e3" providerId="AD" clId="Web-{EF322B3E-896A-86A3-9F36-0B09DCD35250}" dt="2026-08-04T15:35:15.884" v="75"/>
          <ac:cxnSpMkLst>
            <pc:docMk/>
            <pc:sldMk cId="1998371303" sldId="279"/>
            <ac:cxnSpMk id="17" creationId="{3A737DCD-FB81-475E-8C23-6B73350AFC89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EF322B3E-896A-86A3-9F36-0B09DCD35250}" dt="2026-08-04T15:37:15.416" v="137" actId="14100"/>
        <pc:sldMkLst>
          <pc:docMk/>
          <pc:sldMk cId="1846718683" sldId="280"/>
        </pc:sldMkLst>
        <pc:spChg chg="mod">
          <ac:chgData name="Arseniy Buzyan (extern)" userId="S::arseniy.buzyan@edu.stockholm.se::f92a01cd-049f-4602-b292-09b82d2ea4e3" providerId="AD" clId="Web-{EF322B3E-896A-86A3-9F36-0B09DCD35250}" dt="2026-08-04T15:37:06.353" v="131"/>
          <ac:spMkLst>
            <pc:docMk/>
            <pc:sldMk cId="1846718683" sldId="280"/>
            <ac:spMk id="2" creationId="{954A9402-C72E-A402-6408-A4DBDC4612B8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5:37:15.416" v="137" actId="14100"/>
          <ac:spMkLst>
            <pc:docMk/>
            <pc:sldMk cId="1846718683" sldId="280"/>
            <ac:spMk id="3" creationId="{35780F4B-F473-5539-0B06-6976933DEA2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7:06.353" v="131"/>
          <ac:spMkLst>
            <pc:docMk/>
            <pc:sldMk cId="1846718683" sldId="280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7:06.353" v="131"/>
          <ac:spMkLst>
            <pc:docMk/>
            <pc:sldMk cId="1846718683" sldId="280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7:06.353" v="131"/>
          <ac:spMkLst>
            <pc:docMk/>
            <pc:sldMk cId="1846718683" sldId="280"/>
            <ac:spMk id="12" creationId="{450D3AD2-FA80-415F-A9CE-54D884561CD7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39:15.011" v="284"/>
        <pc:sldMkLst>
          <pc:docMk/>
          <pc:sldMk cId="3359895643" sldId="281"/>
        </pc:sldMkLst>
        <pc:spChg chg="mod">
          <ac:chgData name="Arseniy Buzyan (extern)" userId="S::arseniy.buzyan@edu.stockholm.se::f92a01cd-049f-4602-b292-09b82d2ea4e3" providerId="AD" clId="Web-{EF322B3E-896A-86A3-9F36-0B09DCD35250}" dt="2026-08-04T15:38:19.869" v="157" actId="20577"/>
          <ac:spMkLst>
            <pc:docMk/>
            <pc:sldMk cId="3359895643" sldId="281"/>
            <ac:spMk id="2" creationId="{A3994417-4422-F364-02D7-60F0CDDBDEF1}"/>
          </ac:spMkLst>
        </pc:spChg>
        <pc:spChg chg="del mod">
          <ac:chgData name="Arseniy Buzyan (extern)" userId="S::arseniy.buzyan@edu.stockholm.se::f92a01cd-049f-4602-b292-09b82d2ea4e3" providerId="AD" clId="Web-{EF322B3E-896A-86A3-9F36-0B09DCD35250}" dt="2026-08-04T15:38:47.385" v="164"/>
          <ac:spMkLst>
            <pc:docMk/>
            <pc:sldMk cId="3359895643" sldId="281"/>
            <ac:spMk id="3" creationId="{369A837E-10C9-293E-4EDF-361D7535420A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8:00.901" v="145"/>
          <ac:spMkLst>
            <pc:docMk/>
            <pc:sldMk cId="3359895643" sldId="281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8:00.901" v="145"/>
          <ac:spMkLst>
            <pc:docMk/>
            <pc:sldMk cId="3359895643" sldId="281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8:00.901" v="145"/>
          <ac:spMkLst>
            <pc:docMk/>
            <pc:sldMk cId="3359895643" sldId="281"/>
            <ac:spMk id="12" creationId="{450D3AD2-FA80-415F-A9CE-54D884561CD7}"/>
          </ac:spMkLst>
        </pc:spChg>
        <pc:graphicFrameChg chg="add mod ord modGraphic">
          <ac:chgData name="Arseniy Buzyan (extern)" userId="S::arseniy.buzyan@edu.stockholm.se::f92a01cd-049f-4602-b292-09b82d2ea4e3" providerId="AD" clId="Web-{EF322B3E-896A-86A3-9F36-0B09DCD35250}" dt="2026-08-04T15:39:15.011" v="284"/>
          <ac:graphicFrameMkLst>
            <pc:docMk/>
            <pc:sldMk cId="3359895643" sldId="281"/>
            <ac:graphicFrameMk id="5" creationId="{7A7832B1-642E-5F16-AF6D-978733D6ABBE}"/>
          </ac:graphicFrameMkLst>
        </pc:graphicFrameChg>
      </pc:sldChg>
      <pc:sldChg chg="add del">
        <pc:chgData name="Arseniy Buzyan (extern)" userId="S::arseniy.buzyan@edu.stockholm.se::f92a01cd-049f-4602-b292-09b82d2ea4e3" providerId="AD" clId="Web-{EF322B3E-896A-86A3-9F36-0B09DCD35250}" dt="2026-08-04T15:38:31.291" v="159"/>
        <pc:sldMkLst>
          <pc:docMk/>
          <pc:sldMk cId="1531563370" sldId="282"/>
        </pc:sldMkLst>
      </pc:sldChg>
      <pc:sldChg chg="addSp delSp modSp new mod setBg setClrOvrMap">
        <pc:chgData name="Arseniy Buzyan (extern)" userId="S::arseniy.buzyan@edu.stockholm.se::f92a01cd-049f-4602-b292-09b82d2ea4e3" providerId="AD" clId="Web-{EF322B3E-896A-86A3-9F36-0B09DCD35250}" dt="2026-08-04T15:40:10.105" v="301" actId="14100"/>
        <pc:sldMkLst>
          <pc:docMk/>
          <pc:sldMk cId="2675565418" sldId="282"/>
        </pc:sldMkLst>
        <pc:spChg chg="mod">
          <ac:chgData name="Arseniy Buzyan (extern)" userId="S::arseniy.buzyan@edu.stockholm.se::f92a01cd-049f-4602-b292-09b82d2ea4e3" providerId="AD" clId="Web-{EF322B3E-896A-86A3-9F36-0B09DCD35250}" dt="2026-08-04T15:40:10.105" v="301" actId="14100"/>
          <ac:spMkLst>
            <pc:docMk/>
            <pc:sldMk cId="2675565418" sldId="282"/>
            <ac:spMk id="2" creationId="{F70E2705-737E-C3DF-5644-14CBAFB772E1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5:39:59.964" v="295" actId="14100"/>
          <ac:spMkLst>
            <pc:docMk/>
            <pc:sldMk cId="2675565418" sldId="282"/>
            <ac:spMk id="3" creationId="{E41873EE-F8BC-374C-B376-E222F28CBD2D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39:49.855" v="289"/>
          <ac:spMkLst>
            <pc:docMk/>
            <pc:sldMk cId="2675565418" sldId="282"/>
            <ac:spMk id="8" creationId="{B95B9BA8-1D69-4796-85F5-B6D0BD52354B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9:49.855" v="289"/>
          <ac:spMkLst>
            <pc:docMk/>
            <pc:sldMk cId="2675565418" sldId="282"/>
            <ac:spMk id="17" creationId="{5FEF463D-EE6B-46FF-B7C7-74B09A96C8AB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9:49.855" v="289"/>
          <ac:spMkLst>
            <pc:docMk/>
            <pc:sldMk cId="2675565418" sldId="282"/>
            <ac:spMk id="23" creationId="{30B5ED20-499B-41E7-95BE-8BBD3131456F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39:49.855" v="289"/>
          <ac:spMkLst>
            <pc:docMk/>
            <pc:sldMk cId="2675565418" sldId="282"/>
            <ac:spMk id="25" creationId="{35A51D22-76EA-4C70-B5C9-ED3946924CB7}"/>
          </ac:spMkLst>
        </pc:spChg>
        <pc:grpChg chg="add del">
          <ac:chgData name="Arseniy Buzyan (extern)" userId="S::arseniy.buzyan@edu.stockholm.se::f92a01cd-049f-4602-b292-09b82d2ea4e3" providerId="AD" clId="Web-{EF322B3E-896A-86A3-9F36-0B09DCD35250}" dt="2026-08-04T15:39:49.855" v="289"/>
          <ac:grpSpMkLst>
            <pc:docMk/>
            <pc:sldMk cId="2675565418" sldId="282"/>
            <ac:grpSpMk id="10" creationId="{207EE6D2-B8A8-4EA6-879E-705FC91778E0}"/>
          </ac:grpSpMkLst>
        </pc:grpChg>
        <pc:grpChg chg="add">
          <ac:chgData name="Arseniy Buzyan (extern)" userId="S::arseniy.buzyan@edu.stockholm.se::f92a01cd-049f-4602-b292-09b82d2ea4e3" providerId="AD" clId="Web-{EF322B3E-896A-86A3-9F36-0B09DCD35250}" dt="2026-08-04T15:39:49.855" v="289"/>
          <ac:grpSpMkLst>
            <pc:docMk/>
            <pc:sldMk cId="2675565418" sldId="282"/>
            <ac:grpSpMk id="19" creationId="{11A27B3A-460C-4100-99B5-817F25979F6C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40:50.418" v="308"/>
        <pc:sldMkLst>
          <pc:docMk/>
          <pc:sldMk cId="4010375496" sldId="283"/>
        </pc:sldMkLst>
        <pc:spChg chg="mod">
          <ac:chgData name="Arseniy Buzyan (extern)" userId="S::arseniy.buzyan@edu.stockholm.se::f92a01cd-049f-4602-b292-09b82d2ea4e3" providerId="AD" clId="Web-{EF322B3E-896A-86A3-9F36-0B09DCD35250}" dt="2026-08-04T15:40:50.418" v="308"/>
          <ac:spMkLst>
            <pc:docMk/>
            <pc:sldMk cId="4010375496" sldId="283"/>
            <ac:spMk id="2" creationId="{105D7A59-F095-CB07-8189-414AFE856A05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5:40:27.808" v="304"/>
          <ac:spMkLst>
            <pc:docMk/>
            <pc:sldMk cId="4010375496" sldId="283"/>
            <ac:spMk id="3" creationId="{61B85FF5-0460-F589-5EA6-57C2FE3D203D}"/>
          </ac:spMkLst>
        </pc:spChg>
        <pc:spChg chg="add del mod">
          <ac:chgData name="Arseniy Buzyan (extern)" userId="S::arseniy.buzyan@edu.stockholm.se::f92a01cd-049f-4602-b292-09b82d2ea4e3" providerId="AD" clId="Web-{EF322B3E-896A-86A3-9F36-0B09DCD35250}" dt="2026-08-04T15:40:41.152" v="307"/>
          <ac:spMkLst>
            <pc:docMk/>
            <pc:sldMk cId="4010375496" sldId="283"/>
            <ac:spMk id="6" creationId="{96730529-B6AA-BCE2-5CBD-57709DF4BB72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0:50.418" v="308"/>
          <ac:spMkLst>
            <pc:docMk/>
            <pc:sldMk cId="4010375496" sldId="283"/>
            <ac:spMk id="7" creationId="{787F4F1C-8D3D-4EC1-B72D-A0470A5A08B8}"/>
          </ac:spMkLst>
        </pc:spChg>
        <pc:grpChg chg="add">
          <ac:chgData name="Arseniy Buzyan (extern)" userId="S::arseniy.buzyan@edu.stockholm.se::f92a01cd-049f-4602-b292-09b82d2ea4e3" providerId="AD" clId="Web-{EF322B3E-896A-86A3-9F36-0B09DCD35250}" dt="2026-08-04T15:40:50.418" v="308"/>
          <ac:grpSpMkLst>
            <pc:docMk/>
            <pc:sldMk cId="4010375496" sldId="283"/>
            <ac:grpSpMk id="9" creationId="{D1E3DD61-64DB-46AD-B249-E273CD86B051}"/>
          </ac:grpSpMkLst>
        </pc:grpChg>
        <pc:picChg chg="add del mod ord">
          <ac:chgData name="Arseniy Buzyan (extern)" userId="S::arseniy.buzyan@edu.stockholm.se::f92a01cd-049f-4602-b292-09b82d2ea4e3" providerId="AD" clId="Web-{EF322B3E-896A-86A3-9F36-0B09DCD35250}" dt="2026-08-04T15:40:38.543" v="306"/>
          <ac:picMkLst>
            <pc:docMk/>
            <pc:sldMk cId="4010375496" sldId="283"/>
            <ac:picMk id="4" creationId="{7ECFA552-9756-3A98-987A-9B43A0309352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41:10.153" v="312"/>
        <pc:sldMkLst>
          <pc:docMk/>
          <pc:sldMk cId="4045238658" sldId="284"/>
        </pc:sldMkLst>
        <pc:spChg chg="mod">
          <ac:chgData name="Arseniy Buzyan (extern)" userId="S::arseniy.buzyan@edu.stockholm.se::f92a01cd-049f-4602-b292-09b82d2ea4e3" providerId="AD" clId="Web-{EF322B3E-896A-86A3-9F36-0B09DCD35250}" dt="2026-08-04T15:41:10.153" v="312"/>
          <ac:spMkLst>
            <pc:docMk/>
            <pc:sldMk cId="4045238658" sldId="284"/>
            <ac:spMk id="2" creationId="{A0A94B3F-1CF5-4C67-9C12-4C048F07D544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5:41:02.027" v="311"/>
          <ac:spMkLst>
            <pc:docMk/>
            <pc:sldMk cId="4045238658" sldId="284"/>
            <ac:spMk id="3" creationId="{FCE27E53-03CB-9BE7-A7A0-1FCAD0FD309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1:10.153" v="312"/>
          <ac:spMkLst>
            <pc:docMk/>
            <pc:sldMk cId="4045238658" sldId="284"/>
            <ac:spMk id="9" creationId="{D4771268-CB57-404A-9271-370EB28F6090}"/>
          </ac:spMkLst>
        </pc:spChg>
        <pc:picChg chg="add mod ord">
          <ac:chgData name="Arseniy Buzyan (extern)" userId="S::arseniy.buzyan@edu.stockholm.se::f92a01cd-049f-4602-b292-09b82d2ea4e3" providerId="AD" clId="Web-{EF322B3E-896A-86A3-9F36-0B09DCD35250}" dt="2026-08-04T15:41:10.153" v="312"/>
          <ac:picMkLst>
            <pc:docMk/>
            <pc:sldMk cId="4045238658" sldId="284"/>
            <ac:picMk id="4" creationId="{4F0038A3-648D-ED0C-6E00-117D8CE40B6F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41:55.888" v="328" actId="14100"/>
        <pc:sldMkLst>
          <pc:docMk/>
          <pc:sldMk cId="1407870102" sldId="285"/>
        </pc:sldMkLst>
        <pc:spChg chg="mod">
          <ac:chgData name="Arseniy Buzyan (extern)" userId="S::arseniy.buzyan@edu.stockholm.se::f92a01cd-049f-4602-b292-09b82d2ea4e3" providerId="AD" clId="Web-{EF322B3E-896A-86A3-9F36-0B09DCD35250}" dt="2026-08-04T15:41:28.606" v="316"/>
          <ac:spMkLst>
            <pc:docMk/>
            <pc:sldMk cId="1407870102" sldId="285"/>
            <ac:spMk id="2" creationId="{139F9167-33E3-AC3B-1A56-1085DA39520A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5:41:24.668" v="315"/>
          <ac:spMkLst>
            <pc:docMk/>
            <pc:sldMk cId="1407870102" sldId="285"/>
            <ac:spMk id="3" creationId="{7720D902-9748-E88A-4135-32AF40270D09}"/>
          </ac:spMkLst>
        </pc:spChg>
        <pc:spChg chg="add mod">
          <ac:chgData name="Arseniy Buzyan (extern)" userId="S::arseniy.buzyan@edu.stockholm.se::f92a01cd-049f-4602-b292-09b82d2ea4e3" providerId="AD" clId="Web-{EF322B3E-896A-86A3-9F36-0B09DCD35250}" dt="2026-08-04T15:41:55.888" v="328" actId="14100"/>
          <ac:spMkLst>
            <pc:docMk/>
            <pc:sldMk cId="1407870102" sldId="285"/>
            <ac:spMk id="5" creationId="{A984D54A-5241-D6AF-07CE-C62FC6061F3A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1:28.606" v="316"/>
          <ac:spMkLst>
            <pc:docMk/>
            <pc:sldMk cId="1407870102" sldId="285"/>
            <ac:spMk id="9" creationId="{D4771268-CB57-404A-9271-370EB28F6090}"/>
          </ac:spMkLst>
        </pc:spChg>
        <pc:picChg chg="add mod ord">
          <ac:chgData name="Arseniy Buzyan (extern)" userId="S::arseniy.buzyan@edu.stockholm.se::f92a01cd-049f-4602-b292-09b82d2ea4e3" providerId="AD" clId="Web-{EF322B3E-896A-86A3-9F36-0B09DCD35250}" dt="2026-08-04T15:41:49.090" v="325" actId="1076"/>
          <ac:picMkLst>
            <pc:docMk/>
            <pc:sldMk cId="1407870102" sldId="285"/>
            <ac:picMk id="4" creationId="{818F3532-A9AD-DAAE-70A0-BAD5EADAA3DC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42:23.549" v="333"/>
        <pc:sldMkLst>
          <pc:docMk/>
          <pc:sldMk cId="3180261347" sldId="286"/>
        </pc:sldMkLst>
        <pc:spChg chg="mod">
          <ac:chgData name="Arseniy Buzyan (extern)" userId="S::arseniy.buzyan@edu.stockholm.se::f92a01cd-049f-4602-b292-09b82d2ea4e3" providerId="AD" clId="Web-{EF322B3E-896A-86A3-9F36-0B09DCD35250}" dt="2026-08-04T15:42:23.549" v="333"/>
          <ac:spMkLst>
            <pc:docMk/>
            <pc:sldMk cId="3180261347" sldId="286"/>
            <ac:spMk id="2" creationId="{4AD3A419-4EE9-9C30-CDDA-82DBE5908420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5:42:18.720" v="332"/>
          <ac:spMkLst>
            <pc:docMk/>
            <pc:sldMk cId="3180261347" sldId="286"/>
            <ac:spMk id="3" creationId="{C40924B4-F065-D0DF-2EE8-179906C5AE1A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2:23.549" v="333"/>
          <ac:spMkLst>
            <pc:docMk/>
            <pc:sldMk cId="3180261347" sldId="286"/>
            <ac:spMk id="7" creationId="{787F4F1C-8D3D-4EC1-B72D-A0470A5A08B8}"/>
          </ac:spMkLst>
        </pc:spChg>
        <pc:grpChg chg="add">
          <ac:chgData name="Arseniy Buzyan (extern)" userId="S::arseniy.buzyan@edu.stockholm.se::f92a01cd-049f-4602-b292-09b82d2ea4e3" providerId="AD" clId="Web-{EF322B3E-896A-86A3-9F36-0B09DCD35250}" dt="2026-08-04T15:42:23.549" v="333"/>
          <ac:grpSpMkLst>
            <pc:docMk/>
            <pc:sldMk cId="3180261347" sldId="286"/>
            <ac:grpSpMk id="9" creationId="{D1E3DD61-64DB-46AD-B249-E273CD86B051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44:25.378" v="384" actId="1076"/>
        <pc:sldMkLst>
          <pc:docMk/>
          <pc:sldMk cId="2413640825" sldId="287"/>
        </pc:sldMkLst>
        <pc:spChg chg="mod ord">
          <ac:chgData name="Arseniy Buzyan (extern)" userId="S::arseniy.buzyan@edu.stockholm.se::f92a01cd-049f-4602-b292-09b82d2ea4e3" providerId="AD" clId="Web-{EF322B3E-896A-86A3-9F36-0B09DCD35250}" dt="2026-08-04T15:43:39.565" v="357"/>
          <ac:spMkLst>
            <pc:docMk/>
            <pc:sldMk cId="2413640825" sldId="287"/>
            <ac:spMk id="2" creationId="{68C1E1A3-BD66-168E-A64E-0F2B0E733350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5:42:39.189" v="336"/>
          <ac:spMkLst>
            <pc:docMk/>
            <pc:sldMk cId="2413640825" sldId="287"/>
            <ac:spMk id="3" creationId="{FBCEEF13-DE75-9A49-7D25-F1A49EB907F9}"/>
          </ac:spMkLst>
        </pc:spChg>
        <pc:spChg chg="add del mod">
          <ac:chgData name="Arseniy Buzyan (extern)" userId="S::arseniy.buzyan@edu.stockholm.se::f92a01cd-049f-4602-b292-09b82d2ea4e3" providerId="AD" clId="Web-{EF322B3E-896A-86A3-9F36-0B09DCD35250}" dt="2026-08-04T15:43:19.659" v="349"/>
          <ac:spMkLst>
            <pc:docMk/>
            <pc:sldMk cId="2413640825" sldId="287"/>
            <ac:spMk id="5" creationId="{88CA9850-7336-F401-18D2-5F205672317A}"/>
          </ac:spMkLst>
        </pc:spChg>
        <pc:spChg chg="add mod">
          <ac:chgData name="Arseniy Buzyan (extern)" userId="S::arseniy.buzyan@edu.stockholm.se::f92a01cd-049f-4602-b292-09b82d2ea4e3" providerId="AD" clId="Web-{EF322B3E-896A-86A3-9F36-0B09DCD35250}" dt="2026-08-04T15:44:25.378" v="384" actId="1076"/>
          <ac:spMkLst>
            <pc:docMk/>
            <pc:sldMk cId="2413640825" sldId="287"/>
            <ac:spMk id="6" creationId="{302ABE61-5A2D-BA88-DD1A-66AD6BF4FB43}"/>
          </ac:spMkLst>
        </pc:spChg>
        <pc:spChg chg="add del mod">
          <ac:chgData name="Arseniy Buzyan (extern)" userId="S::arseniy.buzyan@edu.stockholm.se::f92a01cd-049f-4602-b292-09b82d2ea4e3" providerId="AD" clId="Web-{EF322B3E-896A-86A3-9F36-0B09DCD35250}" dt="2026-08-04T15:43:39.565" v="357"/>
          <ac:spMkLst>
            <pc:docMk/>
            <pc:sldMk cId="2413640825" sldId="287"/>
            <ac:spMk id="8" creationId="{DDFA8CC0-DFDA-0741-3CBD-A37DAD4123A5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43:39.565" v="357"/>
          <ac:spMkLst>
            <pc:docMk/>
            <pc:sldMk cId="2413640825" sldId="287"/>
            <ac:spMk id="11" creationId="{5A0118C5-4F8D-4CF4-BADD-53FEACC6C42A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43:39.565" v="357"/>
          <ac:spMkLst>
            <pc:docMk/>
            <pc:sldMk cId="2413640825" sldId="287"/>
            <ac:spMk id="17" creationId="{CAEBFCD5-5356-4326-8D39-8235A46CD7B2}"/>
          </ac:spMkLst>
        </pc:spChg>
        <pc:grpChg chg="add del">
          <ac:chgData name="Arseniy Buzyan (extern)" userId="S::arseniy.buzyan@edu.stockholm.se::f92a01cd-049f-4602-b292-09b82d2ea4e3" providerId="AD" clId="Web-{EF322B3E-896A-86A3-9F36-0B09DCD35250}" dt="2026-08-04T15:43:39.565" v="357"/>
          <ac:grpSpMkLst>
            <pc:docMk/>
            <pc:sldMk cId="2413640825" sldId="287"/>
            <ac:grpSpMk id="13" creationId="{134CC3FF-7AA4-46F4-8B24-2F9383D86DBD}"/>
          </ac:grpSpMkLst>
        </pc:grpChg>
        <pc:grpChg chg="add del">
          <ac:chgData name="Arseniy Buzyan (extern)" userId="S::arseniy.buzyan@edu.stockholm.se::f92a01cd-049f-4602-b292-09b82d2ea4e3" providerId="AD" clId="Web-{EF322B3E-896A-86A3-9F36-0B09DCD35250}" dt="2026-08-04T15:43:39.565" v="357"/>
          <ac:grpSpMkLst>
            <pc:docMk/>
            <pc:sldMk cId="2413640825" sldId="287"/>
            <ac:grpSpMk id="19" creationId="{5F2AA49C-5AC0-41C7-BFAF-74B8D8293C8F}"/>
          </ac:grpSpMkLst>
        </pc:grpChg>
        <pc:grpChg chg="add del">
          <ac:chgData name="Arseniy Buzyan (extern)" userId="S::arseniy.buzyan@edu.stockholm.se::f92a01cd-049f-4602-b292-09b82d2ea4e3" providerId="AD" clId="Web-{EF322B3E-896A-86A3-9F36-0B09DCD35250}" dt="2026-08-04T15:43:39.565" v="357"/>
          <ac:grpSpMkLst>
            <pc:docMk/>
            <pc:sldMk cId="2413640825" sldId="287"/>
            <ac:grpSpMk id="34" creationId="{BB32367D-C4F2-49D5-A586-298C7CA821B0}"/>
          </ac:grpSpMkLst>
        </pc:grpChg>
        <pc:picChg chg="add mod ord">
          <ac:chgData name="Arseniy Buzyan (extern)" userId="S::arseniy.buzyan@edu.stockholm.se::f92a01cd-049f-4602-b292-09b82d2ea4e3" providerId="AD" clId="Web-{EF322B3E-896A-86A3-9F36-0B09DCD35250}" dt="2026-08-04T15:43:39.565" v="357"/>
          <ac:picMkLst>
            <pc:docMk/>
            <pc:sldMk cId="2413640825" sldId="287"/>
            <ac:picMk id="4" creationId="{2F9BC448-3BDC-75E1-A90E-2DD0368ACA93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EF322B3E-896A-86A3-9F36-0B09DCD35250}" dt="2026-08-04T15:46:00.723" v="406" actId="20577"/>
        <pc:sldMkLst>
          <pc:docMk/>
          <pc:sldMk cId="2023654590" sldId="288"/>
        </pc:sldMkLst>
        <pc:spChg chg="mod">
          <ac:chgData name="Arseniy Buzyan (extern)" userId="S::arseniy.buzyan@edu.stockholm.se::f92a01cd-049f-4602-b292-09b82d2ea4e3" providerId="AD" clId="Web-{EF322B3E-896A-86A3-9F36-0B09DCD35250}" dt="2026-08-04T15:45:11.941" v="392"/>
          <ac:spMkLst>
            <pc:docMk/>
            <pc:sldMk cId="2023654590" sldId="288"/>
            <ac:spMk id="2" creationId="{FBEF11F2-514C-5345-624D-DFC2FC06D280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5:46:00.723" v="406" actId="20577"/>
          <ac:spMkLst>
            <pc:docMk/>
            <pc:sldMk cId="2023654590" sldId="288"/>
            <ac:spMk id="3" creationId="{AF29FCFF-A375-91ED-7E5D-E9F2DF83CF2B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5:11.941" v="392"/>
          <ac:spMkLst>
            <pc:docMk/>
            <pc:sldMk cId="2023654590" sldId="288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5:11.941" v="392"/>
          <ac:spMkLst>
            <pc:docMk/>
            <pc:sldMk cId="2023654590" sldId="288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5:11.941" v="392"/>
          <ac:spMkLst>
            <pc:docMk/>
            <pc:sldMk cId="2023654590" sldId="288"/>
            <ac:spMk id="12" creationId="{450D3AD2-FA80-415F-A9CE-54D884561CD7}"/>
          </ac:spMkLst>
        </pc:spChg>
      </pc:sldChg>
      <pc:sldChg chg="addSp modSp new mod setBg">
        <pc:chgData name="Arseniy Buzyan (extern)" userId="S::arseniy.buzyan@edu.stockholm.se::f92a01cd-049f-4602-b292-09b82d2ea4e3" providerId="AD" clId="Web-{EF322B3E-896A-86A3-9F36-0B09DCD35250}" dt="2026-08-04T15:48:15.692" v="624"/>
        <pc:sldMkLst>
          <pc:docMk/>
          <pc:sldMk cId="3071323877" sldId="289"/>
        </pc:sldMkLst>
        <pc:spChg chg="mod">
          <ac:chgData name="Arseniy Buzyan (extern)" userId="S::arseniy.buzyan@edu.stockholm.se::f92a01cd-049f-4602-b292-09b82d2ea4e3" providerId="AD" clId="Web-{EF322B3E-896A-86A3-9F36-0B09DCD35250}" dt="2026-08-04T15:46:44.129" v="413"/>
          <ac:spMkLst>
            <pc:docMk/>
            <pc:sldMk cId="3071323877" sldId="289"/>
            <ac:spMk id="2" creationId="{21BBD645-BB9A-A57E-C988-94569499171B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5:48:05.052" v="591" actId="1076"/>
          <ac:spMkLst>
            <pc:docMk/>
            <pc:sldMk cId="3071323877" sldId="289"/>
            <ac:spMk id="3" creationId="{E1E0D8EE-33CB-AE39-808A-29D9BA5FA094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6:44.129" v="413"/>
          <ac:spMkLst>
            <pc:docMk/>
            <pc:sldMk cId="3071323877" sldId="289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6:44.129" v="413"/>
          <ac:spMkLst>
            <pc:docMk/>
            <pc:sldMk cId="3071323877" sldId="289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6:44.129" v="413"/>
          <ac:spMkLst>
            <pc:docMk/>
            <pc:sldMk cId="3071323877" sldId="289"/>
            <ac:spMk id="12" creationId="{450D3AD2-FA80-415F-A9CE-54D884561CD7}"/>
          </ac:spMkLst>
        </pc:spChg>
        <pc:graphicFrameChg chg="add mod modGraphic">
          <ac:chgData name="Arseniy Buzyan (extern)" userId="S::arseniy.buzyan@edu.stockholm.se::f92a01cd-049f-4602-b292-09b82d2ea4e3" providerId="AD" clId="Web-{EF322B3E-896A-86A3-9F36-0B09DCD35250}" dt="2026-08-04T15:48:15.692" v="624"/>
          <ac:graphicFrameMkLst>
            <pc:docMk/>
            <pc:sldMk cId="3071323877" sldId="289"/>
            <ac:graphicFrameMk id="5" creationId="{F079F57C-A883-60C1-229E-7FEBBACB0998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EF322B3E-896A-86A3-9F36-0B09DCD35250}" dt="2026-08-04T15:50:57.537" v="847" actId="20577"/>
        <pc:sldMkLst>
          <pc:docMk/>
          <pc:sldMk cId="2191839654" sldId="290"/>
        </pc:sldMkLst>
        <pc:spChg chg="mod">
          <ac:chgData name="Arseniy Buzyan (extern)" userId="S::arseniy.buzyan@edu.stockholm.se::f92a01cd-049f-4602-b292-09b82d2ea4e3" providerId="AD" clId="Web-{EF322B3E-896A-86A3-9F36-0B09DCD35250}" dt="2026-08-04T15:50:57.537" v="847" actId="20577"/>
          <ac:spMkLst>
            <pc:docMk/>
            <pc:sldMk cId="2191839654" sldId="290"/>
            <ac:spMk id="2" creationId="{2C1245D8-546B-8E3F-362E-B234BC612904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5:50:08.990" v="637" actId="20577"/>
          <ac:spMkLst>
            <pc:docMk/>
            <pc:sldMk cId="2191839654" sldId="290"/>
            <ac:spMk id="3" creationId="{C0C73E41-0AD3-70FE-F41E-91C0F7B9D355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9:41.240" v="632"/>
          <ac:spMkLst>
            <pc:docMk/>
            <pc:sldMk cId="2191839654" sldId="290"/>
            <ac:spMk id="8" creationId="{B34F5AD2-EDBD-4BBD-A55C-EAFFD0C7097A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9:41.240" v="632"/>
          <ac:spMkLst>
            <pc:docMk/>
            <pc:sldMk cId="2191839654" sldId="290"/>
            <ac:spMk id="10" creationId="{C3896A03-3945-419A-B66B-4EE266EDD152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49:41.240" v="632"/>
          <ac:spMkLst>
            <pc:docMk/>
            <pc:sldMk cId="2191839654" sldId="290"/>
            <ac:spMk id="12" creationId="{B8EAE243-3A9F-4A46-B0D9-04C723A8A1BD}"/>
          </ac:spMkLst>
        </pc:spChg>
        <pc:graphicFrameChg chg="add mod modGraphic">
          <ac:chgData name="Arseniy Buzyan (extern)" userId="S::arseniy.buzyan@edu.stockholm.se::f92a01cd-049f-4602-b292-09b82d2ea4e3" providerId="AD" clId="Web-{EF322B3E-896A-86A3-9F36-0B09DCD35250}" dt="2026-08-04T15:50:46.569" v="843" actId="1076"/>
          <ac:graphicFrameMkLst>
            <pc:docMk/>
            <pc:sldMk cId="2191839654" sldId="290"/>
            <ac:graphicFrameMk id="5" creationId="{F584F899-C9B3-9C07-88C6-2C2B33C85C3B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EF322B3E-896A-86A3-9F36-0B09DCD35250}" dt="2026-08-04T15:53:18.648" v="1044" actId="14100"/>
        <pc:sldMkLst>
          <pc:docMk/>
          <pc:sldMk cId="4134189058" sldId="291"/>
        </pc:sldMkLst>
        <pc:spChg chg="mod">
          <ac:chgData name="Arseniy Buzyan (extern)" userId="S::arseniy.buzyan@edu.stockholm.se::f92a01cd-049f-4602-b292-09b82d2ea4e3" providerId="AD" clId="Web-{EF322B3E-896A-86A3-9F36-0B09DCD35250}" dt="2026-08-04T15:53:18.648" v="1044" actId="14100"/>
          <ac:spMkLst>
            <pc:docMk/>
            <pc:sldMk cId="4134189058" sldId="291"/>
            <ac:spMk id="2" creationId="{B01F4BD0-D111-D042-0CE2-D720D4EF46B9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5:52:53.351" v="1034" actId="14100"/>
          <ac:spMkLst>
            <pc:docMk/>
            <pc:sldMk cId="4134189058" sldId="291"/>
            <ac:spMk id="3" creationId="{23671C7C-6DE6-BB9B-D070-F7EFE8FB267E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1:48.163" v="854"/>
          <ac:spMkLst>
            <pc:docMk/>
            <pc:sldMk cId="4134189058" sldId="291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1:48.163" v="854"/>
          <ac:spMkLst>
            <pc:docMk/>
            <pc:sldMk cId="4134189058" sldId="291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1:48.163" v="854"/>
          <ac:spMkLst>
            <pc:docMk/>
            <pc:sldMk cId="4134189058" sldId="291"/>
            <ac:spMk id="12" creationId="{450D3AD2-FA80-415F-A9CE-54D884561CD7}"/>
          </ac:spMkLst>
        </pc:spChg>
        <pc:graphicFrameChg chg="add mod modGraphic">
          <ac:chgData name="Arseniy Buzyan (extern)" userId="S::arseniy.buzyan@edu.stockholm.se::f92a01cd-049f-4602-b292-09b82d2ea4e3" providerId="AD" clId="Web-{EF322B3E-896A-86A3-9F36-0B09DCD35250}" dt="2026-08-04T15:52:50.163" v="1033" actId="1076"/>
          <ac:graphicFrameMkLst>
            <pc:docMk/>
            <pc:sldMk cId="4134189058" sldId="291"/>
            <ac:graphicFrameMk id="5" creationId="{42D8B173-CCBE-3D4A-1101-B14F47128686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55:13.243" v="1167" actId="1076"/>
        <pc:sldMkLst>
          <pc:docMk/>
          <pc:sldMk cId="445607524" sldId="292"/>
        </pc:sldMkLst>
        <pc:spChg chg="mod">
          <ac:chgData name="Arseniy Buzyan (extern)" userId="S::arseniy.buzyan@edu.stockholm.se::f92a01cd-049f-4602-b292-09b82d2ea4e3" providerId="AD" clId="Web-{EF322B3E-896A-86A3-9F36-0B09DCD35250}" dt="2026-08-04T15:55:13.243" v="1167" actId="1076"/>
          <ac:spMkLst>
            <pc:docMk/>
            <pc:sldMk cId="445607524" sldId="292"/>
            <ac:spMk id="2" creationId="{91998322-C7B9-3A6C-7B0D-708ACD7FE4FB}"/>
          </ac:spMkLst>
        </pc:spChg>
        <pc:spChg chg="add del mod">
          <ac:chgData name="Arseniy Buzyan (extern)" userId="S::arseniy.buzyan@edu.stockholm.se::f92a01cd-049f-4602-b292-09b82d2ea4e3" providerId="AD" clId="Web-{EF322B3E-896A-86A3-9F36-0B09DCD35250}" dt="2026-08-04T15:54:48.727" v="1060" actId="1076"/>
          <ac:spMkLst>
            <pc:docMk/>
            <pc:sldMk cId="445607524" sldId="292"/>
            <ac:spMk id="3" creationId="{E39AB073-D6A6-1442-0F2F-89479474990C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4:32.555" v="1055"/>
          <ac:spMkLst>
            <pc:docMk/>
            <pc:sldMk cId="445607524" sldId="292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4:32.555" v="1055"/>
          <ac:spMkLst>
            <pc:docMk/>
            <pc:sldMk cId="445607524" sldId="292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4:32.555" v="1055"/>
          <ac:spMkLst>
            <pc:docMk/>
            <pc:sldMk cId="445607524" sldId="292"/>
            <ac:spMk id="12" creationId="{450D3AD2-FA80-415F-A9CE-54D884561CD7}"/>
          </ac:spMkLst>
        </pc:spChg>
        <pc:graphicFrameChg chg="add del mod ord modGraphic">
          <ac:chgData name="Arseniy Buzyan (extern)" userId="S::arseniy.buzyan@edu.stockholm.se::f92a01cd-049f-4602-b292-09b82d2ea4e3" providerId="AD" clId="Web-{EF322B3E-896A-86A3-9F36-0B09DCD35250}" dt="2026-08-04T15:54:19.570" v="1050"/>
          <ac:graphicFrameMkLst>
            <pc:docMk/>
            <pc:sldMk cId="445607524" sldId="292"/>
            <ac:graphicFrameMk id="5" creationId="{E551A395-0F47-93B8-A76B-70386290317B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EF322B3E-896A-86A3-9F36-0B09DCD35250}" dt="2026-08-04T15:55:04.680" v="1160" actId="1076"/>
          <ac:graphicFrameMkLst>
            <pc:docMk/>
            <pc:sldMk cId="445607524" sldId="292"/>
            <ac:graphicFrameMk id="7" creationId="{949ECA6D-C8D7-535C-DEAD-07DB1B9FCFA0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55:51.821" v="1173"/>
        <pc:sldMkLst>
          <pc:docMk/>
          <pc:sldMk cId="1658430611" sldId="293"/>
        </pc:sldMkLst>
        <pc:spChg chg="mod">
          <ac:chgData name="Arseniy Buzyan (extern)" userId="S::arseniy.buzyan@edu.stockholm.se::f92a01cd-049f-4602-b292-09b82d2ea4e3" providerId="AD" clId="Web-{EF322B3E-896A-86A3-9F36-0B09DCD35250}" dt="2026-08-04T15:55:51.821" v="1173"/>
          <ac:spMkLst>
            <pc:docMk/>
            <pc:sldMk cId="1658430611" sldId="293"/>
            <ac:spMk id="2" creationId="{FB241126-27B1-E773-6121-01747AB5B2C0}"/>
          </ac:spMkLst>
        </pc:spChg>
        <pc:spChg chg="add del mod">
          <ac:chgData name="Arseniy Buzyan (extern)" userId="S::arseniy.buzyan@edu.stockholm.se::f92a01cd-049f-4602-b292-09b82d2ea4e3" providerId="AD" clId="Web-{EF322B3E-896A-86A3-9F36-0B09DCD35250}" dt="2026-08-04T15:55:51.821" v="1173"/>
          <ac:spMkLst>
            <pc:docMk/>
            <pc:sldMk cId="1658430611" sldId="293"/>
            <ac:spMk id="3" creationId="{0487C78C-F095-525F-34F4-CB40A8416158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55:51.806" v="1172"/>
          <ac:spMkLst>
            <pc:docMk/>
            <pc:sldMk cId="1658430611" sldId="293"/>
            <ac:spMk id="9" creationId="{2659FDB4-FCBE-4A89-B46D-43D4FA54464D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5:51.821" v="1173"/>
          <ac:spMkLst>
            <pc:docMk/>
            <pc:sldMk cId="1658430611" sldId="293"/>
            <ac:spMk id="13" creationId="{AAD0DBB9-1A4B-4391-81D4-CB19F9AB918A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5:51.821" v="1173"/>
          <ac:spMkLst>
            <pc:docMk/>
            <pc:sldMk cId="1658430611" sldId="293"/>
            <ac:spMk id="14" creationId="{BACC6370-2D7E-4714-9D71-7542949D7D5D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5:51.821" v="1173"/>
          <ac:spMkLst>
            <pc:docMk/>
            <pc:sldMk cId="1658430611" sldId="293"/>
            <ac:spMk id="15" creationId="{063BBA22-50EA-4C4D-BE05-F1CE4E63AA56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5:51.821" v="1173"/>
          <ac:spMkLst>
            <pc:docMk/>
            <pc:sldMk cId="1658430611" sldId="293"/>
            <ac:spMk id="16" creationId="{F68B3F68-107C-434F-AA38-110D5EA91B85}"/>
          </ac:spMkLst>
        </pc:spChg>
        <pc:graphicFrameChg chg="add del">
          <ac:chgData name="Arseniy Buzyan (extern)" userId="S::arseniy.buzyan@edu.stockholm.se::f92a01cd-049f-4602-b292-09b82d2ea4e3" providerId="AD" clId="Web-{EF322B3E-896A-86A3-9F36-0B09DCD35250}" dt="2026-08-04T15:55:51.806" v="1172"/>
          <ac:graphicFrameMkLst>
            <pc:docMk/>
            <pc:sldMk cId="1658430611" sldId="293"/>
            <ac:graphicFrameMk id="5" creationId="{E75E4D22-5DC2-0810-5956-7D5DB277E406}"/>
          </ac:graphicFrameMkLst>
        </pc:graphicFrameChg>
        <pc:graphicFrameChg chg="add">
          <ac:chgData name="Arseniy Buzyan (extern)" userId="S::arseniy.buzyan@edu.stockholm.se::f92a01cd-049f-4602-b292-09b82d2ea4e3" providerId="AD" clId="Web-{EF322B3E-896A-86A3-9F36-0B09DCD35250}" dt="2026-08-04T15:55:51.821" v="1173"/>
          <ac:graphicFrameMkLst>
            <pc:docMk/>
            <pc:sldMk cId="1658430611" sldId="293"/>
            <ac:graphicFrameMk id="17" creationId="{78339613-04AF-F382-6DFC-D7E3F8A605FA}"/>
          </ac:graphicFrameMkLst>
        </pc:graphicFrameChg>
        <pc:cxnChg chg="add del">
          <ac:chgData name="Arseniy Buzyan (extern)" userId="S::arseniy.buzyan@edu.stockholm.se::f92a01cd-049f-4602-b292-09b82d2ea4e3" providerId="AD" clId="Web-{EF322B3E-896A-86A3-9F36-0B09DCD35250}" dt="2026-08-04T15:55:51.806" v="1172"/>
          <ac:cxnSpMkLst>
            <pc:docMk/>
            <pc:sldMk cId="1658430611" sldId="293"/>
            <ac:cxnSpMk id="11" creationId="{C8F51B3F-8331-4E4A-AE96-D47B1006EEAD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5:57:33.650" v="1183" actId="14100"/>
        <pc:sldMkLst>
          <pc:docMk/>
          <pc:sldMk cId="2523816599" sldId="294"/>
        </pc:sldMkLst>
        <pc:spChg chg="mod">
          <ac:chgData name="Arseniy Buzyan (extern)" userId="S::arseniy.buzyan@edu.stockholm.se::f92a01cd-049f-4602-b292-09b82d2ea4e3" providerId="AD" clId="Web-{EF322B3E-896A-86A3-9F36-0B09DCD35250}" dt="2026-08-04T15:57:22.916" v="1180" actId="1076"/>
          <ac:spMkLst>
            <pc:docMk/>
            <pc:sldMk cId="2523816599" sldId="294"/>
            <ac:spMk id="2" creationId="{216F38B4-0498-4525-3A97-587FEA429A65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5:56:36.947" v="1178"/>
          <ac:spMkLst>
            <pc:docMk/>
            <pc:sldMk cId="2523816599" sldId="294"/>
            <ac:spMk id="3" creationId="{510F77B1-55A6-86D6-6159-E9AA989677E7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6:45.462" v="1179"/>
          <ac:spMkLst>
            <pc:docMk/>
            <pc:sldMk cId="2523816599" sldId="294"/>
            <ac:spMk id="9" creationId="{23D09407-53BC-485E-B4CE-BC5E4FC4B25B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6:45.462" v="1179"/>
          <ac:spMkLst>
            <pc:docMk/>
            <pc:sldMk cId="2523816599" sldId="294"/>
            <ac:spMk id="11" creationId="{921DB988-49FC-4608-B0A2-E2F3A4019041}"/>
          </ac:spMkLst>
        </pc:spChg>
        <pc:grpChg chg="add">
          <ac:chgData name="Arseniy Buzyan (extern)" userId="S::arseniy.buzyan@edu.stockholm.se::f92a01cd-049f-4602-b292-09b82d2ea4e3" providerId="AD" clId="Web-{EF322B3E-896A-86A3-9F36-0B09DCD35250}" dt="2026-08-04T15:56:45.462" v="1179"/>
          <ac:grpSpMkLst>
            <pc:docMk/>
            <pc:sldMk cId="2523816599" sldId="294"/>
            <ac:grpSpMk id="13" creationId="{E9B930FD-8671-4C4C-ADCF-73AC1D0CD417}"/>
          </ac:grpSpMkLst>
        </pc:grpChg>
        <pc:grpChg chg="add">
          <ac:chgData name="Arseniy Buzyan (extern)" userId="S::arseniy.buzyan@edu.stockholm.se::f92a01cd-049f-4602-b292-09b82d2ea4e3" providerId="AD" clId="Web-{EF322B3E-896A-86A3-9F36-0B09DCD35250}" dt="2026-08-04T15:56:45.462" v="1179"/>
          <ac:grpSpMkLst>
            <pc:docMk/>
            <pc:sldMk cId="2523816599" sldId="294"/>
            <ac:grpSpMk id="19" creationId="{383C2651-AE0C-4AE4-8725-E2F9414FE219}"/>
          </ac:grpSpMkLst>
        </pc:grpChg>
        <pc:picChg chg="add mod ord">
          <ac:chgData name="Arseniy Buzyan (extern)" userId="S::arseniy.buzyan@edu.stockholm.se::f92a01cd-049f-4602-b292-09b82d2ea4e3" providerId="AD" clId="Web-{EF322B3E-896A-86A3-9F36-0B09DCD35250}" dt="2026-08-04T15:57:33.650" v="1183" actId="14100"/>
          <ac:picMkLst>
            <pc:docMk/>
            <pc:sldMk cId="2523816599" sldId="294"/>
            <ac:picMk id="4" creationId="{950DB531-AFC9-767E-1265-D4F9F8D4E704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6:00:52.387" v="1209" actId="20577"/>
        <pc:sldMkLst>
          <pc:docMk/>
          <pc:sldMk cId="3761784698" sldId="295"/>
        </pc:sldMkLst>
        <pc:spChg chg="mod">
          <ac:chgData name="Arseniy Buzyan (extern)" userId="S::arseniy.buzyan@edu.stockholm.se::f92a01cd-049f-4602-b292-09b82d2ea4e3" providerId="AD" clId="Web-{EF322B3E-896A-86A3-9F36-0B09DCD35250}" dt="2026-08-04T15:58:50.292" v="1192"/>
          <ac:spMkLst>
            <pc:docMk/>
            <pc:sldMk cId="3761784698" sldId="295"/>
            <ac:spMk id="2" creationId="{8D8840C1-623B-102E-189A-36C1DBCCDAB7}"/>
          </ac:spMkLst>
        </pc:spChg>
        <pc:spChg chg="add del mod">
          <ac:chgData name="Arseniy Buzyan (extern)" userId="S::arseniy.buzyan@edu.stockholm.se::f92a01cd-049f-4602-b292-09b82d2ea4e3" providerId="AD" clId="Web-{EF322B3E-896A-86A3-9F36-0B09DCD35250}" dt="2026-08-04T16:00:52.387" v="1209" actId="20577"/>
          <ac:spMkLst>
            <pc:docMk/>
            <pc:sldMk cId="3761784698" sldId="295"/>
            <ac:spMk id="3" creationId="{CF8F0F31-A578-8149-2EA3-7F3CFADCCC7A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58:50.276" v="1191"/>
          <ac:spMkLst>
            <pc:docMk/>
            <pc:sldMk cId="3761784698" sldId="295"/>
            <ac:spMk id="8" creationId="{DEE2AD96-B495-4E06-9291-B71706F728CB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58:50.276" v="1191"/>
          <ac:spMkLst>
            <pc:docMk/>
            <pc:sldMk cId="3761784698" sldId="295"/>
            <ac:spMk id="10" creationId="{53CF6D67-C5A8-4ADD-9E8E-1E38CA1D3166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58:50.276" v="1191"/>
          <ac:spMkLst>
            <pc:docMk/>
            <pc:sldMk cId="3761784698" sldId="295"/>
            <ac:spMk id="12" creationId="{86909FA0-B515-4681-B7A8-FA281D133B94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58:50.276" v="1191"/>
          <ac:spMkLst>
            <pc:docMk/>
            <pc:sldMk cId="3761784698" sldId="295"/>
            <ac:spMk id="14" creationId="{21C9FE86-FCC3-4A31-AA1C-C882262B7FE7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58:50.276" v="1191"/>
          <ac:spMkLst>
            <pc:docMk/>
            <pc:sldMk cId="3761784698" sldId="295"/>
            <ac:spMk id="16" creationId="{7D96243B-ECED-4B71-8E06-AE9A285EAD20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5:58:50.276" v="1191"/>
          <ac:spMkLst>
            <pc:docMk/>
            <pc:sldMk cId="3761784698" sldId="295"/>
            <ac:spMk id="18" creationId="{A09989E4-EFDC-4A90-A633-E0525FB4139E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8:50.292" v="1192"/>
          <ac:spMkLst>
            <pc:docMk/>
            <pc:sldMk cId="3761784698" sldId="295"/>
            <ac:spMk id="20" creationId="{8D71EDA1-87BF-4D5D-AB79-F346FD19278A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8:50.292" v="1192"/>
          <ac:spMkLst>
            <pc:docMk/>
            <pc:sldMk cId="3761784698" sldId="295"/>
            <ac:spMk id="21" creationId="{09588DA8-065E-4F6F-8EFD-43104AB2E0CF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8:50.292" v="1192"/>
          <ac:spMkLst>
            <pc:docMk/>
            <pc:sldMk cId="3761784698" sldId="295"/>
            <ac:spMk id="22" creationId="{C4285719-470E-454C-AF62-8323075F1F5B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8:50.292" v="1192"/>
          <ac:spMkLst>
            <pc:docMk/>
            <pc:sldMk cId="3761784698" sldId="295"/>
            <ac:spMk id="23" creationId="{CD9FE4EF-C4D8-49A0-B2FF-81D8DB7D8A24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8:50.292" v="1192"/>
          <ac:spMkLst>
            <pc:docMk/>
            <pc:sldMk cId="3761784698" sldId="295"/>
            <ac:spMk id="24" creationId="{4300840D-0A0B-4512-BACA-B439D5B9C57C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8:50.292" v="1192"/>
          <ac:spMkLst>
            <pc:docMk/>
            <pc:sldMk cId="3761784698" sldId="295"/>
            <ac:spMk id="25" creationId="{D2B78728-A580-49A7-84F9-6EF6F583ADE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5:58:50.292" v="1192"/>
          <ac:spMkLst>
            <pc:docMk/>
            <pc:sldMk cId="3761784698" sldId="295"/>
            <ac:spMk id="26" creationId="{38FAA1A1-D861-433F-88FA-1E9D6FD31D11}"/>
          </ac:spMkLst>
        </pc:spChg>
        <pc:graphicFrameChg chg="add del mod ord modGraphic">
          <ac:chgData name="Arseniy Buzyan (extern)" userId="S::arseniy.buzyan@edu.stockholm.se::f92a01cd-049f-4602-b292-09b82d2ea4e3" providerId="AD" clId="Web-{EF322B3E-896A-86A3-9F36-0B09DCD35250}" dt="2026-08-04T15:58:35.385" v="1187"/>
          <ac:graphicFrameMkLst>
            <pc:docMk/>
            <pc:sldMk cId="3761784698" sldId="295"/>
            <ac:graphicFrameMk id="5" creationId="{05354810-CC80-B943-0AC5-CF0B2C61CF64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6:02:27.778" v="1231" actId="20577"/>
        <pc:sldMkLst>
          <pc:docMk/>
          <pc:sldMk cId="3727389213" sldId="296"/>
        </pc:sldMkLst>
        <pc:spChg chg="mod">
          <ac:chgData name="Arseniy Buzyan (extern)" userId="S::arseniy.buzyan@edu.stockholm.se::f92a01cd-049f-4602-b292-09b82d2ea4e3" providerId="AD" clId="Web-{EF322B3E-896A-86A3-9F36-0B09DCD35250}" dt="2026-08-04T16:01:31.606" v="1215"/>
          <ac:spMkLst>
            <pc:docMk/>
            <pc:sldMk cId="3727389213" sldId="296"/>
            <ac:spMk id="2" creationId="{E61E5A40-1B41-E02C-6E86-3823734B2CCB}"/>
          </ac:spMkLst>
        </pc:spChg>
        <pc:spChg chg="add del mod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3" creationId="{5A129FF5-F4AE-E975-1084-E4C0B40BC6D6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8" creationId="{09588DA8-065E-4F6F-8EFD-43104AB2E0CF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0"/>
          <ac:spMkLst>
            <pc:docMk/>
            <pc:sldMk cId="3727389213" sldId="296"/>
            <ac:spMk id="10" creationId="{C4285719-470E-454C-AF62-8323075F1F5B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0"/>
          <ac:spMkLst>
            <pc:docMk/>
            <pc:sldMk cId="3727389213" sldId="296"/>
            <ac:spMk id="12" creationId="{CD9FE4EF-C4D8-49A0-B2FF-81D8DB7D8A24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14" creationId="{4300840D-0A0B-4512-BACA-B439D5B9C57C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0"/>
          <ac:spMkLst>
            <pc:docMk/>
            <pc:sldMk cId="3727389213" sldId="296"/>
            <ac:spMk id="16" creationId="{D2B78728-A580-49A7-84F9-6EF6F583ADE0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18" creationId="{38FAA1A1-D861-433F-88FA-1E9D6FD31D11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20" creationId="{8D71EDA1-87BF-4D5D-AB79-F346FD19278A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0"/>
          <ac:spMkLst>
            <pc:docMk/>
            <pc:sldMk cId="3727389213" sldId="296"/>
            <ac:spMk id="25" creationId="{B34F5AD2-EDBD-4BBD-A55C-EAFFD0C7097A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0.075" v="1218"/>
          <ac:spMkLst>
            <pc:docMk/>
            <pc:sldMk cId="3727389213" sldId="296"/>
            <ac:spMk id="26" creationId="{BACC6370-2D7E-4714-9D71-7542949D7D5D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0"/>
          <ac:spMkLst>
            <pc:docMk/>
            <pc:sldMk cId="3727389213" sldId="296"/>
            <ac:spMk id="27" creationId="{C3896A03-3945-419A-B66B-4EE266EDD152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0.075" v="1218"/>
          <ac:spMkLst>
            <pc:docMk/>
            <pc:sldMk cId="3727389213" sldId="296"/>
            <ac:spMk id="28" creationId="{F68B3F68-107C-434F-AA38-110D5EA91B85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3.653" v="1220"/>
          <ac:spMkLst>
            <pc:docMk/>
            <pc:sldMk cId="3727389213" sldId="296"/>
            <ac:spMk id="29" creationId="{B8EAE243-3A9F-4A46-B0D9-04C723A8A1BD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0.075" v="1218"/>
          <ac:spMkLst>
            <pc:docMk/>
            <pc:sldMk cId="3727389213" sldId="296"/>
            <ac:spMk id="30" creationId="{AAD0DBB9-1A4B-4391-81D4-CB19F9AB918A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31" creationId="{4300840D-0A0B-4512-BACA-B439D5B9C57C}"/>
          </ac:spMkLst>
        </pc:spChg>
        <pc:spChg chg="add del">
          <ac:chgData name="Arseniy Buzyan (extern)" userId="S::arseniy.buzyan@edu.stockholm.se::f92a01cd-049f-4602-b292-09b82d2ea4e3" providerId="AD" clId="Web-{EF322B3E-896A-86A3-9F36-0B09DCD35250}" dt="2026-08-04T16:01:50.075" v="1218"/>
          <ac:spMkLst>
            <pc:docMk/>
            <pc:sldMk cId="3727389213" sldId="296"/>
            <ac:spMk id="32" creationId="{063BBA22-50EA-4C4D-BE05-F1CE4E63AA56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33" creationId="{D2B78728-A580-49A7-84F9-6EF6F583ADE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35" creationId="{38FAA1A1-D861-433F-88FA-1E9D6FD31D11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36" creationId="{09588DA8-065E-4F6F-8EFD-43104AB2E0CF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1:53.653" v="1221"/>
          <ac:spMkLst>
            <pc:docMk/>
            <pc:sldMk cId="3727389213" sldId="296"/>
            <ac:spMk id="38" creationId="{C4285719-470E-454C-AF62-8323075F1F5B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6:02:27.778" v="1231" actId="20577"/>
          <ac:spMkLst>
            <pc:docMk/>
            <pc:sldMk cId="3727389213" sldId="296"/>
            <ac:spMk id="40" creationId="{5A129FF5-F4AE-E975-1084-E4C0B40BC6D6}"/>
          </ac:spMkLst>
        </pc:spChg>
      </pc:sldChg>
      <pc:sldChg chg="addSp modSp new mod setBg">
        <pc:chgData name="Arseniy Buzyan (extern)" userId="S::arseniy.buzyan@edu.stockholm.se::f92a01cd-049f-4602-b292-09b82d2ea4e3" providerId="AD" clId="Web-{EF322B3E-896A-86A3-9F36-0B09DCD35250}" dt="2026-08-04T16:14:00.112" v="1272" actId="20577"/>
        <pc:sldMkLst>
          <pc:docMk/>
          <pc:sldMk cId="598354998" sldId="297"/>
        </pc:sldMkLst>
        <pc:spChg chg="mod">
          <ac:chgData name="Arseniy Buzyan (extern)" userId="S::arseniy.buzyan@edu.stockholm.se::f92a01cd-049f-4602-b292-09b82d2ea4e3" providerId="AD" clId="Web-{EF322B3E-896A-86A3-9F36-0B09DCD35250}" dt="2026-08-04T16:14:00.112" v="1272" actId="20577"/>
          <ac:spMkLst>
            <pc:docMk/>
            <pc:sldMk cId="598354998" sldId="297"/>
            <ac:spMk id="2" creationId="{E846B16B-4207-AA09-0255-B20D927EF16B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6:13:42.846" v="1266" actId="20577"/>
          <ac:spMkLst>
            <pc:docMk/>
            <pc:sldMk cId="598354998" sldId="297"/>
            <ac:spMk id="3" creationId="{FF092C00-6179-C5BA-1296-680CAF51341C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13:28.440" v="1255"/>
          <ac:spMkLst>
            <pc:docMk/>
            <pc:sldMk cId="598354998" sldId="297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13:28.440" v="1255"/>
          <ac:spMkLst>
            <pc:docMk/>
            <pc:sldMk cId="598354998" sldId="297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13:28.440" v="1255"/>
          <ac:spMkLst>
            <pc:docMk/>
            <pc:sldMk cId="598354998" sldId="297"/>
            <ac:spMk id="12" creationId="{450D3AD2-FA80-415F-A9CE-54D884561CD7}"/>
          </ac:spMkLst>
        </pc:spChg>
      </pc:sldChg>
      <pc:sldChg chg="addSp modSp new del mod setBg">
        <pc:chgData name="Arseniy Buzyan (extern)" userId="S::arseniy.buzyan@edu.stockholm.se::f92a01cd-049f-4602-b292-09b82d2ea4e3" providerId="AD" clId="Web-{EF322B3E-896A-86A3-9F36-0B09DCD35250}" dt="2026-08-04T16:04:15.373" v="1248"/>
        <pc:sldMkLst>
          <pc:docMk/>
          <pc:sldMk cId="2414217230" sldId="297"/>
        </pc:sldMkLst>
        <pc:spChg chg="mod">
          <ac:chgData name="Arseniy Buzyan (extern)" userId="S::arseniy.buzyan@edu.stockholm.se::f92a01cd-049f-4602-b292-09b82d2ea4e3" providerId="AD" clId="Web-{EF322B3E-896A-86A3-9F36-0B09DCD35250}" dt="2026-08-04T16:03:30.576" v="1241"/>
          <ac:spMkLst>
            <pc:docMk/>
            <pc:sldMk cId="2414217230" sldId="297"/>
            <ac:spMk id="2" creationId="{B359AA8A-CA62-0E44-9CDE-9E4CE747BB01}"/>
          </ac:spMkLst>
        </pc:spChg>
        <pc:spChg chg="mod">
          <ac:chgData name="Arseniy Buzyan (extern)" userId="S::arseniy.buzyan@edu.stockholm.se::f92a01cd-049f-4602-b292-09b82d2ea4e3" providerId="AD" clId="Web-{EF322B3E-896A-86A3-9F36-0B09DCD35250}" dt="2026-08-04T16:03:38.654" v="1247" actId="14100"/>
          <ac:spMkLst>
            <pc:docMk/>
            <pc:sldMk cId="2414217230" sldId="297"/>
            <ac:spMk id="3" creationId="{F71586B3-3324-84FA-E10D-95FE44EE9F15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3:30.576" v="1241"/>
          <ac:spMkLst>
            <pc:docMk/>
            <pc:sldMk cId="2414217230" sldId="297"/>
            <ac:spMk id="8" creationId="{09588DA8-065E-4F6F-8EFD-43104AB2E0CF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3:30.576" v="1241"/>
          <ac:spMkLst>
            <pc:docMk/>
            <pc:sldMk cId="2414217230" sldId="297"/>
            <ac:spMk id="10" creationId="{C4285719-470E-454C-AF62-8323075F1F5B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3:30.576" v="1241"/>
          <ac:spMkLst>
            <pc:docMk/>
            <pc:sldMk cId="2414217230" sldId="297"/>
            <ac:spMk id="12" creationId="{CD9FE4EF-C4D8-49A0-B2FF-81D8DB7D8A24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3:30.576" v="1241"/>
          <ac:spMkLst>
            <pc:docMk/>
            <pc:sldMk cId="2414217230" sldId="297"/>
            <ac:spMk id="14" creationId="{4300840D-0A0B-4512-BACA-B439D5B9C57C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3:30.576" v="1241"/>
          <ac:spMkLst>
            <pc:docMk/>
            <pc:sldMk cId="2414217230" sldId="297"/>
            <ac:spMk id="16" creationId="{D2B78728-A580-49A7-84F9-6EF6F583ADE0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3:30.576" v="1241"/>
          <ac:spMkLst>
            <pc:docMk/>
            <pc:sldMk cId="2414217230" sldId="297"/>
            <ac:spMk id="18" creationId="{38FAA1A1-D861-433F-88FA-1E9D6FD31D11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03:30.576" v="1241"/>
          <ac:spMkLst>
            <pc:docMk/>
            <pc:sldMk cId="2414217230" sldId="297"/>
            <ac:spMk id="20" creationId="{8D71EDA1-87BF-4D5D-AB79-F346FD19278A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6:55:57.213" v="1316" actId="1076"/>
        <pc:sldMkLst>
          <pc:docMk/>
          <pc:sldMk cId="2823884465" sldId="298"/>
        </pc:sldMkLst>
        <pc:spChg chg="del">
          <ac:chgData name="Arseniy Buzyan (extern)" userId="S::arseniy.buzyan@edu.stockholm.se::f92a01cd-049f-4602-b292-09b82d2ea4e3" providerId="AD" clId="Web-{EF322B3E-896A-86A3-9F36-0B09DCD35250}" dt="2026-08-04T16:55:40.494" v="1313"/>
          <ac:spMkLst>
            <pc:docMk/>
            <pc:sldMk cId="2823884465" sldId="298"/>
            <ac:spMk id="2" creationId="{412F5996-B78D-D165-BF4E-2813028735CC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6:55:35.744" v="1311"/>
          <ac:spMkLst>
            <pc:docMk/>
            <pc:sldMk cId="2823884465" sldId="298"/>
            <ac:spMk id="3" creationId="{5D69C2EA-BC69-F0BC-2580-0BF326E8BB7A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55:40.494" v="1313"/>
          <ac:spMkLst>
            <pc:docMk/>
            <pc:sldMk cId="2823884465" sldId="298"/>
            <ac:spMk id="9" creationId="{42A4FC2C-047E-45A5-965D-8E1E3BF09BC6}"/>
          </ac:spMkLst>
        </pc:spChg>
        <pc:picChg chg="add mod ord modCrop">
          <ac:chgData name="Arseniy Buzyan (extern)" userId="S::arseniy.buzyan@edu.stockholm.se::f92a01cd-049f-4602-b292-09b82d2ea4e3" providerId="AD" clId="Web-{EF322B3E-896A-86A3-9F36-0B09DCD35250}" dt="2026-08-04T16:55:57.213" v="1316" actId="1076"/>
          <ac:picMkLst>
            <pc:docMk/>
            <pc:sldMk cId="2823884465" sldId="298"/>
            <ac:picMk id="4" creationId="{24BC76C2-26C3-8844-FE0F-A8CF8A5C00C7}"/>
          </ac:picMkLst>
        </pc:picChg>
      </pc:sldChg>
      <pc:sldChg chg="new del">
        <pc:chgData name="Arseniy Buzyan (extern)" userId="S::arseniy.buzyan@edu.stockholm.se::f92a01cd-049f-4602-b292-09b82d2ea4e3" providerId="AD" clId="Web-{EF322B3E-896A-86A3-9F36-0B09DCD35250}" dt="2026-08-04T16:54:44.462" v="1309"/>
        <pc:sldMkLst>
          <pc:docMk/>
          <pc:sldMk cId="3572619725" sldId="298"/>
        </pc:sldMkLst>
      </pc:sldChg>
      <pc:sldChg chg="addSp delSp modSp new mod setBg">
        <pc:chgData name="Arseniy Buzyan (extern)" userId="S::arseniy.buzyan@edu.stockholm.se::f92a01cd-049f-4602-b292-09b82d2ea4e3" providerId="AD" clId="Web-{EF322B3E-896A-86A3-9F36-0B09DCD35250}" dt="2026-08-04T16:57:17.870" v="1322"/>
        <pc:sldMkLst>
          <pc:docMk/>
          <pc:sldMk cId="3515747104" sldId="299"/>
        </pc:sldMkLst>
        <pc:spChg chg="del">
          <ac:chgData name="Arseniy Buzyan (extern)" userId="S::arseniy.buzyan@edu.stockholm.se::f92a01cd-049f-4602-b292-09b82d2ea4e3" providerId="AD" clId="Web-{EF322B3E-896A-86A3-9F36-0B09DCD35250}" dt="2026-08-04T16:57:00.026" v="1320"/>
          <ac:spMkLst>
            <pc:docMk/>
            <pc:sldMk cId="3515747104" sldId="299"/>
            <ac:spMk id="2" creationId="{2DFF22D4-04E6-59D7-3D08-2C11E90F3915}"/>
          </ac:spMkLst>
        </pc:spChg>
        <pc:spChg chg="del">
          <ac:chgData name="Arseniy Buzyan (extern)" userId="S::arseniy.buzyan@edu.stockholm.se::f92a01cd-049f-4602-b292-09b82d2ea4e3" providerId="AD" clId="Web-{EF322B3E-896A-86A3-9F36-0B09DCD35250}" dt="2026-08-04T16:56:55.432" v="1318"/>
          <ac:spMkLst>
            <pc:docMk/>
            <pc:sldMk cId="3515747104" sldId="299"/>
            <ac:spMk id="3" creationId="{3E00A539-5CC7-FF4F-AA11-56A7538CDC6F}"/>
          </ac:spMkLst>
        </pc:spChg>
        <pc:spChg chg="add">
          <ac:chgData name="Arseniy Buzyan (extern)" userId="S::arseniy.buzyan@edu.stockholm.se::f92a01cd-049f-4602-b292-09b82d2ea4e3" providerId="AD" clId="Web-{EF322B3E-896A-86A3-9F36-0B09DCD35250}" dt="2026-08-04T16:57:00.026" v="1320"/>
          <ac:spMkLst>
            <pc:docMk/>
            <pc:sldMk cId="3515747104" sldId="299"/>
            <ac:spMk id="9" creationId="{42A4FC2C-047E-45A5-965D-8E1E3BF09BC6}"/>
          </ac:spMkLst>
        </pc:spChg>
        <pc:picChg chg="add mod ord modCrop">
          <ac:chgData name="Arseniy Buzyan (extern)" userId="S::arseniy.buzyan@edu.stockholm.se::f92a01cd-049f-4602-b292-09b82d2ea4e3" providerId="AD" clId="Web-{EF322B3E-896A-86A3-9F36-0B09DCD35250}" dt="2026-08-04T16:57:17.870" v="1322"/>
          <ac:picMkLst>
            <pc:docMk/>
            <pc:sldMk cId="3515747104" sldId="299"/>
            <ac:picMk id="4" creationId="{9992B8B0-1242-2005-9D72-F33FC354941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hyperlink" Target="https://code.visualstudio.com/" TargetMode="Externa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7" Type="http://schemas.openxmlformats.org/officeDocument/2006/relationships/image" Target="../media/image43.sv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2EDD82-C3C2-4435-A119-A127A3B47AD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D289E000-D254-4A3B-930A-794268A41BFF}">
      <dgm:prSet/>
      <dgm:spPr/>
      <dgm:t>
        <a:bodyPr/>
        <a:lstStyle/>
        <a:p>
          <a:r>
            <a:rPr lang="en-US" dirty="0" err="1"/>
            <a:t>Mål</a:t>
          </a:r>
          <a:r>
            <a:rPr lang="en-US" dirty="0"/>
            <a:t>: </a:t>
          </a:r>
          <a:r>
            <a:rPr lang="en-US" dirty="0" err="1"/>
            <a:t>Förstå</a:t>
          </a:r>
          <a:r>
            <a:rPr lang="en-US" dirty="0"/>
            <a:t> </a:t>
          </a:r>
          <a:r>
            <a:rPr lang="en-US" dirty="0" err="1"/>
            <a:t>hur</a:t>
          </a:r>
          <a:r>
            <a:rPr lang="en-US" dirty="0"/>
            <a:t> </a:t>
          </a:r>
          <a:r>
            <a:rPr lang="en-US" dirty="0" err="1"/>
            <a:t>viktigt</a:t>
          </a:r>
          <a:r>
            <a:rPr lang="en-US" dirty="0"/>
            <a:t> det </a:t>
          </a:r>
          <a:r>
            <a:rPr lang="en-US" dirty="0" err="1"/>
            <a:t>är</a:t>
          </a:r>
          <a:r>
            <a:rPr lang="en-US" dirty="0"/>
            <a:t> med TYDLIGA </a:t>
          </a:r>
          <a:r>
            <a:rPr lang="en-US" dirty="0" err="1"/>
            <a:t>instruktioner</a:t>
          </a:r>
          <a:r>
            <a:rPr lang="en-US" dirty="0"/>
            <a:t> (</a:t>
          </a:r>
          <a:r>
            <a:rPr lang="en-US" dirty="0" err="1"/>
            <a:t>som</a:t>
          </a:r>
          <a:r>
            <a:rPr lang="en-US" dirty="0"/>
            <a:t> </a:t>
          </a:r>
          <a:r>
            <a:rPr lang="en-US" dirty="0" err="1"/>
            <a:t>i</a:t>
          </a:r>
          <a:r>
            <a:rPr lang="en-US" dirty="0"/>
            <a:t> </a:t>
          </a:r>
          <a:r>
            <a:rPr lang="en-US" dirty="0" err="1"/>
            <a:t>ett</a:t>
          </a:r>
          <a:r>
            <a:rPr lang="en-US" dirty="0"/>
            <a:t> </a:t>
          </a:r>
          <a:r>
            <a:rPr lang="en-US" dirty="0" err="1"/>
            <a:t>skript</a:t>
          </a:r>
          <a:r>
            <a:rPr lang="en-US" dirty="0"/>
            <a:t>).</a:t>
          </a:r>
        </a:p>
      </dgm:t>
    </dgm:pt>
    <dgm:pt modelId="{BA4869ED-1B26-433F-8EB7-C25CC7F1DD8F}" type="parTrans" cxnId="{27E54642-EBDF-4AC3-BEE0-47D7306B2462}">
      <dgm:prSet/>
      <dgm:spPr/>
      <dgm:t>
        <a:bodyPr/>
        <a:lstStyle/>
        <a:p>
          <a:endParaRPr lang="en-US"/>
        </a:p>
      </dgm:t>
    </dgm:pt>
    <dgm:pt modelId="{283427AC-5140-4D61-8D6F-32EC7CB1EF4A}" type="sibTrans" cxnId="{27E54642-EBDF-4AC3-BEE0-47D7306B2462}">
      <dgm:prSet/>
      <dgm:spPr/>
      <dgm:t>
        <a:bodyPr/>
        <a:lstStyle/>
        <a:p>
          <a:endParaRPr lang="en-US"/>
        </a:p>
      </dgm:t>
    </dgm:pt>
    <dgm:pt modelId="{5DAB0276-38C7-4918-B41D-C8C49943AAB7}">
      <dgm:prSet/>
      <dgm:spPr/>
      <dgm:t>
        <a:bodyPr/>
        <a:lstStyle/>
        <a:p>
          <a:pPr rtl="0"/>
          <a:r>
            <a:rPr lang="en-US" dirty="0" err="1"/>
            <a:t>Instruktioner</a:t>
          </a:r>
          <a:r>
            <a:rPr lang="en-US" dirty="0"/>
            <a:t> för </a:t>
          </a:r>
          <a:r>
            <a:rPr lang="en-US" dirty="0" err="1"/>
            <a:t>läraren</a:t>
          </a:r>
          <a:r>
            <a:rPr lang="en-US" dirty="0"/>
            <a:t>: Rita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cirkel</a:t>
          </a:r>
          <a:r>
            <a:rPr lang="en-US" dirty="0"/>
            <a:t> </a:t>
          </a:r>
          <a:r>
            <a:rPr lang="en-US" dirty="0" err="1"/>
            <a:t>på</a:t>
          </a:r>
          <a:r>
            <a:rPr lang="en-US" dirty="0"/>
            <a:t> </a:t>
          </a:r>
          <a:r>
            <a:rPr lang="en-US" dirty="0" err="1"/>
            <a:t>tavlan</a:t>
          </a:r>
          <a:r>
            <a:rPr lang="en-US" dirty="0"/>
            <a:t>. "Jag </a:t>
          </a:r>
          <a:r>
            <a:rPr lang="en-US" dirty="0" err="1"/>
            <a:t>är</a:t>
          </a:r>
          <a:r>
            <a:rPr lang="en-US" dirty="0"/>
            <a:t> </a:t>
          </a:r>
          <a:r>
            <a:rPr lang="en-US" dirty="0" err="1"/>
            <a:t>datorer</a:t>
          </a:r>
          <a:r>
            <a:rPr lang="en-US" dirty="0"/>
            <a:t>. Ni ger er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instruktion</a:t>
          </a:r>
          <a:r>
            <a:rPr lang="en-US" dirty="0"/>
            <a:t>, </a:t>
          </a:r>
          <a:r>
            <a:rPr lang="en-US" dirty="0">
              <a:latin typeface="Aptos Display" panose="02110004020202020204"/>
            </a:rPr>
            <a:t>jag</a:t>
          </a:r>
          <a:r>
            <a:rPr lang="en-US" dirty="0"/>
            <a:t> </a:t>
          </a:r>
          <a:r>
            <a:rPr lang="en-US" dirty="0" err="1"/>
            <a:t>utför</a:t>
          </a:r>
          <a:r>
            <a:rPr lang="en-US" dirty="0"/>
            <a:t> den EXAKT </a:t>
          </a:r>
          <a:r>
            <a:rPr lang="en-US" dirty="0" err="1"/>
            <a:t>som</a:t>
          </a:r>
          <a:r>
            <a:rPr lang="en-US" dirty="0">
              <a:latin typeface="Aptos Display" panose="02110004020202020204"/>
            </a:rPr>
            <a:t> </a:t>
          </a:r>
          <a:r>
            <a:rPr lang="en-US" dirty="0" err="1">
              <a:latin typeface="Aptos Display" panose="02110004020202020204"/>
            </a:rPr>
            <a:t>ni</a:t>
          </a:r>
          <a:r>
            <a:rPr lang="en-US" dirty="0"/>
            <a:t> </a:t>
          </a:r>
          <a:r>
            <a:rPr lang="en-US" dirty="0" err="1"/>
            <a:t>säger</a:t>
          </a:r>
          <a:r>
            <a:rPr lang="en-US" dirty="0"/>
            <a:t>."</a:t>
          </a:r>
        </a:p>
      </dgm:t>
    </dgm:pt>
    <dgm:pt modelId="{B2AA1ECD-80F0-4A54-828F-70BF603C7D88}" type="parTrans" cxnId="{469F868F-B5FF-4E9C-A33C-A4A9F8439D95}">
      <dgm:prSet/>
      <dgm:spPr/>
      <dgm:t>
        <a:bodyPr/>
        <a:lstStyle/>
        <a:p>
          <a:endParaRPr lang="en-US"/>
        </a:p>
      </dgm:t>
    </dgm:pt>
    <dgm:pt modelId="{9D896F5C-9847-42BD-9940-975A258CD1DC}" type="sibTrans" cxnId="{469F868F-B5FF-4E9C-A33C-A4A9F8439D95}">
      <dgm:prSet/>
      <dgm:spPr/>
      <dgm:t>
        <a:bodyPr/>
        <a:lstStyle/>
        <a:p>
          <a:endParaRPr lang="en-US"/>
        </a:p>
      </dgm:t>
    </dgm:pt>
    <dgm:pt modelId="{88883932-40CC-44C1-B166-0F77A7A2E4C1}" type="pres">
      <dgm:prSet presAssocID="{D02EDD82-C3C2-4435-A119-A127A3B47AD5}" presName="root" presStyleCnt="0">
        <dgm:presLayoutVars>
          <dgm:dir/>
          <dgm:resizeHandles val="exact"/>
        </dgm:presLayoutVars>
      </dgm:prSet>
      <dgm:spPr/>
    </dgm:pt>
    <dgm:pt modelId="{77C77B6E-9481-42B2-8FE1-7036E779CAEC}" type="pres">
      <dgm:prSet presAssocID="{D289E000-D254-4A3B-930A-794268A41BFF}" presName="compNode" presStyleCnt="0"/>
      <dgm:spPr/>
    </dgm:pt>
    <dgm:pt modelId="{19536B33-BB4A-4958-956B-84CCA3B5CA42}" type="pres">
      <dgm:prSet presAssocID="{D289E000-D254-4A3B-930A-794268A41BFF}" presName="bgRect" presStyleLbl="bgShp" presStyleIdx="0" presStyleCnt="2"/>
      <dgm:spPr/>
    </dgm:pt>
    <dgm:pt modelId="{6010A494-3F13-48A9-9AEB-AA310C274A15}" type="pres">
      <dgm:prSet presAssocID="{D289E000-D254-4A3B-930A-794268A41BF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åltavla"/>
        </a:ext>
      </dgm:extLst>
    </dgm:pt>
    <dgm:pt modelId="{6C525E0A-6754-4D9C-81F9-8E3BEA7CBEDE}" type="pres">
      <dgm:prSet presAssocID="{D289E000-D254-4A3B-930A-794268A41BFF}" presName="spaceRect" presStyleCnt="0"/>
      <dgm:spPr/>
    </dgm:pt>
    <dgm:pt modelId="{9A4A465B-159A-4E7F-AD8B-3B1C944D7835}" type="pres">
      <dgm:prSet presAssocID="{D289E000-D254-4A3B-930A-794268A41BFF}" presName="parTx" presStyleLbl="revTx" presStyleIdx="0" presStyleCnt="2">
        <dgm:presLayoutVars>
          <dgm:chMax val="0"/>
          <dgm:chPref val="0"/>
        </dgm:presLayoutVars>
      </dgm:prSet>
      <dgm:spPr/>
    </dgm:pt>
    <dgm:pt modelId="{F6209C8C-20A8-4622-BE6B-A34DC27F0E43}" type="pres">
      <dgm:prSet presAssocID="{283427AC-5140-4D61-8D6F-32EC7CB1EF4A}" presName="sibTrans" presStyleCnt="0"/>
      <dgm:spPr/>
    </dgm:pt>
    <dgm:pt modelId="{A06B52DE-944D-45AF-ADF8-03578C0B7F5B}" type="pres">
      <dgm:prSet presAssocID="{5DAB0276-38C7-4918-B41D-C8C49943AAB7}" presName="compNode" presStyleCnt="0"/>
      <dgm:spPr/>
    </dgm:pt>
    <dgm:pt modelId="{81F67B2C-E24F-4F65-8AFC-994940B0847E}" type="pres">
      <dgm:prSet presAssocID="{5DAB0276-38C7-4918-B41D-C8C49943AAB7}" presName="bgRect" presStyleLbl="bgShp" presStyleIdx="1" presStyleCnt="2"/>
      <dgm:spPr/>
    </dgm:pt>
    <dgm:pt modelId="{7AA9F283-DDB1-49E7-B2C2-51C4F6BB9AB4}" type="pres">
      <dgm:prSet presAssocID="{5DAB0276-38C7-4918-B41D-C8C49943AAB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E33815C8-2E84-49EE-86E3-944BC2EDCA84}" type="pres">
      <dgm:prSet presAssocID="{5DAB0276-38C7-4918-B41D-C8C49943AAB7}" presName="spaceRect" presStyleCnt="0"/>
      <dgm:spPr/>
    </dgm:pt>
    <dgm:pt modelId="{48D1C176-F76B-4923-BEFC-5B0574136135}" type="pres">
      <dgm:prSet presAssocID="{5DAB0276-38C7-4918-B41D-C8C49943AAB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7E54642-EBDF-4AC3-BEE0-47D7306B2462}" srcId="{D02EDD82-C3C2-4435-A119-A127A3B47AD5}" destId="{D289E000-D254-4A3B-930A-794268A41BFF}" srcOrd="0" destOrd="0" parTransId="{BA4869ED-1B26-433F-8EB7-C25CC7F1DD8F}" sibTransId="{283427AC-5140-4D61-8D6F-32EC7CB1EF4A}"/>
    <dgm:cxn modelId="{6C2C8885-E2F2-48FB-A90D-B4FAB373DD27}" type="presOf" srcId="{D02EDD82-C3C2-4435-A119-A127A3B47AD5}" destId="{88883932-40CC-44C1-B166-0F77A7A2E4C1}" srcOrd="0" destOrd="0" presId="urn:microsoft.com/office/officeart/2018/2/layout/IconVerticalSolidList"/>
    <dgm:cxn modelId="{469F868F-B5FF-4E9C-A33C-A4A9F8439D95}" srcId="{D02EDD82-C3C2-4435-A119-A127A3B47AD5}" destId="{5DAB0276-38C7-4918-B41D-C8C49943AAB7}" srcOrd="1" destOrd="0" parTransId="{B2AA1ECD-80F0-4A54-828F-70BF603C7D88}" sibTransId="{9D896F5C-9847-42BD-9940-975A258CD1DC}"/>
    <dgm:cxn modelId="{F73FFF95-9F05-4436-92AB-3C88FB088BC8}" type="presOf" srcId="{5DAB0276-38C7-4918-B41D-C8C49943AAB7}" destId="{48D1C176-F76B-4923-BEFC-5B0574136135}" srcOrd="0" destOrd="0" presId="urn:microsoft.com/office/officeart/2018/2/layout/IconVerticalSolidList"/>
    <dgm:cxn modelId="{6BE9CBF1-A6BC-494B-9A1A-E9933A4451E4}" type="presOf" srcId="{D289E000-D254-4A3B-930A-794268A41BFF}" destId="{9A4A465B-159A-4E7F-AD8B-3B1C944D7835}" srcOrd="0" destOrd="0" presId="urn:microsoft.com/office/officeart/2018/2/layout/IconVerticalSolidList"/>
    <dgm:cxn modelId="{DE110288-AA0B-42F7-B43D-602768248158}" type="presParOf" srcId="{88883932-40CC-44C1-B166-0F77A7A2E4C1}" destId="{77C77B6E-9481-42B2-8FE1-7036E779CAEC}" srcOrd="0" destOrd="0" presId="urn:microsoft.com/office/officeart/2018/2/layout/IconVerticalSolidList"/>
    <dgm:cxn modelId="{34AD2A06-55B6-4F0D-ACD2-5C761241CDD4}" type="presParOf" srcId="{77C77B6E-9481-42B2-8FE1-7036E779CAEC}" destId="{19536B33-BB4A-4958-956B-84CCA3B5CA42}" srcOrd="0" destOrd="0" presId="urn:microsoft.com/office/officeart/2018/2/layout/IconVerticalSolidList"/>
    <dgm:cxn modelId="{8AB20D48-0855-4580-9D3C-2496BD04C93A}" type="presParOf" srcId="{77C77B6E-9481-42B2-8FE1-7036E779CAEC}" destId="{6010A494-3F13-48A9-9AEB-AA310C274A15}" srcOrd="1" destOrd="0" presId="urn:microsoft.com/office/officeart/2018/2/layout/IconVerticalSolidList"/>
    <dgm:cxn modelId="{DE655250-DFB4-4640-BA69-B2B089CD85A1}" type="presParOf" srcId="{77C77B6E-9481-42B2-8FE1-7036E779CAEC}" destId="{6C525E0A-6754-4D9C-81F9-8E3BEA7CBEDE}" srcOrd="2" destOrd="0" presId="urn:microsoft.com/office/officeart/2018/2/layout/IconVerticalSolidList"/>
    <dgm:cxn modelId="{0DA8E98D-C91F-4BC0-BEED-46E5DD149AD3}" type="presParOf" srcId="{77C77B6E-9481-42B2-8FE1-7036E779CAEC}" destId="{9A4A465B-159A-4E7F-AD8B-3B1C944D7835}" srcOrd="3" destOrd="0" presId="urn:microsoft.com/office/officeart/2018/2/layout/IconVerticalSolidList"/>
    <dgm:cxn modelId="{BC1D5218-F18E-424B-B865-D913E4F59B95}" type="presParOf" srcId="{88883932-40CC-44C1-B166-0F77A7A2E4C1}" destId="{F6209C8C-20A8-4622-BE6B-A34DC27F0E43}" srcOrd="1" destOrd="0" presId="urn:microsoft.com/office/officeart/2018/2/layout/IconVerticalSolidList"/>
    <dgm:cxn modelId="{44838AD6-8D63-4357-B06D-221ED0963BF9}" type="presParOf" srcId="{88883932-40CC-44C1-B166-0F77A7A2E4C1}" destId="{A06B52DE-944D-45AF-ADF8-03578C0B7F5B}" srcOrd="2" destOrd="0" presId="urn:microsoft.com/office/officeart/2018/2/layout/IconVerticalSolidList"/>
    <dgm:cxn modelId="{6BC9EA3C-EE4B-4D22-A6B0-FDB426ECFF5D}" type="presParOf" srcId="{A06B52DE-944D-45AF-ADF8-03578C0B7F5B}" destId="{81F67B2C-E24F-4F65-8AFC-994940B0847E}" srcOrd="0" destOrd="0" presId="urn:microsoft.com/office/officeart/2018/2/layout/IconVerticalSolidList"/>
    <dgm:cxn modelId="{AB10ACE9-95A7-438F-9392-99BFE0A38B21}" type="presParOf" srcId="{A06B52DE-944D-45AF-ADF8-03578C0B7F5B}" destId="{7AA9F283-DDB1-49E7-B2C2-51C4F6BB9AB4}" srcOrd="1" destOrd="0" presId="urn:microsoft.com/office/officeart/2018/2/layout/IconVerticalSolidList"/>
    <dgm:cxn modelId="{E2F5B76F-B236-43E8-B64B-43938BE89113}" type="presParOf" srcId="{A06B52DE-944D-45AF-ADF8-03578C0B7F5B}" destId="{E33815C8-2E84-49EE-86E3-944BC2EDCA84}" srcOrd="2" destOrd="0" presId="urn:microsoft.com/office/officeart/2018/2/layout/IconVerticalSolidList"/>
    <dgm:cxn modelId="{9C2A1E74-CB2B-4E64-82A5-289DFE3BB0D8}" type="presParOf" srcId="{A06B52DE-944D-45AF-ADF8-03578C0B7F5B}" destId="{48D1C176-F76B-4923-BEFC-5B05741361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05B7A8-4140-44FC-A7CC-A0EC20F0A42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D3538EA6-DF25-46BF-BCA7-4528B70AB0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Ett skript är en textfil med instruktioner som datorn utför i ordning.</a:t>
          </a:r>
        </a:p>
      </dgm:t>
    </dgm:pt>
    <dgm:pt modelId="{5F34D440-868F-4467-A0CA-61BF61A024A2}" type="parTrans" cxnId="{ACAE9782-3FD4-4775-ADD5-BAAAD3478D20}">
      <dgm:prSet/>
      <dgm:spPr/>
      <dgm:t>
        <a:bodyPr/>
        <a:lstStyle/>
        <a:p>
          <a:endParaRPr lang="en-US"/>
        </a:p>
      </dgm:t>
    </dgm:pt>
    <dgm:pt modelId="{D2C6D4C3-DA2E-4892-8E52-4E6AE65C0A19}" type="sibTrans" cxnId="{ACAE9782-3FD4-4775-ADD5-BAAAD3478D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84FFF2-63AD-4499-B187-691F48450B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Exempel:</a:t>
          </a:r>
          <a:r>
            <a:rPr lang="en-US"/>
            <a:t> Ett recept för att baka en kaka är som ett skript. Du följer stegen i ordning, och resultatet blir en kaka!</a:t>
          </a:r>
        </a:p>
      </dgm:t>
    </dgm:pt>
    <dgm:pt modelId="{E5B5795B-92BF-4240-A78A-93A9E2EB95D0}" type="parTrans" cxnId="{C5B49C05-999C-48DC-B6DC-AD472FAB09DF}">
      <dgm:prSet/>
      <dgm:spPr/>
      <dgm:t>
        <a:bodyPr/>
        <a:lstStyle/>
        <a:p>
          <a:endParaRPr lang="en-US"/>
        </a:p>
      </dgm:t>
    </dgm:pt>
    <dgm:pt modelId="{ED4AE851-EB98-4C3F-8C75-1AD0FA611A5B}" type="sibTrans" cxnId="{C5B49C05-999C-48DC-B6DC-AD472FAB09DF}">
      <dgm:prSet/>
      <dgm:spPr/>
      <dgm:t>
        <a:bodyPr/>
        <a:lstStyle/>
        <a:p>
          <a:endParaRPr lang="en-US"/>
        </a:p>
      </dgm:t>
    </dgm:pt>
    <dgm:pt modelId="{B3A53B87-E5BF-49EB-8600-B96E1FF4FB4D}" type="pres">
      <dgm:prSet presAssocID="{EE05B7A8-4140-44FC-A7CC-A0EC20F0A42D}" presName="root" presStyleCnt="0">
        <dgm:presLayoutVars>
          <dgm:dir/>
          <dgm:resizeHandles val="exact"/>
        </dgm:presLayoutVars>
      </dgm:prSet>
      <dgm:spPr/>
    </dgm:pt>
    <dgm:pt modelId="{12AE89CE-3D30-4AB6-BE81-BAAD27180F7E}" type="pres">
      <dgm:prSet presAssocID="{EE05B7A8-4140-44FC-A7CC-A0EC20F0A42D}" presName="container" presStyleCnt="0">
        <dgm:presLayoutVars>
          <dgm:dir/>
          <dgm:resizeHandles val="exact"/>
        </dgm:presLayoutVars>
      </dgm:prSet>
      <dgm:spPr/>
    </dgm:pt>
    <dgm:pt modelId="{D80378CA-4763-46C9-AE41-32D233CD83D8}" type="pres">
      <dgm:prSet presAssocID="{D3538EA6-DF25-46BF-BCA7-4528B70AB0AD}" presName="compNode" presStyleCnt="0"/>
      <dgm:spPr/>
    </dgm:pt>
    <dgm:pt modelId="{71868153-4BD1-4289-AAE3-7B7C144AC02E}" type="pres">
      <dgm:prSet presAssocID="{D3538EA6-DF25-46BF-BCA7-4528B70AB0AD}" presName="iconBgRect" presStyleLbl="bgShp" presStyleIdx="0" presStyleCnt="2"/>
      <dgm:spPr/>
    </dgm:pt>
    <dgm:pt modelId="{732B1982-2EA3-4CFB-9174-62E8DA28A335}" type="pres">
      <dgm:prSet presAssocID="{D3538EA6-DF25-46BF-BCA7-4528B70AB0A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ödesschema"/>
        </a:ext>
      </dgm:extLst>
    </dgm:pt>
    <dgm:pt modelId="{FDFF3E3A-E7BC-46E6-A5CD-A22F4154F000}" type="pres">
      <dgm:prSet presAssocID="{D3538EA6-DF25-46BF-BCA7-4528B70AB0AD}" presName="spaceRect" presStyleCnt="0"/>
      <dgm:spPr/>
    </dgm:pt>
    <dgm:pt modelId="{8143694E-F94E-469D-A369-8D9077626CE6}" type="pres">
      <dgm:prSet presAssocID="{D3538EA6-DF25-46BF-BCA7-4528B70AB0AD}" presName="textRect" presStyleLbl="revTx" presStyleIdx="0" presStyleCnt="2">
        <dgm:presLayoutVars>
          <dgm:chMax val="1"/>
          <dgm:chPref val="1"/>
        </dgm:presLayoutVars>
      </dgm:prSet>
      <dgm:spPr/>
    </dgm:pt>
    <dgm:pt modelId="{8DC8CE8A-F628-4B32-9787-6D474EE6E1E2}" type="pres">
      <dgm:prSet presAssocID="{D2C6D4C3-DA2E-4892-8E52-4E6AE65C0A19}" presName="sibTrans" presStyleLbl="sibTrans2D1" presStyleIdx="0" presStyleCnt="0"/>
      <dgm:spPr/>
    </dgm:pt>
    <dgm:pt modelId="{AFB605ED-5220-4CA3-BD31-88EF0D0CDD39}" type="pres">
      <dgm:prSet presAssocID="{3984FFF2-63AD-4499-B187-691F48450B45}" presName="compNode" presStyleCnt="0"/>
      <dgm:spPr/>
    </dgm:pt>
    <dgm:pt modelId="{3CDF4C31-6A99-40AC-A5E9-E6214C79E40B}" type="pres">
      <dgm:prSet presAssocID="{3984FFF2-63AD-4499-B187-691F48450B45}" presName="iconBgRect" presStyleLbl="bgShp" presStyleIdx="1" presStyleCnt="2"/>
      <dgm:spPr/>
    </dgm:pt>
    <dgm:pt modelId="{659FF458-FD92-45EF-BB9C-8A463C78E913}" type="pres">
      <dgm:prSet presAssocID="{3984FFF2-63AD-4499-B187-691F48450B4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pcake"/>
        </a:ext>
      </dgm:extLst>
    </dgm:pt>
    <dgm:pt modelId="{94162D04-B724-43AE-BEFD-F26A8F46EC6C}" type="pres">
      <dgm:prSet presAssocID="{3984FFF2-63AD-4499-B187-691F48450B45}" presName="spaceRect" presStyleCnt="0"/>
      <dgm:spPr/>
    </dgm:pt>
    <dgm:pt modelId="{5F623972-4AC2-4B1B-A8C3-DE107130DEC4}" type="pres">
      <dgm:prSet presAssocID="{3984FFF2-63AD-4499-B187-691F48450B4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5B49C05-999C-48DC-B6DC-AD472FAB09DF}" srcId="{EE05B7A8-4140-44FC-A7CC-A0EC20F0A42D}" destId="{3984FFF2-63AD-4499-B187-691F48450B45}" srcOrd="1" destOrd="0" parTransId="{E5B5795B-92BF-4240-A78A-93A9E2EB95D0}" sibTransId="{ED4AE851-EB98-4C3F-8C75-1AD0FA611A5B}"/>
    <dgm:cxn modelId="{A5B46435-72CA-43C1-93F1-7869D68A3A26}" type="presOf" srcId="{EE05B7A8-4140-44FC-A7CC-A0EC20F0A42D}" destId="{B3A53B87-E5BF-49EB-8600-B96E1FF4FB4D}" srcOrd="0" destOrd="0" presId="urn:microsoft.com/office/officeart/2018/2/layout/IconCircleList"/>
    <dgm:cxn modelId="{B7E47135-8EED-4715-9864-10CBDAC72A5C}" type="presOf" srcId="{D2C6D4C3-DA2E-4892-8E52-4E6AE65C0A19}" destId="{8DC8CE8A-F628-4B32-9787-6D474EE6E1E2}" srcOrd="0" destOrd="0" presId="urn:microsoft.com/office/officeart/2018/2/layout/IconCircleList"/>
    <dgm:cxn modelId="{9793BC4D-D8EC-4B0F-BB68-23A572089603}" type="presOf" srcId="{3984FFF2-63AD-4499-B187-691F48450B45}" destId="{5F623972-4AC2-4B1B-A8C3-DE107130DEC4}" srcOrd="0" destOrd="0" presId="urn:microsoft.com/office/officeart/2018/2/layout/IconCircleList"/>
    <dgm:cxn modelId="{ACAE9782-3FD4-4775-ADD5-BAAAD3478D20}" srcId="{EE05B7A8-4140-44FC-A7CC-A0EC20F0A42D}" destId="{D3538EA6-DF25-46BF-BCA7-4528B70AB0AD}" srcOrd="0" destOrd="0" parTransId="{5F34D440-868F-4467-A0CA-61BF61A024A2}" sibTransId="{D2C6D4C3-DA2E-4892-8E52-4E6AE65C0A19}"/>
    <dgm:cxn modelId="{DAB474BE-EADE-4450-BCFC-2E6E69594839}" type="presOf" srcId="{D3538EA6-DF25-46BF-BCA7-4528B70AB0AD}" destId="{8143694E-F94E-469D-A369-8D9077626CE6}" srcOrd="0" destOrd="0" presId="urn:microsoft.com/office/officeart/2018/2/layout/IconCircleList"/>
    <dgm:cxn modelId="{314FF247-EEEA-44C0-A7A2-3611503E94B2}" type="presParOf" srcId="{B3A53B87-E5BF-49EB-8600-B96E1FF4FB4D}" destId="{12AE89CE-3D30-4AB6-BE81-BAAD27180F7E}" srcOrd="0" destOrd="0" presId="urn:microsoft.com/office/officeart/2018/2/layout/IconCircleList"/>
    <dgm:cxn modelId="{67F34663-6C6F-43F7-BB91-6A034DC30AEC}" type="presParOf" srcId="{12AE89CE-3D30-4AB6-BE81-BAAD27180F7E}" destId="{D80378CA-4763-46C9-AE41-32D233CD83D8}" srcOrd="0" destOrd="0" presId="urn:microsoft.com/office/officeart/2018/2/layout/IconCircleList"/>
    <dgm:cxn modelId="{EC98E7BD-BFA5-4FAB-A238-21FAFBF00A49}" type="presParOf" srcId="{D80378CA-4763-46C9-AE41-32D233CD83D8}" destId="{71868153-4BD1-4289-AAE3-7B7C144AC02E}" srcOrd="0" destOrd="0" presId="urn:microsoft.com/office/officeart/2018/2/layout/IconCircleList"/>
    <dgm:cxn modelId="{20C99881-E965-4919-B5FF-B17DF65282B5}" type="presParOf" srcId="{D80378CA-4763-46C9-AE41-32D233CD83D8}" destId="{732B1982-2EA3-4CFB-9174-62E8DA28A335}" srcOrd="1" destOrd="0" presId="urn:microsoft.com/office/officeart/2018/2/layout/IconCircleList"/>
    <dgm:cxn modelId="{B139976B-CB48-45F8-BAD1-54340DD79541}" type="presParOf" srcId="{D80378CA-4763-46C9-AE41-32D233CD83D8}" destId="{FDFF3E3A-E7BC-46E6-A5CD-A22F4154F000}" srcOrd="2" destOrd="0" presId="urn:microsoft.com/office/officeart/2018/2/layout/IconCircleList"/>
    <dgm:cxn modelId="{52B99A1F-0EAB-48DD-9651-2FCD0BDDBE20}" type="presParOf" srcId="{D80378CA-4763-46C9-AE41-32D233CD83D8}" destId="{8143694E-F94E-469D-A369-8D9077626CE6}" srcOrd="3" destOrd="0" presId="urn:microsoft.com/office/officeart/2018/2/layout/IconCircleList"/>
    <dgm:cxn modelId="{1A4F01EB-F8AF-4D41-B112-0296C9ECA4DD}" type="presParOf" srcId="{12AE89CE-3D30-4AB6-BE81-BAAD27180F7E}" destId="{8DC8CE8A-F628-4B32-9787-6D474EE6E1E2}" srcOrd="1" destOrd="0" presId="urn:microsoft.com/office/officeart/2018/2/layout/IconCircleList"/>
    <dgm:cxn modelId="{A3B0E8F5-C9C1-477E-8D52-1C2CE82AB143}" type="presParOf" srcId="{12AE89CE-3D30-4AB6-BE81-BAAD27180F7E}" destId="{AFB605ED-5220-4CA3-BD31-88EF0D0CDD39}" srcOrd="2" destOrd="0" presId="urn:microsoft.com/office/officeart/2018/2/layout/IconCircleList"/>
    <dgm:cxn modelId="{47C06EB8-D8B7-443B-B883-BFB4A4A70A35}" type="presParOf" srcId="{AFB605ED-5220-4CA3-BD31-88EF0D0CDD39}" destId="{3CDF4C31-6A99-40AC-A5E9-E6214C79E40B}" srcOrd="0" destOrd="0" presId="urn:microsoft.com/office/officeart/2018/2/layout/IconCircleList"/>
    <dgm:cxn modelId="{31411558-79CE-4267-8893-1CBB1FDD1619}" type="presParOf" srcId="{AFB605ED-5220-4CA3-BD31-88EF0D0CDD39}" destId="{659FF458-FD92-45EF-BB9C-8A463C78E913}" srcOrd="1" destOrd="0" presId="urn:microsoft.com/office/officeart/2018/2/layout/IconCircleList"/>
    <dgm:cxn modelId="{EE0D9DE9-4BC0-43E4-A99D-DF14C0F64005}" type="presParOf" srcId="{AFB605ED-5220-4CA3-BD31-88EF0D0CDD39}" destId="{94162D04-B724-43AE-BEFD-F26A8F46EC6C}" srcOrd="2" destOrd="0" presId="urn:microsoft.com/office/officeart/2018/2/layout/IconCircleList"/>
    <dgm:cxn modelId="{FDB7C746-8279-4E45-9C27-16EC3948C8EB}" type="presParOf" srcId="{AFB605ED-5220-4CA3-BD31-88EF0D0CDD39}" destId="{5F623972-4AC2-4B1B-A8C3-DE107130DEC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93D65E-946B-4A62-9C7B-BD43C863C69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776B2BDA-0B3F-42ED-99E8-F9D5D2AEC9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Kursens Syfte – Varför Just Denna Kurs?</a:t>
          </a:r>
        </a:p>
      </dgm:t>
    </dgm:pt>
    <dgm:pt modelId="{BFC40F47-E687-47E8-BF40-1BC47457C6B1}" type="parTrans" cxnId="{D6D2680B-7226-4FE3-BC45-7A272A96490B}">
      <dgm:prSet/>
      <dgm:spPr/>
      <dgm:t>
        <a:bodyPr/>
        <a:lstStyle/>
        <a:p>
          <a:endParaRPr lang="en-US"/>
        </a:p>
      </dgm:t>
    </dgm:pt>
    <dgm:pt modelId="{3AFF8558-0505-458F-9560-2853397B3F3D}" type="sibTrans" cxnId="{D6D2680B-7226-4FE3-BC45-7A272A96490B}">
      <dgm:prSet/>
      <dgm:spPr/>
      <dgm:t>
        <a:bodyPr/>
        <a:lstStyle/>
        <a:p>
          <a:endParaRPr lang="en-US"/>
        </a:p>
      </dgm:t>
    </dgm:pt>
    <dgm:pt modelId="{5C7E41D6-77DF-4D6D-858D-2468190928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Du är i slutet av din utbildning och ska nu:</a:t>
          </a:r>
        </a:p>
      </dgm:t>
    </dgm:pt>
    <dgm:pt modelId="{D7FA8F64-29B1-47A3-9DA8-580DB0B52DF2}" type="parTrans" cxnId="{745E06DC-AB35-42EF-8EA0-4623846BAEF4}">
      <dgm:prSet/>
      <dgm:spPr/>
      <dgm:t>
        <a:bodyPr/>
        <a:lstStyle/>
        <a:p>
          <a:endParaRPr lang="en-US"/>
        </a:p>
      </dgm:t>
    </dgm:pt>
    <dgm:pt modelId="{DCF92AB4-F379-4F86-AEDA-AE9A23ED52D1}" type="sibTrans" cxnId="{745E06DC-AB35-42EF-8EA0-4623846BAEF4}">
      <dgm:prSet/>
      <dgm:spPr/>
      <dgm:t>
        <a:bodyPr/>
        <a:lstStyle/>
        <a:p>
          <a:endParaRPr lang="en-US"/>
        </a:p>
      </dgm:t>
    </dgm:pt>
    <dgm:pt modelId="{2A0995F8-EE1A-49D8-845D-09A2EB32E0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Samla ihop alla dina kunskaper</a:t>
          </a:r>
        </a:p>
      </dgm:t>
    </dgm:pt>
    <dgm:pt modelId="{6602C698-6308-4260-BB24-CB9EEE617D14}" type="parTrans" cxnId="{36C70234-A1DE-4FFA-B50C-ABE8F61F1563}">
      <dgm:prSet/>
      <dgm:spPr/>
      <dgm:t>
        <a:bodyPr/>
        <a:lstStyle/>
        <a:p>
          <a:endParaRPr lang="en-US"/>
        </a:p>
      </dgm:t>
    </dgm:pt>
    <dgm:pt modelId="{B580C1DF-BC2C-441D-B16C-043CBD27E7BE}" type="sibTrans" cxnId="{36C70234-A1DE-4FFA-B50C-ABE8F61F1563}">
      <dgm:prSet/>
      <dgm:spPr/>
      <dgm:t>
        <a:bodyPr/>
        <a:lstStyle/>
        <a:p>
          <a:endParaRPr lang="en-US"/>
        </a:p>
      </dgm:t>
    </dgm:pt>
    <dgm:pt modelId="{075EEC07-949C-4B39-B591-EB2EC0511A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Lära dig automatisera på riktigt</a:t>
          </a:r>
        </a:p>
      </dgm:t>
    </dgm:pt>
    <dgm:pt modelId="{F0F6E2E0-18A1-4D07-96E8-F37BDE5D17FF}" type="parTrans" cxnId="{FD2213EC-DB6A-4B92-A58E-59C9B3092A58}">
      <dgm:prSet/>
      <dgm:spPr/>
      <dgm:t>
        <a:bodyPr/>
        <a:lstStyle/>
        <a:p>
          <a:endParaRPr lang="en-US"/>
        </a:p>
      </dgm:t>
    </dgm:pt>
    <dgm:pt modelId="{32B17E38-CC77-4A34-A2DD-6B8B72A9B32A}" type="sibTrans" cxnId="{FD2213EC-DB6A-4B92-A58E-59C9B3092A58}">
      <dgm:prSet/>
      <dgm:spPr/>
      <dgm:t>
        <a:bodyPr/>
        <a:lstStyle/>
        <a:p>
          <a:endParaRPr lang="en-US"/>
        </a:p>
      </dgm:t>
    </dgm:pt>
    <dgm:pt modelId="{CD5D8F3A-06BF-4DBF-9C24-4C8C30F61F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Förbereda dig för LIA och arbetslivet</a:t>
          </a:r>
        </a:p>
      </dgm:t>
    </dgm:pt>
    <dgm:pt modelId="{C2807FD5-3AF3-4CB4-8A42-F3783E906CC1}" type="parTrans" cxnId="{2617825E-AB1D-41E1-B60F-9330C6418D1C}">
      <dgm:prSet/>
      <dgm:spPr/>
      <dgm:t>
        <a:bodyPr/>
        <a:lstStyle/>
        <a:p>
          <a:endParaRPr lang="en-US"/>
        </a:p>
      </dgm:t>
    </dgm:pt>
    <dgm:pt modelId="{DEFD439B-7620-440E-A89D-D9B20B199601}" type="sibTrans" cxnId="{2617825E-AB1D-41E1-B60F-9330C6418D1C}">
      <dgm:prSet/>
      <dgm:spPr/>
      <dgm:t>
        <a:bodyPr/>
        <a:lstStyle/>
        <a:p>
          <a:endParaRPr lang="en-US"/>
        </a:p>
      </dgm:t>
    </dgm:pt>
    <dgm:pt modelId="{8B11BCBF-D507-4145-9ABF-6308801CE784}" type="pres">
      <dgm:prSet presAssocID="{A993D65E-946B-4A62-9C7B-BD43C863C696}" presName="root" presStyleCnt="0">
        <dgm:presLayoutVars>
          <dgm:dir/>
          <dgm:resizeHandles val="exact"/>
        </dgm:presLayoutVars>
      </dgm:prSet>
      <dgm:spPr/>
    </dgm:pt>
    <dgm:pt modelId="{1DB2694B-CE68-4ACE-876E-66B47544893A}" type="pres">
      <dgm:prSet presAssocID="{776B2BDA-0B3F-42ED-99E8-F9D5D2AEC9AF}" presName="compNode" presStyleCnt="0"/>
      <dgm:spPr/>
    </dgm:pt>
    <dgm:pt modelId="{62B42BE8-0397-43FA-96A9-CEB5244A1DFA}" type="pres">
      <dgm:prSet presAssocID="{776B2BDA-0B3F-42ED-99E8-F9D5D2AEC9AF}" presName="bgRect" presStyleLbl="bgShp" presStyleIdx="0" presStyleCnt="5"/>
      <dgm:spPr/>
    </dgm:pt>
    <dgm:pt modelId="{CF644734-ECFB-4586-9A35-7BAF3529E98A}" type="pres">
      <dgm:prSet presAssocID="{776B2BDA-0B3F-42ED-99E8-F9D5D2AEC9A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betsflöde"/>
        </a:ext>
      </dgm:extLst>
    </dgm:pt>
    <dgm:pt modelId="{28C8A153-3839-43F0-AA3D-7A836FEAFEC0}" type="pres">
      <dgm:prSet presAssocID="{776B2BDA-0B3F-42ED-99E8-F9D5D2AEC9AF}" presName="spaceRect" presStyleCnt="0"/>
      <dgm:spPr/>
    </dgm:pt>
    <dgm:pt modelId="{6700BAC9-068A-4CC8-AC46-17386557317B}" type="pres">
      <dgm:prSet presAssocID="{776B2BDA-0B3F-42ED-99E8-F9D5D2AEC9AF}" presName="parTx" presStyleLbl="revTx" presStyleIdx="0" presStyleCnt="5">
        <dgm:presLayoutVars>
          <dgm:chMax val="0"/>
          <dgm:chPref val="0"/>
        </dgm:presLayoutVars>
      </dgm:prSet>
      <dgm:spPr/>
    </dgm:pt>
    <dgm:pt modelId="{105D4ED4-859D-4A72-BAF5-ABCAC3AE5548}" type="pres">
      <dgm:prSet presAssocID="{3AFF8558-0505-458F-9560-2853397B3F3D}" presName="sibTrans" presStyleCnt="0"/>
      <dgm:spPr/>
    </dgm:pt>
    <dgm:pt modelId="{3AAFDCF4-D370-424E-BA12-05A36D65177A}" type="pres">
      <dgm:prSet presAssocID="{5C7E41D6-77DF-4D6D-858D-246819092831}" presName="compNode" presStyleCnt="0"/>
      <dgm:spPr/>
    </dgm:pt>
    <dgm:pt modelId="{4BC60949-A8FE-4012-8E8E-3DF480598134}" type="pres">
      <dgm:prSet presAssocID="{5C7E41D6-77DF-4D6D-858D-246819092831}" presName="bgRect" presStyleLbl="bgShp" presStyleIdx="1" presStyleCnt="5"/>
      <dgm:spPr/>
    </dgm:pt>
    <dgm:pt modelId="{A2FE8711-1C89-475E-80DD-C98695FC72BE}" type="pres">
      <dgm:prSet presAssocID="{5C7E41D6-77DF-4D6D-858D-24681909283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k"/>
        </a:ext>
      </dgm:extLst>
    </dgm:pt>
    <dgm:pt modelId="{32E6E225-85B8-4BC1-88C0-876D4816E419}" type="pres">
      <dgm:prSet presAssocID="{5C7E41D6-77DF-4D6D-858D-246819092831}" presName="spaceRect" presStyleCnt="0"/>
      <dgm:spPr/>
    </dgm:pt>
    <dgm:pt modelId="{EB5238FE-E73E-498B-9293-9C94C2B8E342}" type="pres">
      <dgm:prSet presAssocID="{5C7E41D6-77DF-4D6D-858D-246819092831}" presName="parTx" presStyleLbl="revTx" presStyleIdx="1" presStyleCnt="5">
        <dgm:presLayoutVars>
          <dgm:chMax val="0"/>
          <dgm:chPref val="0"/>
        </dgm:presLayoutVars>
      </dgm:prSet>
      <dgm:spPr/>
    </dgm:pt>
    <dgm:pt modelId="{62A44A92-9F91-44A2-8E46-FADC5DA715DB}" type="pres">
      <dgm:prSet presAssocID="{DCF92AB4-F379-4F86-AEDA-AE9A23ED52D1}" presName="sibTrans" presStyleCnt="0"/>
      <dgm:spPr/>
    </dgm:pt>
    <dgm:pt modelId="{F088723E-879A-43A7-B7A5-106792E7F52A}" type="pres">
      <dgm:prSet presAssocID="{2A0995F8-EE1A-49D8-845D-09A2EB32E08A}" presName="compNode" presStyleCnt="0"/>
      <dgm:spPr/>
    </dgm:pt>
    <dgm:pt modelId="{E0A4D4CF-DD9B-4C6F-A7DD-5CF9E15AA495}" type="pres">
      <dgm:prSet presAssocID="{2A0995F8-EE1A-49D8-845D-09A2EB32E08A}" presName="bgRect" presStyleLbl="bgShp" presStyleIdx="2" presStyleCnt="5"/>
      <dgm:spPr/>
    </dgm:pt>
    <dgm:pt modelId="{FCD34FE1-9465-4EA2-88A1-AA876ED73AB9}" type="pres">
      <dgm:prSet presAssocID="{2A0995F8-EE1A-49D8-845D-09A2EB32E08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p"/>
        </a:ext>
      </dgm:extLst>
    </dgm:pt>
    <dgm:pt modelId="{C383EAD8-B7F8-40F3-B5C0-2E281DBD7478}" type="pres">
      <dgm:prSet presAssocID="{2A0995F8-EE1A-49D8-845D-09A2EB32E08A}" presName="spaceRect" presStyleCnt="0"/>
      <dgm:spPr/>
    </dgm:pt>
    <dgm:pt modelId="{812A5465-10FC-44FC-A472-CCD0A52C9DE6}" type="pres">
      <dgm:prSet presAssocID="{2A0995F8-EE1A-49D8-845D-09A2EB32E08A}" presName="parTx" presStyleLbl="revTx" presStyleIdx="2" presStyleCnt="5">
        <dgm:presLayoutVars>
          <dgm:chMax val="0"/>
          <dgm:chPref val="0"/>
        </dgm:presLayoutVars>
      </dgm:prSet>
      <dgm:spPr/>
    </dgm:pt>
    <dgm:pt modelId="{A030E768-8AC6-43E3-AD0D-C3E19F2729DB}" type="pres">
      <dgm:prSet presAssocID="{B580C1DF-BC2C-441D-B16C-043CBD27E7BE}" presName="sibTrans" presStyleCnt="0"/>
      <dgm:spPr/>
    </dgm:pt>
    <dgm:pt modelId="{C22441BE-A1D3-4794-82FD-D14CB5C95A47}" type="pres">
      <dgm:prSet presAssocID="{075EEC07-949C-4B39-B591-EB2EC0511AB7}" presName="compNode" presStyleCnt="0"/>
      <dgm:spPr/>
    </dgm:pt>
    <dgm:pt modelId="{1EB0B8DA-A2C5-4247-9B92-ED0E3C9546FE}" type="pres">
      <dgm:prSet presAssocID="{075EEC07-949C-4B39-B591-EB2EC0511AB7}" presName="bgRect" presStyleLbl="bgShp" presStyleIdx="3" presStyleCnt="5"/>
      <dgm:spPr/>
    </dgm:pt>
    <dgm:pt modelId="{6949FE91-11B0-4F27-B747-E2B41174C500}" type="pres">
      <dgm:prSet presAssocID="{075EEC07-949C-4B39-B591-EB2EC0511AB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531E121-3251-431E-803D-10B7F5DA042A}" type="pres">
      <dgm:prSet presAssocID="{075EEC07-949C-4B39-B591-EB2EC0511AB7}" presName="spaceRect" presStyleCnt="0"/>
      <dgm:spPr/>
    </dgm:pt>
    <dgm:pt modelId="{9CB22FA2-FA49-4228-A2F3-7D455A003D51}" type="pres">
      <dgm:prSet presAssocID="{075EEC07-949C-4B39-B591-EB2EC0511AB7}" presName="parTx" presStyleLbl="revTx" presStyleIdx="3" presStyleCnt="5">
        <dgm:presLayoutVars>
          <dgm:chMax val="0"/>
          <dgm:chPref val="0"/>
        </dgm:presLayoutVars>
      </dgm:prSet>
      <dgm:spPr/>
    </dgm:pt>
    <dgm:pt modelId="{7F7E035E-D97F-41C9-B74A-0FF86B76F7C9}" type="pres">
      <dgm:prSet presAssocID="{32B17E38-CC77-4A34-A2DD-6B8B72A9B32A}" presName="sibTrans" presStyleCnt="0"/>
      <dgm:spPr/>
    </dgm:pt>
    <dgm:pt modelId="{68215CBD-464B-40A5-BBA4-46A5C92D2B93}" type="pres">
      <dgm:prSet presAssocID="{CD5D8F3A-06BF-4DBF-9C24-4C8C30F61F00}" presName="compNode" presStyleCnt="0"/>
      <dgm:spPr/>
    </dgm:pt>
    <dgm:pt modelId="{6CE17F86-616F-4FAD-81DC-1334897CFC8F}" type="pres">
      <dgm:prSet presAssocID="{CD5D8F3A-06BF-4DBF-9C24-4C8C30F61F00}" presName="bgRect" presStyleLbl="bgShp" presStyleIdx="4" presStyleCnt="5"/>
      <dgm:spPr/>
    </dgm:pt>
    <dgm:pt modelId="{613F03CE-91D2-42D1-9F7C-8B90D32E411B}" type="pres">
      <dgm:prSet presAssocID="{CD5D8F3A-06BF-4DBF-9C24-4C8C30F61F0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a"/>
        </a:ext>
      </dgm:extLst>
    </dgm:pt>
    <dgm:pt modelId="{37DE59AD-10A5-410A-9587-E9A5D08BDA50}" type="pres">
      <dgm:prSet presAssocID="{CD5D8F3A-06BF-4DBF-9C24-4C8C30F61F00}" presName="spaceRect" presStyleCnt="0"/>
      <dgm:spPr/>
    </dgm:pt>
    <dgm:pt modelId="{C37E3B02-33A6-483B-8563-4B58659150A9}" type="pres">
      <dgm:prSet presAssocID="{CD5D8F3A-06BF-4DBF-9C24-4C8C30F61F0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6D2680B-7226-4FE3-BC45-7A272A96490B}" srcId="{A993D65E-946B-4A62-9C7B-BD43C863C696}" destId="{776B2BDA-0B3F-42ED-99E8-F9D5D2AEC9AF}" srcOrd="0" destOrd="0" parTransId="{BFC40F47-E687-47E8-BF40-1BC47457C6B1}" sibTransId="{3AFF8558-0505-458F-9560-2853397B3F3D}"/>
    <dgm:cxn modelId="{36C70234-A1DE-4FFA-B50C-ABE8F61F1563}" srcId="{A993D65E-946B-4A62-9C7B-BD43C863C696}" destId="{2A0995F8-EE1A-49D8-845D-09A2EB32E08A}" srcOrd="2" destOrd="0" parTransId="{6602C698-6308-4260-BB24-CB9EEE617D14}" sibTransId="{B580C1DF-BC2C-441D-B16C-043CBD27E7BE}"/>
    <dgm:cxn modelId="{2617825E-AB1D-41E1-B60F-9330C6418D1C}" srcId="{A993D65E-946B-4A62-9C7B-BD43C863C696}" destId="{CD5D8F3A-06BF-4DBF-9C24-4C8C30F61F00}" srcOrd="4" destOrd="0" parTransId="{C2807FD5-3AF3-4CB4-8A42-F3783E906CC1}" sibTransId="{DEFD439B-7620-440E-A89D-D9B20B199601}"/>
    <dgm:cxn modelId="{B33C1B41-3D44-43E1-BC75-E83133B56302}" type="presOf" srcId="{776B2BDA-0B3F-42ED-99E8-F9D5D2AEC9AF}" destId="{6700BAC9-068A-4CC8-AC46-17386557317B}" srcOrd="0" destOrd="0" presId="urn:microsoft.com/office/officeart/2018/2/layout/IconVerticalSolidList"/>
    <dgm:cxn modelId="{10C9C247-D516-408E-B3E2-75D7D6649F3E}" type="presOf" srcId="{5C7E41D6-77DF-4D6D-858D-246819092831}" destId="{EB5238FE-E73E-498B-9293-9C94C2B8E342}" srcOrd="0" destOrd="0" presId="urn:microsoft.com/office/officeart/2018/2/layout/IconVerticalSolidList"/>
    <dgm:cxn modelId="{C5C93797-7EA6-44F6-BE63-5CEE5733A803}" type="presOf" srcId="{A993D65E-946B-4A62-9C7B-BD43C863C696}" destId="{8B11BCBF-D507-4145-9ABF-6308801CE784}" srcOrd="0" destOrd="0" presId="urn:microsoft.com/office/officeart/2018/2/layout/IconVerticalSolidList"/>
    <dgm:cxn modelId="{28150BA4-8521-48D0-9921-FB3A3905DE5D}" type="presOf" srcId="{075EEC07-949C-4B39-B591-EB2EC0511AB7}" destId="{9CB22FA2-FA49-4228-A2F3-7D455A003D51}" srcOrd="0" destOrd="0" presId="urn:microsoft.com/office/officeart/2018/2/layout/IconVerticalSolidList"/>
    <dgm:cxn modelId="{E41DD2AD-F269-418B-8094-7C47A7E36A2C}" type="presOf" srcId="{CD5D8F3A-06BF-4DBF-9C24-4C8C30F61F00}" destId="{C37E3B02-33A6-483B-8563-4B58659150A9}" srcOrd="0" destOrd="0" presId="urn:microsoft.com/office/officeart/2018/2/layout/IconVerticalSolidList"/>
    <dgm:cxn modelId="{208969D7-C885-4ACA-AD89-F81D732C6C57}" type="presOf" srcId="{2A0995F8-EE1A-49D8-845D-09A2EB32E08A}" destId="{812A5465-10FC-44FC-A472-CCD0A52C9DE6}" srcOrd="0" destOrd="0" presId="urn:microsoft.com/office/officeart/2018/2/layout/IconVerticalSolidList"/>
    <dgm:cxn modelId="{745E06DC-AB35-42EF-8EA0-4623846BAEF4}" srcId="{A993D65E-946B-4A62-9C7B-BD43C863C696}" destId="{5C7E41D6-77DF-4D6D-858D-246819092831}" srcOrd="1" destOrd="0" parTransId="{D7FA8F64-29B1-47A3-9DA8-580DB0B52DF2}" sibTransId="{DCF92AB4-F379-4F86-AEDA-AE9A23ED52D1}"/>
    <dgm:cxn modelId="{FD2213EC-DB6A-4B92-A58E-59C9B3092A58}" srcId="{A993D65E-946B-4A62-9C7B-BD43C863C696}" destId="{075EEC07-949C-4B39-B591-EB2EC0511AB7}" srcOrd="3" destOrd="0" parTransId="{F0F6E2E0-18A1-4D07-96E8-F37BDE5D17FF}" sibTransId="{32B17E38-CC77-4A34-A2DD-6B8B72A9B32A}"/>
    <dgm:cxn modelId="{EC9C92D4-FB13-43F3-B000-71DC7C111183}" type="presParOf" srcId="{8B11BCBF-D507-4145-9ABF-6308801CE784}" destId="{1DB2694B-CE68-4ACE-876E-66B47544893A}" srcOrd="0" destOrd="0" presId="urn:microsoft.com/office/officeart/2018/2/layout/IconVerticalSolidList"/>
    <dgm:cxn modelId="{F6C167F4-FDDE-41C8-A178-100ABF8895B4}" type="presParOf" srcId="{1DB2694B-CE68-4ACE-876E-66B47544893A}" destId="{62B42BE8-0397-43FA-96A9-CEB5244A1DFA}" srcOrd="0" destOrd="0" presId="urn:microsoft.com/office/officeart/2018/2/layout/IconVerticalSolidList"/>
    <dgm:cxn modelId="{75460200-D23B-442E-9984-FDC0B842D6B0}" type="presParOf" srcId="{1DB2694B-CE68-4ACE-876E-66B47544893A}" destId="{CF644734-ECFB-4586-9A35-7BAF3529E98A}" srcOrd="1" destOrd="0" presId="urn:microsoft.com/office/officeart/2018/2/layout/IconVerticalSolidList"/>
    <dgm:cxn modelId="{67902B31-1A9A-4E56-8620-E2A30CDA3A4B}" type="presParOf" srcId="{1DB2694B-CE68-4ACE-876E-66B47544893A}" destId="{28C8A153-3839-43F0-AA3D-7A836FEAFEC0}" srcOrd="2" destOrd="0" presId="urn:microsoft.com/office/officeart/2018/2/layout/IconVerticalSolidList"/>
    <dgm:cxn modelId="{223F18B9-DDFF-46D9-ADC9-72BA2268DB0F}" type="presParOf" srcId="{1DB2694B-CE68-4ACE-876E-66B47544893A}" destId="{6700BAC9-068A-4CC8-AC46-17386557317B}" srcOrd="3" destOrd="0" presId="urn:microsoft.com/office/officeart/2018/2/layout/IconVerticalSolidList"/>
    <dgm:cxn modelId="{6D7838D3-DEB6-421E-BFDA-18C4B227EBFE}" type="presParOf" srcId="{8B11BCBF-D507-4145-9ABF-6308801CE784}" destId="{105D4ED4-859D-4A72-BAF5-ABCAC3AE5548}" srcOrd="1" destOrd="0" presId="urn:microsoft.com/office/officeart/2018/2/layout/IconVerticalSolidList"/>
    <dgm:cxn modelId="{45D5253E-0653-4F5E-9FEF-C86B649A4C54}" type="presParOf" srcId="{8B11BCBF-D507-4145-9ABF-6308801CE784}" destId="{3AAFDCF4-D370-424E-BA12-05A36D65177A}" srcOrd="2" destOrd="0" presId="urn:microsoft.com/office/officeart/2018/2/layout/IconVerticalSolidList"/>
    <dgm:cxn modelId="{5AAAA5E1-1933-40EB-BE38-2AF6C1D1C98C}" type="presParOf" srcId="{3AAFDCF4-D370-424E-BA12-05A36D65177A}" destId="{4BC60949-A8FE-4012-8E8E-3DF480598134}" srcOrd="0" destOrd="0" presId="urn:microsoft.com/office/officeart/2018/2/layout/IconVerticalSolidList"/>
    <dgm:cxn modelId="{5807F6BA-39E0-4440-85E0-C7197506F350}" type="presParOf" srcId="{3AAFDCF4-D370-424E-BA12-05A36D65177A}" destId="{A2FE8711-1C89-475E-80DD-C98695FC72BE}" srcOrd="1" destOrd="0" presId="urn:microsoft.com/office/officeart/2018/2/layout/IconVerticalSolidList"/>
    <dgm:cxn modelId="{26D11698-09FD-4E7B-9D8A-E133314CB560}" type="presParOf" srcId="{3AAFDCF4-D370-424E-BA12-05A36D65177A}" destId="{32E6E225-85B8-4BC1-88C0-876D4816E419}" srcOrd="2" destOrd="0" presId="urn:microsoft.com/office/officeart/2018/2/layout/IconVerticalSolidList"/>
    <dgm:cxn modelId="{80FB3919-1708-42D8-9EE3-B63E27D1ED05}" type="presParOf" srcId="{3AAFDCF4-D370-424E-BA12-05A36D65177A}" destId="{EB5238FE-E73E-498B-9293-9C94C2B8E342}" srcOrd="3" destOrd="0" presId="urn:microsoft.com/office/officeart/2018/2/layout/IconVerticalSolidList"/>
    <dgm:cxn modelId="{5F1D7C6C-B4C6-4AAA-8F03-9AFAB49E1D26}" type="presParOf" srcId="{8B11BCBF-D507-4145-9ABF-6308801CE784}" destId="{62A44A92-9F91-44A2-8E46-FADC5DA715DB}" srcOrd="3" destOrd="0" presId="urn:microsoft.com/office/officeart/2018/2/layout/IconVerticalSolidList"/>
    <dgm:cxn modelId="{C9AC0276-93D6-4C16-93E1-3DCD29F80863}" type="presParOf" srcId="{8B11BCBF-D507-4145-9ABF-6308801CE784}" destId="{F088723E-879A-43A7-B7A5-106792E7F52A}" srcOrd="4" destOrd="0" presId="urn:microsoft.com/office/officeart/2018/2/layout/IconVerticalSolidList"/>
    <dgm:cxn modelId="{5C7F2224-0E7A-4D83-8813-1C7E167B9598}" type="presParOf" srcId="{F088723E-879A-43A7-B7A5-106792E7F52A}" destId="{E0A4D4CF-DD9B-4C6F-A7DD-5CF9E15AA495}" srcOrd="0" destOrd="0" presId="urn:microsoft.com/office/officeart/2018/2/layout/IconVerticalSolidList"/>
    <dgm:cxn modelId="{4C3ECC29-74CB-4DD5-85C6-869EDAED1279}" type="presParOf" srcId="{F088723E-879A-43A7-B7A5-106792E7F52A}" destId="{FCD34FE1-9465-4EA2-88A1-AA876ED73AB9}" srcOrd="1" destOrd="0" presId="urn:microsoft.com/office/officeart/2018/2/layout/IconVerticalSolidList"/>
    <dgm:cxn modelId="{5B4CE97D-84A0-4E78-BC62-8C79CA44B71E}" type="presParOf" srcId="{F088723E-879A-43A7-B7A5-106792E7F52A}" destId="{C383EAD8-B7F8-40F3-B5C0-2E281DBD7478}" srcOrd="2" destOrd="0" presId="urn:microsoft.com/office/officeart/2018/2/layout/IconVerticalSolidList"/>
    <dgm:cxn modelId="{FBB57404-CD76-4900-964C-F6956258B6B1}" type="presParOf" srcId="{F088723E-879A-43A7-B7A5-106792E7F52A}" destId="{812A5465-10FC-44FC-A472-CCD0A52C9DE6}" srcOrd="3" destOrd="0" presId="urn:microsoft.com/office/officeart/2018/2/layout/IconVerticalSolidList"/>
    <dgm:cxn modelId="{8257D8E5-85A4-433C-A160-B064D42013B1}" type="presParOf" srcId="{8B11BCBF-D507-4145-9ABF-6308801CE784}" destId="{A030E768-8AC6-43E3-AD0D-C3E19F2729DB}" srcOrd="5" destOrd="0" presId="urn:microsoft.com/office/officeart/2018/2/layout/IconVerticalSolidList"/>
    <dgm:cxn modelId="{89E53EFC-3273-44C2-8578-CE59A16CE56E}" type="presParOf" srcId="{8B11BCBF-D507-4145-9ABF-6308801CE784}" destId="{C22441BE-A1D3-4794-82FD-D14CB5C95A47}" srcOrd="6" destOrd="0" presId="urn:microsoft.com/office/officeart/2018/2/layout/IconVerticalSolidList"/>
    <dgm:cxn modelId="{EBD9E8D2-BA44-414C-AF39-98FA207FB289}" type="presParOf" srcId="{C22441BE-A1D3-4794-82FD-D14CB5C95A47}" destId="{1EB0B8DA-A2C5-4247-9B92-ED0E3C9546FE}" srcOrd="0" destOrd="0" presId="urn:microsoft.com/office/officeart/2018/2/layout/IconVerticalSolidList"/>
    <dgm:cxn modelId="{59B229B8-A232-4BC8-8B7A-2F64BD5DE030}" type="presParOf" srcId="{C22441BE-A1D3-4794-82FD-D14CB5C95A47}" destId="{6949FE91-11B0-4F27-B747-E2B41174C500}" srcOrd="1" destOrd="0" presId="urn:microsoft.com/office/officeart/2018/2/layout/IconVerticalSolidList"/>
    <dgm:cxn modelId="{D51D5685-AF9C-49ED-A35B-55A6258A490C}" type="presParOf" srcId="{C22441BE-A1D3-4794-82FD-D14CB5C95A47}" destId="{E531E121-3251-431E-803D-10B7F5DA042A}" srcOrd="2" destOrd="0" presId="urn:microsoft.com/office/officeart/2018/2/layout/IconVerticalSolidList"/>
    <dgm:cxn modelId="{A67F125C-E153-42EB-A577-2B0F8836B9A3}" type="presParOf" srcId="{C22441BE-A1D3-4794-82FD-D14CB5C95A47}" destId="{9CB22FA2-FA49-4228-A2F3-7D455A003D51}" srcOrd="3" destOrd="0" presId="urn:microsoft.com/office/officeart/2018/2/layout/IconVerticalSolidList"/>
    <dgm:cxn modelId="{6DA9A946-205C-4DBE-93A2-2277E1888CEF}" type="presParOf" srcId="{8B11BCBF-D507-4145-9ABF-6308801CE784}" destId="{7F7E035E-D97F-41C9-B74A-0FF86B76F7C9}" srcOrd="7" destOrd="0" presId="urn:microsoft.com/office/officeart/2018/2/layout/IconVerticalSolidList"/>
    <dgm:cxn modelId="{AB09B37B-2433-41A4-95E4-A793C63BA26E}" type="presParOf" srcId="{8B11BCBF-D507-4145-9ABF-6308801CE784}" destId="{68215CBD-464B-40A5-BBA4-46A5C92D2B93}" srcOrd="8" destOrd="0" presId="urn:microsoft.com/office/officeart/2018/2/layout/IconVerticalSolidList"/>
    <dgm:cxn modelId="{0D7C0199-BC0D-46C7-ABF5-79751B3C977B}" type="presParOf" srcId="{68215CBD-464B-40A5-BBA4-46A5C92D2B93}" destId="{6CE17F86-616F-4FAD-81DC-1334897CFC8F}" srcOrd="0" destOrd="0" presId="urn:microsoft.com/office/officeart/2018/2/layout/IconVerticalSolidList"/>
    <dgm:cxn modelId="{2B859A41-3295-45F2-BBA5-E3760C54FCB0}" type="presParOf" srcId="{68215CBD-464B-40A5-BBA4-46A5C92D2B93}" destId="{613F03CE-91D2-42D1-9F7C-8B90D32E411B}" srcOrd="1" destOrd="0" presId="urn:microsoft.com/office/officeart/2018/2/layout/IconVerticalSolidList"/>
    <dgm:cxn modelId="{AD1E6EB9-3849-400F-87FE-F73CB91896C7}" type="presParOf" srcId="{68215CBD-464B-40A5-BBA4-46A5C92D2B93}" destId="{37DE59AD-10A5-410A-9587-E9A5D08BDA50}" srcOrd="2" destOrd="0" presId="urn:microsoft.com/office/officeart/2018/2/layout/IconVerticalSolidList"/>
    <dgm:cxn modelId="{A324795C-215B-436A-920B-48741CAF64B7}" type="presParOf" srcId="{68215CBD-464B-40A5-BBA4-46A5C92D2B93}" destId="{C37E3B02-33A6-483B-8563-4B58659150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DBD016-5B95-4E4F-A378-8262ADB4917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169E256-4B78-4C49-B675-5CC9F59A0574}">
      <dgm:prSet/>
      <dgm:spPr/>
      <dgm:t>
        <a:bodyPr/>
        <a:lstStyle/>
        <a:p>
          <a:r>
            <a:rPr lang="en-US"/>
            <a:t>Ladda ner från: </a:t>
          </a:r>
          <a:r>
            <a:rPr lang="en-US">
              <a:hlinkClick xmlns:r="http://schemas.openxmlformats.org/officeDocument/2006/relationships" r:id="rId1"/>
            </a:rPr>
            <a:t>https://code.visualstudio.com/</a:t>
          </a:r>
          <a:endParaRPr lang="en-US"/>
        </a:p>
      </dgm:t>
    </dgm:pt>
    <dgm:pt modelId="{00D66608-1D3C-4D92-922A-A9AF3011DF8D}" type="parTrans" cxnId="{B4057A68-CC38-4DB7-90D3-4627F87F5CF3}">
      <dgm:prSet/>
      <dgm:spPr/>
      <dgm:t>
        <a:bodyPr/>
        <a:lstStyle/>
        <a:p>
          <a:endParaRPr lang="en-US"/>
        </a:p>
      </dgm:t>
    </dgm:pt>
    <dgm:pt modelId="{0287FB86-8E58-4327-A90A-482DC9584311}" type="sibTrans" cxnId="{B4057A68-CC38-4DB7-90D3-4627F87F5CF3}">
      <dgm:prSet/>
      <dgm:spPr/>
      <dgm:t>
        <a:bodyPr/>
        <a:lstStyle/>
        <a:p>
          <a:endParaRPr lang="en-US"/>
        </a:p>
      </dgm:t>
    </dgm:pt>
    <dgm:pt modelId="{C685C115-5F15-457F-88F4-F0612581FB30}">
      <dgm:prSet/>
      <dgm:spPr/>
      <dgm:t>
        <a:bodyPr/>
        <a:lstStyle/>
        <a:p>
          <a:r>
            <a:rPr lang="en-US"/>
            <a:t>Installera tillägget: Remote – WSL</a:t>
          </a:r>
        </a:p>
      </dgm:t>
    </dgm:pt>
    <dgm:pt modelId="{18A29752-D016-4214-8AA9-86F743F4D152}" type="parTrans" cxnId="{E4A0A0F2-3F7F-47D9-9DF7-20402E0A3574}">
      <dgm:prSet/>
      <dgm:spPr/>
      <dgm:t>
        <a:bodyPr/>
        <a:lstStyle/>
        <a:p>
          <a:endParaRPr lang="en-US"/>
        </a:p>
      </dgm:t>
    </dgm:pt>
    <dgm:pt modelId="{7F21752C-E1FC-44BA-BC99-CF77F8F9F5FE}" type="sibTrans" cxnId="{E4A0A0F2-3F7F-47D9-9DF7-20402E0A3574}">
      <dgm:prSet/>
      <dgm:spPr/>
      <dgm:t>
        <a:bodyPr/>
        <a:lstStyle/>
        <a:p>
          <a:endParaRPr lang="en-US"/>
        </a:p>
      </dgm:t>
    </dgm:pt>
    <dgm:pt modelId="{6B17E095-9502-4DB0-955B-ADD63B3F4F3C}">
      <dgm:prSet/>
      <dgm:spPr/>
      <dgm:t>
        <a:bodyPr/>
        <a:lstStyle/>
        <a:p>
          <a:r>
            <a:rPr lang="en-US"/>
            <a:t>Öppna VS Code och klicka på "Open Folder in WSL"</a:t>
          </a:r>
        </a:p>
      </dgm:t>
    </dgm:pt>
    <dgm:pt modelId="{A1B76EF1-F8DF-428E-ACC9-C41A00C1D34C}" type="parTrans" cxnId="{F585BE30-D871-4B97-A334-3735EA46BEAA}">
      <dgm:prSet/>
      <dgm:spPr/>
      <dgm:t>
        <a:bodyPr/>
        <a:lstStyle/>
        <a:p>
          <a:endParaRPr lang="en-US"/>
        </a:p>
      </dgm:t>
    </dgm:pt>
    <dgm:pt modelId="{B9FAF475-82E2-4086-89EA-81A237D1F903}" type="sibTrans" cxnId="{F585BE30-D871-4B97-A334-3735EA46BEAA}">
      <dgm:prSet/>
      <dgm:spPr/>
      <dgm:t>
        <a:bodyPr/>
        <a:lstStyle/>
        <a:p>
          <a:endParaRPr lang="en-US"/>
        </a:p>
      </dgm:t>
    </dgm:pt>
    <dgm:pt modelId="{B5D24F38-B645-4D76-BAF5-68A503C839D6}" type="pres">
      <dgm:prSet presAssocID="{76DBD016-5B95-4E4F-A378-8262ADB49170}" presName="root" presStyleCnt="0">
        <dgm:presLayoutVars>
          <dgm:dir/>
          <dgm:resizeHandles val="exact"/>
        </dgm:presLayoutVars>
      </dgm:prSet>
      <dgm:spPr/>
    </dgm:pt>
    <dgm:pt modelId="{18E968C1-DCA9-4836-9C73-0C2E32C0CFA0}" type="pres">
      <dgm:prSet presAssocID="{F169E256-4B78-4C49-B675-5CC9F59A0574}" presName="compNode" presStyleCnt="0"/>
      <dgm:spPr/>
    </dgm:pt>
    <dgm:pt modelId="{5EEF4813-593E-40A4-9CF7-B2DCE78578DF}" type="pres">
      <dgm:prSet presAssocID="{F169E256-4B78-4C49-B675-5CC9F59A0574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äser in"/>
        </a:ext>
      </dgm:extLst>
    </dgm:pt>
    <dgm:pt modelId="{05ACAFA1-9779-460D-B4D1-D18AAA7B1CC4}" type="pres">
      <dgm:prSet presAssocID="{F169E256-4B78-4C49-B675-5CC9F59A0574}" presName="spaceRect" presStyleCnt="0"/>
      <dgm:spPr/>
    </dgm:pt>
    <dgm:pt modelId="{FFC32C58-AF45-4FE2-AB0A-D2D5244A886D}" type="pres">
      <dgm:prSet presAssocID="{F169E256-4B78-4C49-B675-5CC9F59A0574}" presName="textRect" presStyleLbl="revTx" presStyleIdx="0" presStyleCnt="3">
        <dgm:presLayoutVars>
          <dgm:chMax val="1"/>
          <dgm:chPref val="1"/>
        </dgm:presLayoutVars>
      </dgm:prSet>
      <dgm:spPr/>
    </dgm:pt>
    <dgm:pt modelId="{60C65740-2686-4E41-BBDD-C9544377798B}" type="pres">
      <dgm:prSet presAssocID="{0287FB86-8E58-4327-A90A-482DC9584311}" presName="sibTrans" presStyleCnt="0"/>
      <dgm:spPr/>
    </dgm:pt>
    <dgm:pt modelId="{33873ED9-0691-42EC-A063-8DF4B506503B}" type="pres">
      <dgm:prSet presAssocID="{C685C115-5F15-457F-88F4-F0612581FB30}" presName="compNode" presStyleCnt="0"/>
      <dgm:spPr/>
    </dgm:pt>
    <dgm:pt modelId="{E35EC2DC-F951-4906-B4FB-D3132956547E}" type="pres">
      <dgm:prSet presAssocID="{C685C115-5F15-457F-88F4-F0612581FB30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31198A33-31CF-447B-9704-6E4BB2E838B0}" type="pres">
      <dgm:prSet presAssocID="{C685C115-5F15-457F-88F4-F0612581FB30}" presName="spaceRect" presStyleCnt="0"/>
      <dgm:spPr/>
    </dgm:pt>
    <dgm:pt modelId="{B1D2ECBB-1810-417B-85E4-3B0FF0BBAF41}" type="pres">
      <dgm:prSet presAssocID="{C685C115-5F15-457F-88F4-F0612581FB30}" presName="textRect" presStyleLbl="revTx" presStyleIdx="1" presStyleCnt="3">
        <dgm:presLayoutVars>
          <dgm:chMax val="1"/>
          <dgm:chPref val="1"/>
        </dgm:presLayoutVars>
      </dgm:prSet>
      <dgm:spPr/>
    </dgm:pt>
    <dgm:pt modelId="{33229790-0187-4E6B-BC58-D9210C531903}" type="pres">
      <dgm:prSet presAssocID="{7F21752C-E1FC-44BA-BC99-CF77F8F9F5FE}" presName="sibTrans" presStyleCnt="0"/>
      <dgm:spPr/>
    </dgm:pt>
    <dgm:pt modelId="{3439FEC5-2154-48B6-A25A-0C89D34A0BF9}" type="pres">
      <dgm:prSet presAssocID="{6B17E095-9502-4DB0-955B-ADD63B3F4F3C}" presName="compNode" presStyleCnt="0"/>
      <dgm:spPr/>
    </dgm:pt>
    <dgm:pt modelId="{30C6850D-23AA-4BE1-8180-B7B3A7B06AFA}" type="pres">
      <dgm:prSet presAssocID="{6B17E095-9502-4DB0-955B-ADD63B3F4F3C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C91B54A-E925-4081-AFE4-313F96BDDA1B}" type="pres">
      <dgm:prSet presAssocID="{6B17E095-9502-4DB0-955B-ADD63B3F4F3C}" presName="spaceRect" presStyleCnt="0"/>
      <dgm:spPr/>
    </dgm:pt>
    <dgm:pt modelId="{46237F20-3C91-40FC-BFD5-E17324267FCE}" type="pres">
      <dgm:prSet presAssocID="{6B17E095-9502-4DB0-955B-ADD63B3F4F3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585BE30-D871-4B97-A334-3735EA46BEAA}" srcId="{76DBD016-5B95-4E4F-A378-8262ADB49170}" destId="{6B17E095-9502-4DB0-955B-ADD63B3F4F3C}" srcOrd="2" destOrd="0" parTransId="{A1B76EF1-F8DF-428E-ACC9-C41A00C1D34C}" sibTransId="{B9FAF475-82E2-4086-89EA-81A237D1F903}"/>
    <dgm:cxn modelId="{BC894931-F886-4D7A-8926-C1F33476DD81}" type="presOf" srcId="{F169E256-4B78-4C49-B675-5CC9F59A0574}" destId="{FFC32C58-AF45-4FE2-AB0A-D2D5244A886D}" srcOrd="0" destOrd="0" presId="urn:microsoft.com/office/officeart/2018/2/layout/IconLabelList"/>
    <dgm:cxn modelId="{A7C9195B-F76D-4410-B612-091405BCC69C}" type="presOf" srcId="{6B17E095-9502-4DB0-955B-ADD63B3F4F3C}" destId="{46237F20-3C91-40FC-BFD5-E17324267FCE}" srcOrd="0" destOrd="0" presId="urn:microsoft.com/office/officeart/2018/2/layout/IconLabelList"/>
    <dgm:cxn modelId="{B4057A68-CC38-4DB7-90D3-4627F87F5CF3}" srcId="{76DBD016-5B95-4E4F-A378-8262ADB49170}" destId="{F169E256-4B78-4C49-B675-5CC9F59A0574}" srcOrd="0" destOrd="0" parTransId="{00D66608-1D3C-4D92-922A-A9AF3011DF8D}" sibTransId="{0287FB86-8E58-4327-A90A-482DC9584311}"/>
    <dgm:cxn modelId="{26C4E049-92FA-45D2-9DB4-35010372A1F4}" type="presOf" srcId="{C685C115-5F15-457F-88F4-F0612581FB30}" destId="{B1D2ECBB-1810-417B-85E4-3B0FF0BBAF41}" srcOrd="0" destOrd="0" presId="urn:microsoft.com/office/officeart/2018/2/layout/IconLabelList"/>
    <dgm:cxn modelId="{E4A0A0F2-3F7F-47D9-9DF7-20402E0A3574}" srcId="{76DBD016-5B95-4E4F-A378-8262ADB49170}" destId="{C685C115-5F15-457F-88F4-F0612581FB30}" srcOrd="1" destOrd="0" parTransId="{18A29752-D016-4214-8AA9-86F743F4D152}" sibTransId="{7F21752C-E1FC-44BA-BC99-CF77F8F9F5FE}"/>
    <dgm:cxn modelId="{869450F5-8FE0-493D-AD6B-FD0CCDF21CAE}" type="presOf" srcId="{76DBD016-5B95-4E4F-A378-8262ADB49170}" destId="{B5D24F38-B645-4D76-BAF5-68A503C839D6}" srcOrd="0" destOrd="0" presId="urn:microsoft.com/office/officeart/2018/2/layout/IconLabelList"/>
    <dgm:cxn modelId="{C3EB56F7-CB9E-4784-9EBD-9BE7BAD24B5E}" type="presParOf" srcId="{B5D24F38-B645-4D76-BAF5-68A503C839D6}" destId="{18E968C1-DCA9-4836-9C73-0C2E32C0CFA0}" srcOrd="0" destOrd="0" presId="urn:microsoft.com/office/officeart/2018/2/layout/IconLabelList"/>
    <dgm:cxn modelId="{A13435B1-A2FE-44D7-8341-10D2C832A56B}" type="presParOf" srcId="{18E968C1-DCA9-4836-9C73-0C2E32C0CFA0}" destId="{5EEF4813-593E-40A4-9CF7-B2DCE78578DF}" srcOrd="0" destOrd="0" presId="urn:microsoft.com/office/officeart/2018/2/layout/IconLabelList"/>
    <dgm:cxn modelId="{2DEE44A4-6228-4DC2-BD1D-D2F97869A328}" type="presParOf" srcId="{18E968C1-DCA9-4836-9C73-0C2E32C0CFA0}" destId="{05ACAFA1-9779-460D-B4D1-D18AAA7B1CC4}" srcOrd="1" destOrd="0" presId="urn:microsoft.com/office/officeart/2018/2/layout/IconLabelList"/>
    <dgm:cxn modelId="{F818359D-5D3D-408E-8FB4-223FD4C77739}" type="presParOf" srcId="{18E968C1-DCA9-4836-9C73-0C2E32C0CFA0}" destId="{FFC32C58-AF45-4FE2-AB0A-D2D5244A886D}" srcOrd="2" destOrd="0" presId="urn:microsoft.com/office/officeart/2018/2/layout/IconLabelList"/>
    <dgm:cxn modelId="{75AFAEB8-10FC-4987-A7D2-6AE6248FC652}" type="presParOf" srcId="{B5D24F38-B645-4D76-BAF5-68A503C839D6}" destId="{60C65740-2686-4E41-BBDD-C9544377798B}" srcOrd="1" destOrd="0" presId="urn:microsoft.com/office/officeart/2018/2/layout/IconLabelList"/>
    <dgm:cxn modelId="{894221ED-CADC-4FB5-8420-2F96CE10C64E}" type="presParOf" srcId="{B5D24F38-B645-4D76-BAF5-68A503C839D6}" destId="{33873ED9-0691-42EC-A063-8DF4B506503B}" srcOrd="2" destOrd="0" presId="urn:microsoft.com/office/officeart/2018/2/layout/IconLabelList"/>
    <dgm:cxn modelId="{FDABE516-F3AB-4698-BFBF-4E807D7E54BE}" type="presParOf" srcId="{33873ED9-0691-42EC-A063-8DF4B506503B}" destId="{E35EC2DC-F951-4906-B4FB-D3132956547E}" srcOrd="0" destOrd="0" presId="urn:microsoft.com/office/officeart/2018/2/layout/IconLabelList"/>
    <dgm:cxn modelId="{CB2E6396-024F-42CA-8B44-3C52B150363A}" type="presParOf" srcId="{33873ED9-0691-42EC-A063-8DF4B506503B}" destId="{31198A33-31CF-447B-9704-6E4BB2E838B0}" srcOrd="1" destOrd="0" presId="urn:microsoft.com/office/officeart/2018/2/layout/IconLabelList"/>
    <dgm:cxn modelId="{7C183DB7-7DB7-4596-85FE-71BFC4DA1298}" type="presParOf" srcId="{33873ED9-0691-42EC-A063-8DF4B506503B}" destId="{B1D2ECBB-1810-417B-85E4-3B0FF0BBAF41}" srcOrd="2" destOrd="0" presId="urn:microsoft.com/office/officeart/2018/2/layout/IconLabelList"/>
    <dgm:cxn modelId="{43FFE8E3-52B4-428A-A68B-54999E6C3300}" type="presParOf" srcId="{B5D24F38-B645-4D76-BAF5-68A503C839D6}" destId="{33229790-0187-4E6B-BC58-D9210C531903}" srcOrd="3" destOrd="0" presId="urn:microsoft.com/office/officeart/2018/2/layout/IconLabelList"/>
    <dgm:cxn modelId="{7D96D4B0-826B-4FCD-BC33-36D876BCE814}" type="presParOf" srcId="{B5D24F38-B645-4D76-BAF5-68A503C839D6}" destId="{3439FEC5-2154-48B6-A25A-0C89D34A0BF9}" srcOrd="4" destOrd="0" presId="urn:microsoft.com/office/officeart/2018/2/layout/IconLabelList"/>
    <dgm:cxn modelId="{B70DC968-9D0A-46DA-AB20-0A3B299B21EC}" type="presParOf" srcId="{3439FEC5-2154-48B6-A25A-0C89D34A0BF9}" destId="{30C6850D-23AA-4BE1-8180-B7B3A7B06AFA}" srcOrd="0" destOrd="0" presId="urn:microsoft.com/office/officeart/2018/2/layout/IconLabelList"/>
    <dgm:cxn modelId="{ECEFB67F-8172-4251-AE6A-D86A4C238A77}" type="presParOf" srcId="{3439FEC5-2154-48B6-A25A-0C89D34A0BF9}" destId="{FC91B54A-E925-4081-AFE4-313F96BDDA1B}" srcOrd="1" destOrd="0" presId="urn:microsoft.com/office/officeart/2018/2/layout/IconLabelList"/>
    <dgm:cxn modelId="{D3F910E4-EC10-4188-BAE5-641797E46880}" type="presParOf" srcId="{3439FEC5-2154-48B6-A25A-0C89D34A0BF9}" destId="{46237F20-3C91-40FC-BFD5-E17324267F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36B33-BB4A-4958-956B-84CCA3B5CA42}">
      <dsp:nvSpPr>
        <dsp:cNvPr id="0" name=""/>
        <dsp:cNvSpPr/>
      </dsp:nvSpPr>
      <dsp:spPr>
        <a:xfrm>
          <a:off x="0" y="879979"/>
          <a:ext cx="12183372" cy="16245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0A494-3F13-48A9-9AEB-AA310C274A15}">
      <dsp:nvSpPr>
        <dsp:cNvPr id="0" name=""/>
        <dsp:cNvSpPr/>
      </dsp:nvSpPr>
      <dsp:spPr>
        <a:xfrm>
          <a:off x="491434" y="1245509"/>
          <a:ext cx="893517" cy="8935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A465B-159A-4E7F-AD8B-3B1C944D7835}">
      <dsp:nvSpPr>
        <dsp:cNvPr id="0" name=""/>
        <dsp:cNvSpPr/>
      </dsp:nvSpPr>
      <dsp:spPr>
        <a:xfrm>
          <a:off x="1876387" y="879979"/>
          <a:ext cx="10306984" cy="1624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935" tIns="171935" rIns="171935" bIns="17193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Mål</a:t>
          </a:r>
          <a:r>
            <a:rPr lang="en-US" sz="2500" kern="1200" dirty="0"/>
            <a:t>: </a:t>
          </a:r>
          <a:r>
            <a:rPr lang="en-US" sz="2500" kern="1200" dirty="0" err="1"/>
            <a:t>Förstå</a:t>
          </a:r>
          <a:r>
            <a:rPr lang="en-US" sz="2500" kern="1200" dirty="0"/>
            <a:t> </a:t>
          </a:r>
          <a:r>
            <a:rPr lang="en-US" sz="2500" kern="1200" dirty="0" err="1"/>
            <a:t>hur</a:t>
          </a:r>
          <a:r>
            <a:rPr lang="en-US" sz="2500" kern="1200" dirty="0"/>
            <a:t> </a:t>
          </a:r>
          <a:r>
            <a:rPr lang="en-US" sz="2500" kern="1200" dirty="0" err="1"/>
            <a:t>viktigt</a:t>
          </a:r>
          <a:r>
            <a:rPr lang="en-US" sz="2500" kern="1200" dirty="0"/>
            <a:t> det </a:t>
          </a:r>
          <a:r>
            <a:rPr lang="en-US" sz="2500" kern="1200" dirty="0" err="1"/>
            <a:t>är</a:t>
          </a:r>
          <a:r>
            <a:rPr lang="en-US" sz="2500" kern="1200" dirty="0"/>
            <a:t> med TYDLIGA </a:t>
          </a:r>
          <a:r>
            <a:rPr lang="en-US" sz="2500" kern="1200" dirty="0" err="1"/>
            <a:t>instruktioner</a:t>
          </a:r>
          <a:r>
            <a:rPr lang="en-US" sz="2500" kern="1200" dirty="0"/>
            <a:t> (</a:t>
          </a:r>
          <a:r>
            <a:rPr lang="en-US" sz="2500" kern="1200" dirty="0" err="1"/>
            <a:t>som</a:t>
          </a:r>
          <a:r>
            <a:rPr lang="en-US" sz="2500" kern="1200" dirty="0"/>
            <a:t> </a:t>
          </a:r>
          <a:r>
            <a:rPr lang="en-US" sz="2500" kern="1200" dirty="0" err="1"/>
            <a:t>i</a:t>
          </a:r>
          <a:r>
            <a:rPr lang="en-US" sz="2500" kern="1200" dirty="0"/>
            <a:t> </a:t>
          </a:r>
          <a:r>
            <a:rPr lang="en-US" sz="2500" kern="1200" dirty="0" err="1"/>
            <a:t>ett</a:t>
          </a:r>
          <a:r>
            <a:rPr lang="en-US" sz="2500" kern="1200" dirty="0"/>
            <a:t> </a:t>
          </a:r>
          <a:r>
            <a:rPr lang="en-US" sz="2500" kern="1200" dirty="0" err="1"/>
            <a:t>skript</a:t>
          </a:r>
          <a:r>
            <a:rPr lang="en-US" sz="2500" kern="1200" dirty="0"/>
            <a:t>).</a:t>
          </a:r>
        </a:p>
      </dsp:txBody>
      <dsp:txXfrm>
        <a:off x="1876387" y="879979"/>
        <a:ext cx="10306984" cy="1624578"/>
      </dsp:txXfrm>
    </dsp:sp>
    <dsp:sp modelId="{81F67B2C-E24F-4F65-8AFC-994940B0847E}">
      <dsp:nvSpPr>
        <dsp:cNvPr id="0" name=""/>
        <dsp:cNvSpPr/>
      </dsp:nvSpPr>
      <dsp:spPr>
        <a:xfrm>
          <a:off x="0" y="2910702"/>
          <a:ext cx="12183372" cy="16245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9F283-DDB1-49E7-B2C2-51C4F6BB9AB4}">
      <dsp:nvSpPr>
        <dsp:cNvPr id="0" name=""/>
        <dsp:cNvSpPr/>
      </dsp:nvSpPr>
      <dsp:spPr>
        <a:xfrm>
          <a:off x="491434" y="3276232"/>
          <a:ext cx="893517" cy="8935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D1C176-F76B-4923-BEFC-5B0574136135}">
      <dsp:nvSpPr>
        <dsp:cNvPr id="0" name=""/>
        <dsp:cNvSpPr/>
      </dsp:nvSpPr>
      <dsp:spPr>
        <a:xfrm>
          <a:off x="1876387" y="2910702"/>
          <a:ext cx="10306984" cy="1624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935" tIns="171935" rIns="171935" bIns="171935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Instruktioner</a:t>
          </a:r>
          <a:r>
            <a:rPr lang="en-US" sz="2500" kern="1200" dirty="0"/>
            <a:t> för </a:t>
          </a:r>
          <a:r>
            <a:rPr lang="en-US" sz="2500" kern="1200" dirty="0" err="1"/>
            <a:t>läraren</a:t>
          </a:r>
          <a:r>
            <a:rPr lang="en-US" sz="2500" kern="1200" dirty="0"/>
            <a:t>: Rita </a:t>
          </a:r>
          <a:r>
            <a:rPr lang="en-US" sz="2500" kern="1200" dirty="0" err="1"/>
            <a:t>en</a:t>
          </a:r>
          <a:r>
            <a:rPr lang="en-US" sz="2500" kern="1200" dirty="0"/>
            <a:t> </a:t>
          </a:r>
          <a:r>
            <a:rPr lang="en-US" sz="2500" kern="1200" dirty="0" err="1"/>
            <a:t>cirkel</a:t>
          </a:r>
          <a:r>
            <a:rPr lang="en-US" sz="2500" kern="1200" dirty="0"/>
            <a:t> </a:t>
          </a:r>
          <a:r>
            <a:rPr lang="en-US" sz="2500" kern="1200" dirty="0" err="1"/>
            <a:t>på</a:t>
          </a:r>
          <a:r>
            <a:rPr lang="en-US" sz="2500" kern="1200" dirty="0"/>
            <a:t> </a:t>
          </a:r>
          <a:r>
            <a:rPr lang="en-US" sz="2500" kern="1200" dirty="0" err="1"/>
            <a:t>tavlan</a:t>
          </a:r>
          <a:r>
            <a:rPr lang="en-US" sz="2500" kern="1200" dirty="0"/>
            <a:t>. "Jag </a:t>
          </a:r>
          <a:r>
            <a:rPr lang="en-US" sz="2500" kern="1200" dirty="0" err="1"/>
            <a:t>är</a:t>
          </a:r>
          <a:r>
            <a:rPr lang="en-US" sz="2500" kern="1200" dirty="0"/>
            <a:t> </a:t>
          </a:r>
          <a:r>
            <a:rPr lang="en-US" sz="2500" kern="1200" dirty="0" err="1"/>
            <a:t>datorer</a:t>
          </a:r>
          <a:r>
            <a:rPr lang="en-US" sz="2500" kern="1200" dirty="0"/>
            <a:t>. Ni ger er </a:t>
          </a:r>
          <a:r>
            <a:rPr lang="en-US" sz="2500" kern="1200" dirty="0" err="1"/>
            <a:t>en</a:t>
          </a:r>
          <a:r>
            <a:rPr lang="en-US" sz="2500" kern="1200" dirty="0"/>
            <a:t> </a:t>
          </a:r>
          <a:r>
            <a:rPr lang="en-US" sz="2500" kern="1200" dirty="0" err="1"/>
            <a:t>instruktion</a:t>
          </a:r>
          <a:r>
            <a:rPr lang="en-US" sz="2500" kern="1200" dirty="0"/>
            <a:t>, </a:t>
          </a:r>
          <a:r>
            <a:rPr lang="en-US" sz="2500" kern="1200" dirty="0">
              <a:latin typeface="Aptos Display" panose="02110004020202020204"/>
            </a:rPr>
            <a:t>jag</a:t>
          </a:r>
          <a:r>
            <a:rPr lang="en-US" sz="2500" kern="1200" dirty="0"/>
            <a:t> </a:t>
          </a:r>
          <a:r>
            <a:rPr lang="en-US" sz="2500" kern="1200" dirty="0" err="1"/>
            <a:t>utför</a:t>
          </a:r>
          <a:r>
            <a:rPr lang="en-US" sz="2500" kern="1200" dirty="0"/>
            <a:t> den EXAKT </a:t>
          </a:r>
          <a:r>
            <a:rPr lang="en-US" sz="2500" kern="1200" dirty="0" err="1"/>
            <a:t>som</a:t>
          </a:r>
          <a:r>
            <a:rPr lang="en-US" sz="2500" kern="1200" dirty="0">
              <a:latin typeface="Aptos Display" panose="02110004020202020204"/>
            </a:rPr>
            <a:t> </a:t>
          </a:r>
          <a:r>
            <a:rPr lang="en-US" sz="2500" kern="1200" dirty="0" err="1">
              <a:latin typeface="Aptos Display" panose="02110004020202020204"/>
            </a:rPr>
            <a:t>ni</a:t>
          </a:r>
          <a:r>
            <a:rPr lang="en-US" sz="2500" kern="1200" dirty="0"/>
            <a:t> </a:t>
          </a:r>
          <a:r>
            <a:rPr lang="en-US" sz="2500" kern="1200" dirty="0" err="1"/>
            <a:t>säger</a:t>
          </a:r>
          <a:r>
            <a:rPr lang="en-US" sz="2500" kern="1200" dirty="0"/>
            <a:t>."</a:t>
          </a:r>
        </a:p>
      </dsp:txBody>
      <dsp:txXfrm>
        <a:off x="1876387" y="2910702"/>
        <a:ext cx="10306984" cy="1624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68153-4BD1-4289-AAE3-7B7C144AC02E}">
      <dsp:nvSpPr>
        <dsp:cNvPr id="0" name=""/>
        <dsp:cNvSpPr/>
      </dsp:nvSpPr>
      <dsp:spPr>
        <a:xfrm>
          <a:off x="159909" y="1593560"/>
          <a:ext cx="1566781" cy="15667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2B1982-2EA3-4CFB-9174-62E8DA28A335}">
      <dsp:nvSpPr>
        <dsp:cNvPr id="0" name=""/>
        <dsp:cNvSpPr/>
      </dsp:nvSpPr>
      <dsp:spPr>
        <a:xfrm>
          <a:off x="488933" y="1922584"/>
          <a:ext cx="908733" cy="9087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3694E-F94E-469D-A369-8D9077626CE6}">
      <dsp:nvSpPr>
        <dsp:cNvPr id="0" name=""/>
        <dsp:cNvSpPr/>
      </dsp:nvSpPr>
      <dsp:spPr>
        <a:xfrm>
          <a:off x="2062429" y="1593560"/>
          <a:ext cx="3693128" cy="156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Ett skript är en textfil med instruktioner som datorn utför i ordning.</a:t>
          </a:r>
        </a:p>
      </dsp:txBody>
      <dsp:txXfrm>
        <a:off x="2062429" y="1593560"/>
        <a:ext cx="3693128" cy="1566781"/>
      </dsp:txXfrm>
    </dsp:sp>
    <dsp:sp modelId="{3CDF4C31-6A99-40AC-A5E9-E6214C79E40B}">
      <dsp:nvSpPr>
        <dsp:cNvPr id="0" name=""/>
        <dsp:cNvSpPr/>
      </dsp:nvSpPr>
      <dsp:spPr>
        <a:xfrm>
          <a:off x="6399058" y="1593560"/>
          <a:ext cx="1566781" cy="15667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9FF458-FD92-45EF-BB9C-8A463C78E913}">
      <dsp:nvSpPr>
        <dsp:cNvPr id="0" name=""/>
        <dsp:cNvSpPr/>
      </dsp:nvSpPr>
      <dsp:spPr>
        <a:xfrm>
          <a:off x="6728082" y="1922584"/>
          <a:ext cx="908733" cy="9087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23972-4AC2-4B1B-A8C3-DE107130DEC4}">
      <dsp:nvSpPr>
        <dsp:cNvPr id="0" name=""/>
        <dsp:cNvSpPr/>
      </dsp:nvSpPr>
      <dsp:spPr>
        <a:xfrm>
          <a:off x="8301579" y="1593560"/>
          <a:ext cx="3693128" cy="156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Exempel:</a:t>
          </a:r>
          <a:r>
            <a:rPr lang="en-US" sz="2200" kern="1200"/>
            <a:t> Ett recept för att baka en kaka är som ett skript. Du följer stegen i ordning, och resultatet blir en kaka!</a:t>
          </a:r>
        </a:p>
      </dsp:txBody>
      <dsp:txXfrm>
        <a:off x="8301579" y="1593560"/>
        <a:ext cx="3693128" cy="1566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42BE8-0397-43FA-96A9-CEB5244A1DFA}">
      <dsp:nvSpPr>
        <dsp:cNvPr id="0" name=""/>
        <dsp:cNvSpPr/>
      </dsp:nvSpPr>
      <dsp:spPr>
        <a:xfrm>
          <a:off x="0" y="3680"/>
          <a:ext cx="11611809" cy="7840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44734-ECFB-4586-9A35-7BAF3529E98A}">
      <dsp:nvSpPr>
        <dsp:cNvPr id="0" name=""/>
        <dsp:cNvSpPr/>
      </dsp:nvSpPr>
      <dsp:spPr>
        <a:xfrm>
          <a:off x="237173" y="180091"/>
          <a:ext cx="431224" cy="4312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0BAC9-068A-4CC8-AC46-17386557317B}">
      <dsp:nvSpPr>
        <dsp:cNvPr id="0" name=""/>
        <dsp:cNvSpPr/>
      </dsp:nvSpPr>
      <dsp:spPr>
        <a:xfrm>
          <a:off x="905572" y="3680"/>
          <a:ext cx="10706237" cy="784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8" tIns="82978" rIns="82978" bIns="829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Kursens Syfte – Varför Just Denna Kurs?</a:t>
          </a:r>
        </a:p>
      </dsp:txBody>
      <dsp:txXfrm>
        <a:off x="905572" y="3680"/>
        <a:ext cx="10706237" cy="784045"/>
      </dsp:txXfrm>
    </dsp:sp>
    <dsp:sp modelId="{4BC60949-A8FE-4012-8E8E-3DF480598134}">
      <dsp:nvSpPr>
        <dsp:cNvPr id="0" name=""/>
        <dsp:cNvSpPr/>
      </dsp:nvSpPr>
      <dsp:spPr>
        <a:xfrm>
          <a:off x="0" y="983737"/>
          <a:ext cx="11611809" cy="7840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E8711-1C89-475E-80DD-C98695FC72BE}">
      <dsp:nvSpPr>
        <dsp:cNvPr id="0" name=""/>
        <dsp:cNvSpPr/>
      </dsp:nvSpPr>
      <dsp:spPr>
        <a:xfrm>
          <a:off x="237173" y="1160147"/>
          <a:ext cx="431224" cy="4312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238FE-E73E-498B-9293-9C94C2B8E342}">
      <dsp:nvSpPr>
        <dsp:cNvPr id="0" name=""/>
        <dsp:cNvSpPr/>
      </dsp:nvSpPr>
      <dsp:spPr>
        <a:xfrm>
          <a:off x="905572" y="983737"/>
          <a:ext cx="10706237" cy="784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8" tIns="82978" rIns="82978" bIns="829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Du är i slutet av din utbildning och ska nu:</a:t>
          </a:r>
        </a:p>
      </dsp:txBody>
      <dsp:txXfrm>
        <a:off x="905572" y="983737"/>
        <a:ext cx="10706237" cy="784045"/>
      </dsp:txXfrm>
    </dsp:sp>
    <dsp:sp modelId="{E0A4D4CF-DD9B-4C6F-A7DD-5CF9E15AA495}">
      <dsp:nvSpPr>
        <dsp:cNvPr id="0" name=""/>
        <dsp:cNvSpPr/>
      </dsp:nvSpPr>
      <dsp:spPr>
        <a:xfrm>
          <a:off x="0" y="1963793"/>
          <a:ext cx="11611809" cy="7840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D34FE1-9465-4EA2-88A1-AA876ED73AB9}">
      <dsp:nvSpPr>
        <dsp:cNvPr id="0" name=""/>
        <dsp:cNvSpPr/>
      </dsp:nvSpPr>
      <dsp:spPr>
        <a:xfrm>
          <a:off x="237173" y="2140204"/>
          <a:ext cx="431224" cy="4312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A5465-10FC-44FC-A472-CCD0A52C9DE6}">
      <dsp:nvSpPr>
        <dsp:cNvPr id="0" name=""/>
        <dsp:cNvSpPr/>
      </dsp:nvSpPr>
      <dsp:spPr>
        <a:xfrm>
          <a:off x="905572" y="1963793"/>
          <a:ext cx="10706237" cy="784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8" tIns="82978" rIns="82978" bIns="829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Samla ihop alla dina kunskaper</a:t>
          </a:r>
        </a:p>
      </dsp:txBody>
      <dsp:txXfrm>
        <a:off x="905572" y="1963793"/>
        <a:ext cx="10706237" cy="784045"/>
      </dsp:txXfrm>
    </dsp:sp>
    <dsp:sp modelId="{1EB0B8DA-A2C5-4247-9B92-ED0E3C9546FE}">
      <dsp:nvSpPr>
        <dsp:cNvPr id="0" name=""/>
        <dsp:cNvSpPr/>
      </dsp:nvSpPr>
      <dsp:spPr>
        <a:xfrm>
          <a:off x="0" y="2943850"/>
          <a:ext cx="11611809" cy="7840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49FE91-11B0-4F27-B747-E2B41174C500}">
      <dsp:nvSpPr>
        <dsp:cNvPr id="0" name=""/>
        <dsp:cNvSpPr/>
      </dsp:nvSpPr>
      <dsp:spPr>
        <a:xfrm>
          <a:off x="237173" y="3120260"/>
          <a:ext cx="431224" cy="4312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22FA2-FA49-4228-A2F3-7D455A003D51}">
      <dsp:nvSpPr>
        <dsp:cNvPr id="0" name=""/>
        <dsp:cNvSpPr/>
      </dsp:nvSpPr>
      <dsp:spPr>
        <a:xfrm>
          <a:off x="905572" y="2943850"/>
          <a:ext cx="10706237" cy="784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8" tIns="82978" rIns="82978" bIns="829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Lära dig automatisera på riktigt</a:t>
          </a:r>
        </a:p>
      </dsp:txBody>
      <dsp:txXfrm>
        <a:off x="905572" y="2943850"/>
        <a:ext cx="10706237" cy="784045"/>
      </dsp:txXfrm>
    </dsp:sp>
    <dsp:sp modelId="{6CE17F86-616F-4FAD-81DC-1334897CFC8F}">
      <dsp:nvSpPr>
        <dsp:cNvPr id="0" name=""/>
        <dsp:cNvSpPr/>
      </dsp:nvSpPr>
      <dsp:spPr>
        <a:xfrm>
          <a:off x="0" y="3923906"/>
          <a:ext cx="11611809" cy="78404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F03CE-91D2-42D1-9F7C-8B90D32E411B}">
      <dsp:nvSpPr>
        <dsp:cNvPr id="0" name=""/>
        <dsp:cNvSpPr/>
      </dsp:nvSpPr>
      <dsp:spPr>
        <a:xfrm>
          <a:off x="237173" y="4100317"/>
          <a:ext cx="431224" cy="4312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E3B02-33A6-483B-8563-4B58659150A9}">
      <dsp:nvSpPr>
        <dsp:cNvPr id="0" name=""/>
        <dsp:cNvSpPr/>
      </dsp:nvSpPr>
      <dsp:spPr>
        <a:xfrm>
          <a:off x="905572" y="3923906"/>
          <a:ext cx="10706237" cy="784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78" tIns="82978" rIns="82978" bIns="829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Förbereda dig för LIA och arbetslivet</a:t>
          </a:r>
        </a:p>
      </dsp:txBody>
      <dsp:txXfrm>
        <a:off x="905572" y="3923906"/>
        <a:ext cx="10706237" cy="7840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F4813-593E-40A4-9CF7-B2DCE78578DF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32C58-AF45-4FE2-AB0A-D2D5244A886D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Ladda ner från: </a:t>
          </a:r>
          <a:r>
            <a:rPr lang="en-US" sz="1900" kern="1200">
              <a:hlinkClick xmlns:r="http://schemas.openxmlformats.org/officeDocument/2006/relationships" r:id="rId3"/>
            </a:rPr>
            <a:t>https://code.visualstudio.com/</a:t>
          </a:r>
          <a:endParaRPr lang="en-US" sz="1900" kern="1200"/>
        </a:p>
      </dsp:txBody>
      <dsp:txXfrm>
        <a:off x="59990" y="2654049"/>
        <a:ext cx="3226223" cy="720000"/>
      </dsp:txXfrm>
    </dsp:sp>
    <dsp:sp modelId="{E35EC2DC-F951-4906-B4FB-D3132956547E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2ECBB-1810-417B-85E4-3B0FF0BBAF41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Installera tillägget: Remote – WSL</a:t>
          </a:r>
        </a:p>
      </dsp:txBody>
      <dsp:txXfrm>
        <a:off x="3850802" y="2654049"/>
        <a:ext cx="3226223" cy="720000"/>
      </dsp:txXfrm>
    </dsp:sp>
    <dsp:sp modelId="{30C6850D-23AA-4BE1-8180-B7B3A7B06AFA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37F20-3C91-40FC-BFD5-E17324267FCE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Öppna VS Code och klicka på "Open Folder in WSL"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sl/" TargetMode="External"/><Relationship Id="rId2" Type="http://schemas.openxmlformats.org/officeDocument/2006/relationships/hyperlink" Target="https://learn.microsoft.com/en-us/powershell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kCp73ogMPpfXgjmE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sv-SE" sz="4800">
                <a:solidFill>
                  <a:srgbClr val="FFFFFF"/>
                </a:solidFill>
                <a:ea typeface="+mj-lt"/>
                <a:cs typeface="+mj-lt"/>
              </a:rPr>
              <a:t>1. Kursintro &amp; Scripting grunder</a:t>
            </a:r>
            <a:endParaRPr lang="sv-SE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sv-SE">
                <a:solidFill>
                  <a:srgbClr val="FFFFFF"/>
                </a:solidFill>
              </a:rPr>
              <a:t>Arseniy Buzyan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34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36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240AF0E-1BCA-A4D7-4970-4D04A26F8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11" y="4173201"/>
            <a:ext cx="4215063" cy="1503029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Varför Automatisering?</a:t>
            </a:r>
          </a:p>
        </p:txBody>
      </p:sp>
      <p:pic>
        <p:nvPicPr>
          <p:cNvPr id="22" name="Bildobjekt 21">
            <a:extLst>
              <a:ext uri="{FF2B5EF4-FFF2-40B4-BE49-F238E27FC236}">
                <a16:creationId xmlns:a16="http://schemas.microsoft.com/office/drawing/2014/main" id="{5F363110-7482-EE7D-D833-50962AC5A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8" y="474604"/>
            <a:ext cx="12201364" cy="2279399"/>
          </a:xfrm>
          <a:prstGeom prst="rect">
            <a:avLst/>
          </a:prstGeom>
        </p:spPr>
      </p:pic>
      <p:sp>
        <p:nvSpPr>
          <p:cNvPr id="29" name="textruta 28">
            <a:extLst>
              <a:ext uri="{FF2B5EF4-FFF2-40B4-BE49-F238E27FC236}">
                <a16:creationId xmlns:a16="http://schemas.microsoft.com/office/drawing/2014/main" id="{31D2A6F8-0BD5-B38A-C371-3E24AF67BD3F}"/>
              </a:ext>
            </a:extLst>
          </p:cNvPr>
          <p:cNvSpPr txBox="1"/>
          <p:nvPr/>
        </p:nvSpPr>
        <p:spPr>
          <a:xfrm>
            <a:off x="-13368" y="5982368"/>
            <a:ext cx="1220536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Fakta:</a:t>
            </a:r>
            <a:r>
              <a:rPr lang="en-US" sz="2400" b="0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Enligt </a:t>
            </a:r>
            <a:r>
              <a:rPr lang="en-US" sz="2400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jobbannonser</a:t>
            </a:r>
            <a:r>
              <a:rPr lang="en-US" sz="24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från</a:t>
            </a:r>
            <a:r>
              <a:rPr lang="en-US" sz="2400" b="0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2026 </a:t>
            </a:r>
            <a:r>
              <a:rPr lang="en-US" sz="2400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söker</a:t>
            </a:r>
            <a:r>
              <a:rPr lang="en-US" sz="24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svenska</a:t>
            </a:r>
            <a:r>
              <a:rPr lang="en-US" sz="24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företag</a:t>
            </a:r>
            <a:r>
              <a:rPr lang="en-US" sz="24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aktivt</a:t>
            </a:r>
            <a:r>
              <a:rPr lang="en-US" sz="24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efter</a:t>
            </a:r>
            <a:r>
              <a:rPr lang="en-US" sz="2400" b="0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Automation Engineers med </a:t>
            </a:r>
            <a:r>
              <a:rPr lang="en-US" sz="2400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kunskaper</a:t>
            </a:r>
            <a:r>
              <a:rPr lang="en-US" sz="24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i</a:t>
            </a:r>
            <a:r>
              <a:rPr lang="en-US" sz="24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400" b="0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PowerShell, Terraform och Ansible.</a:t>
            </a:r>
            <a:endParaRPr lang="en-US" sz="240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AA31BA84-DE63-33ED-CF65-531CAC086A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" t="-355" r="-28" b="22279"/>
          <a:stretch>
            <a:fillRect/>
          </a:stretch>
        </p:blipFill>
        <p:spPr>
          <a:xfrm>
            <a:off x="-9983" y="170196"/>
            <a:ext cx="12198363" cy="531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1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1F809EF-1B0B-2F65-9CD4-D6702132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sv-SE" sz="5200">
                <a:ea typeface="+mj-lt"/>
                <a:cs typeface="+mj-lt"/>
              </a:rPr>
              <a:t>Workshop – "Mänsklig Dator"</a:t>
            </a:r>
            <a:endParaRPr lang="sv-SE" sz="5200"/>
          </a:p>
        </p:txBody>
      </p:sp>
      <p:graphicFrame>
        <p:nvGraphicFramePr>
          <p:cNvPr id="24" name="Platshållare för innehåll 2">
            <a:extLst>
              <a:ext uri="{FF2B5EF4-FFF2-40B4-BE49-F238E27FC236}">
                <a16:creationId xmlns:a16="http://schemas.microsoft.com/office/drawing/2014/main" id="{D24E5F69-BBA1-7A42-A002-2A5DF35EB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4762093"/>
              </p:ext>
            </p:extLst>
          </p:nvPr>
        </p:nvGraphicFramePr>
        <p:xfrm>
          <a:off x="4314" y="1423060"/>
          <a:ext cx="12183372" cy="5415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21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017205B-9726-5610-F2A0-5293D1CD6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" y="1771645"/>
            <a:ext cx="12166892" cy="49085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3200" b="1">
                <a:highlight>
                  <a:srgbClr val="FFFFFF"/>
                </a:highlight>
                <a:ea typeface="+mn-lt"/>
                <a:cs typeface="+mn-lt"/>
              </a:rPr>
              <a:t>Steg 1: Otydlig instruktion</a:t>
            </a:r>
            <a:endParaRPr lang="sv-SE" sz="3200"/>
          </a:p>
          <a:p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Läraren säger: </a:t>
            </a:r>
            <a:r>
              <a:rPr lang="sv-SE" sz="3200" b="1">
                <a:highlight>
                  <a:srgbClr val="FFFFFF"/>
                </a:highlight>
                <a:ea typeface="+mn-lt"/>
                <a:cs typeface="+mn-lt"/>
              </a:rPr>
              <a:t>"Rita en cirkel på tavlan."</a:t>
            </a:r>
            <a:endParaRPr lang="sv-SE" sz="3200"/>
          </a:p>
          <a:p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Studenterna (eller en student) ritar en cirkel.</a:t>
            </a:r>
            <a:endParaRPr lang="sv-SE" sz="3200"/>
          </a:p>
          <a:p>
            <a:r>
              <a:rPr lang="sv-SE" sz="3200" b="1">
                <a:highlight>
                  <a:srgbClr val="FFFFFF"/>
                </a:highlight>
                <a:ea typeface="+mn-lt"/>
                <a:cs typeface="+mn-lt"/>
              </a:rPr>
              <a:t>Fråga:</a:t>
            </a:r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 "Var det enkelt? Gav jag alla detaljer?"</a:t>
            </a:r>
            <a:endParaRPr lang="sv-SE" sz="3200"/>
          </a:p>
          <a:p>
            <a:r>
              <a:rPr lang="sv-SE" sz="3200" b="1">
                <a:highlight>
                  <a:srgbClr val="FFFFFF"/>
                </a:highlight>
                <a:ea typeface="+mn-lt"/>
                <a:cs typeface="+mn-lt"/>
              </a:rPr>
              <a:t>Steg 2: Tydlig instruktion (som ett skript!)</a:t>
            </a:r>
            <a:endParaRPr lang="sv-SE" sz="3200"/>
          </a:p>
          <a:p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Läraren säger: </a:t>
            </a:r>
            <a:r>
              <a:rPr lang="sv-SE" sz="3200" b="1">
                <a:highlight>
                  <a:srgbClr val="FFFFFF"/>
                </a:highlight>
                <a:ea typeface="+mn-lt"/>
                <a:cs typeface="+mn-lt"/>
              </a:rPr>
              <a:t>"Gå till tavlan. Ta en röd penna. Börja vid tavlans mittpunkt. Rita en perfekt cirkel med 20 cm radie."</a:t>
            </a:r>
            <a:endParaRPr lang="sv-SE" sz="3200"/>
          </a:p>
          <a:p>
            <a:r>
              <a:rPr lang="sv-SE" sz="3200" b="1">
                <a:highlight>
                  <a:srgbClr val="FFFFFF"/>
                </a:highlight>
                <a:ea typeface="+mn-lt"/>
                <a:cs typeface="+mn-lt"/>
              </a:rPr>
              <a:t>Fråga:</a:t>
            </a:r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 "Vilken instruktion var bättre? Varför?"</a:t>
            </a:r>
            <a:endParaRPr lang="sv-SE" sz="3200"/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B9B1EBAD-2B01-549A-9C95-F861C1FFF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6" t="174" r="-58" b="3083"/>
          <a:stretch>
            <a:fillRect/>
          </a:stretch>
        </p:blipFill>
        <p:spPr>
          <a:xfrm>
            <a:off x="452" y="97389"/>
            <a:ext cx="12203399" cy="658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17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7DB95D-3CDD-89A2-0689-340D308D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5663"/>
          </a:xfrm>
        </p:spPr>
        <p:txBody>
          <a:bodyPr/>
          <a:lstStyle/>
          <a:p>
            <a:r>
              <a:rPr lang="sv-SE">
                <a:ea typeface="+mj-lt"/>
                <a:cs typeface="+mj-lt"/>
              </a:rPr>
              <a:t>Varför denna workshop?</a:t>
            </a:r>
          </a:p>
        </p:txBody>
      </p:sp>
      <p:graphicFrame>
        <p:nvGraphicFramePr>
          <p:cNvPr id="5" name="Platshållare för innehåll 4">
            <a:extLst>
              <a:ext uri="{FF2B5EF4-FFF2-40B4-BE49-F238E27FC236}">
                <a16:creationId xmlns:a16="http://schemas.microsoft.com/office/drawing/2014/main" id="{BDF4FC79-0595-1164-46CE-A8F4F67363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331288"/>
              </p:ext>
            </p:extLst>
          </p:nvPr>
        </p:nvGraphicFramePr>
        <p:xfrm>
          <a:off x="120650" y="1193800"/>
          <a:ext cx="12001004" cy="56189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00502">
                  <a:extLst>
                    <a:ext uri="{9D8B030D-6E8A-4147-A177-3AD203B41FA5}">
                      <a16:colId xmlns:a16="http://schemas.microsoft.com/office/drawing/2014/main" val="3235267766"/>
                    </a:ext>
                  </a:extLst>
                </a:gridCol>
                <a:gridCol w="6000502">
                  <a:extLst>
                    <a:ext uri="{9D8B030D-6E8A-4147-A177-3AD203B41FA5}">
                      <a16:colId xmlns:a16="http://schemas.microsoft.com/office/drawing/2014/main" val="2016078226"/>
                    </a:ext>
                  </a:extLst>
                </a:gridCol>
              </a:tblGrid>
              <a:tr h="14047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Insikt</a:t>
                      </a:r>
                      <a:endParaRPr lang="sv-SE" sz="4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Koppling till kursen</a:t>
                      </a:r>
                      <a:endParaRPr lang="sv-SE" sz="4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367515"/>
                  </a:ext>
                </a:extLst>
              </a:tr>
              <a:tr h="14047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Datorer är dumma</a:t>
                      </a: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de gör EXAKT vad du säger, inget mer.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Skript måste vara PRECISA. En otydlig instruktion = fel!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36957"/>
                  </a:ext>
                </a:extLst>
              </a:tr>
              <a:tr h="14047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Ett skript är en lista med EXAKTA instruktioner.</a:t>
                      </a:r>
                      <a:endParaRPr lang="sv-SE" sz="2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Allt vi skriver i PowerShell, Terraform och Ansible är EXAKTA instruktioner.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435848"/>
                  </a:ext>
                </a:extLst>
              </a:tr>
              <a:tr h="140474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Automatisering = att ge datorn en PERFEKT lista med instruktioner.</a:t>
                      </a:r>
                      <a:endParaRPr lang="sv-SE" sz="2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Då slipper vi göra samma tråkiga uppgift om och om igen.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57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84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E1C4AF4-FCD9-349B-BF84-C0C76CCA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Vad Kan Du Automatisera?</a:t>
            </a:r>
            <a:endParaRPr lang="sv-SE" sz="4000">
              <a:solidFill>
                <a:srgbClr val="FFFFFF"/>
              </a:solidFill>
            </a:endParaRPr>
          </a:p>
        </p:txBody>
      </p:sp>
      <p:graphicFrame>
        <p:nvGraphicFramePr>
          <p:cNvPr id="23" name="Platshållare för innehåll 22">
            <a:extLst>
              <a:ext uri="{FF2B5EF4-FFF2-40B4-BE49-F238E27FC236}">
                <a16:creationId xmlns:a16="http://schemas.microsoft.com/office/drawing/2014/main" id="{A9B87940-33A1-1406-E58B-AB84B4C42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6062191"/>
              </p:ext>
            </p:extLst>
          </p:nvPr>
        </p:nvGraphicFramePr>
        <p:xfrm>
          <a:off x="26736" y="1590842"/>
          <a:ext cx="12160395" cy="396490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53465">
                  <a:extLst>
                    <a:ext uri="{9D8B030D-6E8A-4147-A177-3AD203B41FA5}">
                      <a16:colId xmlns:a16="http://schemas.microsoft.com/office/drawing/2014/main" val="277181173"/>
                    </a:ext>
                  </a:extLst>
                </a:gridCol>
                <a:gridCol w="4053465">
                  <a:extLst>
                    <a:ext uri="{9D8B030D-6E8A-4147-A177-3AD203B41FA5}">
                      <a16:colId xmlns:a16="http://schemas.microsoft.com/office/drawing/2014/main" val="347519239"/>
                    </a:ext>
                  </a:extLst>
                </a:gridCol>
                <a:gridCol w="4053465">
                  <a:extLst>
                    <a:ext uri="{9D8B030D-6E8A-4147-A177-3AD203B41FA5}">
                      <a16:colId xmlns:a16="http://schemas.microsoft.com/office/drawing/2014/main" val="4149792568"/>
                    </a:ext>
                  </a:extLst>
                </a:gridCol>
              </a:tblGrid>
              <a:tr h="79298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Uppgift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Manuellt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Automatiserat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458829"/>
                  </a:ext>
                </a:extLst>
              </a:tr>
              <a:tr h="79298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100 användare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 timmar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 minuter med PowerShell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912048"/>
                  </a:ext>
                </a:extLst>
              </a:tr>
              <a:tr h="79298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Installera webbserver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30 minuter per server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5 minuter med Ansible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673086"/>
                  </a:ext>
                </a:extLst>
              </a:tr>
              <a:tr h="79298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Backa upp servrar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 timme per dag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Körs automatiskt varje natt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799582"/>
                  </a:ext>
                </a:extLst>
              </a:tr>
              <a:tr h="79298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Konfigurera 50 servrar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3 dagar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 timme med Terraform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596807"/>
                  </a:ext>
                </a:extLst>
              </a:tr>
            </a:tbl>
          </a:graphicData>
        </a:graphic>
      </p:graphicFrame>
      <p:sp>
        <p:nvSpPr>
          <p:cNvPr id="30" name="textruta 29">
            <a:extLst>
              <a:ext uri="{FF2B5EF4-FFF2-40B4-BE49-F238E27FC236}">
                <a16:creationId xmlns:a16="http://schemas.microsoft.com/office/drawing/2014/main" id="{0606D230-664A-50D1-81DF-3A1DD36B2CF0}"/>
              </a:ext>
            </a:extLst>
          </p:cNvPr>
          <p:cNvSpPr txBox="1"/>
          <p:nvPr/>
        </p:nvSpPr>
        <p:spPr>
          <a:xfrm>
            <a:off x="1" y="6089316"/>
            <a:ext cx="121919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Enligt </a:t>
            </a:r>
            <a:r>
              <a:rPr lang="en-US" b="1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jobbannonser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i</a:t>
            </a:r>
            <a:r>
              <a:rPr lang="en-US" b="1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Sverige: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</a:t>
            </a:r>
            <a:r>
              <a:rPr lang="en-US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Automationskompetens</a:t>
            </a:r>
            <a:r>
              <a:rPr lang="en-US" b="0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(PowerShell, Terraform, Ansible) </a:t>
            </a:r>
            <a:r>
              <a:rPr lang="en-US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är</a:t>
            </a:r>
            <a:r>
              <a:rPr lang="en-US" b="0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bland de </a:t>
            </a:r>
            <a:r>
              <a:rPr lang="en-US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mest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efterfrågade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färdigheterna</a:t>
            </a:r>
            <a:r>
              <a:rPr lang="en-US" b="0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för IT-infrastrukturspecialister.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9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6">
            <a:extLst>
              <a:ext uri="{FF2B5EF4-FFF2-40B4-BE49-F238E27FC236}">
                <a16:creationId xmlns:a16="http://schemas.microsoft.com/office/drawing/2014/main" id="{CD9FCCC1-2CC1-C5BE-B8EB-8809774D2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52" r="11386" b="55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7" name="Rectangle 2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CB6F75A-4B0E-66FA-9D41-A269C915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879865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Vad är Ett Skript?</a:t>
            </a:r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9D31CDDE-5FB8-1F25-1D2B-E989ADAC32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7769004"/>
              </p:ext>
            </p:extLst>
          </p:nvPr>
        </p:nvGraphicFramePr>
        <p:xfrm>
          <a:off x="33069" y="891098"/>
          <a:ext cx="12154617" cy="4753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5" name="Bildobjekt 64">
            <a:extLst>
              <a:ext uri="{FF2B5EF4-FFF2-40B4-BE49-F238E27FC236}">
                <a16:creationId xmlns:a16="http://schemas.microsoft.com/office/drawing/2014/main" id="{321BB3A5-4681-6E56-0B16-F007676D9E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673921"/>
            <a:ext cx="12192000" cy="94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10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EB810-79D7-5DC5-9878-84D808977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16">
            <a:extLst>
              <a:ext uri="{FF2B5EF4-FFF2-40B4-BE49-F238E27FC236}">
                <a16:creationId xmlns:a16="http://schemas.microsoft.com/office/drawing/2014/main" id="{2074D034-09FF-A237-8AD3-E61DD3A95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808"/>
          <a:stretch>
            <a:fillRect/>
          </a:stretch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B6D7844-135F-73E4-AB8D-0A8A6B267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Varför</a:t>
            </a:r>
            <a:r>
              <a:rPr lang="en-US" sz="3600" dirty="0"/>
              <a:t> </a:t>
            </a:r>
            <a:r>
              <a:rPr lang="en-US" sz="3600" dirty="0" err="1"/>
              <a:t>Skript</a:t>
            </a:r>
            <a:r>
              <a:rPr lang="en-US" sz="3600" dirty="0"/>
              <a:t>?</a:t>
            </a:r>
          </a:p>
        </p:txBody>
      </p:sp>
      <p:graphicFrame>
        <p:nvGraphicFramePr>
          <p:cNvPr id="28" name="Tabell 27">
            <a:extLst>
              <a:ext uri="{FF2B5EF4-FFF2-40B4-BE49-F238E27FC236}">
                <a16:creationId xmlns:a16="http://schemas.microsoft.com/office/drawing/2014/main" id="{DC9F6B8D-31DD-5B0A-A2B6-EF362B68F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655090"/>
              </p:ext>
            </p:extLst>
          </p:nvPr>
        </p:nvGraphicFramePr>
        <p:xfrm>
          <a:off x="40105" y="414421"/>
          <a:ext cx="12070030" cy="46524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70551">
                  <a:extLst>
                    <a:ext uri="{9D8B030D-6E8A-4147-A177-3AD203B41FA5}">
                      <a16:colId xmlns:a16="http://schemas.microsoft.com/office/drawing/2014/main" val="225124487"/>
                    </a:ext>
                  </a:extLst>
                </a:gridCol>
                <a:gridCol w="8699479">
                  <a:extLst>
                    <a:ext uri="{9D8B030D-6E8A-4147-A177-3AD203B41FA5}">
                      <a16:colId xmlns:a16="http://schemas.microsoft.com/office/drawing/2014/main" val="3671455855"/>
                    </a:ext>
                  </a:extLst>
                </a:gridCol>
              </a:tblGrid>
              <a:tr h="83252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Fördel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Förklaring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82909"/>
                  </a:ext>
                </a:extLst>
              </a:tr>
              <a:tr h="131592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Snabbt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Datorn gör samma sak varje gång, mycket snabbare än en människa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478202"/>
                  </a:ext>
                </a:extLst>
              </a:tr>
              <a:tr h="83252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Felfritt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Inga stavfel eller glömda steg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754763"/>
                  </a:ext>
                </a:extLst>
              </a:tr>
              <a:tr h="83252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Återanvändbart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Samma skript kan köras om och om igen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043704"/>
                  </a:ext>
                </a:extLst>
              </a:tr>
              <a:tr h="83252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Spårbart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Alla steg loggas, så du vet vad som hände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62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37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1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13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15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17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23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ectangle 25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27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31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33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D4ACE66C-24FD-9812-7BFA-921EEAA5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sv-SE" sz="4800">
                <a:solidFill>
                  <a:schemeClr val="bg1"/>
                </a:solidFill>
                <a:ea typeface="+mj-lt"/>
                <a:cs typeface="+mj-lt"/>
              </a:rPr>
              <a:t>Vad Kan Man Göra Med Skript?</a:t>
            </a:r>
            <a:endParaRPr lang="sv-SE" sz="4800">
              <a:solidFill>
                <a:schemeClr val="bg1"/>
              </a:solidFill>
            </a:endParaRPr>
          </a:p>
        </p:txBody>
      </p:sp>
      <p:sp>
        <p:nvSpPr>
          <p:cNvPr id="87" name="Rectangle 39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B29C79D3-1448-9D16-6E0D-3F4BC8BDC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5003" y="271503"/>
            <a:ext cx="6161215" cy="6197538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b="1">
                <a:solidFill>
                  <a:schemeClr val="bg1"/>
                </a:solidFill>
                <a:ea typeface="+mn-lt"/>
                <a:cs typeface="+mn-lt"/>
              </a:rPr>
              <a:t>Administration:</a:t>
            </a:r>
            <a:endParaRPr lang="sv-SE" b="1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Starta/stoppa tjänster och processer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Skapa, ändra eller ta bort användare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Hantera filer och mappar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Läsa och skriva till registret (Windows)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b="1">
                <a:solidFill>
                  <a:schemeClr val="bg1"/>
                </a:solidFill>
                <a:ea typeface="+mn-lt"/>
                <a:cs typeface="+mn-lt"/>
              </a:rPr>
              <a:t>Övervakning:</a:t>
            </a:r>
            <a:endParaRPr lang="sv-SE" b="1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Kontrollera att servrar är igång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Skicka larm vid problem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Logga alla händelser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b="1">
                <a:solidFill>
                  <a:schemeClr val="bg1"/>
                </a:solidFill>
                <a:ea typeface="+mn-lt"/>
                <a:cs typeface="+mn-lt"/>
              </a:rPr>
              <a:t>Automatisering:</a:t>
            </a:r>
            <a:endParaRPr lang="sv-SE" b="1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Installera programvara automatiskt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Konfigurera servrar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- Bygga hela IT-miljöer med kod</a:t>
            </a:r>
            <a:endParaRPr lang="sv-SE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289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07773D22-5CBB-6B7C-D4B9-5E36AFC7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" y="4125084"/>
            <a:ext cx="4242379" cy="2544007"/>
          </a:xfrm>
          <a:noFill/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Från</a:t>
            </a: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Enkla Kommandon till Hela </a:t>
            </a:r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Automationskedjan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62CDE8EE-C84C-3FB6-1F3E-3AA290CB4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96" y="586250"/>
            <a:ext cx="11899170" cy="3114412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24761C10-030C-2666-C26D-6328192E0829}"/>
              </a:ext>
            </a:extLst>
          </p:cNvPr>
          <p:cNvSpPr txBox="1"/>
          <p:nvPr/>
        </p:nvSpPr>
        <p:spPr>
          <a:xfrm>
            <a:off x="4258289" y="4241371"/>
            <a:ext cx="7929949" cy="26212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</a:rPr>
              <a:t>Nivå     Vad </a:t>
            </a:r>
            <a:r>
              <a:rPr lang="en-US" sz="3200" b="1" dirty="0" err="1">
                <a:solidFill>
                  <a:schemeClr val="bg1"/>
                </a:solidFill>
              </a:rPr>
              <a:t>betyder</a:t>
            </a:r>
            <a:r>
              <a:rPr lang="en-US" sz="3200" b="1" dirty="0">
                <a:solidFill>
                  <a:schemeClr val="bg1"/>
                </a:solidFill>
              </a:rPr>
              <a:t> det?</a:t>
            </a:r>
            <a:endParaRPr lang="sv-SE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Nivå</a:t>
            </a:r>
            <a:r>
              <a:rPr lang="en-US" sz="2400" dirty="0">
                <a:solidFill>
                  <a:schemeClr val="bg1"/>
                </a:solidFill>
              </a:rPr>
              <a:t> 1 – </a:t>
            </a:r>
            <a:r>
              <a:rPr lang="en-US" sz="2400" dirty="0" err="1">
                <a:solidFill>
                  <a:schemeClr val="bg1"/>
                </a:solidFill>
              </a:rPr>
              <a:t>Kommandon</a:t>
            </a:r>
            <a:r>
              <a:rPr lang="en-US" sz="2400" dirty="0">
                <a:solidFill>
                  <a:schemeClr val="bg1"/>
                </a:solidFill>
              </a:rPr>
              <a:t>    Du </a:t>
            </a:r>
            <a:r>
              <a:rPr lang="en-US" sz="2400" dirty="0" err="1">
                <a:solidFill>
                  <a:schemeClr val="bg1"/>
                </a:solidFill>
              </a:rPr>
              <a:t>skriver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ett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kommando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taget</a:t>
            </a:r>
            <a:endParaRPr lang="en-US" sz="24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Nivå</a:t>
            </a:r>
            <a:r>
              <a:rPr lang="en-US" sz="2400" dirty="0">
                <a:solidFill>
                  <a:schemeClr val="bg1"/>
                </a:solidFill>
              </a:rPr>
              <a:t> 2 – </a:t>
            </a:r>
            <a:r>
              <a:rPr lang="en-US" sz="2400" dirty="0" err="1">
                <a:solidFill>
                  <a:schemeClr val="bg1"/>
                </a:solidFill>
              </a:rPr>
              <a:t>Skript</a:t>
            </a:r>
            <a:r>
              <a:rPr lang="en-US" sz="2400" dirty="0">
                <a:solidFill>
                  <a:schemeClr val="bg1"/>
                </a:solidFill>
              </a:rPr>
              <a:t>    Du </a:t>
            </a:r>
            <a:r>
              <a:rPr lang="en-US" sz="2400" dirty="0" err="1">
                <a:solidFill>
                  <a:schemeClr val="bg1"/>
                </a:solidFill>
              </a:rPr>
              <a:t>skriver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flera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kommandon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en</a:t>
            </a:r>
            <a:r>
              <a:rPr lang="en-US" sz="2400" dirty="0">
                <a:solidFill>
                  <a:schemeClr val="bg1"/>
                </a:solidFill>
              </a:rPr>
              <a:t> fil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Nivå</a:t>
            </a:r>
            <a:r>
              <a:rPr lang="en-US" sz="2400" dirty="0">
                <a:solidFill>
                  <a:schemeClr val="bg1"/>
                </a:solidFill>
              </a:rPr>
              <a:t> 3 – </a:t>
            </a:r>
            <a:r>
              <a:rPr lang="en-US" sz="2400" dirty="0" err="1">
                <a:solidFill>
                  <a:schemeClr val="bg1"/>
                </a:solidFill>
              </a:rPr>
              <a:t>IaC</a:t>
            </a:r>
            <a:r>
              <a:rPr lang="en-US" sz="2400" dirty="0">
                <a:solidFill>
                  <a:schemeClr val="bg1"/>
                </a:solidFill>
              </a:rPr>
              <a:t>    Du </a:t>
            </a:r>
            <a:r>
              <a:rPr lang="en-US" sz="2400" dirty="0" err="1">
                <a:solidFill>
                  <a:schemeClr val="bg1"/>
                </a:solidFill>
              </a:rPr>
              <a:t>beskriver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hela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infrastrukturen</a:t>
            </a:r>
            <a:r>
              <a:rPr lang="en-US" sz="2400" dirty="0">
                <a:solidFill>
                  <a:schemeClr val="bg1"/>
                </a:solidFill>
              </a:rPr>
              <a:t> med </a:t>
            </a:r>
            <a:r>
              <a:rPr lang="en-US" sz="2400" dirty="0" err="1">
                <a:solidFill>
                  <a:schemeClr val="bg1"/>
                </a:solidFill>
              </a:rPr>
              <a:t>kod</a:t>
            </a:r>
            <a:endParaRPr lang="en-US" sz="24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Nivå</a:t>
            </a:r>
            <a:r>
              <a:rPr lang="en-US" sz="2400" dirty="0">
                <a:solidFill>
                  <a:schemeClr val="bg1"/>
                </a:solidFill>
              </a:rPr>
              <a:t> 4 – </a:t>
            </a:r>
            <a:r>
              <a:rPr lang="en-US" sz="2400" dirty="0" err="1">
                <a:solidFill>
                  <a:schemeClr val="bg1"/>
                </a:solidFill>
              </a:rPr>
              <a:t>Kedja</a:t>
            </a:r>
            <a:r>
              <a:rPr lang="en-US" sz="2400" dirty="0">
                <a:solidFill>
                  <a:schemeClr val="bg1"/>
                </a:solidFill>
              </a:rPr>
              <a:t>    </a:t>
            </a:r>
            <a:r>
              <a:rPr lang="en-US" sz="2400" dirty="0" err="1">
                <a:solidFill>
                  <a:schemeClr val="bg1"/>
                </a:solidFill>
              </a:rPr>
              <a:t>Flera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verktyg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samarbetar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automatiskt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AE2B1B94-5DE9-D64D-47BA-4D202E3763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" t="-342" r="-23" b="3388"/>
          <a:stretch>
            <a:fillRect/>
          </a:stretch>
        </p:blipFill>
        <p:spPr>
          <a:xfrm>
            <a:off x="9373" y="129135"/>
            <a:ext cx="12192402" cy="65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45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CC2A1FF-8100-441C-4703-03C33C35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 sz="5000">
                <a:solidFill>
                  <a:schemeClr val="bg1"/>
                </a:solidFill>
                <a:ea typeface="+mj-lt"/>
                <a:cs typeface="+mj-lt"/>
              </a:rPr>
              <a:t>Kursens Syfte – Varför Just Denna Kurs?</a:t>
            </a:r>
            <a:endParaRPr lang="sv-SE" sz="5000">
              <a:solidFill>
                <a:schemeClr val="bg1"/>
              </a:solidFill>
            </a:endParaRP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onnsiteX0" fmla="*/ 0 w 9692640"/>
              <a:gd name="connsiteY0" fmla="*/ 0 h 18288"/>
              <a:gd name="connsiteX1" fmla="*/ 401552 w 9692640"/>
              <a:gd name="connsiteY1" fmla="*/ 0 h 18288"/>
              <a:gd name="connsiteX2" fmla="*/ 996957 w 9692640"/>
              <a:gd name="connsiteY2" fmla="*/ 0 h 18288"/>
              <a:gd name="connsiteX3" fmla="*/ 1398509 w 9692640"/>
              <a:gd name="connsiteY3" fmla="*/ 0 h 18288"/>
              <a:gd name="connsiteX4" fmla="*/ 2090841 w 9692640"/>
              <a:gd name="connsiteY4" fmla="*/ 0 h 18288"/>
              <a:gd name="connsiteX5" fmla="*/ 2686246 w 9692640"/>
              <a:gd name="connsiteY5" fmla="*/ 0 h 18288"/>
              <a:gd name="connsiteX6" fmla="*/ 3475504 w 9692640"/>
              <a:gd name="connsiteY6" fmla="*/ 0 h 18288"/>
              <a:gd name="connsiteX7" fmla="*/ 4361688 w 9692640"/>
              <a:gd name="connsiteY7" fmla="*/ 0 h 18288"/>
              <a:gd name="connsiteX8" fmla="*/ 5054019 w 9692640"/>
              <a:gd name="connsiteY8" fmla="*/ 0 h 18288"/>
              <a:gd name="connsiteX9" fmla="*/ 5940204 w 9692640"/>
              <a:gd name="connsiteY9" fmla="*/ 0 h 18288"/>
              <a:gd name="connsiteX10" fmla="*/ 6632535 w 9692640"/>
              <a:gd name="connsiteY10" fmla="*/ 0 h 18288"/>
              <a:gd name="connsiteX11" fmla="*/ 7034087 w 9692640"/>
              <a:gd name="connsiteY11" fmla="*/ 0 h 18288"/>
              <a:gd name="connsiteX12" fmla="*/ 7532566 w 9692640"/>
              <a:gd name="connsiteY12" fmla="*/ 0 h 18288"/>
              <a:gd name="connsiteX13" fmla="*/ 8418750 w 9692640"/>
              <a:gd name="connsiteY13" fmla="*/ 0 h 18288"/>
              <a:gd name="connsiteX14" fmla="*/ 9692640 w 9692640"/>
              <a:gd name="connsiteY14" fmla="*/ 0 h 18288"/>
              <a:gd name="connsiteX15" fmla="*/ 9692640 w 9692640"/>
              <a:gd name="connsiteY15" fmla="*/ 18288 h 18288"/>
              <a:gd name="connsiteX16" fmla="*/ 9000309 w 9692640"/>
              <a:gd name="connsiteY16" fmla="*/ 18288 h 18288"/>
              <a:gd name="connsiteX17" fmla="*/ 8307977 w 9692640"/>
              <a:gd name="connsiteY17" fmla="*/ 18288 h 18288"/>
              <a:gd name="connsiteX18" fmla="*/ 7712572 w 9692640"/>
              <a:gd name="connsiteY18" fmla="*/ 18288 h 18288"/>
              <a:gd name="connsiteX19" fmla="*/ 7214093 w 9692640"/>
              <a:gd name="connsiteY19" fmla="*/ 18288 h 18288"/>
              <a:gd name="connsiteX20" fmla="*/ 6327909 w 9692640"/>
              <a:gd name="connsiteY20" fmla="*/ 18288 h 18288"/>
              <a:gd name="connsiteX21" fmla="*/ 5635578 w 9692640"/>
              <a:gd name="connsiteY21" fmla="*/ 18288 h 18288"/>
              <a:gd name="connsiteX22" fmla="*/ 4846320 w 9692640"/>
              <a:gd name="connsiteY22" fmla="*/ 18288 h 18288"/>
              <a:gd name="connsiteX23" fmla="*/ 4444768 w 9692640"/>
              <a:gd name="connsiteY23" fmla="*/ 18288 h 18288"/>
              <a:gd name="connsiteX24" fmla="*/ 3946289 w 9692640"/>
              <a:gd name="connsiteY24" fmla="*/ 18288 h 18288"/>
              <a:gd name="connsiteX25" fmla="*/ 3253958 w 9692640"/>
              <a:gd name="connsiteY25" fmla="*/ 18288 h 18288"/>
              <a:gd name="connsiteX26" fmla="*/ 2464700 w 9692640"/>
              <a:gd name="connsiteY26" fmla="*/ 18288 h 18288"/>
              <a:gd name="connsiteX27" fmla="*/ 2063148 w 9692640"/>
              <a:gd name="connsiteY27" fmla="*/ 18288 h 18288"/>
              <a:gd name="connsiteX28" fmla="*/ 1661595 w 9692640"/>
              <a:gd name="connsiteY28" fmla="*/ 18288 h 18288"/>
              <a:gd name="connsiteX29" fmla="*/ 969264 w 9692640"/>
              <a:gd name="connsiteY29" fmla="*/ 18288 h 18288"/>
              <a:gd name="connsiteX30" fmla="*/ 0 w 9692640"/>
              <a:gd name="connsiteY30" fmla="*/ 18288 h 18288"/>
              <a:gd name="connsiteX31" fmla="*/ 0 w 9692640"/>
              <a:gd name="connsiteY3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B1C723BD-3F55-D8AC-28CC-4CC4E573D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559208"/>
              </p:ext>
            </p:extLst>
          </p:nvPr>
        </p:nvGraphicFramePr>
        <p:xfrm>
          <a:off x="290095" y="2004446"/>
          <a:ext cx="11611810" cy="4711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4553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BDBC4E1-F8EA-65B0-F6BC-7AAA1CEE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" y="160956"/>
            <a:ext cx="9543405" cy="1188720"/>
          </a:xfrm>
        </p:spPr>
        <p:txBody>
          <a:bodyPr>
            <a:normAutofit/>
          </a:bodyPr>
          <a:lstStyle/>
          <a:p>
            <a:r>
              <a:rPr lang="sv-SE" sz="720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Varför är detta viktigt?</a:t>
            </a:r>
          </a:p>
        </p:txBody>
      </p:sp>
      <p:graphicFrame>
        <p:nvGraphicFramePr>
          <p:cNvPr id="7" name="Platshållare för innehåll 6">
            <a:extLst>
              <a:ext uri="{FF2B5EF4-FFF2-40B4-BE49-F238E27FC236}">
                <a16:creationId xmlns:a16="http://schemas.microsoft.com/office/drawing/2014/main" id="{9AB2F6C9-F955-DBE8-A313-5364FA569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157166"/>
              </p:ext>
            </p:extLst>
          </p:nvPr>
        </p:nvGraphicFramePr>
        <p:xfrm>
          <a:off x="0" y="2299368"/>
          <a:ext cx="12170019" cy="36461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67421">
                  <a:extLst>
                    <a:ext uri="{9D8B030D-6E8A-4147-A177-3AD203B41FA5}">
                      <a16:colId xmlns:a16="http://schemas.microsoft.com/office/drawing/2014/main" val="1119809144"/>
                    </a:ext>
                  </a:extLst>
                </a:gridCol>
                <a:gridCol w="6802598">
                  <a:extLst>
                    <a:ext uri="{9D8B030D-6E8A-4147-A177-3AD203B41FA5}">
                      <a16:colId xmlns:a16="http://schemas.microsoft.com/office/drawing/2014/main" val="3229290212"/>
                    </a:ext>
                  </a:extLst>
                </a:gridCol>
              </a:tblGrid>
              <a:tr h="6910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Utan automatisering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Med automatisering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790021"/>
                  </a:ext>
                </a:extLst>
              </a:tr>
              <a:tr h="6910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Mycket manuellt arbete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Allt görs automatiskt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049353"/>
                  </a:ext>
                </a:extLst>
              </a:tr>
              <a:tr h="6910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Hög risk för fel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Färre mänskliga fel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893833"/>
                  </a:ext>
                </a:extLst>
              </a:tr>
              <a:tr h="6910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Långsam driftsättning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Snabb och effektiv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327973"/>
                  </a:ext>
                </a:extLst>
              </a:tr>
              <a:tr h="69108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Svårt att skala upp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Kan hantera tusentals servrar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041111"/>
                  </a:ext>
                </a:extLst>
              </a:tr>
            </a:tbl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2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CABBB302-CC54-8471-E166-9705D404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94" y="532401"/>
            <a:ext cx="8801849" cy="921781"/>
          </a:xfrm>
        </p:spPr>
        <p:txBody>
          <a:bodyPr anchor="b">
            <a:noAutofit/>
          </a:bodyPr>
          <a:lstStyle/>
          <a:p>
            <a:r>
              <a:rPr lang="sv-SE" sz="8000">
                <a:ea typeface="+mj-lt"/>
                <a:cs typeface="+mj-lt"/>
              </a:rPr>
              <a:t>Efter kursen ska du: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22BB92B-CE58-3F2F-F103-38DDBA760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710" y="2776614"/>
            <a:ext cx="11346642" cy="39078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Skriva PowerShell-skript för att automatisera Windows-administration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Använda Bash (grundläggande) för Linux i WSL2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Skriva Python-skript för att verifiera och orkestrera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Använda Terraform för Infrastructure as Code (IaC)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Använda Ansible för konfigurationshantering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Bygga skriptkedjor där flera verktyg samverkar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250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3043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86EABB2-4FBC-30F2-F414-16DC76AB6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532214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Hur Hänger Kursen </a:t>
            </a:r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Ihop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Med </a:t>
            </a:r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Resten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Av </a:t>
            </a:r>
            <a:r>
              <a:rPr lang="en-US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Utbildningen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?</a:t>
            </a:r>
            <a:endParaRPr lang="en-US" sz="4000" kern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215BD1E6-8DD1-AE4B-FC83-456A808DD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807" y="137324"/>
            <a:ext cx="10447754" cy="4648199"/>
          </a:xfrm>
          <a:prstGeom prst="rect">
            <a:avLst/>
          </a:prstGeom>
        </p:spPr>
      </p:pic>
      <p:pic>
        <p:nvPicPr>
          <p:cNvPr id="3" name="Bildobjekt 2">
            <a:extLst>
              <a:ext uri="{FF2B5EF4-FFF2-40B4-BE49-F238E27FC236}">
                <a16:creationId xmlns:a16="http://schemas.microsoft.com/office/drawing/2014/main" id="{B12DE94D-4742-6F5D-BA42-11846ECED8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55" b="11211"/>
          <a:stretch>
            <a:fillRect/>
          </a:stretch>
        </p:blipFill>
        <p:spPr>
          <a:xfrm>
            <a:off x="0" y="317003"/>
            <a:ext cx="12192000" cy="606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05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AE80204-5DA5-3423-A7A9-A93A4C1E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73" y="294538"/>
            <a:ext cx="12034898" cy="1033669"/>
          </a:xfrm>
        </p:spPr>
        <p:txBody>
          <a:bodyPr>
            <a:noAutofit/>
          </a:bodyPr>
          <a:lstStyle/>
          <a:p>
            <a:r>
              <a:rPr lang="sv-SE" sz="5400">
                <a:solidFill>
                  <a:srgbClr val="FFFFFF"/>
                </a:solidFill>
                <a:ea typeface="+mj-lt"/>
                <a:cs typeface="+mj-lt"/>
              </a:rPr>
              <a:t>Tidigare kurs                   Används i denna kurs</a:t>
            </a:r>
            <a:endParaRPr lang="sv-SE" sz="5400">
              <a:solidFill>
                <a:srgbClr val="FFFFFF"/>
              </a:solidFill>
            </a:endParaRPr>
          </a:p>
        </p:txBody>
      </p:sp>
      <p:graphicFrame>
        <p:nvGraphicFramePr>
          <p:cNvPr id="7" name="Platshållare för innehåll 6">
            <a:extLst>
              <a:ext uri="{FF2B5EF4-FFF2-40B4-BE49-F238E27FC236}">
                <a16:creationId xmlns:a16="http://schemas.microsoft.com/office/drawing/2014/main" id="{AA20F08A-A371-6159-DB72-C0603BDCE7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328823"/>
              </p:ext>
            </p:extLst>
          </p:nvPr>
        </p:nvGraphicFramePr>
        <p:xfrm>
          <a:off x="200526" y="1711157"/>
          <a:ext cx="11692158" cy="37277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6079">
                  <a:extLst>
                    <a:ext uri="{9D8B030D-6E8A-4147-A177-3AD203B41FA5}">
                      <a16:colId xmlns:a16="http://schemas.microsoft.com/office/drawing/2014/main" val="542918858"/>
                    </a:ext>
                  </a:extLst>
                </a:gridCol>
                <a:gridCol w="5846079">
                  <a:extLst>
                    <a:ext uri="{9D8B030D-6E8A-4147-A177-3AD203B41FA5}">
                      <a16:colId xmlns:a16="http://schemas.microsoft.com/office/drawing/2014/main" val="3012352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Linux 1 &amp; 2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WSL2, Bash, Ansible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806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Windows Server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PowerShell, DSC, IIS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810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Programmering i Python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Python-skript, automatisering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015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842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F0E0566-960D-5B24-D77A-C5656166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" y="132930"/>
            <a:ext cx="12084752" cy="1579184"/>
          </a:xfrm>
        </p:spPr>
        <p:txBody>
          <a:bodyPr anchor="b">
            <a:normAutofit fontScale="90000"/>
          </a:bodyPr>
          <a:lstStyle/>
          <a:p>
            <a:r>
              <a:rPr lang="sv-SE" sz="6700" b="1" dirty="0">
                <a:ea typeface="+mj-lt"/>
                <a:cs typeface="+mj-lt"/>
              </a:rPr>
              <a:t>Vad </a:t>
            </a:r>
            <a:r>
              <a:rPr lang="sv-SE" sz="6700" b="1" dirty="0" err="1">
                <a:ea typeface="+mj-lt"/>
                <a:cs typeface="+mj-lt"/>
              </a:rPr>
              <a:t>Är</a:t>
            </a:r>
            <a:r>
              <a:rPr lang="sv-SE" sz="6700" b="1" dirty="0">
                <a:ea typeface="+mj-lt"/>
                <a:cs typeface="+mj-lt"/>
              </a:rPr>
              <a:t> Infrastructure as Code (</a:t>
            </a:r>
            <a:r>
              <a:rPr lang="sv-SE" sz="6700" b="1" dirty="0" err="1">
                <a:ea typeface="+mj-lt"/>
                <a:cs typeface="+mj-lt"/>
              </a:rPr>
              <a:t>IaC</a:t>
            </a:r>
            <a:r>
              <a:rPr lang="sv-SE" sz="6700" b="1" dirty="0">
                <a:ea typeface="+mj-lt"/>
                <a:cs typeface="+mj-lt"/>
              </a:rPr>
              <a:t>)?</a:t>
            </a:r>
            <a:br>
              <a:rPr lang="sv-SE" sz="2600" dirty="0">
                <a:ea typeface="+mj-lt"/>
                <a:cs typeface="+mj-lt"/>
              </a:rPr>
            </a:br>
            <a:r>
              <a:rPr lang="sv-SE" sz="2600" b="1" dirty="0">
                <a:highlight>
                  <a:srgbClr val="FFFFFF"/>
                </a:highlight>
                <a:ea typeface="+mj-lt"/>
                <a:cs typeface="+mj-lt"/>
              </a:rPr>
              <a:t>Definition: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 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Att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 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beskriva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 din 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infrastruktur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 (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servrar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, 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nätverk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, 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lagring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) med KOD 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istället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 för 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att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 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klicka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 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i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 </a:t>
            </a:r>
            <a:r>
              <a:rPr lang="sv-SE" sz="2600" dirty="0" err="1">
                <a:highlight>
                  <a:srgbClr val="FFFFFF"/>
                </a:highlight>
                <a:ea typeface="+mj-lt"/>
                <a:cs typeface="+mj-lt"/>
              </a:rPr>
              <a:t>gränssnitt</a:t>
            </a:r>
            <a:r>
              <a:rPr lang="sv-SE" sz="2600" dirty="0">
                <a:highlight>
                  <a:srgbClr val="FFFFFF"/>
                </a:highlight>
                <a:ea typeface="+mj-lt"/>
                <a:cs typeface="+mj-lt"/>
              </a:rPr>
              <a:t>.</a:t>
            </a:r>
            <a:endParaRPr lang="sv-SE" sz="2600" dirty="0">
              <a:ea typeface="+mj-lt"/>
              <a:cs typeface="+mj-lt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7573A4-9308-27A2-A75D-FD0471E07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" y="2599509"/>
            <a:ext cx="5065635" cy="363945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Exempel</a:t>
            </a:r>
            <a:r>
              <a:rPr lang="en-US" sz="3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– </a:t>
            </a:r>
            <a:r>
              <a:rPr lang="en-US" sz="3200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Istället</a:t>
            </a:r>
            <a:r>
              <a:rPr lang="en-US" sz="3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för </a:t>
            </a:r>
            <a:r>
              <a:rPr lang="en-US" sz="3200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att</a:t>
            </a:r>
            <a:r>
              <a:rPr lang="en-US" sz="3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klicka</a:t>
            </a:r>
            <a:r>
              <a:rPr lang="en-US" sz="3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dig </a:t>
            </a:r>
            <a:r>
              <a:rPr lang="en-US" sz="3200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fram</a:t>
            </a:r>
            <a:r>
              <a:rPr lang="en-US" sz="3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i</a:t>
            </a:r>
            <a:r>
              <a:rPr lang="en-US" sz="3200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Windows: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# Terraform-kod som </a:t>
            </a:r>
            <a:r>
              <a:rPr lang="en-US" sz="2000" i="1" dirty="0" err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skapar</a:t>
            </a:r>
            <a:r>
              <a:rPr lang="en-US" sz="2000" i="1" dirty="0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i="1" dirty="0" err="1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en</a:t>
            </a:r>
            <a:r>
              <a:rPr lang="en-US" sz="2000" i="1" dirty="0">
                <a:solidFill>
                  <a:srgbClr val="A0A1A7"/>
                </a:solidFill>
                <a:highlight>
                  <a:srgbClr val="FFFFFF"/>
                </a:highlight>
                <a:latin typeface="Consolas"/>
              </a:rPr>
              <a:t> fil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en-US" sz="2000" dirty="0">
                <a:solidFill>
                  <a:srgbClr val="A626A4"/>
                </a:solidFill>
                <a:highlight>
                  <a:srgbClr val="FFFFFF"/>
                </a:highlight>
                <a:latin typeface="Consolas"/>
              </a:rPr>
              <a:t>resource </a:t>
            </a:r>
            <a:r>
              <a:rPr lang="en-US" sz="2000" dirty="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2000" dirty="0" err="1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local_file</a:t>
            </a:r>
            <a:r>
              <a:rPr lang="en-US" sz="2000" dirty="0">
                <a:solidFill>
                  <a:srgbClr val="4078F2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"example"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{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</a:t>
            </a:r>
            <a:r>
              <a:rPr lang="en-US" sz="2000" dirty="0">
                <a:solidFill>
                  <a:srgbClr val="E45649"/>
                </a:solidFill>
                <a:highlight>
                  <a:srgbClr val="FFFFFF"/>
                </a:highlight>
                <a:latin typeface="Consolas"/>
              </a:rPr>
              <a:t>content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US" sz="2000" dirty="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"Hej </a:t>
            </a:r>
            <a:r>
              <a:rPr lang="en-US" sz="2000" dirty="0" err="1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världen</a:t>
            </a:r>
            <a:r>
              <a:rPr lang="en-US" sz="2000" dirty="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!"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  </a:t>
            </a:r>
            <a:r>
              <a:rPr lang="en-US" sz="2000" dirty="0">
                <a:solidFill>
                  <a:srgbClr val="E45649"/>
                </a:solidFill>
                <a:highlight>
                  <a:srgbClr val="FFFFFF"/>
                </a:highlight>
                <a:latin typeface="Consolas"/>
              </a:rPr>
              <a:t>filename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=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>
                <a:solidFill>
                  <a:srgbClr val="50A14F"/>
                </a:solidFill>
                <a:highlight>
                  <a:srgbClr val="FFFFFF"/>
                </a:highlight>
                <a:latin typeface="Consolas"/>
              </a:rPr>
              <a:t>"C:/temp/hello.txt"</a:t>
            </a:r>
            <a:r>
              <a:rPr lang="en-US" sz="2000" dirty="0">
                <a:solidFill>
                  <a:srgbClr val="0F1115"/>
                </a:solidFill>
                <a:highlight>
                  <a:srgbClr val="FFFFFF"/>
                </a:highlight>
                <a:latin typeface="Consolas"/>
              </a:rPr>
              <a:t>
</a:t>
            </a:r>
            <a:r>
              <a:rPr lang="en-US" sz="2000" dirty="0">
                <a:solidFill>
                  <a:srgbClr val="383A42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US" sz="2000" dirty="0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86709B4E-DE1B-4044-6FBB-713909EA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86" y="2768637"/>
            <a:ext cx="6353434" cy="28781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14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3EE319B-43DD-C471-67A8-E16BFC86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7" y="506645"/>
            <a:ext cx="3896522" cy="3467707"/>
          </a:xfrm>
        </p:spPr>
        <p:txBody>
          <a:bodyPr anchor="b">
            <a:normAutofit/>
          </a:bodyPr>
          <a:lstStyle/>
          <a:p>
            <a:pPr algn="r"/>
            <a:r>
              <a:rPr lang="sv-SE" sz="9600">
                <a:solidFill>
                  <a:srgbClr val="FFFFFF"/>
                </a:solidFill>
                <a:ea typeface="+mj-lt"/>
                <a:cs typeface="+mj-lt"/>
              </a:rPr>
              <a:t>Varför IaC?</a:t>
            </a:r>
          </a:p>
        </p:txBody>
      </p:sp>
      <p:graphicFrame>
        <p:nvGraphicFramePr>
          <p:cNvPr id="5" name="Platshållare för innehåll 4">
            <a:extLst>
              <a:ext uri="{FF2B5EF4-FFF2-40B4-BE49-F238E27FC236}">
                <a16:creationId xmlns:a16="http://schemas.microsoft.com/office/drawing/2014/main" id="{7F370D9C-DD8E-E7CE-DCBA-C5909FB45C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3301205"/>
              </p:ext>
            </p:extLst>
          </p:nvPr>
        </p:nvGraphicFramePr>
        <p:xfrm>
          <a:off x="4170947" y="508000"/>
          <a:ext cx="7959410" cy="58909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6607">
                  <a:extLst>
                    <a:ext uri="{9D8B030D-6E8A-4147-A177-3AD203B41FA5}">
                      <a16:colId xmlns:a16="http://schemas.microsoft.com/office/drawing/2014/main" val="2281264593"/>
                    </a:ext>
                  </a:extLst>
                </a:gridCol>
                <a:gridCol w="4752803">
                  <a:extLst>
                    <a:ext uri="{9D8B030D-6E8A-4147-A177-3AD203B41FA5}">
                      <a16:colId xmlns:a16="http://schemas.microsoft.com/office/drawing/2014/main" val="3258647847"/>
                    </a:ext>
                  </a:extLst>
                </a:gridCol>
              </a:tblGrid>
              <a:tr h="14727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Fördel</a:t>
                      </a:r>
                      <a:endParaRPr lang="sv-SE" sz="4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4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Förklaring</a:t>
                      </a:r>
                      <a:endParaRPr lang="sv-SE" sz="4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404422"/>
                  </a:ext>
                </a:extLst>
              </a:tr>
              <a:tr h="14727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Konsekvent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Samma kod varje gång – samma resultat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20869"/>
                  </a:ext>
                </a:extLst>
              </a:tr>
              <a:tr h="14727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Spårbart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Allt sparas i Git – full historik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795640"/>
                  </a:ext>
                </a:extLst>
              </a:tr>
              <a:tr h="14727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Återanvändbart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100 servrar lika enkelt som 1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74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691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86F0D08-4F18-0710-FC4E-2AAFF5008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1" y="103026"/>
            <a:ext cx="11639759" cy="1461603"/>
          </a:xfrm>
        </p:spPr>
        <p:txBody>
          <a:bodyPr anchor="t">
            <a:normAutofit/>
          </a:bodyPr>
          <a:lstStyle/>
          <a:p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Imperativ vs Deklarativ – Två Sätt att Automatisera</a:t>
            </a:r>
            <a:br>
              <a:rPr lang="sv-SE" dirty="0">
                <a:ea typeface="+mj-lt"/>
                <a:cs typeface="+mj-lt"/>
              </a:rPr>
            </a:br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Imperativ = Steg-för-steg-instruktioner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7BACB7-3B29-F101-8FAB-32F2A380E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548" y="2217343"/>
            <a:ext cx="11749949" cy="44340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3200" b="1">
                <a:highlight>
                  <a:srgbClr val="FFFFFF"/>
                </a:highlight>
                <a:ea typeface="+mn-lt"/>
                <a:cs typeface="+mn-lt"/>
              </a:rPr>
              <a:t>Exempel: Baka en kaka</a:t>
            </a:r>
            <a:endParaRPr lang="sv-SE" sz="3200"/>
          </a:p>
          <a:p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Sätt ugnen på 175 grader</a:t>
            </a:r>
            <a:endParaRPr lang="sv-SE" sz="3200"/>
          </a:p>
          <a:p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Smält smöret</a:t>
            </a:r>
            <a:endParaRPr lang="sv-SE" sz="3200"/>
          </a:p>
          <a:p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Vispa socker och ägg</a:t>
            </a:r>
            <a:endParaRPr lang="sv-SE" sz="3200"/>
          </a:p>
          <a:p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Blanda i mjölet</a:t>
            </a:r>
            <a:endParaRPr lang="sv-SE" sz="3200"/>
          </a:p>
          <a:p>
            <a:r>
              <a:rPr lang="sv-SE" sz="3200">
                <a:highlight>
                  <a:srgbClr val="FFFFFF"/>
                </a:highlight>
                <a:ea typeface="+mn-lt"/>
                <a:cs typeface="+mn-lt"/>
              </a:rPr>
              <a:t>... och så vidare</a:t>
            </a:r>
            <a:endParaRPr lang="sv-SE" sz="3200"/>
          </a:p>
          <a:p>
            <a:r>
              <a:rPr lang="sv-SE" sz="3200" b="1">
                <a:highlight>
                  <a:srgbClr val="FFFFFF"/>
                </a:highlight>
                <a:ea typeface="+mn-lt"/>
                <a:cs typeface="+mn-lt"/>
              </a:rPr>
              <a:t>Deklarativ = Beskriv önskat resultat</a:t>
            </a:r>
            <a:br>
              <a:rPr lang="sv-SE" sz="3200" b="1" dirty="0">
                <a:highlight>
                  <a:srgbClr val="FFFFFF"/>
                </a:highlight>
                <a:ea typeface="+mn-lt"/>
                <a:cs typeface="+mn-lt"/>
              </a:rPr>
            </a:br>
            <a:r>
              <a:rPr lang="sv-SE" sz="3200" b="1">
                <a:highlight>
                  <a:srgbClr val="FFFFFF"/>
                </a:highlight>
                <a:ea typeface="+mn-lt"/>
                <a:cs typeface="+mn-lt"/>
              </a:rPr>
              <a:t>"Jag vill ha en färdig kaka"</a:t>
            </a:r>
            <a:endParaRPr lang="sv-SE" sz="320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9E28E3F9-A0BD-26AC-D3EC-4C49FFF9FA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" t="-1176" r="235" b="3521"/>
          <a:stretch>
            <a:fillRect/>
          </a:stretch>
        </p:blipFill>
        <p:spPr>
          <a:xfrm>
            <a:off x="0" y="2416"/>
            <a:ext cx="12149402" cy="664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82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017A458-858E-C929-19F0-61480340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65" y="809898"/>
            <a:ext cx="11678089" cy="1709603"/>
          </a:xfrm>
        </p:spPr>
        <p:txBody>
          <a:bodyPr anchor="ctr">
            <a:normAutofit/>
          </a:bodyPr>
          <a:lstStyle/>
          <a:p>
            <a:r>
              <a:rPr lang="sv-SE" sz="4800">
                <a:ea typeface="+mj-lt"/>
                <a:cs typeface="+mj-lt"/>
              </a:rPr>
              <a:t>Imperativ (PowerShell)  Deklarativ (Terraform)</a:t>
            </a:r>
            <a:endParaRPr lang="sv-SE" sz="48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44C31EF-D4F8-5C4E-317F-29CFF566B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49" y="5907370"/>
            <a:ext cx="11677196" cy="638386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buNone/>
            </a:pPr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Vilket är bäst?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Båda! PowerShell (imperativ) och Terraform (deklarativ) kompletterar varandra.</a:t>
            </a:r>
            <a:endParaRPr lang="sv-SE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ell 13">
            <a:extLst>
              <a:ext uri="{FF2B5EF4-FFF2-40B4-BE49-F238E27FC236}">
                <a16:creationId xmlns:a16="http://schemas.microsoft.com/office/drawing/2014/main" id="{4D100E2A-7B26-CA07-E1EC-E5D1060EC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646105"/>
              </p:ext>
            </p:extLst>
          </p:nvPr>
        </p:nvGraphicFramePr>
        <p:xfrm>
          <a:off x="614947" y="2820736"/>
          <a:ext cx="11019494" cy="29519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61526">
                  <a:extLst>
                    <a:ext uri="{9D8B030D-6E8A-4147-A177-3AD203B41FA5}">
                      <a16:colId xmlns:a16="http://schemas.microsoft.com/office/drawing/2014/main" val="420960714"/>
                    </a:ext>
                  </a:extLst>
                </a:gridCol>
                <a:gridCol w="5357968">
                  <a:extLst>
                    <a:ext uri="{9D8B030D-6E8A-4147-A177-3AD203B41FA5}">
                      <a16:colId xmlns:a16="http://schemas.microsoft.com/office/drawing/2014/main" val="513029934"/>
                    </a:ext>
                  </a:extLst>
                </a:gridCol>
              </a:tblGrid>
              <a:tr h="98398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en mapp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"Mappen SKA finnas"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346635"/>
                  </a:ext>
                </a:extLst>
              </a:tr>
              <a:tr h="98398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Kopiera en fil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"Filen SKA finnas med rätt innehåll"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025062"/>
                  </a:ext>
                </a:extLst>
              </a:tr>
              <a:tr h="98398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Starta en tjänst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"Tjänsten SKA vara igång"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656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889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BFA4C8-C301-60A7-C96E-E85360F5D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087A39C-E0EF-5448-AB65-921B5F265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16" y="2977"/>
            <a:ext cx="10655431" cy="1215161"/>
          </a:xfrm>
        </p:spPr>
        <p:txBody>
          <a:bodyPr anchor="ctr">
            <a:noAutofit/>
          </a:bodyPr>
          <a:lstStyle/>
          <a:p>
            <a:r>
              <a:rPr lang="sv-SE" sz="5400">
                <a:ea typeface="+mj-lt"/>
                <a:cs typeface="+mj-lt"/>
              </a:rPr>
              <a:t>PowerShell vs Bash – En Introduktion</a:t>
            </a:r>
            <a:endParaRPr lang="sv-SE" sz="54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39DA7E8-C78E-B73E-BA09-C11158B20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16" y="1225724"/>
            <a:ext cx="7680959" cy="4503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Båda är skriptspråk, men för olika miljöer:</a:t>
            </a:r>
            <a:endParaRPr lang="sv-SE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F2F19CD4-DE9E-9BAE-9C71-A06475422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863734"/>
              </p:ext>
            </p:extLst>
          </p:nvPr>
        </p:nvGraphicFramePr>
        <p:xfrm>
          <a:off x="147052" y="1965157"/>
          <a:ext cx="11957641" cy="28765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45586">
                  <a:extLst>
                    <a:ext uri="{9D8B030D-6E8A-4147-A177-3AD203B41FA5}">
                      <a16:colId xmlns:a16="http://schemas.microsoft.com/office/drawing/2014/main" val="4229515940"/>
                    </a:ext>
                  </a:extLst>
                </a:gridCol>
                <a:gridCol w="4043245">
                  <a:extLst>
                    <a:ext uri="{9D8B030D-6E8A-4147-A177-3AD203B41FA5}">
                      <a16:colId xmlns:a16="http://schemas.microsoft.com/office/drawing/2014/main" val="1811030055"/>
                    </a:ext>
                  </a:extLst>
                </a:gridCol>
                <a:gridCol w="4568810">
                  <a:extLst>
                    <a:ext uri="{9D8B030D-6E8A-4147-A177-3AD203B41FA5}">
                      <a16:colId xmlns:a16="http://schemas.microsoft.com/office/drawing/2014/main" val="429885058"/>
                    </a:ext>
                  </a:extLst>
                </a:gridCol>
              </a:tblGrid>
              <a:tr h="5119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Egenskap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Bash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272600"/>
                  </a:ext>
                </a:extLst>
              </a:tr>
              <a:tr h="5119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Plattform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Windows (och Linux/Mac)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Linux/Mac (och WSL2 i Windows)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942515"/>
                  </a:ext>
                </a:extLst>
              </a:tr>
              <a:tr h="5119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Fokus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Windows-administration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Linux-administration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247202"/>
                  </a:ext>
                </a:extLst>
              </a:tr>
              <a:tr h="5119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Datahantering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Objekt-baserad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Text-baserad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818966"/>
                  </a:ext>
                </a:extLst>
              </a:tr>
              <a:tr h="5119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Filändelse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.ps1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.sh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917973"/>
                  </a:ext>
                </a:extLst>
              </a:tr>
            </a:tbl>
          </a:graphicData>
        </a:graphic>
      </p:graphicFrame>
      <p:sp>
        <p:nvSpPr>
          <p:cNvPr id="6" name="textruta 5">
            <a:extLst>
              <a:ext uri="{FF2B5EF4-FFF2-40B4-BE49-F238E27FC236}">
                <a16:creationId xmlns:a16="http://schemas.microsoft.com/office/drawing/2014/main" id="{43ACF482-641D-58BD-A632-FA1F159B8441}"/>
              </a:ext>
            </a:extLst>
          </p:cNvPr>
          <p:cNvSpPr txBox="1"/>
          <p:nvPr/>
        </p:nvSpPr>
        <p:spPr>
          <a:xfrm>
            <a:off x="1" y="5166895"/>
            <a:ext cx="1209842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Vilket</a:t>
            </a:r>
            <a:r>
              <a:rPr lang="en-US" sz="32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ska du </a:t>
            </a:r>
            <a:r>
              <a:rPr lang="en-US" sz="3200" b="1" i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lära</a:t>
            </a:r>
            <a:r>
              <a:rPr lang="en-US" sz="3200" b="1" i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dig?</a:t>
            </a:r>
            <a:endParaRPr lang="en-US" sz="3200" i="0">
              <a:solidFill>
                <a:srgbClr val="000000"/>
              </a:solidFill>
              <a:latin typeface="Aptos" panose="02110004020202020204"/>
              <a:ea typeface="quote-cjk-patch"/>
              <a:cs typeface="quote-cjk-patch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Huvudfokus</a:t>
            </a:r>
            <a:r>
              <a:rPr lang="en-US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PowerShell – för Windows-administration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Grundläggande</a:t>
            </a:r>
            <a:r>
              <a:rPr lang="en-US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Bash – för </a:t>
            </a:r>
            <a:r>
              <a:rPr lang="en-US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att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kunna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navigera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i</a:t>
            </a: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Linux (WSL2)</a:t>
            </a:r>
            <a:endParaRPr lang="en-US" dirty="0">
              <a:solidFill>
                <a:srgbClr val="0F1115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PowerShell 7.7 </a:t>
            </a:r>
            <a:r>
              <a:rPr lang="en-US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är</a:t>
            </a:r>
            <a:r>
              <a:rPr lang="en-US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den </a:t>
            </a:r>
            <a:r>
              <a:rPr lang="en-US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senaste</a:t>
            </a:r>
            <a:r>
              <a:rPr lang="en-US" b="1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versionen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med </a:t>
            </a:r>
            <a:r>
              <a:rPr lang="en-US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förbättrad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prestanda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bättre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felhantering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och </a:t>
            </a:r>
            <a:r>
              <a:rPr lang="en-US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nya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funktioner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 för </a:t>
            </a:r>
            <a:r>
              <a:rPr lang="en-US" dirty="0" err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automatisering</a:t>
            </a:r>
            <a:r>
              <a:rPr lang="en-US" dirty="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.</a:t>
            </a:r>
            <a:endParaRPr lang="en-US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FF8AA8A4-CD49-B0DD-7B03-7077F36A45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15" b="2977"/>
          <a:stretch>
            <a:fillRect/>
          </a:stretch>
        </p:blipFill>
        <p:spPr>
          <a:xfrm>
            <a:off x="0" y="186884"/>
            <a:ext cx="12192000" cy="662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2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22115F2-A5A3-A0B7-3AB7-8B760DBE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kern="1200" dirty="0">
                <a:latin typeface="+mj-lt"/>
                <a:ea typeface="+mj-ea"/>
                <a:cs typeface="+mj-cs"/>
              </a:rPr>
              <a:t>PowerShell – </a:t>
            </a:r>
            <a:r>
              <a:rPr lang="en-US" sz="6000" kern="1200" dirty="0" err="1">
                <a:latin typeface="+mj-lt"/>
                <a:ea typeface="+mj-ea"/>
                <a:cs typeface="+mj-cs"/>
              </a:rPr>
              <a:t>Grundläggande</a:t>
            </a:r>
            <a:r>
              <a:rPr lang="en-US" sz="60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6000" kern="1200" dirty="0" err="1">
                <a:latin typeface="+mj-lt"/>
                <a:ea typeface="+mj-ea"/>
                <a:cs typeface="+mj-cs"/>
              </a:rPr>
              <a:t>Koncept</a:t>
            </a:r>
            <a:br>
              <a:rPr lang="en-US" sz="2500" kern="1200" dirty="0"/>
            </a:br>
            <a:r>
              <a:rPr lang="en-US" sz="2500" b="1" kern="1200" dirty="0">
                <a:highlight>
                  <a:srgbClr val="FFFFFF"/>
                </a:highlight>
                <a:latin typeface="+mj-lt"/>
                <a:ea typeface="+mj-ea"/>
                <a:cs typeface="+mj-cs"/>
              </a:rPr>
              <a:t>Cmdlets (Command-lets) – Grunden </a:t>
            </a:r>
            <a:r>
              <a:rPr lang="en-US" sz="2500" b="1" kern="1200" dirty="0" err="1">
                <a:highlight>
                  <a:srgbClr val="FFFFFF"/>
                </a:highlight>
                <a:latin typeface="+mj-lt"/>
                <a:ea typeface="+mj-ea"/>
                <a:cs typeface="+mj-cs"/>
              </a:rPr>
              <a:t>i</a:t>
            </a:r>
            <a:r>
              <a:rPr lang="en-US" sz="2500" b="1" kern="1200" dirty="0">
                <a:highlight>
                  <a:srgbClr val="FFFFFF"/>
                </a:highlight>
                <a:latin typeface="+mj-lt"/>
                <a:ea typeface="+mj-ea"/>
                <a:cs typeface="+mj-cs"/>
              </a:rPr>
              <a:t> PowerShell</a:t>
            </a:r>
            <a:endParaRPr lang="en-US" sz="25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E0FEA034-32B2-9BC3-8DD3-EA1013A63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153" y="2354239"/>
            <a:ext cx="8013695" cy="430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32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0B84770-6026-14C8-6D43-98EE0E037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31" y="1695225"/>
            <a:ext cx="4222582" cy="4313463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Cmdlets har alltid formatet Verb-Substantiv: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17C0C3B-729C-9A3D-0C3B-0C11F23A9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1893" y="1699261"/>
            <a:ext cx="7374445" cy="39024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32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Cmdlet            Vad gör den?</a:t>
            </a:r>
            <a:endParaRPr lang="sv-SE" sz="3200" b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Get-Service              Hämta tjänster</a:t>
            </a:r>
            <a:endParaRPr lang="sv-SE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Start-Process           Starta en process</a:t>
            </a:r>
            <a:endParaRPr lang="sv-SE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Stop-Service            Stoppa en tjänst</a:t>
            </a:r>
            <a:endParaRPr lang="sv-SE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New-Item                  Skapa en ny fil/mapp</a:t>
            </a:r>
            <a:endParaRPr lang="sv-SE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Set-Content             Skriv innehåll till en fil</a:t>
            </a:r>
            <a:endParaRPr lang="sv-SE" sz="24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ruta 3">
            <a:extLst>
              <a:ext uri="{FF2B5EF4-FFF2-40B4-BE49-F238E27FC236}">
                <a16:creationId xmlns:a16="http://schemas.microsoft.com/office/drawing/2014/main" id="{D6EF5F01-8F72-44DC-502A-03D48C68EA82}"/>
              </a:ext>
            </a:extLst>
          </p:cNvPr>
          <p:cNvSpPr txBox="1"/>
          <p:nvPr/>
        </p:nvSpPr>
        <p:spPr>
          <a:xfrm>
            <a:off x="213895" y="5287211"/>
            <a:ext cx="1100221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0" dirty="0">
                <a:latin typeface="quote-cjk-patch"/>
                <a:ea typeface="quote-cjk-patch"/>
                <a:cs typeface="quote-cjk-patch"/>
              </a:rPr>
              <a:t>Pipelining –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Kedja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ihop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kommandon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:</a:t>
            </a:r>
          </a:p>
          <a:p>
            <a:pPr algn="l"/>
            <a:r>
              <a:rPr lang="en-US" b="0" i="0">
                <a:latin typeface="quote-cjk-patch"/>
                <a:ea typeface="quote-cjk-patch"/>
                <a:cs typeface="quote-cjk-patch"/>
              </a:rPr>
              <a:t>Get-Service | Where-Object {$_.Status -eq "Running"}</a:t>
            </a:r>
          </a:p>
          <a:p>
            <a:pPr algn="l"/>
            <a:r>
              <a:rPr lang="en-US" b="0" i="0" dirty="0">
                <a:latin typeface="quote-cjk-patch"/>
                <a:ea typeface="quote-cjk-patch"/>
                <a:cs typeface="quote-cjk-patch"/>
              </a:rPr>
              <a:t>Detta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hämtar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alla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tjänster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och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filtrerar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fram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de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som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är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igång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.</a:t>
            </a:r>
            <a:endParaRPr lang="en-US" b="0" i="0">
              <a:latin typeface="quote-cjk-patch"/>
              <a:ea typeface="quote-cjk-patch"/>
              <a:cs typeface="quote-cjk-patch"/>
            </a:endParaRPr>
          </a:p>
          <a:p>
            <a:pPr algn="l"/>
            <a:r>
              <a:rPr lang="en-US" b="1" i="0" dirty="0">
                <a:latin typeface="quote-cjk-patch"/>
                <a:ea typeface="quote-cjk-patch"/>
                <a:cs typeface="quote-cjk-patch"/>
              </a:rPr>
              <a:t>Varför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är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detta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dirty="0" err="1">
                <a:latin typeface="quote-cjk-patch"/>
                <a:ea typeface="quote-cjk-patch"/>
                <a:cs typeface="quote-cjk-patch"/>
              </a:rPr>
              <a:t>kraftfullt</a:t>
            </a:r>
            <a:r>
              <a:rPr lang="en-US" b="1" i="0" dirty="0">
                <a:latin typeface="quote-cjk-patch"/>
                <a:ea typeface="quote-cjk-patch"/>
                <a:cs typeface="quote-cjk-patch"/>
              </a:rPr>
              <a:t>?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 Du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kan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kombinera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enkla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kommandon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till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komplexa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latin typeface="quote-cjk-patch"/>
                <a:ea typeface="quote-cjk-patch"/>
                <a:cs typeface="quote-cjk-patch"/>
              </a:rPr>
              <a:t>operationer</a:t>
            </a:r>
            <a:r>
              <a:rPr lang="en-US" b="0" i="0" dirty="0">
                <a:latin typeface="quote-cjk-patch"/>
                <a:ea typeface="quote-cjk-patch"/>
                <a:cs typeface="quote-cjk-patch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7497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271EE0E-8FAA-D49B-EA8B-EC5C9E5A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799" y="410499"/>
            <a:ext cx="10797548" cy="1127394"/>
          </a:xfrm>
        </p:spPr>
        <p:txBody>
          <a:bodyPr anchor="t">
            <a:noAutofit/>
          </a:bodyPr>
          <a:lstStyle/>
          <a:p>
            <a:r>
              <a:rPr lang="sv-SE" sz="5400">
                <a:solidFill>
                  <a:schemeClr val="bg1"/>
                </a:solidFill>
                <a:ea typeface="+mj-lt"/>
                <a:cs typeface="+mj-lt"/>
              </a:rPr>
              <a:t>PowerShell 7.7 – Vad Är Nytt 2026?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latshållare för innehåll 2">
            <a:extLst>
              <a:ext uri="{FF2B5EF4-FFF2-40B4-BE49-F238E27FC236}">
                <a16:creationId xmlns:a16="http://schemas.microsoft.com/office/drawing/2014/main" id="{D309EAED-EFDB-85FC-1E71-E6EA8DABF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8" y="2061211"/>
            <a:ext cx="12180511" cy="47904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3600" b="1">
                <a:ea typeface="+mn-lt"/>
                <a:cs typeface="+mn-lt"/>
              </a:rPr>
              <a:t>Funktion                                                Vad betyder det för dig?</a:t>
            </a:r>
            <a:endParaRPr lang="sv-SE" sz="3600" b="1"/>
          </a:p>
          <a:p>
            <a:r>
              <a:rPr lang="sv-SE">
                <a:ea typeface="+mn-lt"/>
                <a:cs typeface="+mn-lt"/>
              </a:rPr>
              <a:t>New-Guid v7                                                             Bättre prestanda för unika ID:n</a:t>
            </a:r>
            <a:endParaRPr lang="sv-SE"/>
          </a:p>
          <a:p>
            <a:r>
              <a:rPr lang="sv-SE">
                <a:ea typeface="+mn-lt"/>
                <a:cs typeface="+mn-lt"/>
              </a:rPr>
              <a:t>Bättre felhantering                                                 Tydligare felmeddelanden</a:t>
            </a:r>
            <a:endParaRPr lang="sv-SE"/>
          </a:p>
          <a:p>
            <a:r>
              <a:rPr lang="sv-SE">
                <a:ea typeface="+mn-lt"/>
                <a:cs typeface="+mn-lt"/>
              </a:rPr>
              <a:t>Förbättrad Tab-komplettering                           Snabbare kodning</a:t>
            </a:r>
            <a:endParaRPr lang="sv-SE"/>
          </a:p>
          <a:p>
            <a:r>
              <a:rPr lang="sv-SE">
                <a:ea typeface="+mn-lt"/>
                <a:cs typeface="+mn-lt"/>
              </a:rPr>
              <a:t>Snabbare modulinstallation                              Installera flera moduler samtidigt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8371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54A9402-C72E-A402-6408-A4DBDC461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Varför är detta viktigt?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5780F4B-F473-5539-0B06-6976933DE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4" y="2217343"/>
            <a:ext cx="12019840" cy="39596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3600">
                <a:highlight>
                  <a:srgbClr val="FFFFFF"/>
                </a:highlight>
                <a:ea typeface="+mn-lt"/>
                <a:cs typeface="+mn-lt"/>
              </a:rPr>
              <a:t>PowerShell uppdateras kontinuerligt</a:t>
            </a:r>
            <a:endParaRPr lang="sv-SE" sz="3600"/>
          </a:p>
          <a:p>
            <a:r>
              <a:rPr lang="sv-SE" sz="3600">
                <a:highlight>
                  <a:srgbClr val="FFFFFF"/>
                </a:highlight>
                <a:ea typeface="+mn-lt"/>
                <a:cs typeface="+mn-lt"/>
              </a:rPr>
              <a:t>Microsoft satsar stort på PowerShell för automatisering</a:t>
            </a:r>
            <a:endParaRPr lang="sv-SE" sz="3600"/>
          </a:p>
          <a:p>
            <a:r>
              <a:rPr lang="sv-SE" sz="3600">
                <a:highlight>
                  <a:srgbClr val="FFFFFF"/>
                </a:highlight>
                <a:ea typeface="+mn-lt"/>
                <a:cs typeface="+mn-lt"/>
              </a:rPr>
              <a:t>PowerShell 7.7 fungerar på Windows, Linux och Mac</a:t>
            </a:r>
            <a:endParaRPr lang="sv-SE" sz="3600"/>
          </a:p>
          <a:p>
            <a:r>
              <a:rPr lang="sv-SE" sz="3600" b="1">
                <a:highlight>
                  <a:srgbClr val="FFFFFF"/>
                </a:highlight>
                <a:ea typeface="+mn-lt"/>
                <a:cs typeface="+mn-lt"/>
              </a:rPr>
              <a:t>DSC (Desired State Configuration) i version 3</a:t>
            </a:r>
            <a:r>
              <a:rPr lang="sv-SE" sz="3600">
                <a:highlight>
                  <a:srgbClr val="FFFFFF"/>
                </a:highlight>
                <a:ea typeface="+mn-lt"/>
                <a:cs typeface="+mn-lt"/>
              </a:rPr>
              <a:t> får nu även Python-stöd – vilket gör det ännu kraftfullare!</a:t>
            </a:r>
            <a:endParaRPr lang="sv-SE" sz="3600"/>
          </a:p>
        </p:txBody>
      </p:sp>
    </p:spTree>
    <p:extLst>
      <p:ext uri="{BB962C8B-B14F-4D97-AF65-F5344CB8AC3E}">
        <p14:creationId xmlns:p14="http://schemas.microsoft.com/office/powerpoint/2010/main" val="1846718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3994417-4422-F364-02D7-60F0CDDB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62" y="249574"/>
            <a:ext cx="11840284" cy="1441424"/>
          </a:xfrm>
        </p:spPr>
        <p:txBody>
          <a:bodyPr anchor="t">
            <a:normAutofit fontScale="90000"/>
          </a:bodyPr>
          <a:lstStyle/>
          <a:p>
            <a:r>
              <a:rPr lang="sv-SE" sz="4800">
                <a:solidFill>
                  <a:schemeClr val="bg1"/>
                </a:solidFill>
                <a:ea typeface="+mj-lt"/>
                <a:cs typeface="+mj-lt"/>
              </a:rPr>
              <a:t>WSL2 – Windows Subsystem for Linux version 2</a:t>
            </a:r>
            <a:br>
              <a:rPr lang="sv-SE" sz="2200" dirty="0">
                <a:ea typeface="+mj-lt"/>
                <a:cs typeface="+mj-lt"/>
              </a:rPr>
            </a:br>
            <a:r>
              <a:rPr lang="sv-SE" sz="2200">
                <a:solidFill>
                  <a:schemeClr val="bg1"/>
                </a:solidFill>
                <a:ea typeface="+mj-lt"/>
                <a:cs typeface="+mj-lt"/>
              </a:rPr>
              <a:t>En funktion i Windows som låter dig köra Linux direkt i Windows – utan VirtualBox!</a:t>
            </a:r>
            <a:endParaRPr lang="sv-SE" sz="22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tshållare för innehåll 4">
            <a:extLst>
              <a:ext uri="{FF2B5EF4-FFF2-40B4-BE49-F238E27FC236}">
                <a16:creationId xmlns:a16="http://schemas.microsoft.com/office/drawing/2014/main" id="{7A7832B1-642E-5F16-AF6D-978733D6AB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641933"/>
              </p:ext>
            </p:extLst>
          </p:nvPr>
        </p:nvGraphicFramePr>
        <p:xfrm>
          <a:off x="-1" y="1871578"/>
          <a:ext cx="12192252" cy="45287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78656">
                  <a:extLst>
                    <a:ext uri="{9D8B030D-6E8A-4147-A177-3AD203B41FA5}">
                      <a16:colId xmlns:a16="http://schemas.microsoft.com/office/drawing/2014/main" val="1670005201"/>
                    </a:ext>
                  </a:extLst>
                </a:gridCol>
                <a:gridCol w="4048560">
                  <a:extLst>
                    <a:ext uri="{9D8B030D-6E8A-4147-A177-3AD203B41FA5}">
                      <a16:colId xmlns:a16="http://schemas.microsoft.com/office/drawing/2014/main" val="3999496783"/>
                    </a:ext>
                  </a:extLst>
                </a:gridCol>
                <a:gridCol w="4365036">
                  <a:extLst>
                    <a:ext uri="{9D8B030D-6E8A-4147-A177-3AD203B41FA5}">
                      <a16:colId xmlns:a16="http://schemas.microsoft.com/office/drawing/2014/main" val="3230651484"/>
                    </a:ext>
                  </a:extLst>
                </a:gridCol>
              </a:tblGrid>
              <a:tr h="9057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Aspekt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WSL2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VirtualBox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99039"/>
                  </a:ext>
                </a:extLst>
              </a:tr>
              <a:tr h="9057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Prestanda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Snabbt (nära native)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Långsammare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272114"/>
                  </a:ext>
                </a:extLst>
              </a:tr>
              <a:tr h="9057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Resursanvändning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Låg (dynamisk)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Hög (dedikerad)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286974"/>
                  </a:ext>
                </a:extLst>
              </a:tr>
              <a:tr h="9057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Starttid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2–3 sekunder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30+ sekunder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420016"/>
                  </a:ext>
                </a:extLst>
              </a:tr>
              <a:tr h="9057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Integration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Perfekt med Windows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Behöver extra konfiguration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897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895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F70E2705-737E-C3DF-5644-14CBAFB77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969" y="2010190"/>
            <a:ext cx="4403580" cy="2491292"/>
          </a:xfrm>
        </p:spPr>
        <p:txBody>
          <a:bodyPr anchor="t">
            <a:normAutofit/>
          </a:bodyPr>
          <a:lstStyle/>
          <a:p>
            <a:r>
              <a:rPr lang="sv-SE" sz="6000">
                <a:ea typeface="+mj-lt"/>
                <a:cs typeface="+mj-lt"/>
              </a:rPr>
              <a:t>Varför WSL2?</a:t>
            </a:r>
            <a:endParaRPr lang="sv-SE" sz="60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41873EE-F8BC-374C-B376-E222F28CB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912" y="1311088"/>
            <a:ext cx="6573586" cy="47550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3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Snabbare än VirtualBox för de flesta uppgifter</a:t>
            </a:r>
            <a:endParaRPr lang="sv-SE" sz="3600" dirty="0">
              <a:solidFill>
                <a:schemeClr val="tx1">
                  <a:alpha val="80000"/>
                </a:schemeClr>
              </a:solidFill>
            </a:endParaRPr>
          </a:p>
          <a:p>
            <a:endParaRPr lang="sv-SE" sz="36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Mindre resurskrävande – perfekt för äldre datorer</a:t>
            </a:r>
            <a:endParaRPr lang="sv-SE" sz="3600" dirty="0">
              <a:solidFill>
                <a:schemeClr val="tx1">
                  <a:alpha val="80000"/>
                </a:schemeClr>
              </a:solidFill>
            </a:endParaRPr>
          </a:p>
          <a:p>
            <a:endParaRPr lang="sv-SE" sz="36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Integrerar sömlöst med VS Code och Windows</a:t>
            </a:r>
            <a:endParaRPr lang="sv-SE" sz="36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565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105D7A59-F095-CB07-8189-414AFE85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WSL2 vs VirtualBox – </a:t>
            </a:r>
            <a:r>
              <a:rPr lang="en-US" sz="5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När</a:t>
            </a:r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Använder Man Vad?</a:t>
            </a:r>
          </a:p>
        </p:txBody>
      </p:sp>
    </p:spTree>
    <p:extLst>
      <p:ext uri="{BB962C8B-B14F-4D97-AF65-F5344CB8AC3E}">
        <p14:creationId xmlns:p14="http://schemas.microsoft.com/office/powerpoint/2010/main" val="4010375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24BC76C2-26C3-8844-FE0F-A8CF8A5C0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53" b="2854"/>
          <a:stretch>
            <a:fillRect/>
          </a:stretch>
        </p:blipFill>
        <p:spPr>
          <a:xfrm>
            <a:off x="20" y="99154"/>
            <a:ext cx="12194354" cy="666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84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0A94B3F-1CF5-4C67-9C12-4C048F07D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WSL2 (Vår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huvudplattform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4F0038A3-648D-ED0C-6E00-117D8CE40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9764" y="643466"/>
            <a:ext cx="5755803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38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39F9167-33E3-AC3B-1A56-1085DA395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VirtualBox (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Alternativ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för Mac-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studenter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818F3532-A9AD-DAAE-70A0-BAD5EADAA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747" y="643466"/>
            <a:ext cx="5971838" cy="5568739"/>
          </a:xfrm>
          <a:prstGeom prst="rect">
            <a:avLst/>
          </a:prstGeom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A984D54A-5241-D6AF-07CE-C62FC6061F3A}"/>
              </a:ext>
            </a:extLst>
          </p:cNvPr>
          <p:cNvSpPr txBox="1"/>
          <p:nvPr/>
        </p:nvSpPr>
        <p:spPr>
          <a:xfrm>
            <a:off x="-1513" y="6214928"/>
            <a:ext cx="121919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Viktigt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Om du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har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en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äldre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dator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med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begränsad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RAM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rekommenderas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WSL2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starkt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. VirtualBox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kan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vara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tungt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och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långsamt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på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äldre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hårdvara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870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4AD3A419-4EE9-9C30-CDDA-82DBE5908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Installera</a:t>
            </a: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WSL2 – Steg-för-Steg</a:t>
            </a:r>
          </a:p>
        </p:txBody>
      </p:sp>
    </p:spTree>
    <p:extLst>
      <p:ext uri="{BB962C8B-B14F-4D97-AF65-F5344CB8AC3E}">
        <p14:creationId xmlns:p14="http://schemas.microsoft.com/office/powerpoint/2010/main" val="3180261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8C1E1A3-BD66-168E-A64E-0F2B0E733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5488"/>
          </a:xfrm>
        </p:spPr>
        <p:txBody>
          <a:bodyPr/>
          <a:lstStyle/>
          <a:p>
            <a:r>
              <a:rPr lang="sv-SE">
                <a:ea typeface="+mj-lt"/>
                <a:cs typeface="+mj-lt"/>
              </a:rPr>
              <a:t>Steg 1: Öppna PowerShell som Administratör</a:t>
            </a:r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2F9BC448-3BDC-75E1-A90E-2DD0368AC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151" y="1490313"/>
            <a:ext cx="11861320" cy="823773"/>
          </a:xfrm>
          <a:prstGeom prst="rect">
            <a:avLst/>
          </a:pr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302ABE61-5A2D-BA88-DD1A-66AD6BF4FB43}"/>
              </a:ext>
            </a:extLst>
          </p:cNvPr>
          <p:cNvSpPr txBox="1"/>
          <p:nvPr/>
        </p:nvSpPr>
        <p:spPr>
          <a:xfrm>
            <a:off x="68609" y="3041316"/>
            <a:ext cx="12029812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Detaljerade</a:t>
            </a:r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instruktioner</a:t>
            </a:r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</a:t>
            </a:r>
          </a:p>
          <a:p>
            <a:pPr marL="228600" indent="-228600" algn="l">
              <a:buFont typeface=""/>
              <a:buAutoNum type="arabicPeriod"/>
            </a:pP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Högerklicka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på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Start → "Windows PowerShell (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Administratör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)"</a:t>
            </a:r>
          </a:p>
          <a:p>
            <a:pPr marL="228600" indent="-228600" algn="l">
              <a:buFont typeface=""/>
              <a:buAutoNum type="arabicPeriod"/>
            </a:pP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Skriv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 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wsl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--install</a:t>
            </a:r>
          </a:p>
          <a:p>
            <a:pPr marL="228600" indent="-228600" algn="l">
              <a:buFont typeface=""/>
              <a:buAutoNum type="arabicPeriod"/>
            </a:pP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Vänta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medan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Windows 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installerar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WSL2</a:t>
            </a:r>
          </a:p>
          <a:p>
            <a:pPr marL="228600" indent="-228600" algn="l">
              <a:buFont typeface=""/>
              <a:buAutoNum type="arabicPeriod"/>
            </a:pPr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Starta</a:t>
            </a:r>
            <a:r>
              <a:rPr lang="en-US" sz="2800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om </a:t>
            </a:r>
            <a:r>
              <a:rPr lang="en-US" sz="2800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datorn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(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viktigt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!)</a:t>
            </a:r>
          </a:p>
          <a:p>
            <a:pPr marL="228600" indent="-228600" algn="l">
              <a:buFont typeface=""/>
              <a:buAutoNum type="arabicPeriod"/>
            </a:pP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Öppna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PowerShell och 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skriv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 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wsl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--install -d Ubuntu</a:t>
            </a:r>
          </a:p>
          <a:p>
            <a:pPr marL="228600" indent="-228600" algn="l">
              <a:buFont typeface=""/>
              <a:buAutoNum type="arabicPeriod"/>
            </a:pP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Följ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instruktionerna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– 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skapa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ett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användarnamn</a:t>
            </a:r>
            <a:r>
              <a:rPr lang="en-US" sz="2800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och </a:t>
            </a:r>
            <a:r>
              <a:rPr lang="en-US" sz="2800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lösenord</a:t>
            </a:r>
            <a:endParaRPr lang="en-US" sz="2800" b="0" i="0" dirty="0">
              <a:solidFill>
                <a:srgbClr val="0F1115"/>
              </a:solidFill>
              <a:latin typeface="quote-cjk-patch"/>
              <a:ea typeface="quote-cjk-patch"/>
              <a:cs typeface="quote-cjk-patch"/>
            </a:endParaRPr>
          </a:p>
          <a:p>
            <a:pPr algn="ctr"/>
            <a:r>
              <a:rPr lang="sv-SE" sz="3200" b="1">
                <a:ea typeface="+mn-lt"/>
                <a:cs typeface="+mn-lt"/>
              </a:rPr>
              <a:t>Krav: Windows 10 version 2004 eller senare, eller Windows 11.</a:t>
            </a:r>
            <a:endParaRPr lang="sv-SE" sz="3200" b="1"/>
          </a:p>
        </p:txBody>
      </p:sp>
    </p:spTree>
    <p:extLst>
      <p:ext uri="{BB962C8B-B14F-4D97-AF65-F5344CB8AC3E}">
        <p14:creationId xmlns:p14="http://schemas.microsoft.com/office/powerpoint/2010/main" val="2413640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BEF11F2-514C-5345-624D-DFC2FC06D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Verifiera WSL2-Installationen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F29FCFF-A375-91ED-7E5D-E9F2DF83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4" y="1688642"/>
            <a:ext cx="12180261" cy="51701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000" dirty="0">
                <a:highlight>
                  <a:srgbClr val="FFFFFF"/>
                </a:highlight>
                <a:ea typeface="+mn-lt"/>
                <a:cs typeface="+mn-lt"/>
              </a:rPr>
              <a:t>Öppna PowerShell</a:t>
            </a:r>
            <a:endParaRPr lang="sv-SE" sz="2000" dirty="0"/>
          </a:p>
          <a:p>
            <a:r>
              <a:rPr lang="sv-SE" sz="2000" dirty="0">
                <a:highlight>
                  <a:srgbClr val="FFFFFF"/>
                </a:highlight>
                <a:ea typeface="+mn-lt"/>
                <a:cs typeface="+mn-lt"/>
              </a:rPr>
              <a:t>Kör: </a:t>
            </a:r>
            <a:r>
              <a:rPr lang="sv-SE" sz="2000" dirty="0">
                <a:highlight>
                  <a:srgbClr val="00FF00"/>
                </a:highlight>
                <a:latin typeface="Consolas"/>
              </a:rPr>
              <a:t>wsl -l -v</a:t>
            </a:r>
            <a:endParaRPr lang="sv-SE" sz="2000" dirty="0">
              <a:highlight>
                <a:srgbClr val="00FF00"/>
              </a:highlight>
            </a:endParaRPr>
          </a:p>
          <a:p>
            <a:r>
              <a:rPr lang="sv-SE" sz="2000" dirty="0">
                <a:highlight>
                  <a:srgbClr val="FFFFFF"/>
                </a:highlight>
                <a:ea typeface="+mn-lt"/>
                <a:cs typeface="+mn-lt"/>
              </a:rPr>
              <a:t>Se att VERSION står på 2</a:t>
            </a:r>
            <a:endParaRPr lang="sv-SE" sz="2000" dirty="0"/>
          </a:p>
          <a:p>
            <a:r>
              <a:rPr lang="sv-SE" sz="2000" dirty="0">
                <a:highlight>
                  <a:srgbClr val="00FF00"/>
                </a:highlight>
                <a:latin typeface="Consolas"/>
              </a:rPr>
              <a:t>Windows PowerShell
Copyright (C) Microsoft Corporation. All rights reserved.
PS C:\Users\Användare&gt; wsl -l -v
  NAME      STATE           VERSION
* Ubuntu    Running         2</a:t>
            </a:r>
            <a:endParaRPr lang="sv-SE" sz="2000" dirty="0">
              <a:highlight>
                <a:srgbClr val="00FF00"/>
              </a:highlight>
            </a:endParaRPr>
          </a:p>
          <a:p>
            <a:r>
              <a:rPr lang="sv-SE" sz="2000" b="1" dirty="0">
                <a:highlight>
                  <a:srgbClr val="FFFFFF"/>
                </a:highlight>
                <a:ea typeface="+mn-lt"/>
                <a:cs typeface="+mn-lt"/>
              </a:rPr>
              <a:t>Om det inte fungerar:</a:t>
            </a:r>
            <a:endParaRPr lang="sv-SE" sz="2000" dirty="0"/>
          </a:p>
          <a:p>
            <a:r>
              <a:rPr lang="sv-SE" sz="2000" dirty="0">
                <a:highlight>
                  <a:srgbClr val="FFFFFF"/>
                </a:highlight>
                <a:ea typeface="+mn-lt"/>
                <a:cs typeface="+mn-lt"/>
              </a:rPr>
              <a:t>Kontrollera att du startat om datorn efter installationen</a:t>
            </a:r>
            <a:endParaRPr lang="sv-SE" sz="2000" dirty="0"/>
          </a:p>
          <a:p>
            <a:r>
              <a:rPr lang="sv-SE" sz="2000" dirty="0">
                <a:highlight>
                  <a:srgbClr val="FFFFFF"/>
                </a:highlight>
                <a:ea typeface="+mn-lt"/>
                <a:cs typeface="+mn-lt"/>
              </a:rPr>
              <a:t>Kör: </a:t>
            </a:r>
            <a:r>
              <a:rPr lang="sv-SE" sz="2000" dirty="0">
                <a:highlight>
                  <a:srgbClr val="00FF00"/>
                </a:highlight>
                <a:latin typeface="Consolas"/>
              </a:rPr>
              <a:t>wsl --set-default-version 2</a:t>
            </a:r>
            <a:endParaRPr lang="sv-SE" sz="2000" dirty="0">
              <a:highlight>
                <a:srgbClr val="00FF00"/>
              </a:highlight>
            </a:endParaRPr>
          </a:p>
          <a:p>
            <a:r>
              <a:rPr lang="sv-SE" sz="2000" dirty="0">
                <a:highlight>
                  <a:srgbClr val="FFFFFF"/>
                </a:highlight>
                <a:ea typeface="+mn-lt"/>
                <a:cs typeface="+mn-lt"/>
              </a:rPr>
              <a:t>Kontrollera att virtualisering är aktiverat i BIOS/UEFI</a:t>
            </a:r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20236545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1BBD645-BB9A-A57E-C988-94569499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Vanliga PowerShell-Kommandon</a:t>
            </a:r>
            <a:endParaRPr lang="sv-SE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1E0D8EE-33CB-AE39-808A-29D9BA5FA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337" y="1685304"/>
            <a:ext cx="9887883" cy="4991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400">
                <a:ea typeface="+mn-lt"/>
                <a:cs typeface="+mn-lt"/>
              </a:rPr>
              <a:t>Din första övning: Skriv </a:t>
            </a:r>
            <a:r>
              <a:rPr lang="sv-SE" sz="2400">
                <a:highlight>
                  <a:srgbClr val="00FF00"/>
                </a:highlight>
                <a:ea typeface="+mn-lt"/>
                <a:cs typeface="+mn-lt"/>
              </a:rPr>
              <a:t>Get-Service</a:t>
            </a:r>
            <a:r>
              <a:rPr lang="sv-SE" sz="2400">
                <a:ea typeface="+mn-lt"/>
                <a:cs typeface="+mn-lt"/>
              </a:rPr>
              <a:t> i PowerShell – vad ser du?</a:t>
            </a: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F079F57C-A883-60C1-229E-7FEBBACB0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0289"/>
              </p:ext>
            </p:extLst>
          </p:nvPr>
        </p:nvGraphicFramePr>
        <p:xfrm>
          <a:off x="-26737" y="2339351"/>
          <a:ext cx="12241560" cy="4511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80520">
                  <a:extLst>
                    <a:ext uri="{9D8B030D-6E8A-4147-A177-3AD203B41FA5}">
                      <a16:colId xmlns:a16="http://schemas.microsoft.com/office/drawing/2014/main" val="1166384636"/>
                    </a:ext>
                  </a:extLst>
                </a:gridCol>
                <a:gridCol w="4080520">
                  <a:extLst>
                    <a:ext uri="{9D8B030D-6E8A-4147-A177-3AD203B41FA5}">
                      <a16:colId xmlns:a16="http://schemas.microsoft.com/office/drawing/2014/main" val="3852312400"/>
                    </a:ext>
                  </a:extLst>
                </a:gridCol>
                <a:gridCol w="4080520">
                  <a:extLst>
                    <a:ext uri="{9D8B030D-6E8A-4147-A177-3AD203B41FA5}">
                      <a16:colId xmlns:a16="http://schemas.microsoft.com/office/drawing/2014/main" val="3341204133"/>
                    </a:ext>
                  </a:extLst>
                </a:gridCol>
              </a:tblGrid>
              <a:tr h="506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Kommando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det?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079550"/>
                  </a:ext>
                </a:extLst>
              </a:tr>
              <a:tr h="506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Get-Command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alla kommandon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Get-Command *Service*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26579"/>
                  </a:ext>
                </a:extLst>
              </a:tr>
              <a:tr h="506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Get-Help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hjälp för ett kommando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Get-Help Get-Service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119206"/>
                  </a:ext>
                </a:extLst>
              </a:tr>
              <a:tr h="506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Get-Service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alla tjänster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Get-Service -Name W3SVC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644793"/>
                  </a:ext>
                </a:extLst>
              </a:tr>
              <a:tr h="506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Get-Process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alla processer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Get-Process notepad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992987"/>
                  </a:ext>
                </a:extLst>
              </a:tr>
              <a:tr h="506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Get-ChildItem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Lista filer i mappen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Get-ChildItem C:\temp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848602"/>
                  </a:ext>
                </a:extLst>
              </a:tr>
              <a:tr h="506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Get-Date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dagens datum och tid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Get-Date -Format "yyyy-MM-dd"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45353"/>
                  </a:ext>
                </a:extLst>
              </a:tr>
              <a:tr h="5069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Get-Location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aktuell 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Get-Location</a:t>
                      </a: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(eller 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pwd</a:t>
                      </a: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76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323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C1245D8-546B-8E3F-362E-B234BC612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" y="637762"/>
            <a:ext cx="3754887" cy="5576770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Prova dessa kommandon i WSL2 (Ubuntu):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0C73E41-0AD3-70FE-F41E-91C0F7B9D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960" y="159939"/>
            <a:ext cx="8446583" cy="53556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400">
                <a:ea typeface="+mn-lt"/>
                <a:cs typeface="+mn-lt"/>
              </a:rPr>
              <a:t>Din första övning: Öppna WSL2 och skriv </a:t>
            </a:r>
            <a:r>
              <a:rPr lang="sv-SE" sz="2400">
                <a:highlight>
                  <a:srgbClr val="00FF00"/>
                </a:highlight>
                <a:ea typeface="+mn-lt"/>
                <a:cs typeface="+mn-lt"/>
              </a:rPr>
              <a:t>ls -la</a:t>
            </a:r>
            <a:r>
              <a:rPr lang="sv-SE" sz="2400">
                <a:ea typeface="+mn-lt"/>
                <a:cs typeface="+mn-lt"/>
              </a:rPr>
              <a:t> – vad ser du?</a:t>
            </a:r>
            <a:endParaRPr lang="sv-SE" sz="24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F584F899-C9B3-9C07-88C6-2C2B33C85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636479"/>
              </p:ext>
            </p:extLst>
          </p:nvPr>
        </p:nvGraphicFramePr>
        <p:xfrm>
          <a:off x="4068660" y="971724"/>
          <a:ext cx="8133669" cy="588283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11223">
                  <a:extLst>
                    <a:ext uri="{9D8B030D-6E8A-4147-A177-3AD203B41FA5}">
                      <a16:colId xmlns:a16="http://schemas.microsoft.com/office/drawing/2014/main" val="2717077819"/>
                    </a:ext>
                  </a:extLst>
                </a:gridCol>
                <a:gridCol w="2711223">
                  <a:extLst>
                    <a:ext uri="{9D8B030D-6E8A-4147-A177-3AD203B41FA5}">
                      <a16:colId xmlns:a16="http://schemas.microsoft.com/office/drawing/2014/main" val="4243674726"/>
                    </a:ext>
                  </a:extLst>
                </a:gridCol>
                <a:gridCol w="2711223">
                  <a:extLst>
                    <a:ext uri="{9D8B030D-6E8A-4147-A177-3AD203B41FA5}">
                      <a16:colId xmlns:a16="http://schemas.microsoft.com/office/drawing/2014/main" val="1603178884"/>
                    </a:ext>
                  </a:extLst>
                </a:gridCol>
              </a:tblGrid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Kommando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det?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4686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ls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Lista filer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ls -la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791472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cd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Byt 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cd /tmp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737552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pwd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aktuell 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pwd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609411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mkdir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mapp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mkdir mittprojekt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13135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cp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Kopiera fil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cp fil.txt /tmp/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10024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mv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Flytta/byt namn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mv fil.txt nyfil.txt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478475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rm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Ta bort fil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rm fil.txt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228927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cat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filinnehåll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cat fil.txt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155483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echo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Skriv ut text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echo "Hej världen!"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072258"/>
                  </a:ext>
                </a:extLst>
              </a:tr>
              <a:tr h="534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whoami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Visa användarnamn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whoami</a:t>
                      </a:r>
                      <a:endParaRPr lang="sv-SE" sz="2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866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839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01F4BD0-D111-D042-0CE2-D720D4EF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" y="463973"/>
            <a:ext cx="12201232" cy="779815"/>
          </a:xfrm>
        </p:spPr>
        <p:txBody>
          <a:bodyPr anchor="t">
            <a:noAutofit/>
          </a:bodyPr>
          <a:lstStyle/>
          <a:p>
            <a:pPr algn="ct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PowerShell vs Bash – Samma Uppgift, Olika Syntax</a:t>
            </a:r>
            <a:endParaRPr lang="sv-S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3671C7C-6DE6-BB9B-D070-F7EFE8FB2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8" y="1693163"/>
            <a:ext cx="12174674" cy="674854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Se skillnaderna – båda gör samma sak! 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PowerShell är objekt-baserat, Bash är text-baserat. PowerShell är därför kraftfullare för Windows-administration.</a:t>
            </a:r>
            <a:endParaRPr lang="sv-SE" sz="24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42D8B173-CCBE-3D4A-1101-B14F47128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662889"/>
              </p:ext>
            </p:extLst>
          </p:nvPr>
        </p:nvGraphicFramePr>
        <p:xfrm>
          <a:off x="21368" y="2371999"/>
          <a:ext cx="12241560" cy="4457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80520">
                  <a:extLst>
                    <a:ext uri="{9D8B030D-6E8A-4147-A177-3AD203B41FA5}">
                      <a16:colId xmlns:a16="http://schemas.microsoft.com/office/drawing/2014/main" val="3333732035"/>
                    </a:ext>
                  </a:extLst>
                </a:gridCol>
                <a:gridCol w="4080520">
                  <a:extLst>
                    <a:ext uri="{9D8B030D-6E8A-4147-A177-3AD203B41FA5}">
                      <a16:colId xmlns:a16="http://schemas.microsoft.com/office/drawing/2014/main" val="4007862269"/>
                    </a:ext>
                  </a:extLst>
                </a:gridCol>
                <a:gridCol w="4080520">
                  <a:extLst>
                    <a:ext uri="{9D8B030D-6E8A-4147-A177-3AD203B41FA5}">
                      <a16:colId xmlns:a16="http://schemas.microsoft.com/office/drawing/2014/main" val="771269482"/>
                    </a:ext>
                  </a:extLst>
                </a:gridCol>
              </a:tblGrid>
              <a:tr h="462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Uppgift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Bash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525022"/>
                  </a:ext>
                </a:extLst>
              </a:tr>
              <a:tr h="462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Variabel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$namn = "Erik"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namn="Erik"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89662"/>
                  </a:ext>
                </a:extLst>
              </a:tr>
              <a:tr h="462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Skriv ut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Write-Host "Hej $namn"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echo "Hej $namn"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348156"/>
                  </a:ext>
                </a:extLst>
              </a:tr>
              <a:tr h="462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Lista filer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Get-ChildItem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ls -la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47270"/>
                  </a:ext>
                </a:extLst>
              </a:tr>
              <a:tr h="462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mapp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New-Item -Path "test" -ItemType Directory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mkdir test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733844"/>
                  </a:ext>
                </a:extLst>
              </a:tr>
              <a:tr h="462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Ta bort fil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Remove-Item fil.txt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rm fil.txt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744306"/>
                  </a:ext>
                </a:extLst>
              </a:tr>
              <a:tr h="462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Loop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for ($i=1; $i -le 5; $i++) { Write-Host $i }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for i in {1..5}; do echo $i; done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92497"/>
                  </a:ext>
                </a:extLst>
              </a:tr>
              <a:tr h="462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Villkor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if ($age -gt 18) { Write-Host "Myndig" }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if [ "$age" -gt 18 ]; then echo "Myndig"; fi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807173"/>
                  </a:ext>
                </a:extLst>
              </a:tr>
              <a:tr h="4621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Funktion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function Hej { Write-Host "Hej!" }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14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hej() { echo "Hej!"; }</a:t>
                      </a:r>
                      <a:endParaRPr lang="sv-SE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49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189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1998322-C7B9-3A6C-7B0D-708ACD7F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904" y="236709"/>
            <a:ext cx="9888496" cy="900131"/>
          </a:xfrm>
        </p:spPr>
        <p:txBody>
          <a:bodyPr anchor="t">
            <a:noAutofit/>
          </a:bodyPr>
          <a:lstStyle/>
          <a:p>
            <a:r>
              <a:rPr lang="sv-SE" sz="7200">
                <a:solidFill>
                  <a:schemeClr val="bg1"/>
                </a:solidFill>
                <a:ea typeface="+mj-lt"/>
                <a:cs typeface="+mj-lt"/>
              </a:rPr>
              <a:t>Varför VS Code?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39AB073-D6A6-1442-0F2F-894794749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114" y="1671003"/>
            <a:ext cx="9880893" cy="18030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sv-SE" sz="2400" dirty="0">
                <a:ea typeface="+mn-lt"/>
                <a:cs typeface="+mn-lt"/>
              </a:rPr>
              <a:t>Gratis och öppen källkod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Fungerar med PowerShell, Python, Terraform, YAML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Perfekt WSL2-integration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Många användbara tillägg</a:t>
            </a:r>
            <a:endParaRPr lang="sv-SE" sz="2400" dirty="0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949ECA6D-C8D7-535C-DEAD-07DB1B9FC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525547"/>
              </p:ext>
            </p:extLst>
          </p:nvPr>
        </p:nvGraphicFramePr>
        <p:xfrm>
          <a:off x="0" y="3551602"/>
          <a:ext cx="12241079" cy="33076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68337">
                  <a:extLst>
                    <a:ext uri="{9D8B030D-6E8A-4147-A177-3AD203B41FA5}">
                      <a16:colId xmlns:a16="http://schemas.microsoft.com/office/drawing/2014/main" val="3586553452"/>
                    </a:ext>
                  </a:extLst>
                </a:gridCol>
                <a:gridCol w="8672742">
                  <a:extLst>
                    <a:ext uri="{9D8B030D-6E8A-4147-A177-3AD203B41FA5}">
                      <a16:colId xmlns:a16="http://schemas.microsoft.com/office/drawing/2014/main" val="970022542"/>
                    </a:ext>
                  </a:extLst>
                </a:gridCol>
              </a:tblGrid>
              <a:tr h="55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Tillägg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Varför?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621818"/>
                  </a:ext>
                </a:extLst>
              </a:tr>
              <a:tr h="55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Remote – WSL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Öppna filer direkt i WSL2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240751"/>
                  </a:ext>
                </a:extLst>
              </a:tr>
              <a:tr h="55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Syntax-highlighting, IntelliSense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194587"/>
                  </a:ext>
                </a:extLst>
              </a:tr>
              <a:tr h="55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Syntax-highlighting, autoformat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86011"/>
                  </a:ext>
                </a:extLst>
              </a:tr>
              <a:tr h="55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Python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Syntax-highlighting, felsökning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07550"/>
                  </a:ext>
                </a:extLst>
              </a:tr>
              <a:tr h="5512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YAML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Syntax-highlighting för Ansible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78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607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9992B8B0-1242-2005-9D72-F33FC3549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5" t="2854" r="853" b="3160"/>
          <a:stretch>
            <a:fillRect/>
          </a:stretch>
        </p:blipFill>
        <p:spPr>
          <a:xfrm>
            <a:off x="-634" y="197025"/>
            <a:ext cx="12195018" cy="644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47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B241126-27B1-E773-6121-01747AB5B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sv-SE" sz="4000">
                <a:solidFill>
                  <a:srgbClr val="FFFFFF"/>
                </a:solidFill>
              </a:rPr>
              <a:t>Installation:</a:t>
            </a:r>
          </a:p>
        </p:txBody>
      </p:sp>
      <p:graphicFrame>
        <p:nvGraphicFramePr>
          <p:cNvPr id="17" name="Platshållare för innehåll 2">
            <a:extLst>
              <a:ext uri="{FF2B5EF4-FFF2-40B4-BE49-F238E27FC236}">
                <a16:creationId xmlns:a16="http://schemas.microsoft.com/office/drawing/2014/main" id="{78339613-04AF-F382-6DFC-D7E3F8A605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68987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8430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16F38B4-0498-4525-3A97-587FEA42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658" y="4118637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Resan</a:t>
            </a:r>
            <a:r>
              <a:rPr lang="en-US" sz="3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från</a:t>
            </a:r>
            <a:r>
              <a:rPr lang="en-US" sz="3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enkla</a:t>
            </a:r>
            <a:r>
              <a:rPr lang="en-US" sz="3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kommandon</a:t>
            </a:r>
            <a:r>
              <a:rPr lang="en-US" sz="3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till full </a:t>
            </a:r>
            <a:r>
              <a:rPr lang="en-US" sz="3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automatiserad</a:t>
            </a:r>
            <a:r>
              <a:rPr lang="en-US" sz="3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miljö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950DB531-AFC9-767E-1265-D4F9F8D4E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0" y="3931"/>
            <a:ext cx="12194116" cy="315286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3816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D8840C1-623B-102E-189A-36C1DBCC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Resurser och Verktyg – För Din Egen Inlärning</a:t>
            </a:r>
            <a:endParaRPr lang="sv-SE" sz="4000">
              <a:solidFill>
                <a:srgbClr val="FFFFFF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F8F0F31-A578-8149-2EA3-7F3CFADCC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260" y="-5571"/>
            <a:ext cx="8146188" cy="686951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2400" b="1" dirty="0">
                <a:ea typeface="+mn-lt"/>
                <a:cs typeface="+mn-lt"/>
              </a:rPr>
              <a:t>Microsofts Officiella Resurser:</a:t>
            </a:r>
            <a:endParaRPr lang="sv-SE" sz="2400" b="1" dirty="0"/>
          </a:p>
          <a:p>
            <a:r>
              <a:rPr lang="sv-SE" sz="2400" dirty="0">
                <a:ea typeface="+mn-lt"/>
                <a:cs typeface="+mn-lt"/>
              </a:rPr>
              <a:t>- </a:t>
            </a:r>
            <a:r>
              <a:rPr lang="sv-SE" sz="2400" dirty="0">
                <a:ea typeface="+mn-lt"/>
                <a:cs typeface="+mn-lt"/>
                <a:hlinkClick r:id="rId2"/>
              </a:rPr>
              <a:t>PowerShell dokumentation</a:t>
            </a:r>
            <a:r>
              <a:rPr lang="sv-SE" sz="2400" dirty="0">
                <a:ea typeface="+mn-lt"/>
                <a:cs typeface="+mn-lt"/>
              </a:rPr>
              <a:t> – Officiell dokumentation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- </a:t>
            </a:r>
            <a:r>
              <a:rPr lang="sv-SE" sz="2400" dirty="0">
                <a:ea typeface="+mn-lt"/>
                <a:cs typeface="+mn-lt"/>
                <a:hlinkClick r:id="rId3"/>
              </a:rPr>
              <a:t>WSL2 installationsguide</a:t>
            </a:r>
            <a:r>
              <a:rPr lang="sv-SE" sz="2400" dirty="0">
                <a:ea typeface="+mn-lt"/>
                <a:cs typeface="+mn-lt"/>
              </a:rPr>
              <a:t> – Steg-för-steg</a:t>
            </a:r>
            <a:endParaRPr lang="sv-SE" sz="2400" dirty="0"/>
          </a:p>
          <a:p>
            <a:r>
              <a:rPr lang="sv-SE" sz="2400" b="1" dirty="0">
                <a:ea typeface="+mn-lt"/>
                <a:cs typeface="+mn-lt"/>
              </a:rPr>
              <a:t>Mobilappar:</a:t>
            </a:r>
            <a:endParaRPr lang="sv-SE" sz="2400" b="1" dirty="0"/>
          </a:p>
          <a:p>
            <a:r>
              <a:rPr lang="sv-SE" sz="2400" dirty="0">
                <a:ea typeface="+mn-lt"/>
                <a:cs typeface="+mn-lt"/>
              </a:rPr>
              <a:t>- Termux (Android) – Kör Linux-kommandon på mobilen! Perfekt för att öva Bash när du är på språng.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- iSH Shell (iOS) – Linux-liknande miljö på iPhone/iPad.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- SoloLearn – PowerShell – Lär dig PowerShell på mobilen med interaktiva övningar.</a:t>
            </a:r>
            <a:endParaRPr lang="sv-SE" sz="2400" dirty="0"/>
          </a:p>
          <a:p>
            <a:r>
              <a:rPr lang="sv-SE" sz="2400" b="1" dirty="0">
                <a:ea typeface="+mn-lt"/>
                <a:cs typeface="+mn-lt"/>
              </a:rPr>
              <a:t>Gratis Övningsmiljöer:</a:t>
            </a:r>
            <a:endParaRPr lang="sv-SE" sz="2400" b="1" dirty="0"/>
          </a:p>
          <a:p>
            <a:r>
              <a:rPr lang="sv-SE" sz="2400" dirty="0">
                <a:ea typeface="+mn-lt"/>
                <a:cs typeface="+mn-lt"/>
              </a:rPr>
              <a:t>- WSL2 – Din Windows-dator (redan installerat!)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- GitHub Codespaces – Webbaserad utvecklingsmiljö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- Azure Cloud Shell – Gratis Linux-terminal i molnet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37617846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61E5A40-1B41-E02C-6E86-3823734B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Workshop – Kom Igång Med Verktygen</a:t>
            </a:r>
          </a:p>
        </p:txBody>
      </p:sp>
      <p:sp>
        <p:nvSpPr>
          <p:cNvPr id="40" name="Platshållare för innehåll 2">
            <a:extLst>
              <a:ext uri="{FF2B5EF4-FFF2-40B4-BE49-F238E27FC236}">
                <a16:creationId xmlns:a16="http://schemas.microsoft.com/office/drawing/2014/main" id="{5A129FF5-F4AE-E975-1084-E4C0B40BC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014" y="-11878"/>
            <a:ext cx="8108101" cy="6840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2400" b="1" dirty="0">
                <a:ea typeface="+mn-lt"/>
                <a:cs typeface="+mn-lt"/>
              </a:rPr>
              <a:t>Steg 1: Installera WSL2</a:t>
            </a:r>
            <a:endParaRPr lang="sv-SE" sz="2400" b="1" dirty="0"/>
          </a:p>
          <a:p>
            <a:r>
              <a:rPr lang="sv-SE" sz="2400" dirty="0">
                <a:ea typeface="+mn-lt"/>
                <a:cs typeface="+mn-lt"/>
              </a:rPr>
              <a:t>wsl --install (PowerShell Admin) → wsl --install -d Ubuntu</a:t>
            </a:r>
            <a:endParaRPr lang="sv-SE" sz="2400" dirty="0"/>
          </a:p>
          <a:p>
            <a:r>
              <a:rPr lang="sv-SE" sz="2400" b="1" dirty="0">
                <a:ea typeface="+mn-lt"/>
                <a:cs typeface="+mn-lt"/>
              </a:rPr>
              <a:t>Steg 2: Installera VS Code med Remote-WSL-tillägg</a:t>
            </a:r>
            <a:endParaRPr lang="sv-SE" sz="2400" b="1" dirty="0"/>
          </a:p>
          <a:p>
            <a:r>
              <a:rPr lang="sv-SE" sz="2400" b="1" dirty="0">
                <a:ea typeface="+mn-lt"/>
                <a:cs typeface="+mn-lt"/>
              </a:rPr>
              <a:t>Steg 3: Testa PowerShell</a:t>
            </a:r>
            <a:endParaRPr lang="sv-SE" sz="2400" b="1" dirty="0"/>
          </a:p>
          <a:p>
            <a:r>
              <a:rPr lang="sv-SE" sz="2400" dirty="0">
                <a:ea typeface="+mn-lt"/>
                <a:cs typeface="+mn-lt"/>
              </a:rPr>
              <a:t>- Starta PowerShell 7: pwsh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- Kör: Get-Service | Select-Object -First 5</a:t>
            </a:r>
            <a:endParaRPr lang="sv-SE" sz="2400" dirty="0"/>
          </a:p>
          <a:p>
            <a:r>
              <a:rPr lang="sv-SE" sz="2400" b="1" dirty="0">
                <a:ea typeface="+mn-lt"/>
                <a:cs typeface="+mn-lt"/>
              </a:rPr>
              <a:t>Steg 4: Testa Bash i WSL2</a:t>
            </a:r>
            <a:endParaRPr lang="sv-SE" sz="2400" b="1" dirty="0"/>
          </a:p>
          <a:p>
            <a:r>
              <a:rPr lang="sv-SE" sz="2400" dirty="0">
                <a:ea typeface="+mn-lt"/>
                <a:cs typeface="+mn-lt"/>
              </a:rPr>
              <a:t>- Starta WSL2: wsl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- Kör: ls -la och whoami</a:t>
            </a:r>
            <a:endParaRPr lang="sv-SE" sz="2400" dirty="0"/>
          </a:p>
          <a:p>
            <a:r>
              <a:rPr lang="sv-SE" sz="2400" b="1" dirty="0">
                <a:ea typeface="+mn-lt"/>
                <a:cs typeface="+mn-lt"/>
              </a:rPr>
              <a:t>Steg 5: Skapa din första PowerShell-variabel</a:t>
            </a:r>
            <a:endParaRPr lang="sv-SE" sz="2400" b="1" dirty="0"/>
          </a:p>
          <a:p>
            <a:r>
              <a:rPr lang="sv-SE" sz="2400" dirty="0">
                <a:ea typeface="+mn-lt"/>
                <a:cs typeface="+mn-lt"/>
              </a:rPr>
              <a:t>$namn = "DittNamn"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Write-Host "Hej $namn!"</a:t>
            </a:r>
            <a:endParaRPr lang="sv-SE" sz="2400" dirty="0"/>
          </a:p>
          <a:p>
            <a:r>
              <a:rPr lang="sv-SE" sz="2400" b="1" dirty="0">
                <a:ea typeface="+mn-lt"/>
                <a:cs typeface="+mn-lt"/>
              </a:rPr>
              <a:t>Steg 6: Skapa din första Bash-variabel</a:t>
            </a:r>
            <a:endParaRPr lang="sv-SE" sz="2400" b="1" dirty="0"/>
          </a:p>
          <a:p>
            <a:r>
              <a:rPr lang="sv-SE" sz="2400" dirty="0">
                <a:ea typeface="+mn-lt"/>
                <a:cs typeface="+mn-lt"/>
              </a:rPr>
              <a:t>namn="DittNamn"</a:t>
            </a:r>
            <a:endParaRPr lang="sv-SE" sz="2400" dirty="0"/>
          </a:p>
          <a:p>
            <a:r>
              <a:rPr lang="sv-SE" sz="2400" dirty="0">
                <a:ea typeface="+mn-lt"/>
                <a:cs typeface="+mn-lt"/>
              </a:rPr>
              <a:t>echo "Hej $namn!"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37273892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846B16B-4207-AA09-0255-B20D927E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800">
                <a:solidFill>
                  <a:schemeClr val="bg1"/>
                </a:solidFill>
              </a:rPr>
              <a:t>Gör en</a:t>
            </a:r>
            <a:r>
              <a:rPr lang="sv-SE" sz="4000">
                <a:solidFill>
                  <a:schemeClr val="bg1"/>
                </a:solidFill>
              </a:rPr>
              <a:t> </a:t>
            </a:r>
            <a:r>
              <a:rPr lang="sv-SE" sz="4800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quiz</a:t>
            </a:r>
            <a:endParaRPr lang="sv-SE" sz="4000" b="1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F092C00-6179-C5BA-1296-680CAF513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48" y="2217343"/>
            <a:ext cx="12046577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5400" dirty="0">
                <a:ea typeface="+mn-lt"/>
                <a:cs typeface="+mn-lt"/>
                <a:hlinkClick r:id="rId2"/>
              </a:rPr>
              <a:t>https://forms.gle</a:t>
            </a:r>
            <a:r>
              <a:rPr lang="sv-SE" sz="5400">
                <a:ea typeface="+mn-lt"/>
                <a:cs typeface="+mn-lt"/>
                <a:hlinkClick r:id="rId2"/>
              </a:rPr>
              <a:t>/kCp73ogMPpfXgjmE6</a:t>
            </a:r>
            <a:endParaRPr lang="sv-SE" sz="5400" dirty="0"/>
          </a:p>
        </p:txBody>
      </p:sp>
    </p:spTree>
    <p:extLst>
      <p:ext uri="{BB962C8B-B14F-4D97-AF65-F5344CB8AC3E}">
        <p14:creationId xmlns:p14="http://schemas.microsoft.com/office/powerpoint/2010/main" val="59835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2104</Words>
  <Application>Microsoft Office PowerPoint</Application>
  <PresentationFormat>Широкоэкранный</PresentationFormat>
  <Paragraphs>365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Consolas</vt:lpstr>
      <vt:lpstr>Menlo</vt:lpstr>
      <vt:lpstr>quote-cjk-patch</vt:lpstr>
      <vt:lpstr>Office-tema</vt:lpstr>
      <vt:lpstr>1. Kursintro &amp; Scripting grunder</vt:lpstr>
      <vt:lpstr>Varför Automatisering?</vt:lpstr>
      <vt:lpstr>Workshop – "Mänsklig Dator"</vt:lpstr>
      <vt:lpstr>Презентация PowerPoint</vt:lpstr>
      <vt:lpstr>Varför denna workshop?</vt:lpstr>
      <vt:lpstr>Vad Kan Du Automatisera?</vt:lpstr>
      <vt:lpstr>Vad är Ett Skript?</vt:lpstr>
      <vt:lpstr>Varför Skript?</vt:lpstr>
      <vt:lpstr>Vad Kan Man Göra Med Skript?</vt:lpstr>
      <vt:lpstr>Från Enkla Kommandon till Hela Automationskedjan</vt:lpstr>
      <vt:lpstr>Kursens Syfte – Varför Just Denna Kurs?</vt:lpstr>
      <vt:lpstr>Varför är detta viktigt?</vt:lpstr>
      <vt:lpstr>Efter kursen ska du:</vt:lpstr>
      <vt:lpstr>Hur Hänger Kursen Ihop Med Resten Av Utbildningen?</vt:lpstr>
      <vt:lpstr>Tidigare kurs                   Används i denna kurs</vt:lpstr>
      <vt:lpstr>Vad Är Infrastructure as Code (IaC)? Definition: Att beskriva din infrastruktur (servrar, nätverk, lagring) med KOD istället för att klicka i gränssnitt.</vt:lpstr>
      <vt:lpstr>Varför IaC?</vt:lpstr>
      <vt:lpstr>Imperativ vs Deklarativ – Två Sätt att Automatisera Imperativ = Steg-för-steg-instruktioner</vt:lpstr>
      <vt:lpstr>Imperativ (PowerShell)  Deklarativ (Terraform)</vt:lpstr>
      <vt:lpstr>PowerShell vs Bash – En Introduktion</vt:lpstr>
      <vt:lpstr>PowerShell – Grundläggande Koncept Cmdlets (Command-lets) – Grunden i PowerShell</vt:lpstr>
      <vt:lpstr>Cmdlets har alltid formatet Verb-Substantiv:</vt:lpstr>
      <vt:lpstr>PowerShell 7.7 – Vad Är Nytt 2026?</vt:lpstr>
      <vt:lpstr>Varför är detta viktigt?</vt:lpstr>
      <vt:lpstr>WSL2 – Windows Subsystem for Linux version 2 En funktion i Windows som låter dig köra Linux direkt i Windows – utan VirtualBox!</vt:lpstr>
      <vt:lpstr>Varför WSL2?</vt:lpstr>
      <vt:lpstr>WSL2 vs VirtualBox – När Använder Man Vad?</vt:lpstr>
      <vt:lpstr>Презентация PowerPoint</vt:lpstr>
      <vt:lpstr>WSL2 (Vår huvudplattform)</vt:lpstr>
      <vt:lpstr>VirtualBox (Alternativ för Mac-studenter)</vt:lpstr>
      <vt:lpstr>Installera WSL2 – Steg-för-Steg</vt:lpstr>
      <vt:lpstr>Steg 1: Öppna PowerShell som Administratör</vt:lpstr>
      <vt:lpstr>Verifiera WSL2-Installationen</vt:lpstr>
      <vt:lpstr>Vanliga PowerShell-Kommandon</vt:lpstr>
      <vt:lpstr>Prova dessa kommandon i WSL2 (Ubuntu):</vt:lpstr>
      <vt:lpstr>PowerShell vs Bash – Samma Uppgift, Olika Syntax</vt:lpstr>
      <vt:lpstr>Varför VS Code?</vt:lpstr>
      <vt:lpstr>Презентация PowerPoint</vt:lpstr>
      <vt:lpstr>Installation:</vt:lpstr>
      <vt:lpstr>Resan från enkla kommandon till full automatiserad miljö</vt:lpstr>
      <vt:lpstr>Resurser och Verktyg – För Din Egen Inlärning</vt:lpstr>
      <vt:lpstr>Workshop – Kom Igång Med Verktygen</vt:lpstr>
      <vt:lpstr>Gör en 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Buzyansen Arn</cp:lastModifiedBy>
  <cp:revision>526</cp:revision>
  <dcterms:created xsi:type="dcterms:W3CDTF">2026-08-04T10:53:39Z</dcterms:created>
  <dcterms:modified xsi:type="dcterms:W3CDTF">2026-10-26T12:48:52Z</dcterms:modified>
</cp:coreProperties>
</file>