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0" r:id="rId17"/>
    <p:sldId id="276" r:id="rId18"/>
    <p:sldId id="271" r:id="rId19"/>
    <p:sldId id="277" r:id="rId20"/>
    <p:sldId id="272" r:id="rId21"/>
    <p:sldId id="278" r:id="rId22"/>
    <p:sldId id="273" r:id="rId23"/>
    <p:sldId id="274" r:id="rId2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59022D-87E5-6D39-633F-2A0FD3C585FB}" v="959" dt="2026-08-16T08:27:31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8859022D-87E5-6D39-633F-2A0FD3C585FB}"/>
    <pc:docChg chg="modSld">
      <pc:chgData name="" userId="" providerId="" clId="Web-{8859022D-87E5-6D39-633F-2A0FD3C585FB}" dt="2026-08-16T07:38:55.580" v="0" actId="20577"/>
      <pc:docMkLst>
        <pc:docMk/>
      </pc:docMkLst>
      <pc:sldChg chg="modSp">
        <pc:chgData name="" userId="" providerId="" clId="Web-{8859022D-87E5-6D39-633F-2A0FD3C585FB}" dt="2026-08-16T07:38:55.580" v="0" actId="20577"/>
        <pc:sldMkLst>
          <pc:docMk/>
          <pc:sldMk cId="3194377694" sldId="256"/>
        </pc:sldMkLst>
        <pc:spChg chg="mod">
          <ac:chgData name="" userId="" providerId="" clId="Web-{8859022D-87E5-6D39-633F-2A0FD3C585FB}" dt="2026-08-16T07:38:55.580" v="0" actId="20577"/>
          <ac:spMkLst>
            <pc:docMk/>
            <pc:sldMk cId="3194377694" sldId="256"/>
            <ac:spMk id="2" creationId="{00000000-0000-0000-0000-000000000000}"/>
          </ac:spMkLst>
        </pc:spChg>
      </pc:sldChg>
    </pc:docChg>
  </pc:docChgLst>
  <pc:docChgLst>
    <pc:chgData name="Arseniy Buzyan (extern)" userId="S::arseniy.buzyan@edu.stockholm.se::f92a01cd-049f-4602-b292-09b82d2ea4e3" providerId="AD" clId="Web-{8859022D-87E5-6D39-633F-2A0FD3C585FB}"/>
    <pc:docChg chg="addSld delSld modSld sldOrd">
      <pc:chgData name="Arseniy Buzyan (extern)" userId="S::arseniy.buzyan@edu.stockholm.se::f92a01cd-049f-4602-b292-09b82d2ea4e3" providerId="AD" clId="Web-{8859022D-87E5-6D39-633F-2A0FD3C585FB}" dt="2026-08-16T08:27:31.882" v="992" actId="14100"/>
      <pc:docMkLst>
        <pc:docMk/>
      </pc:docMkLst>
      <pc:sldChg chg="addSp modSp mod setBg">
        <pc:chgData name="Arseniy Buzyan (extern)" userId="S::arseniy.buzyan@edu.stockholm.se::f92a01cd-049f-4602-b292-09b82d2ea4e3" providerId="AD" clId="Web-{8859022D-87E5-6D39-633F-2A0FD3C585FB}" dt="2026-08-16T07:39:18.096" v="1"/>
        <pc:sldMkLst>
          <pc:docMk/>
          <pc:sldMk cId="3194377694" sldId="256"/>
        </pc:sldMkLst>
        <pc:spChg chg="mod">
          <ac:chgData name="Arseniy Buzyan (extern)" userId="S::arseniy.buzyan@edu.stockholm.se::f92a01cd-049f-4602-b292-09b82d2ea4e3" providerId="AD" clId="Web-{8859022D-87E5-6D39-633F-2A0FD3C585FB}" dt="2026-08-16T07:39:18.096" v="1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7:39:18.096" v="1"/>
          <ac:spMkLst>
            <pc:docMk/>
            <pc:sldMk cId="3194377694" sldId="256"/>
            <ac:spMk id="3" creationId="{00000000-0000-0000-0000-000000000000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39:18.096" v="1"/>
          <ac:spMkLst>
            <pc:docMk/>
            <pc:sldMk cId="3194377694" sldId="256"/>
            <ac:spMk id="10" creationId="{A3363022-C969-41E9-8EB2-E4C94908C1FA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39:18.096" v="1"/>
          <ac:spMkLst>
            <pc:docMk/>
            <pc:sldMk cId="3194377694" sldId="256"/>
            <ac:spMk id="12" creationId="{8D1AD6B3-BE88-4CEB-BA17-790657CC4729}"/>
          </ac:spMkLst>
        </pc:spChg>
        <pc:grpChg chg="add">
          <ac:chgData name="Arseniy Buzyan (extern)" userId="S::arseniy.buzyan@edu.stockholm.se::f92a01cd-049f-4602-b292-09b82d2ea4e3" providerId="AD" clId="Web-{8859022D-87E5-6D39-633F-2A0FD3C585FB}" dt="2026-08-16T07:39:18.096" v="1"/>
          <ac:grpSpMkLst>
            <pc:docMk/>
            <pc:sldMk cId="3194377694" sldId="256"/>
            <ac:grpSpMk id="14" creationId="{89D1390B-7E13-4B4F-9CB2-391063412E54}"/>
          </ac:grpSpMkLst>
        </pc:grpChg>
        <pc:picChg chg="add">
          <ac:chgData name="Arseniy Buzyan (extern)" userId="S::arseniy.buzyan@edu.stockholm.se::f92a01cd-049f-4602-b292-09b82d2ea4e3" providerId="AD" clId="Web-{8859022D-87E5-6D39-633F-2A0FD3C585FB}" dt="2026-08-16T07:39:18.096" v="1"/>
          <ac:picMkLst>
            <pc:docMk/>
            <pc:sldMk cId="3194377694" sldId="256"/>
            <ac:picMk id="7" creationId="{D53077A0-7844-BCAE-5954-71D713469710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8859022D-87E5-6D39-633F-2A0FD3C585FB}" dt="2026-08-16T08:15:57.296" v="928" actId="1076"/>
        <pc:sldMkLst>
          <pc:docMk/>
          <pc:sldMk cId="3754127009" sldId="257"/>
        </pc:sldMkLst>
        <pc:spChg chg="mod">
          <ac:chgData name="Arseniy Buzyan (extern)" userId="S::arseniy.buzyan@edu.stockholm.se::f92a01cd-049f-4602-b292-09b82d2ea4e3" providerId="AD" clId="Web-{8859022D-87E5-6D39-633F-2A0FD3C585FB}" dt="2026-08-16T07:41:59.458" v="72" actId="14100"/>
          <ac:spMkLst>
            <pc:docMk/>
            <pc:sldMk cId="3754127009" sldId="257"/>
            <ac:spMk id="2" creationId="{493BFFF6-E008-1C26-C29D-197E28AFEC15}"/>
          </ac:spMkLst>
        </pc:spChg>
        <pc:spChg chg="mod ord">
          <ac:chgData name="Arseniy Buzyan (extern)" userId="S::arseniy.buzyan@edu.stockholm.se::f92a01cd-049f-4602-b292-09b82d2ea4e3" providerId="AD" clId="Web-{8859022D-87E5-6D39-633F-2A0FD3C585FB}" dt="2026-08-16T07:42:08.348" v="76" actId="20577"/>
          <ac:spMkLst>
            <pc:docMk/>
            <pc:sldMk cId="3754127009" sldId="257"/>
            <ac:spMk id="3" creationId="{49EBA893-650C-FA3C-4AC9-860ACBB3FB2E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40:35.660" v="10"/>
          <ac:spMkLst>
            <pc:docMk/>
            <pc:sldMk cId="3754127009" sldId="257"/>
            <ac:spMk id="10" creationId="{EDDBB197-D710-4A4F-A9CA-FD2177498BE8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40:35.660" v="10"/>
          <ac:spMkLst>
            <pc:docMk/>
            <pc:sldMk cId="3754127009" sldId="257"/>
            <ac:spMk id="12" creationId="{975D1CFA-2CDB-4B64-BD9F-85744E8DA12F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40:45.300" v="11"/>
          <ac:spMkLst>
            <pc:docMk/>
            <pc:sldMk cId="3754127009" sldId="257"/>
            <ac:spMk id="23" creationId="{13EFA6C3-82DC-4131-9929-2523E6FD0B81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40:45.300" v="11"/>
          <ac:spMkLst>
            <pc:docMk/>
            <pc:sldMk cId="3754127009" sldId="257"/>
            <ac:spMk id="25" creationId="{AEC9469E-14CA-4358-BABC-CBF836A6142D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40:45.300" v="11"/>
          <ac:spMkLst>
            <pc:docMk/>
            <pc:sldMk cId="3754127009" sldId="257"/>
            <ac:spMk id="27" creationId="{048EB4C9-ACAF-4CCA-BA6E-9314431923B2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40:45.300" v="11"/>
          <ac:spMkLst>
            <pc:docMk/>
            <pc:sldMk cId="3754127009" sldId="257"/>
            <ac:spMk id="32" creationId="{85F55C16-BC21-49EF-A4FF-C3155BB93BD3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40:45.300" v="11"/>
          <ac:spMkLst>
            <pc:docMk/>
            <pc:sldMk cId="3754127009" sldId="257"/>
            <ac:spMk id="34" creationId="{0C5F069E-AFE6-4825-8945-46F2918A5019}"/>
          </ac:spMkLst>
        </pc:spChg>
        <pc:grpChg chg="add del">
          <ac:chgData name="Arseniy Buzyan (extern)" userId="S::arseniy.buzyan@edu.stockholm.se::f92a01cd-049f-4602-b292-09b82d2ea4e3" providerId="AD" clId="Web-{8859022D-87E5-6D39-633F-2A0FD3C585FB}" dt="2026-08-16T07:40:35.660" v="10"/>
          <ac:grpSpMkLst>
            <pc:docMk/>
            <pc:sldMk cId="3754127009" sldId="257"/>
            <ac:grpSpMk id="14" creationId="{25EE5136-01F1-466C-962D-BA9B4C6757AA}"/>
          </ac:grpSpMkLst>
        </pc:grpChg>
        <pc:graphicFrameChg chg="add mod modGraphic">
          <ac:chgData name="Arseniy Buzyan (extern)" userId="S::arseniy.buzyan@edu.stockholm.se::f92a01cd-049f-4602-b292-09b82d2ea4e3" providerId="AD" clId="Web-{8859022D-87E5-6D39-633F-2A0FD3C585FB}" dt="2026-08-16T07:41:47.098" v="69" actId="1076"/>
          <ac:graphicFrameMkLst>
            <pc:docMk/>
            <pc:sldMk cId="3754127009" sldId="257"/>
            <ac:graphicFrameMk id="5" creationId="{53CE381B-1AE6-BE46-15F9-6F7D70E14131}"/>
          </ac:graphicFrameMkLst>
        </pc:graphicFrameChg>
        <pc:picChg chg="add mod modCrop">
          <ac:chgData name="Arseniy Buzyan (extern)" userId="S::arseniy.buzyan@edu.stockholm.se::f92a01cd-049f-4602-b292-09b82d2ea4e3" providerId="AD" clId="Web-{8859022D-87E5-6D39-633F-2A0FD3C585FB}" dt="2026-08-16T08:15:57.296" v="928" actId="1076"/>
          <ac:picMkLst>
            <pc:docMk/>
            <pc:sldMk cId="3754127009" sldId="257"/>
            <ac:picMk id="6" creationId="{FC472661-034F-4D98-6FD2-BE71ADC73A35}"/>
          </ac:picMkLst>
        </pc:picChg>
        <pc:picChg chg="add mod">
          <ac:chgData name="Arseniy Buzyan (extern)" userId="S::arseniy.buzyan@edu.stockholm.se::f92a01cd-049f-4602-b292-09b82d2ea4e3" providerId="AD" clId="Web-{8859022D-87E5-6D39-633F-2A0FD3C585FB}" dt="2026-08-16T07:40:45.300" v="11"/>
          <ac:picMkLst>
            <pc:docMk/>
            <pc:sldMk cId="3754127009" sldId="257"/>
            <ac:picMk id="7" creationId="{A0B727E2-7754-73E1-10A3-37BC6322A041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8859022D-87E5-6D39-633F-2A0FD3C585FB}" dt="2026-08-16T07:45:24.946" v="179" actId="14100"/>
        <pc:sldMkLst>
          <pc:docMk/>
          <pc:sldMk cId="2120335937" sldId="258"/>
        </pc:sldMkLst>
        <pc:spChg chg="mod">
          <ac:chgData name="Arseniy Buzyan (extern)" userId="S::arseniy.buzyan@edu.stockholm.se::f92a01cd-049f-4602-b292-09b82d2ea4e3" providerId="AD" clId="Web-{8859022D-87E5-6D39-633F-2A0FD3C585FB}" dt="2026-08-16T07:45:24.946" v="179" actId="14100"/>
          <ac:spMkLst>
            <pc:docMk/>
            <pc:sldMk cId="2120335937" sldId="258"/>
            <ac:spMk id="2" creationId="{3BDE7094-DBA3-DEF8-2EFC-8BC9E9E1B6BE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7:45:18.930" v="178" actId="20577"/>
          <ac:spMkLst>
            <pc:docMk/>
            <pc:sldMk cId="2120335937" sldId="258"/>
            <ac:spMk id="3" creationId="{BAA8AB44-B9C6-9C61-92C8-A06474CD22F1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43:26.413" v="85"/>
          <ac:spMkLst>
            <pc:docMk/>
            <pc:sldMk cId="2120335937" sldId="258"/>
            <ac:spMk id="10" creationId="{13EFA6C3-82DC-4131-9929-2523E6FD0B81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43:26.413" v="85"/>
          <ac:spMkLst>
            <pc:docMk/>
            <pc:sldMk cId="2120335937" sldId="258"/>
            <ac:spMk id="12" creationId="{AEC9469E-14CA-4358-BABC-CBF836A6142D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43:26.413" v="85"/>
          <ac:spMkLst>
            <pc:docMk/>
            <pc:sldMk cId="2120335937" sldId="258"/>
            <ac:spMk id="14" creationId="{048EB4C9-ACAF-4CCA-BA6E-9314431923B2}"/>
          </ac:spMkLst>
        </pc:spChg>
        <pc:picChg chg="add">
          <ac:chgData name="Arseniy Buzyan (extern)" userId="S::arseniy.buzyan@edu.stockholm.se::f92a01cd-049f-4602-b292-09b82d2ea4e3" providerId="AD" clId="Web-{8859022D-87E5-6D39-633F-2A0FD3C585FB}" dt="2026-08-16T07:43:26.413" v="85"/>
          <ac:picMkLst>
            <pc:docMk/>
            <pc:sldMk cId="2120335937" sldId="258"/>
            <ac:picMk id="7" creationId="{3CFFF1C4-7A27-C855-464A-801920406D05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8859022D-87E5-6D39-633F-2A0FD3C585FB}" dt="2026-08-16T08:16:56.954" v="933" actId="14100"/>
        <pc:sldMkLst>
          <pc:docMk/>
          <pc:sldMk cId="1061832154" sldId="259"/>
        </pc:sldMkLst>
        <pc:spChg chg="mod">
          <ac:chgData name="Arseniy Buzyan (extern)" userId="S::arseniy.buzyan@edu.stockholm.se::f92a01cd-049f-4602-b292-09b82d2ea4e3" providerId="AD" clId="Web-{8859022D-87E5-6D39-633F-2A0FD3C585FB}" dt="2026-08-16T07:44:53.805" v="170" actId="20577"/>
          <ac:spMkLst>
            <pc:docMk/>
            <pc:sldMk cId="1061832154" sldId="259"/>
            <ac:spMk id="2" creationId="{4FDD8754-7C65-FEDD-0CE5-6AD2582240AF}"/>
          </ac:spMkLst>
        </pc:spChg>
        <pc:spChg chg="del mod">
          <ac:chgData name="Arseniy Buzyan (extern)" userId="S::arseniy.buzyan@edu.stockholm.se::f92a01cd-049f-4602-b292-09b82d2ea4e3" providerId="AD" clId="Web-{8859022D-87E5-6D39-633F-2A0FD3C585FB}" dt="2026-08-16T07:44:13.164" v="89"/>
          <ac:spMkLst>
            <pc:docMk/>
            <pc:sldMk cId="1061832154" sldId="259"/>
            <ac:spMk id="3" creationId="{D5041FB1-74E2-7402-1DEA-CE840B9C0475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43:58.116" v="88"/>
          <ac:spMkLst>
            <pc:docMk/>
            <pc:sldMk cId="1061832154" sldId="259"/>
            <ac:spMk id="10" creationId="{13EFA6C3-82DC-4131-9929-2523E6FD0B81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43:58.116" v="88"/>
          <ac:spMkLst>
            <pc:docMk/>
            <pc:sldMk cId="1061832154" sldId="259"/>
            <ac:spMk id="12" creationId="{AEC9469E-14CA-4358-BABC-CBF836A6142D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43:58.116" v="88"/>
          <ac:spMkLst>
            <pc:docMk/>
            <pc:sldMk cId="1061832154" sldId="259"/>
            <ac:spMk id="14" creationId="{048EB4C9-ACAF-4CCA-BA6E-9314431923B2}"/>
          </ac:spMkLst>
        </pc:spChg>
        <pc:graphicFrameChg chg="add mod ord modGraphic">
          <ac:chgData name="Arseniy Buzyan (extern)" userId="S::arseniy.buzyan@edu.stockholm.se::f92a01cd-049f-4602-b292-09b82d2ea4e3" providerId="AD" clId="Web-{8859022D-87E5-6D39-633F-2A0FD3C585FB}" dt="2026-08-16T07:44:43.211" v="165"/>
          <ac:graphicFrameMkLst>
            <pc:docMk/>
            <pc:sldMk cId="1061832154" sldId="259"/>
            <ac:graphicFrameMk id="5" creationId="{9357A3D0-2441-5EC5-4F5A-8651A1FE8606}"/>
          </ac:graphicFrameMkLst>
        </pc:graphicFrameChg>
        <pc:picChg chg="add mod modCrop">
          <ac:chgData name="Arseniy Buzyan (extern)" userId="S::arseniy.buzyan@edu.stockholm.se::f92a01cd-049f-4602-b292-09b82d2ea4e3" providerId="AD" clId="Web-{8859022D-87E5-6D39-633F-2A0FD3C585FB}" dt="2026-08-16T08:16:56.954" v="933" actId="14100"/>
          <ac:picMkLst>
            <pc:docMk/>
            <pc:sldMk cId="1061832154" sldId="259"/>
            <ac:picMk id="6" creationId="{21AD17D5-E200-7E61-C0E8-A17FA7418943}"/>
          </ac:picMkLst>
        </pc:picChg>
        <pc:picChg chg="add mod">
          <ac:chgData name="Arseniy Buzyan (extern)" userId="S::arseniy.buzyan@edu.stockholm.se::f92a01cd-049f-4602-b292-09b82d2ea4e3" providerId="AD" clId="Web-{8859022D-87E5-6D39-633F-2A0FD3C585FB}" dt="2026-08-16T07:44:23.664" v="93" actId="1076"/>
          <ac:picMkLst>
            <pc:docMk/>
            <pc:sldMk cId="1061832154" sldId="259"/>
            <ac:picMk id="7" creationId="{C936756E-DDFB-DEE3-2A96-AE6AFD4656EC}"/>
          </ac:picMkLst>
        </pc:picChg>
      </pc:sldChg>
      <pc:sldChg chg="addSp modSp new mod ord setBg">
        <pc:chgData name="Arseniy Buzyan (extern)" userId="S::arseniy.buzyan@edu.stockholm.se::f92a01cd-049f-4602-b292-09b82d2ea4e3" providerId="AD" clId="Web-{8859022D-87E5-6D39-633F-2A0FD3C585FB}" dt="2026-08-16T08:17:50.782" v="938" actId="14100"/>
        <pc:sldMkLst>
          <pc:docMk/>
          <pc:sldMk cId="1271851145" sldId="260"/>
        </pc:sldMkLst>
        <pc:spChg chg="mod">
          <ac:chgData name="Arseniy Buzyan (extern)" userId="S::arseniy.buzyan@edu.stockholm.se::f92a01cd-049f-4602-b292-09b82d2ea4e3" providerId="AD" clId="Web-{8859022D-87E5-6D39-633F-2A0FD3C585FB}" dt="2026-08-16T07:47:27.291" v="199" actId="20577"/>
          <ac:spMkLst>
            <pc:docMk/>
            <pc:sldMk cId="1271851145" sldId="260"/>
            <ac:spMk id="2" creationId="{40630C25-311D-4AB3-4C7E-7E623BB20703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7:47:21.666" v="194" actId="20577"/>
          <ac:spMkLst>
            <pc:docMk/>
            <pc:sldMk cId="1271851145" sldId="260"/>
            <ac:spMk id="3" creationId="{E24D15A6-94EB-FB50-8555-EDA682F9F724}"/>
          </ac:spMkLst>
        </pc:spChg>
        <pc:picChg chg="add mod">
          <ac:chgData name="Arseniy Buzyan (extern)" userId="S::arseniy.buzyan@edu.stockholm.se::f92a01cd-049f-4602-b292-09b82d2ea4e3" providerId="AD" clId="Web-{8859022D-87E5-6D39-633F-2A0FD3C585FB}" dt="2026-08-16T07:46:06.962" v="186" actId="14100"/>
          <ac:picMkLst>
            <pc:docMk/>
            <pc:sldMk cId="1271851145" sldId="260"/>
            <ac:picMk id="4" creationId="{CE1D878B-E5D0-522E-A3A2-6F23FF3D1B2F}"/>
          </ac:picMkLst>
        </pc:picChg>
        <pc:picChg chg="add mod modCrop">
          <ac:chgData name="Arseniy Buzyan (extern)" userId="S::arseniy.buzyan@edu.stockholm.se::f92a01cd-049f-4602-b292-09b82d2ea4e3" providerId="AD" clId="Web-{8859022D-87E5-6D39-633F-2A0FD3C585FB}" dt="2026-08-16T08:17:50.782" v="938" actId="14100"/>
          <ac:picMkLst>
            <pc:docMk/>
            <pc:sldMk cId="1271851145" sldId="260"/>
            <ac:picMk id="5" creationId="{C36726B3-F63E-02DE-4EAD-F73653A8057E}"/>
          </ac:picMkLst>
        </pc:picChg>
        <pc:cxnChg chg="add">
          <ac:chgData name="Arseniy Buzyan (extern)" userId="S::arseniy.buzyan@edu.stockholm.se::f92a01cd-049f-4602-b292-09b82d2ea4e3" providerId="AD" clId="Web-{8859022D-87E5-6D39-633F-2A0FD3C585FB}" dt="2026-08-16T07:45:58.837" v="184"/>
          <ac:cxnSpMkLst>
            <pc:docMk/>
            <pc:sldMk cId="1271851145" sldId="260"/>
            <ac:cxnSpMk id="9" creationId="{192712F8-36FA-35DF-0CE8-4098D93322A3}"/>
          </ac:cxnSpMkLst>
        </pc:cxnChg>
        <pc:cxnChg chg="add">
          <ac:chgData name="Arseniy Buzyan (extern)" userId="S::arseniy.buzyan@edu.stockholm.se::f92a01cd-049f-4602-b292-09b82d2ea4e3" providerId="AD" clId="Web-{8859022D-87E5-6D39-633F-2A0FD3C585FB}" dt="2026-08-16T07:45:58.837" v="184"/>
          <ac:cxnSpMkLst>
            <pc:docMk/>
            <pc:sldMk cId="1271851145" sldId="260"/>
            <ac:cxnSpMk id="11" creationId="{AF9469B9-6468-5B6A-E832-8D4590388432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8859022D-87E5-6D39-633F-2A0FD3C585FB}" dt="2026-08-16T07:50:09.105" v="331" actId="1076"/>
        <pc:sldMkLst>
          <pc:docMk/>
          <pc:sldMk cId="3748965172" sldId="261"/>
        </pc:sldMkLst>
        <pc:spChg chg="mod">
          <ac:chgData name="Arseniy Buzyan (extern)" userId="S::arseniy.buzyan@edu.stockholm.se::f92a01cd-049f-4602-b292-09b82d2ea4e3" providerId="AD" clId="Web-{8859022D-87E5-6D39-633F-2A0FD3C585FB}" dt="2026-08-16T07:49:13.011" v="217" actId="20577"/>
          <ac:spMkLst>
            <pc:docMk/>
            <pc:sldMk cId="3748965172" sldId="261"/>
            <ac:spMk id="2" creationId="{D9A7C4DB-61E9-4908-E836-A9756DCA8011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7:49:19.183" v="218" actId="1076"/>
          <ac:spMkLst>
            <pc:docMk/>
            <pc:sldMk cId="3748965172" sldId="261"/>
            <ac:spMk id="3" creationId="{AB47A561-891A-67C1-FF22-C511A574607E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48:40.495" v="206"/>
          <ac:spMkLst>
            <pc:docMk/>
            <pc:sldMk cId="3748965172" sldId="261"/>
            <ac:spMk id="10" creationId="{B14C2221-2B8C-494D-9442-F812DF4E8794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48:40.495" v="205"/>
          <ac:spMkLst>
            <pc:docMk/>
            <pc:sldMk cId="3748965172" sldId="261"/>
            <ac:spMk id="15" creationId="{55F7ABCA-A68A-47DD-B732-76FF34C6FB7D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48:40.495" v="206"/>
          <ac:spMkLst>
            <pc:docMk/>
            <pc:sldMk cId="3748965172" sldId="261"/>
            <ac:spMk id="17" creationId="{0C5F069E-AFE6-4825-8945-46F2918A5019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48:40.495" v="206"/>
          <ac:spMkLst>
            <pc:docMk/>
            <pc:sldMk cId="3748965172" sldId="261"/>
            <ac:spMk id="18" creationId="{85F55C16-BC21-49EF-A4FF-C3155BB93BD3}"/>
          </ac:spMkLst>
        </pc:spChg>
        <pc:graphicFrameChg chg="add mod modGraphic">
          <ac:chgData name="Arseniy Buzyan (extern)" userId="S::arseniy.buzyan@edu.stockholm.se::f92a01cd-049f-4602-b292-09b82d2ea4e3" providerId="AD" clId="Web-{8859022D-87E5-6D39-633F-2A0FD3C585FB}" dt="2026-08-16T07:50:09.105" v="331" actId="1076"/>
          <ac:graphicFrameMkLst>
            <pc:docMk/>
            <pc:sldMk cId="3748965172" sldId="261"/>
            <ac:graphicFrameMk id="5" creationId="{FB9A45E5-901C-26C8-AC49-6A9D7C651F71}"/>
          </ac:graphicFrameMkLst>
        </pc:graphicFrameChg>
        <pc:picChg chg="add mod">
          <ac:chgData name="Arseniy Buzyan (extern)" userId="S::arseniy.buzyan@edu.stockholm.se::f92a01cd-049f-4602-b292-09b82d2ea4e3" providerId="AD" clId="Web-{8859022D-87E5-6D39-633F-2A0FD3C585FB}" dt="2026-08-16T07:49:27.167" v="222" actId="1076"/>
          <ac:picMkLst>
            <pc:docMk/>
            <pc:sldMk cId="3748965172" sldId="261"/>
            <ac:picMk id="7" creationId="{7F095CF0-AF32-4E9D-7A21-CE080CC8D6F7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8859022D-87E5-6D39-633F-2A0FD3C585FB}" dt="2026-08-16T07:50:45.184" v="336"/>
        <pc:sldMkLst>
          <pc:docMk/>
          <pc:sldMk cId="2295309008" sldId="262"/>
        </pc:sldMkLst>
        <pc:spChg chg="mod">
          <ac:chgData name="Arseniy Buzyan (extern)" userId="S::arseniy.buzyan@edu.stockholm.se::f92a01cd-049f-4602-b292-09b82d2ea4e3" providerId="AD" clId="Web-{8859022D-87E5-6D39-633F-2A0FD3C585FB}" dt="2026-08-16T07:50:45.184" v="336"/>
          <ac:spMkLst>
            <pc:docMk/>
            <pc:sldMk cId="2295309008" sldId="262"/>
            <ac:spMk id="2" creationId="{3A1B7D8F-5473-361F-D3F4-21D962773503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7:50:45.184" v="336"/>
          <ac:spMkLst>
            <pc:docMk/>
            <pc:sldMk cId="2295309008" sldId="262"/>
            <ac:spMk id="3" creationId="{8659EACE-E696-B499-E78C-DAE8ABED34DB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0:45.184" v="336"/>
          <ac:spMkLst>
            <pc:docMk/>
            <pc:sldMk cId="2295309008" sldId="262"/>
            <ac:spMk id="9" creationId="{17BD7CC6-2F7F-4587-8E92-D041AB2CEB32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0:45.184" v="336"/>
          <ac:spMkLst>
            <pc:docMk/>
            <pc:sldMk cId="2295309008" sldId="262"/>
            <ac:spMk id="11" creationId="{BE7ED1F4-19EF-4BC2-A6EA-DF1525142B28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0:45.184" v="336"/>
          <ac:spMkLst>
            <pc:docMk/>
            <pc:sldMk cId="2295309008" sldId="262"/>
            <ac:spMk id="21" creationId="{A3919D60-F174-4FEB-9E9D-5AF6BD6597C9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0:45.184" v="336"/>
          <ac:spMkLst>
            <pc:docMk/>
            <pc:sldMk cId="2295309008" sldId="262"/>
            <ac:spMk id="35" creationId="{90AE89EB-4F51-4181-9475-7E1048FB378A}"/>
          </ac:spMkLst>
        </pc:spChg>
        <pc:grpChg chg="add">
          <ac:chgData name="Arseniy Buzyan (extern)" userId="S::arseniy.buzyan@edu.stockholm.se::f92a01cd-049f-4602-b292-09b82d2ea4e3" providerId="AD" clId="Web-{8859022D-87E5-6D39-633F-2A0FD3C585FB}" dt="2026-08-16T07:50:45.184" v="336"/>
          <ac:grpSpMkLst>
            <pc:docMk/>
            <pc:sldMk cId="2295309008" sldId="262"/>
            <ac:grpSpMk id="13" creationId="{0EE7C14F-442F-4416-A4A9-6DA10263A4BA}"/>
          </ac:grpSpMkLst>
        </pc:grpChg>
        <pc:grpChg chg="add">
          <ac:chgData name="Arseniy Buzyan (extern)" userId="S::arseniy.buzyan@edu.stockholm.se::f92a01cd-049f-4602-b292-09b82d2ea4e3" providerId="AD" clId="Web-{8859022D-87E5-6D39-633F-2A0FD3C585FB}" dt="2026-08-16T07:50:45.184" v="336"/>
          <ac:grpSpMkLst>
            <pc:docMk/>
            <pc:sldMk cId="2295309008" sldId="262"/>
            <ac:grpSpMk id="37" creationId="{B78285A0-9022-40FD-B520-91444BA163DE}"/>
          </ac:grpSpMkLst>
        </pc:grpChg>
        <pc:grpChg chg="add">
          <ac:chgData name="Arseniy Buzyan (extern)" userId="S::arseniy.buzyan@edu.stockholm.se::f92a01cd-049f-4602-b292-09b82d2ea4e3" providerId="AD" clId="Web-{8859022D-87E5-6D39-633F-2A0FD3C585FB}" dt="2026-08-16T07:50:45.184" v="336"/>
          <ac:grpSpMkLst>
            <pc:docMk/>
            <pc:sldMk cId="2295309008" sldId="262"/>
            <ac:grpSpMk id="43" creationId="{91CD8CAA-4614-4393-ADD7-7FDFD8ABD762}"/>
          </ac:grpSpMkLst>
        </pc:grpChg>
        <pc:picChg chg="add mod">
          <ac:chgData name="Arseniy Buzyan (extern)" userId="S::arseniy.buzyan@edu.stockholm.se::f92a01cd-049f-4602-b292-09b82d2ea4e3" providerId="AD" clId="Web-{8859022D-87E5-6D39-633F-2A0FD3C585FB}" dt="2026-08-16T07:50:45.184" v="336"/>
          <ac:picMkLst>
            <pc:docMk/>
            <pc:sldMk cId="2295309008" sldId="262"/>
            <ac:picMk id="4" creationId="{F6A53E13-60AD-7195-BF70-CC718493EC74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8859022D-87E5-6D39-633F-2A0FD3C585FB}" dt="2026-08-16T07:52:59.421" v="530" actId="1076"/>
        <pc:sldMkLst>
          <pc:docMk/>
          <pc:sldMk cId="2103263765" sldId="263"/>
        </pc:sldMkLst>
        <pc:spChg chg="mod">
          <ac:chgData name="Arseniy Buzyan (extern)" userId="S::arseniy.buzyan@edu.stockholm.se::f92a01cd-049f-4602-b292-09b82d2ea4e3" providerId="AD" clId="Web-{8859022D-87E5-6D39-633F-2A0FD3C585FB}" dt="2026-08-16T07:52:16.717" v="435" actId="20577"/>
          <ac:spMkLst>
            <pc:docMk/>
            <pc:sldMk cId="2103263765" sldId="263"/>
            <ac:spMk id="2" creationId="{0CB7F57C-DEFE-D95A-2B41-B5BD7D94943C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7:52:21.280" v="437" actId="1076"/>
          <ac:spMkLst>
            <pc:docMk/>
            <pc:sldMk cId="2103263765" sldId="263"/>
            <ac:spMk id="3" creationId="{28BBC000-1263-DDA5-821C-0B1811157DBF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1:27.934" v="343"/>
          <ac:spMkLst>
            <pc:docMk/>
            <pc:sldMk cId="2103263765" sldId="263"/>
            <ac:spMk id="10" creationId="{B14C2221-2B8C-494D-9442-F812DF4E8794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1:27.918" v="342"/>
          <ac:spMkLst>
            <pc:docMk/>
            <pc:sldMk cId="2103263765" sldId="263"/>
            <ac:spMk id="15" creationId="{85F55C16-BC21-49EF-A4FF-C3155BB93BD3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1:27.918" v="342"/>
          <ac:spMkLst>
            <pc:docMk/>
            <pc:sldMk cId="2103263765" sldId="263"/>
            <ac:spMk id="17" creationId="{0C5F069E-AFE6-4825-8945-46F2918A5019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1:27.934" v="343"/>
          <ac:spMkLst>
            <pc:docMk/>
            <pc:sldMk cId="2103263765" sldId="263"/>
            <ac:spMk id="19" creationId="{E02239D2-A05D-4A1C-9F06-FBA7FC730E1B}"/>
          </ac:spMkLst>
        </pc:spChg>
        <pc:graphicFrameChg chg="add mod modGraphic">
          <ac:chgData name="Arseniy Buzyan (extern)" userId="S::arseniy.buzyan@edu.stockholm.se::f92a01cd-049f-4602-b292-09b82d2ea4e3" providerId="AD" clId="Web-{8859022D-87E5-6D39-633F-2A0FD3C585FB}" dt="2026-08-16T07:52:59.421" v="530" actId="1076"/>
          <ac:graphicFrameMkLst>
            <pc:docMk/>
            <pc:sldMk cId="2103263765" sldId="263"/>
            <ac:graphicFrameMk id="5" creationId="{97A787D1-0BDA-7C8D-2397-68C170B455D6}"/>
          </ac:graphicFrameMkLst>
        </pc:graphicFrameChg>
        <pc:picChg chg="add mod">
          <ac:chgData name="Arseniy Buzyan (extern)" userId="S::arseniy.buzyan@edu.stockholm.se::f92a01cd-049f-4602-b292-09b82d2ea4e3" providerId="AD" clId="Web-{8859022D-87E5-6D39-633F-2A0FD3C585FB}" dt="2026-08-16T07:52:11.014" v="432" actId="1076"/>
          <ac:picMkLst>
            <pc:docMk/>
            <pc:sldMk cId="2103263765" sldId="263"/>
            <ac:picMk id="7" creationId="{32097E61-B0B3-FBDA-6927-0C213F04B002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8859022D-87E5-6D39-633F-2A0FD3C585FB}" dt="2026-08-16T07:53:36.468" v="534"/>
        <pc:sldMkLst>
          <pc:docMk/>
          <pc:sldMk cId="3406663746" sldId="264"/>
        </pc:sldMkLst>
        <pc:spChg chg="mod">
          <ac:chgData name="Arseniy Buzyan (extern)" userId="S::arseniy.buzyan@edu.stockholm.se::f92a01cd-049f-4602-b292-09b82d2ea4e3" providerId="AD" clId="Web-{8859022D-87E5-6D39-633F-2A0FD3C585FB}" dt="2026-08-16T07:53:36.468" v="534"/>
          <ac:spMkLst>
            <pc:docMk/>
            <pc:sldMk cId="3406663746" sldId="264"/>
            <ac:spMk id="2" creationId="{409B5829-874C-07F0-B87C-8CE0480BD714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7:53:36.468" v="534"/>
          <ac:spMkLst>
            <pc:docMk/>
            <pc:sldMk cId="3406663746" sldId="264"/>
            <ac:spMk id="3" creationId="{24704ED0-7996-1551-8EA4-66ACE7916E46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3:36.468" v="534"/>
          <ac:spMkLst>
            <pc:docMk/>
            <pc:sldMk cId="3406663746" sldId="264"/>
            <ac:spMk id="8" creationId="{80E21785-62D8-430F-9521-90166EF7C8F0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3:36.468" v="534"/>
          <ac:spMkLst>
            <pc:docMk/>
            <pc:sldMk cId="3406663746" sldId="264"/>
            <ac:spMk id="10" creationId="{ED7CF8A0-D3E4-4A16-87D3-1D973AC61BF1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8859022D-87E5-6D39-633F-2A0FD3C585FB}" dt="2026-08-16T07:55:47.204" v="625" actId="1076"/>
        <pc:sldMkLst>
          <pc:docMk/>
          <pc:sldMk cId="4036925212" sldId="265"/>
        </pc:sldMkLst>
        <pc:spChg chg="mod">
          <ac:chgData name="Arseniy Buzyan (extern)" userId="S::arseniy.buzyan@edu.stockholm.se::f92a01cd-049f-4602-b292-09b82d2ea4e3" providerId="AD" clId="Web-{8859022D-87E5-6D39-633F-2A0FD3C585FB}" dt="2026-08-16T07:55:41.485" v="624" actId="20577"/>
          <ac:spMkLst>
            <pc:docMk/>
            <pc:sldMk cId="4036925212" sldId="265"/>
            <ac:spMk id="2" creationId="{754002AB-A75E-0456-37C9-4ECE1F27525E}"/>
          </ac:spMkLst>
        </pc:spChg>
        <pc:spChg chg="add del mod">
          <ac:chgData name="Arseniy Buzyan (extern)" userId="S::arseniy.buzyan@edu.stockholm.se::f92a01cd-049f-4602-b292-09b82d2ea4e3" providerId="AD" clId="Web-{8859022D-87E5-6D39-633F-2A0FD3C585FB}" dt="2026-08-16T07:54:52.828" v="544"/>
          <ac:spMkLst>
            <pc:docMk/>
            <pc:sldMk cId="4036925212" sldId="265"/>
            <ac:spMk id="3" creationId="{BF8EF879-AA0D-F38B-C880-0D2093447268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4:50.844" v="543"/>
          <ac:spMkLst>
            <pc:docMk/>
            <pc:sldMk cId="4036925212" sldId="265"/>
            <ac:spMk id="10" creationId="{B14C2221-2B8C-494D-9442-F812DF4E8794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4:50.844" v="543"/>
          <ac:spMkLst>
            <pc:docMk/>
            <pc:sldMk cId="4036925212" sldId="265"/>
            <ac:spMk id="15" creationId="{12609869-9E80-471B-A487-A53288E0E791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4:50.844" v="543"/>
          <ac:spMkLst>
            <pc:docMk/>
            <pc:sldMk cId="4036925212" sldId="265"/>
            <ac:spMk id="17" creationId="{7004738A-9D34-43E8-97D2-CA0EED4F8BE0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4:50.844" v="543"/>
          <ac:spMkLst>
            <pc:docMk/>
            <pc:sldMk cId="4036925212" sldId="265"/>
            <ac:spMk id="19" creationId="{B8B8D07F-F13E-443E-BA68-2D26672D76B9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4:50.844" v="543"/>
          <ac:spMkLst>
            <pc:docMk/>
            <pc:sldMk cId="4036925212" sldId="265"/>
            <ac:spMk id="21" creationId="{2813A4FA-24A5-41ED-A534-3807D1B2F344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4:50.844" v="543"/>
          <ac:spMkLst>
            <pc:docMk/>
            <pc:sldMk cId="4036925212" sldId="265"/>
            <ac:spMk id="23" creationId="{C3944F27-CA70-4E84-A51A-E6BF89558979}"/>
          </ac:spMkLst>
        </pc:spChg>
        <pc:graphicFrameChg chg="add del mod ord modGraphic">
          <ac:chgData name="Arseniy Buzyan (extern)" userId="S::arseniy.buzyan@edu.stockholm.se::f92a01cd-049f-4602-b292-09b82d2ea4e3" providerId="AD" clId="Web-{8859022D-87E5-6D39-633F-2A0FD3C585FB}" dt="2026-08-16T07:54:50.703" v="542"/>
          <ac:graphicFrameMkLst>
            <pc:docMk/>
            <pc:sldMk cId="4036925212" sldId="265"/>
            <ac:graphicFrameMk id="5" creationId="{C71B3F46-52F6-C151-39B8-ACC04F9F2F3D}"/>
          </ac:graphicFrameMkLst>
        </pc:graphicFrameChg>
        <pc:graphicFrameChg chg="add mod ord modGraphic">
          <ac:chgData name="Arseniy Buzyan (extern)" userId="S::arseniy.buzyan@edu.stockholm.se::f92a01cd-049f-4602-b292-09b82d2ea4e3" providerId="AD" clId="Web-{8859022D-87E5-6D39-633F-2A0FD3C585FB}" dt="2026-08-16T07:55:35.704" v="620"/>
          <ac:graphicFrameMkLst>
            <pc:docMk/>
            <pc:sldMk cId="4036925212" sldId="265"/>
            <ac:graphicFrameMk id="8" creationId="{55C45FDA-29CD-7F6F-25D5-0FA31EAC715E}"/>
          </ac:graphicFrameMkLst>
        </pc:graphicFrameChg>
        <pc:picChg chg="add mod ord">
          <ac:chgData name="Arseniy Buzyan (extern)" userId="S::arseniy.buzyan@edu.stockholm.se::f92a01cd-049f-4602-b292-09b82d2ea4e3" providerId="AD" clId="Web-{8859022D-87E5-6D39-633F-2A0FD3C585FB}" dt="2026-08-16T07:55:47.204" v="625" actId="1076"/>
          <ac:picMkLst>
            <pc:docMk/>
            <pc:sldMk cId="4036925212" sldId="265"/>
            <ac:picMk id="7" creationId="{184AC168-FAFA-FFF6-45BC-5E6637B2BEC0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8859022D-87E5-6D39-633F-2A0FD3C585FB}" dt="2026-08-16T07:57:24.127" v="650" actId="20577"/>
        <pc:sldMkLst>
          <pc:docMk/>
          <pc:sldMk cId="2912118699" sldId="266"/>
        </pc:sldMkLst>
        <pc:spChg chg="mod">
          <ac:chgData name="Arseniy Buzyan (extern)" userId="S::arseniy.buzyan@edu.stockholm.se::f92a01cd-049f-4602-b292-09b82d2ea4e3" providerId="AD" clId="Web-{8859022D-87E5-6D39-633F-2A0FD3C585FB}" dt="2026-08-16T07:56:16.689" v="632"/>
          <ac:spMkLst>
            <pc:docMk/>
            <pc:sldMk cId="2912118699" sldId="266"/>
            <ac:spMk id="2" creationId="{ECBDD9CA-B580-6AE4-8003-717F7B7A4409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7:57:24.127" v="650" actId="20577"/>
          <ac:spMkLst>
            <pc:docMk/>
            <pc:sldMk cId="2912118699" sldId="266"/>
            <ac:spMk id="3" creationId="{E049D286-51D2-18D9-C7DF-C42320D34E3A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6:16.689" v="632"/>
          <ac:spMkLst>
            <pc:docMk/>
            <pc:sldMk cId="2912118699" sldId="266"/>
            <ac:spMk id="10" creationId="{12609869-9E80-471B-A487-A53288E0E791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6:16.689" v="632"/>
          <ac:spMkLst>
            <pc:docMk/>
            <pc:sldMk cId="2912118699" sldId="266"/>
            <ac:spMk id="12" creationId="{7004738A-9D34-43E8-97D2-CA0EED4F8BE0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6:16.689" v="632"/>
          <ac:spMkLst>
            <pc:docMk/>
            <pc:sldMk cId="2912118699" sldId="266"/>
            <ac:spMk id="14" creationId="{B8B8D07F-F13E-443E-BA68-2D26672D76B9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6:16.689" v="632"/>
          <ac:spMkLst>
            <pc:docMk/>
            <pc:sldMk cId="2912118699" sldId="266"/>
            <ac:spMk id="16" creationId="{2813A4FA-24A5-41ED-A534-3807D1B2F344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6:16.689" v="632"/>
          <ac:spMkLst>
            <pc:docMk/>
            <pc:sldMk cId="2912118699" sldId="266"/>
            <ac:spMk id="18" creationId="{C3944F27-CA70-4E84-A51A-E6BF89558979}"/>
          </ac:spMkLst>
        </pc:spChg>
        <pc:picChg chg="add">
          <ac:chgData name="Arseniy Buzyan (extern)" userId="S::arseniy.buzyan@edu.stockholm.se::f92a01cd-049f-4602-b292-09b82d2ea4e3" providerId="AD" clId="Web-{8859022D-87E5-6D39-633F-2A0FD3C585FB}" dt="2026-08-16T07:56:16.689" v="632"/>
          <ac:picMkLst>
            <pc:docMk/>
            <pc:sldMk cId="2912118699" sldId="266"/>
            <ac:picMk id="7" creationId="{30E38307-4603-1FE0-1A1A-139CC3B8EC2F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8859022D-87E5-6D39-633F-2A0FD3C585FB}" dt="2026-08-16T08:22:26.770" v="957" actId="14100"/>
        <pc:sldMkLst>
          <pc:docMk/>
          <pc:sldMk cId="3295281229" sldId="267"/>
        </pc:sldMkLst>
        <pc:spChg chg="mod">
          <ac:chgData name="Arseniy Buzyan (extern)" userId="S::arseniy.buzyan@edu.stockholm.se::f92a01cd-049f-4602-b292-09b82d2ea4e3" providerId="AD" clId="Web-{8859022D-87E5-6D39-633F-2A0FD3C585FB}" dt="2026-08-16T07:58:12.222" v="655"/>
          <ac:spMkLst>
            <pc:docMk/>
            <pc:sldMk cId="3295281229" sldId="267"/>
            <ac:spMk id="2" creationId="{1BAC94C2-57C6-5269-9942-08EC78F53B31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7:58:12.222" v="655"/>
          <ac:spMkLst>
            <pc:docMk/>
            <pc:sldMk cId="3295281229" sldId="267"/>
            <ac:spMk id="3" creationId="{58D5D07E-8E59-8087-D83F-1F9DAD2A960A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8:12.222" v="655"/>
          <ac:spMkLst>
            <pc:docMk/>
            <pc:sldMk cId="3295281229" sldId="267"/>
            <ac:spMk id="9" creationId="{3C54F4CE-85F0-46ED-80DA-9518C9251AD1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8:12.222" v="655"/>
          <ac:spMkLst>
            <pc:docMk/>
            <pc:sldMk cId="3295281229" sldId="267"/>
            <ac:spMk id="11" creationId="{DADD1FCA-8ACB-4958-81DD-4CDD6D3E1921}"/>
          </ac:spMkLst>
        </pc:spChg>
        <pc:picChg chg="add mod">
          <ac:chgData name="Arseniy Buzyan (extern)" userId="S::arseniy.buzyan@edu.stockholm.se::f92a01cd-049f-4602-b292-09b82d2ea4e3" providerId="AD" clId="Web-{8859022D-87E5-6D39-633F-2A0FD3C585FB}" dt="2026-08-16T07:58:20.628" v="658" actId="14100"/>
          <ac:picMkLst>
            <pc:docMk/>
            <pc:sldMk cId="3295281229" sldId="267"/>
            <ac:picMk id="4" creationId="{AF5B5F02-8881-8870-134D-105B22FE64E7}"/>
          </ac:picMkLst>
        </pc:picChg>
        <pc:picChg chg="add mod modCrop">
          <ac:chgData name="Arseniy Buzyan (extern)" userId="S::arseniy.buzyan@edu.stockholm.se::f92a01cd-049f-4602-b292-09b82d2ea4e3" providerId="AD" clId="Web-{8859022D-87E5-6D39-633F-2A0FD3C585FB}" dt="2026-08-16T08:22:26.770" v="957" actId="14100"/>
          <ac:picMkLst>
            <pc:docMk/>
            <pc:sldMk cId="3295281229" sldId="267"/>
            <ac:picMk id="5" creationId="{36ABA8A8-9A59-E808-C794-6133CBFDC73B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8859022D-87E5-6D39-633F-2A0FD3C585FB}" dt="2026-08-16T08:00:12.051" v="793"/>
        <pc:sldMkLst>
          <pc:docMk/>
          <pc:sldMk cId="2825787643" sldId="268"/>
        </pc:sldMkLst>
        <pc:spChg chg="mod">
          <ac:chgData name="Arseniy Buzyan (extern)" userId="S::arseniy.buzyan@edu.stockholm.se::f92a01cd-049f-4602-b292-09b82d2ea4e3" providerId="AD" clId="Web-{8859022D-87E5-6D39-633F-2A0FD3C585FB}" dt="2026-08-16T07:59:30.004" v="675" actId="14100"/>
          <ac:spMkLst>
            <pc:docMk/>
            <pc:sldMk cId="2825787643" sldId="268"/>
            <ac:spMk id="2" creationId="{C3B1373D-EE14-4DEC-0418-E00F5E3E97DA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7:59:20.660" v="671" actId="20577"/>
          <ac:spMkLst>
            <pc:docMk/>
            <pc:sldMk cId="2825787643" sldId="268"/>
            <ac:spMk id="3" creationId="{0FB73EB8-72C9-3D95-90A0-D507E8A4410D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8:58.925" v="663"/>
          <ac:spMkLst>
            <pc:docMk/>
            <pc:sldMk cId="2825787643" sldId="268"/>
            <ac:spMk id="12" creationId="{5D7F64A8-D625-4F61-A290-B499BB62ACFF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9:03.972" v="664"/>
          <ac:spMkLst>
            <pc:docMk/>
            <pc:sldMk cId="2825787643" sldId="268"/>
            <ac:spMk id="17" creationId="{F821940F-7A1D-4ACC-85B4-A932898ABB37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7:59:03.972" v="664"/>
          <ac:spMkLst>
            <pc:docMk/>
            <pc:sldMk cId="2825787643" sldId="268"/>
            <ac:spMk id="19" creationId="{16674508-81D3-48CF-96BF-7FC60EAA572A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9:03.972" v="664"/>
          <ac:spMkLst>
            <pc:docMk/>
            <pc:sldMk cId="2825787643" sldId="268"/>
            <ac:spMk id="24" creationId="{12609869-9E80-471B-A487-A53288E0E791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9:03.972" v="664"/>
          <ac:spMkLst>
            <pc:docMk/>
            <pc:sldMk cId="2825787643" sldId="268"/>
            <ac:spMk id="26" creationId="{7004738A-9D34-43E8-97D2-CA0EED4F8BE0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9:03.972" v="664"/>
          <ac:spMkLst>
            <pc:docMk/>
            <pc:sldMk cId="2825787643" sldId="268"/>
            <ac:spMk id="28" creationId="{B8B8D07F-F13E-443E-BA68-2D26672D76B9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9:03.972" v="664"/>
          <ac:spMkLst>
            <pc:docMk/>
            <pc:sldMk cId="2825787643" sldId="268"/>
            <ac:spMk id="30" creationId="{2813A4FA-24A5-41ED-A534-3807D1B2F344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7:59:03.972" v="664"/>
          <ac:spMkLst>
            <pc:docMk/>
            <pc:sldMk cId="2825787643" sldId="268"/>
            <ac:spMk id="32" creationId="{C3944F27-CA70-4E84-A51A-E6BF89558979}"/>
          </ac:spMkLst>
        </pc:spChg>
        <pc:graphicFrameChg chg="add mod modGraphic">
          <ac:chgData name="Arseniy Buzyan (extern)" userId="S::arseniy.buzyan@edu.stockholm.se::f92a01cd-049f-4602-b292-09b82d2ea4e3" providerId="AD" clId="Web-{8859022D-87E5-6D39-633F-2A0FD3C585FB}" dt="2026-08-16T08:00:12.051" v="793"/>
          <ac:graphicFrameMkLst>
            <pc:docMk/>
            <pc:sldMk cId="2825787643" sldId="268"/>
            <ac:graphicFrameMk id="5" creationId="{846A58C0-A705-3744-EBDE-28E6F927582F}"/>
          </ac:graphicFrameMkLst>
        </pc:graphicFrameChg>
        <pc:picChg chg="add mod ord">
          <ac:chgData name="Arseniy Buzyan (extern)" userId="S::arseniy.buzyan@edu.stockholm.se::f92a01cd-049f-4602-b292-09b82d2ea4e3" providerId="AD" clId="Web-{8859022D-87E5-6D39-633F-2A0FD3C585FB}" dt="2026-08-16T07:59:03.972" v="664"/>
          <ac:picMkLst>
            <pc:docMk/>
            <pc:sldMk cId="2825787643" sldId="268"/>
            <ac:picMk id="7" creationId="{E1C4CE86-D09D-F718-72FF-A8BC1AAAD9FF}"/>
          </ac:picMkLst>
        </pc:picChg>
        <pc:picChg chg="add del">
          <ac:chgData name="Arseniy Buzyan (extern)" userId="S::arseniy.buzyan@edu.stockholm.se::f92a01cd-049f-4602-b292-09b82d2ea4e3" providerId="AD" clId="Web-{8859022D-87E5-6D39-633F-2A0FD3C585FB}" dt="2026-08-16T07:58:58.925" v="663"/>
          <ac:picMkLst>
            <pc:docMk/>
            <pc:sldMk cId="2825787643" sldId="268"/>
            <ac:picMk id="9" creationId="{3ED3031C-8897-4802-B06C-C8699AA2A869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8859022D-87E5-6D39-633F-2A0FD3C585FB}" dt="2026-08-16T08:00:39.004" v="799"/>
        <pc:sldMkLst>
          <pc:docMk/>
          <pc:sldMk cId="2355179573" sldId="269"/>
        </pc:sldMkLst>
        <pc:spChg chg="mod">
          <ac:chgData name="Arseniy Buzyan (extern)" userId="S::arseniy.buzyan@edu.stockholm.se::f92a01cd-049f-4602-b292-09b82d2ea4e3" providerId="AD" clId="Web-{8859022D-87E5-6D39-633F-2A0FD3C585FB}" dt="2026-08-16T08:00:39.004" v="799"/>
          <ac:spMkLst>
            <pc:docMk/>
            <pc:sldMk cId="2355179573" sldId="269"/>
            <ac:spMk id="2" creationId="{75D7F085-13FA-34CE-D076-F98E2664BA76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8:00:39.004" v="799"/>
          <ac:spMkLst>
            <pc:docMk/>
            <pc:sldMk cId="2355179573" sldId="269"/>
            <ac:spMk id="3" creationId="{3AC334F2-7181-2C1C-4634-7AF784C00CDA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00:39.004" v="799"/>
          <ac:spMkLst>
            <pc:docMk/>
            <pc:sldMk cId="2355179573" sldId="269"/>
            <ac:spMk id="10" creationId="{F821940F-7A1D-4ACC-85B4-A932898ABB37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00:39.004" v="799"/>
          <ac:spMkLst>
            <pc:docMk/>
            <pc:sldMk cId="2355179573" sldId="269"/>
            <ac:spMk id="12" creationId="{16674508-81D3-48CF-96BF-7FC60EAA572A}"/>
          </ac:spMkLst>
        </pc:spChg>
        <pc:picChg chg="add">
          <ac:chgData name="Arseniy Buzyan (extern)" userId="S::arseniy.buzyan@edu.stockholm.se::f92a01cd-049f-4602-b292-09b82d2ea4e3" providerId="AD" clId="Web-{8859022D-87E5-6D39-633F-2A0FD3C585FB}" dt="2026-08-16T08:00:39.004" v="799"/>
          <ac:picMkLst>
            <pc:docMk/>
            <pc:sldMk cId="2355179573" sldId="269"/>
            <ac:picMk id="7" creationId="{58414446-BAEC-585E-2DA1-CEAA73E7DF7D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8859022D-87E5-6D39-633F-2A0FD3C585FB}" dt="2026-08-16T08:01:14.427" v="819"/>
        <pc:sldMkLst>
          <pc:docMk/>
          <pc:sldMk cId="969344728" sldId="270"/>
        </pc:sldMkLst>
        <pc:spChg chg="mod">
          <ac:chgData name="Arseniy Buzyan (extern)" userId="S::arseniy.buzyan@edu.stockholm.se::f92a01cd-049f-4602-b292-09b82d2ea4e3" providerId="AD" clId="Web-{8859022D-87E5-6D39-633F-2A0FD3C585FB}" dt="2026-08-16T08:00:59.255" v="805"/>
          <ac:spMkLst>
            <pc:docMk/>
            <pc:sldMk cId="969344728" sldId="270"/>
            <ac:spMk id="2" creationId="{EF9791AE-6B1C-CDF7-F23E-B9B2D81FB534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8:01:14.427" v="819"/>
          <ac:spMkLst>
            <pc:docMk/>
            <pc:sldMk cId="969344728" sldId="270"/>
            <ac:spMk id="3" creationId="{22B43347-C57A-4062-73DB-3A6AF60F0414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00:59.255" v="805"/>
          <ac:spMkLst>
            <pc:docMk/>
            <pc:sldMk cId="969344728" sldId="270"/>
            <ac:spMk id="10" creationId="{F821940F-7A1D-4ACC-85B4-A932898ABB37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00:59.255" v="805"/>
          <ac:spMkLst>
            <pc:docMk/>
            <pc:sldMk cId="969344728" sldId="270"/>
            <ac:spMk id="12" creationId="{16674508-81D3-48CF-96BF-7FC60EAA572A}"/>
          </ac:spMkLst>
        </pc:spChg>
        <pc:picChg chg="add">
          <ac:chgData name="Arseniy Buzyan (extern)" userId="S::arseniy.buzyan@edu.stockholm.se::f92a01cd-049f-4602-b292-09b82d2ea4e3" providerId="AD" clId="Web-{8859022D-87E5-6D39-633F-2A0FD3C585FB}" dt="2026-08-16T08:00:59.255" v="805"/>
          <ac:picMkLst>
            <pc:docMk/>
            <pc:sldMk cId="969344728" sldId="270"/>
            <ac:picMk id="7" creationId="{E6A670F2-274E-9D72-E5D9-55798E4D47A4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8859022D-87E5-6D39-633F-2A0FD3C585FB}" dt="2026-08-16T08:02:17.084" v="845" actId="1076"/>
        <pc:sldMkLst>
          <pc:docMk/>
          <pc:sldMk cId="4109829207" sldId="271"/>
        </pc:sldMkLst>
        <pc:spChg chg="mod">
          <ac:chgData name="Arseniy Buzyan (extern)" userId="S::arseniy.buzyan@edu.stockholm.se::f92a01cd-049f-4602-b292-09b82d2ea4e3" providerId="AD" clId="Web-{8859022D-87E5-6D39-633F-2A0FD3C585FB}" dt="2026-08-16T08:02:17.084" v="845" actId="1076"/>
          <ac:spMkLst>
            <pc:docMk/>
            <pc:sldMk cId="4109829207" sldId="271"/>
            <ac:spMk id="2" creationId="{D7E88BE2-23A1-D6DD-9AE9-AC719D34D1B9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8:02:14.646" v="844" actId="14100"/>
          <ac:spMkLst>
            <pc:docMk/>
            <pc:sldMk cId="4109829207" sldId="271"/>
            <ac:spMk id="3" creationId="{F2B55C62-B0E3-B1ED-A000-F64CD40748CC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01:37.193" v="825"/>
          <ac:spMkLst>
            <pc:docMk/>
            <pc:sldMk cId="4109829207" sldId="271"/>
            <ac:spMk id="10" creationId="{F821940F-7A1D-4ACC-85B4-A932898ABB37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01:37.193" v="825"/>
          <ac:spMkLst>
            <pc:docMk/>
            <pc:sldMk cId="4109829207" sldId="271"/>
            <ac:spMk id="12" creationId="{16674508-81D3-48CF-96BF-7FC60EAA572A}"/>
          </ac:spMkLst>
        </pc:spChg>
        <pc:picChg chg="add mod">
          <ac:chgData name="Arseniy Buzyan (extern)" userId="S::arseniy.buzyan@edu.stockholm.se::f92a01cd-049f-4602-b292-09b82d2ea4e3" providerId="AD" clId="Web-{8859022D-87E5-6D39-633F-2A0FD3C585FB}" dt="2026-08-16T08:02:06.896" v="842" actId="1076"/>
          <ac:picMkLst>
            <pc:docMk/>
            <pc:sldMk cId="4109829207" sldId="271"/>
            <ac:picMk id="7" creationId="{B8CC01EA-C4A8-ED26-5862-E58E627125E4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8859022D-87E5-6D39-633F-2A0FD3C585FB}" dt="2026-08-16T08:03:36.944" v="872" actId="20577"/>
        <pc:sldMkLst>
          <pc:docMk/>
          <pc:sldMk cId="1219312506" sldId="272"/>
        </pc:sldMkLst>
        <pc:spChg chg="mod">
          <ac:chgData name="Arseniy Buzyan (extern)" userId="S::arseniy.buzyan@edu.stockholm.se::f92a01cd-049f-4602-b292-09b82d2ea4e3" providerId="AD" clId="Web-{8859022D-87E5-6D39-633F-2A0FD3C585FB}" dt="2026-08-16T08:03:12.397" v="855"/>
          <ac:spMkLst>
            <pc:docMk/>
            <pc:sldMk cId="1219312506" sldId="272"/>
            <ac:spMk id="2" creationId="{F66D082A-6825-9F68-9E47-8A22A3DB88D5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8:03:36.944" v="872" actId="20577"/>
          <ac:spMkLst>
            <pc:docMk/>
            <pc:sldMk cId="1219312506" sldId="272"/>
            <ac:spMk id="3" creationId="{3C78A30C-E9C4-C7A6-1E9B-5ACA476DC2E4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03:12.397" v="855"/>
          <ac:spMkLst>
            <pc:docMk/>
            <pc:sldMk cId="1219312506" sldId="272"/>
            <ac:spMk id="8" creationId="{B6CDA21F-E7AF-4C75-8395-33F58D5B0E45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03:12.397" v="855"/>
          <ac:spMkLst>
            <pc:docMk/>
            <pc:sldMk cId="1219312506" sldId="272"/>
            <ac:spMk id="15" creationId="{D5B0017B-2ECA-49AF-B397-DC140825DF8D}"/>
          </ac:spMkLst>
        </pc:spChg>
        <pc:grpChg chg="add">
          <ac:chgData name="Arseniy Buzyan (extern)" userId="S::arseniy.buzyan@edu.stockholm.se::f92a01cd-049f-4602-b292-09b82d2ea4e3" providerId="AD" clId="Web-{8859022D-87E5-6D39-633F-2A0FD3C585FB}" dt="2026-08-16T08:03:12.397" v="855"/>
          <ac:grpSpMkLst>
            <pc:docMk/>
            <pc:sldMk cId="1219312506" sldId="272"/>
            <ac:grpSpMk id="10" creationId="{AE1C45F0-260A-458C-96ED-C1F6D2151219}"/>
          </ac:grpSpMkLst>
        </pc:grpChg>
        <pc:cxnChg chg="add">
          <ac:chgData name="Arseniy Buzyan (extern)" userId="S::arseniy.buzyan@edu.stockholm.se::f92a01cd-049f-4602-b292-09b82d2ea4e3" providerId="AD" clId="Web-{8859022D-87E5-6D39-633F-2A0FD3C585FB}" dt="2026-08-16T08:03:12.397" v="855"/>
          <ac:cxnSpMkLst>
            <pc:docMk/>
            <pc:sldMk cId="1219312506" sldId="272"/>
            <ac:cxnSpMk id="17" creationId="{6CF1BAF6-AD41-4082-B212-8A1F9A2E8779}"/>
          </ac:cxnSpMkLst>
        </pc:cxnChg>
      </pc:sldChg>
      <pc:sldChg chg="addSp delSp modSp new mod setBg setClrOvrMap">
        <pc:chgData name="Arseniy Buzyan (extern)" userId="S::arseniy.buzyan@edu.stockholm.se::f92a01cd-049f-4602-b292-09b82d2ea4e3" providerId="AD" clId="Web-{8859022D-87E5-6D39-633F-2A0FD3C585FB}" dt="2026-08-16T08:05:19.976" v="894" actId="20577"/>
        <pc:sldMkLst>
          <pc:docMk/>
          <pc:sldMk cId="3572112550" sldId="273"/>
        </pc:sldMkLst>
        <pc:spChg chg="mod ord">
          <ac:chgData name="Arseniy Buzyan (extern)" userId="S::arseniy.buzyan@edu.stockholm.se::f92a01cd-049f-4602-b292-09b82d2ea4e3" providerId="AD" clId="Web-{8859022D-87E5-6D39-633F-2A0FD3C585FB}" dt="2026-08-16T08:05:19.976" v="894" actId="20577"/>
          <ac:spMkLst>
            <pc:docMk/>
            <pc:sldMk cId="3572112550" sldId="273"/>
            <ac:spMk id="2" creationId="{6AF33876-453E-555A-5E10-9DE355503C5C}"/>
          </ac:spMkLst>
        </pc:spChg>
        <pc:spChg chg="del mod">
          <ac:chgData name="Arseniy Buzyan (extern)" userId="S::arseniy.buzyan@edu.stockholm.se::f92a01cd-049f-4602-b292-09b82d2ea4e3" providerId="AD" clId="Web-{8859022D-87E5-6D39-633F-2A0FD3C585FB}" dt="2026-08-16T08:04:15.397" v="880"/>
          <ac:spMkLst>
            <pc:docMk/>
            <pc:sldMk cId="3572112550" sldId="273"/>
            <ac:spMk id="3" creationId="{EC262997-7F99-9975-048B-F81880F99291}"/>
          </ac:spMkLst>
        </pc:spChg>
        <pc:spChg chg="add del">
          <ac:chgData name="Arseniy Buzyan (extern)" userId="S::arseniy.buzyan@edu.stockholm.se::f92a01cd-049f-4602-b292-09b82d2ea4e3" providerId="AD" clId="Web-{8859022D-87E5-6D39-633F-2A0FD3C585FB}" dt="2026-08-16T08:04:32.226" v="883"/>
          <ac:spMkLst>
            <pc:docMk/>
            <pc:sldMk cId="3572112550" sldId="273"/>
            <ac:spMk id="10" creationId="{39F23E05-E5C5-497C-A842-7BD21B207609}"/>
          </ac:spMkLst>
        </pc:spChg>
        <pc:graphicFrameChg chg="add del mod">
          <ac:chgData name="Arseniy Buzyan (extern)" userId="S::arseniy.buzyan@edu.stockholm.se::f92a01cd-049f-4602-b292-09b82d2ea4e3" providerId="AD" clId="Web-{8859022D-87E5-6D39-633F-2A0FD3C585FB}" dt="2026-08-16T08:04:05.632" v="878"/>
          <ac:graphicFrameMkLst>
            <pc:docMk/>
            <pc:sldMk cId="3572112550" sldId="273"/>
            <ac:graphicFrameMk id="5" creationId="{BA96F5E5-FB49-BBEA-35D0-41F1841DC9F1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8859022D-87E5-6D39-633F-2A0FD3C585FB}" dt="2026-08-16T08:05:13.367" v="890" actId="14100"/>
          <ac:graphicFrameMkLst>
            <pc:docMk/>
            <pc:sldMk cId="3572112550" sldId="273"/>
            <ac:graphicFrameMk id="7" creationId="{C6497E8E-0CD2-FFE0-0E97-1FC63E551446}"/>
          </ac:graphicFrameMkLst>
        </pc:graphicFrameChg>
        <pc:picChg chg="add mod">
          <ac:chgData name="Arseniy Buzyan (extern)" userId="S::arseniy.buzyan@edu.stockholm.se::f92a01cd-049f-4602-b292-09b82d2ea4e3" providerId="AD" clId="Web-{8859022D-87E5-6D39-633F-2A0FD3C585FB}" dt="2026-08-16T08:04:32.226" v="883"/>
          <ac:picMkLst>
            <pc:docMk/>
            <pc:sldMk cId="3572112550" sldId="273"/>
            <ac:picMk id="6" creationId="{D550B0ED-9224-CA69-B488-FEAD74E565ED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8859022D-87E5-6D39-633F-2A0FD3C585FB}" dt="2026-08-16T08:13:25.216" v="919" actId="20577"/>
        <pc:sldMkLst>
          <pc:docMk/>
          <pc:sldMk cId="1030823645" sldId="274"/>
        </pc:sldMkLst>
        <pc:spChg chg="mod">
          <ac:chgData name="Arseniy Buzyan (extern)" userId="S::arseniy.buzyan@edu.stockholm.se::f92a01cd-049f-4602-b292-09b82d2ea4e3" providerId="AD" clId="Web-{8859022D-87E5-6D39-633F-2A0FD3C585FB}" dt="2026-08-16T08:13:25.216" v="919" actId="20577"/>
          <ac:spMkLst>
            <pc:docMk/>
            <pc:sldMk cId="1030823645" sldId="274"/>
            <ac:spMk id="2" creationId="{04AC5490-650A-C456-E793-A4ACB7025770}"/>
          </ac:spMkLst>
        </pc:spChg>
        <pc:spChg chg="mod">
          <ac:chgData name="Arseniy Buzyan (extern)" userId="S::arseniy.buzyan@edu.stockholm.se::f92a01cd-049f-4602-b292-09b82d2ea4e3" providerId="AD" clId="Web-{8859022D-87E5-6D39-633F-2A0FD3C585FB}" dt="2026-08-16T08:13:20.951" v="910" actId="20577"/>
          <ac:spMkLst>
            <pc:docMk/>
            <pc:sldMk cId="1030823645" sldId="274"/>
            <ac:spMk id="3" creationId="{4DCA1186-7CC7-D123-330D-C1DE9E22A7B6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13:08.013" v="901"/>
          <ac:spMkLst>
            <pc:docMk/>
            <pc:sldMk cId="1030823645" sldId="274"/>
            <ac:spMk id="10" creationId="{EDDBB197-D710-4A4F-A9CA-FD2177498BE8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13:08.013" v="901"/>
          <ac:spMkLst>
            <pc:docMk/>
            <pc:sldMk cId="1030823645" sldId="274"/>
            <ac:spMk id="12" creationId="{975D1CFA-2CDB-4B64-BD9F-85744E8DA12F}"/>
          </ac:spMkLst>
        </pc:spChg>
        <pc:grpChg chg="add">
          <ac:chgData name="Arseniy Buzyan (extern)" userId="S::arseniy.buzyan@edu.stockholm.se::f92a01cd-049f-4602-b292-09b82d2ea4e3" providerId="AD" clId="Web-{8859022D-87E5-6D39-633F-2A0FD3C585FB}" dt="2026-08-16T08:13:08.013" v="901"/>
          <ac:grpSpMkLst>
            <pc:docMk/>
            <pc:sldMk cId="1030823645" sldId="274"/>
            <ac:grpSpMk id="14" creationId="{25EE5136-01F1-466C-962D-BA9B4C6757AA}"/>
          </ac:grpSpMkLst>
        </pc:grpChg>
        <pc:picChg chg="add">
          <ac:chgData name="Arseniy Buzyan (extern)" userId="S::arseniy.buzyan@edu.stockholm.se::f92a01cd-049f-4602-b292-09b82d2ea4e3" providerId="AD" clId="Web-{8859022D-87E5-6D39-633F-2A0FD3C585FB}" dt="2026-08-16T08:13:08.013" v="901"/>
          <ac:picMkLst>
            <pc:docMk/>
            <pc:sldMk cId="1030823645" sldId="274"/>
            <ac:picMk id="7" creationId="{98164944-C4C4-D495-CBCB-CAFBB4E50939}"/>
          </ac:picMkLst>
        </pc:picChg>
      </pc:sldChg>
      <pc:sldChg chg="addSp delSp modSp new">
        <pc:chgData name="Arseniy Buzyan (extern)" userId="S::arseniy.buzyan@edu.stockholm.se::f92a01cd-049f-4602-b292-09b82d2ea4e3" providerId="AD" clId="Web-{8859022D-87E5-6D39-633F-2A0FD3C585FB}" dt="2026-08-16T08:25:28.115" v="967" actId="14100"/>
        <pc:sldMkLst>
          <pc:docMk/>
          <pc:sldMk cId="1187546420" sldId="275"/>
        </pc:sldMkLst>
        <pc:spChg chg="del">
          <ac:chgData name="Arseniy Buzyan (extern)" userId="S::arseniy.buzyan@edu.stockholm.se::f92a01cd-049f-4602-b292-09b82d2ea4e3" providerId="AD" clId="Web-{8859022D-87E5-6D39-633F-2A0FD3C585FB}" dt="2026-08-16T08:25:10.850" v="962"/>
          <ac:spMkLst>
            <pc:docMk/>
            <pc:sldMk cId="1187546420" sldId="275"/>
            <ac:spMk id="2" creationId="{14D3BFAB-B539-8E10-F7B2-35FCE388C241}"/>
          </ac:spMkLst>
        </pc:spChg>
        <pc:spChg chg="del">
          <ac:chgData name="Arseniy Buzyan (extern)" userId="S::arseniy.buzyan@edu.stockholm.se::f92a01cd-049f-4602-b292-09b82d2ea4e3" providerId="AD" clId="Web-{8859022D-87E5-6D39-633F-2A0FD3C585FB}" dt="2026-08-16T08:25:10.850" v="961"/>
          <ac:spMkLst>
            <pc:docMk/>
            <pc:sldMk cId="1187546420" sldId="275"/>
            <ac:spMk id="3" creationId="{D09D8961-1B18-A557-EAA6-FB18794DFEBB}"/>
          </ac:spMkLst>
        </pc:spChg>
        <pc:picChg chg="add mod modCrop">
          <ac:chgData name="Arseniy Buzyan (extern)" userId="S::arseniy.buzyan@edu.stockholm.se::f92a01cd-049f-4602-b292-09b82d2ea4e3" providerId="AD" clId="Web-{8859022D-87E5-6D39-633F-2A0FD3C585FB}" dt="2026-08-16T08:25:28.115" v="967" actId="14100"/>
          <ac:picMkLst>
            <pc:docMk/>
            <pc:sldMk cId="1187546420" sldId="275"/>
            <ac:picMk id="4" creationId="{ADD4FDA1-CD43-5510-3EB3-DE3529AE06F2}"/>
          </ac:picMkLst>
        </pc:picChg>
      </pc:sldChg>
      <pc:sldChg chg="addSp delSp modSp new del mod setBg">
        <pc:chgData name="Arseniy Buzyan (extern)" userId="S::arseniy.buzyan@edu.stockholm.se::f92a01cd-049f-4602-b292-09b82d2ea4e3" providerId="AD" clId="Web-{8859022D-87E5-6D39-633F-2A0FD3C585FB}" dt="2026-08-16T08:22:36.660" v="959"/>
        <pc:sldMkLst>
          <pc:docMk/>
          <pc:sldMk cId="2518631058" sldId="275"/>
        </pc:sldMkLst>
        <pc:spChg chg="del">
          <ac:chgData name="Arseniy Buzyan (extern)" userId="S::arseniy.buzyan@edu.stockholm.se::f92a01cd-049f-4602-b292-09b82d2ea4e3" providerId="AD" clId="Web-{8859022D-87E5-6D39-633F-2A0FD3C585FB}" dt="2026-08-16T08:19:39.174" v="941"/>
          <ac:spMkLst>
            <pc:docMk/>
            <pc:sldMk cId="2518631058" sldId="275"/>
            <ac:spMk id="2" creationId="{3624B54C-E110-A3C2-9A7E-CA046C7F7C3D}"/>
          </ac:spMkLst>
        </pc:spChg>
        <pc:spChg chg="del">
          <ac:chgData name="Arseniy Buzyan (extern)" userId="S::arseniy.buzyan@edu.stockholm.se::f92a01cd-049f-4602-b292-09b82d2ea4e3" providerId="AD" clId="Web-{8859022D-87E5-6D39-633F-2A0FD3C585FB}" dt="2026-08-16T08:19:39.174" v="940"/>
          <ac:spMkLst>
            <pc:docMk/>
            <pc:sldMk cId="2518631058" sldId="275"/>
            <ac:spMk id="3" creationId="{E9817959-EDE1-C9AC-E9F1-22B8384DEB16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19:43.237" v="943"/>
          <ac:spMkLst>
            <pc:docMk/>
            <pc:sldMk cId="2518631058" sldId="275"/>
            <ac:spMk id="9" creationId="{42A4FC2C-047E-45A5-965D-8E1E3BF09BC6}"/>
          </ac:spMkLst>
        </pc:spChg>
        <pc:picChg chg="add del mod modCrop">
          <ac:chgData name="Arseniy Buzyan (extern)" userId="S::arseniy.buzyan@edu.stockholm.se::f92a01cd-049f-4602-b292-09b82d2ea4e3" providerId="AD" clId="Web-{8859022D-87E5-6D39-633F-2A0FD3C585FB}" dt="2026-08-16T08:22:35.176" v="958"/>
          <ac:picMkLst>
            <pc:docMk/>
            <pc:sldMk cId="2518631058" sldId="275"/>
            <ac:picMk id="4" creationId="{F8331A47-7334-4494-BD6D-798D2A532713}"/>
          </ac:picMkLst>
        </pc:picChg>
      </pc:sldChg>
      <pc:sldChg chg="addSp delSp modSp new">
        <pc:chgData name="Arseniy Buzyan (extern)" userId="S::arseniy.buzyan@edu.stockholm.se::f92a01cd-049f-4602-b292-09b82d2ea4e3" providerId="AD" clId="Web-{8859022D-87E5-6D39-633F-2A0FD3C585FB}" dt="2026-08-16T08:25:54.131" v="975" actId="14100"/>
        <pc:sldMkLst>
          <pc:docMk/>
          <pc:sldMk cId="720541157" sldId="276"/>
        </pc:sldMkLst>
        <pc:spChg chg="del">
          <ac:chgData name="Arseniy Buzyan (extern)" userId="S::arseniy.buzyan@edu.stockholm.se::f92a01cd-049f-4602-b292-09b82d2ea4e3" providerId="AD" clId="Web-{8859022D-87E5-6D39-633F-2A0FD3C585FB}" dt="2026-08-16T08:25:37.319" v="970"/>
          <ac:spMkLst>
            <pc:docMk/>
            <pc:sldMk cId="720541157" sldId="276"/>
            <ac:spMk id="2" creationId="{E81F3058-F709-53E7-390B-BFDCC2D10481}"/>
          </ac:spMkLst>
        </pc:spChg>
        <pc:spChg chg="del">
          <ac:chgData name="Arseniy Buzyan (extern)" userId="S::arseniy.buzyan@edu.stockholm.se::f92a01cd-049f-4602-b292-09b82d2ea4e3" providerId="AD" clId="Web-{8859022D-87E5-6D39-633F-2A0FD3C585FB}" dt="2026-08-16T08:25:37.319" v="969"/>
          <ac:spMkLst>
            <pc:docMk/>
            <pc:sldMk cId="720541157" sldId="276"/>
            <ac:spMk id="3" creationId="{38900CFA-97C6-1901-5306-2640445458A5}"/>
          </ac:spMkLst>
        </pc:spChg>
        <pc:picChg chg="add mod modCrop">
          <ac:chgData name="Arseniy Buzyan (extern)" userId="S::arseniy.buzyan@edu.stockholm.se::f92a01cd-049f-4602-b292-09b82d2ea4e3" providerId="AD" clId="Web-{8859022D-87E5-6D39-633F-2A0FD3C585FB}" dt="2026-08-16T08:25:54.131" v="975" actId="14100"/>
          <ac:picMkLst>
            <pc:docMk/>
            <pc:sldMk cId="720541157" sldId="276"/>
            <ac:picMk id="4" creationId="{8D71BC61-819A-F05C-D595-171B4AC808B4}"/>
          </ac:picMkLst>
        </pc:picChg>
      </pc:sldChg>
      <pc:sldChg chg="addSp delSp modSp new">
        <pc:chgData name="Arseniy Buzyan (extern)" userId="S::arseniy.buzyan@edu.stockholm.se::f92a01cd-049f-4602-b292-09b82d2ea4e3" providerId="AD" clId="Web-{8859022D-87E5-6D39-633F-2A0FD3C585FB}" dt="2026-08-16T08:26:22.569" v="983" actId="14100"/>
        <pc:sldMkLst>
          <pc:docMk/>
          <pc:sldMk cId="1334928274" sldId="277"/>
        </pc:sldMkLst>
        <pc:spChg chg="del">
          <ac:chgData name="Arseniy Buzyan (extern)" userId="S::arseniy.buzyan@edu.stockholm.se::f92a01cd-049f-4602-b292-09b82d2ea4e3" providerId="AD" clId="Web-{8859022D-87E5-6D39-633F-2A0FD3C585FB}" dt="2026-08-16T08:26:04.835" v="978"/>
          <ac:spMkLst>
            <pc:docMk/>
            <pc:sldMk cId="1334928274" sldId="277"/>
            <ac:spMk id="2" creationId="{FBAA61E4-31E6-6400-FE25-BC6B243358AD}"/>
          </ac:spMkLst>
        </pc:spChg>
        <pc:spChg chg="del">
          <ac:chgData name="Arseniy Buzyan (extern)" userId="S::arseniy.buzyan@edu.stockholm.se::f92a01cd-049f-4602-b292-09b82d2ea4e3" providerId="AD" clId="Web-{8859022D-87E5-6D39-633F-2A0FD3C585FB}" dt="2026-08-16T08:26:04.835" v="977"/>
          <ac:spMkLst>
            <pc:docMk/>
            <pc:sldMk cId="1334928274" sldId="277"/>
            <ac:spMk id="3" creationId="{11785EA0-44D3-5942-329E-95B8910E747F}"/>
          </ac:spMkLst>
        </pc:spChg>
        <pc:picChg chg="add mod modCrop">
          <ac:chgData name="Arseniy Buzyan (extern)" userId="S::arseniy.buzyan@edu.stockholm.se::f92a01cd-049f-4602-b292-09b82d2ea4e3" providerId="AD" clId="Web-{8859022D-87E5-6D39-633F-2A0FD3C585FB}" dt="2026-08-16T08:26:22.569" v="983" actId="14100"/>
          <ac:picMkLst>
            <pc:docMk/>
            <pc:sldMk cId="1334928274" sldId="277"/>
            <ac:picMk id="4" creationId="{3D3C48A1-46D8-7608-4CC5-D4FC192FD6C7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8859022D-87E5-6D39-633F-2A0FD3C585FB}" dt="2026-08-16T08:27:31.882" v="992" actId="14100"/>
        <pc:sldMkLst>
          <pc:docMk/>
          <pc:sldMk cId="708191604" sldId="278"/>
        </pc:sldMkLst>
        <pc:spChg chg="del">
          <ac:chgData name="Arseniy Buzyan (extern)" userId="S::arseniy.buzyan@edu.stockholm.se::f92a01cd-049f-4602-b292-09b82d2ea4e3" providerId="AD" clId="Web-{8859022D-87E5-6D39-633F-2A0FD3C585FB}" dt="2026-08-16T08:26:49.679" v="986"/>
          <ac:spMkLst>
            <pc:docMk/>
            <pc:sldMk cId="708191604" sldId="278"/>
            <ac:spMk id="2" creationId="{B12C76AC-B39C-9CED-369A-FD846D199627}"/>
          </ac:spMkLst>
        </pc:spChg>
        <pc:spChg chg="del">
          <ac:chgData name="Arseniy Buzyan (extern)" userId="S::arseniy.buzyan@edu.stockholm.se::f92a01cd-049f-4602-b292-09b82d2ea4e3" providerId="AD" clId="Web-{8859022D-87E5-6D39-633F-2A0FD3C585FB}" dt="2026-08-16T08:26:49.679" v="985"/>
          <ac:spMkLst>
            <pc:docMk/>
            <pc:sldMk cId="708191604" sldId="278"/>
            <ac:spMk id="3" creationId="{6A95A476-4A2B-0CC0-D312-BFE9BB518C99}"/>
          </ac:spMkLst>
        </pc:spChg>
        <pc:spChg chg="add">
          <ac:chgData name="Arseniy Buzyan (extern)" userId="S::arseniy.buzyan@edu.stockholm.se::f92a01cd-049f-4602-b292-09b82d2ea4e3" providerId="AD" clId="Web-{8859022D-87E5-6D39-633F-2A0FD3C585FB}" dt="2026-08-16T08:27:19.164" v="988"/>
          <ac:spMkLst>
            <pc:docMk/>
            <pc:sldMk cId="708191604" sldId="278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8859022D-87E5-6D39-633F-2A0FD3C585FB}" dt="2026-08-16T08:27:31.882" v="992" actId="14100"/>
          <ac:picMkLst>
            <pc:docMk/>
            <pc:sldMk cId="708191604" sldId="278"/>
            <ac:picMk id="4" creationId="{B1C0042F-16E5-E3A2-A22E-2F530DD8F0A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#1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AD4BE2-58A5-453C-9F46-31AD04757218}" type="doc">
      <dgm:prSet loTypeId="urn:microsoft.com/office/officeart/2005/8/layout/vList2" loCatId="list" qsTypeId="urn:microsoft.com/office/officeart/2005/8/quickstyle/simple2#1" qsCatId="simple" csTypeId="urn:microsoft.com/office/officeart/2005/8/colors/accent6_2#1" csCatId="accent6" phldr="1"/>
      <dgm:spPr/>
      <dgm:t>
        <a:bodyPr/>
        <a:lstStyle/>
        <a:p>
          <a:endParaRPr lang="en-US"/>
        </a:p>
      </dgm:t>
    </dgm:pt>
    <dgm:pt modelId="{B1C6506C-5F6B-4893-BF19-3122991313A5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sz="2600" b="1" dirty="0" err="1">
              <a:latin typeface="Aptos"/>
              <a:ea typeface="+mn-ea"/>
              <a:cs typeface="+mn-cs"/>
            </a:rPr>
            <a:t>Kedjan</a:t>
          </a:r>
          <a:r>
            <a:rPr lang="en-US" sz="2600" b="1" dirty="0">
              <a:latin typeface="Aptos"/>
              <a:ea typeface="+mn-ea"/>
              <a:cs typeface="+mn-cs"/>
            </a:rPr>
            <a:t> </a:t>
          </a:r>
          <a:r>
            <a:rPr lang="en-US" sz="2600" b="1" dirty="0" err="1">
              <a:latin typeface="Aptos"/>
              <a:ea typeface="+mn-ea"/>
              <a:cs typeface="+mn-cs"/>
            </a:rPr>
            <a:t>består</a:t>
          </a:r>
          <a:r>
            <a:rPr lang="en-US" sz="2600" b="1" dirty="0">
              <a:latin typeface="Aptos"/>
              <a:ea typeface="+mn-ea"/>
              <a:cs typeface="+mn-cs"/>
            </a:rPr>
            <a:t> av </a:t>
          </a:r>
          <a:r>
            <a:rPr lang="en-US" sz="2600" b="1" dirty="0" err="1">
              <a:latin typeface="Aptos"/>
              <a:ea typeface="+mn-ea"/>
              <a:cs typeface="+mn-cs"/>
            </a:rPr>
            <a:t>tre</a:t>
          </a:r>
          <a:r>
            <a:rPr lang="en-US" sz="2600" b="1" dirty="0">
              <a:latin typeface="Aptos"/>
              <a:ea typeface="+mn-ea"/>
              <a:cs typeface="+mn-cs"/>
            </a:rPr>
            <a:t> </a:t>
          </a:r>
          <a:r>
            <a:rPr lang="en-US" sz="2600" b="1" dirty="0" err="1">
              <a:latin typeface="Aptos"/>
              <a:ea typeface="+mn-ea"/>
              <a:cs typeface="+mn-cs"/>
            </a:rPr>
            <a:t>steg</a:t>
          </a:r>
          <a:r>
            <a:rPr lang="en-US" sz="2600" b="1" dirty="0">
              <a:latin typeface="Aptos"/>
              <a:ea typeface="+mn-ea"/>
              <a:cs typeface="+mn-cs"/>
            </a:rPr>
            <a:t>:</a:t>
          </a:r>
          <a:endParaRPr lang="en-US" sz="2600" dirty="0">
            <a:latin typeface="Aptos"/>
            <a:ea typeface="+mn-ea"/>
            <a:cs typeface="+mn-cs"/>
          </a:endParaRPr>
        </a:p>
      </dgm:t>
    </dgm:pt>
    <dgm:pt modelId="{E2CCEBDF-548F-44DB-950F-181848CC8220}" type="parTrans" cxnId="{D5FDB611-8DF5-4F91-BDEE-B9C14D9FC851}">
      <dgm:prSet/>
      <dgm:spPr/>
      <dgm:t>
        <a:bodyPr/>
        <a:lstStyle/>
        <a:p>
          <a:endParaRPr lang="en-US"/>
        </a:p>
      </dgm:t>
    </dgm:pt>
    <dgm:pt modelId="{45A230BC-E25C-44EF-83E1-251BC3BCDCCF}" type="sibTrans" cxnId="{D5FDB611-8DF5-4F91-BDEE-B9C14D9FC851}">
      <dgm:prSet/>
      <dgm:spPr/>
      <dgm:t>
        <a:bodyPr/>
        <a:lstStyle/>
        <a:p>
          <a:endParaRPr lang="en-US"/>
        </a:p>
      </dgm:t>
    </dgm:pt>
    <dgm:pt modelId="{9FA4C56E-5C9F-46DE-A292-08813788064D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sz="2600" dirty="0" err="1">
              <a:latin typeface="Aptos"/>
              <a:ea typeface="+mn-ea"/>
              <a:cs typeface="+mn-cs"/>
            </a:rPr>
            <a:t>Kedjan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består</a:t>
          </a:r>
          <a:r>
            <a:rPr lang="en-US" sz="2600" dirty="0">
              <a:latin typeface="Aptos"/>
              <a:ea typeface="+mn-ea"/>
              <a:cs typeface="+mn-cs"/>
            </a:rPr>
            <a:t> av </a:t>
          </a:r>
          <a:r>
            <a:rPr lang="en-US" sz="2600" dirty="0" err="1">
              <a:latin typeface="Aptos"/>
              <a:ea typeface="+mn-ea"/>
              <a:cs typeface="+mn-cs"/>
            </a:rPr>
            <a:t>tre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steg</a:t>
          </a:r>
          <a:r>
            <a:rPr lang="en-US" sz="2600" dirty="0">
              <a:latin typeface="Aptos"/>
              <a:ea typeface="+mn-ea"/>
              <a:cs typeface="+mn-cs"/>
            </a:rPr>
            <a:t>:</a:t>
          </a:r>
        </a:p>
      </dgm:t>
    </dgm:pt>
    <dgm:pt modelId="{0E19F7B1-3B68-4899-A456-F8C88593B4BD}" type="parTrans" cxnId="{5C9B6402-0CAD-4CF1-84D1-CCAD54B05C24}">
      <dgm:prSet/>
      <dgm:spPr/>
      <dgm:t>
        <a:bodyPr/>
        <a:lstStyle/>
        <a:p>
          <a:endParaRPr lang="en-US"/>
        </a:p>
      </dgm:t>
    </dgm:pt>
    <dgm:pt modelId="{C1B4DC2E-1C82-4C8C-BA4E-60BDE3A13D5C}" type="sibTrans" cxnId="{5C9B6402-0CAD-4CF1-84D1-CCAD54B05C24}">
      <dgm:prSet/>
      <dgm:spPr/>
      <dgm:t>
        <a:bodyPr/>
        <a:lstStyle/>
        <a:p>
          <a:endParaRPr lang="en-US"/>
        </a:p>
      </dgm:t>
    </dgm:pt>
    <dgm:pt modelId="{238F7F96-2F7F-4587-9D32-C2115DE07765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sz="2600" dirty="0">
              <a:latin typeface="Aptos"/>
              <a:ea typeface="+mn-ea"/>
              <a:cs typeface="+mn-cs"/>
            </a:rPr>
            <a:t>1. </a:t>
          </a:r>
          <a:r>
            <a:rPr lang="en-US" sz="2600" dirty="0" err="1">
              <a:latin typeface="Aptos"/>
              <a:ea typeface="+mn-ea"/>
              <a:cs typeface="+mn-cs"/>
            </a:rPr>
            <a:t>Provisionera</a:t>
          </a:r>
          <a:r>
            <a:rPr lang="en-US" sz="2600" dirty="0">
              <a:latin typeface="Aptos"/>
              <a:ea typeface="+mn-ea"/>
              <a:cs typeface="+mn-cs"/>
            </a:rPr>
            <a:t> med Terraform – </a:t>
          </a:r>
          <a:r>
            <a:rPr lang="en-US" sz="2600" dirty="0" err="1">
              <a:latin typeface="Aptos"/>
              <a:ea typeface="+mn-ea"/>
              <a:cs typeface="+mn-cs"/>
            </a:rPr>
            <a:t>skapa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infrastruktur</a:t>
          </a:r>
        </a:p>
      </dgm:t>
    </dgm:pt>
    <dgm:pt modelId="{418926C7-B048-4492-A8BA-DEC63D4816BE}" type="parTrans" cxnId="{C7EE368B-BEF3-4038-9848-7602FA3337D0}">
      <dgm:prSet/>
      <dgm:spPr/>
      <dgm:t>
        <a:bodyPr/>
        <a:lstStyle/>
        <a:p>
          <a:endParaRPr lang="en-US"/>
        </a:p>
      </dgm:t>
    </dgm:pt>
    <dgm:pt modelId="{AA286EA1-327B-4E21-8FB0-4247E716D3EE}" type="sibTrans" cxnId="{C7EE368B-BEF3-4038-9848-7602FA3337D0}">
      <dgm:prSet/>
      <dgm:spPr/>
      <dgm:t>
        <a:bodyPr/>
        <a:lstStyle/>
        <a:p>
          <a:endParaRPr lang="en-US"/>
        </a:p>
      </dgm:t>
    </dgm:pt>
    <dgm:pt modelId="{7D4AB9C9-8F59-41AA-BA7A-E8450140D27A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sz="2600" dirty="0">
              <a:latin typeface="Aptos"/>
              <a:ea typeface="+mn-ea"/>
              <a:cs typeface="+mn-cs"/>
            </a:rPr>
            <a:t>2. </a:t>
          </a:r>
          <a:r>
            <a:rPr lang="en-US" sz="2600" dirty="0" err="1">
              <a:latin typeface="Aptos"/>
              <a:ea typeface="+mn-ea"/>
              <a:cs typeface="+mn-cs"/>
            </a:rPr>
            <a:t>Konfigurera</a:t>
          </a:r>
          <a:r>
            <a:rPr lang="en-US" sz="2600" dirty="0">
              <a:latin typeface="Aptos"/>
              <a:ea typeface="+mn-ea"/>
              <a:cs typeface="+mn-cs"/>
            </a:rPr>
            <a:t> med Ansible – </a:t>
          </a:r>
          <a:r>
            <a:rPr lang="en-US" sz="2600" dirty="0" err="1">
              <a:latin typeface="Aptos"/>
              <a:ea typeface="+mn-ea"/>
              <a:cs typeface="+mn-cs"/>
            </a:rPr>
            <a:t>installera</a:t>
          </a:r>
          <a:r>
            <a:rPr lang="en-US" sz="2600" dirty="0">
              <a:latin typeface="Aptos"/>
              <a:ea typeface="+mn-ea"/>
              <a:cs typeface="+mn-cs"/>
            </a:rPr>
            <a:t> och </a:t>
          </a:r>
          <a:r>
            <a:rPr lang="en-US" sz="2600" dirty="0" err="1">
              <a:latin typeface="Aptos"/>
              <a:ea typeface="+mn-ea"/>
              <a:cs typeface="+mn-cs"/>
            </a:rPr>
            <a:t>ställa</a:t>
          </a:r>
          <a:r>
            <a:rPr lang="en-US" sz="2600" dirty="0">
              <a:latin typeface="Aptos"/>
              <a:ea typeface="+mn-ea"/>
              <a:cs typeface="+mn-cs"/>
            </a:rPr>
            <a:t> in </a:t>
          </a:r>
          <a:r>
            <a:rPr lang="en-US" sz="2600" dirty="0" err="1">
              <a:latin typeface="Aptos"/>
              <a:ea typeface="+mn-ea"/>
              <a:cs typeface="+mn-cs"/>
            </a:rPr>
            <a:t>mjukvara</a:t>
          </a:r>
        </a:p>
      </dgm:t>
    </dgm:pt>
    <dgm:pt modelId="{92116CA1-D90E-443F-B88B-1EDFD1FEB84C}" type="parTrans" cxnId="{44ACA648-216A-44EB-A0C4-3165E781E349}">
      <dgm:prSet/>
      <dgm:spPr/>
      <dgm:t>
        <a:bodyPr/>
        <a:lstStyle/>
        <a:p>
          <a:endParaRPr lang="en-US"/>
        </a:p>
      </dgm:t>
    </dgm:pt>
    <dgm:pt modelId="{8E947F43-E847-4436-8E0D-D2B446A50984}" type="sibTrans" cxnId="{44ACA648-216A-44EB-A0C4-3165E781E349}">
      <dgm:prSet/>
      <dgm:spPr/>
      <dgm:t>
        <a:bodyPr/>
        <a:lstStyle/>
        <a:p>
          <a:endParaRPr lang="en-US"/>
        </a:p>
      </dgm:t>
    </dgm:pt>
    <dgm:pt modelId="{541A8BE3-5D53-4ED1-8DA0-09A7D489F721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sz="2600" dirty="0">
              <a:latin typeface="Aptos"/>
              <a:ea typeface="+mn-ea"/>
              <a:cs typeface="+mn-cs"/>
            </a:rPr>
            <a:t>3. </a:t>
          </a:r>
          <a:r>
            <a:rPr lang="en-US" sz="2600" dirty="0" err="1">
              <a:latin typeface="Aptos"/>
              <a:ea typeface="+mn-ea"/>
              <a:cs typeface="+mn-cs"/>
            </a:rPr>
            <a:t>Verifiera</a:t>
          </a:r>
          <a:r>
            <a:rPr lang="en-US" sz="2600" dirty="0">
              <a:latin typeface="Aptos"/>
              <a:ea typeface="+mn-ea"/>
              <a:cs typeface="+mn-cs"/>
            </a:rPr>
            <a:t> med PowerShell/Python – </a:t>
          </a:r>
          <a:r>
            <a:rPr lang="en-US" sz="2600" dirty="0" err="1">
              <a:latin typeface="Aptos"/>
              <a:ea typeface="+mn-ea"/>
              <a:cs typeface="+mn-cs"/>
            </a:rPr>
            <a:t>kontrollera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att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allt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fungerar</a:t>
          </a:r>
        </a:p>
      </dgm:t>
    </dgm:pt>
    <dgm:pt modelId="{1A546809-C6DE-4BDF-B81A-933BDFD15853}" type="parTrans" cxnId="{9196A102-5230-498B-89D9-AAF524A65643}">
      <dgm:prSet/>
      <dgm:spPr/>
      <dgm:t>
        <a:bodyPr/>
        <a:lstStyle/>
        <a:p>
          <a:endParaRPr lang="en-US"/>
        </a:p>
      </dgm:t>
    </dgm:pt>
    <dgm:pt modelId="{BF11464B-FEB1-4030-B71A-FC8822E83734}" type="sibTrans" cxnId="{9196A102-5230-498B-89D9-AAF524A65643}">
      <dgm:prSet/>
      <dgm:spPr/>
      <dgm:t>
        <a:bodyPr/>
        <a:lstStyle/>
        <a:p>
          <a:endParaRPr lang="en-US"/>
        </a:p>
      </dgm:t>
    </dgm:pt>
    <dgm:pt modelId="{18D5BF7F-6570-4454-AD8E-8078BDECA545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sz="2600" dirty="0">
              <a:latin typeface="Aptos"/>
              <a:ea typeface="+mn-ea"/>
              <a:cs typeface="+mn-cs"/>
            </a:rPr>
            <a:t>JSON </a:t>
          </a:r>
          <a:r>
            <a:rPr lang="en-US" sz="2600" dirty="0" err="1">
              <a:latin typeface="Aptos"/>
              <a:ea typeface="+mn-ea"/>
              <a:cs typeface="+mn-cs"/>
            </a:rPr>
            <a:t>som</a:t>
          </a:r>
          <a:r>
            <a:rPr lang="en-US" sz="2600" dirty="0">
              <a:latin typeface="Aptos"/>
              <a:ea typeface="+mn-ea"/>
              <a:cs typeface="+mn-cs"/>
            </a:rPr>
            <a:t> "</a:t>
          </a:r>
          <a:r>
            <a:rPr lang="en-US" sz="2600" dirty="0" err="1">
              <a:latin typeface="Aptos"/>
              <a:ea typeface="+mn-ea"/>
              <a:cs typeface="+mn-cs"/>
            </a:rPr>
            <a:t>kontrakt</a:t>
          </a:r>
          <a:r>
            <a:rPr lang="en-US" sz="2600" dirty="0">
              <a:latin typeface="Aptos"/>
              <a:ea typeface="+mn-ea"/>
              <a:cs typeface="+mn-cs"/>
            </a:rPr>
            <a:t>": Terraform </a:t>
          </a:r>
          <a:r>
            <a:rPr lang="en-US" sz="2600" dirty="0" err="1">
              <a:latin typeface="Aptos"/>
              <a:ea typeface="+mn-ea"/>
              <a:cs typeface="+mn-cs"/>
            </a:rPr>
            <a:t>skapar</a:t>
          </a:r>
          <a:r>
            <a:rPr lang="en-US" sz="2600" dirty="0">
              <a:latin typeface="Aptos"/>
              <a:ea typeface="+mn-ea"/>
              <a:cs typeface="+mn-cs"/>
            </a:rPr>
            <a:t> JSON → Ansible och PowerShell </a:t>
          </a:r>
          <a:r>
            <a:rPr lang="en-US" sz="2600" dirty="0" err="1">
              <a:latin typeface="Aptos"/>
              <a:ea typeface="+mn-ea"/>
              <a:cs typeface="+mn-cs"/>
            </a:rPr>
            <a:t>läser</a:t>
          </a:r>
          <a:r>
            <a:rPr lang="en-US" sz="2600" dirty="0">
              <a:latin typeface="Aptos"/>
              <a:ea typeface="+mn-ea"/>
              <a:cs typeface="+mn-cs"/>
            </a:rPr>
            <a:t> JSON</a:t>
          </a:r>
        </a:p>
      </dgm:t>
    </dgm:pt>
    <dgm:pt modelId="{64468DC5-F3CF-4411-8A13-522658E559EB}" type="parTrans" cxnId="{55146C39-0D7B-4B71-BEFD-2AC4E5D1B31F}">
      <dgm:prSet/>
      <dgm:spPr/>
      <dgm:t>
        <a:bodyPr/>
        <a:lstStyle/>
        <a:p>
          <a:endParaRPr lang="en-US"/>
        </a:p>
      </dgm:t>
    </dgm:pt>
    <dgm:pt modelId="{25F5DA93-1F49-4170-B80B-6EF4F0B843C6}" type="sibTrans" cxnId="{55146C39-0D7B-4B71-BEFD-2AC4E5D1B31F}">
      <dgm:prSet/>
      <dgm:spPr/>
      <dgm:t>
        <a:bodyPr/>
        <a:lstStyle/>
        <a:p>
          <a:endParaRPr lang="en-US"/>
        </a:p>
      </dgm:t>
    </dgm:pt>
    <dgm:pt modelId="{41B72309-4E7C-4234-8C77-E51E8B43F303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sz="2600" dirty="0">
              <a:latin typeface="Aptos"/>
              <a:ea typeface="+mn-ea"/>
              <a:cs typeface="+mn-cs"/>
            </a:rPr>
            <a:t>Git </a:t>
          </a:r>
          <a:r>
            <a:rPr lang="en-US" sz="2600" dirty="0" err="1">
              <a:latin typeface="Aptos"/>
              <a:ea typeface="+mn-ea"/>
              <a:cs typeface="+mn-cs"/>
            </a:rPr>
            <a:t>är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viktigt</a:t>
          </a:r>
          <a:r>
            <a:rPr lang="en-US" sz="2600" dirty="0">
              <a:latin typeface="Aptos"/>
              <a:ea typeface="+mn-ea"/>
              <a:cs typeface="+mn-cs"/>
            </a:rPr>
            <a:t>: </a:t>
          </a:r>
          <a:r>
            <a:rPr lang="en-US" sz="2600" dirty="0" err="1">
              <a:latin typeface="Aptos"/>
              <a:ea typeface="+mn-ea"/>
              <a:cs typeface="+mn-cs"/>
            </a:rPr>
            <a:t>Versionshantering</a:t>
          </a:r>
          <a:r>
            <a:rPr lang="en-US" sz="2600" dirty="0">
              <a:latin typeface="Aptos"/>
              <a:ea typeface="+mn-ea"/>
              <a:cs typeface="+mn-cs"/>
            </a:rPr>
            <a:t> av </a:t>
          </a:r>
          <a:r>
            <a:rPr lang="en-US" sz="2600" dirty="0" err="1">
              <a:latin typeface="Aptos"/>
              <a:ea typeface="+mn-ea"/>
              <a:cs typeface="+mn-cs"/>
            </a:rPr>
            <a:t>hela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kedjan</a:t>
          </a:r>
          <a:r>
            <a:rPr lang="en-US" sz="2600" dirty="0">
              <a:latin typeface="Aptos"/>
              <a:ea typeface="+mn-ea"/>
              <a:cs typeface="+mn-cs"/>
            </a:rPr>
            <a:t>, </a:t>
          </a:r>
          <a:r>
            <a:rPr lang="en-US" sz="2600" dirty="0" err="1">
              <a:latin typeface="Aptos"/>
              <a:ea typeface="+mn-ea"/>
              <a:cs typeface="+mn-cs"/>
            </a:rPr>
            <a:t>spårbarhet</a:t>
          </a:r>
          <a:r>
            <a:rPr lang="en-US" sz="2600" dirty="0">
              <a:latin typeface="Aptos"/>
              <a:ea typeface="+mn-ea"/>
              <a:cs typeface="+mn-cs"/>
            </a:rPr>
            <a:t> och </a:t>
          </a:r>
          <a:r>
            <a:rPr lang="en-US" sz="2600" dirty="0" err="1">
              <a:latin typeface="Aptos"/>
              <a:ea typeface="+mn-ea"/>
              <a:cs typeface="+mn-cs"/>
            </a:rPr>
            <a:t>samarbete</a:t>
          </a:r>
        </a:p>
      </dgm:t>
    </dgm:pt>
    <dgm:pt modelId="{905A2577-5651-4756-8718-B082F08F76A8}" type="parTrans" cxnId="{C689D71A-A275-49AE-8ABA-0E586AC881A2}">
      <dgm:prSet/>
      <dgm:spPr/>
      <dgm:t>
        <a:bodyPr/>
        <a:lstStyle/>
        <a:p>
          <a:endParaRPr lang="en-US"/>
        </a:p>
      </dgm:t>
    </dgm:pt>
    <dgm:pt modelId="{11C69C41-DFB1-43A6-94CF-C3DD9C9EBE6A}" type="sibTrans" cxnId="{C689D71A-A275-49AE-8ABA-0E586AC881A2}">
      <dgm:prSet/>
      <dgm:spPr/>
      <dgm:t>
        <a:bodyPr/>
        <a:lstStyle/>
        <a:p>
          <a:endParaRPr lang="en-US"/>
        </a:p>
      </dgm:t>
    </dgm:pt>
    <dgm:pt modelId="{D7C44628-4036-4BC6-BAA4-39F6D8F27127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sz="2600" dirty="0">
              <a:latin typeface="Aptos"/>
              <a:ea typeface="+mn-ea"/>
              <a:cs typeface="+mn-cs"/>
            </a:rPr>
            <a:t>Idempotent: </a:t>
          </a:r>
          <a:r>
            <a:rPr lang="en-US" sz="2600" dirty="0" err="1">
              <a:latin typeface="Aptos"/>
              <a:ea typeface="+mn-ea"/>
              <a:cs typeface="+mn-cs"/>
            </a:rPr>
            <a:t>Varje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steg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i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kedjan</a:t>
          </a:r>
          <a:r>
            <a:rPr lang="en-US" sz="2600" dirty="0">
              <a:latin typeface="Aptos"/>
              <a:ea typeface="+mn-ea"/>
              <a:cs typeface="+mn-cs"/>
            </a:rPr>
            <a:t> ska </a:t>
          </a:r>
          <a:r>
            <a:rPr lang="en-US" sz="2600" dirty="0" err="1">
              <a:latin typeface="Aptos"/>
              <a:ea typeface="+mn-ea"/>
              <a:cs typeface="+mn-cs"/>
            </a:rPr>
            <a:t>tåla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att</a:t>
          </a:r>
          <a:r>
            <a:rPr lang="en-US" sz="2600" dirty="0">
              <a:latin typeface="Aptos"/>
              <a:ea typeface="+mn-ea"/>
              <a:cs typeface="+mn-cs"/>
            </a:rPr>
            <a:t> </a:t>
          </a:r>
          <a:r>
            <a:rPr lang="en-US" sz="2600" dirty="0" err="1">
              <a:latin typeface="Aptos"/>
              <a:ea typeface="+mn-ea"/>
              <a:cs typeface="+mn-cs"/>
            </a:rPr>
            <a:t>köras</a:t>
          </a:r>
          <a:r>
            <a:rPr lang="en-US" sz="2600" dirty="0">
              <a:latin typeface="Aptos"/>
              <a:ea typeface="+mn-ea"/>
              <a:cs typeface="+mn-cs"/>
            </a:rPr>
            <a:t> om och om </a:t>
          </a:r>
          <a:r>
            <a:rPr lang="en-US" sz="2600" dirty="0" err="1">
              <a:latin typeface="Aptos"/>
              <a:ea typeface="+mn-ea"/>
              <a:cs typeface="+mn-cs"/>
            </a:rPr>
            <a:t>igen</a:t>
          </a:r>
        </a:p>
      </dgm:t>
    </dgm:pt>
    <dgm:pt modelId="{C2AB1CE6-90E7-496D-8517-235ACB4E2F41}" type="parTrans" cxnId="{C3319912-E333-4B32-9ED2-99888203D868}">
      <dgm:prSet/>
      <dgm:spPr/>
      <dgm:t>
        <a:bodyPr/>
        <a:lstStyle/>
        <a:p>
          <a:endParaRPr lang="en-US"/>
        </a:p>
      </dgm:t>
    </dgm:pt>
    <dgm:pt modelId="{D9A62D81-4E1D-4126-A926-F30F0744827C}" type="sibTrans" cxnId="{C3319912-E333-4B32-9ED2-99888203D868}">
      <dgm:prSet/>
      <dgm:spPr/>
      <dgm:t>
        <a:bodyPr/>
        <a:lstStyle/>
        <a:p>
          <a:endParaRPr lang="en-US"/>
        </a:p>
      </dgm:t>
    </dgm:pt>
    <dgm:pt modelId="{3E97AE24-9387-4CC9-993D-741C46913107}" type="pres">
      <dgm:prSet presAssocID="{42AD4BE2-58A5-453C-9F46-31AD04757218}" presName="linear" presStyleCnt="0">
        <dgm:presLayoutVars>
          <dgm:animLvl val="lvl"/>
          <dgm:resizeHandles val="exact"/>
        </dgm:presLayoutVars>
      </dgm:prSet>
      <dgm:spPr/>
    </dgm:pt>
    <dgm:pt modelId="{99AD4C15-C7DC-4DF5-949A-8FB5F43526B0}" type="pres">
      <dgm:prSet presAssocID="{B1C6506C-5F6B-4893-BF19-3122991313A5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97D01202-A37C-444B-AAB8-380AC0DAC375}" type="pres">
      <dgm:prSet presAssocID="{45A230BC-E25C-44EF-83E1-251BC3BCDCCF}" presName="spacer" presStyleCnt="0"/>
      <dgm:spPr/>
    </dgm:pt>
    <dgm:pt modelId="{59F683E7-6B15-4C3D-B100-0C3E56C50DD3}" type="pres">
      <dgm:prSet presAssocID="{9FA4C56E-5C9F-46DE-A292-08813788064D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CFCFE871-FF98-4505-93A1-50527459ADD2}" type="pres">
      <dgm:prSet presAssocID="{C1B4DC2E-1C82-4C8C-BA4E-60BDE3A13D5C}" presName="spacer" presStyleCnt="0"/>
      <dgm:spPr/>
    </dgm:pt>
    <dgm:pt modelId="{5663049E-6B27-41A5-8B64-1B616E25BED7}" type="pres">
      <dgm:prSet presAssocID="{238F7F96-2F7F-4587-9D32-C2115DE07765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551E1EB-F116-4C34-8FDC-C2D130923E8C}" type="pres">
      <dgm:prSet presAssocID="{AA286EA1-327B-4E21-8FB0-4247E716D3EE}" presName="spacer" presStyleCnt="0"/>
      <dgm:spPr/>
    </dgm:pt>
    <dgm:pt modelId="{39FDDD6E-837A-4036-B77E-F5388B317091}" type="pres">
      <dgm:prSet presAssocID="{7D4AB9C9-8F59-41AA-BA7A-E8450140D27A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33AAEA3A-349F-455C-BEF3-CD4091B04057}" type="pres">
      <dgm:prSet presAssocID="{8E947F43-E847-4436-8E0D-D2B446A50984}" presName="spacer" presStyleCnt="0"/>
      <dgm:spPr/>
    </dgm:pt>
    <dgm:pt modelId="{9A02535B-811F-4805-BD48-755ACCE0BBBD}" type="pres">
      <dgm:prSet presAssocID="{541A8BE3-5D53-4ED1-8DA0-09A7D489F72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67B068DC-AED6-42FB-BF08-EBB377295C18}" type="pres">
      <dgm:prSet presAssocID="{BF11464B-FEB1-4030-B71A-FC8822E83734}" presName="spacer" presStyleCnt="0"/>
      <dgm:spPr/>
    </dgm:pt>
    <dgm:pt modelId="{571EF1EB-3A1B-47D4-A5AA-72B0991E22C6}" type="pres">
      <dgm:prSet presAssocID="{18D5BF7F-6570-4454-AD8E-8078BDECA545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4F7A3BAE-2937-45A9-AC67-1BBDFCF23EE4}" type="pres">
      <dgm:prSet presAssocID="{25F5DA93-1F49-4170-B80B-6EF4F0B843C6}" presName="spacer" presStyleCnt="0"/>
      <dgm:spPr/>
    </dgm:pt>
    <dgm:pt modelId="{0D07BB46-0EF7-4E15-BE5A-E52AC90039C6}" type="pres">
      <dgm:prSet presAssocID="{41B72309-4E7C-4234-8C77-E51E8B43F303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8F8AC66D-B473-4CC2-A408-DB97347141DD}" type="pres">
      <dgm:prSet presAssocID="{11C69C41-DFB1-43A6-94CF-C3DD9C9EBE6A}" presName="spacer" presStyleCnt="0"/>
      <dgm:spPr/>
    </dgm:pt>
    <dgm:pt modelId="{8957DE7B-4FD8-4054-B98E-3677A8BC0F93}" type="pres">
      <dgm:prSet presAssocID="{D7C44628-4036-4BC6-BAA4-39F6D8F27127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C9B6402-0CAD-4CF1-84D1-CCAD54B05C24}" srcId="{42AD4BE2-58A5-453C-9F46-31AD04757218}" destId="{9FA4C56E-5C9F-46DE-A292-08813788064D}" srcOrd="1" destOrd="0" parTransId="{0E19F7B1-3B68-4899-A456-F8C88593B4BD}" sibTransId="{C1B4DC2E-1C82-4C8C-BA4E-60BDE3A13D5C}"/>
    <dgm:cxn modelId="{9196A102-5230-498B-89D9-AAF524A65643}" srcId="{42AD4BE2-58A5-453C-9F46-31AD04757218}" destId="{541A8BE3-5D53-4ED1-8DA0-09A7D489F721}" srcOrd="4" destOrd="0" parTransId="{1A546809-C6DE-4BDF-B81A-933BDFD15853}" sibTransId="{BF11464B-FEB1-4030-B71A-FC8822E83734}"/>
    <dgm:cxn modelId="{01CBF205-84BB-4B7D-94BE-B168F821225D}" type="presOf" srcId="{41B72309-4E7C-4234-8C77-E51E8B43F303}" destId="{0D07BB46-0EF7-4E15-BE5A-E52AC90039C6}" srcOrd="0" destOrd="0" presId="urn:microsoft.com/office/officeart/2005/8/layout/vList2"/>
    <dgm:cxn modelId="{7981E80D-5053-435B-B9B1-D2A2AF0A99E8}" type="presOf" srcId="{7D4AB9C9-8F59-41AA-BA7A-E8450140D27A}" destId="{39FDDD6E-837A-4036-B77E-F5388B317091}" srcOrd="0" destOrd="0" presId="urn:microsoft.com/office/officeart/2005/8/layout/vList2"/>
    <dgm:cxn modelId="{D5FDB611-8DF5-4F91-BDEE-B9C14D9FC851}" srcId="{42AD4BE2-58A5-453C-9F46-31AD04757218}" destId="{B1C6506C-5F6B-4893-BF19-3122991313A5}" srcOrd="0" destOrd="0" parTransId="{E2CCEBDF-548F-44DB-950F-181848CC8220}" sibTransId="{45A230BC-E25C-44EF-83E1-251BC3BCDCCF}"/>
    <dgm:cxn modelId="{C3319912-E333-4B32-9ED2-99888203D868}" srcId="{42AD4BE2-58A5-453C-9F46-31AD04757218}" destId="{D7C44628-4036-4BC6-BAA4-39F6D8F27127}" srcOrd="7" destOrd="0" parTransId="{C2AB1CE6-90E7-496D-8517-235ACB4E2F41}" sibTransId="{D9A62D81-4E1D-4126-A926-F30F0744827C}"/>
    <dgm:cxn modelId="{C689D71A-A275-49AE-8ABA-0E586AC881A2}" srcId="{42AD4BE2-58A5-453C-9F46-31AD04757218}" destId="{41B72309-4E7C-4234-8C77-E51E8B43F303}" srcOrd="6" destOrd="0" parTransId="{905A2577-5651-4756-8718-B082F08F76A8}" sibTransId="{11C69C41-DFB1-43A6-94CF-C3DD9C9EBE6A}"/>
    <dgm:cxn modelId="{E0667538-3EB0-4A55-848C-11EF558CDB70}" type="presOf" srcId="{42AD4BE2-58A5-453C-9F46-31AD04757218}" destId="{3E97AE24-9387-4CC9-993D-741C46913107}" srcOrd="0" destOrd="0" presId="urn:microsoft.com/office/officeart/2005/8/layout/vList2"/>
    <dgm:cxn modelId="{55146C39-0D7B-4B71-BEFD-2AC4E5D1B31F}" srcId="{42AD4BE2-58A5-453C-9F46-31AD04757218}" destId="{18D5BF7F-6570-4454-AD8E-8078BDECA545}" srcOrd="5" destOrd="0" parTransId="{64468DC5-F3CF-4411-8A13-522658E559EB}" sibTransId="{25F5DA93-1F49-4170-B80B-6EF4F0B843C6}"/>
    <dgm:cxn modelId="{D29F1447-D8DD-47A9-B97D-9F6B09C7B88A}" type="presOf" srcId="{B1C6506C-5F6B-4893-BF19-3122991313A5}" destId="{99AD4C15-C7DC-4DF5-949A-8FB5F43526B0}" srcOrd="0" destOrd="0" presId="urn:microsoft.com/office/officeart/2005/8/layout/vList2"/>
    <dgm:cxn modelId="{44ACA648-216A-44EB-A0C4-3165E781E349}" srcId="{42AD4BE2-58A5-453C-9F46-31AD04757218}" destId="{7D4AB9C9-8F59-41AA-BA7A-E8450140D27A}" srcOrd="3" destOrd="0" parTransId="{92116CA1-D90E-443F-B88B-1EDFD1FEB84C}" sibTransId="{8E947F43-E847-4436-8E0D-D2B446A50984}"/>
    <dgm:cxn modelId="{C7EE368B-BEF3-4038-9848-7602FA3337D0}" srcId="{42AD4BE2-58A5-453C-9F46-31AD04757218}" destId="{238F7F96-2F7F-4587-9D32-C2115DE07765}" srcOrd="2" destOrd="0" parTransId="{418926C7-B048-4492-A8BA-DEC63D4816BE}" sibTransId="{AA286EA1-327B-4E21-8FB0-4247E716D3EE}"/>
    <dgm:cxn modelId="{07AB8398-0E8A-45DD-8CA7-A5800B8F6578}" type="presOf" srcId="{18D5BF7F-6570-4454-AD8E-8078BDECA545}" destId="{571EF1EB-3A1B-47D4-A5AA-72B0991E22C6}" srcOrd="0" destOrd="0" presId="urn:microsoft.com/office/officeart/2005/8/layout/vList2"/>
    <dgm:cxn modelId="{9C4B36A0-1968-4091-A27E-008119D2CA4F}" type="presOf" srcId="{541A8BE3-5D53-4ED1-8DA0-09A7D489F721}" destId="{9A02535B-811F-4805-BD48-755ACCE0BBBD}" srcOrd="0" destOrd="0" presId="urn:microsoft.com/office/officeart/2005/8/layout/vList2"/>
    <dgm:cxn modelId="{209DF2BA-E5C0-4E64-83BE-D6CB2950F506}" type="presOf" srcId="{9FA4C56E-5C9F-46DE-A292-08813788064D}" destId="{59F683E7-6B15-4C3D-B100-0C3E56C50DD3}" srcOrd="0" destOrd="0" presId="urn:microsoft.com/office/officeart/2005/8/layout/vList2"/>
    <dgm:cxn modelId="{5EDA36D8-5524-4FA0-BD32-A384D16505ED}" type="presOf" srcId="{D7C44628-4036-4BC6-BAA4-39F6D8F27127}" destId="{8957DE7B-4FD8-4054-B98E-3677A8BC0F93}" srcOrd="0" destOrd="0" presId="urn:microsoft.com/office/officeart/2005/8/layout/vList2"/>
    <dgm:cxn modelId="{D304B3E1-BD9D-47D8-93B4-0ABA3546027D}" type="presOf" srcId="{238F7F96-2F7F-4587-9D32-C2115DE07765}" destId="{5663049E-6B27-41A5-8B64-1B616E25BED7}" srcOrd="0" destOrd="0" presId="urn:microsoft.com/office/officeart/2005/8/layout/vList2"/>
    <dgm:cxn modelId="{F4C403D7-7689-4BFF-9EF7-9BE5C14EDFE7}" type="presParOf" srcId="{3E97AE24-9387-4CC9-993D-741C46913107}" destId="{99AD4C15-C7DC-4DF5-949A-8FB5F43526B0}" srcOrd="0" destOrd="0" presId="urn:microsoft.com/office/officeart/2005/8/layout/vList2"/>
    <dgm:cxn modelId="{97C07D5B-1F20-4C81-8947-EE98A9D7AA7C}" type="presParOf" srcId="{3E97AE24-9387-4CC9-993D-741C46913107}" destId="{97D01202-A37C-444B-AAB8-380AC0DAC375}" srcOrd="1" destOrd="0" presId="urn:microsoft.com/office/officeart/2005/8/layout/vList2"/>
    <dgm:cxn modelId="{F8DBB4FC-956F-428D-9657-212D1F4BE87D}" type="presParOf" srcId="{3E97AE24-9387-4CC9-993D-741C46913107}" destId="{59F683E7-6B15-4C3D-B100-0C3E56C50DD3}" srcOrd="2" destOrd="0" presId="urn:microsoft.com/office/officeart/2005/8/layout/vList2"/>
    <dgm:cxn modelId="{6954926B-449B-4128-8609-1913EBB132C8}" type="presParOf" srcId="{3E97AE24-9387-4CC9-993D-741C46913107}" destId="{CFCFE871-FF98-4505-93A1-50527459ADD2}" srcOrd="3" destOrd="0" presId="urn:microsoft.com/office/officeart/2005/8/layout/vList2"/>
    <dgm:cxn modelId="{EFC2858A-2E6B-4E01-AA5F-C502E31B3B87}" type="presParOf" srcId="{3E97AE24-9387-4CC9-993D-741C46913107}" destId="{5663049E-6B27-41A5-8B64-1B616E25BED7}" srcOrd="4" destOrd="0" presId="urn:microsoft.com/office/officeart/2005/8/layout/vList2"/>
    <dgm:cxn modelId="{4EAAFF77-355A-4300-A098-83F50CE33674}" type="presParOf" srcId="{3E97AE24-9387-4CC9-993D-741C46913107}" destId="{8551E1EB-F116-4C34-8FDC-C2D130923E8C}" srcOrd="5" destOrd="0" presId="urn:microsoft.com/office/officeart/2005/8/layout/vList2"/>
    <dgm:cxn modelId="{8CDD4ADC-1C54-4BAC-BD94-D8E0487DAF6F}" type="presParOf" srcId="{3E97AE24-9387-4CC9-993D-741C46913107}" destId="{39FDDD6E-837A-4036-B77E-F5388B317091}" srcOrd="6" destOrd="0" presId="urn:microsoft.com/office/officeart/2005/8/layout/vList2"/>
    <dgm:cxn modelId="{6B7F5F09-6248-4F24-A431-FD3B6D12B9FB}" type="presParOf" srcId="{3E97AE24-9387-4CC9-993D-741C46913107}" destId="{33AAEA3A-349F-455C-BEF3-CD4091B04057}" srcOrd="7" destOrd="0" presId="urn:microsoft.com/office/officeart/2005/8/layout/vList2"/>
    <dgm:cxn modelId="{AB7415E7-9A58-4B60-9B3A-57A6683D5319}" type="presParOf" srcId="{3E97AE24-9387-4CC9-993D-741C46913107}" destId="{9A02535B-811F-4805-BD48-755ACCE0BBBD}" srcOrd="8" destOrd="0" presId="urn:microsoft.com/office/officeart/2005/8/layout/vList2"/>
    <dgm:cxn modelId="{AD9225F1-4F59-4C8D-BED4-47E34D2B374B}" type="presParOf" srcId="{3E97AE24-9387-4CC9-993D-741C46913107}" destId="{67B068DC-AED6-42FB-BF08-EBB377295C18}" srcOrd="9" destOrd="0" presId="urn:microsoft.com/office/officeart/2005/8/layout/vList2"/>
    <dgm:cxn modelId="{8D5EBEEF-C856-4FD4-9AFD-2D7481A77767}" type="presParOf" srcId="{3E97AE24-9387-4CC9-993D-741C46913107}" destId="{571EF1EB-3A1B-47D4-A5AA-72B0991E22C6}" srcOrd="10" destOrd="0" presId="urn:microsoft.com/office/officeart/2005/8/layout/vList2"/>
    <dgm:cxn modelId="{5AA268E8-DE35-4CB5-AE10-5AFF2B4B7F72}" type="presParOf" srcId="{3E97AE24-9387-4CC9-993D-741C46913107}" destId="{4F7A3BAE-2937-45A9-AC67-1BBDFCF23EE4}" srcOrd="11" destOrd="0" presId="urn:microsoft.com/office/officeart/2005/8/layout/vList2"/>
    <dgm:cxn modelId="{5262A61C-B26B-489C-8A9C-2C2C11A32727}" type="presParOf" srcId="{3E97AE24-9387-4CC9-993D-741C46913107}" destId="{0D07BB46-0EF7-4E15-BE5A-E52AC90039C6}" srcOrd="12" destOrd="0" presId="urn:microsoft.com/office/officeart/2005/8/layout/vList2"/>
    <dgm:cxn modelId="{7E07CF33-420D-4748-B022-025757151173}" type="presParOf" srcId="{3E97AE24-9387-4CC9-993D-741C46913107}" destId="{8F8AC66D-B473-4CC2-A408-DB97347141DD}" srcOrd="13" destOrd="0" presId="urn:microsoft.com/office/officeart/2005/8/layout/vList2"/>
    <dgm:cxn modelId="{8491D67A-BC3A-455A-9849-37B5F9144109}" type="presParOf" srcId="{3E97AE24-9387-4CC9-993D-741C46913107}" destId="{8957DE7B-4FD8-4054-B98E-3677A8BC0F93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D4C15-C7DC-4DF5-949A-8FB5F43526B0}">
      <dsp:nvSpPr>
        <dsp:cNvPr id="0" name=""/>
        <dsp:cNvSpPr/>
      </dsp:nvSpPr>
      <dsp:spPr>
        <a:xfrm>
          <a:off x="0" y="76238"/>
          <a:ext cx="12180710" cy="6692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 err="1">
              <a:latin typeface="Aptos"/>
              <a:ea typeface="+mn-ea"/>
              <a:cs typeface="+mn-cs"/>
            </a:rPr>
            <a:t>Kedjan</a:t>
          </a:r>
          <a:r>
            <a:rPr lang="en-US" sz="2600" b="1" kern="1200" dirty="0">
              <a:latin typeface="Aptos"/>
              <a:ea typeface="+mn-ea"/>
              <a:cs typeface="+mn-cs"/>
            </a:rPr>
            <a:t> </a:t>
          </a:r>
          <a:r>
            <a:rPr lang="en-US" sz="2600" b="1" kern="1200" dirty="0" err="1">
              <a:latin typeface="Aptos"/>
              <a:ea typeface="+mn-ea"/>
              <a:cs typeface="+mn-cs"/>
            </a:rPr>
            <a:t>består</a:t>
          </a:r>
          <a:r>
            <a:rPr lang="en-US" sz="2600" b="1" kern="1200" dirty="0">
              <a:latin typeface="Aptos"/>
              <a:ea typeface="+mn-ea"/>
              <a:cs typeface="+mn-cs"/>
            </a:rPr>
            <a:t> av </a:t>
          </a:r>
          <a:r>
            <a:rPr lang="en-US" sz="2600" b="1" kern="1200" dirty="0" err="1">
              <a:latin typeface="Aptos"/>
              <a:ea typeface="+mn-ea"/>
              <a:cs typeface="+mn-cs"/>
            </a:rPr>
            <a:t>tre</a:t>
          </a:r>
          <a:r>
            <a:rPr lang="en-US" sz="2600" b="1" kern="1200" dirty="0">
              <a:latin typeface="Aptos"/>
              <a:ea typeface="+mn-ea"/>
              <a:cs typeface="+mn-cs"/>
            </a:rPr>
            <a:t> </a:t>
          </a:r>
          <a:r>
            <a:rPr lang="en-US" sz="2600" b="1" kern="1200" dirty="0" err="1">
              <a:latin typeface="Aptos"/>
              <a:ea typeface="+mn-ea"/>
              <a:cs typeface="+mn-cs"/>
            </a:rPr>
            <a:t>steg</a:t>
          </a:r>
          <a:r>
            <a:rPr lang="en-US" sz="2600" b="1" kern="1200" dirty="0">
              <a:latin typeface="Aptos"/>
              <a:ea typeface="+mn-ea"/>
              <a:cs typeface="+mn-cs"/>
            </a:rPr>
            <a:t>:</a:t>
          </a:r>
          <a:endParaRPr lang="en-US" sz="2600" kern="1200" dirty="0">
            <a:latin typeface="Aptos"/>
            <a:ea typeface="+mn-ea"/>
            <a:cs typeface="+mn-cs"/>
          </a:endParaRPr>
        </a:p>
      </dsp:txBody>
      <dsp:txXfrm>
        <a:off x="32670" y="108908"/>
        <a:ext cx="12115370" cy="603900"/>
      </dsp:txXfrm>
    </dsp:sp>
    <dsp:sp modelId="{59F683E7-6B15-4C3D-B100-0C3E56C50DD3}">
      <dsp:nvSpPr>
        <dsp:cNvPr id="0" name=""/>
        <dsp:cNvSpPr/>
      </dsp:nvSpPr>
      <dsp:spPr>
        <a:xfrm>
          <a:off x="0" y="820358"/>
          <a:ext cx="12180710" cy="6692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>
              <a:latin typeface="Aptos"/>
              <a:ea typeface="+mn-ea"/>
              <a:cs typeface="+mn-cs"/>
            </a:rPr>
            <a:t>Kedjan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består</a:t>
          </a:r>
          <a:r>
            <a:rPr lang="en-US" sz="2600" kern="1200" dirty="0">
              <a:latin typeface="Aptos"/>
              <a:ea typeface="+mn-ea"/>
              <a:cs typeface="+mn-cs"/>
            </a:rPr>
            <a:t> av </a:t>
          </a:r>
          <a:r>
            <a:rPr lang="en-US" sz="2600" kern="1200" dirty="0" err="1">
              <a:latin typeface="Aptos"/>
              <a:ea typeface="+mn-ea"/>
              <a:cs typeface="+mn-cs"/>
            </a:rPr>
            <a:t>tre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steg</a:t>
          </a:r>
          <a:r>
            <a:rPr lang="en-US" sz="2600" kern="1200" dirty="0">
              <a:latin typeface="Aptos"/>
              <a:ea typeface="+mn-ea"/>
              <a:cs typeface="+mn-cs"/>
            </a:rPr>
            <a:t>:</a:t>
          </a:r>
        </a:p>
      </dsp:txBody>
      <dsp:txXfrm>
        <a:off x="32670" y="853028"/>
        <a:ext cx="12115370" cy="603900"/>
      </dsp:txXfrm>
    </dsp:sp>
    <dsp:sp modelId="{5663049E-6B27-41A5-8B64-1B616E25BED7}">
      <dsp:nvSpPr>
        <dsp:cNvPr id="0" name=""/>
        <dsp:cNvSpPr/>
      </dsp:nvSpPr>
      <dsp:spPr>
        <a:xfrm>
          <a:off x="0" y="1564478"/>
          <a:ext cx="12180710" cy="6692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/>
              <a:ea typeface="+mn-ea"/>
              <a:cs typeface="+mn-cs"/>
            </a:rPr>
            <a:t>1. </a:t>
          </a:r>
          <a:r>
            <a:rPr lang="en-US" sz="2600" kern="1200" dirty="0" err="1">
              <a:latin typeface="Aptos"/>
              <a:ea typeface="+mn-ea"/>
              <a:cs typeface="+mn-cs"/>
            </a:rPr>
            <a:t>Provisionera</a:t>
          </a:r>
          <a:r>
            <a:rPr lang="en-US" sz="2600" kern="1200" dirty="0">
              <a:latin typeface="Aptos"/>
              <a:ea typeface="+mn-ea"/>
              <a:cs typeface="+mn-cs"/>
            </a:rPr>
            <a:t> med Terraform – </a:t>
          </a:r>
          <a:r>
            <a:rPr lang="en-US" sz="2600" kern="1200" dirty="0" err="1">
              <a:latin typeface="Aptos"/>
              <a:ea typeface="+mn-ea"/>
              <a:cs typeface="+mn-cs"/>
            </a:rPr>
            <a:t>skapa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infrastruktur</a:t>
          </a:r>
        </a:p>
      </dsp:txBody>
      <dsp:txXfrm>
        <a:off x="32670" y="1597148"/>
        <a:ext cx="12115370" cy="603900"/>
      </dsp:txXfrm>
    </dsp:sp>
    <dsp:sp modelId="{39FDDD6E-837A-4036-B77E-F5388B317091}">
      <dsp:nvSpPr>
        <dsp:cNvPr id="0" name=""/>
        <dsp:cNvSpPr/>
      </dsp:nvSpPr>
      <dsp:spPr>
        <a:xfrm>
          <a:off x="0" y="2308598"/>
          <a:ext cx="12180710" cy="6692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/>
              <a:ea typeface="+mn-ea"/>
              <a:cs typeface="+mn-cs"/>
            </a:rPr>
            <a:t>2. </a:t>
          </a:r>
          <a:r>
            <a:rPr lang="en-US" sz="2600" kern="1200" dirty="0" err="1">
              <a:latin typeface="Aptos"/>
              <a:ea typeface="+mn-ea"/>
              <a:cs typeface="+mn-cs"/>
            </a:rPr>
            <a:t>Konfigurera</a:t>
          </a:r>
          <a:r>
            <a:rPr lang="en-US" sz="2600" kern="1200" dirty="0">
              <a:latin typeface="Aptos"/>
              <a:ea typeface="+mn-ea"/>
              <a:cs typeface="+mn-cs"/>
            </a:rPr>
            <a:t> med Ansible – </a:t>
          </a:r>
          <a:r>
            <a:rPr lang="en-US" sz="2600" kern="1200" dirty="0" err="1">
              <a:latin typeface="Aptos"/>
              <a:ea typeface="+mn-ea"/>
              <a:cs typeface="+mn-cs"/>
            </a:rPr>
            <a:t>installera</a:t>
          </a:r>
          <a:r>
            <a:rPr lang="en-US" sz="2600" kern="1200" dirty="0">
              <a:latin typeface="Aptos"/>
              <a:ea typeface="+mn-ea"/>
              <a:cs typeface="+mn-cs"/>
            </a:rPr>
            <a:t> och </a:t>
          </a:r>
          <a:r>
            <a:rPr lang="en-US" sz="2600" kern="1200" dirty="0" err="1">
              <a:latin typeface="Aptos"/>
              <a:ea typeface="+mn-ea"/>
              <a:cs typeface="+mn-cs"/>
            </a:rPr>
            <a:t>ställa</a:t>
          </a:r>
          <a:r>
            <a:rPr lang="en-US" sz="2600" kern="1200" dirty="0">
              <a:latin typeface="Aptos"/>
              <a:ea typeface="+mn-ea"/>
              <a:cs typeface="+mn-cs"/>
            </a:rPr>
            <a:t> in </a:t>
          </a:r>
          <a:r>
            <a:rPr lang="en-US" sz="2600" kern="1200" dirty="0" err="1">
              <a:latin typeface="Aptos"/>
              <a:ea typeface="+mn-ea"/>
              <a:cs typeface="+mn-cs"/>
            </a:rPr>
            <a:t>mjukvara</a:t>
          </a:r>
        </a:p>
      </dsp:txBody>
      <dsp:txXfrm>
        <a:off x="32670" y="2341268"/>
        <a:ext cx="12115370" cy="603900"/>
      </dsp:txXfrm>
    </dsp:sp>
    <dsp:sp modelId="{9A02535B-811F-4805-BD48-755ACCE0BBBD}">
      <dsp:nvSpPr>
        <dsp:cNvPr id="0" name=""/>
        <dsp:cNvSpPr/>
      </dsp:nvSpPr>
      <dsp:spPr>
        <a:xfrm>
          <a:off x="0" y="3052718"/>
          <a:ext cx="12180710" cy="6692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/>
              <a:ea typeface="+mn-ea"/>
              <a:cs typeface="+mn-cs"/>
            </a:rPr>
            <a:t>3. </a:t>
          </a:r>
          <a:r>
            <a:rPr lang="en-US" sz="2600" kern="1200" dirty="0" err="1">
              <a:latin typeface="Aptos"/>
              <a:ea typeface="+mn-ea"/>
              <a:cs typeface="+mn-cs"/>
            </a:rPr>
            <a:t>Verifiera</a:t>
          </a:r>
          <a:r>
            <a:rPr lang="en-US" sz="2600" kern="1200" dirty="0">
              <a:latin typeface="Aptos"/>
              <a:ea typeface="+mn-ea"/>
              <a:cs typeface="+mn-cs"/>
            </a:rPr>
            <a:t> med PowerShell/Python – </a:t>
          </a:r>
          <a:r>
            <a:rPr lang="en-US" sz="2600" kern="1200" dirty="0" err="1">
              <a:latin typeface="Aptos"/>
              <a:ea typeface="+mn-ea"/>
              <a:cs typeface="+mn-cs"/>
            </a:rPr>
            <a:t>kontrollera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att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allt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fungerar</a:t>
          </a:r>
        </a:p>
      </dsp:txBody>
      <dsp:txXfrm>
        <a:off x="32670" y="3085388"/>
        <a:ext cx="12115370" cy="603900"/>
      </dsp:txXfrm>
    </dsp:sp>
    <dsp:sp modelId="{571EF1EB-3A1B-47D4-A5AA-72B0991E22C6}">
      <dsp:nvSpPr>
        <dsp:cNvPr id="0" name=""/>
        <dsp:cNvSpPr/>
      </dsp:nvSpPr>
      <dsp:spPr>
        <a:xfrm>
          <a:off x="0" y="3796839"/>
          <a:ext cx="12180710" cy="6692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/>
              <a:ea typeface="+mn-ea"/>
              <a:cs typeface="+mn-cs"/>
            </a:rPr>
            <a:t>JSON </a:t>
          </a:r>
          <a:r>
            <a:rPr lang="en-US" sz="2600" kern="1200" dirty="0" err="1">
              <a:latin typeface="Aptos"/>
              <a:ea typeface="+mn-ea"/>
              <a:cs typeface="+mn-cs"/>
            </a:rPr>
            <a:t>som</a:t>
          </a:r>
          <a:r>
            <a:rPr lang="en-US" sz="2600" kern="1200" dirty="0">
              <a:latin typeface="Aptos"/>
              <a:ea typeface="+mn-ea"/>
              <a:cs typeface="+mn-cs"/>
            </a:rPr>
            <a:t> "</a:t>
          </a:r>
          <a:r>
            <a:rPr lang="en-US" sz="2600" kern="1200" dirty="0" err="1">
              <a:latin typeface="Aptos"/>
              <a:ea typeface="+mn-ea"/>
              <a:cs typeface="+mn-cs"/>
            </a:rPr>
            <a:t>kontrakt</a:t>
          </a:r>
          <a:r>
            <a:rPr lang="en-US" sz="2600" kern="1200" dirty="0">
              <a:latin typeface="Aptos"/>
              <a:ea typeface="+mn-ea"/>
              <a:cs typeface="+mn-cs"/>
            </a:rPr>
            <a:t>": Terraform </a:t>
          </a:r>
          <a:r>
            <a:rPr lang="en-US" sz="2600" kern="1200" dirty="0" err="1">
              <a:latin typeface="Aptos"/>
              <a:ea typeface="+mn-ea"/>
              <a:cs typeface="+mn-cs"/>
            </a:rPr>
            <a:t>skapar</a:t>
          </a:r>
          <a:r>
            <a:rPr lang="en-US" sz="2600" kern="1200" dirty="0">
              <a:latin typeface="Aptos"/>
              <a:ea typeface="+mn-ea"/>
              <a:cs typeface="+mn-cs"/>
            </a:rPr>
            <a:t> JSON → Ansible och PowerShell </a:t>
          </a:r>
          <a:r>
            <a:rPr lang="en-US" sz="2600" kern="1200" dirty="0" err="1">
              <a:latin typeface="Aptos"/>
              <a:ea typeface="+mn-ea"/>
              <a:cs typeface="+mn-cs"/>
            </a:rPr>
            <a:t>läser</a:t>
          </a:r>
          <a:r>
            <a:rPr lang="en-US" sz="2600" kern="1200" dirty="0">
              <a:latin typeface="Aptos"/>
              <a:ea typeface="+mn-ea"/>
              <a:cs typeface="+mn-cs"/>
            </a:rPr>
            <a:t> JSON</a:t>
          </a:r>
        </a:p>
      </dsp:txBody>
      <dsp:txXfrm>
        <a:off x="32670" y="3829509"/>
        <a:ext cx="12115370" cy="603900"/>
      </dsp:txXfrm>
    </dsp:sp>
    <dsp:sp modelId="{0D07BB46-0EF7-4E15-BE5A-E52AC90039C6}">
      <dsp:nvSpPr>
        <dsp:cNvPr id="0" name=""/>
        <dsp:cNvSpPr/>
      </dsp:nvSpPr>
      <dsp:spPr>
        <a:xfrm>
          <a:off x="0" y="4540959"/>
          <a:ext cx="12180710" cy="6692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/>
              <a:ea typeface="+mn-ea"/>
              <a:cs typeface="+mn-cs"/>
            </a:rPr>
            <a:t>Git </a:t>
          </a:r>
          <a:r>
            <a:rPr lang="en-US" sz="2600" kern="1200" dirty="0" err="1">
              <a:latin typeface="Aptos"/>
              <a:ea typeface="+mn-ea"/>
              <a:cs typeface="+mn-cs"/>
            </a:rPr>
            <a:t>är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viktigt</a:t>
          </a:r>
          <a:r>
            <a:rPr lang="en-US" sz="2600" kern="1200" dirty="0">
              <a:latin typeface="Aptos"/>
              <a:ea typeface="+mn-ea"/>
              <a:cs typeface="+mn-cs"/>
            </a:rPr>
            <a:t>: </a:t>
          </a:r>
          <a:r>
            <a:rPr lang="en-US" sz="2600" kern="1200" dirty="0" err="1">
              <a:latin typeface="Aptos"/>
              <a:ea typeface="+mn-ea"/>
              <a:cs typeface="+mn-cs"/>
            </a:rPr>
            <a:t>Versionshantering</a:t>
          </a:r>
          <a:r>
            <a:rPr lang="en-US" sz="2600" kern="1200" dirty="0">
              <a:latin typeface="Aptos"/>
              <a:ea typeface="+mn-ea"/>
              <a:cs typeface="+mn-cs"/>
            </a:rPr>
            <a:t> av </a:t>
          </a:r>
          <a:r>
            <a:rPr lang="en-US" sz="2600" kern="1200" dirty="0" err="1">
              <a:latin typeface="Aptos"/>
              <a:ea typeface="+mn-ea"/>
              <a:cs typeface="+mn-cs"/>
            </a:rPr>
            <a:t>hela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kedjan</a:t>
          </a:r>
          <a:r>
            <a:rPr lang="en-US" sz="2600" kern="1200" dirty="0">
              <a:latin typeface="Aptos"/>
              <a:ea typeface="+mn-ea"/>
              <a:cs typeface="+mn-cs"/>
            </a:rPr>
            <a:t>, </a:t>
          </a:r>
          <a:r>
            <a:rPr lang="en-US" sz="2600" kern="1200" dirty="0" err="1">
              <a:latin typeface="Aptos"/>
              <a:ea typeface="+mn-ea"/>
              <a:cs typeface="+mn-cs"/>
            </a:rPr>
            <a:t>spårbarhet</a:t>
          </a:r>
          <a:r>
            <a:rPr lang="en-US" sz="2600" kern="1200" dirty="0">
              <a:latin typeface="Aptos"/>
              <a:ea typeface="+mn-ea"/>
              <a:cs typeface="+mn-cs"/>
            </a:rPr>
            <a:t> och </a:t>
          </a:r>
          <a:r>
            <a:rPr lang="en-US" sz="2600" kern="1200" dirty="0" err="1">
              <a:latin typeface="Aptos"/>
              <a:ea typeface="+mn-ea"/>
              <a:cs typeface="+mn-cs"/>
            </a:rPr>
            <a:t>samarbete</a:t>
          </a:r>
        </a:p>
      </dsp:txBody>
      <dsp:txXfrm>
        <a:off x="32670" y="4573629"/>
        <a:ext cx="12115370" cy="603900"/>
      </dsp:txXfrm>
    </dsp:sp>
    <dsp:sp modelId="{8957DE7B-4FD8-4054-B98E-3677A8BC0F93}">
      <dsp:nvSpPr>
        <dsp:cNvPr id="0" name=""/>
        <dsp:cNvSpPr/>
      </dsp:nvSpPr>
      <dsp:spPr>
        <a:xfrm>
          <a:off x="0" y="5285079"/>
          <a:ext cx="12180710" cy="6692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/>
              <a:ea typeface="+mn-ea"/>
              <a:cs typeface="+mn-cs"/>
            </a:rPr>
            <a:t>Idempotent: </a:t>
          </a:r>
          <a:r>
            <a:rPr lang="en-US" sz="2600" kern="1200" dirty="0" err="1">
              <a:latin typeface="Aptos"/>
              <a:ea typeface="+mn-ea"/>
              <a:cs typeface="+mn-cs"/>
            </a:rPr>
            <a:t>Varje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steg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i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kedjan</a:t>
          </a:r>
          <a:r>
            <a:rPr lang="en-US" sz="2600" kern="1200" dirty="0">
              <a:latin typeface="Aptos"/>
              <a:ea typeface="+mn-ea"/>
              <a:cs typeface="+mn-cs"/>
            </a:rPr>
            <a:t> ska </a:t>
          </a:r>
          <a:r>
            <a:rPr lang="en-US" sz="2600" kern="1200" dirty="0" err="1">
              <a:latin typeface="Aptos"/>
              <a:ea typeface="+mn-ea"/>
              <a:cs typeface="+mn-cs"/>
            </a:rPr>
            <a:t>tåla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att</a:t>
          </a:r>
          <a:r>
            <a:rPr lang="en-US" sz="2600" kern="1200" dirty="0">
              <a:latin typeface="Aptos"/>
              <a:ea typeface="+mn-ea"/>
              <a:cs typeface="+mn-cs"/>
            </a:rPr>
            <a:t> </a:t>
          </a:r>
          <a:r>
            <a:rPr lang="en-US" sz="2600" kern="1200" dirty="0" err="1">
              <a:latin typeface="Aptos"/>
              <a:ea typeface="+mn-ea"/>
              <a:cs typeface="+mn-cs"/>
            </a:rPr>
            <a:t>köras</a:t>
          </a:r>
          <a:r>
            <a:rPr lang="en-US" sz="2600" kern="1200" dirty="0">
              <a:latin typeface="Aptos"/>
              <a:ea typeface="+mn-ea"/>
              <a:cs typeface="+mn-cs"/>
            </a:rPr>
            <a:t> om och om </a:t>
          </a:r>
          <a:r>
            <a:rPr lang="en-US" sz="2600" kern="1200" dirty="0" err="1">
              <a:latin typeface="Aptos"/>
              <a:ea typeface="+mn-ea"/>
              <a:cs typeface="+mn-cs"/>
            </a:rPr>
            <a:t>igen</a:t>
          </a:r>
        </a:p>
      </dsp:txBody>
      <dsp:txXfrm>
        <a:off x="32670" y="5317749"/>
        <a:ext cx="12115370" cy="603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hyperlink" Target="https://forms.gle/xfpeDiMVWNRtJVGa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sv-SE" sz="4000">
                <a:solidFill>
                  <a:schemeClr val="tx2"/>
                </a:solidFill>
                <a:ea typeface="+mj-lt"/>
                <a:cs typeface="+mj-lt"/>
              </a:rPr>
              <a:t>Hela Kedjan</a:t>
            </a:r>
            <a:endParaRPr lang="sv-SE" sz="4000">
              <a:solidFill>
                <a:schemeClr val="tx2"/>
              </a:solidFill>
            </a:endParaRP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sv-SE" sz="2000">
                <a:solidFill>
                  <a:schemeClr val="tx2"/>
                </a:solidFill>
              </a:rPr>
              <a:t>Arseniy Buzyan</a:t>
            </a:r>
          </a:p>
        </p:txBody>
      </p:sp>
      <p:pic>
        <p:nvPicPr>
          <p:cNvPr id="7" name="Graphic 6" descr="Planta">
            <a:extLst>
              <a:ext uri="{FF2B5EF4-FFF2-40B4-BE49-F238E27FC236}">
                <a16:creationId xmlns:a16="http://schemas.microsoft.com/office/drawing/2014/main" id="{D53077A0-7844-BCAE-5954-71D713469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93BFFF6-E008-1C26-C29D-197E28AF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700" y="5691"/>
            <a:ext cx="8316606" cy="1348895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Från Isolerade Verktyg till Automationskedja</a:t>
            </a:r>
            <a:endParaRPr lang="sv-SE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Verktyg">
            <a:extLst>
              <a:ext uri="{FF2B5EF4-FFF2-40B4-BE49-F238E27FC236}">
                <a16:creationId xmlns:a16="http://schemas.microsoft.com/office/drawing/2014/main" id="{A0B727E2-7754-73E1-10A3-37BC6322A0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134" y="1918107"/>
            <a:ext cx="3195204" cy="3195204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9EBA893-650C-FA3C-4AC9-860ACBB3F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2590" y="1361446"/>
            <a:ext cx="8315807" cy="22563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Under kursen har du lärt dig flera verktyg – nu ska du lära dig att koppla ihop dem till en komplett kedja.</a:t>
            </a:r>
            <a:endParaRPr lang="sv-SE"/>
          </a:p>
          <a:p>
            <a:pPr marL="0" indent="0">
              <a:buNone/>
            </a:pPr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Enligt en bok om modern automationsarkitektur: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Verktyg som Terraform, Ansible och PowerShell är inte isolerade lösningar – de är delar av ett större automationssystem. Genom att separera provisionering, konfiguration och driftkontroll skapar du en skalbar och hanterbar infrastruktur . Detta kallas </a:t>
            </a:r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Build → Configure → Control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-cykeln .</a:t>
            </a:r>
            <a:endParaRPr lang="sv-SE" sz="2000">
              <a:ea typeface="+mn-lt"/>
              <a:cs typeface="+mn-lt"/>
            </a:endParaRP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53CE381B-1AE6-BE46-15F9-6F7D70E14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394462"/>
              </p:ext>
            </p:extLst>
          </p:nvPr>
        </p:nvGraphicFramePr>
        <p:xfrm>
          <a:off x="3838222" y="3612444"/>
          <a:ext cx="8337266" cy="32702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1128">
                  <a:extLst>
                    <a:ext uri="{9D8B030D-6E8A-4147-A177-3AD203B41FA5}">
                      <a16:colId xmlns:a16="http://schemas.microsoft.com/office/drawing/2014/main" val="1201193201"/>
                    </a:ext>
                  </a:extLst>
                </a:gridCol>
                <a:gridCol w="4736138">
                  <a:extLst>
                    <a:ext uri="{9D8B030D-6E8A-4147-A177-3AD203B41FA5}">
                      <a16:colId xmlns:a16="http://schemas.microsoft.com/office/drawing/2014/main" val="3034480275"/>
                    </a:ext>
                  </a:extLst>
                </a:gridCol>
              </a:tblGrid>
              <a:tr h="6540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Utan kedja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Med kedja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951602"/>
                  </a:ext>
                </a:extLst>
              </a:tr>
              <a:tr h="6540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Manuella steg mellan verktygen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Automatisk övergång mellan stegen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915690"/>
                  </a:ext>
                </a:extLst>
              </a:tr>
              <a:tr h="6540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Risk för mänskliga fel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Konsekvent och repeterbar process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419890"/>
                  </a:ext>
                </a:extLst>
              </a:tr>
              <a:tr h="6540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Svårt att återskapa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Fullständig historik och spårbarhet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948381"/>
                  </a:ext>
                </a:extLst>
              </a:tr>
              <a:tr h="6540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Tidskrävande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Snabb och effektiv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842771"/>
                  </a:ext>
                </a:extLst>
              </a:tr>
            </a:tbl>
          </a:graphicData>
        </a:graphic>
      </p:graphicFrame>
      <p:pic>
        <p:nvPicPr>
          <p:cNvPr id="6" name="Bildobjekt 5">
            <a:extLst>
              <a:ext uri="{FF2B5EF4-FFF2-40B4-BE49-F238E27FC236}">
                <a16:creationId xmlns:a16="http://schemas.microsoft.com/office/drawing/2014/main" id="{FC472661-034F-4D98-6FD2-BE71ADC73A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6" t="-140" r="1630" b="3037"/>
          <a:stretch>
            <a:fillRect/>
          </a:stretch>
        </p:blipFill>
        <p:spPr>
          <a:xfrm>
            <a:off x="-2988" y="34246"/>
            <a:ext cx="12197721" cy="678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27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EFA6C3-82DC-4131-9929-2523E6FD0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BDE7094-DBA3-DEF8-2EFC-8BC9E9E1B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" y="383821"/>
            <a:ext cx="12180471" cy="949840"/>
          </a:xfrm>
        </p:spPr>
        <p:txBody>
          <a:bodyPr>
            <a:normAutofit/>
          </a:bodyPr>
          <a:lstStyle/>
          <a:p>
            <a:r>
              <a:rPr lang="sv-SE" sz="4100">
                <a:ea typeface="+mj-lt"/>
                <a:cs typeface="+mj-lt"/>
              </a:rPr>
              <a:t>Från Verkligheten – Så Här Används Kedjor i Företag</a:t>
            </a:r>
            <a:endParaRPr lang="sv-SE" sz="41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C9469E-14CA-4358-BABC-CBF836A61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869680" cy="767978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8EB4C9-ACAF-4CCA-BA6E-93144319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5753" y="6027658"/>
            <a:ext cx="7906247" cy="830343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375773 w 6884912"/>
              <a:gd name="connsiteY91" fmla="*/ 199913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141123 w 6884912"/>
              <a:gd name="connsiteY100" fmla="*/ 159923 h 1161397"/>
              <a:gd name="connsiteX101" fmla="*/ 6290640 w 6884912"/>
              <a:gd name="connsiteY101" fmla="*/ 167441 h 1161397"/>
              <a:gd name="connsiteX102" fmla="*/ 6322806 w 6884912"/>
              <a:gd name="connsiteY102" fmla="*/ 213293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375773 w 6884912"/>
              <a:gd name="connsiteY90" fmla="*/ 199913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141123 w 6884912"/>
              <a:gd name="connsiteY99" fmla="*/ 159923 h 1161397"/>
              <a:gd name="connsiteX100" fmla="*/ 6290640 w 6884912"/>
              <a:gd name="connsiteY100" fmla="*/ 167441 h 1161397"/>
              <a:gd name="connsiteX101" fmla="*/ 6322806 w 6884912"/>
              <a:gd name="connsiteY101" fmla="*/ 213293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51408 w 6884912"/>
              <a:gd name="connsiteY11" fmla="*/ 984938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26340 w 6884912"/>
              <a:gd name="connsiteY38" fmla="*/ 638496 h 1161397"/>
              <a:gd name="connsiteX39" fmla="*/ 1731986 w 6884912"/>
              <a:gd name="connsiteY39" fmla="*/ 589682 h 1161397"/>
              <a:gd name="connsiteX40" fmla="*/ 1927935 w 6884912"/>
              <a:gd name="connsiteY40" fmla="*/ 628540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830398 w 6884912"/>
              <a:gd name="connsiteY66" fmla="*/ 188383 h 1161397"/>
              <a:gd name="connsiteX67" fmla="*/ 3834360 w 6884912"/>
              <a:gd name="connsiteY67" fmla="*/ 188992 h 1161397"/>
              <a:gd name="connsiteX68" fmla="*/ 3843715 w 6884912"/>
              <a:gd name="connsiteY68" fmla="*/ 188752 h 1161397"/>
              <a:gd name="connsiteX69" fmla="*/ 3842609 w 6884912"/>
              <a:gd name="connsiteY69" fmla="*/ 197386 h 1161397"/>
              <a:gd name="connsiteX70" fmla="*/ 3853961 w 6884912"/>
              <a:gd name="connsiteY70" fmla="*/ 213380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289361 w 6884912"/>
              <a:gd name="connsiteY78" fmla="*/ 196642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375773 w 6884912"/>
              <a:gd name="connsiteY89" fmla="*/ 199913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141123 w 6884912"/>
              <a:gd name="connsiteY98" fmla="*/ 159923 h 1161397"/>
              <a:gd name="connsiteX99" fmla="*/ 6290640 w 6884912"/>
              <a:gd name="connsiteY99" fmla="*/ 167441 h 1161397"/>
              <a:gd name="connsiteX100" fmla="*/ 6322806 w 6884912"/>
              <a:gd name="connsiteY100" fmla="*/ 213293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12111 w 6884912"/>
              <a:gd name="connsiteY7" fmla="*/ 1085599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51408 w 6884912"/>
              <a:gd name="connsiteY10" fmla="*/ 984938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26340 w 6884912"/>
              <a:gd name="connsiteY37" fmla="*/ 638496 h 1161397"/>
              <a:gd name="connsiteX38" fmla="*/ 1731986 w 6884912"/>
              <a:gd name="connsiteY38" fmla="*/ 589682 h 1161397"/>
              <a:gd name="connsiteX39" fmla="*/ 1927935 w 6884912"/>
              <a:gd name="connsiteY39" fmla="*/ 628540 h 1161397"/>
              <a:gd name="connsiteX40" fmla="*/ 2039075 w 6884912"/>
              <a:gd name="connsiteY40" fmla="*/ 599964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561265 w 6884912"/>
              <a:gd name="connsiteY49" fmla="*/ 450623 h 1161397"/>
              <a:gd name="connsiteX50" fmla="*/ 2594349 w 6884912"/>
              <a:gd name="connsiteY50" fmla="*/ 443884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830398 w 6884912"/>
              <a:gd name="connsiteY65" fmla="*/ 188383 h 1161397"/>
              <a:gd name="connsiteX66" fmla="*/ 3834360 w 6884912"/>
              <a:gd name="connsiteY66" fmla="*/ 188992 h 1161397"/>
              <a:gd name="connsiteX67" fmla="*/ 3843715 w 6884912"/>
              <a:gd name="connsiteY67" fmla="*/ 188752 h 1161397"/>
              <a:gd name="connsiteX68" fmla="*/ 3842609 w 6884912"/>
              <a:gd name="connsiteY68" fmla="*/ 197386 h 1161397"/>
              <a:gd name="connsiteX69" fmla="*/ 3853961 w 6884912"/>
              <a:gd name="connsiteY69" fmla="*/ 213380 h 1161397"/>
              <a:gd name="connsiteX70" fmla="*/ 3907640 w 6884912"/>
              <a:gd name="connsiteY70" fmla="*/ 207568 h 1161397"/>
              <a:gd name="connsiteX71" fmla="*/ 3910449 w 6884912"/>
              <a:gd name="connsiteY71" fmla="*/ 197808 h 1161397"/>
              <a:gd name="connsiteX72" fmla="*/ 3917197 w 6884912"/>
              <a:gd name="connsiteY72" fmla="*/ 196121 h 1161397"/>
              <a:gd name="connsiteX73" fmla="*/ 3922400 w 6884912"/>
              <a:gd name="connsiteY73" fmla="*/ 205056 h 1161397"/>
              <a:gd name="connsiteX74" fmla="*/ 4013061 w 6884912"/>
              <a:gd name="connsiteY74" fmla="*/ 224874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289361 w 6884912"/>
              <a:gd name="connsiteY77" fmla="*/ 196642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375773 w 6884912"/>
              <a:gd name="connsiteY88" fmla="*/ 199913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141123 w 6884912"/>
              <a:gd name="connsiteY97" fmla="*/ 159923 h 1161397"/>
              <a:gd name="connsiteX98" fmla="*/ 6290640 w 6884912"/>
              <a:gd name="connsiteY98" fmla="*/ 167441 h 1161397"/>
              <a:gd name="connsiteX99" fmla="*/ 6322806 w 6884912"/>
              <a:gd name="connsiteY99" fmla="*/ 213293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67875 w 6884912"/>
              <a:gd name="connsiteY7" fmla="*/ 1051976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213420 w 6884912"/>
              <a:gd name="connsiteY6" fmla="*/ 1056868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26340 w 6884912"/>
              <a:gd name="connsiteY33" fmla="*/ 638496 h 1161397"/>
              <a:gd name="connsiteX34" fmla="*/ 1731986 w 6884912"/>
              <a:gd name="connsiteY34" fmla="*/ 589682 h 1161397"/>
              <a:gd name="connsiteX35" fmla="*/ 1927935 w 6884912"/>
              <a:gd name="connsiteY35" fmla="*/ 628540 h 1161397"/>
              <a:gd name="connsiteX36" fmla="*/ 2039075 w 6884912"/>
              <a:gd name="connsiteY36" fmla="*/ 599964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561265 w 6884912"/>
              <a:gd name="connsiteY45" fmla="*/ 450623 h 1161397"/>
              <a:gd name="connsiteX46" fmla="*/ 2594349 w 6884912"/>
              <a:gd name="connsiteY46" fmla="*/ 443884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830398 w 6884912"/>
              <a:gd name="connsiteY61" fmla="*/ 188383 h 1161397"/>
              <a:gd name="connsiteX62" fmla="*/ 3834360 w 6884912"/>
              <a:gd name="connsiteY62" fmla="*/ 188992 h 1161397"/>
              <a:gd name="connsiteX63" fmla="*/ 3843715 w 6884912"/>
              <a:gd name="connsiteY63" fmla="*/ 188752 h 1161397"/>
              <a:gd name="connsiteX64" fmla="*/ 3842609 w 6884912"/>
              <a:gd name="connsiteY64" fmla="*/ 197386 h 1161397"/>
              <a:gd name="connsiteX65" fmla="*/ 3853961 w 6884912"/>
              <a:gd name="connsiteY65" fmla="*/ 213380 h 1161397"/>
              <a:gd name="connsiteX66" fmla="*/ 3907640 w 6884912"/>
              <a:gd name="connsiteY66" fmla="*/ 207568 h 1161397"/>
              <a:gd name="connsiteX67" fmla="*/ 3910449 w 6884912"/>
              <a:gd name="connsiteY67" fmla="*/ 197808 h 1161397"/>
              <a:gd name="connsiteX68" fmla="*/ 3917197 w 6884912"/>
              <a:gd name="connsiteY68" fmla="*/ 196121 h 1161397"/>
              <a:gd name="connsiteX69" fmla="*/ 3922400 w 6884912"/>
              <a:gd name="connsiteY69" fmla="*/ 205056 h 1161397"/>
              <a:gd name="connsiteX70" fmla="*/ 4013061 w 6884912"/>
              <a:gd name="connsiteY70" fmla="*/ 224874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289361 w 6884912"/>
              <a:gd name="connsiteY73" fmla="*/ 196642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375773 w 6884912"/>
              <a:gd name="connsiteY84" fmla="*/ 199913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141123 w 6884912"/>
              <a:gd name="connsiteY93" fmla="*/ 159923 h 1161397"/>
              <a:gd name="connsiteX94" fmla="*/ 6290640 w 6884912"/>
              <a:gd name="connsiteY94" fmla="*/ 167441 h 1161397"/>
              <a:gd name="connsiteX95" fmla="*/ 6322806 w 6884912"/>
              <a:gd name="connsiteY95" fmla="*/ 213293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66947 w 6884912"/>
              <a:gd name="connsiteY16" fmla="*/ 700762 h 1161397"/>
              <a:gd name="connsiteX17" fmla="*/ 1178135 w 6884912"/>
              <a:gd name="connsiteY17" fmla="*/ 698631 h 1161397"/>
              <a:gd name="connsiteX18" fmla="*/ 1178301 w 6884912"/>
              <a:gd name="connsiteY18" fmla="*/ 698094 h 1161397"/>
              <a:gd name="connsiteX19" fmla="*/ 1242716 w 6884912"/>
              <a:gd name="connsiteY19" fmla="*/ 698052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26340 w 6884912"/>
              <a:gd name="connsiteY32" fmla="*/ 638496 h 1161397"/>
              <a:gd name="connsiteX33" fmla="*/ 1731986 w 6884912"/>
              <a:gd name="connsiteY33" fmla="*/ 589682 h 1161397"/>
              <a:gd name="connsiteX34" fmla="*/ 1927935 w 6884912"/>
              <a:gd name="connsiteY34" fmla="*/ 628540 h 1161397"/>
              <a:gd name="connsiteX35" fmla="*/ 2039075 w 6884912"/>
              <a:gd name="connsiteY35" fmla="*/ 599964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561265 w 6884912"/>
              <a:gd name="connsiteY44" fmla="*/ 450623 h 1161397"/>
              <a:gd name="connsiteX45" fmla="*/ 2594349 w 6884912"/>
              <a:gd name="connsiteY45" fmla="*/ 443884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830398 w 6884912"/>
              <a:gd name="connsiteY60" fmla="*/ 188383 h 1161397"/>
              <a:gd name="connsiteX61" fmla="*/ 3834360 w 6884912"/>
              <a:gd name="connsiteY61" fmla="*/ 188992 h 1161397"/>
              <a:gd name="connsiteX62" fmla="*/ 3843715 w 6884912"/>
              <a:gd name="connsiteY62" fmla="*/ 188752 h 1161397"/>
              <a:gd name="connsiteX63" fmla="*/ 3842609 w 6884912"/>
              <a:gd name="connsiteY63" fmla="*/ 197386 h 1161397"/>
              <a:gd name="connsiteX64" fmla="*/ 3853961 w 6884912"/>
              <a:gd name="connsiteY64" fmla="*/ 213380 h 1161397"/>
              <a:gd name="connsiteX65" fmla="*/ 3907640 w 6884912"/>
              <a:gd name="connsiteY65" fmla="*/ 207568 h 1161397"/>
              <a:gd name="connsiteX66" fmla="*/ 3910449 w 6884912"/>
              <a:gd name="connsiteY66" fmla="*/ 197808 h 1161397"/>
              <a:gd name="connsiteX67" fmla="*/ 3917197 w 6884912"/>
              <a:gd name="connsiteY67" fmla="*/ 196121 h 1161397"/>
              <a:gd name="connsiteX68" fmla="*/ 3922400 w 6884912"/>
              <a:gd name="connsiteY68" fmla="*/ 205056 h 1161397"/>
              <a:gd name="connsiteX69" fmla="*/ 4013061 w 6884912"/>
              <a:gd name="connsiteY69" fmla="*/ 224874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289361 w 6884912"/>
              <a:gd name="connsiteY72" fmla="*/ 196642 h 1161397"/>
              <a:gd name="connsiteX73" fmla="*/ 4498913 w 6884912"/>
              <a:gd name="connsiteY73" fmla="*/ 118915 h 1161397"/>
              <a:gd name="connsiteX74" fmla="*/ 4617330 w 6884912"/>
              <a:gd name="connsiteY74" fmla="*/ 111163 h 1161397"/>
              <a:gd name="connsiteX75" fmla="*/ 4659778 w 6884912"/>
              <a:gd name="connsiteY75" fmla="*/ 118219 h 1161397"/>
              <a:gd name="connsiteX76" fmla="*/ 4730870 w 6884912"/>
              <a:gd name="connsiteY76" fmla="*/ 129432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375773 w 6884912"/>
              <a:gd name="connsiteY83" fmla="*/ 199913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141123 w 6884912"/>
              <a:gd name="connsiteY92" fmla="*/ 159923 h 1161397"/>
              <a:gd name="connsiteX93" fmla="*/ 6290640 w 6884912"/>
              <a:gd name="connsiteY93" fmla="*/ 167441 h 1161397"/>
              <a:gd name="connsiteX94" fmla="*/ 6322806 w 6884912"/>
              <a:gd name="connsiteY94" fmla="*/ 213293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78135 w 6884912"/>
              <a:gd name="connsiteY16" fmla="*/ 698631 h 1161397"/>
              <a:gd name="connsiteX17" fmla="*/ 1178301 w 6884912"/>
              <a:gd name="connsiteY17" fmla="*/ 698094 h 1161397"/>
              <a:gd name="connsiteX18" fmla="*/ 1242716 w 6884912"/>
              <a:gd name="connsiteY18" fmla="*/ 698052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40054 w 6884912"/>
              <a:gd name="connsiteY22" fmla="*/ 614022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26340 w 6884912"/>
              <a:gd name="connsiteY31" fmla="*/ 638496 h 1161397"/>
              <a:gd name="connsiteX32" fmla="*/ 1731986 w 6884912"/>
              <a:gd name="connsiteY32" fmla="*/ 589682 h 1161397"/>
              <a:gd name="connsiteX33" fmla="*/ 1927935 w 6884912"/>
              <a:gd name="connsiteY33" fmla="*/ 628540 h 1161397"/>
              <a:gd name="connsiteX34" fmla="*/ 2039075 w 6884912"/>
              <a:gd name="connsiteY34" fmla="*/ 599964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561265 w 6884912"/>
              <a:gd name="connsiteY43" fmla="*/ 450623 h 1161397"/>
              <a:gd name="connsiteX44" fmla="*/ 2594349 w 6884912"/>
              <a:gd name="connsiteY44" fmla="*/ 443884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830398 w 6884912"/>
              <a:gd name="connsiteY59" fmla="*/ 188383 h 1161397"/>
              <a:gd name="connsiteX60" fmla="*/ 3834360 w 6884912"/>
              <a:gd name="connsiteY60" fmla="*/ 188992 h 1161397"/>
              <a:gd name="connsiteX61" fmla="*/ 3843715 w 6884912"/>
              <a:gd name="connsiteY61" fmla="*/ 188752 h 1161397"/>
              <a:gd name="connsiteX62" fmla="*/ 3842609 w 6884912"/>
              <a:gd name="connsiteY62" fmla="*/ 197386 h 1161397"/>
              <a:gd name="connsiteX63" fmla="*/ 3853961 w 6884912"/>
              <a:gd name="connsiteY63" fmla="*/ 213380 h 1161397"/>
              <a:gd name="connsiteX64" fmla="*/ 3907640 w 6884912"/>
              <a:gd name="connsiteY64" fmla="*/ 207568 h 1161397"/>
              <a:gd name="connsiteX65" fmla="*/ 3910449 w 6884912"/>
              <a:gd name="connsiteY65" fmla="*/ 197808 h 1161397"/>
              <a:gd name="connsiteX66" fmla="*/ 3917197 w 6884912"/>
              <a:gd name="connsiteY66" fmla="*/ 196121 h 1161397"/>
              <a:gd name="connsiteX67" fmla="*/ 3922400 w 6884912"/>
              <a:gd name="connsiteY67" fmla="*/ 205056 h 1161397"/>
              <a:gd name="connsiteX68" fmla="*/ 4013061 w 6884912"/>
              <a:gd name="connsiteY68" fmla="*/ 224874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289361 w 6884912"/>
              <a:gd name="connsiteY71" fmla="*/ 196642 h 1161397"/>
              <a:gd name="connsiteX72" fmla="*/ 4498913 w 6884912"/>
              <a:gd name="connsiteY72" fmla="*/ 118915 h 1161397"/>
              <a:gd name="connsiteX73" fmla="*/ 4617330 w 6884912"/>
              <a:gd name="connsiteY73" fmla="*/ 111163 h 1161397"/>
              <a:gd name="connsiteX74" fmla="*/ 4659778 w 6884912"/>
              <a:gd name="connsiteY74" fmla="*/ 118219 h 1161397"/>
              <a:gd name="connsiteX75" fmla="*/ 4730870 w 6884912"/>
              <a:gd name="connsiteY75" fmla="*/ 129432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375773 w 6884912"/>
              <a:gd name="connsiteY82" fmla="*/ 199913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141123 w 6884912"/>
              <a:gd name="connsiteY91" fmla="*/ 159923 h 1161397"/>
              <a:gd name="connsiteX92" fmla="*/ 6290640 w 6884912"/>
              <a:gd name="connsiteY92" fmla="*/ 167441 h 1161397"/>
              <a:gd name="connsiteX93" fmla="*/ 6322806 w 6884912"/>
              <a:gd name="connsiteY93" fmla="*/ 213293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178301 w 6884912"/>
              <a:gd name="connsiteY16" fmla="*/ 698094 h 1161397"/>
              <a:gd name="connsiteX17" fmla="*/ 1242716 w 6884912"/>
              <a:gd name="connsiteY17" fmla="*/ 698052 h 1161397"/>
              <a:gd name="connsiteX18" fmla="*/ 1299977 w 6884912"/>
              <a:gd name="connsiteY18" fmla="*/ 639196 h 1161397"/>
              <a:gd name="connsiteX19" fmla="*/ 1326190 w 6884912"/>
              <a:gd name="connsiteY19" fmla="*/ 625955 h 1161397"/>
              <a:gd name="connsiteX20" fmla="*/ 1339600 w 6884912"/>
              <a:gd name="connsiteY20" fmla="*/ 616295 h 1161397"/>
              <a:gd name="connsiteX21" fmla="*/ 1340054 w 6884912"/>
              <a:gd name="connsiteY21" fmla="*/ 614022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26340 w 6884912"/>
              <a:gd name="connsiteY30" fmla="*/ 638496 h 1161397"/>
              <a:gd name="connsiteX31" fmla="*/ 1731986 w 6884912"/>
              <a:gd name="connsiteY31" fmla="*/ 589682 h 1161397"/>
              <a:gd name="connsiteX32" fmla="*/ 1927935 w 6884912"/>
              <a:gd name="connsiteY32" fmla="*/ 628540 h 1161397"/>
              <a:gd name="connsiteX33" fmla="*/ 2039075 w 6884912"/>
              <a:gd name="connsiteY33" fmla="*/ 599964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561265 w 6884912"/>
              <a:gd name="connsiteY42" fmla="*/ 450623 h 1161397"/>
              <a:gd name="connsiteX43" fmla="*/ 2594349 w 6884912"/>
              <a:gd name="connsiteY43" fmla="*/ 443884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830398 w 6884912"/>
              <a:gd name="connsiteY58" fmla="*/ 188383 h 1161397"/>
              <a:gd name="connsiteX59" fmla="*/ 3834360 w 6884912"/>
              <a:gd name="connsiteY59" fmla="*/ 188992 h 1161397"/>
              <a:gd name="connsiteX60" fmla="*/ 3843715 w 6884912"/>
              <a:gd name="connsiteY60" fmla="*/ 188752 h 1161397"/>
              <a:gd name="connsiteX61" fmla="*/ 3842609 w 6884912"/>
              <a:gd name="connsiteY61" fmla="*/ 197386 h 1161397"/>
              <a:gd name="connsiteX62" fmla="*/ 3853961 w 6884912"/>
              <a:gd name="connsiteY62" fmla="*/ 213380 h 1161397"/>
              <a:gd name="connsiteX63" fmla="*/ 3907640 w 6884912"/>
              <a:gd name="connsiteY63" fmla="*/ 207568 h 1161397"/>
              <a:gd name="connsiteX64" fmla="*/ 3910449 w 6884912"/>
              <a:gd name="connsiteY64" fmla="*/ 197808 h 1161397"/>
              <a:gd name="connsiteX65" fmla="*/ 3917197 w 6884912"/>
              <a:gd name="connsiteY65" fmla="*/ 196121 h 1161397"/>
              <a:gd name="connsiteX66" fmla="*/ 3922400 w 6884912"/>
              <a:gd name="connsiteY66" fmla="*/ 205056 h 1161397"/>
              <a:gd name="connsiteX67" fmla="*/ 4013061 w 6884912"/>
              <a:gd name="connsiteY67" fmla="*/ 224874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289361 w 6884912"/>
              <a:gd name="connsiteY70" fmla="*/ 196642 h 1161397"/>
              <a:gd name="connsiteX71" fmla="*/ 4498913 w 6884912"/>
              <a:gd name="connsiteY71" fmla="*/ 118915 h 1161397"/>
              <a:gd name="connsiteX72" fmla="*/ 4617330 w 6884912"/>
              <a:gd name="connsiteY72" fmla="*/ 111163 h 1161397"/>
              <a:gd name="connsiteX73" fmla="*/ 4659778 w 6884912"/>
              <a:gd name="connsiteY73" fmla="*/ 118219 h 1161397"/>
              <a:gd name="connsiteX74" fmla="*/ 4730870 w 6884912"/>
              <a:gd name="connsiteY74" fmla="*/ 129432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375773 w 6884912"/>
              <a:gd name="connsiteY81" fmla="*/ 199913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5960732 w 6884912"/>
              <a:gd name="connsiteY88" fmla="*/ 220708 h 1161397"/>
              <a:gd name="connsiteX89" fmla="*/ 6029542 w 6884912"/>
              <a:gd name="connsiteY89" fmla="*/ 210339 h 1161397"/>
              <a:gd name="connsiteX90" fmla="*/ 6141123 w 6884912"/>
              <a:gd name="connsiteY90" fmla="*/ 159923 h 1161397"/>
              <a:gd name="connsiteX91" fmla="*/ 6290640 w 6884912"/>
              <a:gd name="connsiteY91" fmla="*/ 167441 h 1161397"/>
              <a:gd name="connsiteX92" fmla="*/ 6322806 w 6884912"/>
              <a:gd name="connsiteY92" fmla="*/ 213293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7166 w 6884912"/>
              <a:gd name="connsiteY14" fmla="*/ 744338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088181"/>
                  <a:pt x="115388" y="1111320"/>
                </a:cubicBezTo>
                <a:cubicBezTo>
                  <a:pt x="146435" y="1096221"/>
                  <a:pt x="156823" y="1079485"/>
                  <a:pt x="213420" y="1056868"/>
                </a:cubicBezTo>
                <a:cubicBezTo>
                  <a:pt x="288217" y="1040787"/>
                  <a:pt x="383333" y="1044881"/>
                  <a:pt x="454970" y="1023343"/>
                </a:cubicBezTo>
                <a:cubicBezTo>
                  <a:pt x="440966" y="999969"/>
                  <a:pt x="571419" y="1006841"/>
                  <a:pt x="548162" y="984908"/>
                </a:cubicBezTo>
                <a:cubicBezTo>
                  <a:pt x="561321" y="956563"/>
                  <a:pt x="637415" y="1010272"/>
                  <a:pt x="651408" y="984938"/>
                </a:cubicBezTo>
                <a:cubicBezTo>
                  <a:pt x="671652" y="980952"/>
                  <a:pt x="698726" y="950833"/>
                  <a:pt x="723108" y="941904"/>
                </a:cubicBezTo>
                <a:cubicBezTo>
                  <a:pt x="760262" y="946949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6251" y="768649"/>
                  <a:pt x="1137166" y="744338"/>
                </a:cubicBezTo>
                <a:lnTo>
                  <a:pt x="1207847" y="689087"/>
                </a:lnTo>
                <a:cubicBezTo>
                  <a:pt x="1226429" y="687736"/>
                  <a:pt x="1222409" y="707958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61730" y="317407"/>
                  <a:pt x="3186369" y="312875"/>
                  <a:pt x="3222191" y="307887"/>
                </a:cubicBezTo>
                <a:cubicBezTo>
                  <a:pt x="3223593" y="304249"/>
                  <a:pt x="3179978" y="296995"/>
                  <a:pt x="3227953" y="297650"/>
                </a:cubicBezTo>
                <a:cubicBezTo>
                  <a:pt x="3275928" y="298306"/>
                  <a:pt x="3443572" y="313020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62781" y="222856"/>
                  <a:pt x="4184760" y="196847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61586" y="136690"/>
                  <a:pt x="4823142" y="161592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7769" y="214252"/>
                  <a:pt x="6349573" y="188998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Robot kontur">
            <a:extLst>
              <a:ext uri="{FF2B5EF4-FFF2-40B4-BE49-F238E27FC236}">
                <a16:creationId xmlns:a16="http://schemas.microsoft.com/office/drawing/2014/main" id="{3CFFF1C4-7A27-C855-464A-801920406D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899" y="1627071"/>
            <a:ext cx="4029075" cy="4029075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AA8AB44-B9C6-9C61-92C8-A06474CD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736" y="1347436"/>
            <a:ext cx="7425028" cy="55172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2400">
                <a:ea typeface="+mn-lt"/>
                <a:cs typeface="+mn-lt"/>
              </a:rPr>
              <a:t>I riktiga IT-miljöer är det sällan bara ETT verktyg – det är KEDJAN som gör jobbet.</a:t>
            </a:r>
          </a:p>
          <a:p>
            <a:r>
              <a:rPr lang="sv-SE" sz="2400">
                <a:ea typeface="+mn-lt"/>
                <a:cs typeface="+mn-lt"/>
              </a:rPr>
              <a:t>Varför detta är viktigt: Enligt en teknisk guide från Azure Local kan Terraform och Ansible köras i tre mönster: Terraform + PowerShell, Terraform + Ansible, eller Ansible-only – beroende på vad som passar bäst för din miljö . I många moderna DevOps-miljöer används alla tre för att täcka olika aspekter av automationsbehovet.</a:t>
            </a:r>
          </a:p>
          <a:p>
            <a:r>
              <a:rPr lang="sv-SE" sz="2400">
                <a:ea typeface="+mn-lt"/>
                <a:cs typeface="+mn-lt"/>
              </a:rPr>
              <a:t>Varför detta är viktigt: Enligt en tekniskt artikel om automation är integrationen av skriptspråk, konfigurationshantering och Infrastructure as Code nyckeln till att uppnå sömlös automatisering i moderna IT-miljöer.</a:t>
            </a:r>
            <a:endParaRPr lang="sv-SE" sz="2400"/>
          </a:p>
        </p:txBody>
      </p:sp>
    </p:spTree>
    <p:extLst>
      <p:ext uri="{BB962C8B-B14F-4D97-AF65-F5344CB8AC3E}">
        <p14:creationId xmlns:p14="http://schemas.microsoft.com/office/powerpoint/2010/main" val="2120335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EFA6C3-82DC-4131-9929-2523E6FD0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FDD8754-7C65-FEDD-0CE5-6AD25822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3" y="2822"/>
            <a:ext cx="12180471" cy="1020395"/>
          </a:xfrm>
        </p:spPr>
        <p:txBody>
          <a:bodyPr>
            <a:noAutofit/>
          </a:bodyPr>
          <a:lstStyle/>
          <a:p>
            <a:r>
              <a:rPr lang="sv-SE" sz="5400">
                <a:ea typeface="+mj-lt"/>
                <a:cs typeface="+mj-lt"/>
              </a:rPr>
              <a:t>Exempel från verkliga implementationer</a:t>
            </a:r>
            <a:endParaRPr lang="sv-SE" sz="54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C9469E-14CA-4358-BABC-CBF836A61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869680" cy="767978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8EB4C9-ACAF-4CCA-BA6E-93144319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5753" y="6027658"/>
            <a:ext cx="7906247" cy="830343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375773 w 6884912"/>
              <a:gd name="connsiteY91" fmla="*/ 199913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141123 w 6884912"/>
              <a:gd name="connsiteY100" fmla="*/ 159923 h 1161397"/>
              <a:gd name="connsiteX101" fmla="*/ 6290640 w 6884912"/>
              <a:gd name="connsiteY101" fmla="*/ 167441 h 1161397"/>
              <a:gd name="connsiteX102" fmla="*/ 6322806 w 6884912"/>
              <a:gd name="connsiteY102" fmla="*/ 213293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375773 w 6884912"/>
              <a:gd name="connsiteY90" fmla="*/ 199913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141123 w 6884912"/>
              <a:gd name="connsiteY99" fmla="*/ 159923 h 1161397"/>
              <a:gd name="connsiteX100" fmla="*/ 6290640 w 6884912"/>
              <a:gd name="connsiteY100" fmla="*/ 167441 h 1161397"/>
              <a:gd name="connsiteX101" fmla="*/ 6322806 w 6884912"/>
              <a:gd name="connsiteY101" fmla="*/ 213293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51408 w 6884912"/>
              <a:gd name="connsiteY11" fmla="*/ 984938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26340 w 6884912"/>
              <a:gd name="connsiteY38" fmla="*/ 638496 h 1161397"/>
              <a:gd name="connsiteX39" fmla="*/ 1731986 w 6884912"/>
              <a:gd name="connsiteY39" fmla="*/ 589682 h 1161397"/>
              <a:gd name="connsiteX40" fmla="*/ 1927935 w 6884912"/>
              <a:gd name="connsiteY40" fmla="*/ 628540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830398 w 6884912"/>
              <a:gd name="connsiteY66" fmla="*/ 188383 h 1161397"/>
              <a:gd name="connsiteX67" fmla="*/ 3834360 w 6884912"/>
              <a:gd name="connsiteY67" fmla="*/ 188992 h 1161397"/>
              <a:gd name="connsiteX68" fmla="*/ 3843715 w 6884912"/>
              <a:gd name="connsiteY68" fmla="*/ 188752 h 1161397"/>
              <a:gd name="connsiteX69" fmla="*/ 3842609 w 6884912"/>
              <a:gd name="connsiteY69" fmla="*/ 197386 h 1161397"/>
              <a:gd name="connsiteX70" fmla="*/ 3853961 w 6884912"/>
              <a:gd name="connsiteY70" fmla="*/ 213380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289361 w 6884912"/>
              <a:gd name="connsiteY78" fmla="*/ 196642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375773 w 6884912"/>
              <a:gd name="connsiteY89" fmla="*/ 199913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141123 w 6884912"/>
              <a:gd name="connsiteY98" fmla="*/ 159923 h 1161397"/>
              <a:gd name="connsiteX99" fmla="*/ 6290640 w 6884912"/>
              <a:gd name="connsiteY99" fmla="*/ 167441 h 1161397"/>
              <a:gd name="connsiteX100" fmla="*/ 6322806 w 6884912"/>
              <a:gd name="connsiteY100" fmla="*/ 213293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12111 w 6884912"/>
              <a:gd name="connsiteY7" fmla="*/ 1085599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51408 w 6884912"/>
              <a:gd name="connsiteY10" fmla="*/ 984938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26340 w 6884912"/>
              <a:gd name="connsiteY37" fmla="*/ 638496 h 1161397"/>
              <a:gd name="connsiteX38" fmla="*/ 1731986 w 6884912"/>
              <a:gd name="connsiteY38" fmla="*/ 589682 h 1161397"/>
              <a:gd name="connsiteX39" fmla="*/ 1927935 w 6884912"/>
              <a:gd name="connsiteY39" fmla="*/ 628540 h 1161397"/>
              <a:gd name="connsiteX40" fmla="*/ 2039075 w 6884912"/>
              <a:gd name="connsiteY40" fmla="*/ 599964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561265 w 6884912"/>
              <a:gd name="connsiteY49" fmla="*/ 450623 h 1161397"/>
              <a:gd name="connsiteX50" fmla="*/ 2594349 w 6884912"/>
              <a:gd name="connsiteY50" fmla="*/ 443884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830398 w 6884912"/>
              <a:gd name="connsiteY65" fmla="*/ 188383 h 1161397"/>
              <a:gd name="connsiteX66" fmla="*/ 3834360 w 6884912"/>
              <a:gd name="connsiteY66" fmla="*/ 188992 h 1161397"/>
              <a:gd name="connsiteX67" fmla="*/ 3843715 w 6884912"/>
              <a:gd name="connsiteY67" fmla="*/ 188752 h 1161397"/>
              <a:gd name="connsiteX68" fmla="*/ 3842609 w 6884912"/>
              <a:gd name="connsiteY68" fmla="*/ 197386 h 1161397"/>
              <a:gd name="connsiteX69" fmla="*/ 3853961 w 6884912"/>
              <a:gd name="connsiteY69" fmla="*/ 213380 h 1161397"/>
              <a:gd name="connsiteX70" fmla="*/ 3907640 w 6884912"/>
              <a:gd name="connsiteY70" fmla="*/ 207568 h 1161397"/>
              <a:gd name="connsiteX71" fmla="*/ 3910449 w 6884912"/>
              <a:gd name="connsiteY71" fmla="*/ 197808 h 1161397"/>
              <a:gd name="connsiteX72" fmla="*/ 3917197 w 6884912"/>
              <a:gd name="connsiteY72" fmla="*/ 196121 h 1161397"/>
              <a:gd name="connsiteX73" fmla="*/ 3922400 w 6884912"/>
              <a:gd name="connsiteY73" fmla="*/ 205056 h 1161397"/>
              <a:gd name="connsiteX74" fmla="*/ 4013061 w 6884912"/>
              <a:gd name="connsiteY74" fmla="*/ 224874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289361 w 6884912"/>
              <a:gd name="connsiteY77" fmla="*/ 196642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375773 w 6884912"/>
              <a:gd name="connsiteY88" fmla="*/ 199913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141123 w 6884912"/>
              <a:gd name="connsiteY97" fmla="*/ 159923 h 1161397"/>
              <a:gd name="connsiteX98" fmla="*/ 6290640 w 6884912"/>
              <a:gd name="connsiteY98" fmla="*/ 167441 h 1161397"/>
              <a:gd name="connsiteX99" fmla="*/ 6322806 w 6884912"/>
              <a:gd name="connsiteY99" fmla="*/ 213293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67875 w 6884912"/>
              <a:gd name="connsiteY7" fmla="*/ 1051976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213420 w 6884912"/>
              <a:gd name="connsiteY6" fmla="*/ 1056868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26340 w 6884912"/>
              <a:gd name="connsiteY33" fmla="*/ 638496 h 1161397"/>
              <a:gd name="connsiteX34" fmla="*/ 1731986 w 6884912"/>
              <a:gd name="connsiteY34" fmla="*/ 589682 h 1161397"/>
              <a:gd name="connsiteX35" fmla="*/ 1927935 w 6884912"/>
              <a:gd name="connsiteY35" fmla="*/ 628540 h 1161397"/>
              <a:gd name="connsiteX36" fmla="*/ 2039075 w 6884912"/>
              <a:gd name="connsiteY36" fmla="*/ 599964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561265 w 6884912"/>
              <a:gd name="connsiteY45" fmla="*/ 450623 h 1161397"/>
              <a:gd name="connsiteX46" fmla="*/ 2594349 w 6884912"/>
              <a:gd name="connsiteY46" fmla="*/ 443884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830398 w 6884912"/>
              <a:gd name="connsiteY61" fmla="*/ 188383 h 1161397"/>
              <a:gd name="connsiteX62" fmla="*/ 3834360 w 6884912"/>
              <a:gd name="connsiteY62" fmla="*/ 188992 h 1161397"/>
              <a:gd name="connsiteX63" fmla="*/ 3843715 w 6884912"/>
              <a:gd name="connsiteY63" fmla="*/ 188752 h 1161397"/>
              <a:gd name="connsiteX64" fmla="*/ 3842609 w 6884912"/>
              <a:gd name="connsiteY64" fmla="*/ 197386 h 1161397"/>
              <a:gd name="connsiteX65" fmla="*/ 3853961 w 6884912"/>
              <a:gd name="connsiteY65" fmla="*/ 213380 h 1161397"/>
              <a:gd name="connsiteX66" fmla="*/ 3907640 w 6884912"/>
              <a:gd name="connsiteY66" fmla="*/ 207568 h 1161397"/>
              <a:gd name="connsiteX67" fmla="*/ 3910449 w 6884912"/>
              <a:gd name="connsiteY67" fmla="*/ 197808 h 1161397"/>
              <a:gd name="connsiteX68" fmla="*/ 3917197 w 6884912"/>
              <a:gd name="connsiteY68" fmla="*/ 196121 h 1161397"/>
              <a:gd name="connsiteX69" fmla="*/ 3922400 w 6884912"/>
              <a:gd name="connsiteY69" fmla="*/ 205056 h 1161397"/>
              <a:gd name="connsiteX70" fmla="*/ 4013061 w 6884912"/>
              <a:gd name="connsiteY70" fmla="*/ 224874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289361 w 6884912"/>
              <a:gd name="connsiteY73" fmla="*/ 196642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375773 w 6884912"/>
              <a:gd name="connsiteY84" fmla="*/ 199913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141123 w 6884912"/>
              <a:gd name="connsiteY93" fmla="*/ 159923 h 1161397"/>
              <a:gd name="connsiteX94" fmla="*/ 6290640 w 6884912"/>
              <a:gd name="connsiteY94" fmla="*/ 167441 h 1161397"/>
              <a:gd name="connsiteX95" fmla="*/ 6322806 w 6884912"/>
              <a:gd name="connsiteY95" fmla="*/ 213293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66947 w 6884912"/>
              <a:gd name="connsiteY16" fmla="*/ 700762 h 1161397"/>
              <a:gd name="connsiteX17" fmla="*/ 1178135 w 6884912"/>
              <a:gd name="connsiteY17" fmla="*/ 698631 h 1161397"/>
              <a:gd name="connsiteX18" fmla="*/ 1178301 w 6884912"/>
              <a:gd name="connsiteY18" fmla="*/ 698094 h 1161397"/>
              <a:gd name="connsiteX19" fmla="*/ 1242716 w 6884912"/>
              <a:gd name="connsiteY19" fmla="*/ 698052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26340 w 6884912"/>
              <a:gd name="connsiteY32" fmla="*/ 638496 h 1161397"/>
              <a:gd name="connsiteX33" fmla="*/ 1731986 w 6884912"/>
              <a:gd name="connsiteY33" fmla="*/ 589682 h 1161397"/>
              <a:gd name="connsiteX34" fmla="*/ 1927935 w 6884912"/>
              <a:gd name="connsiteY34" fmla="*/ 628540 h 1161397"/>
              <a:gd name="connsiteX35" fmla="*/ 2039075 w 6884912"/>
              <a:gd name="connsiteY35" fmla="*/ 599964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561265 w 6884912"/>
              <a:gd name="connsiteY44" fmla="*/ 450623 h 1161397"/>
              <a:gd name="connsiteX45" fmla="*/ 2594349 w 6884912"/>
              <a:gd name="connsiteY45" fmla="*/ 443884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830398 w 6884912"/>
              <a:gd name="connsiteY60" fmla="*/ 188383 h 1161397"/>
              <a:gd name="connsiteX61" fmla="*/ 3834360 w 6884912"/>
              <a:gd name="connsiteY61" fmla="*/ 188992 h 1161397"/>
              <a:gd name="connsiteX62" fmla="*/ 3843715 w 6884912"/>
              <a:gd name="connsiteY62" fmla="*/ 188752 h 1161397"/>
              <a:gd name="connsiteX63" fmla="*/ 3842609 w 6884912"/>
              <a:gd name="connsiteY63" fmla="*/ 197386 h 1161397"/>
              <a:gd name="connsiteX64" fmla="*/ 3853961 w 6884912"/>
              <a:gd name="connsiteY64" fmla="*/ 213380 h 1161397"/>
              <a:gd name="connsiteX65" fmla="*/ 3907640 w 6884912"/>
              <a:gd name="connsiteY65" fmla="*/ 207568 h 1161397"/>
              <a:gd name="connsiteX66" fmla="*/ 3910449 w 6884912"/>
              <a:gd name="connsiteY66" fmla="*/ 197808 h 1161397"/>
              <a:gd name="connsiteX67" fmla="*/ 3917197 w 6884912"/>
              <a:gd name="connsiteY67" fmla="*/ 196121 h 1161397"/>
              <a:gd name="connsiteX68" fmla="*/ 3922400 w 6884912"/>
              <a:gd name="connsiteY68" fmla="*/ 205056 h 1161397"/>
              <a:gd name="connsiteX69" fmla="*/ 4013061 w 6884912"/>
              <a:gd name="connsiteY69" fmla="*/ 224874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289361 w 6884912"/>
              <a:gd name="connsiteY72" fmla="*/ 196642 h 1161397"/>
              <a:gd name="connsiteX73" fmla="*/ 4498913 w 6884912"/>
              <a:gd name="connsiteY73" fmla="*/ 118915 h 1161397"/>
              <a:gd name="connsiteX74" fmla="*/ 4617330 w 6884912"/>
              <a:gd name="connsiteY74" fmla="*/ 111163 h 1161397"/>
              <a:gd name="connsiteX75" fmla="*/ 4659778 w 6884912"/>
              <a:gd name="connsiteY75" fmla="*/ 118219 h 1161397"/>
              <a:gd name="connsiteX76" fmla="*/ 4730870 w 6884912"/>
              <a:gd name="connsiteY76" fmla="*/ 129432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375773 w 6884912"/>
              <a:gd name="connsiteY83" fmla="*/ 199913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141123 w 6884912"/>
              <a:gd name="connsiteY92" fmla="*/ 159923 h 1161397"/>
              <a:gd name="connsiteX93" fmla="*/ 6290640 w 6884912"/>
              <a:gd name="connsiteY93" fmla="*/ 167441 h 1161397"/>
              <a:gd name="connsiteX94" fmla="*/ 6322806 w 6884912"/>
              <a:gd name="connsiteY94" fmla="*/ 213293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78135 w 6884912"/>
              <a:gd name="connsiteY16" fmla="*/ 698631 h 1161397"/>
              <a:gd name="connsiteX17" fmla="*/ 1178301 w 6884912"/>
              <a:gd name="connsiteY17" fmla="*/ 698094 h 1161397"/>
              <a:gd name="connsiteX18" fmla="*/ 1242716 w 6884912"/>
              <a:gd name="connsiteY18" fmla="*/ 698052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40054 w 6884912"/>
              <a:gd name="connsiteY22" fmla="*/ 614022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26340 w 6884912"/>
              <a:gd name="connsiteY31" fmla="*/ 638496 h 1161397"/>
              <a:gd name="connsiteX32" fmla="*/ 1731986 w 6884912"/>
              <a:gd name="connsiteY32" fmla="*/ 589682 h 1161397"/>
              <a:gd name="connsiteX33" fmla="*/ 1927935 w 6884912"/>
              <a:gd name="connsiteY33" fmla="*/ 628540 h 1161397"/>
              <a:gd name="connsiteX34" fmla="*/ 2039075 w 6884912"/>
              <a:gd name="connsiteY34" fmla="*/ 599964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561265 w 6884912"/>
              <a:gd name="connsiteY43" fmla="*/ 450623 h 1161397"/>
              <a:gd name="connsiteX44" fmla="*/ 2594349 w 6884912"/>
              <a:gd name="connsiteY44" fmla="*/ 443884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830398 w 6884912"/>
              <a:gd name="connsiteY59" fmla="*/ 188383 h 1161397"/>
              <a:gd name="connsiteX60" fmla="*/ 3834360 w 6884912"/>
              <a:gd name="connsiteY60" fmla="*/ 188992 h 1161397"/>
              <a:gd name="connsiteX61" fmla="*/ 3843715 w 6884912"/>
              <a:gd name="connsiteY61" fmla="*/ 188752 h 1161397"/>
              <a:gd name="connsiteX62" fmla="*/ 3842609 w 6884912"/>
              <a:gd name="connsiteY62" fmla="*/ 197386 h 1161397"/>
              <a:gd name="connsiteX63" fmla="*/ 3853961 w 6884912"/>
              <a:gd name="connsiteY63" fmla="*/ 213380 h 1161397"/>
              <a:gd name="connsiteX64" fmla="*/ 3907640 w 6884912"/>
              <a:gd name="connsiteY64" fmla="*/ 207568 h 1161397"/>
              <a:gd name="connsiteX65" fmla="*/ 3910449 w 6884912"/>
              <a:gd name="connsiteY65" fmla="*/ 197808 h 1161397"/>
              <a:gd name="connsiteX66" fmla="*/ 3917197 w 6884912"/>
              <a:gd name="connsiteY66" fmla="*/ 196121 h 1161397"/>
              <a:gd name="connsiteX67" fmla="*/ 3922400 w 6884912"/>
              <a:gd name="connsiteY67" fmla="*/ 205056 h 1161397"/>
              <a:gd name="connsiteX68" fmla="*/ 4013061 w 6884912"/>
              <a:gd name="connsiteY68" fmla="*/ 224874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289361 w 6884912"/>
              <a:gd name="connsiteY71" fmla="*/ 196642 h 1161397"/>
              <a:gd name="connsiteX72" fmla="*/ 4498913 w 6884912"/>
              <a:gd name="connsiteY72" fmla="*/ 118915 h 1161397"/>
              <a:gd name="connsiteX73" fmla="*/ 4617330 w 6884912"/>
              <a:gd name="connsiteY73" fmla="*/ 111163 h 1161397"/>
              <a:gd name="connsiteX74" fmla="*/ 4659778 w 6884912"/>
              <a:gd name="connsiteY74" fmla="*/ 118219 h 1161397"/>
              <a:gd name="connsiteX75" fmla="*/ 4730870 w 6884912"/>
              <a:gd name="connsiteY75" fmla="*/ 129432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375773 w 6884912"/>
              <a:gd name="connsiteY82" fmla="*/ 199913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141123 w 6884912"/>
              <a:gd name="connsiteY91" fmla="*/ 159923 h 1161397"/>
              <a:gd name="connsiteX92" fmla="*/ 6290640 w 6884912"/>
              <a:gd name="connsiteY92" fmla="*/ 167441 h 1161397"/>
              <a:gd name="connsiteX93" fmla="*/ 6322806 w 6884912"/>
              <a:gd name="connsiteY93" fmla="*/ 213293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178301 w 6884912"/>
              <a:gd name="connsiteY16" fmla="*/ 698094 h 1161397"/>
              <a:gd name="connsiteX17" fmla="*/ 1242716 w 6884912"/>
              <a:gd name="connsiteY17" fmla="*/ 698052 h 1161397"/>
              <a:gd name="connsiteX18" fmla="*/ 1299977 w 6884912"/>
              <a:gd name="connsiteY18" fmla="*/ 639196 h 1161397"/>
              <a:gd name="connsiteX19" fmla="*/ 1326190 w 6884912"/>
              <a:gd name="connsiteY19" fmla="*/ 625955 h 1161397"/>
              <a:gd name="connsiteX20" fmla="*/ 1339600 w 6884912"/>
              <a:gd name="connsiteY20" fmla="*/ 616295 h 1161397"/>
              <a:gd name="connsiteX21" fmla="*/ 1340054 w 6884912"/>
              <a:gd name="connsiteY21" fmla="*/ 614022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26340 w 6884912"/>
              <a:gd name="connsiteY30" fmla="*/ 638496 h 1161397"/>
              <a:gd name="connsiteX31" fmla="*/ 1731986 w 6884912"/>
              <a:gd name="connsiteY31" fmla="*/ 589682 h 1161397"/>
              <a:gd name="connsiteX32" fmla="*/ 1927935 w 6884912"/>
              <a:gd name="connsiteY32" fmla="*/ 628540 h 1161397"/>
              <a:gd name="connsiteX33" fmla="*/ 2039075 w 6884912"/>
              <a:gd name="connsiteY33" fmla="*/ 599964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561265 w 6884912"/>
              <a:gd name="connsiteY42" fmla="*/ 450623 h 1161397"/>
              <a:gd name="connsiteX43" fmla="*/ 2594349 w 6884912"/>
              <a:gd name="connsiteY43" fmla="*/ 443884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830398 w 6884912"/>
              <a:gd name="connsiteY58" fmla="*/ 188383 h 1161397"/>
              <a:gd name="connsiteX59" fmla="*/ 3834360 w 6884912"/>
              <a:gd name="connsiteY59" fmla="*/ 188992 h 1161397"/>
              <a:gd name="connsiteX60" fmla="*/ 3843715 w 6884912"/>
              <a:gd name="connsiteY60" fmla="*/ 188752 h 1161397"/>
              <a:gd name="connsiteX61" fmla="*/ 3842609 w 6884912"/>
              <a:gd name="connsiteY61" fmla="*/ 197386 h 1161397"/>
              <a:gd name="connsiteX62" fmla="*/ 3853961 w 6884912"/>
              <a:gd name="connsiteY62" fmla="*/ 213380 h 1161397"/>
              <a:gd name="connsiteX63" fmla="*/ 3907640 w 6884912"/>
              <a:gd name="connsiteY63" fmla="*/ 207568 h 1161397"/>
              <a:gd name="connsiteX64" fmla="*/ 3910449 w 6884912"/>
              <a:gd name="connsiteY64" fmla="*/ 197808 h 1161397"/>
              <a:gd name="connsiteX65" fmla="*/ 3917197 w 6884912"/>
              <a:gd name="connsiteY65" fmla="*/ 196121 h 1161397"/>
              <a:gd name="connsiteX66" fmla="*/ 3922400 w 6884912"/>
              <a:gd name="connsiteY66" fmla="*/ 205056 h 1161397"/>
              <a:gd name="connsiteX67" fmla="*/ 4013061 w 6884912"/>
              <a:gd name="connsiteY67" fmla="*/ 224874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289361 w 6884912"/>
              <a:gd name="connsiteY70" fmla="*/ 196642 h 1161397"/>
              <a:gd name="connsiteX71" fmla="*/ 4498913 w 6884912"/>
              <a:gd name="connsiteY71" fmla="*/ 118915 h 1161397"/>
              <a:gd name="connsiteX72" fmla="*/ 4617330 w 6884912"/>
              <a:gd name="connsiteY72" fmla="*/ 111163 h 1161397"/>
              <a:gd name="connsiteX73" fmla="*/ 4659778 w 6884912"/>
              <a:gd name="connsiteY73" fmla="*/ 118219 h 1161397"/>
              <a:gd name="connsiteX74" fmla="*/ 4730870 w 6884912"/>
              <a:gd name="connsiteY74" fmla="*/ 129432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375773 w 6884912"/>
              <a:gd name="connsiteY81" fmla="*/ 199913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5960732 w 6884912"/>
              <a:gd name="connsiteY88" fmla="*/ 220708 h 1161397"/>
              <a:gd name="connsiteX89" fmla="*/ 6029542 w 6884912"/>
              <a:gd name="connsiteY89" fmla="*/ 210339 h 1161397"/>
              <a:gd name="connsiteX90" fmla="*/ 6141123 w 6884912"/>
              <a:gd name="connsiteY90" fmla="*/ 159923 h 1161397"/>
              <a:gd name="connsiteX91" fmla="*/ 6290640 w 6884912"/>
              <a:gd name="connsiteY91" fmla="*/ 167441 h 1161397"/>
              <a:gd name="connsiteX92" fmla="*/ 6322806 w 6884912"/>
              <a:gd name="connsiteY92" fmla="*/ 213293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7166 w 6884912"/>
              <a:gd name="connsiteY14" fmla="*/ 744338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088181"/>
                  <a:pt x="115388" y="1111320"/>
                </a:cubicBezTo>
                <a:cubicBezTo>
                  <a:pt x="146435" y="1096221"/>
                  <a:pt x="156823" y="1079485"/>
                  <a:pt x="213420" y="1056868"/>
                </a:cubicBezTo>
                <a:cubicBezTo>
                  <a:pt x="288217" y="1040787"/>
                  <a:pt x="383333" y="1044881"/>
                  <a:pt x="454970" y="1023343"/>
                </a:cubicBezTo>
                <a:cubicBezTo>
                  <a:pt x="440966" y="999969"/>
                  <a:pt x="571419" y="1006841"/>
                  <a:pt x="548162" y="984908"/>
                </a:cubicBezTo>
                <a:cubicBezTo>
                  <a:pt x="561321" y="956563"/>
                  <a:pt x="637415" y="1010272"/>
                  <a:pt x="651408" y="984938"/>
                </a:cubicBezTo>
                <a:cubicBezTo>
                  <a:pt x="671652" y="980952"/>
                  <a:pt x="698726" y="950833"/>
                  <a:pt x="723108" y="941904"/>
                </a:cubicBezTo>
                <a:cubicBezTo>
                  <a:pt x="760262" y="946949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6251" y="768649"/>
                  <a:pt x="1137166" y="744338"/>
                </a:cubicBezTo>
                <a:lnTo>
                  <a:pt x="1207847" y="689087"/>
                </a:lnTo>
                <a:cubicBezTo>
                  <a:pt x="1226429" y="687736"/>
                  <a:pt x="1222409" y="707958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61730" y="317407"/>
                  <a:pt x="3186369" y="312875"/>
                  <a:pt x="3222191" y="307887"/>
                </a:cubicBezTo>
                <a:cubicBezTo>
                  <a:pt x="3223593" y="304249"/>
                  <a:pt x="3179978" y="296995"/>
                  <a:pt x="3227953" y="297650"/>
                </a:cubicBezTo>
                <a:cubicBezTo>
                  <a:pt x="3275928" y="298306"/>
                  <a:pt x="3443572" y="313020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62781" y="222856"/>
                  <a:pt x="4184760" y="196847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61586" y="136690"/>
                  <a:pt x="4823142" y="161592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7769" y="214252"/>
                  <a:pt x="6349573" y="188998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om">
            <a:extLst>
              <a:ext uri="{FF2B5EF4-FFF2-40B4-BE49-F238E27FC236}">
                <a16:creationId xmlns:a16="http://schemas.microsoft.com/office/drawing/2014/main" id="{C936756E-DDFB-DEE3-2A96-AE6AFD4656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31" y="1713335"/>
            <a:ext cx="4029075" cy="4029075"/>
          </a:xfrm>
          <a:prstGeom prst="rect">
            <a:avLst/>
          </a:prstGeom>
        </p:spPr>
      </p:pic>
      <p:graphicFrame>
        <p:nvGraphicFramePr>
          <p:cNvPr id="5" name="Platshållare för innehåll 4">
            <a:extLst>
              <a:ext uri="{FF2B5EF4-FFF2-40B4-BE49-F238E27FC236}">
                <a16:creationId xmlns:a16="http://schemas.microsoft.com/office/drawing/2014/main" id="{9357A3D0-2441-5EC5-4F5A-8651A1FE86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258329"/>
              </p:ext>
            </p:extLst>
          </p:nvPr>
        </p:nvGraphicFramePr>
        <p:xfrm>
          <a:off x="3993444" y="1015999"/>
          <a:ext cx="8218655" cy="583920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51388">
                  <a:extLst>
                    <a:ext uri="{9D8B030D-6E8A-4147-A177-3AD203B41FA5}">
                      <a16:colId xmlns:a16="http://schemas.microsoft.com/office/drawing/2014/main" val="463451532"/>
                    </a:ext>
                  </a:extLst>
                </a:gridCol>
                <a:gridCol w="4867267">
                  <a:extLst>
                    <a:ext uri="{9D8B030D-6E8A-4147-A177-3AD203B41FA5}">
                      <a16:colId xmlns:a16="http://schemas.microsoft.com/office/drawing/2014/main" val="4113088067"/>
                    </a:ext>
                  </a:extLst>
                </a:gridCol>
              </a:tblGrid>
              <a:tr h="129031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Kedja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Användning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15865"/>
                  </a:ext>
                </a:extLst>
              </a:tr>
              <a:tr h="129031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 + Ansible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 provisionerar servrar → Ansible konfigurerar dem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82"/>
                  </a:ext>
                </a:extLst>
              </a:tr>
              <a:tr h="196827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 + PowerShell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 provisionerar Azure-resurser → PowerShell hanterar post-provisionering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142535"/>
                  </a:ext>
                </a:extLst>
              </a:tr>
              <a:tr h="129031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 + Ansible + PowerShell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Fullständig automationskedja för hela livscykeln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234247"/>
                  </a:ext>
                </a:extLst>
              </a:tr>
            </a:tbl>
          </a:graphicData>
        </a:graphic>
      </p:graphicFrame>
      <p:pic>
        <p:nvPicPr>
          <p:cNvPr id="6" name="Bildobjekt 5">
            <a:extLst>
              <a:ext uri="{FF2B5EF4-FFF2-40B4-BE49-F238E27FC236}">
                <a16:creationId xmlns:a16="http://schemas.microsoft.com/office/drawing/2014/main" id="{21AD17D5-E200-7E61-C0E8-A17FA74189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" t="-379" r="1792" b="3074"/>
          <a:stretch>
            <a:fillRect/>
          </a:stretch>
        </p:blipFill>
        <p:spPr>
          <a:xfrm>
            <a:off x="8276" y="754"/>
            <a:ext cx="12196788" cy="686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83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0630C25-311D-4AB3-4C7E-7E623BB20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5" y="1141712"/>
            <a:ext cx="10280371" cy="11859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800" kern="1200" dirty="0">
                <a:latin typeface="+mj-lt"/>
                <a:ea typeface="+mj-ea"/>
                <a:cs typeface="+mj-cs"/>
              </a:rPr>
              <a:t>De Tre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Rollerna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 –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Provisionera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,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Konfigurera</a:t>
            </a:r>
            <a:r>
              <a:rPr lang="en-US" sz="4800" kern="1200" dirty="0">
                <a:latin typeface="+mj-lt"/>
                <a:ea typeface="+mj-ea"/>
                <a:cs typeface="+mj-cs"/>
              </a:rPr>
              <a:t>, </a:t>
            </a:r>
            <a:r>
              <a:rPr lang="en-US" sz="4800" kern="1200" dirty="0" err="1">
                <a:latin typeface="+mj-lt"/>
                <a:ea typeface="+mj-ea"/>
                <a:cs typeface="+mj-cs"/>
              </a:rPr>
              <a:t>Verifiera</a:t>
            </a:r>
            <a:endParaRPr lang="en-US" sz="4800" kern="1200" dirty="0">
              <a:latin typeface="+mj-lt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24D15A6-94EB-FB50-8555-EDA682F9F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386" y="5497592"/>
            <a:ext cx="11442105" cy="11205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kern="1200" dirty="0" err="1">
                <a:highlight>
                  <a:srgbClr val="FFFFFF"/>
                </a:highlight>
                <a:latin typeface="+mn-lt"/>
                <a:ea typeface="+mn-ea"/>
                <a:cs typeface="+mn-cs"/>
              </a:rPr>
              <a:t>Kedjan</a:t>
            </a:r>
            <a:r>
              <a:rPr lang="en-US" b="1" kern="1200" dirty="0"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b="1" kern="1200" dirty="0" err="1">
                <a:highlight>
                  <a:srgbClr val="FFFFFF"/>
                </a:highlight>
                <a:latin typeface="+mn-lt"/>
                <a:ea typeface="+mn-ea"/>
                <a:cs typeface="+mn-cs"/>
              </a:rPr>
              <a:t>består</a:t>
            </a:r>
            <a:r>
              <a:rPr lang="en-US" b="1" kern="1200" dirty="0">
                <a:highlight>
                  <a:srgbClr val="FFFFFF"/>
                </a:highlight>
                <a:latin typeface="+mn-lt"/>
                <a:ea typeface="+mn-ea"/>
                <a:cs typeface="+mn-cs"/>
              </a:rPr>
              <a:t> av </a:t>
            </a:r>
            <a:r>
              <a:rPr lang="en-US" b="1" kern="1200" dirty="0" err="1">
                <a:highlight>
                  <a:srgbClr val="FFFFFF"/>
                </a:highlight>
                <a:latin typeface="+mn-lt"/>
                <a:ea typeface="+mn-ea"/>
                <a:cs typeface="+mn-cs"/>
              </a:rPr>
              <a:t>tre</a:t>
            </a:r>
            <a:r>
              <a:rPr lang="en-US" b="1" kern="1200" dirty="0"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b="1" kern="1200" dirty="0" err="1">
                <a:highlight>
                  <a:srgbClr val="FFFFFF"/>
                </a:highlight>
                <a:latin typeface="+mn-lt"/>
                <a:ea typeface="+mn-ea"/>
                <a:cs typeface="+mn-cs"/>
              </a:rPr>
              <a:t>huvudsteg</a:t>
            </a:r>
            <a:r>
              <a:rPr lang="en-US" b="1" kern="1200" dirty="0">
                <a:highlight>
                  <a:srgbClr val="FFFFFF"/>
                </a:highlight>
                <a:latin typeface="+mn-lt"/>
                <a:ea typeface="+mn-ea"/>
                <a:cs typeface="+mn-cs"/>
              </a:rPr>
              <a:t> – </a:t>
            </a:r>
            <a:r>
              <a:rPr lang="en-US" b="1" kern="1200" dirty="0" err="1">
                <a:highlight>
                  <a:srgbClr val="FFFFFF"/>
                </a:highlight>
                <a:latin typeface="+mn-lt"/>
                <a:ea typeface="+mn-ea"/>
                <a:cs typeface="+mn-cs"/>
              </a:rPr>
              <a:t>varje</a:t>
            </a:r>
            <a:r>
              <a:rPr lang="en-US" b="1" kern="1200" dirty="0"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b="1" kern="1200" dirty="0" err="1">
                <a:highlight>
                  <a:srgbClr val="FFFFFF"/>
                </a:highlight>
                <a:latin typeface="+mn-lt"/>
                <a:ea typeface="+mn-ea"/>
                <a:cs typeface="+mn-cs"/>
              </a:rPr>
              <a:t>verktyg</a:t>
            </a:r>
            <a:r>
              <a:rPr lang="en-US" b="1" kern="1200" dirty="0"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b="1" kern="1200" dirty="0" err="1">
                <a:highlight>
                  <a:srgbClr val="FFFFFF"/>
                </a:highlight>
                <a:latin typeface="+mn-lt"/>
                <a:ea typeface="+mn-ea"/>
                <a:cs typeface="+mn-cs"/>
              </a:rPr>
              <a:t>har</a:t>
            </a:r>
            <a:r>
              <a:rPr lang="en-US" b="1" kern="1200" dirty="0"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b="1" kern="1200" dirty="0" err="1">
                <a:highlight>
                  <a:srgbClr val="FFFFFF"/>
                </a:highlight>
                <a:latin typeface="+mn-lt"/>
                <a:ea typeface="+mn-ea"/>
                <a:cs typeface="+mn-cs"/>
              </a:rPr>
              <a:t>en</a:t>
            </a:r>
            <a:r>
              <a:rPr lang="en-US" b="1" kern="1200" dirty="0"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b="1" kern="1200" dirty="0" err="1">
                <a:highlight>
                  <a:srgbClr val="FFFFFF"/>
                </a:highlight>
                <a:latin typeface="+mn-lt"/>
                <a:ea typeface="+mn-ea"/>
                <a:cs typeface="+mn-cs"/>
              </a:rPr>
              <a:t>specifik</a:t>
            </a:r>
            <a:r>
              <a:rPr lang="en-US" b="1" kern="1200" dirty="0">
                <a:highlight>
                  <a:srgbClr val="FFFFFF"/>
                </a:highlight>
                <a:latin typeface="+mn-lt"/>
                <a:ea typeface="+mn-ea"/>
                <a:cs typeface="+mn-cs"/>
              </a:rPr>
              <a:t> roll</a:t>
            </a:r>
            <a:endParaRPr lang="en-US" kern="1200">
              <a:latin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Bildobjekt 3">
            <a:extLst>
              <a:ext uri="{FF2B5EF4-FFF2-40B4-BE49-F238E27FC236}">
                <a16:creationId xmlns:a16="http://schemas.microsoft.com/office/drawing/2014/main" id="{CE1D878B-E5D0-522E-A3A2-6F23FF3D1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" y="2975523"/>
            <a:ext cx="12186164" cy="194470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dobjekt 4">
            <a:extLst>
              <a:ext uri="{FF2B5EF4-FFF2-40B4-BE49-F238E27FC236}">
                <a16:creationId xmlns:a16="http://schemas.microsoft.com/office/drawing/2014/main" id="{C36726B3-F63E-02DE-4EAD-F73653A805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0" t="-375" r="2104" b="3134"/>
          <a:stretch>
            <a:fillRect/>
          </a:stretch>
        </p:blipFill>
        <p:spPr>
          <a:xfrm>
            <a:off x="698" y="1063"/>
            <a:ext cx="12181354" cy="686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51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4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9A7C4DB-61E9-4908-E836-A9756DCA8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956" y="-1764"/>
            <a:ext cx="8407397" cy="1726967"/>
          </a:xfrm>
        </p:spPr>
        <p:txBody>
          <a:bodyPr>
            <a:normAutofit/>
          </a:bodyPr>
          <a:lstStyle/>
          <a:p>
            <a:r>
              <a:rPr lang="sv-SE" sz="8000">
                <a:ea typeface="+mj-lt"/>
                <a:cs typeface="+mj-lt"/>
              </a:rPr>
              <a:t>Vad varje steg gör</a:t>
            </a:r>
            <a:endParaRPr lang="sv-SE" sz="800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Hierarki">
            <a:extLst>
              <a:ext uri="{FF2B5EF4-FFF2-40B4-BE49-F238E27FC236}">
                <a16:creationId xmlns:a16="http://schemas.microsoft.com/office/drawing/2014/main" id="{7F095CF0-AF32-4E9D-7A21-CE080CC8D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90310" y="-1004"/>
            <a:ext cx="3195204" cy="3195204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B47A561-891A-67C1-FF22-C511A5746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7733" y="1467146"/>
            <a:ext cx="8223953" cy="16053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Enligt Microsofts dokumentation: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Terraform, Ansible, Chef, Puppet, PowerShell och CLI är alla verktyg som kan användas för att automatisera provisionering och konfiguration, men rekommendationen är att använda ett deklarativt IaC-verktyg som Terraform för provisionering och ett konfigurationsverktyg som Ansible för installation .</a:t>
            </a:r>
            <a:endParaRPr lang="sv-SE" sz="20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FB9A45E5-901C-26C8-AC49-6A9D7C651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207131"/>
              </p:ext>
            </p:extLst>
          </p:nvPr>
        </p:nvGraphicFramePr>
        <p:xfrm>
          <a:off x="-84667" y="3372361"/>
          <a:ext cx="12191986" cy="32912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51943">
                  <a:extLst>
                    <a:ext uri="{9D8B030D-6E8A-4147-A177-3AD203B41FA5}">
                      <a16:colId xmlns:a16="http://schemas.microsoft.com/office/drawing/2014/main" val="3798670181"/>
                    </a:ext>
                  </a:extLst>
                </a:gridCol>
                <a:gridCol w="2275416">
                  <a:extLst>
                    <a:ext uri="{9D8B030D-6E8A-4147-A177-3AD203B41FA5}">
                      <a16:colId xmlns:a16="http://schemas.microsoft.com/office/drawing/2014/main" val="3281795034"/>
                    </a:ext>
                  </a:extLst>
                </a:gridCol>
                <a:gridCol w="2734023">
                  <a:extLst>
                    <a:ext uri="{9D8B030D-6E8A-4147-A177-3AD203B41FA5}">
                      <a16:colId xmlns:a16="http://schemas.microsoft.com/office/drawing/2014/main" val="579276042"/>
                    </a:ext>
                  </a:extLst>
                </a:gridCol>
                <a:gridCol w="5030604">
                  <a:extLst>
                    <a:ext uri="{9D8B030D-6E8A-4147-A177-3AD203B41FA5}">
                      <a16:colId xmlns:a16="http://schemas.microsoft.com/office/drawing/2014/main" val="2748055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Steg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Verktyg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det?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Varför just detta verktyg?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635763"/>
                  </a:ext>
                </a:extLst>
              </a:tr>
              <a:tr h="65263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1. Provisionera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Skapar servrar, nätverk, lagring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Bäst på att skapa infrastruktur – idempotent och deklarativt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684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2. Konfigurera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Ansible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Installerar och konfigurerar mjukvara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Bäst på konfiguration – agentlöst, YAML-baserat, idempotent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94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3. Verifiera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PowerShell/Python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Kontrollerar att allt fungerar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 för Windows, Python för orkestrering och rapportering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175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96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3A1B7D8F-5473-361F-D3F4-21D962773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40" y="4038037"/>
            <a:ext cx="5107366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Dataflöde</a:t>
            </a: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JSON </a:t>
            </a:r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som</a:t>
            </a: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"</a:t>
            </a:r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Kontrakt</a:t>
            </a: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" Mellan Stegen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659EACE-E696-B499-E78C-DAE8ABED3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3159" y="4038037"/>
            <a:ext cx="5017030" cy="208742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Ett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enkelt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JSON-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dokument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konfigurationsfil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är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limmet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"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som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håller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ihop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kedjan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F6A53E13-60AD-7195-BF70-CC718493E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1613374"/>
            <a:ext cx="10843065" cy="1274058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5309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4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CB7F57C-DEFE-D95A-2B41-B5BD7D949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57956"/>
            <a:ext cx="8985250" cy="751506"/>
          </a:xfrm>
        </p:spPr>
        <p:txBody>
          <a:bodyPr anchor="t">
            <a:noAutofit/>
          </a:bodyPr>
          <a:lstStyle/>
          <a:p>
            <a:r>
              <a:rPr lang="sv-SE" sz="5400">
                <a:ea typeface="+mj-lt"/>
                <a:cs typeface="+mj-lt"/>
              </a:rPr>
              <a:t>Vad config.json innehåller</a:t>
            </a:r>
            <a:endParaRPr lang="sv-SE" sz="5400"/>
          </a:p>
        </p:txBody>
      </p:sp>
      <p:pic>
        <p:nvPicPr>
          <p:cNvPr id="7" name="Graphic 6" descr="Kugghjul">
            <a:extLst>
              <a:ext uri="{FF2B5EF4-FFF2-40B4-BE49-F238E27FC236}">
                <a16:creationId xmlns:a16="http://schemas.microsoft.com/office/drawing/2014/main" id="{32097E61-B0B3-FBDA-6927-0C213F04B0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233" y="157956"/>
            <a:ext cx="749300" cy="749300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8BBC000-1263-DDA5-821C-0B1811157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" y="942875"/>
            <a:ext cx="12179724" cy="15443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Varför JSON?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JSON är standardformatet för konfiguration i moderna IT-system . Enligt en teknisk artikel om PowerShell-automation med Terraform och Ansible används JSON-filer ofta som en "single source of truth" – en enda källa som alla verktyg läser från för att undvika konflikter . I många Enterprise-miljöer används en gemensam konfigurationskälla (</a:t>
            </a:r>
            <a:r>
              <a:rPr lang="sv-SE" sz="2000">
                <a:highlight>
                  <a:srgbClr val="EBEEF2"/>
                </a:highlight>
                <a:latin typeface="Consolas"/>
              </a:rPr>
              <a:t>variables.yml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) som alla verktyg konsumerar, vilket säkerställer att infrastrukturen blir identisk oavsett vilket verktyg som använder den .</a:t>
            </a:r>
            <a:endParaRPr lang="sv-SE" sz="20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97A787D1-0BDA-7C8D-2397-68C170B45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056603"/>
              </p:ext>
            </p:extLst>
          </p:nvPr>
        </p:nvGraphicFramePr>
        <p:xfrm>
          <a:off x="-6640" y="2715159"/>
          <a:ext cx="12191160" cy="36996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34558">
                  <a:extLst>
                    <a:ext uri="{9D8B030D-6E8A-4147-A177-3AD203B41FA5}">
                      <a16:colId xmlns:a16="http://schemas.microsoft.com/office/drawing/2014/main" val="2627162636"/>
                    </a:ext>
                  </a:extLst>
                </a:gridCol>
                <a:gridCol w="3090955">
                  <a:extLst>
                    <a:ext uri="{9D8B030D-6E8A-4147-A177-3AD203B41FA5}">
                      <a16:colId xmlns:a16="http://schemas.microsoft.com/office/drawing/2014/main" val="3131882123"/>
                    </a:ext>
                  </a:extLst>
                </a:gridCol>
                <a:gridCol w="6765647">
                  <a:extLst>
                    <a:ext uri="{9D8B030D-6E8A-4147-A177-3AD203B41FA5}">
                      <a16:colId xmlns:a16="http://schemas.microsoft.com/office/drawing/2014/main" val="3503310137"/>
                    </a:ext>
                  </a:extLst>
                </a:gridCol>
              </a:tblGrid>
              <a:tr h="48269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Fält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Exempelvärde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Användning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113374"/>
                  </a:ext>
                </a:extLst>
              </a:tr>
              <a:tr h="74261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server_name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"WEB01"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Används av Ansible för att skapa webbsida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563288"/>
                  </a:ext>
                </a:extLst>
              </a:tr>
              <a:tr h="74261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port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80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Används av Ansible och PowerShell för verifiering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808822"/>
                  </a:ext>
                </a:extLst>
              </a:tr>
              <a:tr h="74261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environment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"production"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Används av alla steg för att veta vilken miljö som gäller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722443"/>
                  </a:ext>
                </a:extLst>
              </a:tr>
              <a:tr h="74261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log_path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"C:/Projekt/Logs"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Används av PowerShell för loggning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55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26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E21785-62D8-430F-9521-90166EF7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D7CF8A0-D3E4-4A16-87D3-1D973AC61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3296" y="697832"/>
            <a:ext cx="8189484" cy="5541981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09B5829-874C-07F0-B87C-8CE0480BD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73" y="1998925"/>
            <a:ext cx="5541054" cy="21494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Versionshantering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(Git) – </a:t>
            </a: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Glöm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Detta!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4704ED0-7996-1551-8EA4-66ACE7916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0419" y="4300833"/>
            <a:ext cx="4431162" cy="119187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Utan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Git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du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ingen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historik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över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dina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automationsskript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produktion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är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det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oacceptabelt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406663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54002AB-A75E-0456-37C9-4ECE1F27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56" y="1411375"/>
            <a:ext cx="11370027" cy="879563"/>
          </a:xfrm>
        </p:spPr>
        <p:txBody>
          <a:bodyPr anchor="t">
            <a:noAutofit/>
          </a:bodyPr>
          <a:lstStyle/>
          <a:p>
            <a:pPr algn="ctr"/>
            <a:r>
              <a:rPr lang="sv-SE" sz="6000">
                <a:ea typeface="+mj-lt"/>
                <a:cs typeface="+mj-lt"/>
              </a:rPr>
              <a:t>Varför Git är viktigt för din kedja</a:t>
            </a:r>
            <a:endParaRPr lang="sv-SE" sz="6000"/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184AC168-FAFA-FFF6-45BC-5E6637B2BE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4422" y="2559"/>
            <a:ext cx="914400" cy="914400"/>
          </a:xfrm>
          <a:prstGeom prst="rect">
            <a:avLst/>
          </a:prstGeom>
        </p:spPr>
      </p:pic>
      <p:graphicFrame>
        <p:nvGraphicFramePr>
          <p:cNvPr id="8" name="Platshållare för innehåll 7">
            <a:extLst>
              <a:ext uri="{FF2B5EF4-FFF2-40B4-BE49-F238E27FC236}">
                <a16:creationId xmlns:a16="http://schemas.microsoft.com/office/drawing/2014/main" id="{55C45FDA-29CD-7F6F-25D5-0FA31EAC71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575503"/>
              </p:ext>
            </p:extLst>
          </p:nvPr>
        </p:nvGraphicFramePr>
        <p:xfrm>
          <a:off x="5644" y="2841624"/>
          <a:ext cx="12174161" cy="37344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45277">
                  <a:extLst>
                    <a:ext uri="{9D8B030D-6E8A-4147-A177-3AD203B41FA5}">
                      <a16:colId xmlns:a16="http://schemas.microsoft.com/office/drawing/2014/main" val="2460426133"/>
                    </a:ext>
                  </a:extLst>
                </a:gridCol>
                <a:gridCol w="8328884">
                  <a:extLst>
                    <a:ext uri="{9D8B030D-6E8A-4147-A177-3AD203B41FA5}">
                      <a16:colId xmlns:a16="http://schemas.microsoft.com/office/drawing/2014/main" val="408646121"/>
                    </a:ext>
                  </a:extLst>
                </a:gridCol>
              </a:tblGrid>
              <a:tr h="7468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Anledning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074371"/>
                  </a:ext>
                </a:extLst>
              </a:tr>
              <a:tr h="7468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Historik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Vem ändrade vad och när?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134788"/>
                  </a:ext>
                </a:extLst>
              </a:tr>
              <a:tr h="7468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Återställning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Om en ändring bryter kedjan – återställ till tidigare version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425907"/>
                  </a:ext>
                </a:extLst>
              </a:tr>
              <a:tr h="7468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Samarbete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Flera personer kan jobba på samma kedja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697023"/>
                  </a:ext>
                </a:extLst>
              </a:tr>
              <a:tr h="7468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Spårbarhet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Koppla ändringar i kedjan till ärenden (t.ex. Jira)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452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925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CBDD9CA-B580-6AE4-8003-717F7B7A4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Grundläggande Git-kommandon för din kedja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049D286-51D2-18D9-C7DF-C42320D34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4" y="2405894"/>
            <a:ext cx="7540593" cy="38596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Varför detta är viktigt: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Enligt en bok om DevOps-automation är Git (versionshantering) och CI/CD-pipelines centrala för att bygga repeterbara och pålitliga automationskedjor . I en avancerad DevOps-miljö ska du kunna spåra varje ändring och i värsta fall återställa hela automationskedjan med ett enda Git-kommando.</a:t>
            </a:r>
            <a:endParaRPr lang="sv-SE" sz="2000"/>
          </a:p>
          <a:p>
            <a:pPr marL="0" indent="0">
              <a:buNone/>
            </a:pP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 sz="140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git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init                     </a:t>
            </a:r>
            <a:r>
              <a:rPr lang="sv-SE" sz="1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Starta ett nytt repository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git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add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            </a:t>
            </a:r>
            <a:r>
              <a:rPr lang="sv-SE" sz="1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Lägg till alla filer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git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commit 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-m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"Lade till Terraform-konfiguration"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1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Spara version</a:t>
            </a:r>
            <a:r>
              <a:rPr lang="sv-SE" sz="1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git</a:t>
            </a: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push origin main          </a:t>
            </a:r>
            <a:r>
              <a:rPr lang="sv-SE" sz="1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Ladda upp till GitHub</a:t>
            </a:r>
            <a:endParaRPr lang="sv-SE" sz="1400">
              <a:solidFill>
                <a:srgbClr val="A0A1A7"/>
              </a:solidFill>
              <a:highlight>
                <a:srgbClr val="F9FAFB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Böcker">
            <a:extLst>
              <a:ext uri="{FF2B5EF4-FFF2-40B4-BE49-F238E27FC236}">
                <a16:creationId xmlns:a16="http://schemas.microsoft.com/office/drawing/2014/main" id="{30E38307-4603-1FE0-1A1A-139CC3B8EC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18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BAC94C2-57C6-5269-9942-08EC78F5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Hela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Kedjan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Exempel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på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Arbetsflöde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8D5D07E-8E59-8087-D83F-1F9DAD2A9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b="1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Här </a:t>
            </a:r>
            <a:r>
              <a:rPr lang="en-US" sz="1800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är</a:t>
            </a:r>
            <a:r>
              <a:rPr lang="en-US" sz="1800" b="1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800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ett</a:t>
            </a:r>
            <a:r>
              <a:rPr lang="en-US" sz="1800" b="1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800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konkret</a:t>
            </a:r>
            <a:r>
              <a:rPr lang="en-US" sz="1800" b="1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800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exempel</a:t>
            </a:r>
            <a:r>
              <a:rPr lang="en-US" sz="1800" b="1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800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på</a:t>
            </a:r>
            <a:r>
              <a:rPr lang="en-US" sz="1800" b="1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800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hur</a:t>
            </a:r>
            <a:r>
              <a:rPr lang="en-US" sz="1800" b="1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800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kedjan</a:t>
            </a:r>
            <a:r>
              <a:rPr lang="en-US" sz="1800" b="1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800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kan</a:t>
            </a:r>
            <a:r>
              <a:rPr lang="en-US" sz="1800" b="1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se </a:t>
            </a:r>
            <a:r>
              <a:rPr lang="en-US" sz="1800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ut</a:t>
            </a:r>
            <a:r>
              <a:rPr lang="en-US" sz="1800" b="1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800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från</a:t>
            </a:r>
            <a:r>
              <a:rPr lang="en-US" sz="1800" b="1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start till slut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AF5B5F02-8881-8870-134D-105B22FE6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202" y="183"/>
            <a:ext cx="3059744" cy="6855880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36ABA8A8-9A59-E808-C794-6133CBFDC7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2" t="-372" r="1593" b="2854"/>
          <a:stretch>
            <a:fillRect/>
          </a:stretch>
        </p:blipFill>
        <p:spPr>
          <a:xfrm>
            <a:off x="0" y="1239"/>
            <a:ext cx="12192013" cy="686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81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3B1373D-EE14-4DEC-0418-E00F5E3E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286" y="-5980"/>
            <a:ext cx="7002937" cy="1206325"/>
          </a:xfrm>
        </p:spPr>
        <p:txBody>
          <a:bodyPr anchor="b">
            <a:noAutofit/>
          </a:bodyPr>
          <a:lstStyle/>
          <a:p>
            <a:r>
              <a:rPr lang="sv-SE" sz="4800">
                <a:ea typeface="+mj-lt"/>
                <a:cs typeface="+mj-lt"/>
              </a:rPr>
              <a:t>Steg-för-steg beskrivning</a:t>
            </a:r>
            <a:endParaRPr lang="sv-SE" sz="48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FB73EB8-72C9-3D95-90A0-D507E8A44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3" y="1418116"/>
            <a:ext cx="8109187" cy="15877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000" b="1" dirty="0">
                <a:highlight>
                  <a:srgbClr val="FFFFFF"/>
                </a:highlight>
                <a:ea typeface="+mn-lt"/>
                <a:cs typeface="+mn-lt"/>
              </a:rPr>
              <a:t>Enligt Microsofts dokumentation:</a:t>
            </a:r>
            <a:r>
              <a:rPr lang="sv-SE" sz="2000" dirty="0">
                <a:highlight>
                  <a:srgbClr val="FFFFFF"/>
                </a:highlight>
                <a:ea typeface="+mn-lt"/>
                <a:cs typeface="+mn-lt"/>
              </a:rPr>
              <a:t> Terraform, Ansible, PowerShell och CLI kan alla användas för att bygga en komplett automationskedja. Nyckeln är att varje verktyg gör det det är bäst på: Terraform för 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provisionering, Ansible för konfiguration, PowerShell för operativ kontroll.</a:t>
            </a:r>
            <a:endParaRPr lang="sv-SE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Byggnad">
            <a:extLst>
              <a:ext uri="{FF2B5EF4-FFF2-40B4-BE49-F238E27FC236}">
                <a16:creationId xmlns:a16="http://schemas.microsoft.com/office/drawing/2014/main" id="{E1C4CE86-D09D-F718-72FF-A8BC1AAAD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846A58C0-A705-3744-EBDE-28E6F9275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067363"/>
              </p:ext>
            </p:extLst>
          </p:nvPr>
        </p:nvGraphicFramePr>
        <p:xfrm>
          <a:off x="2822" y="2725162"/>
          <a:ext cx="7956834" cy="41155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10972">
                  <a:extLst>
                    <a:ext uri="{9D8B030D-6E8A-4147-A177-3AD203B41FA5}">
                      <a16:colId xmlns:a16="http://schemas.microsoft.com/office/drawing/2014/main" val="2443266779"/>
                    </a:ext>
                  </a:extLst>
                </a:gridCol>
                <a:gridCol w="3227916">
                  <a:extLst>
                    <a:ext uri="{9D8B030D-6E8A-4147-A177-3AD203B41FA5}">
                      <a16:colId xmlns:a16="http://schemas.microsoft.com/office/drawing/2014/main" val="3844354116"/>
                    </a:ext>
                  </a:extLst>
                </a:gridCol>
                <a:gridCol w="3017946">
                  <a:extLst>
                    <a:ext uri="{9D8B030D-6E8A-4147-A177-3AD203B41FA5}">
                      <a16:colId xmlns:a16="http://schemas.microsoft.com/office/drawing/2014/main" val="2767862041"/>
                    </a:ext>
                  </a:extLst>
                </a:gridCol>
              </a:tblGrid>
              <a:tr h="57426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Steg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händer?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Resultat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76933"/>
                  </a:ext>
                </a:extLst>
              </a:tr>
              <a:tr h="88533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1. Terraform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Skapar katalogstruktur och 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config.json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med inställningar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C:/Projekt/Config/config.json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86824"/>
                  </a:ext>
                </a:extLst>
              </a:tr>
              <a:tr h="88533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2. Ansible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Läser 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config.json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 installerar IIS och skapar webbsida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IIS installerat, 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index.html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skapad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005690"/>
                  </a:ext>
                </a:extLst>
              </a:tr>
              <a:tr h="88533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3. PowerShell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Kontrollerar att IIS är igång och att webbsidan svarar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Loggfil med resultat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418839"/>
                  </a:ext>
                </a:extLst>
              </a:tr>
              <a:tr h="88533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4. Python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Orkestrerar alla steg (valfritt – för VG)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Slutrapport skapad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097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787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5D7F085-13FA-34CE-D076-F98E2664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Workshop – Bygg Din Första Kedja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AC334F2-7181-2C1C-4634-7AF784C0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Mål: Skapa en komplett kedja från Terraform → Ansible → PowerShell.</a:t>
            </a:r>
          </a:p>
          <a:p>
            <a:pPr marL="0" indent="0">
              <a:buNone/>
            </a:pPr>
            <a:endParaRPr lang="sv-SE" sz="2000" b="1">
              <a:highlight>
                <a:srgbClr val="FFFFFF"/>
              </a:highlight>
              <a:ea typeface="+mn-lt"/>
              <a:cs typeface="+mn-lt"/>
            </a:endParaRPr>
          </a:p>
        </p:txBody>
      </p:sp>
      <p:pic>
        <p:nvPicPr>
          <p:cNvPr id="7" name="Graphic 6" descr="Måltavla">
            <a:extLst>
              <a:ext uri="{FF2B5EF4-FFF2-40B4-BE49-F238E27FC236}">
                <a16:creationId xmlns:a16="http://schemas.microsoft.com/office/drawing/2014/main" id="{58414446-BAEC-585E-2DA1-CEAA73E7D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80610" y="1071282"/>
            <a:ext cx="4737650" cy="473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79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ADD4FDA1-CD43-5510-3EB3-DE3529AE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3" t="-375" r="1348" b="2964"/>
          <a:stretch>
            <a:fillRect/>
          </a:stretch>
        </p:blipFill>
        <p:spPr>
          <a:xfrm>
            <a:off x="7471" y="1063"/>
            <a:ext cx="12184540" cy="684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46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F9791AE-6B1C-CDF7-F23E-B9B2D81F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Steg 1 – Terraform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2B43347-C57A-4062-73DB-3A6AF60F0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2" y="1964864"/>
            <a:ext cx="7303655" cy="488491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2000">
              <a:solidFill>
                <a:srgbClr val="0F1115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main.tf – skapa config.json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resource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"local_file"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"config"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filename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"C:/Projekt/Config/config.json"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content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jsonencode(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server_name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"WEB01"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port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80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24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  <p:pic>
        <p:nvPicPr>
          <p:cNvPr id="7" name="Graphic 6" descr="Kugghjul">
            <a:extLst>
              <a:ext uri="{FF2B5EF4-FFF2-40B4-BE49-F238E27FC236}">
                <a16:creationId xmlns:a16="http://schemas.microsoft.com/office/drawing/2014/main" id="{E6A670F2-274E-9D72-E5D9-55798E4D4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80610" y="1071282"/>
            <a:ext cx="4737650" cy="473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44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8D71BC61-819A-F05C-D595-171B4AC808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6" t="-375" r="1532" b="2903"/>
          <a:stretch>
            <a:fillRect/>
          </a:stretch>
        </p:blipFill>
        <p:spPr>
          <a:xfrm>
            <a:off x="7471" y="1063"/>
            <a:ext cx="12184548" cy="684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541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7E88BE2-23A1-D6DD-9AE9-AC719D34D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11" y="778933"/>
            <a:ext cx="4784796" cy="1330840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Steg 2 – Ansible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2B55C62-B0E3-B1ED-A000-F64CD4074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6" y="2843214"/>
            <a:ext cx="9278145" cy="40214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yaml</a:t>
            </a:r>
            <a:endParaRPr lang="sv-SE" sz="2000">
              <a:solidFill>
                <a:srgbClr val="0F1115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playbook.yml – läs config.json och konfigurera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hosts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localhost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tasks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name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Läs config.json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set_fact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config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"{{ lookup('file', 'C:/Projekt/Config/config.json') | from_json }}"</a:t>
            </a:r>
            <a:endParaRPr lang="sv-SE" sz="2400">
              <a:solidFill>
                <a:srgbClr val="50A14F"/>
              </a:solidFill>
              <a:highlight>
                <a:srgbClr val="F9FAFB"/>
              </a:highlight>
            </a:endParaRPr>
          </a:p>
        </p:txBody>
      </p:sp>
      <p:pic>
        <p:nvPicPr>
          <p:cNvPr id="7" name="Graphic 6" descr="Single gear">
            <a:extLst>
              <a:ext uri="{FF2B5EF4-FFF2-40B4-BE49-F238E27FC236}">
                <a16:creationId xmlns:a16="http://schemas.microsoft.com/office/drawing/2014/main" id="{B8CC01EA-C4A8-ED26-5862-E58E62712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75166" y="-1162"/>
            <a:ext cx="3721651" cy="370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829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3D3C48A1-46D8-7608-4CC5-D4FC192FD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8" t="-375" r="1593" b="3293"/>
          <a:stretch>
            <a:fillRect/>
          </a:stretch>
        </p:blipFill>
        <p:spPr>
          <a:xfrm>
            <a:off x="7471" y="1063"/>
            <a:ext cx="12184539" cy="68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28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66D082A-6825-9F68-9E47-8A22A3DB8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sv-SE" sz="4800">
                <a:ea typeface="+mj-lt"/>
                <a:cs typeface="+mj-lt"/>
              </a:rPr>
              <a:t>Steg 3 – PowerShell</a:t>
            </a:r>
            <a:endParaRPr lang="sv-SE" sz="48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C78A30C-E9C4-C7A6-1E9B-5ACA476DC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73" y="2678856"/>
            <a:ext cx="11761651" cy="37455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800">
              <a:solidFill>
                <a:srgbClr val="0F1115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sv-SE" sz="20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verify.ps1 – verifiera att servern svarar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$config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Get-Content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"C:/Projekt/Config/config.json"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|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ConvertFrom-Json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$response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Invoke-WebRequest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Uri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"http://localhost: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$config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port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endParaRPr lang="sv-SE" sz="2000">
              <a:solidFill>
                <a:srgbClr val="50A14F"/>
              </a:solidFill>
              <a:highlight>
                <a:srgbClr val="F9FAFB"/>
              </a:highlight>
            </a:endParaRPr>
          </a:p>
          <a:p>
            <a:pPr marL="0" indent="0">
              <a:buNone/>
            </a:pPr>
            <a:endParaRPr lang="sv-SE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ea typeface="+mn-lt"/>
                <a:cs typeface="+mn-lt"/>
              </a:rPr>
              <a:t>Koppling till examinationen: Detta är exakt den kedja du kommer att bygga i ditt slutprojekt!</a:t>
            </a:r>
            <a:endParaRPr lang="sv-SE">
              <a:ea typeface="+mn-lt"/>
              <a:cs typeface="+mn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312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B1C0042F-16E5-E3A2-A22E-2F530DD8F0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6" r="1580" b="2941"/>
          <a:stretch>
            <a:fillRect/>
          </a:stretch>
        </p:blipFill>
        <p:spPr>
          <a:xfrm>
            <a:off x="20" y="1282"/>
            <a:ext cx="12194558" cy="685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91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0B0ED-9224-CA69-B488-FEAD74E565E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2500" b="125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6AF33876-453E-555A-5E10-9DE355503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" y="-1763"/>
            <a:ext cx="10515600" cy="812552"/>
          </a:xfrm>
        </p:spPr>
        <p:txBody>
          <a:bodyPr>
            <a:noAutofit/>
          </a:bodyPr>
          <a:lstStyle/>
          <a:p>
            <a:r>
              <a:rPr lang="sv-SE" sz="6600">
                <a:ea typeface="+mj-lt"/>
                <a:cs typeface="+mj-lt"/>
              </a:rPr>
              <a:t>Sammanfattning</a:t>
            </a:r>
            <a:endParaRPr lang="sv-SE" sz="6600"/>
          </a:p>
        </p:txBody>
      </p:sp>
      <p:graphicFrame>
        <p:nvGraphicFramePr>
          <p:cNvPr id="7" name="Platshållare för innehåll 2">
            <a:extLst>
              <a:ext uri="{FF2B5EF4-FFF2-40B4-BE49-F238E27FC236}">
                <a16:creationId xmlns:a16="http://schemas.microsoft.com/office/drawing/2014/main" id="{C6497E8E-0CD2-FFE0-0E97-1FC63E5514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620046"/>
              </p:ext>
            </p:extLst>
          </p:nvPr>
        </p:nvGraphicFramePr>
        <p:xfrm>
          <a:off x="-8466" y="809627"/>
          <a:ext cx="12180710" cy="6030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2112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4AC5490-650A-C456-E793-A4ACB702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sv-SE" sz="96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Quiz</a:t>
            </a:r>
            <a:endParaRPr lang="sv-SE" sz="9600">
              <a:solidFill>
                <a:schemeClr val="tx2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DCA1186-7CC7-D123-330D-C1DE9E22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151" y="4685270"/>
            <a:ext cx="7502636" cy="13757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200" dirty="0">
                <a:solidFill>
                  <a:schemeClr val="tx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https://forms.gle/xfpeDiMVWNRtJVGa6</a:t>
            </a:r>
            <a:endParaRPr lang="sv-SE" sz="32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Bock">
            <a:extLst>
              <a:ext uri="{FF2B5EF4-FFF2-40B4-BE49-F238E27FC236}">
                <a16:creationId xmlns:a16="http://schemas.microsoft.com/office/drawing/2014/main" id="{98164944-C4C4-D495-CBCB-CAFBB4E50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23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23</vt:i4>
      </vt:variant>
    </vt:vector>
  </HeadingPairs>
  <TitlesOfParts>
    <vt:vector size="24" baseType="lpstr">
      <vt:lpstr>Office-tema</vt:lpstr>
      <vt:lpstr>Hela Kedjan</vt:lpstr>
      <vt:lpstr>Från Isolerade Verktyg till Automationskedja</vt:lpstr>
      <vt:lpstr>Från Verkligheten – Så Här Används Kedjor i Företag</vt:lpstr>
      <vt:lpstr>Exempel från verkliga implementationer</vt:lpstr>
      <vt:lpstr>De Tre Rollerna – Provisionera, Konfigurera, Verifiera</vt:lpstr>
      <vt:lpstr>Vad varje steg gör</vt:lpstr>
      <vt:lpstr>Dataflöde – JSON som "Kontrakt" Mellan Stegen</vt:lpstr>
      <vt:lpstr>Vad config.json innehåller</vt:lpstr>
      <vt:lpstr>Versionshantering (Git) – Glöm inte Detta!</vt:lpstr>
      <vt:lpstr>Varför Git är viktigt för din kedja</vt:lpstr>
      <vt:lpstr>Grundläggande Git-kommandon för din kedja</vt:lpstr>
      <vt:lpstr>Hela Kedjan – Exempel på Arbetsflöde</vt:lpstr>
      <vt:lpstr>Steg-för-steg beskrivning</vt:lpstr>
      <vt:lpstr>Workshop – Bygg Din Första Kedja</vt:lpstr>
      <vt:lpstr>PowerPoint-presentation</vt:lpstr>
      <vt:lpstr>Steg 1 – Terraform</vt:lpstr>
      <vt:lpstr>PowerPoint-presentation</vt:lpstr>
      <vt:lpstr>Steg 2 – Ansible</vt:lpstr>
      <vt:lpstr>PowerPoint-presentation</vt:lpstr>
      <vt:lpstr>Steg 3 – PowerShell</vt:lpstr>
      <vt:lpstr>PowerPoint-presentation</vt:lpstr>
      <vt:lpstr>Sammanfattning</vt:lpstr>
      <vt:lpstr>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225</cp:revision>
  <dcterms:created xsi:type="dcterms:W3CDTF">2026-08-16T07:38:52Z</dcterms:created>
  <dcterms:modified xsi:type="dcterms:W3CDTF">2026-08-16T08:27:33Z</dcterms:modified>
</cp:coreProperties>
</file>