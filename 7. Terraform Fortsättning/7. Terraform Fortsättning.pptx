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94" r:id="rId3"/>
    <p:sldId id="258" r:id="rId4"/>
    <p:sldId id="259" r:id="rId5"/>
    <p:sldId id="260" r:id="rId6"/>
    <p:sldId id="261" r:id="rId7"/>
    <p:sldId id="295" r:id="rId8"/>
    <p:sldId id="262" r:id="rId9"/>
    <p:sldId id="263" r:id="rId10"/>
    <p:sldId id="264" r:id="rId11"/>
    <p:sldId id="265" r:id="rId12"/>
    <p:sldId id="266" r:id="rId13"/>
    <p:sldId id="296" r:id="rId14"/>
    <p:sldId id="267" r:id="rId15"/>
    <p:sldId id="268" r:id="rId16"/>
    <p:sldId id="269" r:id="rId17"/>
    <p:sldId id="297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8" r:id="rId41"/>
    <p:sldId id="299" r:id="rId42"/>
    <p:sldId id="292" r:id="rId43"/>
    <p:sldId id="293" r:id="rId44"/>
  </p:sldIdLst>
  <p:sldSz cx="12192000" cy="6858000"/>
  <p:notesSz cx="6858000" cy="9144000"/>
  <p:defaultTextStyle>
    <a:defPPr>
      <a:defRPr lang="sv-S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7A43D3B-8473-7F09-C9B1-901780AD63A3}" v="1108" dt="2026-08-12T19:50:29.68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llanmörkt format 2 - Dekorfärg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16" autoAdjust="0"/>
    <p:restoredTop sz="94660"/>
  </p:normalViewPr>
  <p:slideViewPr>
    <p:cSldViewPr snapToGrid="0">
      <p:cViewPr varScale="1">
        <p:scale>
          <a:sx n="155" d="100"/>
          <a:sy n="155" d="100"/>
        </p:scale>
        <p:origin x="132" y="2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50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rseniy Buzyan (extern)" userId="S::arseniy.buzyan@edu.stockholm.se::f92a01cd-049f-4602-b292-09b82d2ea4e3" providerId="AD" clId="Web-{57A43D3B-8473-7F09-C9B1-901780AD63A3}"/>
    <pc:docChg chg="addSld delSld modSld">
      <pc:chgData name="Arseniy Buzyan (extern)" userId="S::arseniy.buzyan@edu.stockholm.se::f92a01cd-049f-4602-b292-09b82d2ea4e3" providerId="AD" clId="Web-{57A43D3B-8473-7F09-C9B1-901780AD63A3}" dt="2026-08-12T19:50:29.689" v="1209" actId="14100"/>
      <pc:docMkLst>
        <pc:docMk/>
      </pc:docMkLst>
      <pc:sldChg chg="addSp delSp modSp mod setBg">
        <pc:chgData name="Arseniy Buzyan (extern)" userId="S::arseniy.buzyan@edu.stockholm.se::f92a01cd-049f-4602-b292-09b82d2ea4e3" providerId="AD" clId="Web-{57A43D3B-8473-7F09-C9B1-901780AD63A3}" dt="2026-08-12T18:23:50.006" v="7"/>
        <pc:sldMkLst>
          <pc:docMk/>
          <pc:sldMk cId="3194377694" sldId="256"/>
        </pc:sldMkLst>
        <pc:spChg chg="mod">
          <ac:chgData name="Arseniy Buzyan (extern)" userId="S::arseniy.buzyan@edu.stockholm.se::f92a01cd-049f-4602-b292-09b82d2ea4e3" providerId="AD" clId="Web-{57A43D3B-8473-7F09-C9B1-901780AD63A3}" dt="2026-08-12T18:23:50.006" v="7"/>
          <ac:spMkLst>
            <pc:docMk/>
            <pc:sldMk cId="3194377694" sldId="256"/>
            <ac:spMk id="2" creationId="{00000000-0000-0000-0000-000000000000}"/>
          </ac:spMkLst>
        </pc:spChg>
        <pc:spChg chg="mod">
          <ac:chgData name="Arseniy Buzyan (extern)" userId="S::arseniy.buzyan@edu.stockholm.se::f92a01cd-049f-4602-b292-09b82d2ea4e3" providerId="AD" clId="Web-{57A43D3B-8473-7F09-C9B1-901780AD63A3}" dt="2026-08-12T18:23:50.006" v="7"/>
          <ac:spMkLst>
            <pc:docMk/>
            <pc:sldMk cId="3194377694" sldId="256"/>
            <ac:spMk id="3" creationId="{00000000-0000-0000-0000-000000000000}"/>
          </ac:spMkLst>
        </pc:spChg>
        <pc:spChg chg="add del">
          <ac:chgData name="Arseniy Buzyan (extern)" userId="S::arseniy.buzyan@edu.stockholm.se::f92a01cd-049f-4602-b292-09b82d2ea4e3" providerId="AD" clId="Web-{57A43D3B-8473-7F09-C9B1-901780AD63A3}" dt="2026-08-12T18:23:47.677" v="4"/>
          <ac:spMkLst>
            <pc:docMk/>
            <pc:sldMk cId="3194377694" sldId="256"/>
            <ac:spMk id="8" creationId="{A93898FF-D987-4B0E-BFB4-85F5EB356D4D}"/>
          </ac:spMkLst>
        </pc:spChg>
        <pc:spChg chg="add del">
          <ac:chgData name="Arseniy Buzyan (extern)" userId="S::arseniy.buzyan@edu.stockholm.se::f92a01cd-049f-4602-b292-09b82d2ea4e3" providerId="AD" clId="Web-{57A43D3B-8473-7F09-C9B1-901780AD63A3}" dt="2026-08-12T18:23:47.677" v="4"/>
          <ac:spMkLst>
            <pc:docMk/>
            <pc:sldMk cId="3194377694" sldId="256"/>
            <ac:spMk id="10" creationId="{FEB84055-029C-4E86-8844-D05D96C024BC}"/>
          </ac:spMkLst>
        </pc:spChg>
        <pc:spChg chg="add del">
          <ac:chgData name="Arseniy Buzyan (extern)" userId="S::arseniy.buzyan@edu.stockholm.se::f92a01cd-049f-4602-b292-09b82d2ea4e3" providerId="AD" clId="Web-{57A43D3B-8473-7F09-C9B1-901780AD63A3}" dt="2026-08-12T18:23:47.677" v="4"/>
          <ac:spMkLst>
            <pc:docMk/>
            <pc:sldMk cId="3194377694" sldId="256"/>
            <ac:spMk id="14" creationId="{799037F2-4CAF-446B-90DB-1480B247AA69}"/>
          </ac:spMkLst>
        </pc:spChg>
        <pc:spChg chg="add del">
          <ac:chgData name="Arseniy Buzyan (extern)" userId="S::arseniy.buzyan@edu.stockholm.se::f92a01cd-049f-4602-b292-09b82d2ea4e3" providerId="AD" clId="Web-{57A43D3B-8473-7F09-C9B1-901780AD63A3}" dt="2026-08-12T18:23:47.677" v="4"/>
          <ac:spMkLst>
            <pc:docMk/>
            <pc:sldMk cId="3194377694" sldId="256"/>
            <ac:spMk id="16" creationId="{7128589C-AF3D-49CF-BD92-C1D1D2F5387F}"/>
          </ac:spMkLst>
        </pc:spChg>
        <pc:spChg chg="add del">
          <ac:chgData name="Arseniy Buzyan (extern)" userId="S::arseniy.buzyan@edu.stockholm.se::f92a01cd-049f-4602-b292-09b82d2ea4e3" providerId="AD" clId="Web-{57A43D3B-8473-7F09-C9B1-901780AD63A3}" dt="2026-08-12T18:23:49.974" v="6"/>
          <ac:spMkLst>
            <pc:docMk/>
            <pc:sldMk cId="3194377694" sldId="256"/>
            <ac:spMk id="18" creationId="{27427488-068E-4B55-AC8D-CD070B8CD46D}"/>
          </ac:spMkLst>
        </pc:spChg>
        <pc:spChg chg="add del">
          <ac:chgData name="Arseniy Buzyan (extern)" userId="S::arseniy.buzyan@edu.stockholm.se::f92a01cd-049f-4602-b292-09b82d2ea4e3" providerId="AD" clId="Web-{57A43D3B-8473-7F09-C9B1-901780AD63A3}" dt="2026-08-12T18:23:49.974" v="6"/>
          <ac:spMkLst>
            <pc:docMk/>
            <pc:sldMk cId="3194377694" sldId="256"/>
            <ac:spMk id="21" creationId="{E6A0E474-BC1B-4020-8F1C-5DB17CF64AD3}"/>
          </ac:spMkLst>
        </pc:spChg>
        <pc:spChg chg="add del">
          <ac:chgData name="Arseniy Buzyan (extern)" userId="S::arseniy.buzyan@edu.stockholm.se::f92a01cd-049f-4602-b292-09b82d2ea4e3" providerId="AD" clId="Web-{57A43D3B-8473-7F09-C9B1-901780AD63A3}" dt="2026-08-12T18:23:49.974" v="6"/>
          <ac:spMkLst>
            <pc:docMk/>
            <pc:sldMk cId="3194377694" sldId="256"/>
            <ac:spMk id="22" creationId="{A20AF199-99C2-4569-9CAF-24514AE5E82A}"/>
          </ac:spMkLst>
        </pc:spChg>
        <pc:spChg chg="add">
          <ac:chgData name="Arseniy Buzyan (extern)" userId="S::arseniy.buzyan@edu.stockholm.se::f92a01cd-049f-4602-b292-09b82d2ea4e3" providerId="AD" clId="Web-{57A43D3B-8473-7F09-C9B1-901780AD63A3}" dt="2026-08-12T18:23:50.006" v="7"/>
          <ac:spMkLst>
            <pc:docMk/>
            <pc:sldMk cId="3194377694" sldId="256"/>
            <ac:spMk id="24" creationId="{A93898FF-D987-4B0E-BFB4-85F5EB356D4D}"/>
          </ac:spMkLst>
        </pc:spChg>
        <pc:spChg chg="add">
          <ac:chgData name="Arseniy Buzyan (extern)" userId="S::arseniy.buzyan@edu.stockholm.se::f92a01cd-049f-4602-b292-09b82d2ea4e3" providerId="AD" clId="Web-{57A43D3B-8473-7F09-C9B1-901780AD63A3}" dt="2026-08-12T18:23:50.006" v="7"/>
          <ac:spMkLst>
            <pc:docMk/>
            <pc:sldMk cId="3194377694" sldId="256"/>
            <ac:spMk id="25" creationId="{FEB84055-029C-4E86-8844-D05D96C024BC}"/>
          </ac:spMkLst>
        </pc:spChg>
        <pc:spChg chg="add">
          <ac:chgData name="Arseniy Buzyan (extern)" userId="S::arseniy.buzyan@edu.stockholm.se::f92a01cd-049f-4602-b292-09b82d2ea4e3" providerId="AD" clId="Web-{57A43D3B-8473-7F09-C9B1-901780AD63A3}" dt="2026-08-12T18:23:50.006" v="7"/>
          <ac:spMkLst>
            <pc:docMk/>
            <pc:sldMk cId="3194377694" sldId="256"/>
            <ac:spMk id="27" creationId="{799037F2-4CAF-446B-90DB-1480B247AA69}"/>
          </ac:spMkLst>
        </pc:spChg>
        <pc:spChg chg="add">
          <ac:chgData name="Arseniy Buzyan (extern)" userId="S::arseniy.buzyan@edu.stockholm.se::f92a01cd-049f-4602-b292-09b82d2ea4e3" providerId="AD" clId="Web-{57A43D3B-8473-7F09-C9B1-901780AD63A3}" dt="2026-08-12T18:23:50.006" v="7"/>
          <ac:spMkLst>
            <pc:docMk/>
            <pc:sldMk cId="3194377694" sldId="256"/>
            <ac:spMk id="28" creationId="{7128589C-AF3D-49CF-BD92-C1D1D2F5387F}"/>
          </ac:spMkLst>
        </pc:spChg>
        <pc:grpChg chg="add del">
          <ac:chgData name="Arseniy Buzyan (extern)" userId="S::arseniy.buzyan@edu.stockholm.se::f92a01cd-049f-4602-b292-09b82d2ea4e3" providerId="AD" clId="Web-{57A43D3B-8473-7F09-C9B1-901780AD63A3}" dt="2026-08-12T18:23:49.974" v="6"/>
          <ac:grpSpMkLst>
            <pc:docMk/>
            <pc:sldMk cId="3194377694" sldId="256"/>
            <ac:grpSpMk id="19" creationId="{31460D47-75CD-497D-BC88-FA41997D2E49}"/>
          </ac:grpSpMkLst>
        </pc:grpChg>
        <pc:picChg chg="add del">
          <ac:chgData name="Arseniy Buzyan (extern)" userId="S::arseniy.buzyan@edu.stockholm.se::f92a01cd-049f-4602-b292-09b82d2ea4e3" providerId="AD" clId="Web-{57A43D3B-8473-7F09-C9B1-901780AD63A3}" dt="2026-08-12T18:23:47.677" v="4"/>
          <ac:picMkLst>
            <pc:docMk/>
            <pc:sldMk cId="3194377694" sldId="256"/>
            <ac:picMk id="12" creationId="{8A2842C0-6210-4FDB-B1FF-C14C927377FB}"/>
          </ac:picMkLst>
        </pc:picChg>
        <pc:picChg chg="add">
          <ac:chgData name="Arseniy Buzyan (extern)" userId="S::arseniy.buzyan@edu.stockholm.se::f92a01cd-049f-4602-b292-09b82d2ea4e3" providerId="AD" clId="Web-{57A43D3B-8473-7F09-C9B1-901780AD63A3}" dt="2026-08-12T18:23:50.006" v="7"/>
          <ac:picMkLst>
            <pc:docMk/>
            <pc:sldMk cId="3194377694" sldId="256"/>
            <ac:picMk id="26" creationId="{8A2842C0-6210-4FDB-B1FF-C14C927377FB}"/>
          </ac:picMkLst>
        </pc:picChg>
      </pc:sldChg>
      <pc:sldChg chg="addSp delSp modSp new del mod setBg">
        <pc:chgData name="Arseniy Buzyan (extern)" userId="S::arseniy.buzyan@edu.stockholm.se::f92a01cd-049f-4602-b292-09b82d2ea4e3" providerId="AD" clId="Web-{57A43D3B-8473-7F09-C9B1-901780AD63A3}" dt="2026-08-12T19:29:36.954" v="1051"/>
        <pc:sldMkLst>
          <pc:docMk/>
          <pc:sldMk cId="51304275" sldId="257"/>
        </pc:sldMkLst>
        <pc:spChg chg="mod">
          <ac:chgData name="Arseniy Buzyan (extern)" userId="S::arseniy.buzyan@edu.stockholm.se::f92a01cd-049f-4602-b292-09b82d2ea4e3" providerId="AD" clId="Web-{57A43D3B-8473-7F09-C9B1-901780AD63A3}" dt="2026-08-12T18:24:28.521" v="16"/>
          <ac:spMkLst>
            <pc:docMk/>
            <pc:sldMk cId="51304275" sldId="257"/>
            <ac:spMk id="2" creationId="{82E2B3D0-AE37-BE3F-15ED-39832EA728DC}"/>
          </ac:spMkLst>
        </pc:spChg>
        <pc:spChg chg="add del mod">
          <ac:chgData name="Arseniy Buzyan (extern)" userId="S::arseniy.buzyan@edu.stockholm.se::f92a01cd-049f-4602-b292-09b82d2ea4e3" providerId="AD" clId="Web-{57A43D3B-8473-7F09-C9B1-901780AD63A3}" dt="2026-08-12T18:24:47.615" v="21" actId="14100"/>
          <ac:spMkLst>
            <pc:docMk/>
            <pc:sldMk cId="51304275" sldId="257"/>
            <ac:spMk id="3" creationId="{8B17124C-3C78-E8CE-03BB-89928E86246D}"/>
          </ac:spMkLst>
        </pc:spChg>
        <pc:spChg chg="add del">
          <ac:chgData name="Arseniy Buzyan (extern)" userId="S::arseniy.buzyan@edu.stockholm.se::f92a01cd-049f-4602-b292-09b82d2ea4e3" providerId="AD" clId="Web-{57A43D3B-8473-7F09-C9B1-901780AD63A3}" dt="2026-08-12T18:24:28.505" v="15"/>
          <ac:spMkLst>
            <pc:docMk/>
            <pc:sldMk cId="51304275" sldId="257"/>
            <ac:spMk id="8" creationId="{18873D23-2DCF-4B31-A009-95721C06E8E1}"/>
          </ac:spMkLst>
        </pc:spChg>
        <pc:spChg chg="add del">
          <ac:chgData name="Arseniy Buzyan (extern)" userId="S::arseniy.buzyan@edu.stockholm.se::f92a01cd-049f-4602-b292-09b82d2ea4e3" providerId="AD" clId="Web-{57A43D3B-8473-7F09-C9B1-901780AD63A3}" dt="2026-08-12T18:24:28.505" v="15"/>
          <ac:spMkLst>
            <pc:docMk/>
            <pc:sldMk cId="51304275" sldId="257"/>
            <ac:spMk id="10" creationId="{C13EF075-D4EF-4929-ADBC-91B27DA19955}"/>
          </ac:spMkLst>
        </pc:spChg>
        <pc:spChg chg="add del">
          <ac:chgData name="Arseniy Buzyan (extern)" userId="S::arseniy.buzyan@edu.stockholm.se::f92a01cd-049f-4602-b292-09b82d2ea4e3" providerId="AD" clId="Web-{57A43D3B-8473-7F09-C9B1-901780AD63A3}" dt="2026-08-12T18:24:40.990" v="19"/>
          <ac:spMkLst>
            <pc:docMk/>
            <pc:sldMk cId="51304275" sldId="257"/>
            <ac:spMk id="19" creationId="{EDDBB197-D710-4A4F-A9CA-FD2177498BE8}"/>
          </ac:spMkLst>
        </pc:spChg>
        <pc:spChg chg="add del">
          <ac:chgData name="Arseniy Buzyan (extern)" userId="S::arseniy.buzyan@edu.stockholm.se::f92a01cd-049f-4602-b292-09b82d2ea4e3" providerId="AD" clId="Web-{57A43D3B-8473-7F09-C9B1-901780AD63A3}" dt="2026-08-12T18:24:40.990" v="19"/>
          <ac:spMkLst>
            <pc:docMk/>
            <pc:sldMk cId="51304275" sldId="257"/>
            <ac:spMk id="20" creationId="{975D1CFA-2CDB-4B64-BD9F-85744E8DA12F}"/>
          </ac:spMkLst>
        </pc:spChg>
        <pc:spChg chg="add">
          <ac:chgData name="Arseniy Buzyan (extern)" userId="S::arseniy.buzyan@edu.stockholm.se::f92a01cd-049f-4602-b292-09b82d2ea4e3" providerId="AD" clId="Web-{57A43D3B-8473-7F09-C9B1-901780AD63A3}" dt="2026-08-12T18:24:40.990" v="19"/>
          <ac:spMkLst>
            <pc:docMk/>
            <pc:sldMk cId="51304275" sldId="257"/>
            <ac:spMk id="25" creationId="{1CD81A2A-6ED4-4EF4-A14C-912D31E14800}"/>
          </ac:spMkLst>
        </pc:spChg>
        <pc:spChg chg="add">
          <ac:chgData name="Arseniy Buzyan (extern)" userId="S::arseniy.buzyan@edu.stockholm.se::f92a01cd-049f-4602-b292-09b82d2ea4e3" providerId="AD" clId="Web-{57A43D3B-8473-7F09-C9B1-901780AD63A3}" dt="2026-08-12T18:24:40.990" v="19"/>
          <ac:spMkLst>
            <pc:docMk/>
            <pc:sldMk cId="51304275" sldId="257"/>
            <ac:spMk id="27" creationId="{1661932C-CA15-4E17-B115-FAE7CBEE4789}"/>
          </ac:spMkLst>
        </pc:spChg>
        <pc:spChg chg="add">
          <ac:chgData name="Arseniy Buzyan (extern)" userId="S::arseniy.buzyan@edu.stockholm.se::f92a01cd-049f-4602-b292-09b82d2ea4e3" providerId="AD" clId="Web-{57A43D3B-8473-7F09-C9B1-901780AD63A3}" dt="2026-08-12T18:24:40.990" v="19"/>
          <ac:spMkLst>
            <pc:docMk/>
            <pc:sldMk cId="51304275" sldId="257"/>
            <ac:spMk id="29" creationId="{8590ADD5-9383-4D3D-9047-3DA2593CCB5D}"/>
          </ac:spMkLst>
        </pc:spChg>
        <pc:spChg chg="add">
          <ac:chgData name="Arseniy Buzyan (extern)" userId="S::arseniy.buzyan@edu.stockholm.se::f92a01cd-049f-4602-b292-09b82d2ea4e3" providerId="AD" clId="Web-{57A43D3B-8473-7F09-C9B1-901780AD63A3}" dt="2026-08-12T18:24:40.990" v="19"/>
          <ac:spMkLst>
            <pc:docMk/>
            <pc:sldMk cId="51304275" sldId="257"/>
            <ac:spMk id="31" creationId="{DABE3E45-88CF-45D8-8D40-C773324D93F6}"/>
          </ac:spMkLst>
        </pc:spChg>
        <pc:spChg chg="add">
          <ac:chgData name="Arseniy Buzyan (extern)" userId="S::arseniy.buzyan@edu.stockholm.se::f92a01cd-049f-4602-b292-09b82d2ea4e3" providerId="AD" clId="Web-{57A43D3B-8473-7F09-C9B1-901780AD63A3}" dt="2026-08-12T18:24:40.990" v="19"/>
          <ac:spMkLst>
            <pc:docMk/>
            <pc:sldMk cId="51304275" sldId="257"/>
            <ac:spMk id="35" creationId="{B91ECDA9-56DC-4270-8F33-01C5637B8CEB}"/>
          </ac:spMkLst>
        </pc:spChg>
        <pc:spChg chg="add">
          <ac:chgData name="Arseniy Buzyan (extern)" userId="S::arseniy.buzyan@edu.stockholm.se::f92a01cd-049f-4602-b292-09b82d2ea4e3" providerId="AD" clId="Web-{57A43D3B-8473-7F09-C9B1-901780AD63A3}" dt="2026-08-12T18:24:40.990" v="19"/>
          <ac:spMkLst>
            <pc:docMk/>
            <pc:sldMk cId="51304275" sldId="257"/>
            <ac:spMk id="37" creationId="{75F47824-961D-465D-84F9-EAE11BC6173B}"/>
          </ac:spMkLst>
        </pc:spChg>
        <pc:spChg chg="add">
          <ac:chgData name="Arseniy Buzyan (extern)" userId="S::arseniy.buzyan@edu.stockholm.se::f92a01cd-049f-4602-b292-09b82d2ea4e3" providerId="AD" clId="Web-{57A43D3B-8473-7F09-C9B1-901780AD63A3}" dt="2026-08-12T18:24:40.990" v="19"/>
          <ac:spMkLst>
            <pc:docMk/>
            <pc:sldMk cId="51304275" sldId="257"/>
            <ac:spMk id="39" creationId="{FEC9DA3E-C1D7-472D-B7C0-F71AE41FBA23}"/>
          </ac:spMkLst>
        </pc:spChg>
        <pc:grpChg chg="add del">
          <ac:chgData name="Arseniy Buzyan (extern)" userId="S::arseniy.buzyan@edu.stockholm.se::f92a01cd-049f-4602-b292-09b82d2ea4e3" providerId="AD" clId="Web-{57A43D3B-8473-7F09-C9B1-901780AD63A3}" dt="2026-08-12T18:24:28.505" v="15"/>
          <ac:grpSpMkLst>
            <pc:docMk/>
            <pc:sldMk cId="51304275" sldId="257"/>
            <ac:grpSpMk id="12" creationId="{DAA26DFA-AAB2-4973-9C17-16D587C7B198}"/>
          </ac:grpSpMkLst>
        </pc:grpChg>
        <pc:grpChg chg="add">
          <ac:chgData name="Arseniy Buzyan (extern)" userId="S::arseniy.buzyan@edu.stockholm.se::f92a01cd-049f-4602-b292-09b82d2ea4e3" providerId="AD" clId="Web-{57A43D3B-8473-7F09-C9B1-901780AD63A3}" dt="2026-08-12T18:24:28.521" v="16"/>
          <ac:grpSpMkLst>
            <pc:docMk/>
            <pc:sldMk cId="51304275" sldId="257"/>
            <ac:grpSpMk id="14" creationId="{25EE5136-01F1-466C-962D-BA9B4C6757AA}"/>
          </ac:grpSpMkLst>
        </pc:grpChg>
        <pc:graphicFrameChg chg="add del mod ord modGraphic">
          <ac:chgData name="Arseniy Buzyan (extern)" userId="S::arseniy.buzyan@edu.stockholm.se::f92a01cd-049f-4602-b292-09b82d2ea4e3" providerId="AD" clId="Web-{57A43D3B-8473-7F09-C9B1-901780AD63A3}" dt="2026-08-12T18:24:11.630" v="12"/>
          <ac:graphicFrameMkLst>
            <pc:docMk/>
            <pc:sldMk cId="51304275" sldId="257"/>
            <ac:graphicFrameMk id="5" creationId="{944251A9-DA84-7C0D-8784-5846BD9981FF}"/>
          </ac:graphicFrameMkLst>
        </pc:graphicFrameChg>
        <pc:picChg chg="add mod modCrop">
          <ac:chgData name="Arseniy Buzyan (extern)" userId="S::arseniy.buzyan@edu.stockholm.se::f92a01cd-049f-4602-b292-09b82d2ea4e3" providerId="AD" clId="Web-{57A43D3B-8473-7F09-C9B1-901780AD63A3}" dt="2026-08-12T19:29:31.814" v="1050" actId="14100"/>
          <ac:picMkLst>
            <pc:docMk/>
            <pc:sldMk cId="51304275" sldId="257"/>
            <ac:picMk id="6" creationId="{6B3C4BB0-0805-FA39-BBE7-FDEFA24400DC}"/>
          </ac:picMkLst>
        </pc:picChg>
        <pc:picChg chg="add">
          <ac:chgData name="Arseniy Buzyan (extern)" userId="S::arseniy.buzyan@edu.stockholm.se::f92a01cd-049f-4602-b292-09b82d2ea4e3" providerId="AD" clId="Web-{57A43D3B-8473-7F09-C9B1-901780AD63A3}" dt="2026-08-12T18:24:28.521" v="16"/>
          <ac:picMkLst>
            <pc:docMk/>
            <pc:sldMk cId="51304275" sldId="257"/>
            <ac:picMk id="7" creationId="{7789BE40-0A46-3CB5-EF22-A142F1A3F961}"/>
          </ac:picMkLst>
        </pc:picChg>
      </pc:sldChg>
      <pc:sldChg chg="addSp delSp modSp new mod setBg">
        <pc:chgData name="Arseniy Buzyan (extern)" userId="S::arseniy.buzyan@edu.stockholm.se::f92a01cd-049f-4602-b292-09b82d2ea4e3" providerId="AD" clId="Web-{57A43D3B-8473-7F09-C9B1-901780AD63A3}" dt="2026-08-12T18:25:46.740" v="34" actId="14100"/>
        <pc:sldMkLst>
          <pc:docMk/>
          <pc:sldMk cId="4283152920" sldId="258"/>
        </pc:sldMkLst>
        <pc:spChg chg="mod">
          <ac:chgData name="Arseniy Buzyan (extern)" userId="S::arseniy.buzyan@edu.stockholm.se::f92a01cd-049f-4602-b292-09b82d2ea4e3" providerId="AD" clId="Web-{57A43D3B-8473-7F09-C9B1-901780AD63A3}" dt="2026-08-12T18:25:27.271" v="30"/>
          <ac:spMkLst>
            <pc:docMk/>
            <pc:sldMk cId="4283152920" sldId="258"/>
            <ac:spMk id="2" creationId="{DBFAC11A-DC49-8863-C2A1-E7F60FB09439}"/>
          </ac:spMkLst>
        </pc:spChg>
        <pc:spChg chg="del">
          <ac:chgData name="Arseniy Buzyan (extern)" userId="S::arseniy.buzyan@edu.stockholm.se::f92a01cd-049f-4602-b292-09b82d2ea4e3" providerId="AD" clId="Web-{57A43D3B-8473-7F09-C9B1-901780AD63A3}" dt="2026-08-12T18:25:09.193" v="25"/>
          <ac:spMkLst>
            <pc:docMk/>
            <pc:sldMk cId="4283152920" sldId="258"/>
            <ac:spMk id="3" creationId="{07E6AC35-47DF-C70B-E295-243A314B0929}"/>
          </ac:spMkLst>
        </pc:spChg>
        <pc:spChg chg="add mod">
          <ac:chgData name="Arseniy Buzyan (extern)" userId="S::arseniy.buzyan@edu.stockholm.se::f92a01cd-049f-4602-b292-09b82d2ea4e3" providerId="AD" clId="Web-{57A43D3B-8473-7F09-C9B1-901780AD63A3}" dt="2026-08-12T18:25:37.052" v="32" actId="20577"/>
          <ac:spMkLst>
            <pc:docMk/>
            <pc:sldMk cId="4283152920" sldId="258"/>
            <ac:spMk id="5" creationId="{B4057357-35C5-3729-31A4-643CAEF02E0A}"/>
          </ac:spMkLst>
        </pc:spChg>
        <pc:spChg chg="add del">
          <ac:chgData name="Arseniy Buzyan (extern)" userId="S::arseniy.buzyan@edu.stockholm.se::f92a01cd-049f-4602-b292-09b82d2ea4e3" providerId="AD" clId="Web-{57A43D3B-8473-7F09-C9B1-901780AD63A3}" dt="2026-08-12T18:25:27.271" v="30"/>
          <ac:spMkLst>
            <pc:docMk/>
            <pc:sldMk cId="4283152920" sldId="258"/>
            <ac:spMk id="9" creationId="{A4AC5506-6312-4701-8D3C-40187889A947}"/>
          </ac:spMkLst>
        </pc:spChg>
        <pc:spChg chg="add">
          <ac:chgData name="Arseniy Buzyan (extern)" userId="S::arseniy.buzyan@edu.stockholm.se::f92a01cd-049f-4602-b292-09b82d2ea4e3" providerId="AD" clId="Web-{57A43D3B-8473-7F09-C9B1-901780AD63A3}" dt="2026-08-12T18:25:27.271" v="30"/>
          <ac:spMkLst>
            <pc:docMk/>
            <pc:sldMk cId="4283152920" sldId="258"/>
            <ac:spMk id="14" creationId="{D7A453D2-15D8-4403-815F-291FA16340D9}"/>
          </ac:spMkLst>
        </pc:spChg>
        <pc:spChg chg="add">
          <ac:chgData name="Arseniy Buzyan (extern)" userId="S::arseniy.buzyan@edu.stockholm.se::f92a01cd-049f-4602-b292-09b82d2ea4e3" providerId="AD" clId="Web-{57A43D3B-8473-7F09-C9B1-901780AD63A3}" dt="2026-08-12T18:25:27.271" v="30"/>
          <ac:spMkLst>
            <pc:docMk/>
            <pc:sldMk cId="4283152920" sldId="258"/>
            <ac:spMk id="16" creationId="{8161EA6B-09CA-445B-AB0D-8DF76FA92DEF}"/>
          </ac:spMkLst>
        </pc:spChg>
        <pc:spChg chg="add">
          <ac:chgData name="Arseniy Buzyan (extern)" userId="S::arseniy.buzyan@edu.stockholm.se::f92a01cd-049f-4602-b292-09b82d2ea4e3" providerId="AD" clId="Web-{57A43D3B-8473-7F09-C9B1-901780AD63A3}" dt="2026-08-12T18:25:27.271" v="30"/>
          <ac:spMkLst>
            <pc:docMk/>
            <pc:sldMk cId="4283152920" sldId="258"/>
            <ac:spMk id="26" creationId="{B8114C98-A349-4111-A123-E8EAB86ABE30}"/>
          </ac:spMkLst>
        </pc:spChg>
        <pc:spChg chg="add">
          <ac:chgData name="Arseniy Buzyan (extern)" userId="S::arseniy.buzyan@edu.stockholm.se::f92a01cd-049f-4602-b292-09b82d2ea4e3" providerId="AD" clId="Web-{57A43D3B-8473-7F09-C9B1-901780AD63A3}" dt="2026-08-12T18:25:27.271" v="30"/>
          <ac:spMkLst>
            <pc:docMk/>
            <pc:sldMk cId="4283152920" sldId="258"/>
            <ac:spMk id="34" creationId="{E2D3D3F2-ABBB-4453-B1C5-1BEBF7E4DD56}"/>
          </ac:spMkLst>
        </pc:spChg>
        <pc:grpChg chg="add">
          <ac:chgData name="Arseniy Buzyan (extern)" userId="S::arseniy.buzyan@edu.stockholm.se::f92a01cd-049f-4602-b292-09b82d2ea4e3" providerId="AD" clId="Web-{57A43D3B-8473-7F09-C9B1-901780AD63A3}" dt="2026-08-12T18:25:27.271" v="30"/>
          <ac:grpSpMkLst>
            <pc:docMk/>
            <pc:sldMk cId="4283152920" sldId="258"/>
            <ac:grpSpMk id="18" creationId="{B352BBB9-69A8-405C-9209-A9FE217AEDC4}"/>
          </ac:grpSpMkLst>
        </pc:grpChg>
        <pc:grpChg chg="add">
          <ac:chgData name="Arseniy Buzyan (extern)" userId="S::arseniy.buzyan@edu.stockholm.se::f92a01cd-049f-4602-b292-09b82d2ea4e3" providerId="AD" clId="Web-{57A43D3B-8473-7F09-C9B1-901780AD63A3}" dt="2026-08-12T18:25:27.271" v="30"/>
          <ac:grpSpMkLst>
            <pc:docMk/>
            <pc:sldMk cId="4283152920" sldId="258"/>
            <ac:grpSpMk id="36" creationId="{8214E4A5-A0D2-42C4-8D14-D2A7E495F041}"/>
          </ac:grpSpMkLst>
        </pc:grpChg>
        <pc:picChg chg="add mod ord">
          <ac:chgData name="Arseniy Buzyan (extern)" userId="S::arseniy.buzyan@edu.stockholm.se::f92a01cd-049f-4602-b292-09b82d2ea4e3" providerId="AD" clId="Web-{57A43D3B-8473-7F09-C9B1-901780AD63A3}" dt="2026-08-12T18:25:46.740" v="34" actId="14100"/>
          <ac:picMkLst>
            <pc:docMk/>
            <pc:sldMk cId="4283152920" sldId="258"/>
            <ac:picMk id="4" creationId="{FF487321-4EC9-44D5-DB23-571BBB5B4E3F}"/>
          </ac:picMkLst>
        </pc:picChg>
      </pc:sldChg>
      <pc:sldChg chg="addSp delSp modSp new mod setBg setClrOvrMap">
        <pc:chgData name="Arseniy Buzyan (extern)" userId="S::arseniy.buzyan@edu.stockholm.se::f92a01cd-049f-4602-b292-09b82d2ea4e3" providerId="AD" clId="Web-{57A43D3B-8473-7F09-C9B1-901780AD63A3}" dt="2026-08-12T18:27:43.306" v="69" actId="14100"/>
        <pc:sldMkLst>
          <pc:docMk/>
          <pc:sldMk cId="494170854" sldId="259"/>
        </pc:sldMkLst>
        <pc:spChg chg="mod">
          <ac:chgData name="Arseniy Buzyan (extern)" userId="S::arseniy.buzyan@edu.stockholm.se::f92a01cd-049f-4602-b292-09b82d2ea4e3" providerId="AD" clId="Web-{57A43D3B-8473-7F09-C9B1-901780AD63A3}" dt="2026-08-12T18:27:36.165" v="67" actId="1076"/>
          <ac:spMkLst>
            <pc:docMk/>
            <pc:sldMk cId="494170854" sldId="259"/>
            <ac:spMk id="2" creationId="{1B10B591-75A5-A335-25CF-0CED3DD66B58}"/>
          </ac:spMkLst>
        </pc:spChg>
        <pc:spChg chg="mod">
          <ac:chgData name="Arseniy Buzyan (extern)" userId="S::arseniy.buzyan@edu.stockholm.se::f92a01cd-049f-4602-b292-09b82d2ea4e3" providerId="AD" clId="Web-{57A43D3B-8473-7F09-C9B1-901780AD63A3}" dt="2026-08-12T18:27:43.306" v="69" actId="14100"/>
          <ac:spMkLst>
            <pc:docMk/>
            <pc:sldMk cId="494170854" sldId="259"/>
            <ac:spMk id="3" creationId="{A79BA8CC-282D-5DB9-468A-11F5244654AD}"/>
          </ac:spMkLst>
        </pc:spChg>
        <pc:spChg chg="add del">
          <ac:chgData name="Arseniy Buzyan (extern)" userId="S::arseniy.buzyan@edu.stockholm.se::f92a01cd-049f-4602-b292-09b82d2ea4e3" providerId="AD" clId="Web-{57A43D3B-8473-7F09-C9B1-901780AD63A3}" dt="2026-08-12T18:26:34.399" v="45"/>
          <ac:spMkLst>
            <pc:docMk/>
            <pc:sldMk cId="494170854" sldId="259"/>
            <ac:spMk id="8" creationId="{70DFC902-7D23-471A-B557-B6B6917D7A0D}"/>
          </ac:spMkLst>
        </pc:spChg>
        <pc:spChg chg="add del">
          <ac:chgData name="Arseniy Buzyan (extern)" userId="S::arseniy.buzyan@edu.stockholm.se::f92a01cd-049f-4602-b292-09b82d2ea4e3" providerId="AD" clId="Web-{57A43D3B-8473-7F09-C9B1-901780AD63A3}" dt="2026-08-12T18:26:34.399" v="45"/>
          <ac:spMkLst>
            <pc:docMk/>
            <pc:sldMk cId="494170854" sldId="259"/>
            <ac:spMk id="10" creationId="{A55D5633-D557-4DCA-982C-FF36EB7A1C00}"/>
          </ac:spMkLst>
        </pc:spChg>
        <pc:spChg chg="add del">
          <ac:chgData name="Arseniy Buzyan (extern)" userId="S::arseniy.buzyan@edu.stockholm.se::f92a01cd-049f-4602-b292-09b82d2ea4e3" providerId="AD" clId="Web-{57A43D3B-8473-7F09-C9B1-901780AD63A3}" dt="2026-08-12T18:26:34.399" v="45"/>
          <ac:spMkLst>
            <pc:docMk/>
            <pc:sldMk cId="494170854" sldId="259"/>
            <ac:spMk id="12" creationId="{450D3AD2-FA80-415F-A9CE-54D884561CD7}"/>
          </ac:spMkLst>
        </pc:spChg>
        <pc:spChg chg="add del">
          <ac:chgData name="Arseniy Buzyan (extern)" userId="S::arseniy.buzyan@edu.stockholm.se::f92a01cd-049f-4602-b292-09b82d2ea4e3" providerId="AD" clId="Web-{57A43D3B-8473-7F09-C9B1-901780AD63A3}" dt="2026-08-12T18:27:09.368" v="55"/>
          <ac:spMkLst>
            <pc:docMk/>
            <pc:sldMk cId="494170854" sldId="259"/>
            <ac:spMk id="17" creationId="{A7AE9375-4664-4DB2-922D-2782A6E439AC}"/>
          </ac:spMkLst>
        </pc:spChg>
        <pc:spChg chg="add del">
          <ac:chgData name="Arseniy Buzyan (extern)" userId="S::arseniy.buzyan@edu.stockholm.se::f92a01cd-049f-4602-b292-09b82d2ea4e3" providerId="AD" clId="Web-{57A43D3B-8473-7F09-C9B1-901780AD63A3}" dt="2026-08-12T18:27:09.368" v="55"/>
          <ac:spMkLst>
            <pc:docMk/>
            <pc:sldMk cId="494170854" sldId="259"/>
            <ac:spMk id="21" creationId="{9DD005C1-8C51-42D6-9BEE-B9B83849743D}"/>
          </ac:spMkLst>
        </pc:spChg>
        <pc:spChg chg="add">
          <ac:chgData name="Arseniy Buzyan (extern)" userId="S::arseniy.buzyan@edu.stockholm.se::f92a01cd-049f-4602-b292-09b82d2ea4e3" providerId="AD" clId="Web-{57A43D3B-8473-7F09-C9B1-901780AD63A3}" dt="2026-08-12T18:27:09.368" v="55"/>
          <ac:spMkLst>
            <pc:docMk/>
            <pc:sldMk cId="494170854" sldId="259"/>
            <ac:spMk id="23" creationId="{B95B9BA8-1D69-4796-85F5-B6D0BD52354B}"/>
          </ac:spMkLst>
        </pc:spChg>
        <pc:spChg chg="add del">
          <ac:chgData name="Arseniy Buzyan (extern)" userId="S::arseniy.buzyan@edu.stockholm.se::f92a01cd-049f-4602-b292-09b82d2ea4e3" providerId="AD" clId="Web-{57A43D3B-8473-7F09-C9B1-901780AD63A3}" dt="2026-08-12T18:26:50.712" v="51"/>
          <ac:spMkLst>
            <pc:docMk/>
            <pc:sldMk cId="494170854" sldId="259"/>
            <ac:spMk id="26" creationId="{1B15ED52-F352-441B-82BF-E0EA34836D08}"/>
          </ac:spMkLst>
        </pc:spChg>
        <pc:spChg chg="add del">
          <ac:chgData name="Arseniy Buzyan (extern)" userId="S::arseniy.buzyan@edu.stockholm.se::f92a01cd-049f-4602-b292-09b82d2ea4e3" providerId="AD" clId="Web-{57A43D3B-8473-7F09-C9B1-901780AD63A3}" dt="2026-08-12T18:26:50.712" v="51"/>
          <ac:spMkLst>
            <pc:docMk/>
            <pc:sldMk cId="494170854" sldId="259"/>
            <ac:spMk id="28" creationId="{3B2E3793-BFE6-45A2-9B7B-E18844431C99}"/>
          </ac:spMkLst>
        </pc:spChg>
        <pc:spChg chg="add del">
          <ac:chgData name="Arseniy Buzyan (extern)" userId="S::arseniy.buzyan@edu.stockholm.se::f92a01cd-049f-4602-b292-09b82d2ea4e3" providerId="AD" clId="Web-{57A43D3B-8473-7F09-C9B1-901780AD63A3}" dt="2026-08-12T18:26:50.712" v="51"/>
          <ac:spMkLst>
            <pc:docMk/>
            <pc:sldMk cId="494170854" sldId="259"/>
            <ac:spMk id="30" creationId="{BC4C4868-CB8F-4AF9-9CDB-8108F2C19B67}"/>
          </ac:spMkLst>
        </pc:spChg>
        <pc:spChg chg="add del">
          <ac:chgData name="Arseniy Buzyan (extern)" userId="S::arseniy.buzyan@edu.stockholm.se::f92a01cd-049f-4602-b292-09b82d2ea4e3" providerId="AD" clId="Web-{57A43D3B-8473-7F09-C9B1-901780AD63A3}" dt="2026-08-12T18:26:50.712" v="51"/>
          <ac:spMkLst>
            <pc:docMk/>
            <pc:sldMk cId="494170854" sldId="259"/>
            <ac:spMk id="32" creationId="{375E0459-6403-40CD-989D-56A4407CA12E}"/>
          </ac:spMkLst>
        </pc:spChg>
        <pc:spChg chg="add del">
          <ac:chgData name="Arseniy Buzyan (extern)" userId="S::arseniy.buzyan@edu.stockholm.se::f92a01cd-049f-4602-b292-09b82d2ea4e3" providerId="AD" clId="Web-{57A43D3B-8473-7F09-C9B1-901780AD63A3}" dt="2026-08-12T18:26:50.712" v="51"/>
          <ac:spMkLst>
            <pc:docMk/>
            <pc:sldMk cId="494170854" sldId="259"/>
            <ac:spMk id="34" creationId="{53E5B1A8-3AC9-4BD1-9BBC-78CA94F2D1BA}"/>
          </ac:spMkLst>
        </pc:spChg>
        <pc:grpChg chg="add">
          <ac:chgData name="Arseniy Buzyan (extern)" userId="S::arseniy.buzyan@edu.stockholm.se::f92a01cd-049f-4602-b292-09b82d2ea4e3" providerId="AD" clId="Web-{57A43D3B-8473-7F09-C9B1-901780AD63A3}" dt="2026-08-12T18:27:09.368" v="55"/>
          <ac:grpSpMkLst>
            <pc:docMk/>
            <pc:sldMk cId="494170854" sldId="259"/>
            <ac:grpSpMk id="24" creationId="{4728F330-19FB-4D39-BD0F-53032ABFEB7F}"/>
          </ac:grpSpMkLst>
        </pc:grpChg>
        <pc:cxnChg chg="add del">
          <ac:chgData name="Arseniy Buzyan (extern)" userId="S::arseniy.buzyan@edu.stockholm.se::f92a01cd-049f-4602-b292-09b82d2ea4e3" providerId="AD" clId="Web-{57A43D3B-8473-7F09-C9B1-901780AD63A3}" dt="2026-08-12T18:27:09.368" v="55"/>
          <ac:cxnSpMkLst>
            <pc:docMk/>
            <pc:sldMk cId="494170854" sldId="259"/>
            <ac:cxnSpMk id="19" creationId="{EE504C98-6397-41C1-A8D8-2D9C4ED307E0}"/>
          </ac:cxnSpMkLst>
        </pc:cxnChg>
      </pc:sldChg>
      <pc:sldChg chg="addSp modSp new mod setBg">
        <pc:chgData name="Arseniy Buzyan (extern)" userId="S::arseniy.buzyan@edu.stockholm.se::f92a01cd-049f-4602-b292-09b82d2ea4e3" providerId="AD" clId="Web-{57A43D3B-8473-7F09-C9B1-901780AD63A3}" dt="2026-08-12T18:28:09.294" v="73"/>
        <pc:sldMkLst>
          <pc:docMk/>
          <pc:sldMk cId="3989464297" sldId="260"/>
        </pc:sldMkLst>
        <pc:spChg chg="mod">
          <ac:chgData name="Arseniy Buzyan (extern)" userId="S::arseniy.buzyan@edu.stockholm.se::f92a01cd-049f-4602-b292-09b82d2ea4e3" providerId="AD" clId="Web-{57A43D3B-8473-7F09-C9B1-901780AD63A3}" dt="2026-08-12T18:28:09.294" v="73"/>
          <ac:spMkLst>
            <pc:docMk/>
            <pc:sldMk cId="3989464297" sldId="260"/>
            <ac:spMk id="2" creationId="{1671AE21-0407-0733-911F-44FB63625654}"/>
          </ac:spMkLst>
        </pc:spChg>
        <pc:spChg chg="mod">
          <ac:chgData name="Arseniy Buzyan (extern)" userId="S::arseniy.buzyan@edu.stockholm.se::f92a01cd-049f-4602-b292-09b82d2ea4e3" providerId="AD" clId="Web-{57A43D3B-8473-7F09-C9B1-901780AD63A3}" dt="2026-08-12T18:28:09.294" v="73"/>
          <ac:spMkLst>
            <pc:docMk/>
            <pc:sldMk cId="3989464297" sldId="260"/>
            <ac:spMk id="3" creationId="{D6E4B018-746A-58AC-7DC9-33D5DEDEBFD9}"/>
          </ac:spMkLst>
        </pc:spChg>
        <pc:spChg chg="add">
          <ac:chgData name="Arseniy Buzyan (extern)" userId="S::arseniy.buzyan@edu.stockholm.se::f92a01cd-049f-4602-b292-09b82d2ea4e3" providerId="AD" clId="Web-{57A43D3B-8473-7F09-C9B1-901780AD63A3}" dt="2026-08-12T18:28:09.294" v="73"/>
          <ac:spMkLst>
            <pc:docMk/>
            <pc:sldMk cId="3989464297" sldId="260"/>
            <ac:spMk id="8" creationId="{787F4F1C-8D3D-4EC1-B72D-A0470A5A08B8}"/>
          </ac:spMkLst>
        </pc:spChg>
        <pc:grpChg chg="add">
          <ac:chgData name="Arseniy Buzyan (extern)" userId="S::arseniy.buzyan@edu.stockholm.se::f92a01cd-049f-4602-b292-09b82d2ea4e3" providerId="AD" clId="Web-{57A43D3B-8473-7F09-C9B1-901780AD63A3}" dt="2026-08-12T18:28:09.294" v="73"/>
          <ac:grpSpMkLst>
            <pc:docMk/>
            <pc:sldMk cId="3989464297" sldId="260"/>
            <ac:grpSpMk id="10" creationId="{D1E3DD61-64DB-46AD-B249-E273CD86B051}"/>
          </ac:grpSpMkLst>
        </pc:grpChg>
      </pc:sldChg>
      <pc:sldChg chg="addSp delSp modSp new mod setBg">
        <pc:chgData name="Arseniy Buzyan (extern)" userId="S::arseniy.buzyan@edu.stockholm.se::f92a01cd-049f-4602-b292-09b82d2ea4e3" providerId="AD" clId="Web-{57A43D3B-8473-7F09-C9B1-901780AD63A3}" dt="2026-08-12T18:29:14.763" v="90" actId="20577"/>
        <pc:sldMkLst>
          <pc:docMk/>
          <pc:sldMk cId="1298258792" sldId="261"/>
        </pc:sldMkLst>
        <pc:spChg chg="mod">
          <ac:chgData name="Arseniy Buzyan (extern)" userId="S::arseniy.buzyan@edu.stockholm.se::f92a01cd-049f-4602-b292-09b82d2ea4e3" providerId="AD" clId="Web-{57A43D3B-8473-7F09-C9B1-901780AD63A3}" dt="2026-08-12T18:28:52.794" v="84"/>
          <ac:spMkLst>
            <pc:docMk/>
            <pc:sldMk cId="1298258792" sldId="261"/>
            <ac:spMk id="2" creationId="{6E718E52-8CA7-E3A1-F350-D1FAEF2C8484}"/>
          </ac:spMkLst>
        </pc:spChg>
        <pc:spChg chg="mod">
          <ac:chgData name="Arseniy Buzyan (extern)" userId="S::arseniy.buzyan@edu.stockholm.se::f92a01cd-049f-4602-b292-09b82d2ea4e3" providerId="AD" clId="Web-{57A43D3B-8473-7F09-C9B1-901780AD63A3}" dt="2026-08-12T18:29:14.763" v="90" actId="20577"/>
          <ac:spMkLst>
            <pc:docMk/>
            <pc:sldMk cId="1298258792" sldId="261"/>
            <ac:spMk id="3" creationId="{748571EF-602A-F68C-A79C-D3498E16C1CA}"/>
          </ac:spMkLst>
        </pc:spChg>
        <pc:spChg chg="add del">
          <ac:chgData name="Arseniy Buzyan (extern)" userId="S::arseniy.buzyan@edu.stockholm.se::f92a01cd-049f-4602-b292-09b82d2ea4e3" providerId="AD" clId="Web-{57A43D3B-8473-7F09-C9B1-901780AD63A3}" dt="2026-08-12T18:28:43.903" v="79"/>
          <ac:spMkLst>
            <pc:docMk/>
            <pc:sldMk cId="1298258792" sldId="261"/>
            <ac:spMk id="8" creationId="{E8A8EAB8-D2FF-444D-B34B-7D32F106AD0E}"/>
          </ac:spMkLst>
        </pc:spChg>
        <pc:spChg chg="add del">
          <ac:chgData name="Arseniy Buzyan (extern)" userId="S::arseniy.buzyan@edu.stockholm.se::f92a01cd-049f-4602-b292-09b82d2ea4e3" providerId="AD" clId="Web-{57A43D3B-8473-7F09-C9B1-901780AD63A3}" dt="2026-08-12T18:28:46.794" v="81"/>
          <ac:spMkLst>
            <pc:docMk/>
            <pc:sldMk cId="1298258792" sldId="261"/>
            <ac:spMk id="14" creationId="{5D7F64A8-D625-4F61-A290-B499BB62ACFF}"/>
          </ac:spMkLst>
        </pc:spChg>
        <pc:spChg chg="add del">
          <ac:chgData name="Arseniy Buzyan (extern)" userId="S::arseniy.buzyan@edu.stockholm.se::f92a01cd-049f-4602-b292-09b82d2ea4e3" providerId="AD" clId="Web-{57A43D3B-8473-7F09-C9B1-901780AD63A3}" dt="2026-08-12T18:28:52.794" v="83"/>
          <ac:spMkLst>
            <pc:docMk/>
            <pc:sldMk cId="1298258792" sldId="261"/>
            <ac:spMk id="16" creationId="{E8A8EAB8-D2FF-444D-B34B-7D32F106AD0E}"/>
          </ac:spMkLst>
        </pc:spChg>
        <pc:spChg chg="add">
          <ac:chgData name="Arseniy Buzyan (extern)" userId="S::arseniy.buzyan@edu.stockholm.se::f92a01cd-049f-4602-b292-09b82d2ea4e3" providerId="AD" clId="Web-{57A43D3B-8473-7F09-C9B1-901780AD63A3}" dt="2026-08-12T18:28:52.794" v="84"/>
          <ac:spMkLst>
            <pc:docMk/>
            <pc:sldMk cId="1298258792" sldId="261"/>
            <ac:spMk id="20" creationId="{A7AE9375-4664-4DB2-922D-2782A6E439AC}"/>
          </ac:spMkLst>
        </pc:spChg>
        <pc:spChg chg="add">
          <ac:chgData name="Arseniy Buzyan (extern)" userId="S::arseniy.buzyan@edu.stockholm.se::f92a01cd-049f-4602-b292-09b82d2ea4e3" providerId="AD" clId="Web-{57A43D3B-8473-7F09-C9B1-901780AD63A3}" dt="2026-08-12T18:28:52.794" v="84"/>
          <ac:spMkLst>
            <pc:docMk/>
            <pc:sldMk cId="1298258792" sldId="261"/>
            <ac:spMk id="22" creationId="{9DD005C1-8C51-42D6-9BEE-B9B83849743D}"/>
          </ac:spMkLst>
        </pc:spChg>
        <pc:picChg chg="add del">
          <ac:chgData name="Arseniy Buzyan (extern)" userId="S::arseniy.buzyan@edu.stockholm.se::f92a01cd-049f-4602-b292-09b82d2ea4e3" providerId="AD" clId="Web-{57A43D3B-8473-7F09-C9B1-901780AD63A3}" dt="2026-08-12T18:28:46.794" v="81"/>
          <ac:picMkLst>
            <pc:docMk/>
            <pc:sldMk cId="1298258792" sldId="261"/>
            <ac:picMk id="7" creationId="{D651F75E-69E6-DFA6-AF28-42A605CBA0F4}"/>
          </ac:picMkLst>
        </pc:picChg>
        <pc:picChg chg="add del">
          <ac:chgData name="Arseniy Buzyan (extern)" userId="S::arseniy.buzyan@edu.stockholm.se::f92a01cd-049f-4602-b292-09b82d2ea4e3" providerId="AD" clId="Web-{57A43D3B-8473-7F09-C9B1-901780AD63A3}" dt="2026-08-12T18:28:46.794" v="81"/>
          <ac:picMkLst>
            <pc:docMk/>
            <pc:sldMk cId="1298258792" sldId="261"/>
            <ac:picMk id="9" creationId="{FDC0230C-B15D-404D-AC45-91153F05C359}"/>
          </ac:picMkLst>
        </pc:picChg>
        <pc:cxnChg chg="add del">
          <ac:chgData name="Arseniy Buzyan (extern)" userId="S::arseniy.buzyan@edu.stockholm.se::f92a01cd-049f-4602-b292-09b82d2ea4e3" providerId="AD" clId="Web-{57A43D3B-8473-7F09-C9B1-901780AD63A3}" dt="2026-08-12T18:28:43.903" v="79"/>
          <ac:cxnSpMkLst>
            <pc:docMk/>
            <pc:sldMk cId="1298258792" sldId="261"/>
            <ac:cxnSpMk id="10" creationId="{067633D1-6EE6-4118-B9F0-B363477BEE7A}"/>
          </ac:cxnSpMkLst>
        </pc:cxnChg>
        <pc:cxnChg chg="add del">
          <ac:chgData name="Arseniy Buzyan (extern)" userId="S::arseniy.buzyan@edu.stockholm.se::f92a01cd-049f-4602-b292-09b82d2ea4e3" providerId="AD" clId="Web-{57A43D3B-8473-7F09-C9B1-901780AD63A3}" dt="2026-08-12T18:28:43.903" v="79"/>
          <ac:cxnSpMkLst>
            <pc:docMk/>
            <pc:sldMk cId="1298258792" sldId="261"/>
            <ac:cxnSpMk id="12" creationId="{4AD7FFC6-42A9-49CB-B5E9-B3F6B038331B}"/>
          </ac:cxnSpMkLst>
        </pc:cxnChg>
        <pc:cxnChg chg="add del">
          <ac:chgData name="Arseniy Buzyan (extern)" userId="S::arseniy.buzyan@edu.stockholm.se::f92a01cd-049f-4602-b292-09b82d2ea4e3" providerId="AD" clId="Web-{57A43D3B-8473-7F09-C9B1-901780AD63A3}" dt="2026-08-12T18:28:52.794" v="83"/>
          <ac:cxnSpMkLst>
            <pc:docMk/>
            <pc:sldMk cId="1298258792" sldId="261"/>
            <ac:cxnSpMk id="17" creationId="{067633D1-6EE6-4118-B9F0-B363477BEE7A}"/>
          </ac:cxnSpMkLst>
        </pc:cxnChg>
        <pc:cxnChg chg="add del">
          <ac:chgData name="Arseniy Buzyan (extern)" userId="S::arseniy.buzyan@edu.stockholm.se::f92a01cd-049f-4602-b292-09b82d2ea4e3" providerId="AD" clId="Web-{57A43D3B-8473-7F09-C9B1-901780AD63A3}" dt="2026-08-12T18:28:52.794" v="83"/>
          <ac:cxnSpMkLst>
            <pc:docMk/>
            <pc:sldMk cId="1298258792" sldId="261"/>
            <ac:cxnSpMk id="18" creationId="{4AD7FFC6-42A9-49CB-B5E9-B3F6B038331B}"/>
          </ac:cxnSpMkLst>
        </pc:cxnChg>
        <pc:cxnChg chg="add">
          <ac:chgData name="Arseniy Buzyan (extern)" userId="S::arseniy.buzyan@edu.stockholm.se::f92a01cd-049f-4602-b292-09b82d2ea4e3" providerId="AD" clId="Web-{57A43D3B-8473-7F09-C9B1-901780AD63A3}" dt="2026-08-12T18:28:52.794" v="84"/>
          <ac:cxnSpMkLst>
            <pc:docMk/>
            <pc:sldMk cId="1298258792" sldId="261"/>
            <ac:cxnSpMk id="21" creationId="{EE504C98-6397-41C1-A8D8-2D9C4ED307E0}"/>
          </ac:cxnSpMkLst>
        </pc:cxnChg>
      </pc:sldChg>
      <pc:sldChg chg="addSp delSp modSp new mod setBg">
        <pc:chgData name="Arseniy Buzyan (extern)" userId="S::arseniy.buzyan@edu.stockholm.se::f92a01cd-049f-4602-b292-09b82d2ea4e3" providerId="AD" clId="Web-{57A43D3B-8473-7F09-C9B1-901780AD63A3}" dt="2026-08-12T18:30:22.809" v="113" actId="14100"/>
        <pc:sldMkLst>
          <pc:docMk/>
          <pc:sldMk cId="3898557376" sldId="262"/>
        </pc:sldMkLst>
        <pc:spChg chg="mod">
          <ac:chgData name="Arseniy Buzyan (extern)" userId="S::arseniy.buzyan@edu.stockholm.se::f92a01cd-049f-4602-b292-09b82d2ea4e3" providerId="AD" clId="Web-{57A43D3B-8473-7F09-C9B1-901780AD63A3}" dt="2026-08-12T18:30:11.794" v="111" actId="1076"/>
          <ac:spMkLst>
            <pc:docMk/>
            <pc:sldMk cId="3898557376" sldId="262"/>
            <ac:spMk id="2" creationId="{4AE8D8A0-9AA6-CDBE-B664-A44E46D06D3B}"/>
          </ac:spMkLst>
        </pc:spChg>
        <pc:spChg chg="mod">
          <ac:chgData name="Arseniy Buzyan (extern)" userId="S::arseniy.buzyan@edu.stockholm.se::f92a01cd-049f-4602-b292-09b82d2ea4e3" providerId="AD" clId="Web-{57A43D3B-8473-7F09-C9B1-901780AD63A3}" dt="2026-08-12T18:30:22.809" v="113" actId="14100"/>
          <ac:spMkLst>
            <pc:docMk/>
            <pc:sldMk cId="3898557376" sldId="262"/>
            <ac:spMk id="3" creationId="{B58EB6D9-076D-1207-EA2C-D802D6D7B817}"/>
          </ac:spMkLst>
        </pc:spChg>
        <pc:spChg chg="add del">
          <ac:chgData name="Arseniy Buzyan (extern)" userId="S::arseniy.buzyan@edu.stockholm.se::f92a01cd-049f-4602-b292-09b82d2ea4e3" providerId="AD" clId="Web-{57A43D3B-8473-7F09-C9B1-901780AD63A3}" dt="2026-08-12T18:29:37.653" v="96"/>
          <ac:spMkLst>
            <pc:docMk/>
            <pc:sldMk cId="3898557376" sldId="262"/>
            <ac:spMk id="8" creationId="{E8A8EAB8-D2FF-444D-B34B-7D32F106AD0E}"/>
          </ac:spMkLst>
        </pc:spChg>
        <pc:spChg chg="add del">
          <ac:chgData name="Arseniy Buzyan (extern)" userId="S::arseniy.buzyan@edu.stockholm.se::f92a01cd-049f-4602-b292-09b82d2ea4e3" providerId="AD" clId="Web-{57A43D3B-8473-7F09-C9B1-901780AD63A3}" dt="2026-08-12T18:29:43.122" v="98"/>
          <ac:spMkLst>
            <pc:docMk/>
            <pc:sldMk cId="3898557376" sldId="262"/>
            <ac:spMk id="14" creationId="{A7AE9375-4664-4DB2-922D-2782A6E439AC}"/>
          </ac:spMkLst>
        </pc:spChg>
        <pc:spChg chg="add del">
          <ac:chgData name="Arseniy Buzyan (extern)" userId="S::arseniy.buzyan@edu.stockholm.se::f92a01cd-049f-4602-b292-09b82d2ea4e3" providerId="AD" clId="Web-{57A43D3B-8473-7F09-C9B1-901780AD63A3}" dt="2026-08-12T18:29:43.122" v="98"/>
          <ac:spMkLst>
            <pc:docMk/>
            <pc:sldMk cId="3898557376" sldId="262"/>
            <ac:spMk id="16" creationId="{9DD005C1-8C51-42D6-9BEE-B9B83849743D}"/>
          </ac:spMkLst>
        </pc:spChg>
        <pc:spChg chg="add">
          <ac:chgData name="Arseniy Buzyan (extern)" userId="S::arseniy.buzyan@edu.stockholm.se::f92a01cd-049f-4602-b292-09b82d2ea4e3" providerId="AD" clId="Web-{57A43D3B-8473-7F09-C9B1-901780AD63A3}" dt="2026-08-12T18:29:43.138" v="99"/>
          <ac:spMkLst>
            <pc:docMk/>
            <pc:sldMk cId="3898557376" sldId="262"/>
            <ac:spMk id="18" creationId="{A7AE9375-4664-4DB2-922D-2782A6E439AC}"/>
          </ac:spMkLst>
        </pc:spChg>
        <pc:spChg chg="add">
          <ac:chgData name="Arseniy Buzyan (extern)" userId="S::arseniy.buzyan@edu.stockholm.se::f92a01cd-049f-4602-b292-09b82d2ea4e3" providerId="AD" clId="Web-{57A43D3B-8473-7F09-C9B1-901780AD63A3}" dt="2026-08-12T18:29:43.138" v="99"/>
          <ac:spMkLst>
            <pc:docMk/>
            <pc:sldMk cId="3898557376" sldId="262"/>
            <ac:spMk id="20" creationId="{9DD005C1-8C51-42D6-9BEE-B9B83849743D}"/>
          </ac:spMkLst>
        </pc:spChg>
        <pc:cxnChg chg="add del">
          <ac:chgData name="Arseniy Buzyan (extern)" userId="S::arseniy.buzyan@edu.stockholm.se::f92a01cd-049f-4602-b292-09b82d2ea4e3" providerId="AD" clId="Web-{57A43D3B-8473-7F09-C9B1-901780AD63A3}" dt="2026-08-12T18:29:37.653" v="96"/>
          <ac:cxnSpMkLst>
            <pc:docMk/>
            <pc:sldMk cId="3898557376" sldId="262"/>
            <ac:cxnSpMk id="10" creationId="{067633D1-6EE6-4118-B9F0-B363477BEE7A}"/>
          </ac:cxnSpMkLst>
        </pc:cxnChg>
        <pc:cxnChg chg="add del">
          <ac:chgData name="Arseniy Buzyan (extern)" userId="S::arseniy.buzyan@edu.stockholm.se::f92a01cd-049f-4602-b292-09b82d2ea4e3" providerId="AD" clId="Web-{57A43D3B-8473-7F09-C9B1-901780AD63A3}" dt="2026-08-12T18:29:37.653" v="96"/>
          <ac:cxnSpMkLst>
            <pc:docMk/>
            <pc:sldMk cId="3898557376" sldId="262"/>
            <ac:cxnSpMk id="12" creationId="{4AD7FFC6-42A9-49CB-B5E9-B3F6B038331B}"/>
          </ac:cxnSpMkLst>
        </pc:cxnChg>
        <pc:cxnChg chg="add del">
          <ac:chgData name="Arseniy Buzyan (extern)" userId="S::arseniy.buzyan@edu.stockholm.se::f92a01cd-049f-4602-b292-09b82d2ea4e3" providerId="AD" clId="Web-{57A43D3B-8473-7F09-C9B1-901780AD63A3}" dt="2026-08-12T18:29:43.122" v="98"/>
          <ac:cxnSpMkLst>
            <pc:docMk/>
            <pc:sldMk cId="3898557376" sldId="262"/>
            <ac:cxnSpMk id="15" creationId="{EE504C98-6397-41C1-A8D8-2D9C4ED307E0}"/>
          </ac:cxnSpMkLst>
        </pc:cxnChg>
        <pc:cxnChg chg="add">
          <ac:chgData name="Arseniy Buzyan (extern)" userId="S::arseniy.buzyan@edu.stockholm.se::f92a01cd-049f-4602-b292-09b82d2ea4e3" providerId="AD" clId="Web-{57A43D3B-8473-7F09-C9B1-901780AD63A3}" dt="2026-08-12T18:29:43.138" v="99"/>
          <ac:cxnSpMkLst>
            <pc:docMk/>
            <pc:sldMk cId="3898557376" sldId="262"/>
            <ac:cxnSpMk id="19" creationId="{EE504C98-6397-41C1-A8D8-2D9C4ED307E0}"/>
          </ac:cxnSpMkLst>
        </pc:cxnChg>
      </pc:sldChg>
      <pc:sldChg chg="addSp modSp new mod setBg">
        <pc:chgData name="Arseniy Buzyan (extern)" userId="S::arseniy.buzyan@edu.stockholm.se::f92a01cd-049f-4602-b292-09b82d2ea4e3" providerId="AD" clId="Web-{57A43D3B-8473-7F09-C9B1-901780AD63A3}" dt="2026-08-12T18:31:52.887" v="232"/>
        <pc:sldMkLst>
          <pc:docMk/>
          <pc:sldMk cId="4224739282" sldId="263"/>
        </pc:sldMkLst>
        <pc:spChg chg="mod">
          <ac:chgData name="Arseniy Buzyan (extern)" userId="S::arseniy.buzyan@edu.stockholm.se::f92a01cd-049f-4602-b292-09b82d2ea4e3" providerId="AD" clId="Web-{57A43D3B-8473-7F09-C9B1-901780AD63A3}" dt="2026-08-12T18:30:53.575" v="118"/>
          <ac:spMkLst>
            <pc:docMk/>
            <pc:sldMk cId="4224739282" sldId="263"/>
            <ac:spMk id="2" creationId="{676B0186-854F-2632-D34F-D0FBA7A52FD9}"/>
          </ac:spMkLst>
        </pc:spChg>
        <pc:spChg chg="mod">
          <ac:chgData name="Arseniy Buzyan (extern)" userId="S::arseniy.buzyan@edu.stockholm.se::f92a01cd-049f-4602-b292-09b82d2ea4e3" providerId="AD" clId="Web-{57A43D3B-8473-7F09-C9B1-901780AD63A3}" dt="2026-08-12T18:31:19.231" v="124" actId="1076"/>
          <ac:spMkLst>
            <pc:docMk/>
            <pc:sldMk cId="4224739282" sldId="263"/>
            <ac:spMk id="3" creationId="{9FF8BFDA-858A-FB29-C4B7-4DCFD473E4FD}"/>
          </ac:spMkLst>
        </pc:spChg>
        <pc:spChg chg="add">
          <ac:chgData name="Arseniy Buzyan (extern)" userId="S::arseniy.buzyan@edu.stockholm.se::f92a01cd-049f-4602-b292-09b82d2ea4e3" providerId="AD" clId="Web-{57A43D3B-8473-7F09-C9B1-901780AD63A3}" dt="2026-08-12T18:30:53.575" v="118"/>
          <ac:spMkLst>
            <pc:docMk/>
            <pc:sldMk cId="4224739282" sldId="263"/>
            <ac:spMk id="8" creationId="{A7AE9375-4664-4DB2-922D-2782A6E439AC}"/>
          </ac:spMkLst>
        </pc:spChg>
        <pc:spChg chg="add">
          <ac:chgData name="Arseniy Buzyan (extern)" userId="S::arseniy.buzyan@edu.stockholm.se::f92a01cd-049f-4602-b292-09b82d2ea4e3" providerId="AD" clId="Web-{57A43D3B-8473-7F09-C9B1-901780AD63A3}" dt="2026-08-12T18:30:53.575" v="118"/>
          <ac:spMkLst>
            <pc:docMk/>
            <pc:sldMk cId="4224739282" sldId="263"/>
            <ac:spMk id="12" creationId="{9DD005C1-8C51-42D6-9BEE-B9B83849743D}"/>
          </ac:spMkLst>
        </pc:spChg>
        <pc:graphicFrameChg chg="add mod modGraphic">
          <ac:chgData name="Arseniy Buzyan (extern)" userId="S::arseniy.buzyan@edu.stockholm.se::f92a01cd-049f-4602-b292-09b82d2ea4e3" providerId="AD" clId="Web-{57A43D3B-8473-7F09-C9B1-901780AD63A3}" dt="2026-08-12T18:31:52.887" v="232"/>
          <ac:graphicFrameMkLst>
            <pc:docMk/>
            <pc:sldMk cId="4224739282" sldId="263"/>
            <ac:graphicFrameMk id="5" creationId="{38889C87-AF71-2940-6DEE-5AC0C2DF4F48}"/>
          </ac:graphicFrameMkLst>
        </pc:graphicFrameChg>
        <pc:cxnChg chg="add">
          <ac:chgData name="Arseniy Buzyan (extern)" userId="S::arseniy.buzyan@edu.stockholm.se::f92a01cd-049f-4602-b292-09b82d2ea4e3" providerId="AD" clId="Web-{57A43D3B-8473-7F09-C9B1-901780AD63A3}" dt="2026-08-12T18:30:53.575" v="118"/>
          <ac:cxnSpMkLst>
            <pc:docMk/>
            <pc:sldMk cId="4224739282" sldId="263"/>
            <ac:cxnSpMk id="10" creationId="{EE504C98-6397-41C1-A8D8-2D9C4ED307E0}"/>
          </ac:cxnSpMkLst>
        </pc:cxnChg>
      </pc:sldChg>
      <pc:sldChg chg="addSp modSp new mod setBg">
        <pc:chgData name="Arseniy Buzyan (extern)" userId="S::arseniy.buzyan@edu.stockholm.se::f92a01cd-049f-4602-b292-09b82d2ea4e3" providerId="AD" clId="Web-{57A43D3B-8473-7F09-C9B1-901780AD63A3}" dt="2026-08-12T18:33:10.950" v="324"/>
        <pc:sldMkLst>
          <pc:docMk/>
          <pc:sldMk cId="888938758" sldId="264"/>
        </pc:sldMkLst>
        <pc:spChg chg="mod">
          <ac:chgData name="Arseniy Buzyan (extern)" userId="S::arseniy.buzyan@edu.stockholm.se::f92a01cd-049f-4602-b292-09b82d2ea4e3" providerId="AD" clId="Web-{57A43D3B-8473-7F09-C9B1-901780AD63A3}" dt="2026-08-12T18:32:25.903" v="237"/>
          <ac:spMkLst>
            <pc:docMk/>
            <pc:sldMk cId="888938758" sldId="264"/>
            <ac:spMk id="2" creationId="{822C1527-E62B-0E3C-6F3D-B35207055CF1}"/>
          </ac:spMkLst>
        </pc:spChg>
        <pc:spChg chg="mod">
          <ac:chgData name="Arseniy Buzyan (extern)" userId="S::arseniy.buzyan@edu.stockholm.se::f92a01cd-049f-4602-b292-09b82d2ea4e3" providerId="AD" clId="Web-{57A43D3B-8473-7F09-C9B1-901780AD63A3}" dt="2026-08-12T18:33:05.981" v="322" actId="1076"/>
          <ac:spMkLst>
            <pc:docMk/>
            <pc:sldMk cId="888938758" sldId="264"/>
            <ac:spMk id="3" creationId="{C3A5E8ED-B85C-46C0-5A92-58BAA7FAD057}"/>
          </ac:spMkLst>
        </pc:spChg>
        <pc:spChg chg="add">
          <ac:chgData name="Arseniy Buzyan (extern)" userId="S::arseniy.buzyan@edu.stockholm.se::f92a01cd-049f-4602-b292-09b82d2ea4e3" providerId="AD" clId="Web-{57A43D3B-8473-7F09-C9B1-901780AD63A3}" dt="2026-08-12T18:32:25.903" v="237"/>
          <ac:spMkLst>
            <pc:docMk/>
            <pc:sldMk cId="888938758" sldId="264"/>
            <ac:spMk id="8" creationId="{A7AE9375-4664-4DB2-922D-2782A6E439AC}"/>
          </ac:spMkLst>
        </pc:spChg>
        <pc:spChg chg="add">
          <ac:chgData name="Arseniy Buzyan (extern)" userId="S::arseniy.buzyan@edu.stockholm.se::f92a01cd-049f-4602-b292-09b82d2ea4e3" providerId="AD" clId="Web-{57A43D3B-8473-7F09-C9B1-901780AD63A3}" dt="2026-08-12T18:32:25.903" v="237"/>
          <ac:spMkLst>
            <pc:docMk/>
            <pc:sldMk cId="888938758" sldId="264"/>
            <ac:spMk id="12" creationId="{9DD005C1-8C51-42D6-9BEE-B9B83849743D}"/>
          </ac:spMkLst>
        </pc:spChg>
        <pc:graphicFrameChg chg="add mod modGraphic">
          <ac:chgData name="Arseniy Buzyan (extern)" userId="S::arseniy.buzyan@edu.stockholm.se::f92a01cd-049f-4602-b292-09b82d2ea4e3" providerId="AD" clId="Web-{57A43D3B-8473-7F09-C9B1-901780AD63A3}" dt="2026-08-12T18:33:10.950" v="324"/>
          <ac:graphicFrameMkLst>
            <pc:docMk/>
            <pc:sldMk cId="888938758" sldId="264"/>
            <ac:graphicFrameMk id="5" creationId="{21252E92-AEDE-D2A0-F358-32E4C9D46DF6}"/>
          </ac:graphicFrameMkLst>
        </pc:graphicFrameChg>
        <pc:cxnChg chg="add">
          <ac:chgData name="Arseniy Buzyan (extern)" userId="S::arseniy.buzyan@edu.stockholm.se::f92a01cd-049f-4602-b292-09b82d2ea4e3" providerId="AD" clId="Web-{57A43D3B-8473-7F09-C9B1-901780AD63A3}" dt="2026-08-12T18:32:25.903" v="237"/>
          <ac:cxnSpMkLst>
            <pc:docMk/>
            <pc:sldMk cId="888938758" sldId="264"/>
            <ac:cxnSpMk id="10" creationId="{EE504C98-6397-41C1-A8D8-2D9C4ED307E0}"/>
          </ac:cxnSpMkLst>
        </pc:cxnChg>
      </pc:sldChg>
      <pc:sldChg chg="addSp delSp modSp new mod setBg">
        <pc:chgData name="Arseniy Buzyan (extern)" userId="S::arseniy.buzyan@edu.stockholm.se::f92a01cd-049f-4602-b292-09b82d2ea4e3" providerId="AD" clId="Web-{57A43D3B-8473-7F09-C9B1-901780AD63A3}" dt="2026-08-12T18:34:27.142" v="348" actId="20577"/>
        <pc:sldMkLst>
          <pc:docMk/>
          <pc:sldMk cId="1843306630" sldId="265"/>
        </pc:sldMkLst>
        <pc:spChg chg="mod">
          <ac:chgData name="Arseniy Buzyan (extern)" userId="S::arseniy.buzyan@edu.stockholm.se::f92a01cd-049f-4602-b292-09b82d2ea4e3" providerId="AD" clId="Web-{57A43D3B-8473-7F09-C9B1-901780AD63A3}" dt="2026-08-12T18:33:32.934" v="331"/>
          <ac:spMkLst>
            <pc:docMk/>
            <pc:sldMk cId="1843306630" sldId="265"/>
            <ac:spMk id="2" creationId="{DC6DECE2-A76B-ADAB-9B37-762B93CC8570}"/>
          </ac:spMkLst>
        </pc:spChg>
        <pc:spChg chg="mod">
          <ac:chgData name="Arseniy Buzyan (extern)" userId="S::arseniy.buzyan@edu.stockholm.se::f92a01cd-049f-4602-b292-09b82d2ea4e3" providerId="AD" clId="Web-{57A43D3B-8473-7F09-C9B1-901780AD63A3}" dt="2026-08-12T18:34:27.142" v="348" actId="20577"/>
          <ac:spMkLst>
            <pc:docMk/>
            <pc:sldMk cId="1843306630" sldId="265"/>
            <ac:spMk id="3" creationId="{6AA973F1-35A0-B965-CAD7-3661DEA74BEB}"/>
          </ac:spMkLst>
        </pc:spChg>
        <pc:spChg chg="add del">
          <ac:chgData name="Arseniy Buzyan (extern)" userId="S::arseniy.buzyan@edu.stockholm.se::f92a01cd-049f-4602-b292-09b82d2ea4e3" providerId="AD" clId="Web-{57A43D3B-8473-7F09-C9B1-901780AD63A3}" dt="2026-08-12T18:33:32.919" v="330"/>
          <ac:spMkLst>
            <pc:docMk/>
            <pc:sldMk cId="1843306630" sldId="265"/>
            <ac:spMk id="8" creationId="{E8A8EAB8-D2FF-444D-B34B-7D32F106AD0E}"/>
          </ac:spMkLst>
        </pc:spChg>
        <pc:spChg chg="add">
          <ac:chgData name="Arseniy Buzyan (extern)" userId="S::arseniy.buzyan@edu.stockholm.se::f92a01cd-049f-4602-b292-09b82d2ea4e3" providerId="AD" clId="Web-{57A43D3B-8473-7F09-C9B1-901780AD63A3}" dt="2026-08-12T18:33:32.934" v="331"/>
          <ac:spMkLst>
            <pc:docMk/>
            <pc:sldMk cId="1843306630" sldId="265"/>
            <ac:spMk id="14" creationId="{A7AE9375-4664-4DB2-922D-2782A6E439AC}"/>
          </ac:spMkLst>
        </pc:spChg>
        <pc:spChg chg="add">
          <ac:chgData name="Arseniy Buzyan (extern)" userId="S::arseniy.buzyan@edu.stockholm.se::f92a01cd-049f-4602-b292-09b82d2ea4e3" providerId="AD" clId="Web-{57A43D3B-8473-7F09-C9B1-901780AD63A3}" dt="2026-08-12T18:33:32.934" v="331"/>
          <ac:spMkLst>
            <pc:docMk/>
            <pc:sldMk cId="1843306630" sldId="265"/>
            <ac:spMk id="16" creationId="{9DD005C1-8C51-42D6-9BEE-B9B83849743D}"/>
          </ac:spMkLst>
        </pc:spChg>
        <pc:cxnChg chg="add del">
          <ac:chgData name="Arseniy Buzyan (extern)" userId="S::arseniy.buzyan@edu.stockholm.se::f92a01cd-049f-4602-b292-09b82d2ea4e3" providerId="AD" clId="Web-{57A43D3B-8473-7F09-C9B1-901780AD63A3}" dt="2026-08-12T18:33:32.919" v="330"/>
          <ac:cxnSpMkLst>
            <pc:docMk/>
            <pc:sldMk cId="1843306630" sldId="265"/>
            <ac:cxnSpMk id="10" creationId="{067633D1-6EE6-4118-B9F0-B363477BEE7A}"/>
          </ac:cxnSpMkLst>
        </pc:cxnChg>
        <pc:cxnChg chg="add del">
          <ac:chgData name="Arseniy Buzyan (extern)" userId="S::arseniy.buzyan@edu.stockholm.se::f92a01cd-049f-4602-b292-09b82d2ea4e3" providerId="AD" clId="Web-{57A43D3B-8473-7F09-C9B1-901780AD63A3}" dt="2026-08-12T18:33:32.919" v="330"/>
          <ac:cxnSpMkLst>
            <pc:docMk/>
            <pc:sldMk cId="1843306630" sldId="265"/>
            <ac:cxnSpMk id="12" creationId="{4AD7FFC6-42A9-49CB-B5E9-B3F6B038331B}"/>
          </ac:cxnSpMkLst>
        </pc:cxnChg>
        <pc:cxnChg chg="add">
          <ac:chgData name="Arseniy Buzyan (extern)" userId="S::arseniy.buzyan@edu.stockholm.se::f92a01cd-049f-4602-b292-09b82d2ea4e3" providerId="AD" clId="Web-{57A43D3B-8473-7F09-C9B1-901780AD63A3}" dt="2026-08-12T18:33:32.934" v="331"/>
          <ac:cxnSpMkLst>
            <pc:docMk/>
            <pc:sldMk cId="1843306630" sldId="265"/>
            <ac:cxnSpMk id="15" creationId="{EE504C98-6397-41C1-A8D8-2D9C4ED307E0}"/>
          </ac:cxnSpMkLst>
        </pc:cxnChg>
      </pc:sldChg>
      <pc:sldChg chg="addSp modSp new mod setBg">
        <pc:chgData name="Arseniy Buzyan (extern)" userId="S::arseniy.buzyan@edu.stockholm.se::f92a01cd-049f-4602-b292-09b82d2ea4e3" providerId="AD" clId="Web-{57A43D3B-8473-7F09-C9B1-901780AD63A3}" dt="2026-08-12T18:35:12.674" v="358" actId="20577"/>
        <pc:sldMkLst>
          <pc:docMk/>
          <pc:sldMk cId="1111399249" sldId="266"/>
        </pc:sldMkLst>
        <pc:spChg chg="mod">
          <ac:chgData name="Arseniy Buzyan (extern)" userId="S::arseniy.buzyan@edu.stockholm.se::f92a01cd-049f-4602-b292-09b82d2ea4e3" providerId="AD" clId="Web-{57A43D3B-8473-7F09-C9B1-901780AD63A3}" dt="2026-08-12T18:35:04.377" v="357"/>
          <ac:spMkLst>
            <pc:docMk/>
            <pc:sldMk cId="1111399249" sldId="266"/>
            <ac:spMk id="2" creationId="{4D52F010-C734-E701-70B7-D93CC71A2E8F}"/>
          </ac:spMkLst>
        </pc:spChg>
        <pc:spChg chg="mod">
          <ac:chgData name="Arseniy Buzyan (extern)" userId="S::arseniy.buzyan@edu.stockholm.se::f92a01cd-049f-4602-b292-09b82d2ea4e3" providerId="AD" clId="Web-{57A43D3B-8473-7F09-C9B1-901780AD63A3}" dt="2026-08-12T18:35:12.674" v="358" actId="20577"/>
          <ac:spMkLst>
            <pc:docMk/>
            <pc:sldMk cId="1111399249" sldId="266"/>
            <ac:spMk id="3" creationId="{7543546E-BCE9-24C4-2FCC-EAD264C80027}"/>
          </ac:spMkLst>
        </pc:spChg>
        <pc:spChg chg="add">
          <ac:chgData name="Arseniy Buzyan (extern)" userId="S::arseniy.buzyan@edu.stockholm.se::f92a01cd-049f-4602-b292-09b82d2ea4e3" providerId="AD" clId="Web-{57A43D3B-8473-7F09-C9B1-901780AD63A3}" dt="2026-08-12T18:35:04.377" v="357"/>
          <ac:spMkLst>
            <pc:docMk/>
            <pc:sldMk cId="1111399249" sldId="266"/>
            <ac:spMk id="8" creationId="{787F4F1C-8D3D-4EC1-B72D-A0470A5A08B8}"/>
          </ac:spMkLst>
        </pc:spChg>
        <pc:grpChg chg="add">
          <ac:chgData name="Arseniy Buzyan (extern)" userId="S::arseniy.buzyan@edu.stockholm.se::f92a01cd-049f-4602-b292-09b82d2ea4e3" providerId="AD" clId="Web-{57A43D3B-8473-7F09-C9B1-901780AD63A3}" dt="2026-08-12T18:35:04.377" v="357"/>
          <ac:grpSpMkLst>
            <pc:docMk/>
            <pc:sldMk cId="1111399249" sldId="266"/>
            <ac:grpSpMk id="10" creationId="{D1E3DD61-64DB-46AD-B249-E273CD86B051}"/>
          </ac:grpSpMkLst>
        </pc:grpChg>
      </pc:sldChg>
      <pc:sldChg chg="addSp modSp new mod setBg setClrOvrMap">
        <pc:chgData name="Arseniy Buzyan (extern)" userId="S::arseniy.buzyan@edu.stockholm.se::f92a01cd-049f-4602-b292-09b82d2ea4e3" providerId="AD" clId="Web-{57A43D3B-8473-7F09-C9B1-901780AD63A3}" dt="2026-08-12T18:36:05.035" v="378" actId="14100"/>
        <pc:sldMkLst>
          <pc:docMk/>
          <pc:sldMk cId="3252516615" sldId="267"/>
        </pc:sldMkLst>
        <pc:spChg chg="mod">
          <ac:chgData name="Arseniy Buzyan (extern)" userId="S::arseniy.buzyan@edu.stockholm.se::f92a01cd-049f-4602-b292-09b82d2ea4e3" providerId="AD" clId="Web-{57A43D3B-8473-7F09-C9B1-901780AD63A3}" dt="2026-08-12T18:35:38.986" v="364"/>
          <ac:spMkLst>
            <pc:docMk/>
            <pc:sldMk cId="3252516615" sldId="267"/>
            <ac:spMk id="2" creationId="{13E64E7F-B31F-EE41-49AF-00A2F66B2B25}"/>
          </ac:spMkLst>
        </pc:spChg>
        <pc:spChg chg="mod">
          <ac:chgData name="Arseniy Buzyan (extern)" userId="S::arseniy.buzyan@edu.stockholm.se::f92a01cd-049f-4602-b292-09b82d2ea4e3" providerId="AD" clId="Web-{57A43D3B-8473-7F09-C9B1-901780AD63A3}" dt="2026-08-12T18:36:05.035" v="378" actId="14100"/>
          <ac:spMkLst>
            <pc:docMk/>
            <pc:sldMk cId="3252516615" sldId="267"/>
            <ac:spMk id="3" creationId="{35A77BF7-72E4-7284-FA4D-E8448F8CFEC6}"/>
          </ac:spMkLst>
        </pc:spChg>
        <pc:spChg chg="add">
          <ac:chgData name="Arseniy Buzyan (extern)" userId="S::arseniy.buzyan@edu.stockholm.se::f92a01cd-049f-4602-b292-09b82d2ea4e3" providerId="AD" clId="Web-{57A43D3B-8473-7F09-C9B1-901780AD63A3}" dt="2026-08-12T18:35:38.986" v="364"/>
          <ac:spMkLst>
            <pc:docMk/>
            <pc:sldMk cId="3252516615" sldId="267"/>
            <ac:spMk id="8" creationId="{B95B9BA8-1D69-4796-85F5-B6D0BD52354B}"/>
          </ac:spMkLst>
        </pc:spChg>
        <pc:grpChg chg="add">
          <ac:chgData name="Arseniy Buzyan (extern)" userId="S::arseniy.buzyan@edu.stockholm.se::f92a01cd-049f-4602-b292-09b82d2ea4e3" providerId="AD" clId="Web-{57A43D3B-8473-7F09-C9B1-901780AD63A3}" dt="2026-08-12T18:35:38.986" v="364"/>
          <ac:grpSpMkLst>
            <pc:docMk/>
            <pc:sldMk cId="3252516615" sldId="267"/>
            <ac:grpSpMk id="10" creationId="{5F892E19-92E7-4BB2-8C3F-DBDFE8D9D324}"/>
          </ac:grpSpMkLst>
        </pc:grpChg>
      </pc:sldChg>
      <pc:sldChg chg="addSp delSp modSp new mod setBg setClrOvrMap">
        <pc:chgData name="Arseniy Buzyan (extern)" userId="S::arseniy.buzyan@edu.stockholm.se::f92a01cd-049f-4602-b292-09b82d2ea4e3" providerId="AD" clId="Web-{57A43D3B-8473-7F09-C9B1-901780AD63A3}" dt="2026-08-12T18:37:01.723" v="438"/>
        <pc:sldMkLst>
          <pc:docMk/>
          <pc:sldMk cId="3400143750" sldId="268"/>
        </pc:sldMkLst>
        <pc:spChg chg="mod">
          <ac:chgData name="Arseniy Buzyan (extern)" userId="S::arseniy.buzyan@edu.stockholm.se::f92a01cd-049f-4602-b292-09b82d2ea4e3" providerId="AD" clId="Web-{57A43D3B-8473-7F09-C9B1-901780AD63A3}" dt="2026-08-12T18:36:35.582" v="382"/>
          <ac:spMkLst>
            <pc:docMk/>
            <pc:sldMk cId="3400143750" sldId="268"/>
            <ac:spMk id="2" creationId="{B2FD1296-B336-F350-7D55-5D9154B8474C}"/>
          </ac:spMkLst>
        </pc:spChg>
        <pc:spChg chg="del mod">
          <ac:chgData name="Arseniy Buzyan (extern)" userId="S::arseniy.buzyan@edu.stockholm.se::f92a01cd-049f-4602-b292-09b82d2ea4e3" providerId="AD" clId="Web-{57A43D3B-8473-7F09-C9B1-901780AD63A3}" dt="2026-08-12T18:36:44.301" v="383"/>
          <ac:spMkLst>
            <pc:docMk/>
            <pc:sldMk cId="3400143750" sldId="268"/>
            <ac:spMk id="3" creationId="{EF3DA984-5B86-6A65-71AD-DFA0DCB032C6}"/>
          </ac:spMkLst>
        </pc:spChg>
        <pc:spChg chg="add">
          <ac:chgData name="Arseniy Buzyan (extern)" userId="S::arseniy.buzyan@edu.stockholm.se::f92a01cd-049f-4602-b292-09b82d2ea4e3" providerId="AD" clId="Web-{57A43D3B-8473-7F09-C9B1-901780AD63A3}" dt="2026-08-12T18:36:35.582" v="382"/>
          <ac:spMkLst>
            <pc:docMk/>
            <pc:sldMk cId="3400143750" sldId="268"/>
            <ac:spMk id="8" creationId="{B95B9BA8-1D69-4796-85F5-B6D0BD52354B}"/>
          </ac:spMkLst>
        </pc:spChg>
        <pc:grpChg chg="add">
          <ac:chgData name="Arseniy Buzyan (extern)" userId="S::arseniy.buzyan@edu.stockholm.se::f92a01cd-049f-4602-b292-09b82d2ea4e3" providerId="AD" clId="Web-{57A43D3B-8473-7F09-C9B1-901780AD63A3}" dt="2026-08-12T18:36:35.582" v="382"/>
          <ac:grpSpMkLst>
            <pc:docMk/>
            <pc:sldMk cId="3400143750" sldId="268"/>
            <ac:grpSpMk id="10" creationId="{5F892E19-92E7-4BB2-8C3F-DBDFE8D9D324}"/>
          </ac:grpSpMkLst>
        </pc:grpChg>
        <pc:graphicFrameChg chg="add mod ord modGraphic">
          <ac:chgData name="Arseniy Buzyan (extern)" userId="S::arseniy.buzyan@edu.stockholm.se::f92a01cd-049f-4602-b292-09b82d2ea4e3" providerId="AD" clId="Web-{57A43D3B-8473-7F09-C9B1-901780AD63A3}" dt="2026-08-12T18:37:01.723" v="438"/>
          <ac:graphicFrameMkLst>
            <pc:docMk/>
            <pc:sldMk cId="3400143750" sldId="268"/>
            <ac:graphicFrameMk id="5" creationId="{DCE3CD7F-544F-85D8-B018-854B7F32455D}"/>
          </ac:graphicFrameMkLst>
        </pc:graphicFrameChg>
      </pc:sldChg>
      <pc:sldChg chg="addSp delSp modSp new mod setBg">
        <pc:chgData name="Arseniy Buzyan (extern)" userId="S::arseniy.buzyan@edu.stockholm.se::f92a01cd-049f-4602-b292-09b82d2ea4e3" providerId="AD" clId="Web-{57A43D3B-8473-7F09-C9B1-901780AD63A3}" dt="2026-08-12T18:37:42.254" v="447" actId="20577"/>
        <pc:sldMkLst>
          <pc:docMk/>
          <pc:sldMk cId="2029639739" sldId="269"/>
        </pc:sldMkLst>
        <pc:spChg chg="mod">
          <ac:chgData name="Arseniy Buzyan (extern)" userId="S::arseniy.buzyan@edu.stockholm.se::f92a01cd-049f-4602-b292-09b82d2ea4e3" providerId="AD" clId="Web-{57A43D3B-8473-7F09-C9B1-901780AD63A3}" dt="2026-08-12T18:37:27.660" v="446"/>
          <ac:spMkLst>
            <pc:docMk/>
            <pc:sldMk cId="2029639739" sldId="269"/>
            <ac:spMk id="2" creationId="{42E77A2F-2060-4A47-615E-ACC590C4A4D3}"/>
          </ac:spMkLst>
        </pc:spChg>
        <pc:spChg chg="mod">
          <ac:chgData name="Arseniy Buzyan (extern)" userId="S::arseniy.buzyan@edu.stockholm.se::f92a01cd-049f-4602-b292-09b82d2ea4e3" providerId="AD" clId="Web-{57A43D3B-8473-7F09-C9B1-901780AD63A3}" dt="2026-08-12T18:37:42.254" v="447" actId="20577"/>
          <ac:spMkLst>
            <pc:docMk/>
            <pc:sldMk cId="2029639739" sldId="269"/>
            <ac:spMk id="3" creationId="{C57309C4-7AF3-01FE-B657-3550190E6545}"/>
          </ac:spMkLst>
        </pc:spChg>
        <pc:spChg chg="add del">
          <ac:chgData name="Arseniy Buzyan (extern)" userId="S::arseniy.buzyan@edu.stockholm.se::f92a01cd-049f-4602-b292-09b82d2ea4e3" providerId="AD" clId="Web-{57A43D3B-8473-7F09-C9B1-901780AD63A3}" dt="2026-08-12T18:37:27.645" v="445"/>
          <ac:spMkLst>
            <pc:docMk/>
            <pc:sldMk cId="2029639739" sldId="269"/>
            <ac:spMk id="8" creationId="{787F4F1C-8D3D-4EC1-B72D-A0470A5A08B8}"/>
          </ac:spMkLst>
        </pc:spChg>
        <pc:spChg chg="add">
          <ac:chgData name="Arseniy Buzyan (extern)" userId="S::arseniy.buzyan@edu.stockholm.se::f92a01cd-049f-4602-b292-09b82d2ea4e3" providerId="AD" clId="Web-{57A43D3B-8473-7F09-C9B1-901780AD63A3}" dt="2026-08-12T18:37:27.660" v="446"/>
          <ac:spMkLst>
            <pc:docMk/>
            <pc:sldMk cId="2029639739" sldId="269"/>
            <ac:spMk id="18" creationId="{C7FAE6E8-1D9E-4905-AAFE-978D331822BA}"/>
          </ac:spMkLst>
        </pc:spChg>
        <pc:grpChg chg="add del">
          <ac:chgData name="Arseniy Buzyan (extern)" userId="S::arseniy.buzyan@edu.stockholm.se::f92a01cd-049f-4602-b292-09b82d2ea4e3" providerId="AD" clId="Web-{57A43D3B-8473-7F09-C9B1-901780AD63A3}" dt="2026-08-12T18:37:27.645" v="445"/>
          <ac:grpSpMkLst>
            <pc:docMk/>
            <pc:sldMk cId="2029639739" sldId="269"/>
            <ac:grpSpMk id="10" creationId="{D1E3DD61-64DB-46AD-B249-E273CD86B051}"/>
          </ac:grpSpMkLst>
        </pc:grpChg>
        <pc:grpChg chg="add">
          <ac:chgData name="Arseniy Buzyan (extern)" userId="S::arseniy.buzyan@edu.stockholm.se::f92a01cd-049f-4602-b292-09b82d2ea4e3" providerId="AD" clId="Web-{57A43D3B-8473-7F09-C9B1-901780AD63A3}" dt="2026-08-12T18:37:27.660" v="446"/>
          <ac:grpSpMkLst>
            <pc:docMk/>
            <pc:sldMk cId="2029639739" sldId="269"/>
            <ac:grpSpMk id="19" creationId="{5F9D1CBF-A219-4C01-85A0-9DF6151EE270}"/>
          </ac:grpSpMkLst>
        </pc:grpChg>
      </pc:sldChg>
      <pc:sldChg chg="addSp modSp new mod setBg">
        <pc:chgData name="Arseniy Buzyan (extern)" userId="S::arseniy.buzyan@edu.stockholm.se::f92a01cd-049f-4602-b292-09b82d2ea4e3" providerId="AD" clId="Web-{57A43D3B-8473-7F09-C9B1-901780AD63A3}" dt="2026-08-12T18:39:00.144" v="468" actId="20577"/>
        <pc:sldMkLst>
          <pc:docMk/>
          <pc:sldMk cId="852075102" sldId="270"/>
        </pc:sldMkLst>
        <pc:spChg chg="mod">
          <ac:chgData name="Arseniy Buzyan (extern)" userId="S::arseniy.buzyan@edu.stockholm.se::f92a01cd-049f-4602-b292-09b82d2ea4e3" providerId="AD" clId="Web-{57A43D3B-8473-7F09-C9B1-901780AD63A3}" dt="2026-08-12T18:38:23.895" v="454"/>
          <ac:spMkLst>
            <pc:docMk/>
            <pc:sldMk cId="852075102" sldId="270"/>
            <ac:spMk id="2" creationId="{D341C6C5-E2AD-0695-07F9-A4C08ACC2CFD}"/>
          </ac:spMkLst>
        </pc:spChg>
        <pc:spChg chg="mod">
          <ac:chgData name="Arseniy Buzyan (extern)" userId="S::arseniy.buzyan@edu.stockholm.se::f92a01cd-049f-4602-b292-09b82d2ea4e3" providerId="AD" clId="Web-{57A43D3B-8473-7F09-C9B1-901780AD63A3}" dt="2026-08-12T18:39:00.144" v="468" actId="20577"/>
          <ac:spMkLst>
            <pc:docMk/>
            <pc:sldMk cId="852075102" sldId="270"/>
            <ac:spMk id="3" creationId="{49AEC3B8-97B8-871C-B291-1818465BCF8A}"/>
          </ac:spMkLst>
        </pc:spChg>
        <pc:spChg chg="add">
          <ac:chgData name="Arseniy Buzyan (extern)" userId="S::arseniy.buzyan@edu.stockholm.se::f92a01cd-049f-4602-b292-09b82d2ea4e3" providerId="AD" clId="Web-{57A43D3B-8473-7F09-C9B1-901780AD63A3}" dt="2026-08-12T18:38:23.895" v="454"/>
          <ac:spMkLst>
            <pc:docMk/>
            <pc:sldMk cId="852075102" sldId="270"/>
            <ac:spMk id="8" creationId="{E8A8EAB8-D2FF-444D-B34B-7D32F106AD0E}"/>
          </ac:spMkLst>
        </pc:spChg>
        <pc:cxnChg chg="add">
          <ac:chgData name="Arseniy Buzyan (extern)" userId="S::arseniy.buzyan@edu.stockholm.se::f92a01cd-049f-4602-b292-09b82d2ea4e3" providerId="AD" clId="Web-{57A43D3B-8473-7F09-C9B1-901780AD63A3}" dt="2026-08-12T18:38:23.895" v="454"/>
          <ac:cxnSpMkLst>
            <pc:docMk/>
            <pc:sldMk cId="852075102" sldId="270"/>
            <ac:cxnSpMk id="10" creationId="{067633D1-6EE6-4118-B9F0-B363477BEE7A}"/>
          </ac:cxnSpMkLst>
        </pc:cxnChg>
        <pc:cxnChg chg="add">
          <ac:chgData name="Arseniy Buzyan (extern)" userId="S::arseniy.buzyan@edu.stockholm.se::f92a01cd-049f-4602-b292-09b82d2ea4e3" providerId="AD" clId="Web-{57A43D3B-8473-7F09-C9B1-901780AD63A3}" dt="2026-08-12T18:38:23.895" v="454"/>
          <ac:cxnSpMkLst>
            <pc:docMk/>
            <pc:sldMk cId="852075102" sldId="270"/>
            <ac:cxnSpMk id="12" creationId="{4AD7FFC6-42A9-49CB-B5E9-B3F6B038331B}"/>
          </ac:cxnSpMkLst>
        </pc:cxnChg>
      </pc:sldChg>
      <pc:sldChg chg="addSp modSp new mod setBg">
        <pc:chgData name="Arseniy Buzyan (extern)" userId="S::arseniy.buzyan@edu.stockholm.se::f92a01cd-049f-4602-b292-09b82d2ea4e3" providerId="AD" clId="Web-{57A43D3B-8473-7F09-C9B1-901780AD63A3}" dt="2026-08-12T18:40:58.566" v="504" actId="20577"/>
        <pc:sldMkLst>
          <pc:docMk/>
          <pc:sldMk cId="4100310284" sldId="271"/>
        </pc:sldMkLst>
        <pc:spChg chg="mod">
          <ac:chgData name="Arseniy Buzyan (extern)" userId="S::arseniy.buzyan@edu.stockholm.se::f92a01cd-049f-4602-b292-09b82d2ea4e3" providerId="AD" clId="Web-{57A43D3B-8473-7F09-C9B1-901780AD63A3}" dt="2026-08-12T18:40:17.847" v="494" actId="20577"/>
          <ac:spMkLst>
            <pc:docMk/>
            <pc:sldMk cId="4100310284" sldId="271"/>
            <ac:spMk id="2" creationId="{04EC72F0-C170-7291-D1C2-06A654D097B5}"/>
          </ac:spMkLst>
        </pc:spChg>
        <pc:spChg chg="mod">
          <ac:chgData name="Arseniy Buzyan (extern)" userId="S::arseniy.buzyan@edu.stockholm.se::f92a01cd-049f-4602-b292-09b82d2ea4e3" providerId="AD" clId="Web-{57A43D3B-8473-7F09-C9B1-901780AD63A3}" dt="2026-08-12T18:40:58.566" v="504" actId="20577"/>
          <ac:spMkLst>
            <pc:docMk/>
            <pc:sldMk cId="4100310284" sldId="271"/>
            <ac:spMk id="3" creationId="{64581C5E-0912-6A2C-E599-5CB578290C2B}"/>
          </ac:spMkLst>
        </pc:spChg>
        <pc:spChg chg="add">
          <ac:chgData name="Arseniy Buzyan (extern)" userId="S::arseniy.buzyan@edu.stockholm.se::f92a01cd-049f-4602-b292-09b82d2ea4e3" providerId="AD" clId="Web-{57A43D3B-8473-7F09-C9B1-901780AD63A3}" dt="2026-08-12T18:39:55.785" v="491"/>
          <ac:spMkLst>
            <pc:docMk/>
            <pc:sldMk cId="4100310284" sldId="271"/>
            <ac:spMk id="8" creationId="{E8A8EAB8-D2FF-444D-B34B-7D32F106AD0E}"/>
          </ac:spMkLst>
        </pc:spChg>
        <pc:cxnChg chg="add">
          <ac:chgData name="Arseniy Buzyan (extern)" userId="S::arseniy.buzyan@edu.stockholm.se::f92a01cd-049f-4602-b292-09b82d2ea4e3" providerId="AD" clId="Web-{57A43D3B-8473-7F09-C9B1-901780AD63A3}" dt="2026-08-12T18:39:55.785" v="491"/>
          <ac:cxnSpMkLst>
            <pc:docMk/>
            <pc:sldMk cId="4100310284" sldId="271"/>
            <ac:cxnSpMk id="10" creationId="{067633D1-6EE6-4118-B9F0-B363477BEE7A}"/>
          </ac:cxnSpMkLst>
        </pc:cxnChg>
        <pc:cxnChg chg="add">
          <ac:chgData name="Arseniy Buzyan (extern)" userId="S::arseniy.buzyan@edu.stockholm.se::f92a01cd-049f-4602-b292-09b82d2ea4e3" providerId="AD" clId="Web-{57A43D3B-8473-7F09-C9B1-901780AD63A3}" dt="2026-08-12T18:39:55.785" v="491"/>
          <ac:cxnSpMkLst>
            <pc:docMk/>
            <pc:sldMk cId="4100310284" sldId="271"/>
            <ac:cxnSpMk id="12" creationId="{4AD7FFC6-42A9-49CB-B5E9-B3F6B038331B}"/>
          </ac:cxnSpMkLst>
        </pc:cxnChg>
      </pc:sldChg>
      <pc:sldChg chg="addSp modSp new mod setBg">
        <pc:chgData name="Arseniy Buzyan (extern)" userId="S::arseniy.buzyan@edu.stockholm.se::f92a01cd-049f-4602-b292-09b82d2ea4e3" providerId="AD" clId="Web-{57A43D3B-8473-7F09-C9B1-901780AD63A3}" dt="2026-08-12T18:41:54.503" v="517" actId="20577"/>
        <pc:sldMkLst>
          <pc:docMk/>
          <pc:sldMk cId="1086017193" sldId="272"/>
        </pc:sldMkLst>
        <pc:spChg chg="mod">
          <ac:chgData name="Arseniy Buzyan (extern)" userId="S::arseniy.buzyan@edu.stockholm.se::f92a01cd-049f-4602-b292-09b82d2ea4e3" providerId="AD" clId="Web-{57A43D3B-8473-7F09-C9B1-901780AD63A3}" dt="2026-08-12T18:41:39.035" v="511"/>
          <ac:spMkLst>
            <pc:docMk/>
            <pc:sldMk cId="1086017193" sldId="272"/>
            <ac:spMk id="2" creationId="{F21BC9EF-A6EE-D7B0-07E1-D1F681C1A8C0}"/>
          </ac:spMkLst>
        </pc:spChg>
        <pc:spChg chg="mod">
          <ac:chgData name="Arseniy Buzyan (extern)" userId="S::arseniy.buzyan@edu.stockholm.se::f92a01cd-049f-4602-b292-09b82d2ea4e3" providerId="AD" clId="Web-{57A43D3B-8473-7F09-C9B1-901780AD63A3}" dt="2026-08-12T18:41:54.503" v="517" actId="20577"/>
          <ac:spMkLst>
            <pc:docMk/>
            <pc:sldMk cId="1086017193" sldId="272"/>
            <ac:spMk id="3" creationId="{F3B41263-83DB-79E2-7FBC-9D0DC0CDE2A1}"/>
          </ac:spMkLst>
        </pc:spChg>
        <pc:spChg chg="add">
          <ac:chgData name="Arseniy Buzyan (extern)" userId="S::arseniy.buzyan@edu.stockholm.se::f92a01cd-049f-4602-b292-09b82d2ea4e3" providerId="AD" clId="Web-{57A43D3B-8473-7F09-C9B1-901780AD63A3}" dt="2026-08-12T18:41:39.035" v="511"/>
          <ac:spMkLst>
            <pc:docMk/>
            <pc:sldMk cId="1086017193" sldId="272"/>
            <ac:spMk id="8" creationId="{E8A8EAB8-D2FF-444D-B34B-7D32F106AD0E}"/>
          </ac:spMkLst>
        </pc:spChg>
        <pc:cxnChg chg="add">
          <ac:chgData name="Arseniy Buzyan (extern)" userId="S::arseniy.buzyan@edu.stockholm.se::f92a01cd-049f-4602-b292-09b82d2ea4e3" providerId="AD" clId="Web-{57A43D3B-8473-7F09-C9B1-901780AD63A3}" dt="2026-08-12T18:41:39.035" v="511"/>
          <ac:cxnSpMkLst>
            <pc:docMk/>
            <pc:sldMk cId="1086017193" sldId="272"/>
            <ac:cxnSpMk id="10" creationId="{067633D1-6EE6-4118-B9F0-B363477BEE7A}"/>
          </ac:cxnSpMkLst>
        </pc:cxnChg>
        <pc:cxnChg chg="add">
          <ac:chgData name="Arseniy Buzyan (extern)" userId="S::arseniy.buzyan@edu.stockholm.se::f92a01cd-049f-4602-b292-09b82d2ea4e3" providerId="AD" clId="Web-{57A43D3B-8473-7F09-C9B1-901780AD63A3}" dt="2026-08-12T18:41:39.035" v="511"/>
          <ac:cxnSpMkLst>
            <pc:docMk/>
            <pc:sldMk cId="1086017193" sldId="272"/>
            <ac:cxnSpMk id="12" creationId="{4AD7FFC6-42A9-49CB-B5E9-B3F6B038331B}"/>
          </ac:cxnSpMkLst>
        </pc:cxnChg>
      </pc:sldChg>
      <pc:sldChg chg="addSp delSp modSp new mod setBg">
        <pc:chgData name="Arseniy Buzyan (extern)" userId="S::arseniy.buzyan@edu.stockholm.se::f92a01cd-049f-4602-b292-09b82d2ea4e3" providerId="AD" clId="Web-{57A43D3B-8473-7F09-C9B1-901780AD63A3}" dt="2026-08-12T19:39:37.280" v="1112" actId="1076"/>
        <pc:sldMkLst>
          <pc:docMk/>
          <pc:sldMk cId="3725708715" sldId="273"/>
        </pc:sldMkLst>
        <pc:spChg chg="mod">
          <ac:chgData name="Arseniy Buzyan (extern)" userId="S::arseniy.buzyan@edu.stockholm.se::f92a01cd-049f-4602-b292-09b82d2ea4e3" providerId="AD" clId="Web-{57A43D3B-8473-7F09-C9B1-901780AD63A3}" dt="2026-08-12T18:43:05.066" v="542" actId="14100"/>
          <ac:spMkLst>
            <pc:docMk/>
            <pc:sldMk cId="3725708715" sldId="273"/>
            <ac:spMk id="2" creationId="{D6F34514-3E52-121C-6EF4-940AD881C0BF}"/>
          </ac:spMkLst>
        </pc:spChg>
        <pc:spChg chg="del">
          <ac:chgData name="Arseniy Buzyan (extern)" userId="S::arseniy.buzyan@edu.stockholm.se::f92a01cd-049f-4602-b292-09b82d2ea4e3" providerId="AD" clId="Web-{57A43D3B-8473-7F09-C9B1-901780AD63A3}" dt="2026-08-12T18:42:13.785" v="521"/>
          <ac:spMkLst>
            <pc:docMk/>
            <pc:sldMk cId="3725708715" sldId="273"/>
            <ac:spMk id="3" creationId="{F6E617B3-558F-200D-6502-CCD68F1A8FF2}"/>
          </ac:spMkLst>
        </pc:spChg>
        <pc:spChg chg="add del">
          <ac:chgData name="Arseniy Buzyan (extern)" userId="S::arseniy.buzyan@edu.stockholm.se::f92a01cd-049f-4602-b292-09b82d2ea4e3" providerId="AD" clId="Web-{57A43D3B-8473-7F09-C9B1-901780AD63A3}" dt="2026-08-12T18:42:42.832" v="525"/>
          <ac:spMkLst>
            <pc:docMk/>
            <pc:sldMk cId="3725708715" sldId="273"/>
            <ac:spMk id="8" creationId="{33133D66-0E68-CA97-139D-86BC51CB5FCB}"/>
          </ac:spMkLst>
        </pc:spChg>
        <pc:spChg chg="add del">
          <ac:chgData name="Arseniy Buzyan (extern)" userId="S::arseniy.buzyan@edu.stockholm.se::f92a01cd-049f-4602-b292-09b82d2ea4e3" providerId="AD" clId="Web-{57A43D3B-8473-7F09-C9B1-901780AD63A3}" dt="2026-08-12T18:42:38.535" v="523"/>
          <ac:spMkLst>
            <pc:docMk/>
            <pc:sldMk cId="3725708715" sldId="273"/>
            <ac:spMk id="9" creationId="{F0DCC097-1DB8-4B6D-85D0-6FBA0E1CA4BA}"/>
          </ac:spMkLst>
        </pc:spChg>
        <pc:spChg chg="add del">
          <ac:chgData name="Arseniy Buzyan (extern)" userId="S::arseniy.buzyan@edu.stockholm.se::f92a01cd-049f-4602-b292-09b82d2ea4e3" providerId="AD" clId="Web-{57A43D3B-8473-7F09-C9B1-901780AD63A3}" dt="2026-08-12T18:42:38.535" v="523"/>
          <ac:spMkLst>
            <pc:docMk/>
            <pc:sldMk cId="3725708715" sldId="273"/>
            <ac:spMk id="11" creationId="{E0B58608-23C8-4441-994D-C6823EEE1DB7}"/>
          </ac:spMkLst>
        </pc:spChg>
        <pc:spChg chg="add del">
          <ac:chgData name="Arseniy Buzyan (extern)" userId="S::arseniy.buzyan@edu.stockholm.se::f92a01cd-049f-4602-b292-09b82d2ea4e3" providerId="AD" clId="Web-{57A43D3B-8473-7F09-C9B1-901780AD63A3}" dt="2026-08-12T18:42:42.832" v="525"/>
          <ac:spMkLst>
            <pc:docMk/>
            <pc:sldMk cId="3725708715" sldId="273"/>
            <ac:spMk id="13" creationId="{8161EA6B-09CA-445B-AB0D-8DF76FA92DEF}"/>
          </ac:spMkLst>
        </pc:spChg>
        <pc:spChg chg="add del">
          <ac:chgData name="Arseniy Buzyan (extern)" userId="S::arseniy.buzyan@edu.stockholm.se::f92a01cd-049f-4602-b292-09b82d2ea4e3" providerId="AD" clId="Web-{57A43D3B-8473-7F09-C9B1-901780AD63A3}" dt="2026-08-12T18:42:42.832" v="525"/>
          <ac:spMkLst>
            <pc:docMk/>
            <pc:sldMk cId="3725708715" sldId="273"/>
            <ac:spMk id="14" creationId="{D7A453D2-15D8-4403-815F-291FA16340D9}"/>
          </ac:spMkLst>
        </pc:spChg>
        <pc:spChg chg="add del">
          <ac:chgData name="Arseniy Buzyan (extern)" userId="S::arseniy.buzyan@edu.stockholm.se::f92a01cd-049f-4602-b292-09b82d2ea4e3" providerId="AD" clId="Web-{57A43D3B-8473-7F09-C9B1-901780AD63A3}" dt="2026-08-12T18:42:42.832" v="525"/>
          <ac:spMkLst>
            <pc:docMk/>
            <pc:sldMk cId="3725708715" sldId="273"/>
            <ac:spMk id="23" creationId="{B8114C98-A349-4111-A123-E8EAB86ABE30}"/>
          </ac:spMkLst>
        </pc:spChg>
        <pc:spChg chg="add del">
          <ac:chgData name="Arseniy Buzyan (extern)" userId="S::arseniy.buzyan@edu.stockholm.se::f92a01cd-049f-4602-b292-09b82d2ea4e3" providerId="AD" clId="Web-{57A43D3B-8473-7F09-C9B1-901780AD63A3}" dt="2026-08-12T18:42:42.832" v="525"/>
          <ac:spMkLst>
            <pc:docMk/>
            <pc:sldMk cId="3725708715" sldId="273"/>
            <ac:spMk id="31" creationId="{E2D3D3F2-ABBB-4453-B1C5-1BEBF7E4DD56}"/>
          </ac:spMkLst>
        </pc:spChg>
        <pc:spChg chg="add">
          <ac:chgData name="Arseniy Buzyan (extern)" userId="S::arseniy.buzyan@edu.stockholm.se::f92a01cd-049f-4602-b292-09b82d2ea4e3" providerId="AD" clId="Web-{57A43D3B-8473-7F09-C9B1-901780AD63A3}" dt="2026-08-12T18:42:42.832" v="526"/>
          <ac:spMkLst>
            <pc:docMk/>
            <pc:sldMk cId="3725708715" sldId="273"/>
            <ac:spMk id="45" creationId="{F0DCC097-1DB8-4B6D-85D0-6FBA0E1CA4BA}"/>
          </ac:spMkLst>
        </pc:spChg>
        <pc:spChg chg="add">
          <ac:chgData name="Arseniy Buzyan (extern)" userId="S::arseniy.buzyan@edu.stockholm.se::f92a01cd-049f-4602-b292-09b82d2ea4e3" providerId="AD" clId="Web-{57A43D3B-8473-7F09-C9B1-901780AD63A3}" dt="2026-08-12T18:42:42.832" v="526"/>
          <ac:spMkLst>
            <pc:docMk/>
            <pc:sldMk cId="3725708715" sldId="273"/>
            <ac:spMk id="46" creationId="{E0B58608-23C8-4441-994D-C6823EEE1DB7}"/>
          </ac:spMkLst>
        </pc:spChg>
        <pc:grpChg chg="add del">
          <ac:chgData name="Arseniy Buzyan (extern)" userId="S::arseniy.buzyan@edu.stockholm.se::f92a01cd-049f-4602-b292-09b82d2ea4e3" providerId="AD" clId="Web-{57A43D3B-8473-7F09-C9B1-901780AD63A3}" dt="2026-08-12T18:42:42.832" v="525"/>
          <ac:grpSpMkLst>
            <pc:docMk/>
            <pc:sldMk cId="3725708715" sldId="273"/>
            <ac:grpSpMk id="15" creationId="{74E65F23-789E-4CB9-B34F-46A85E25D667}"/>
          </ac:grpSpMkLst>
        </pc:grpChg>
        <pc:grpChg chg="add del">
          <ac:chgData name="Arseniy Buzyan (extern)" userId="S::arseniy.buzyan@edu.stockholm.se::f92a01cd-049f-4602-b292-09b82d2ea4e3" providerId="AD" clId="Web-{57A43D3B-8473-7F09-C9B1-901780AD63A3}" dt="2026-08-12T18:42:42.832" v="525"/>
          <ac:grpSpMkLst>
            <pc:docMk/>
            <pc:sldMk cId="3725708715" sldId="273"/>
            <ac:grpSpMk id="33" creationId="{8214E4A5-A0D2-42C4-8D14-D2A7E495F041}"/>
          </ac:grpSpMkLst>
        </pc:grpChg>
        <pc:grpChg chg="add del">
          <ac:chgData name="Arseniy Buzyan (extern)" userId="S::arseniy.buzyan@edu.stockholm.se::f92a01cd-049f-4602-b292-09b82d2ea4e3" providerId="AD" clId="Web-{57A43D3B-8473-7F09-C9B1-901780AD63A3}" dt="2026-08-12T18:42:42.832" v="525"/>
          <ac:grpSpMkLst>
            <pc:docMk/>
            <pc:sldMk cId="3725708715" sldId="273"/>
            <ac:grpSpMk id="39" creationId="{4043ADFC-DC2E-40D2-954D-4A13B908DA80}"/>
          </ac:grpSpMkLst>
        </pc:grpChg>
        <pc:picChg chg="add mod ord">
          <ac:chgData name="Arseniy Buzyan (extern)" userId="S::arseniy.buzyan@edu.stockholm.se::f92a01cd-049f-4602-b292-09b82d2ea4e3" providerId="AD" clId="Web-{57A43D3B-8473-7F09-C9B1-901780AD63A3}" dt="2026-08-12T18:42:56.253" v="530" actId="14100"/>
          <ac:picMkLst>
            <pc:docMk/>
            <pc:sldMk cId="3725708715" sldId="273"/>
            <ac:picMk id="4" creationId="{FF8214CC-737D-1D9C-F594-84311328F532}"/>
          </ac:picMkLst>
        </pc:picChg>
        <pc:picChg chg="add mod modCrop">
          <ac:chgData name="Arseniy Buzyan (extern)" userId="S::arseniy.buzyan@edu.stockholm.se::f92a01cd-049f-4602-b292-09b82d2ea4e3" providerId="AD" clId="Web-{57A43D3B-8473-7F09-C9B1-901780AD63A3}" dt="2026-08-12T19:39:37.280" v="1112" actId="1076"/>
          <ac:picMkLst>
            <pc:docMk/>
            <pc:sldMk cId="3725708715" sldId="273"/>
            <ac:picMk id="5" creationId="{43AC9F50-FDE5-65CC-B563-D7306103148B}"/>
          </ac:picMkLst>
        </pc:picChg>
      </pc:sldChg>
      <pc:sldChg chg="addSp delSp modSp new mod setBg setClrOvrMap">
        <pc:chgData name="Arseniy Buzyan (extern)" userId="S::arseniy.buzyan@edu.stockholm.se::f92a01cd-049f-4602-b292-09b82d2ea4e3" providerId="AD" clId="Web-{57A43D3B-8473-7F09-C9B1-901780AD63A3}" dt="2026-08-12T18:44:34.662" v="576" actId="20577"/>
        <pc:sldMkLst>
          <pc:docMk/>
          <pc:sldMk cId="3845812409" sldId="274"/>
        </pc:sldMkLst>
        <pc:spChg chg="mod">
          <ac:chgData name="Arseniy Buzyan (extern)" userId="S::arseniy.buzyan@edu.stockholm.se::f92a01cd-049f-4602-b292-09b82d2ea4e3" providerId="AD" clId="Web-{57A43D3B-8473-7F09-C9B1-901780AD63A3}" dt="2026-08-12T18:43:52.613" v="559"/>
          <ac:spMkLst>
            <pc:docMk/>
            <pc:sldMk cId="3845812409" sldId="274"/>
            <ac:spMk id="2" creationId="{CE430186-6041-FDF6-3B56-DC93A9804327}"/>
          </ac:spMkLst>
        </pc:spChg>
        <pc:spChg chg="mod">
          <ac:chgData name="Arseniy Buzyan (extern)" userId="S::arseniy.buzyan@edu.stockholm.se::f92a01cd-049f-4602-b292-09b82d2ea4e3" providerId="AD" clId="Web-{57A43D3B-8473-7F09-C9B1-901780AD63A3}" dt="2026-08-12T18:44:34.662" v="576" actId="20577"/>
          <ac:spMkLst>
            <pc:docMk/>
            <pc:sldMk cId="3845812409" sldId="274"/>
            <ac:spMk id="3" creationId="{7BD36191-60D1-72F3-548A-FE48065812C6}"/>
          </ac:spMkLst>
        </pc:spChg>
        <pc:spChg chg="add del">
          <ac:chgData name="Arseniy Buzyan (extern)" userId="S::arseniy.buzyan@edu.stockholm.se::f92a01cd-049f-4602-b292-09b82d2ea4e3" providerId="AD" clId="Web-{57A43D3B-8473-7F09-C9B1-901780AD63A3}" dt="2026-08-12T18:43:45.206" v="552"/>
          <ac:spMkLst>
            <pc:docMk/>
            <pc:sldMk cId="3845812409" sldId="274"/>
            <ac:spMk id="8" creationId="{E8A8EAB8-D2FF-444D-B34B-7D32F106AD0E}"/>
          </ac:spMkLst>
        </pc:spChg>
        <pc:spChg chg="add del">
          <ac:chgData name="Arseniy Buzyan (extern)" userId="S::arseniy.buzyan@edu.stockholm.se::f92a01cd-049f-4602-b292-09b82d2ea4e3" providerId="AD" clId="Web-{57A43D3B-8473-7F09-C9B1-901780AD63A3}" dt="2026-08-12T18:43:47.738" v="554"/>
          <ac:spMkLst>
            <pc:docMk/>
            <pc:sldMk cId="3845812409" sldId="274"/>
            <ac:spMk id="14" creationId="{B95B9BA8-1D69-4796-85F5-B6D0BD52354B}"/>
          </ac:spMkLst>
        </pc:spChg>
        <pc:spChg chg="add del">
          <ac:chgData name="Arseniy Buzyan (extern)" userId="S::arseniy.buzyan@edu.stockholm.se::f92a01cd-049f-4602-b292-09b82d2ea4e3" providerId="AD" clId="Web-{57A43D3B-8473-7F09-C9B1-901780AD63A3}" dt="2026-08-12T18:43:49.925" v="556"/>
          <ac:spMkLst>
            <pc:docMk/>
            <pc:sldMk cId="3845812409" sldId="274"/>
            <ac:spMk id="18" creationId="{E8A8EAB8-D2FF-444D-B34B-7D32F106AD0E}"/>
          </ac:spMkLst>
        </pc:spChg>
        <pc:spChg chg="add del">
          <ac:chgData name="Arseniy Buzyan (extern)" userId="S::arseniy.buzyan@edu.stockholm.se::f92a01cd-049f-4602-b292-09b82d2ea4e3" providerId="AD" clId="Web-{57A43D3B-8473-7F09-C9B1-901780AD63A3}" dt="2026-08-12T18:43:52.613" v="558"/>
          <ac:spMkLst>
            <pc:docMk/>
            <pc:sldMk cId="3845812409" sldId="274"/>
            <ac:spMk id="22" creationId="{A7AE9375-4664-4DB2-922D-2782A6E439AC}"/>
          </ac:spMkLst>
        </pc:spChg>
        <pc:spChg chg="add del">
          <ac:chgData name="Arseniy Buzyan (extern)" userId="S::arseniy.buzyan@edu.stockholm.se::f92a01cd-049f-4602-b292-09b82d2ea4e3" providerId="AD" clId="Web-{57A43D3B-8473-7F09-C9B1-901780AD63A3}" dt="2026-08-12T18:43:52.613" v="558"/>
          <ac:spMkLst>
            <pc:docMk/>
            <pc:sldMk cId="3845812409" sldId="274"/>
            <ac:spMk id="24" creationId="{9DD005C1-8C51-42D6-9BEE-B9B83849743D}"/>
          </ac:spMkLst>
        </pc:spChg>
        <pc:spChg chg="add">
          <ac:chgData name="Arseniy Buzyan (extern)" userId="S::arseniy.buzyan@edu.stockholm.se::f92a01cd-049f-4602-b292-09b82d2ea4e3" providerId="AD" clId="Web-{57A43D3B-8473-7F09-C9B1-901780AD63A3}" dt="2026-08-12T18:43:52.613" v="559"/>
          <ac:spMkLst>
            <pc:docMk/>
            <pc:sldMk cId="3845812409" sldId="274"/>
            <ac:spMk id="26" creationId="{A7AE9375-4664-4DB2-922D-2782A6E439AC}"/>
          </ac:spMkLst>
        </pc:spChg>
        <pc:spChg chg="add">
          <ac:chgData name="Arseniy Buzyan (extern)" userId="S::arseniy.buzyan@edu.stockholm.se::f92a01cd-049f-4602-b292-09b82d2ea4e3" providerId="AD" clId="Web-{57A43D3B-8473-7F09-C9B1-901780AD63A3}" dt="2026-08-12T18:43:52.613" v="559"/>
          <ac:spMkLst>
            <pc:docMk/>
            <pc:sldMk cId="3845812409" sldId="274"/>
            <ac:spMk id="27" creationId="{C2C57604-0CFD-4023-B9BD-107166A25317}"/>
          </ac:spMkLst>
        </pc:spChg>
        <pc:grpChg chg="add del">
          <ac:chgData name="Arseniy Buzyan (extern)" userId="S::arseniy.buzyan@edu.stockholm.se::f92a01cd-049f-4602-b292-09b82d2ea4e3" providerId="AD" clId="Web-{57A43D3B-8473-7F09-C9B1-901780AD63A3}" dt="2026-08-12T18:43:47.738" v="554"/>
          <ac:grpSpMkLst>
            <pc:docMk/>
            <pc:sldMk cId="3845812409" sldId="274"/>
            <ac:grpSpMk id="15" creationId="{4728F330-19FB-4D39-BD0F-53032ABFEB7F}"/>
          </ac:grpSpMkLst>
        </pc:grpChg>
        <pc:cxnChg chg="add del">
          <ac:chgData name="Arseniy Buzyan (extern)" userId="S::arseniy.buzyan@edu.stockholm.se::f92a01cd-049f-4602-b292-09b82d2ea4e3" providerId="AD" clId="Web-{57A43D3B-8473-7F09-C9B1-901780AD63A3}" dt="2026-08-12T18:43:45.206" v="552"/>
          <ac:cxnSpMkLst>
            <pc:docMk/>
            <pc:sldMk cId="3845812409" sldId="274"/>
            <ac:cxnSpMk id="10" creationId="{067633D1-6EE6-4118-B9F0-B363477BEE7A}"/>
          </ac:cxnSpMkLst>
        </pc:cxnChg>
        <pc:cxnChg chg="add del">
          <ac:chgData name="Arseniy Buzyan (extern)" userId="S::arseniy.buzyan@edu.stockholm.se::f92a01cd-049f-4602-b292-09b82d2ea4e3" providerId="AD" clId="Web-{57A43D3B-8473-7F09-C9B1-901780AD63A3}" dt="2026-08-12T18:43:45.206" v="552"/>
          <ac:cxnSpMkLst>
            <pc:docMk/>
            <pc:sldMk cId="3845812409" sldId="274"/>
            <ac:cxnSpMk id="12" creationId="{4AD7FFC6-42A9-49CB-B5E9-B3F6B038331B}"/>
          </ac:cxnSpMkLst>
        </pc:cxnChg>
        <pc:cxnChg chg="add del">
          <ac:chgData name="Arseniy Buzyan (extern)" userId="S::arseniy.buzyan@edu.stockholm.se::f92a01cd-049f-4602-b292-09b82d2ea4e3" providerId="AD" clId="Web-{57A43D3B-8473-7F09-C9B1-901780AD63A3}" dt="2026-08-12T18:43:49.925" v="556"/>
          <ac:cxnSpMkLst>
            <pc:docMk/>
            <pc:sldMk cId="3845812409" sldId="274"/>
            <ac:cxnSpMk id="19" creationId="{067633D1-6EE6-4118-B9F0-B363477BEE7A}"/>
          </ac:cxnSpMkLst>
        </pc:cxnChg>
        <pc:cxnChg chg="add del">
          <ac:chgData name="Arseniy Buzyan (extern)" userId="S::arseniy.buzyan@edu.stockholm.se::f92a01cd-049f-4602-b292-09b82d2ea4e3" providerId="AD" clId="Web-{57A43D3B-8473-7F09-C9B1-901780AD63A3}" dt="2026-08-12T18:43:49.925" v="556"/>
          <ac:cxnSpMkLst>
            <pc:docMk/>
            <pc:sldMk cId="3845812409" sldId="274"/>
            <ac:cxnSpMk id="20" creationId="{4AD7FFC6-42A9-49CB-B5E9-B3F6B038331B}"/>
          </ac:cxnSpMkLst>
        </pc:cxnChg>
        <pc:cxnChg chg="add del">
          <ac:chgData name="Arseniy Buzyan (extern)" userId="S::arseniy.buzyan@edu.stockholm.se::f92a01cd-049f-4602-b292-09b82d2ea4e3" providerId="AD" clId="Web-{57A43D3B-8473-7F09-C9B1-901780AD63A3}" dt="2026-08-12T18:43:52.613" v="558"/>
          <ac:cxnSpMkLst>
            <pc:docMk/>
            <pc:sldMk cId="3845812409" sldId="274"/>
            <ac:cxnSpMk id="23" creationId="{EE504C98-6397-41C1-A8D8-2D9C4ED307E0}"/>
          </ac:cxnSpMkLst>
        </pc:cxnChg>
      </pc:sldChg>
      <pc:sldChg chg="addSp delSp modSp new mod setBg">
        <pc:chgData name="Arseniy Buzyan (extern)" userId="S::arseniy.buzyan@edu.stockholm.se::f92a01cd-049f-4602-b292-09b82d2ea4e3" providerId="AD" clId="Web-{57A43D3B-8473-7F09-C9B1-901780AD63A3}" dt="2026-08-12T18:45:59.240" v="588" actId="14100"/>
        <pc:sldMkLst>
          <pc:docMk/>
          <pc:sldMk cId="4220894491" sldId="275"/>
        </pc:sldMkLst>
        <pc:spChg chg="mod">
          <ac:chgData name="Arseniy Buzyan (extern)" userId="S::arseniy.buzyan@edu.stockholm.se::f92a01cd-049f-4602-b292-09b82d2ea4e3" providerId="AD" clId="Web-{57A43D3B-8473-7F09-C9B1-901780AD63A3}" dt="2026-08-12T18:45:45.521" v="587" actId="1076"/>
          <ac:spMkLst>
            <pc:docMk/>
            <pc:sldMk cId="4220894491" sldId="275"/>
            <ac:spMk id="2" creationId="{E8E2427E-29CB-CA33-3066-087F7EEDD2CB}"/>
          </ac:spMkLst>
        </pc:spChg>
        <pc:spChg chg="add del mod">
          <ac:chgData name="Arseniy Buzyan (extern)" userId="S::arseniy.buzyan@edu.stockholm.se::f92a01cd-049f-4602-b292-09b82d2ea4e3" providerId="AD" clId="Web-{57A43D3B-8473-7F09-C9B1-901780AD63A3}" dt="2026-08-12T18:45:05.318" v="583"/>
          <ac:spMkLst>
            <pc:docMk/>
            <pc:sldMk cId="4220894491" sldId="275"/>
            <ac:spMk id="3" creationId="{97427A39-287E-37A1-4F06-64AB5731B23C}"/>
          </ac:spMkLst>
        </pc:spChg>
        <pc:spChg chg="add del">
          <ac:chgData name="Arseniy Buzyan (extern)" userId="S::arseniy.buzyan@edu.stockholm.se::f92a01cd-049f-4602-b292-09b82d2ea4e3" providerId="AD" clId="Web-{57A43D3B-8473-7F09-C9B1-901780AD63A3}" dt="2026-08-12T18:45:34.834" v="584"/>
          <ac:spMkLst>
            <pc:docMk/>
            <pc:sldMk cId="4220894491" sldId="275"/>
            <ac:spMk id="9" creationId="{BACC6370-2D7E-4714-9D71-7542949D7D5D}"/>
          </ac:spMkLst>
        </pc:spChg>
        <pc:spChg chg="add del">
          <ac:chgData name="Arseniy Buzyan (extern)" userId="S::arseniy.buzyan@edu.stockholm.se::f92a01cd-049f-4602-b292-09b82d2ea4e3" providerId="AD" clId="Web-{57A43D3B-8473-7F09-C9B1-901780AD63A3}" dt="2026-08-12T18:45:34.834" v="584"/>
          <ac:spMkLst>
            <pc:docMk/>
            <pc:sldMk cId="4220894491" sldId="275"/>
            <ac:spMk id="11" creationId="{F68B3F68-107C-434F-AA38-110D5EA91B85}"/>
          </ac:spMkLst>
        </pc:spChg>
        <pc:spChg chg="add del">
          <ac:chgData name="Arseniy Buzyan (extern)" userId="S::arseniy.buzyan@edu.stockholm.se::f92a01cd-049f-4602-b292-09b82d2ea4e3" providerId="AD" clId="Web-{57A43D3B-8473-7F09-C9B1-901780AD63A3}" dt="2026-08-12T18:45:34.834" v="584"/>
          <ac:spMkLst>
            <pc:docMk/>
            <pc:sldMk cId="4220894491" sldId="275"/>
            <ac:spMk id="13" creationId="{AAD0DBB9-1A4B-4391-81D4-CB19F9AB918A}"/>
          </ac:spMkLst>
        </pc:spChg>
        <pc:spChg chg="add del">
          <ac:chgData name="Arseniy Buzyan (extern)" userId="S::arseniy.buzyan@edu.stockholm.se::f92a01cd-049f-4602-b292-09b82d2ea4e3" providerId="AD" clId="Web-{57A43D3B-8473-7F09-C9B1-901780AD63A3}" dt="2026-08-12T18:45:34.834" v="584"/>
          <ac:spMkLst>
            <pc:docMk/>
            <pc:sldMk cId="4220894491" sldId="275"/>
            <ac:spMk id="15" creationId="{063BBA22-50EA-4C4D-BE05-F1CE4E63AA56}"/>
          </ac:spMkLst>
        </pc:spChg>
        <pc:spChg chg="add">
          <ac:chgData name="Arseniy Buzyan (extern)" userId="S::arseniy.buzyan@edu.stockholm.se::f92a01cd-049f-4602-b292-09b82d2ea4e3" providerId="AD" clId="Web-{57A43D3B-8473-7F09-C9B1-901780AD63A3}" dt="2026-08-12T18:45:34.834" v="584"/>
          <ac:spMkLst>
            <pc:docMk/>
            <pc:sldMk cId="4220894491" sldId="275"/>
            <ac:spMk id="20" creationId="{955A2079-FA98-4876-80F0-72364A7D2EA4}"/>
          </ac:spMkLst>
        </pc:spChg>
        <pc:graphicFrameChg chg="add del mod ord modGraphic">
          <ac:chgData name="Arseniy Buzyan (extern)" userId="S::arseniy.buzyan@edu.stockholm.se::f92a01cd-049f-4602-b292-09b82d2ea4e3" providerId="AD" clId="Web-{57A43D3B-8473-7F09-C9B1-901780AD63A3}" dt="2026-08-12T18:44:59.631" v="581"/>
          <ac:graphicFrameMkLst>
            <pc:docMk/>
            <pc:sldMk cId="4220894491" sldId="275"/>
            <ac:graphicFrameMk id="5" creationId="{C598333B-1A98-B180-4679-B7EF99363818}"/>
          </ac:graphicFrameMkLst>
        </pc:graphicFrameChg>
        <pc:graphicFrameChg chg="add mod modGraphic">
          <ac:chgData name="Arseniy Buzyan (extern)" userId="S::arseniy.buzyan@edu.stockholm.se::f92a01cd-049f-4602-b292-09b82d2ea4e3" providerId="AD" clId="Web-{57A43D3B-8473-7F09-C9B1-901780AD63A3}" dt="2026-08-12T18:45:59.240" v="588" actId="14100"/>
          <ac:graphicFrameMkLst>
            <pc:docMk/>
            <pc:sldMk cId="4220894491" sldId="275"/>
            <ac:graphicFrameMk id="6" creationId="{83D347E9-2D81-B7FF-96B9-9C5C651BC4A3}"/>
          </ac:graphicFrameMkLst>
        </pc:graphicFrameChg>
      </pc:sldChg>
      <pc:sldChg chg="addSp delSp modSp new mod setBg">
        <pc:chgData name="Arseniy Buzyan (extern)" userId="S::arseniy.buzyan@edu.stockholm.se::f92a01cd-049f-4602-b292-09b82d2ea4e3" providerId="AD" clId="Web-{57A43D3B-8473-7F09-C9B1-901780AD63A3}" dt="2026-08-12T18:48:14.318" v="611" actId="20577"/>
        <pc:sldMkLst>
          <pc:docMk/>
          <pc:sldMk cId="1368848355" sldId="276"/>
        </pc:sldMkLst>
        <pc:spChg chg="mod">
          <ac:chgData name="Arseniy Buzyan (extern)" userId="S::arseniy.buzyan@edu.stockholm.se::f92a01cd-049f-4602-b292-09b82d2ea4e3" providerId="AD" clId="Web-{57A43D3B-8473-7F09-C9B1-901780AD63A3}" dt="2026-08-12T18:47:01.787" v="595"/>
          <ac:spMkLst>
            <pc:docMk/>
            <pc:sldMk cId="1368848355" sldId="276"/>
            <ac:spMk id="2" creationId="{747C6874-07D7-D211-7ED7-391D0BFA3EB5}"/>
          </ac:spMkLst>
        </pc:spChg>
        <pc:spChg chg="mod">
          <ac:chgData name="Arseniy Buzyan (extern)" userId="S::arseniy.buzyan@edu.stockholm.se::f92a01cd-049f-4602-b292-09b82d2ea4e3" providerId="AD" clId="Web-{57A43D3B-8473-7F09-C9B1-901780AD63A3}" dt="2026-08-12T18:48:14.318" v="611" actId="20577"/>
          <ac:spMkLst>
            <pc:docMk/>
            <pc:sldMk cId="1368848355" sldId="276"/>
            <ac:spMk id="3" creationId="{8FF10680-A2B8-D49A-6863-93CB1748FE48}"/>
          </ac:spMkLst>
        </pc:spChg>
        <pc:spChg chg="add del">
          <ac:chgData name="Arseniy Buzyan (extern)" userId="S::arseniy.buzyan@edu.stockholm.se::f92a01cd-049f-4602-b292-09b82d2ea4e3" providerId="AD" clId="Web-{57A43D3B-8473-7F09-C9B1-901780AD63A3}" dt="2026-08-12T18:47:15.724" v="597"/>
          <ac:spMkLst>
            <pc:docMk/>
            <pc:sldMk cId="1368848355" sldId="276"/>
            <ac:spMk id="8" creationId="{E8A8EAB8-D2FF-444D-B34B-7D32F106AD0E}"/>
          </ac:spMkLst>
        </pc:spChg>
        <pc:spChg chg="add del">
          <ac:chgData name="Arseniy Buzyan (extern)" userId="S::arseniy.buzyan@edu.stockholm.se::f92a01cd-049f-4602-b292-09b82d2ea4e3" providerId="AD" clId="Web-{57A43D3B-8473-7F09-C9B1-901780AD63A3}" dt="2026-08-12T18:48:04.740" v="606"/>
          <ac:spMkLst>
            <pc:docMk/>
            <pc:sldMk cId="1368848355" sldId="276"/>
            <ac:spMk id="17" creationId="{E8A8EAB8-D2FF-444D-B34B-7D32F106AD0E}"/>
          </ac:spMkLst>
        </pc:spChg>
        <pc:spChg chg="add">
          <ac:chgData name="Arseniy Buzyan (extern)" userId="S::arseniy.buzyan@edu.stockholm.se::f92a01cd-049f-4602-b292-09b82d2ea4e3" providerId="AD" clId="Web-{57A43D3B-8473-7F09-C9B1-901780AD63A3}" dt="2026-08-12T18:48:04.740" v="606"/>
          <ac:spMkLst>
            <pc:docMk/>
            <pc:sldMk cId="1368848355" sldId="276"/>
            <ac:spMk id="26" creationId="{E8A8EAB8-D2FF-444D-B34B-7D32F106AD0E}"/>
          </ac:spMkLst>
        </pc:spChg>
        <pc:cxnChg chg="add del">
          <ac:chgData name="Arseniy Buzyan (extern)" userId="S::arseniy.buzyan@edu.stockholm.se::f92a01cd-049f-4602-b292-09b82d2ea4e3" providerId="AD" clId="Web-{57A43D3B-8473-7F09-C9B1-901780AD63A3}" dt="2026-08-12T18:47:15.724" v="597"/>
          <ac:cxnSpMkLst>
            <pc:docMk/>
            <pc:sldMk cId="1368848355" sldId="276"/>
            <ac:cxnSpMk id="10" creationId="{067633D1-6EE6-4118-B9F0-B363477BEE7A}"/>
          </ac:cxnSpMkLst>
        </pc:cxnChg>
        <pc:cxnChg chg="add del">
          <ac:chgData name="Arseniy Buzyan (extern)" userId="S::arseniy.buzyan@edu.stockholm.se::f92a01cd-049f-4602-b292-09b82d2ea4e3" providerId="AD" clId="Web-{57A43D3B-8473-7F09-C9B1-901780AD63A3}" dt="2026-08-12T18:47:15.724" v="597"/>
          <ac:cxnSpMkLst>
            <pc:docMk/>
            <pc:sldMk cId="1368848355" sldId="276"/>
            <ac:cxnSpMk id="12" creationId="{4AD7FFC6-42A9-49CB-B5E9-B3F6B038331B}"/>
          </ac:cxnSpMkLst>
        </pc:cxnChg>
        <pc:cxnChg chg="add del">
          <ac:chgData name="Arseniy Buzyan (extern)" userId="S::arseniy.buzyan@edu.stockholm.se::f92a01cd-049f-4602-b292-09b82d2ea4e3" providerId="AD" clId="Web-{57A43D3B-8473-7F09-C9B1-901780AD63A3}" dt="2026-08-12T18:48:04.740" v="606"/>
          <ac:cxnSpMkLst>
            <pc:docMk/>
            <pc:sldMk cId="1368848355" sldId="276"/>
            <ac:cxnSpMk id="19" creationId="{067633D1-6EE6-4118-B9F0-B363477BEE7A}"/>
          </ac:cxnSpMkLst>
        </pc:cxnChg>
        <pc:cxnChg chg="add del">
          <ac:chgData name="Arseniy Buzyan (extern)" userId="S::arseniy.buzyan@edu.stockholm.se::f92a01cd-049f-4602-b292-09b82d2ea4e3" providerId="AD" clId="Web-{57A43D3B-8473-7F09-C9B1-901780AD63A3}" dt="2026-08-12T18:48:04.740" v="606"/>
          <ac:cxnSpMkLst>
            <pc:docMk/>
            <pc:sldMk cId="1368848355" sldId="276"/>
            <ac:cxnSpMk id="21" creationId="{4AD7FFC6-42A9-49CB-B5E9-B3F6B038331B}"/>
          </ac:cxnSpMkLst>
        </pc:cxnChg>
        <pc:cxnChg chg="add">
          <ac:chgData name="Arseniy Buzyan (extern)" userId="S::arseniy.buzyan@edu.stockholm.se::f92a01cd-049f-4602-b292-09b82d2ea4e3" providerId="AD" clId="Web-{57A43D3B-8473-7F09-C9B1-901780AD63A3}" dt="2026-08-12T18:48:04.740" v="606"/>
          <ac:cxnSpMkLst>
            <pc:docMk/>
            <pc:sldMk cId="1368848355" sldId="276"/>
            <ac:cxnSpMk id="28" creationId="{067633D1-6EE6-4118-B9F0-B363477BEE7A}"/>
          </ac:cxnSpMkLst>
        </pc:cxnChg>
        <pc:cxnChg chg="add">
          <ac:chgData name="Arseniy Buzyan (extern)" userId="S::arseniy.buzyan@edu.stockholm.se::f92a01cd-049f-4602-b292-09b82d2ea4e3" providerId="AD" clId="Web-{57A43D3B-8473-7F09-C9B1-901780AD63A3}" dt="2026-08-12T18:48:04.740" v="606"/>
          <ac:cxnSpMkLst>
            <pc:docMk/>
            <pc:sldMk cId="1368848355" sldId="276"/>
            <ac:cxnSpMk id="30" creationId="{4AD7FFC6-42A9-49CB-B5E9-B3F6B038331B}"/>
          </ac:cxnSpMkLst>
        </pc:cxnChg>
      </pc:sldChg>
      <pc:sldChg chg="addSp delSp modSp new mod setBg">
        <pc:chgData name="Arseniy Buzyan (extern)" userId="S::arseniy.buzyan@edu.stockholm.se::f92a01cd-049f-4602-b292-09b82d2ea4e3" providerId="AD" clId="Web-{57A43D3B-8473-7F09-C9B1-901780AD63A3}" dt="2026-08-12T19:41:10.014" v="1120"/>
        <pc:sldMkLst>
          <pc:docMk/>
          <pc:sldMk cId="1258077151" sldId="277"/>
        </pc:sldMkLst>
        <pc:spChg chg="mod">
          <ac:chgData name="Arseniy Buzyan (extern)" userId="S::arseniy.buzyan@edu.stockholm.se::f92a01cd-049f-4602-b292-09b82d2ea4e3" providerId="AD" clId="Web-{57A43D3B-8473-7F09-C9B1-901780AD63A3}" dt="2026-08-12T18:48:51.365" v="620"/>
          <ac:spMkLst>
            <pc:docMk/>
            <pc:sldMk cId="1258077151" sldId="277"/>
            <ac:spMk id="2" creationId="{55EDEA97-47D0-14F9-CC7F-E4EFD882BF1D}"/>
          </ac:spMkLst>
        </pc:spChg>
        <pc:spChg chg="del">
          <ac:chgData name="Arseniy Buzyan (extern)" userId="S::arseniy.buzyan@edu.stockholm.se::f92a01cd-049f-4602-b292-09b82d2ea4e3" providerId="AD" clId="Web-{57A43D3B-8473-7F09-C9B1-901780AD63A3}" dt="2026-08-12T18:48:46.146" v="619"/>
          <ac:spMkLst>
            <pc:docMk/>
            <pc:sldMk cId="1258077151" sldId="277"/>
            <ac:spMk id="3" creationId="{7D886B1E-776E-DF2F-95FB-CCD2BF9E420E}"/>
          </ac:spMkLst>
        </pc:spChg>
        <pc:spChg chg="add del mod">
          <ac:chgData name="Arseniy Buzyan (extern)" userId="S::arseniy.buzyan@edu.stockholm.se::f92a01cd-049f-4602-b292-09b82d2ea4e3" providerId="AD" clId="Web-{57A43D3B-8473-7F09-C9B1-901780AD63A3}" dt="2026-08-12T19:41:10.014" v="1120"/>
          <ac:spMkLst>
            <pc:docMk/>
            <pc:sldMk cId="1258077151" sldId="277"/>
            <ac:spMk id="7" creationId="{CD2E1D6D-83E4-AB29-955E-1EFB886325E7}"/>
          </ac:spMkLst>
        </pc:spChg>
        <pc:spChg chg="add">
          <ac:chgData name="Arseniy Buzyan (extern)" userId="S::arseniy.buzyan@edu.stockholm.se::f92a01cd-049f-4602-b292-09b82d2ea4e3" providerId="AD" clId="Web-{57A43D3B-8473-7F09-C9B1-901780AD63A3}" dt="2026-08-12T18:48:51.365" v="620"/>
          <ac:spMkLst>
            <pc:docMk/>
            <pc:sldMk cId="1258077151" sldId="277"/>
            <ac:spMk id="9" creationId="{F0DCC097-1DB8-4B6D-85D0-6FBA0E1CA4BA}"/>
          </ac:spMkLst>
        </pc:spChg>
        <pc:spChg chg="add">
          <ac:chgData name="Arseniy Buzyan (extern)" userId="S::arseniy.buzyan@edu.stockholm.se::f92a01cd-049f-4602-b292-09b82d2ea4e3" providerId="AD" clId="Web-{57A43D3B-8473-7F09-C9B1-901780AD63A3}" dt="2026-08-12T18:48:51.365" v="620"/>
          <ac:spMkLst>
            <pc:docMk/>
            <pc:sldMk cId="1258077151" sldId="277"/>
            <ac:spMk id="11" creationId="{E0B58608-23C8-4441-994D-C6823EEE1DB7}"/>
          </ac:spMkLst>
        </pc:spChg>
        <pc:picChg chg="add del mod ord">
          <ac:chgData name="Arseniy Buzyan (extern)" userId="S::arseniy.buzyan@edu.stockholm.se::f92a01cd-049f-4602-b292-09b82d2ea4e3" providerId="AD" clId="Web-{57A43D3B-8473-7F09-C9B1-901780AD63A3}" dt="2026-08-12T19:41:06.108" v="1119"/>
          <ac:picMkLst>
            <pc:docMk/>
            <pc:sldMk cId="1258077151" sldId="277"/>
            <ac:picMk id="4" creationId="{6B7E8F35-7882-5E65-750D-7CC7657275F6}"/>
          </ac:picMkLst>
        </pc:picChg>
        <pc:picChg chg="add mod modCrop">
          <ac:chgData name="Arseniy Buzyan (extern)" userId="S::arseniy.buzyan@edu.stockholm.se::f92a01cd-049f-4602-b292-09b82d2ea4e3" providerId="AD" clId="Web-{57A43D3B-8473-7F09-C9B1-901780AD63A3}" dt="2026-08-12T19:40:57.561" v="1118" actId="1076"/>
          <ac:picMkLst>
            <pc:docMk/>
            <pc:sldMk cId="1258077151" sldId="277"/>
            <ac:picMk id="5" creationId="{B579E599-473E-AD92-581B-C6F166680461}"/>
          </ac:picMkLst>
        </pc:picChg>
      </pc:sldChg>
      <pc:sldChg chg="addSp delSp modSp new mod setBg">
        <pc:chgData name="Arseniy Buzyan (extern)" userId="S::arseniy.buzyan@edu.stockholm.se::f92a01cd-049f-4602-b292-09b82d2ea4e3" providerId="AD" clId="Web-{57A43D3B-8473-7F09-C9B1-901780AD63A3}" dt="2026-08-12T19:42:22.842" v="1126" actId="1076"/>
        <pc:sldMkLst>
          <pc:docMk/>
          <pc:sldMk cId="1147749920" sldId="278"/>
        </pc:sldMkLst>
        <pc:spChg chg="mod">
          <ac:chgData name="Arseniy Buzyan (extern)" userId="S::arseniy.buzyan@edu.stockholm.se::f92a01cd-049f-4602-b292-09b82d2ea4e3" providerId="AD" clId="Web-{57A43D3B-8473-7F09-C9B1-901780AD63A3}" dt="2026-08-12T18:49:59.380" v="639"/>
          <ac:spMkLst>
            <pc:docMk/>
            <pc:sldMk cId="1147749920" sldId="278"/>
            <ac:spMk id="2" creationId="{A0C6F6B8-A044-16D8-239F-334103A0B379}"/>
          </ac:spMkLst>
        </pc:spChg>
        <pc:spChg chg="mod">
          <ac:chgData name="Arseniy Buzyan (extern)" userId="S::arseniy.buzyan@edu.stockholm.se::f92a01cd-049f-4602-b292-09b82d2ea4e3" providerId="AD" clId="Web-{57A43D3B-8473-7F09-C9B1-901780AD63A3}" dt="2026-08-12T18:50:22.505" v="645" actId="14100"/>
          <ac:spMkLst>
            <pc:docMk/>
            <pc:sldMk cId="1147749920" sldId="278"/>
            <ac:spMk id="3" creationId="{8136D48D-AA9D-5752-7109-BA0F67D8839F}"/>
          </ac:spMkLst>
        </pc:spChg>
        <pc:spChg chg="add">
          <ac:chgData name="Arseniy Buzyan (extern)" userId="S::arseniy.buzyan@edu.stockholm.se::f92a01cd-049f-4602-b292-09b82d2ea4e3" providerId="AD" clId="Web-{57A43D3B-8473-7F09-C9B1-901780AD63A3}" dt="2026-08-12T18:49:59.380" v="639"/>
          <ac:spMkLst>
            <pc:docMk/>
            <pc:sldMk cId="1147749920" sldId="278"/>
            <ac:spMk id="6" creationId="{A7AE9375-4664-4DB2-922D-2782A6E439AC}"/>
          </ac:spMkLst>
        </pc:spChg>
        <pc:spChg chg="add del">
          <ac:chgData name="Arseniy Buzyan (extern)" userId="S::arseniy.buzyan@edu.stockholm.se::f92a01cd-049f-4602-b292-09b82d2ea4e3" providerId="AD" clId="Web-{57A43D3B-8473-7F09-C9B1-901780AD63A3}" dt="2026-08-12T18:49:36.130" v="630"/>
          <ac:spMkLst>
            <pc:docMk/>
            <pc:sldMk cId="1147749920" sldId="278"/>
            <ac:spMk id="8" creationId="{E8A8EAB8-D2FF-444D-B34B-7D32F106AD0E}"/>
          </ac:spMkLst>
        </pc:spChg>
        <pc:spChg chg="add">
          <ac:chgData name="Arseniy Buzyan (extern)" userId="S::arseniy.buzyan@edu.stockholm.se::f92a01cd-049f-4602-b292-09b82d2ea4e3" providerId="AD" clId="Web-{57A43D3B-8473-7F09-C9B1-901780AD63A3}" dt="2026-08-12T18:49:59.380" v="639"/>
          <ac:spMkLst>
            <pc:docMk/>
            <pc:sldMk cId="1147749920" sldId="278"/>
            <ac:spMk id="9" creationId="{9DD005C1-8C51-42D6-9BEE-B9B83849743D}"/>
          </ac:spMkLst>
        </pc:spChg>
        <pc:spChg chg="add del">
          <ac:chgData name="Arseniy Buzyan (extern)" userId="S::arseniy.buzyan@edu.stockholm.se::f92a01cd-049f-4602-b292-09b82d2ea4e3" providerId="AD" clId="Web-{57A43D3B-8473-7F09-C9B1-901780AD63A3}" dt="2026-08-12T18:49:38.427" v="632"/>
          <ac:spMkLst>
            <pc:docMk/>
            <pc:sldMk cId="1147749920" sldId="278"/>
            <ac:spMk id="14" creationId="{A7AE9375-4664-4DB2-922D-2782A6E439AC}"/>
          </ac:spMkLst>
        </pc:spChg>
        <pc:spChg chg="add del">
          <ac:chgData name="Arseniy Buzyan (extern)" userId="S::arseniy.buzyan@edu.stockholm.se::f92a01cd-049f-4602-b292-09b82d2ea4e3" providerId="AD" clId="Web-{57A43D3B-8473-7F09-C9B1-901780AD63A3}" dt="2026-08-12T18:49:38.427" v="632"/>
          <ac:spMkLst>
            <pc:docMk/>
            <pc:sldMk cId="1147749920" sldId="278"/>
            <ac:spMk id="16" creationId="{9DD005C1-8C51-42D6-9BEE-B9B83849743D}"/>
          </ac:spMkLst>
        </pc:spChg>
        <pc:spChg chg="add del">
          <ac:chgData name="Arseniy Buzyan (extern)" userId="S::arseniy.buzyan@edu.stockholm.se::f92a01cd-049f-4602-b292-09b82d2ea4e3" providerId="AD" clId="Web-{57A43D3B-8473-7F09-C9B1-901780AD63A3}" dt="2026-08-12T18:49:52.615" v="638"/>
          <ac:spMkLst>
            <pc:docMk/>
            <pc:sldMk cId="1147749920" sldId="278"/>
            <ac:spMk id="18" creationId="{E8A8EAB8-D2FF-444D-B34B-7D32F106AD0E}"/>
          </ac:spMkLst>
        </pc:spChg>
        <pc:graphicFrameChg chg="add del mod">
          <ac:chgData name="Arseniy Buzyan (extern)" userId="S::arseniy.buzyan@edu.stockholm.se::f92a01cd-049f-4602-b292-09b82d2ea4e3" providerId="AD" clId="Web-{57A43D3B-8473-7F09-C9B1-901780AD63A3}" dt="2026-08-12T18:49:51.115" v="637"/>
          <ac:graphicFrameMkLst>
            <pc:docMk/>
            <pc:sldMk cId="1147749920" sldId="278"/>
            <ac:graphicFrameMk id="5" creationId="{FDB7B3E0-0DDA-1417-02C5-885CF2142A90}"/>
          </ac:graphicFrameMkLst>
        </pc:graphicFrameChg>
        <pc:graphicFrameChg chg="add mod modGraphic">
          <ac:chgData name="Arseniy Buzyan (extern)" userId="S::arseniy.buzyan@edu.stockholm.se::f92a01cd-049f-4602-b292-09b82d2ea4e3" providerId="AD" clId="Web-{57A43D3B-8473-7F09-C9B1-901780AD63A3}" dt="2026-08-12T18:50:30.177" v="682" actId="1076"/>
          <ac:graphicFrameMkLst>
            <pc:docMk/>
            <pc:sldMk cId="1147749920" sldId="278"/>
            <ac:graphicFrameMk id="13" creationId="{E8D3F3E8-FAD3-96E2-DAEB-37914120C831}"/>
          </ac:graphicFrameMkLst>
        </pc:graphicFrameChg>
        <pc:picChg chg="add mod modCrop">
          <ac:chgData name="Arseniy Buzyan (extern)" userId="S::arseniy.buzyan@edu.stockholm.se::f92a01cd-049f-4602-b292-09b82d2ea4e3" providerId="AD" clId="Web-{57A43D3B-8473-7F09-C9B1-901780AD63A3}" dt="2026-08-12T19:42:22.842" v="1126" actId="1076"/>
          <ac:picMkLst>
            <pc:docMk/>
            <pc:sldMk cId="1147749920" sldId="278"/>
            <ac:picMk id="17" creationId="{6F5EA3F3-66B6-FFD9-83B3-0AF346F01975}"/>
          </ac:picMkLst>
        </pc:picChg>
        <pc:cxnChg chg="add">
          <ac:chgData name="Arseniy Buzyan (extern)" userId="S::arseniy.buzyan@edu.stockholm.se::f92a01cd-049f-4602-b292-09b82d2ea4e3" providerId="AD" clId="Web-{57A43D3B-8473-7F09-C9B1-901780AD63A3}" dt="2026-08-12T18:49:59.380" v="639"/>
          <ac:cxnSpMkLst>
            <pc:docMk/>
            <pc:sldMk cId="1147749920" sldId="278"/>
            <ac:cxnSpMk id="7" creationId="{EE504C98-6397-41C1-A8D8-2D9C4ED307E0}"/>
          </ac:cxnSpMkLst>
        </pc:cxnChg>
        <pc:cxnChg chg="add del">
          <ac:chgData name="Arseniy Buzyan (extern)" userId="S::arseniy.buzyan@edu.stockholm.se::f92a01cd-049f-4602-b292-09b82d2ea4e3" providerId="AD" clId="Web-{57A43D3B-8473-7F09-C9B1-901780AD63A3}" dt="2026-08-12T18:49:36.130" v="630"/>
          <ac:cxnSpMkLst>
            <pc:docMk/>
            <pc:sldMk cId="1147749920" sldId="278"/>
            <ac:cxnSpMk id="10" creationId="{067633D1-6EE6-4118-B9F0-B363477BEE7A}"/>
          </ac:cxnSpMkLst>
        </pc:cxnChg>
        <pc:cxnChg chg="add del">
          <ac:chgData name="Arseniy Buzyan (extern)" userId="S::arseniy.buzyan@edu.stockholm.se::f92a01cd-049f-4602-b292-09b82d2ea4e3" providerId="AD" clId="Web-{57A43D3B-8473-7F09-C9B1-901780AD63A3}" dt="2026-08-12T18:49:36.130" v="630"/>
          <ac:cxnSpMkLst>
            <pc:docMk/>
            <pc:sldMk cId="1147749920" sldId="278"/>
            <ac:cxnSpMk id="12" creationId="{4AD7FFC6-42A9-49CB-B5E9-B3F6B038331B}"/>
          </ac:cxnSpMkLst>
        </pc:cxnChg>
        <pc:cxnChg chg="add del">
          <ac:chgData name="Arseniy Buzyan (extern)" userId="S::arseniy.buzyan@edu.stockholm.se::f92a01cd-049f-4602-b292-09b82d2ea4e3" providerId="AD" clId="Web-{57A43D3B-8473-7F09-C9B1-901780AD63A3}" dt="2026-08-12T18:49:38.427" v="632"/>
          <ac:cxnSpMkLst>
            <pc:docMk/>
            <pc:sldMk cId="1147749920" sldId="278"/>
            <ac:cxnSpMk id="15" creationId="{EE504C98-6397-41C1-A8D8-2D9C4ED307E0}"/>
          </ac:cxnSpMkLst>
        </pc:cxnChg>
        <pc:cxnChg chg="add del">
          <ac:chgData name="Arseniy Buzyan (extern)" userId="S::arseniy.buzyan@edu.stockholm.se::f92a01cd-049f-4602-b292-09b82d2ea4e3" providerId="AD" clId="Web-{57A43D3B-8473-7F09-C9B1-901780AD63A3}" dt="2026-08-12T18:49:52.615" v="638"/>
          <ac:cxnSpMkLst>
            <pc:docMk/>
            <pc:sldMk cId="1147749920" sldId="278"/>
            <ac:cxnSpMk id="19" creationId="{067633D1-6EE6-4118-B9F0-B363477BEE7A}"/>
          </ac:cxnSpMkLst>
        </pc:cxnChg>
        <pc:cxnChg chg="add del">
          <ac:chgData name="Arseniy Buzyan (extern)" userId="S::arseniy.buzyan@edu.stockholm.se::f92a01cd-049f-4602-b292-09b82d2ea4e3" providerId="AD" clId="Web-{57A43D3B-8473-7F09-C9B1-901780AD63A3}" dt="2026-08-12T18:49:52.615" v="638"/>
          <ac:cxnSpMkLst>
            <pc:docMk/>
            <pc:sldMk cId="1147749920" sldId="278"/>
            <ac:cxnSpMk id="20" creationId="{4AD7FFC6-42A9-49CB-B5E9-B3F6B038331B}"/>
          </ac:cxnSpMkLst>
        </pc:cxnChg>
      </pc:sldChg>
      <pc:sldChg chg="addSp modSp new mod setBg">
        <pc:chgData name="Arseniy Buzyan (extern)" userId="S::arseniy.buzyan@edu.stockholm.se::f92a01cd-049f-4602-b292-09b82d2ea4e3" providerId="AD" clId="Web-{57A43D3B-8473-7F09-C9B1-901780AD63A3}" dt="2026-08-12T19:43:16.658" v="1132" actId="1076"/>
        <pc:sldMkLst>
          <pc:docMk/>
          <pc:sldMk cId="2257930614" sldId="279"/>
        </pc:sldMkLst>
        <pc:spChg chg="mod">
          <ac:chgData name="Arseniy Buzyan (extern)" userId="S::arseniy.buzyan@edu.stockholm.se::f92a01cd-049f-4602-b292-09b82d2ea4e3" providerId="AD" clId="Web-{57A43D3B-8473-7F09-C9B1-901780AD63A3}" dt="2026-08-12T18:51:04.137" v="689"/>
          <ac:spMkLst>
            <pc:docMk/>
            <pc:sldMk cId="2257930614" sldId="279"/>
            <ac:spMk id="2" creationId="{E6A0A889-7CA8-5BBA-2A78-953F675FC2B1}"/>
          </ac:spMkLst>
        </pc:spChg>
        <pc:spChg chg="mod">
          <ac:chgData name="Arseniy Buzyan (extern)" userId="S::arseniy.buzyan@edu.stockholm.se::f92a01cd-049f-4602-b292-09b82d2ea4e3" providerId="AD" clId="Web-{57A43D3B-8473-7F09-C9B1-901780AD63A3}" dt="2026-08-12T18:51:17.434" v="698" actId="14100"/>
          <ac:spMkLst>
            <pc:docMk/>
            <pc:sldMk cId="2257930614" sldId="279"/>
            <ac:spMk id="3" creationId="{FC21B4AC-B17D-6AA1-601D-21B1083CCD9C}"/>
          </ac:spMkLst>
        </pc:spChg>
        <pc:spChg chg="add">
          <ac:chgData name="Arseniy Buzyan (extern)" userId="S::arseniy.buzyan@edu.stockholm.se::f92a01cd-049f-4602-b292-09b82d2ea4e3" providerId="AD" clId="Web-{57A43D3B-8473-7F09-C9B1-901780AD63A3}" dt="2026-08-12T18:51:04.137" v="689"/>
          <ac:spMkLst>
            <pc:docMk/>
            <pc:sldMk cId="2257930614" sldId="279"/>
            <ac:spMk id="8" creationId="{E8A8EAB8-D2FF-444D-B34B-7D32F106AD0E}"/>
          </ac:spMkLst>
        </pc:spChg>
        <pc:picChg chg="add mod modCrop">
          <ac:chgData name="Arseniy Buzyan (extern)" userId="S::arseniy.buzyan@edu.stockholm.se::f92a01cd-049f-4602-b292-09b82d2ea4e3" providerId="AD" clId="Web-{57A43D3B-8473-7F09-C9B1-901780AD63A3}" dt="2026-08-12T19:43:16.658" v="1132" actId="1076"/>
          <ac:picMkLst>
            <pc:docMk/>
            <pc:sldMk cId="2257930614" sldId="279"/>
            <ac:picMk id="4" creationId="{94CEE041-D916-3FF3-7E8C-AC88E602667B}"/>
          </ac:picMkLst>
        </pc:picChg>
        <pc:cxnChg chg="add">
          <ac:chgData name="Arseniy Buzyan (extern)" userId="S::arseniy.buzyan@edu.stockholm.se::f92a01cd-049f-4602-b292-09b82d2ea4e3" providerId="AD" clId="Web-{57A43D3B-8473-7F09-C9B1-901780AD63A3}" dt="2026-08-12T18:51:04.137" v="689"/>
          <ac:cxnSpMkLst>
            <pc:docMk/>
            <pc:sldMk cId="2257930614" sldId="279"/>
            <ac:cxnSpMk id="10" creationId="{067633D1-6EE6-4118-B9F0-B363477BEE7A}"/>
          </ac:cxnSpMkLst>
        </pc:cxnChg>
        <pc:cxnChg chg="add">
          <ac:chgData name="Arseniy Buzyan (extern)" userId="S::arseniy.buzyan@edu.stockholm.se::f92a01cd-049f-4602-b292-09b82d2ea4e3" providerId="AD" clId="Web-{57A43D3B-8473-7F09-C9B1-901780AD63A3}" dt="2026-08-12T18:51:04.137" v="689"/>
          <ac:cxnSpMkLst>
            <pc:docMk/>
            <pc:sldMk cId="2257930614" sldId="279"/>
            <ac:cxnSpMk id="12" creationId="{4AD7FFC6-42A9-49CB-B5E9-B3F6B038331B}"/>
          </ac:cxnSpMkLst>
        </pc:cxnChg>
      </pc:sldChg>
      <pc:sldChg chg="addSp delSp modSp new mod setBg">
        <pc:chgData name="Arseniy Buzyan (extern)" userId="S::arseniy.buzyan@edu.stockholm.se::f92a01cd-049f-4602-b292-09b82d2ea4e3" providerId="AD" clId="Web-{57A43D3B-8473-7F09-C9B1-901780AD63A3}" dt="2026-08-12T18:52:13.262" v="709" actId="14100"/>
        <pc:sldMkLst>
          <pc:docMk/>
          <pc:sldMk cId="1404485189" sldId="280"/>
        </pc:sldMkLst>
        <pc:spChg chg="mod">
          <ac:chgData name="Arseniy Buzyan (extern)" userId="S::arseniy.buzyan@edu.stockholm.se::f92a01cd-049f-4602-b292-09b82d2ea4e3" providerId="AD" clId="Web-{57A43D3B-8473-7F09-C9B1-901780AD63A3}" dt="2026-08-12T18:51:58.355" v="704"/>
          <ac:spMkLst>
            <pc:docMk/>
            <pc:sldMk cId="1404485189" sldId="280"/>
            <ac:spMk id="2" creationId="{0429BDFE-BDE0-061E-FFCA-E9CECB5E7059}"/>
          </ac:spMkLst>
        </pc:spChg>
        <pc:spChg chg="del">
          <ac:chgData name="Arseniy Buzyan (extern)" userId="S::arseniy.buzyan@edu.stockholm.se::f92a01cd-049f-4602-b292-09b82d2ea4e3" providerId="AD" clId="Web-{57A43D3B-8473-7F09-C9B1-901780AD63A3}" dt="2026-08-12T18:51:41.371" v="701"/>
          <ac:spMkLst>
            <pc:docMk/>
            <pc:sldMk cId="1404485189" sldId="280"/>
            <ac:spMk id="3" creationId="{599595CB-ADA0-2A13-3E23-326C2ED8397E}"/>
          </ac:spMkLst>
        </pc:spChg>
        <pc:spChg chg="add del">
          <ac:chgData name="Arseniy Buzyan (extern)" userId="S::arseniy.buzyan@edu.stockholm.se::f92a01cd-049f-4602-b292-09b82d2ea4e3" providerId="AD" clId="Web-{57A43D3B-8473-7F09-C9B1-901780AD63A3}" dt="2026-08-12T18:51:58.340" v="703"/>
          <ac:spMkLst>
            <pc:docMk/>
            <pc:sldMk cId="1404485189" sldId="280"/>
            <ac:spMk id="9" creationId="{A8384FB5-9ADC-4DDC-881B-597D56F5B15D}"/>
          </ac:spMkLst>
        </pc:spChg>
        <pc:spChg chg="add del">
          <ac:chgData name="Arseniy Buzyan (extern)" userId="S::arseniy.buzyan@edu.stockholm.se::f92a01cd-049f-4602-b292-09b82d2ea4e3" providerId="AD" clId="Web-{57A43D3B-8473-7F09-C9B1-901780AD63A3}" dt="2026-08-12T18:51:58.340" v="703"/>
          <ac:spMkLst>
            <pc:docMk/>
            <pc:sldMk cId="1404485189" sldId="280"/>
            <ac:spMk id="11" creationId="{91E5A9A7-95C6-4F4F-B00E-C82E07FE62EF}"/>
          </ac:spMkLst>
        </pc:spChg>
        <pc:spChg chg="add del">
          <ac:chgData name="Arseniy Buzyan (extern)" userId="S::arseniy.buzyan@edu.stockholm.se::f92a01cd-049f-4602-b292-09b82d2ea4e3" providerId="AD" clId="Web-{57A43D3B-8473-7F09-C9B1-901780AD63A3}" dt="2026-08-12T18:51:58.340" v="703"/>
          <ac:spMkLst>
            <pc:docMk/>
            <pc:sldMk cId="1404485189" sldId="280"/>
            <ac:spMk id="13" creationId="{D07DD2DE-F619-49DD-B5E7-03A290FF4ED1}"/>
          </ac:spMkLst>
        </pc:spChg>
        <pc:spChg chg="add del">
          <ac:chgData name="Arseniy Buzyan (extern)" userId="S::arseniy.buzyan@edu.stockholm.se::f92a01cd-049f-4602-b292-09b82d2ea4e3" providerId="AD" clId="Web-{57A43D3B-8473-7F09-C9B1-901780AD63A3}" dt="2026-08-12T18:51:58.340" v="703"/>
          <ac:spMkLst>
            <pc:docMk/>
            <pc:sldMk cId="1404485189" sldId="280"/>
            <ac:spMk id="15" creationId="{85149191-5F60-4A28-AAFF-039F96B0F3EC}"/>
          </ac:spMkLst>
        </pc:spChg>
        <pc:spChg chg="add del">
          <ac:chgData name="Arseniy Buzyan (extern)" userId="S::arseniy.buzyan@edu.stockholm.se::f92a01cd-049f-4602-b292-09b82d2ea4e3" providerId="AD" clId="Web-{57A43D3B-8473-7F09-C9B1-901780AD63A3}" dt="2026-08-12T18:51:58.340" v="703"/>
          <ac:spMkLst>
            <pc:docMk/>
            <pc:sldMk cId="1404485189" sldId="280"/>
            <ac:spMk id="17" creationId="{F8260ED5-17F7-4158-B241-D51DD4CF1B7E}"/>
          </ac:spMkLst>
        </pc:spChg>
        <pc:spChg chg="add">
          <ac:chgData name="Arseniy Buzyan (extern)" userId="S::arseniy.buzyan@edu.stockholm.se::f92a01cd-049f-4602-b292-09b82d2ea4e3" providerId="AD" clId="Web-{57A43D3B-8473-7F09-C9B1-901780AD63A3}" dt="2026-08-12T18:51:58.355" v="704"/>
          <ac:spMkLst>
            <pc:docMk/>
            <pc:sldMk cId="1404485189" sldId="280"/>
            <ac:spMk id="19" creationId="{6753252F-4873-4F63-801D-CC719279A7D5}"/>
          </ac:spMkLst>
        </pc:spChg>
        <pc:spChg chg="add">
          <ac:chgData name="Arseniy Buzyan (extern)" userId="S::arseniy.buzyan@edu.stockholm.se::f92a01cd-049f-4602-b292-09b82d2ea4e3" providerId="AD" clId="Web-{57A43D3B-8473-7F09-C9B1-901780AD63A3}" dt="2026-08-12T18:51:58.355" v="704"/>
          <ac:spMkLst>
            <pc:docMk/>
            <pc:sldMk cId="1404485189" sldId="280"/>
            <ac:spMk id="20" creationId="{047C8CCB-F95D-4249-92DD-651249D3535A}"/>
          </ac:spMkLst>
        </pc:spChg>
        <pc:picChg chg="add mod ord">
          <ac:chgData name="Arseniy Buzyan (extern)" userId="S::arseniy.buzyan@edu.stockholm.se::f92a01cd-049f-4602-b292-09b82d2ea4e3" providerId="AD" clId="Web-{57A43D3B-8473-7F09-C9B1-901780AD63A3}" dt="2026-08-12T18:52:13.262" v="709" actId="14100"/>
          <ac:picMkLst>
            <pc:docMk/>
            <pc:sldMk cId="1404485189" sldId="280"/>
            <ac:picMk id="4" creationId="{04D1AF57-DE75-5462-B7B5-D47E0ED66839}"/>
          </ac:picMkLst>
        </pc:picChg>
      </pc:sldChg>
      <pc:sldChg chg="addSp delSp modSp new mod setBg">
        <pc:chgData name="Arseniy Buzyan (extern)" userId="S::arseniy.buzyan@edu.stockholm.se::f92a01cd-049f-4602-b292-09b82d2ea4e3" providerId="AD" clId="Web-{57A43D3B-8473-7F09-C9B1-901780AD63A3}" dt="2026-08-12T19:43:58.815" v="1137" actId="14100"/>
        <pc:sldMkLst>
          <pc:docMk/>
          <pc:sldMk cId="3987063351" sldId="281"/>
        </pc:sldMkLst>
        <pc:spChg chg="mod">
          <ac:chgData name="Arseniy Buzyan (extern)" userId="S::arseniy.buzyan@edu.stockholm.se::f92a01cd-049f-4602-b292-09b82d2ea4e3" providerId="AD" clId="Web-{57A43D3B-8473-7F09-C9B1-901780AD63A3}" dt="2026-08-12T18:53:38.199" v="784" actId="14100"/>
          <ac:spMkLst>
            <pc:docMk/>
            <pc:sldMk cId="3987063351" sldId="281"/>
            <ac:spMk id="2" creationId="{C06F4348-2723-6603-4FF8-2F66909072F6}"/>
          </ac:spMkLst>
        </pc:spChg>
        <pc:spChg chg="del">
          <ac:chgData name="Arseniy Buzyan (extern)" userId="S::arseniy.buzyan@edu.stockholm.se::f92a01cd-049f-4602-b292-09b82d2ea4e3" providerId="AD" clId="Web-{57A43D3B-8473-7F09-C9B1-901780AD63A3}" dt="2026-08-12T18:52:51.980" v="712"/>
          <ac:spMkLst>
            <pc:docMk/>
            <pc:sldMk cId="3987063351" sldId="281"/>
            <ac:spMk id="3" creationId="{09BA145D-0886-0810-50C1-2256CAE2056A}"/>
          </ac:spMkLst>
        </pc:spChg>
        <pc:spChg chg="add">
          <ac:chgData name="Arseniy Buzyan (extern)" userId="S::arseniy.buzyan@edu.stockholm.se::f92a01cd-049f-4602-b292-09b82d2ea4e3" providerId="AD" clId="Web-{57A43D3B-8473-7F09-C9B1-901780AD63A3}" dt="2026-08-12T18:52:51.980" v="712"/>
          <ac:spMkLst>
            <pc:docMk/>
            <pc:sldMk cId="3987063351" sldId="281"/>
            <ac:spMk id="8" creationId="{FB5B0058-AF13-4859-B429-4EDDE2A26F7F}"/>
          </ac:spMkLst>
        </pc:spChg>
        <pc:graphicFrameChg chg="add mod modGraphic">
          <ac:chgData name="Arseniy Buzyan (extern)" userId="S::arseniy.buzyan@edu.stockholm.se::f92a01cd-049f-4602-b292-09b82d2ea4e3" providerId="AD" clId="Web-{57A43D3B-8473-7F09-C9B1-901780AD63A3}" dt="2026-08-12T18:53:28.793" v="781" actId="1076"/>
          <ac:graphicFrameMkLst>
            <pc:docMk/>
            <pc:sldMk cId="3987063351" sldId="281"/>
            <ac:graphicFrameMk id="5" creationId="{60D55D15-DF91-C03C-9396-343B3966EB7F}"/>
          </ac:graphicFrameMkLst>
        </pc:graphicFrameChg>
        <pc:picChg chg="add mod modCrop">
          <ac:chgData name="Arseniy Buzyan (extern)" userId="S::arseniy.buzyan@edu.stockholm.se::f92a01cd-049f-4602-b292-09b82d2ea4e3" providerId="AD" clId="Web-{57A43D3B-8473-7F09-C9B1-901780AD63A3}" dt="2026-08-12T19:43:58.815" v="1137" actId="14100"/>
          <ac:picMkLst>
            <pc:docMk/>
            <pc:sldMk cId="3987063351" sldId="281"/>
            <ac:picMk id="6" creationId="{D069CC72-E3AE-ACB4-8F77-4631A1E397B5}"/>
          </ac:picMkLst>
        </pc:picChg>
        <pc:cxnChg chg="add">
          <ac:chgData name="Arseniy Buzyan (extern)" userId="S::arseniy.buzyan@edu.stockholm.se::f92a01cd-049f-4602-b292-09b82d2ea4e3" providerId="AD" clId="Web-{57A43D3B-8473-7F09-C9B1-901780AD63A3}" dt="2026-08-12T18:52:51.980" v="712"/>
          <ac:cxnSpMkLst>
            <pc:docMk/>
            <pc:sldMk cId="3987063351" sldId="281"/>
            <ac:cxnSpMk id="10" creationId="{EC4521DE-248E-440D-AAD6-FD9E7D34B3BF}"/>
          </ac:cxnSpMkLst>
        </pc:cxnChg>
        <pc:cxnChg chg="add">
          <ac:chgData name="Arseniy Buzyan (extern)" userId="S::arseniy.buzyan@edu.stockholm.se::f92a01cd-049f-4602-b292-09b82d2ea4e3" providerId="AD" clId="Web-{57A43D3B-8473-7F09-C9B1-901780AD63A3}" dt="2026-08-12T18:52:51.980" v="712"/>
          <ac:cxnSpMkLst>
            <pc:docMk/>
            <pc:sldMk cId="3987063351" sldId="281"/>
            <ac:cxnSpMk id="12" creationId="{442C13FA-4C0F-42D0-9626-5BA6040D8C31}"/>
          </ac:cxnSpMkLst>
        </pc:cxnChg>
      </pc:sldChg>
      <pc:sldChg chg="addSp modSp new mod setBg">
        <pc:chgData name="Arseniy Buzyan (extern)" userId="S::arseniy.buzyan@edu.stockholm.se::f92a01cd-049f-4602-b292-09b82d2ea4e3" providerId="AD" clId="Web-{57A43D3B-8473-7F09-C9B1-901780AD63A3}" dt="2026-08-12T18:54:49.574" v="808" actId="20577"/>
        <pc:sldMkLst>
          <pc:docMk/>
          <pc:sldMk cId="3047121199" sldId="282"/>
        </pc:sldMkLst>
        <pc:spChg chg="mod">
          <ac:chgData name="Arseniy Buzyan (extern)" userId="S::arseniy.buzyan@edu.stockholm.se::f92a01cd-049f-4602-b292-09b82d2ea4e3" providerId="AD" clId="Web-{57A43D3B-8473-7F09-C9B1-901780AD63A3}" dt="2026-08-12T18:54:21.230" v="792"/>
          <ac:spMkLst>
            <pc:docMk/>
            <pc:sldMk cId="3047121199" sldId="282"/>
            <ac:spMk id="2" creationId="{5D7D52FE-335C-D2F8-1D63-2D70E0116540}"/>
          </ac:spMkLst>
        </pc:spChg>
        <pc:spChg chg="mod">
          <ac:chgData name="Arseniy Buzyan (extern)" userId="S::arseniy.buzyan@edu.stockholm.se::f92a01cd-049f-4602-b292-09b82d2ea4e3" providerId="AD" clId="Web-{57A43D3B-8473-7F09-C9B1-901780AD63A3}" dt="2026-08-12T18:54:49.574" v="808" actId="20577"/>
          <ac:spMkLst>
            <pc:docMk/>
            <pc:sldMk cId="3047121199" sldId="282"/>
            <ac:spMk id="3" creationId="{2C938BA4-82EC-0FC3-424D-E041996244DE}"/>
          </ac:spMkLst>
        </pc:spChg>
        <pc:spChg chg="add">
          <ac:chgData name="Arseniy Buzyan (extern)" userId="S::arseniy.buzyan@edu.stockholm.se::f92a01cd-049f-4602-b292-09b82d2ea4e3" providerId="AD" clId="Web-{57A43D3B-8473-7F09-C9B1-901780AD63A3}" dt="2026-08-12T18:54:21.230" v="792"/>
          <ac:spMkLst>
            <pc:docMk/>
            <pc:sldMk cId="3047121199" sldId="282"/>
            <ac:spMk id="8" creationId="{A7AE9375-4664-4DB2-922D-2782A6E439AC}"/>
          </ac:spMkLst>
        </pc:spChg>
        <pc:spChg chg="add">
          <ac:chgData name="Arseniy Buzyan (extern)" userId="S::arseniy.buzyan@edu.stockholm.se::f92a01cd-049f-4602-b292-09b82d2ea4e3" providerId="AD" clId="Web-{57A43D3B-8473-7F09-C9B1-901780AD63A3}" dt="2026-08-12T18:54:21.230" v="792"/>
          <ac:spMkLst>
            <pc:docMk/>
            <pc:sldMk cId="3047121199" sldId="282"/>
            <ac:spMk id="12" creationId="{9DD005C1-8C51-42D6-9BEE-B9B83849743D}"/>
          </ac:spMkLst>
        </pc:spChg>
        <pc:cxnChg chg="add">
          <ac:chgData name="Arseniy Buzyan (extern)" userId="S::arseniy.buzyan@edu.stockholm.se::f92a01cd-049f-4602-b292-09b82d2ea4e3" providerId="AD" clId="Web-{57A43D3B-8473-7F09-C9B1-901780AD63A3}" dt="2026-08-12T18:54:21.230" v="792"/>
          <ac:cxnSpMkLst>
            <pc:docMk/>
            <pc:sldMk cId="3047121199" sldId="282"/>
            <ac:cxnSpMk id="10" creationId="{EE504C98-6397-41C1-A8D8-2D9C4ED307E0}"/>
          </ac:cxnSpMkLst>
        </pc:cxnChg>
      </pc:sldChg>
      <pc:sldChg chg="addSp modSp new mod setBg">
        <pc:chgData name="Arseniy Buzyan (extern)" userId="S::arseniy.buzyan@edu.stockholm.se::f92a01cd-049f-4602-b292-09b82d2ea4e3" providerId="AD" clId="Web-{57A43D3B-8473-7F09-C9B1-901780AD63A3}" dt="2026-08-12T18:55:57.699" v="812"/>
        <pc:sldMkLst>
          <pc:docMk/>
          <pc:sldMk cId="4279380756" sldId="283"/>
        </pc:sldMkLst>
        <pc:spChg chg="mod">
          <ac:chgData name="Arseniy Buzyan (extern)" userId="S::arseniy.buzyan@edu.stockholm.se::f92a01cd-049f-4602-b292-09b82d2ea4e3" providerId="AD" clId="Web-{57A43D3B-8473-7F09-C9B1-901780AD63A3}" dt="2026-08-12T18:55:57.699" v="812"/>
          <ac:spMkLst>
            <pc:docMk/>
            <pc:sldMk cId="4279380756" sldId="283"/>
            <ac:spMk id="2" creationId="{340883C5-4325-35AF-5655-5BC412931115}"/>
          </ac:spMkLst>
        </pc:spChg>
        <pc:spChg chg="mod">
          <ac:chgData name="Arseniy Buzyan (extern)" userId="S::arseniy.buzyan@edu.stockholm.se::f92a01cd-049f-4602-b292-09b82d2ea4e3" providerId="AD" clId="Web-{57A43D3B-8473-7F09-C9B1-901780AD63A3}" dt="2026-08-12T18:55:57.699" v="812"/>
          <ac:spMkLst>
            <pc:docMk/>
            <pc:sldMk cId="4279380756" sldId="283"/>
            <ac:spMk id="3" creationId="{A77CB435-9B01-658C-131A-616045A9136C}"/>
          </ac:spMkLst>
        </pc:spChg>
        <pc:spChg chg="add">
          <ac:chgData name="Arseniy Buzyan (extern)" userId="S::arseniy.buzyan@edu.stockholm.se::f92a01cd-049f-4602-b292-09b82d2ea4e3" providerId="AD" clId="Web-{57A43D3B-8473-7F09-C9B1-901780AD63A3}" dt="2026-08-12T18:55:57.699" v="812"/>
          <ac:spMkLst>
            <pc:docMk/>
            <pc:sldMk cId="4279380756" sldId="283"/>
            <ac:spMk id="10" creationId="{A8384FB5-9ADC-4DDC-881B-597D56F5B15D}"/>
          </ac:spMkLst>
        </pc:spChg>
        <pc:spChg chg="add">
          <ac:chgData name="Arseniy Buzyan (extern)" userId="S::arseniy.buzyan@edu.stockholm.se::f92a01cd-049f-4602-b292-09b82d2ea4e3" providerId="AD" clId="Web-{57A43D3B-8473-7F09-C9B1-901780AD63A3}" dt="2026-08-12T18:55:57.699" v="812"/>
          <ac:spMkLst>
            <pc:docMk/>
            <pc:sldMk cId="4279380756" sldId="283"/>
            <ac:spMk id="12" creationId="{91E5A9A7-95C6-4F4F-B00E-C82E07FE62EF}"/>
          </ac:spMkLst>
        </pc:spChg>
        <pc:spChg chg="add">
          <ac:chgData name="Arseniy Buzyan (extern)" userId="S::arseniy.buzyan@edu.stockholm.se::f92a01cd-049f-4602-b292-09b82d2ea4e3" providerId="AD" clId="Web-{57A43D3B-8473-7F09-C9B1-901780AD63A3}" dt="2026-08-12T18:55:57.699" v="812"/>
          <ac:spMkLst>
            <pc:docMk/>
            <pc:sldMk cId="4279380756" sldId="283"/>
            <ac:spMk id="14" creationId="{D07DD2DE-F619-49DD-B5E7-03A290FF4ED1}"/>
          </ac:spMkLst>
        </pc:spChg>
        <pc:spChg chg="add">
          <ac:chgData name="Arseniy Buzyan (extern)" userId="S::arseniy.buzyan@edu.stockholm.se::f92a01cd-049f-4602-b292-09b82d2ea4e3" providerId="AD" clId="Web-{57A43D3B-8473-7F09-C9B1-901780AD63A3}" dt="2026-08-12T18:55:57.699" v="812"/>
          <ac:spMkLst>
            <pc:docMk/>
            <pc:sldMk cId="4279380756" sldId="283"/>
            <ac:spMk id="16" creationId="{85149191-5F60-4A28-AAFF-039F96B0F3EC}"/>
          </ac:spMkLst>
        </pc:spChg>
        <pc:spChg chg="add">
          <ac:chgData name="Arseniy Buzyan (extern)" userId="S::arseniy.buzyan@edu.stockholm.se::f92a01cd-049f-4602-b292-09b82d2ea4e3" providerId="AD" clId="Web-{57A43D3B-8473-7F09-C9B1-901780AD63A3}" dt="2026-08-12T18:55:57.699" v="812"/>
          <ac:spMkLst>
            <pc:docMk/>
            <pc:sldMk cId="4279380756" sldId="283"/>
            <ac:spMk id="18" creationId="{F8260ED5-17F7-4158-B241-D51DD4CF1B7E}"/>
          </ac:spMkLst>
        </pc:spChg>
        <pc:picChg chg="add">
          <ac:chgData name="Arseniy Buzyan (extern)" userId="S::arseniy.buzyan@edu.stockholm.se::f92a01cd-049f-4602-b292-09b82d2ea4e3" providerId="AD" clId="Web-{57A43D3B-8473-7F09-C9B1-901780AD63A3}" dt="2026-08-12T18:55:57.699" v="812"/>
          <ac:picMkLst>
            <pc:docMk/>
            <pc:sldMk cId="4279380756" sldId="283"/>
            <ac:picMk id="7" creationId="{88E6E160-1872-F3B7-BA84-F2F901440C84}"/>
          </ac:picMkLst>
        </pc:picChg>
      </pc:sldChg>
      <pc:sldChg chg="addSp modSp new mod setBg">
        <pc:chgData name="Arseniy Buzyan (extern)" userId="S::arseniy.buzyan@edu.stockholm.se::f92a01cd-049f-4602-b292-09b82d2ea4e3" providerId="AD" clId="Web-{57A43D3B-8473-7F09-C9B1-901780AD63A3}" dt="2026-08-12T18:58:05.562" v="834" actId="14100"/>
        <pc:sldMkLst>
          <pc:docMk/>
          <pc:sldMk cId="4189974632" sldId="284"/>
        </pc:sldMkLst>
        <pc:spChg chg="mod">
          <ac:chgData name="Arseniy Buzyan (extern)" userId="S::arseniy.buzyan@edu.stockholm.se::f92a01cd-049f-4602-b292-09b82d2ea4e3" providerId="AD" clId="Web-{57A43D3B-8473-7F09-C9B1-901780AD63A3}" dt="2026-08-12T18:57:34.203" v="817"/>
          <ac:spMkLst>
            <pc:docMk/>
            <pc:sldMk cId="4189974632" sldId="284"/>
            <ac:spMk id="2" creationId="{E8393DBE-F255-EE94-1382-5D60F39BE651}"/>
          </ac:spMkLst>
        </pc:spChg>
        <pc:spChg chg="mod">
          <ac:chgData name="Arseniy Buzyan (extern)" userId="S::arseniy.buzyan@edu.stockholm.se::f92a01cd-049f-4602-b292-09b82d2ea4e3" providerId="AD" clId="Web-{57A43D3B-8473-7F09-C9B1-901780AD63A3}" dt="2026-08-12T18:58:05.562" v="834" actId="14100"/>
          <ac:spMkLst>
            <pc:docMk/>
            <pc:sldMk cId="4189974632" sldId="284"/>
            <ac:spMk id="3" creationId="{F0F58619-0444-D2F2-C49D-6C8FD7008854}"/>
          </ac:spMkLst>
        </pc:spChg>
        <pc:spChg chg="add">
          <ac:chgData name="Arseniy Buzyan (extern)" userId="S::arseniy.buzyan@edu.stockholm.se::f92a01cd-049f-4602-b292-09b82d2ea4e3" providerId="AD" clId="Web-{57A43D3B-8473-7F09-C9B1-901780AD63A3}" dt="2026-08-12T18:57:34.203" v="817"/>
          <ac:spMkLst>
            <pc:docMk/>
            <pc:sldMk cId="4189974632" sldId="284"/>
            <ac:spMk id="8" creationId="{E8A8EAB8-D2FF-444D-B34B-7D32F106AD0E}"/>
          </ac:spMkLst>
        </pc:spChg>
        <pc:cxnChg chg="add">
          <ac:chgData name="Arseniy Buzyan (extern)" userId="S::arseniy.buzyan@edu.stockholm.se::f92a01cd-049f-4602-b292-09b82d2ea4e3" providerId="AD" clId="Web-{57A43D3B-8473-7F09-C9B1-901780AD63A3}" dt="2026-08-12T18:57:34.203" v="817"/>
          <ac:cxnSpMkLst>
            <pc:docMk/>
            <pc:sldMk cId="4189974632" sldId="284"/>
            <ac:cxnSpMk id="10" creationId="{067633D1-6EE6-4118-B9F0-B363477BEE7A}"/>
          </ac:cxnSpMkLst>
        </pc:cxnChg>
        <pc:cxnChg chg="add">
          <ac:chgData name="Arseniy Buzyan (extern)" userId="S::arseniy.buzyan@edu.stockholm.se::f92a01cd-049f-4602-b292-09b82d2ea4e3" providerId="AD" clId="Web-{57A43D3B-8473-7F09-C9B1-901780AD63A3}" dt="2026-08-12T18:57:34.203" v="817"/>
          <ac:cxnSpMkLst>
            <pc:docMk/>
            <pc:sldMk cId="4189974632" sldId="284"/>
            <ac:cxnSpMk id="12" creationId="{4AD7FFC6-42A9-49CB-B5E9-B3F6B038331B}"/>
          </ac:cxnSpMkLst>
        </pc:cxnChg>
      </pc:sldChg>
      <pc:sldChg chg="addSp modSp new mod setBg">
        <pc:chgData name="Arseniy Buzyan (extern)" userId="S::arseniy.buzyan@edu.stockholm.se::f92a01cd-049f-4602-b292-09b82d2ea4e3" providerId="AD" clId="Web-{57A43D3B-8473-7F09-C9B1-901780AD63A3}" dt="2026-08-12T19:00:21.046" v="853" actId="20577"/>
        <pc:sldMkLst>
          <pc:docMk/>
          <pc:sldMk cId="2571227698" sldId="285"/>
        </pc:sldMkLst>
        <pc:spChg chg="mod">
          <ac:chgData name="Arseniy Buzyan (extern)" userId="S::arseniy.buzyan@edu.stockholm.se::f92a01cd-049f-4602-b292-09b82d2ea4e3" providerId="AD" clId="Web-{57A43D3B-8473-7F09-C9B1-901780AD63A3}" dt="2026-08-12T18:58:38.765" v="839"/>
          <ac:spMkLst>
            <pc:docMk/>
            <pc:sldMk cId="2571227698" sldId="285"/>
            <ac:spMk id="2" creationId="{28A36F2B-BA19-1655-B890-ACB821370F54}"/>
          </ac:spMkLst>
        </pc:spChg>
        <pc:spChg chg="mod">
          <ac:chgData name="Arseniy Buzyan (extern)" userId="S::arseniy.buzyan@edu.stockholm.se::f92a01cd-049f-4602-b292-09b82d2ea4e3" providerId="AD" clId="Web-{57A43D3B-8473-7F09-C9B1-901780AD63A3}" dt="2026-08-12T19:00:21.046" v="853" actId="20577"/>
          <ac:spMkLst>
            <pc:docMk/>
            <pc:sldMk cId="2571227698" sldId="285"/>
            <ac:spMk id="3" creationId="{52DF2D18-E9D4-F256-3C51-0C8C757746DF}"/>
          </ac:spMkLst>
        </pc:spChg>
        <pc:spChg chg="add">
          <ac:chgData name="Arseniy Buzyan (extern)" userId="S::arseniy.buzyan@edu.stockholm.se::f92a01cd-049f-4602-b292-09b82d2ea4e3" providerId="AD" clId="Web-{57A43D3B-8473-7F09-C9B1-901780AD63A3}" dt="2026-08-12T18:58:38.765" v="839"/>
          <ac:spMkLst>
            <pc:docMk/>
            <pc:sldMk cId="2571227698" sldId="285"/>
            <ac:spMk id="8" creationId="{E8A8EAB8-D2FF-444D-B34B-7D32F106AD0E}"/>
          </ac:spMkLst>
        </pc:spChg>
        <pc:cxnChg chg="add">
          <ac:chgData name="Arseniy Buzyan (extern)" userId="S::arseniy.buzyan@edu.stockholm.se::f92a01cd-049f-4602-b292-09b82d2ea4e3" providerId="AD" clId="Web-{57A43D3B-8473-7F09-C9B1-901780AD63A3}" dt="2026-08-12T18:58:38.765" v="839"/>
          <ac:cxnSpMkLst>
            <pc:docMk/>
            <pc:sldMk cId="2571227698" sldId="285"/>
            <ac:cxnSpMk id="10" creationId="{067633D1-6EE6-4118-B9F0-B363477BEE7A}"/>
          </ac:cxnSpMkLst>
        </pc:cxnChg>
        <pc:cxnChg chg="add">
          <ac:chgData name="Arseniy Buzyan (extern)" userId="S::arseniy.buzyan@edu.stockholm.se::f92a01cd-049f-4602-b292-09b82d2ea4e3" providerId="AD" clId="Web-{57A43D3B-8473-7F09-C9B1-901780AD63A3}" dt="2026-08-12T18:58:38.765" v="839"/>
          <ac:cxnSpMkLst>
            <pc:docMk/>
            <pc:sldMk cId="2571227698" sldId="285"/>
            <ac:cxnSpMk id="12" creationId="{4AD7FFC6-42A9-49CB-B5E9-B3F6B038331B}"/>
          </ac:cxnSpMkLst>
        </pc:cxnChg>
      </pc:sldChg>
      <pc:sldChg chg="addSp delSp modSp new mod setBg setClrOvrMap">
        <pc:chgData name="Arseniy Buzyan (extern)" userId="S::arseniy.buzyan@edu.stockholm.se::f92a01cd-049f-4602-b292-09b82d2ea4e3" providerId="AD" clId="Web-{57A43D3B-8473-7F09-C9B1-901780AD63A3}" dt="2026-08-12T19:47:08.408" v="1144" actId="1076"/>
        <pc:sldMkLst>
          <pc:docMk/>
          <pc:sldMk cId="2020001999" sldId="286"/>
        </pc:sldMkLst>
        <pc:spChg chg="mod">
          <ac:chgData name="Arseniy Buzyan (extern)" userId="S::arseniy.buzyan@edu.stockholm.se::f92a01cd-049f-4602-b292-09b82d2ea4e3" providerId="AD" clId="Web-{57A43D3B-8473-7F09-C9B1-901780AD63A3}" dt="2026-08-12T19:01:40.968" v="913" actId="14100"/>
          <ac:spMkLst>
            <pc:docMk/>
            <pc:sldMk cId="2020001999" sldId="286"/>
            <ac:spMk id="2" creationId="{6C985EC8-1375-525C-FAAF-F0CE56BDA071}"/>
          </ac:spMkLst>
        </pc:spChg>
        <pc:spChg chg="del mod">
          <ac:chgData name="Arseniy Buzyan (extern)" userId="S::arseniy.buzyan@edu.stockholm.se::f92a01cd-049f-4602-b292-09b82d2ea4e3" providerId="AD" clId="Web-{57A43D3B-8473-7F09-C9B1-901780AD63A3}" dt="2026-08-12T19:01:04.765" v="857"/>
          <ac:spMkLst>
            <pc:docMk/>
            <pc:sldMk cId="2020001999" sldId="286"/>
            <ac:spMk id="3" creationId="{300C5D3E-DA47-663A-AAE5-66E921A9ACFD}"/>
          </ac:spMkLst>
        </pc:spChg>
        <pc:spChg chg="add">
          <ac:chgData name="Arseniy Buzyan (extern)" userId="S::arseniy.buzyan@edu.stockholm.se::f92a01cd-049f-4602-b292-09b82d2ea4e3" providerId="AD" clId="Web-{57A43D3B-8473-7F09-C9B1-901780AD63A3}" dt="2026-08-12T19:00:57.359" v="856"/>
          <ac:spMkLst>
            <pc:docMk/>
            <pc:sldMk cId="2020001999" sldId="286"/>
            <ac:spMk id="8" creationId="{B95B9BA8-1D69-4796-85F5-B6D0BD52354B}"/>
          </ac:spMkLst>
        </pc:spChg>
        <pc:grpChg chg="add">
          <ac:chgData name="Arseniy Buzyan (extern)" userId="S::arseniy.buzyan@edu.stockholm.se::f92a01cd-049f-4602-b292-09b82d2ea4e3" providerId="AD" clId="Web-{57A43D3B-8473-7F09-C9B1-901780AD63A3}" dt="2026-08-12T19:00:57.359" v="856"/>
          <ac:grpSpMkLst>
            <pc:docMk/>
            <pc:sldMk cId="2020001999" sldId="286"/>
            <ac:grpSpMk id="10" creationId="{4728F330-19FB-4D39-BD0F-53032ABFEB7F}"/>
          </ac:grpSpMkLst>
        </pc:grpChg>
        <pc:graphicFrameChg chg="add mod ord modGraphic">
          <ac:chgData name="Arseniy Buzyan (extern)" userId="S::arseniy.buzyan@edu.stockholm.se::f92a01cd-049f-4602-b292-09b82d2ea4e3" providerId="AD" clId="Web-{57A43D3B-8473-7F09-C9B1-901780AD63A3}" dt="2026-08-12T19:01:47.109" v="926"/>
          <ac:graphicFrameMkLst>
            <pc:docMk/>
            <pc:sldMk cId="2020001999" sldId="286"/>
            <ac:graphicFrameMk id="5" creationId="{5F846A7B-03B2-FBA1-A654-524CF124B66E}"/>
          </ac:graphicFrameMkLst>
        </pc:graphicFrameChg>
        <pc:picChg chg="add mod modCrop">
          <ac:chgData name="Arseniy Buzyan (extern)" userId="S::arseniy.buzyan@edu.stockholm.se::f92a01cd-049f-4602-b292-09b82d2ea4e3" providerId="AD" clId="Web-{57A43D3B-8473-7F09-C9B1-901780AD63A3}" dt="2026-08-12T19:47:08.408" v="1144" actId="1076"/>
          <ac:picMkLst>
            <pc:docMk/>
            <pc:sldMk cId="2020001999" sldId="286"/>
            <ac:picMk id="6" creationId="{709C8FEB-ECF8-45D6-8D83-F0E551A39F97}"/>
          </ac:picMkLst>
        </pc:picChg>
      </pc:sldChg>
      <pc:sldChg chg="addSp delSp modSp new mod setBg">
        <pc:chgData name="Arseniy Buzyan (extern)" userId="S::arseniy.buzyan@edu.stockholm.se::f92a01cd-049f-4602-b292-09b82d2ea4e3" providerId="AD" clId="Web-{57A43D3B-8473-7F09-C9B1-901780AD63A3}" dt="2026-08-12T19:02:47.218" v="936"/>
        <pc:sldMkLst>
          <pc:docMk/>
          <pc:sldMk cId="576354925" sldId="287"/>
        </pc:sldMkLst>
        <pc:spChg chg="mod">
          <ac:chgData name="Arseniy Buzyan (extern)" userId="S::arseniy.buzyan@edu.stockholm.se::f92a01cd-049f-4602-b292-09b82d2ea4e3" providerId="AD" clId="Web-{57A43D3B-8473-7F09-C9B1-901780AD63A3}" dt="2026-08-12T19:02:47.218" v="936"/>
          <ac:spMkLst>
            <pc:docMk/>
            <pc:sldMk cId="576354925" sldId="287"/>
            <ac:spMk id="2" creationId="{2AF68505-FBA0-872A-6F4A-1F518E509C11}"/>
          </ac:spMkLst>
        </pc:spChg>
        <pc:spChg chg="mod">
          <ac:chgData name="Arseniy Buzyan (extern)" userId="S::arseniy.buzyan@edu.stockholm.se::f92a01cd-049f-4602-b292-09b82d2ea4e3" providerId="AD" clId="Web-{57A43D3B-8473-7F09-C9B1-901780AD63A3}" dt="2026-08-12T19:02:47.218" v="936"/>
          <ac:spMkLst>
            <pc:docMk/>
            <pc:sldMk cId="576354925" sldId="287"/>
            <ac:spMk id="3" creationId="{799240DC-6236-2D5D-048F-E2D9A8A6F624}"/>
          </ac:spMkLst>
        </pc:spChg>
        <pc:spChg chg="add del">
          <ac:chgData name="Arseniy Buzyan (extern)" userId="S::arseniy.buzyan@edu.stockholm.se::f92a01cd-049f-4602-b292-09b82d2ea4e3" providerId="AD" clId="Web-{57A43D3B-8473-7F09-C9B1-901780AD63A3}" dt="2026-08-12T19:02:43.968" v="933"/>
          <ac:spMkLst>
            <pc:docMk/>
            <pc:sldMk cId="576354925" sldId="287"/>
            <ac:spMk id="8" creationId="{577D6B2E-37A3-429E-A37C-F30ED6487282}"/>
          </ac:spMkLst>
        </pc:spChg>
        <pc:spChg chg="add del">
          <ac:chgData name="Arseniy Buzyan (extern)" userId="S::arseniy.buzyan@edu.stockholm.se::f92a01cd-049f-4602-b292-09b82d2ea4e3" providerId="AD" clId="Web-{57A43D3B-8473-7F09-C9B1-901780AD63A3}" dt="2026-08-12T19:02:43.968" v="933"/>
          <ac:spMkLst>
            <pc:docMk/>
            <pc:sldMk cId="576354925" sldId="287"/>
            <ac:spMk id="10" creationId="{5CEAD642-85CF-4750-8432-7C80C901F001}"/>
          </ac:spMkLst>
        </pc:spChg>
        <pc:spChg chg="add del">
          <ac:chgData name="Arseniy Buzyan (extern)" userId="S::arseniy.buzyan@edu.stockholm.se::f92a01cd-049f-4602-b292-09b82d2ea4e3" providerId="AD" clId="Web-{57A43D3B-8473-7F09-C9B1-901780AD63A3}" dt="2026-08-12T19:02:43.968" v="933"/>
          <ac:spMkLst>
            <pc:docMk/>
            <pc:sldMk cId="576354925" sldId="287"/>
            <ac:spMk id="12" creationId="{FA33EEAE-15D5-4119-8C1E-89D943F911EF}"/>
          </ac:spMkLst>
        </pc:spChg>
        <pc:spChg chg="add del">
          <ac:chgData name="Arseniy Buzyan (extern)" userId="S::arseniy.buzyan@edu.stockholm.se::f92a01cd-049f-4602-b292-09b82d2ea4e3" providerId="AD" clId="Web-{57A43D3B-8473-7F09-C9B1-901780AD63A3}" dt="2026-08-12T19:02:43.968" v="933"/>
          <ac:spMkLst>
            <pc:docMk/>
            <pc:sldMk cId="576354925" sldId="287"/>
            <ac:spMk id="14" creationId="{730D8B3B-9B80-4025-B934-26DC7D7CD231}"/>
          </ac:spMkLst>
        </pc:spChg>
        <pc:spChg chg="add del">
          <ac:chgData name="Arseniy Buzyan (extern)" userId="S::arseniy.buzyan@edu.stockholm.se::f92a01cd-049f-4602-b292-09b82d2ea4e3" providerId="AD" clId="Web-{57A43D3B-8473-7F09-C9B1-901780AD63A3}" dt="2026-08-12T19:02:43.968" v="933"/>
          <ac:spMkLst>
            <pc:docMk/>
            <pc:sldMk cId="576354925" sldId="287"/>
            <ac:spMk id="16" creationId="{1064D5D5-227B-4F66-9AEA-46F570E793BD}"/>
          </ac:spMkLst>
        </pc:spChg>
        <pc:spChg chg="add del">
          <ac:chgData name="Arseniy Buzyan (extern)" userId="S::arseniy.buzyan@edu.stockholm.se::f92a01cd-049f-4602-b292-09b82d2ea4e3" providerId="AD" clId="Web-{57A43D3B-8473-7F09-C9B1-901780AD63A3}" dt="2026-08-12T19:02:43.968" v="933"/>
          <ac:spMkLst>
            <pc:docMk/>
            <pc:sldMk cId="576354925" sldId="287"/>
            <ac:spMk id="18" creationId="{646B67A4-D328-4747-A82B-65E84FA46368}"/>
          </ac:spMkLst>
        </pc:spChg>
        <pc:spChg chg="add del">
          <ac:chgData name="Arseniy Buzyan (extern)" userId="S::arseniy.buzyan@edu.stockholm.se::f92a01cd-049f-4602-b292-09b82d2ea4e3" providerId="AD" clId="Web-{57A43D3B-8473-7F09-C9B1-901780AD63A3}" dt="2026-08-12T19:02:43.968" v="933"/>
          <ac:spMkLst>
            <pc:docMk/>
            <pc:sldMk cId="576354925" sldId="287"/>
            <ac:spMk id="20" creationId="{B5A1B09C-1565-46F8-B70F-621C5EB48A09}"/>
          </ac:spMkLst>
        </pc:spChg>
        <pc:spChg chg="add del">
          <ac:chgData name="Arseniy Buzyan (extern)" userId="S::arseniy.buzyan@edu.stockholm.se::f92a01cd-049f-4602-b292-09b82d2ea4e3" providerId="AD" clId="Web-{57A43D3B-8473-7F09-C9B1-901780AD63A3}" dt="2026-08-12T19:02:43.968" v="933"/>
          <ac:spMkLst>
            <pc:docMk/>
            <pc:sldMk cId="576354925" sldId="287"/>
            <ac:spMk id="22" creationId="{8C516CC8-80AC-446C-A56E-9F54B7210402}"/>
          </ac:spMkLst>
        </pc:spChg>
        <pc:spChg chg="add del">
          <ac:chgData name="Arseniy Buzyan (extern)" userId="S::arseniy.buzyan@edu.stockholm.se::f92a01cd-049f-4602-b292-09b82d2ea4e3" providerId="AD" clId="Web-{57A43D3B-8473-7F09-C9B1-901780AD63A3}" dt="2026-08-12T19:02:47.202" v="935"/>
          <ac:spMkLst>
            <pc:docMk/>
            <pc:sldMk cId="576354925" sldId="287"/>
            <ac:spMk id="24" creationId="{8C790BE2-4E4F-4AAF-81A2-4A6F4885EBE6}"/>
          </ac:spMkLst>
        </pc:spChg>
        <pc:spChg chg="add del">
          <ac:chgData name="Arseniy Buzyan (extern)" userId="S::arseniy.buzyan@edu.stockholm.se::f92a01cd-049f-4602-b292-09b82d2ea4e3" providerId="AD" clId="Web-{57A43D3B-8473-7F09-C9B1-901780AD63A3}" dt="2026-08-12T19:02:47.202" v="935"/>
          <ac:spMkLst>
            <pc:docMk/>
            <pc:sldMk cId="576354925" sldId="287"/>
            <ac:spMk id="25" creationId="{D28B54C3-B57B-472A-B96E-1FCB67093DC2}"/>
          </ac:spMkLst>
        </pc:spChg>
        <pc:spChg chg="add del">
          <ac:chgData name="Arseniy Buzyan (extern)" userId="S::arseniy.buzyan@edu.stockholm.se::f92a01cd-049f-4602-b292-09b82d2ea4e3" providerId="AD" clId="Web-{57A43D3B-8473-7F09-C9B1-901780AD63A3}" dt="2026-08-12T19:02:47.202" v="935"/>
          <ac:spMkLst>
            <pc:docMk/>
            <pc:sldMk cId="576354925" sldId="287"/>
            <ac:spMk id="26" creationId="{7DB3C429-F8DA-49B9-AF84-21996FCF78B5}"/>
          </ac:spMkLst>
        </pc:spChg>
        <pc:spChg chg="add del">
          <ac:chgData name="Arseniy Buzyan (extern)" userId="S::arseniy.buzyan@edu.stockholm.se::f92a01cd-049f-4602-b292-09b82d2ea4e3" providerId="AD" clId="Web-{57A43D3B-8473-7F09-C9B1-901780AD63A3}" dt="2026-08-12T19:02:47.202" v="935"/>
          <ac:spMkLst>
            <pc:docMk/>
            <pc:sldMk cId="576354925" sldId="287"/>
            <ac:spMk id="27" creationId="{E12088DD-B1AD-40E0-8B86-1D87A2CCD9BE}"/>
          </ac:spMkLst>
        </pc:spChg>
        <pc:spChg chg="add del">
          <ac:chgData name="Arseniy Buzyan (extern)" userId="S::arseniy.buzyan@edu.stockholm.se::f92a01cd-049f-4602-b292-09b82d2ea4e3" providerId="AD" clId="Web-{57A43D3B-8473-7F09-C9B1-901780AD63A3}" dt="2026-08-12T19:02:47.202" v="935"/>
          <ac:spMkLst>
            <pc:docMk/>
            <pc:sldMk cId="576354925" sldId="287"/>
            <ac:spMk id="28" creationId="{C4C9F2B0-1044-46EB-8AEB-C3BFFDE6C2CC}"/>
          </ac:spMkLst>
        </pc:spChg>
        <pc:spChg chg="add del">
          <ac:chgData name="Arseniy Buzyan (extern)" userId="S::arseniy.buzyan@edu.stockholm.se::f92a01cd-049f-4602-b292-09b82d2ea4e3" providerId="AD" clId="Web-{57A43D3B-8473-7F09-C9B1-901780AD63A3}" dt="2026-08-12T19:02:47.202" v="935"/>
          <ac:spMkLst>
            <pc:docMk/>
            <pc:sldMk cId="576354925" sldId="287"/>
            <ac:spMk id="29" creationId="{0C395952-4E26-45A2-8756-2ADFD6E53C6E}"/>
          </ac:spMkLst>
        </pc:spChg>
        <pc:spChg chg="add del">
          <ac:chgData name="Arseniy Buzyan (extern)" userId="S::arseniy.buzyan@edu.stockholm.se::f92a01cd-049f-4602-b292-09b82d2ea4e3" providerId="AD" clId="Web-{57A43D3B-8473-7F09-C9B1-901780AD63A3}" dt="2026-08-12T19:02:47.202" v="935"/>
          <ac:spMkLst>
            <pc:docMk/>
            <pc:sldMk cId="576354925" sldId="287"/>
            <ac:spMk id="30" creationId="{4734BADF-9461-4621-B112-2D7BABEA7DD0}"/>
          </ac:spMkLst>
        </pc:spChg>
        <pc:spChg chg="add">
          <ac:chgData name="Arseniy Buzyan (extern)" userId="S::arseniy.buzyan@edu.stockholm.se::f92a01cd-049f-4602-b292-09b82d2ea4e3" providerId="AD" clId="Web-{57A43D3B-8473-7F09-C9B1-901780AD63A3}" dt="2026-08-12T19:02:47.218" v="936"/>
          <ac:spMkLst>
            <pc:docMk/>
            <pc:sldMk cId="576354925" sldId="287"/>
            <ac:spMk id="32" creationId="{0E30439A-8A5B-46EC-8283-9B6B031D40D0}"/>
          </ac:spMkLst>
        </pc:spChg>
        <pc:spChg chg="add">
          <ac:chgData name="Arseniy Buzyan (extern)" userId="S::arseniy.buzyan@edu.stockholm.se::f92a01cd-049f-4602-b292-09b82d2ea4e3" providerId="AD" clId="Web-{57A43D3B-8473-7F09-C9B1-901780AD63A3}" dt="2026-08-12T19:02:47.218" v="936"/>
          <ac:spMkLst>
            <pc:docMk/>
            <pc:sldMk cId="576354925" sldId="287"/>
            <ac:spMk id="33" creationId="{5CEAD642-85CF-4750-8432-7C80C901F001}"/>
          </ac:spMkLst>
        </pc:spChg>
        <pc:spChg chg="add">
          <ac:chgData name="Arseniy Buzyan (extern)" userId="S::arseniy.buzyan@edu.stockholm.se::f92a01cd-049f-4602-b292-09b82d2ea4e3" providerId="AD" clId="Web-{57A43D3B-8473-7F09-C9B1-901780AD63A3}" dt="2026-08-12T19:02:47.218" v="936"/>
          <ac:spMkLst>
            <pc:docMk/>
            <pc:sldMk cId="576354925" sldId="287"/>
            <ac:spMk id="34" creationId="{FA33EEAE-15D5-4119-8C1E-89D943F911EF}"/>
          </ac:spMkLst>
        </pc:spChg>
        <pc:spChg chg="add">
          <ac:chgData name="Arseniy Buzyan (extern)" userId="S::arseniy.buzyan@edu.stockholm.se::f92a01cd-049f-4602-b292-09b82d2ea4e3" providerId="AD" clId="Web-{57A43D3B-8473-7F09-C9B1-901780AD63A3}" dt="2026-08-12T19:02:47.218" v="936"/>
          <ac:spMkLst>
            <pc:docMk/>
            <pc:sldMk cId="576354925" sldId="287"/>
            <ac:spMk id="35" creationId="{730D8B3B-9B80-4025-B934-26DC7D7CD231}"/>
          </ac:spMkLst>
        </pc:spChg>
        <pc:spChg chg="add">
          <ac:chgData name="Arseniy Buzyan (extern)" userId="S::arseniy.buzyan@edu.stockholm.se::f92a01cd-049f-4602-b292-09b82d2ea4e3" providerId="AD" clId="Web-{57A43D3B-8473-7F09-C9B1-901780AD63A3}" dt="2026-08-12T19:02:47.218" v="936"/>
          <ac:spMkLst>
            <pc:docMk/>
            <pc:sldMk cId="576354925" sldId="287"/>
            <ac:spMk id="36" creationId="{B5A1B09C-1565-46F8-B70F-621C5EB48A09}"/>
          </ac:spMkLst>
        </pc:spChg>
        <pc:spChg chg="add">
          <ac:chgData name="Arseniy Buzyan (extern)" userId="S::arseniy.buzyan@edu.stockholm.se::f92a01cd-049f-4602-b292-09b82d2ea4e3" providerId="AD" clId="Web-{57A43D3B-8473-7F09-C9B1-901780AD63A3}" dt="2026-08-12T19:02:47.218" v="936"/>
          <ac:spMkLst>
            <pc:docMk/>
            <pc:sldMk cId="576354925" sldId="287"/>
            <ac:spMk id="37" creationId="{8C516CC8-80AC-446C-A56E-9F54B7210402}"/>
          </ac:spMkLst>
        </pc:spChg>
        <pc:spChg chg="add">
          <ac:chgData name="Arseniy Buzyan (extern)" userId="S::arseniy.buzyan@edu.stockholm.se::f92a01cd-049f-4602-b292-09b82d2ea4e3" providerId="AD" clId="Web-{57A43D3B-8473-7F09-C9B1-901780AD63A3}" dt="2026-08-12T19:02:47.218" v="936"/>
          <ac:spMkLst>
            <pc:docMk/>
            <pc:sldMk cId="576354925" sldId="287"/>
            <ac:spMk id="38" creationId="{53947E58-F088-49F1-A3D1-DEA690192E84}"/>
          </ac:spMkLst>
        </pc:spChg>
      </pc:sldChg>
      <pc:sldChg chg="addSp modSp new mod setBg">
        <pc:chgData name="Arseniy Buzyan (extern)" userId="S::arseniy.buzyan@edu.stockholm.se::f92a01cd-049f-4602-b292-09b82d2ea4e3" providerId="AD" clId="Web-{57A43D3B-8473-7F09-C9B1-901780AD63A3}" dt="2026-08-12T19:04:19.312" v="952" actId="20577"/>
        <pc:sldMkLst>
          <pc:docMk/>
          <pc:sldMk cId="2552366476" sldId="288"/>
        </pc:sldMkLst>
        <pc:spChg chg="mod">
          <ac:chgData name="Arseniy Buzyan (extern)" userId="S::arseniy.buzyan@edu.stockholm.se::f92a01cd-049f-4602-b292-09b82d2ea4e3" providerId="AD" clId="Web-{57A43D3B-8473-7F09-C9B1-901780AD63A3}" dt="2026-08-12T19:03:26.155" v="941"/>
          <ac:spMkLst>
            <pc:docMk/>
            <pc:sldMk cId="2552366476" sldId="288"/>
            <ac:spMk id="2" creationId="{E5364D1D-E04F-1776-439C-AE4B40B2CEF7}"/>
          </ac:spMkLst>
        </pc:spChg>
        <pc:spChg chg="mod">
          <ac:chgData name="Arseniy Buzyan (extern)" userId="S::arseniy.buzyan@edu.stockholm.se::f92a01cd-049f-4602-b292-09b82d2ea4e3" providerId="AD" clId="Web-{57A43D3B-8473-7F09-C9B1-901780AD63A3}" dt="2026-08-12T19:04:19.312" v="952" actId="20577"/>
          <ac:spMkLst>
            <pc:docMk/>
            <pc:sldMk cId="2552366476" sldId="288"/>
            <ac:spMk id="3" creationId="{37BB07DA-EC11-61BE-8DF7-E9A6F32F7CA9}"/>
          </ac:spMkLst>
        </pc:spChg>
        <pc:spChg chg="add">
          <ac:chgData name="Arseniy Buzyan (extern)" userId="S::arseniy.buzyan@edu.stockholm.se::f92a01cd-049f-4602-b292-09b82d2ea4e3" providerId="AD" clId="Web-{57A43D3B-8473-7F09-C9B1-901780AD63A3}" dt="2026-08-12T19:03:26.155" v="941"/>
          <ac:spMkLst>
            <pc:docMk/>
            <pc:sldMk cId="2552366476" sldId="288"/>
            <ac:spMk id="8" creationId="{A7AE9375-4664-4DB2-922D-2782A6E439AC}"/>
          </ac:spMkLst>
        </pc:spChg>
        <pc:spChg chg="add">
          <ac:chgData name="Arseniy Buzyan (extern)" userId="S::arseniy.buzyan@edu.stockholm.se::f92a01cd-049f-4602-b292-09b82d2ea4e3" providerId="AD" clId="Web-{57A43D3B-8473-7F09-C9B1-901780AD63A3}" dt="2026-08-12T19:03:26.155" v="941"/>
          <ac:spMkLst>
            <pc:docMk/>
            <pc:sldMk cId="2552366476" sldId="288"/>
            <ac:spMk id="12" creationId="{9DD005C1-8C51-42D6-9BEE-B9B83849743D}"/>
          </ac:spMkLst>
        </pc:spChg>
        <pc:cxnChg chg="add">
          <ac:chgData name="Arseniy Buzyan (extern)" userId="S::arseniy.buzyan@edu.stockholm.se::f92a01cd-049f-4602-b292-09b82d2ea4e3" providerId="AD" clId="Web-{57A43D3B-8473-7F09-C9B1-901780AD63A3}" dt="2026-08-12T19:03:26.155" v="941"/>
          <ac:cxnSpMkLst>
            <pc:docMk/>
            <pc:sldMk cId="2552366476" sldId="288"/>
            <ac:cxnSpMk id="10" creationId="{EE504C98-6397-41C1-A8D8-2D9C4ED307E0}"/>
          </ac:cxnSpMkLst>
        </pc:cxnChg>
      </pc:sldChg>
      <pc:sldChg chg="addSp modSp new mod setBg">
        <pc:chgData name="Arseniy Buzyan (extern)" userId="S::arseniy.buzyan@edu.stockholm.se::f92a01cd-049f-4602-b292-09b82d2ea4e3" providerId="AD" clId="Web-{57A43D3B-8473-7F09-C9B1-901780AD63A3}" dt="2026-08-12T19:05:31.765" v="971" actId="20577"/>
        <pc:sldMkLst>
          <pc:docMk/>
          <pc:sldMk cId="2664618260" sldId="289"/>
        </pc:sldMkLst>
        <pc:spChg chg="mod">
          <ac:chgData name="Arseniy Buzyan (extern)" userId="S::arseniy.buzyan@edu.stockholm.se::f92a01cd-049f-4602-b292-09b82d2ea4e3" providerId="AD" clId="Web-{57A43D3B-8473-7F09-C9B1-901780AD63A3}" dt="2026-08-12T19:05:11.608" v="959"/>
          <ac:spMkLst>
            <pc:docMk/>
            <pc:sldMk cId="2664618260" sldId="289"/>
            <ac:spMk id="2" creationId="{136F5FAD-C45E-C270-745D-99AC1AADF3F7}"/>
          </ac:spMkLst>
        </pc:spChg>
        <pc:spChg chg="mod">
          <ac:chgData name="Arseniy Buzyan (extern)" userId="S::arseniy.buzyan@edu.stockholm.se::f92a01cd-049f-4602-b292-09b82d2ea4e3" providerId="AD" clId="Web-{57A43D3B-8473-7F09-C9B1-901780AD63A3}" dt="2026-08-12T19:05:31.765" v="971" actId="20577"/>
          <ac:spMkLst>
            <pc:docMk/>
            <pc:sldMk cId="2664618260" sldId="289"/>
            <ac:spMk id="3" creationId="{ED234DEA-1557-9248-914A-E870590A1864}"/>
          </ac:spMkLst>
        </pc:spChg>
        <pc:spChg chg="add">
          <ac:chgData name="Arseniy Buzyan (extern)" userId="S::arseniy.buzyan@edu.stockholm.se::f92a01cd-049f-4602-b292-09b82d2ea4e3" providerId="AD" clId="Web-{57A43D3B-8473-7F09-C9B1-901780AD63A3}" dt="2026-08-12T19:05:11.608" v="959"/>
          <ac:spMkLst>
            <pc:docMk/>
            <pc:sldMk cId="2664618260" sldId="289"/>
            <ac:spMk id="8" creationId="{A7AE9375-4664-4DB2-922D-2782A6E439AC}"/>
          </ac:spMkLst>
        </pc:spChg>
        <pc:spChg chg="add">
          <ac:chgData name="Arseniy Buzyan (extern)" userId="S::arseniy.buzyan@edu.stockholm.se::f92a01cd-049f-4602-b292-09b82d2ea4e3" providerId="AD" clId="Web-{57A43D3B-8473-7F09-C9B1-901780AD63A3}" dt="2026-08-12T19:05:11.608" v="959"/>
          <ac:spMkLst>
            <pc:docMk/>
            <pc:sldMk cId="2664618260" sldId="289"/>
            <ac:spMk id="12" creationId="{9DD005C1-8C51-42D6-9BEE-B9B83849743D}"/>
          </ac:spMkLst>
        </pc:spChg>
        <pc:cxnChg chg="add">
          <ac:chgData name="Arseniy Buzyan (extern)" userId="S::arseniy.buzyan@edu.stockholm.se::f92a01cd-049f-4602-b292-09b82d2ea4e3" providerId="AD" clId="Web-{57A43D3B-8473-7F09-C9B1-901780AD63A3}" dt="2026-08-12T19:05:11.608" v="959"/>
          <ac:cxnSpMkLst>
            <pc:docMk/>
            <pc:sldMk cId="2664618260" sldId="289"/>
            <ac:cxnSpMk id="10" creationId="{EE504C98-6397-41C1-A8D8-2D9C4ED307E0}"/>
          </ac:cxnSpMkLst>
        </pc:cxnChg>
      </pc:sldChg>
      <pc:sldChg chg="addSp modSp new mod setBg">
        <pc:chgData name="Arseniy Buzyan (extern)" userId="S::arseniy.buzyan@edu.stockholm.se::f92a01cd-049f-4602-b292-09b82d2ea4e3" providerId="AD" clId="Web-{57A43D3B-8473-7F09-C9B1-901780AD63A3}" dt="2026-08-12T19:06:40.061" v="990" actId="20577"/>
        <pc:sldMkLst>
          <pc:docMk/>
          <pc:sldMk cId="819663245" sldId="290"/>
        </pc:sldMkLst>
        <pc:spChg chg="mod">
          <ac:chgData name="Arseniy Buzyan (extern)" userId="S::arseniy.buzyan@edu.stockholm.se::f92a01cd-049f-4602-b292-09b82d2ea4e3" providerId="AD" clId="Web-{57A43D3B-8473-7F09-C9B1-901780AD63A3}" dt="2026-08-12T19:06:40.061" v="990" actId="20577"/>
          <ac:spMkLst>
            <pc:docMk/>
            <pc:sldMk cId="819663245" sldId="290"/>
            <ac:spMk id="2" creationId="{2836F37D-42FE-6F61-690E-AB1B5E0D47AE}"/>
          </ac:spMkLst>
        </pc:spChg>
        <pc:spChg chg="mod">
          <ac:chgData name="Arseniy Buzyan (extern)" userId="S::arseniy.buzyan@edu.stockholm.se::f92a01cd-049f-4602-b292-09b82d2ea4e3" providerId="AD" clId="Web-{57A43D3B-8473-7F09-C9B1-901780AD63A3}" dt="2026-08-12T19:06:36.358" v="987" actId="20577"/>
          <ac:spMkLst>
            <pc:docMk/>
            <pc:sldMk cId="819663245" sldId="290"/>
            <ac:spMk id="3" creationId="{A3E7F7FF-98E5-CA1B-4E5C-38CFEFF38BFE}"/>
          </ac:spMkLst>
        </pc:spChg>
        <pc:spChg chg="add">
          <ac:chgData name="Arseniy Buzyan (extern)" userId="S::arseniy.buzyan@edu.stockholm.se::f92a01cd-049f-4602-b292-09b82d2ea4e3" providerId="AD" clId="Web-{57A43D3B-8473-7F09-C9B1-901780AD63A3}" dt="2026-08-12T19:06:22.421" v="976"/>
          <ac:spMkLst>
            <pc:docMk/>
            <pc:sldMk cId="819663245" sldId="290"/>
            <ac:spMk id="8" creationId="{A7AE9375-4664-4DB2-922D-2782A6E439AC}"/>
          </ac:spMkLst>
        </pc:spChg>
        <pc:spChg chg="add">
          <ac:chgData name="Arseniy Buzyan (extern)" userId="S::arseniy.buzyan@edu.stockholm.se::f92a01cd-049f-4602-b292-09b82d2ea4e3" providerId="AD" clId="Web-{57A43D3B-8473-7F09-C9B1-901780AD63A3}" dt="2026-08-12T19:06:22.421" v="976"/>
          <ac:spMkLst>
            <pc:docMk/>
            <pc:sldMk cId="819663245" sldId="290"/>
            <ac:spMk id="12" creationId="{9DD005C1-8C51-42D6-9BEE-B9B83849743D}"/>
          </ac:spMkLst>
        </pc:spChg>
        <pc:cxnChg chg="add">
          <ac:chgData name="Arseniy Buzyan (extern)" userId="S::arseniy.buzyan@edu.stockholm.se::f92a01cd-049f-4602-b292-09b82d2ea4e3" providerId="AD" clId="Web-{57A43D3B-8473-7F09-C9B1-901780AD63A3}" dt="2026-08-12T19:06:22.421" v="976"/>
          <ac:cxnSpMkLst>
            <pc:docMk/>
            <pc:sldMk cId="819663245" sldId="290"/>
            <ac:cxnSpMk id="10" creationId="{EE504C98-6397-41C1-A8D8-2D9C4ED307E0}"/>
          </ac:cxnSpMkLst>
        </pc:cxnChg>
      </pc:sldChg>
      <pc:sldChg chg="addSp modSp new mod setBg">
        <pc:chgData name="Arseniy Buzyan (extern)" userId="S::arseniy.buzyan@edu.stockholm.se::f92a01cd-049f-4602-b292-09b82d2ea4e3" providerId="AD" clId="Web-{57A43D3B-8473-7F09-C9B1-901780AD63A3}" dt="2026-08-12T19:08:57.717" v="1003" actId="14100"/>
        <pc:sldMkLst>
          <pc:docMk/>
          <pc:sldMk cId="4074510611" sldId="291"/>
        </pc:sldMkLst>
        <pc:spChg chg="mod">
          <ac:chgData name="Arseniy Buzyan (extern)" userId="S::arseniy.buzyan@edu.stockholm.se::f92a01cd-049f-4602-b292-09b82d2ea4e3" providerId="AD" clId="Web-{57A43D3B-8473-7F09-C9B1-901780AD63A3}" dt="2026-08-12T19:08:43.311" v="999"/>
          <ac:spMkLst>
            <pc:docMk/>
            <pc:sldMk cId="4074510611" sldId="291"/>
            <ac:spMk id="2" creationId="{40E25F53-3AC9-7272-F8A3-E227051640D9}"/>
          </ac:spMkLst>
        </pc:spChg>
        <pc:spChg chg="mod">
          <ac:chgData name="Arseniy Buzyan (extern)" userId="S::arseniy.buzyan@edu.stockholm.se::f92a01cd-049f-4602-b292-09b82d2ea4e3" providerId="AD" clId="Web-{57A43D3B-8473-7F09-C9B1-901780AD63A3}" dt="2026-08-12T19:08:57.717" v="1003" actId="14100"/>
          <ac:spMkLst>
            <pc:docMk/>
            <pc:sldMk cId="4074510611" sldId="291"/>
            <ac:spMk id="3" creationId="{196B3949-7F55-92C5-3857-22233ACEF594}"/>
          </ac:spMkLst>
        </pc:spChg>
        <pc:spChg chg="add">
          <ac:chgData name="Arseniy Buzyan (extern)" userId="S::arseniy.buzyan@edu.stockholm.se::f92a01cd-049f-4602-b292-09b82d2ea4e3" providerId="AD" clId="Web-{57A43D3B-8473-7F09-C9B1-901780AD63A3}" dt="2026-08-12T19:08:43.311" v="999"/>
          <ac:spMkLst>
            <pc:docMk/>
            <pc:sldMk cId="4074510611" sldId="291"/>
            <ac:spMk id="8" creationId="{A7AE9375-4664-4DB2-922D-2782A6E439AC}"/>
          </ac:spMkLst>
        </pc:spChg>
        <pc:spChg chg="add">
          <ac:chgData name="Arseniy Buzyan (extern)" userId="S::arseniy.buzyan@edu.stockholm.se::f92a01cd-049f-4602-b292-09b82d2ea4e3" providerId="AD" clId="Web-{57A43D3B-8473-7F09-C9B1-901780AD63A3}" dt="2026-08-12T19:08:43.311" v="999"/>
          <ac:spMkLst>
            <pc:docMk/>
            <pc:sldMk cId="4074510611" sldId="291"/>
            <ac:spMk id="12" creationId="{9DD005C1-8C51-42D6-9BEE-B9B83849743D}"/>
          </ac:spMkLst>
        </pc:spChg>
        <pc:cxnChg chg="add">
          <ac:chgData name="Arseniy Buzyan (extern)" userId="S::arseniy.buzyan@edu.stockholm.se::f92a01cd-049f-4602-b292-09b82d2ea4e3" providerId="AD" clId="Web-{57A43D3B-8473-7F09-C9B1-901780AD63A3}" dt="2026-08-12T19:08:43.311" v="999"/>
          <ac:cxnSpMkLst>
            <pc:docMk/>
            <pc:sldMk cId="4074510611" sldId="291"/>
            <ac:cxnSpMk id="10" creationId="{EE504C98-6397-41C1-A8D8-2D9C4ED307E0}"/>
          </ac:cxnSpMkLst>
        </pc:cxnChg>
      </pc:sldChg>
      <pc:sldChg chg="addSp delSp modSp new">
        <pc:chgData name="Arseniy Buzyan (extern)" userId="S::arseniy.buzyan@edu.stockholm.se::f92a01cd-049f-4602-b292-09b82d2ea4e3" providerId="AD" clId="Web-{57A43D3B-8473-7F09-C9B1-901780AD63A3}" dt="2026-08-12T19:47:41.971" v="1146" actId="1076"/>
        <pc:sldMkLst>
          <pc:docMk/>
          <pc:sldMk cId="894525946" sldId="292"/>
        </pc:sldMkLst>
        <pc:spChg chg="mod">
          <ac:chgData name="Arseniy Buzyan (extern)" userId="S::arseniy.buzyan@edu.stockholm.se::f92a01cd-049f-4602-b292-09b82d2ea4e3" providerId="AD" clId="Web-{57A43D3B-8473-7F09-C9B1-901780AD63A3}" dt="2026-08-12T19:11:19.563" v="1027" actId="1076"/>
          <ac:spMkLst>
            <pc:docMk/>
            <pc:sldMk cId="894525946" sldId="292"/>
            <ac:spMk id="2" creationId="{9D85EFA9-83F5-4A7B-7783-4322FF5A4149}"/>
          </ac:spMkLst>
        </pc:spChg>
        <pc:spChg chg="add del mod">
          <ac:chgData name="Arseniy Buzyan (extern)" userId="S::arseniy.buzyan@edu.stockholm.se::f92a01cd-049f-4602-b292-09b82d2ea4e3" providerId="AD" clId="Web-{57A43D3B-8473-7F09-C9B1-901780AD63A3}" dt="2026-08-12T19:10:04.842" v="1013"/>
          <ac:spMkLst>
            <pc:docMk/>
            <pc:sldMk cId="894525946" sldId="292"/>
            <ac:spMk id="3" creationId="{EB2F0677-4F1F-42FD-9123-39821EEA6FB8}"/>
          </ac:spMkLst>
        </pc:spChg>
        <pc:graphicFrameChg chg="add del mod ord modGraphic">
          <ac:chgData name="Arseniy Buzyan (extern)" userId="S::arseniy.buzyan@edu.stockholm.se::f92a01cd-049f-4602-b292-09b82d2ea4e3" providerId="AD" clId="Web-{57A43D3B-8473-7F09-C9B1-901780AD63A3}" dt="2026-08-12T19:09:33.858" v="1007"/>
          <ac:graphicFrameMkLst>
            <pc:docMk/>
            <pc:sldMk cId="894525946" sldId="292"/>
            <ac:graphicFrameMk id="5" creationId="{D2E8A63A-EB89-D738-3F45-07F2DAB7AB3A}"/>
          </ac:graphicFrameMkLst>
        </pc:graphicFrameChg>
        <pc:graphicFrameChg chg="add mod modGraphic">
          <ac:chgData name="Arseniy Buzyan (extern)" userId="S::arseniy.buzyan@edu.stockholm.se::f92a01cd-049f-4602-b292-09b82d2ea4e3" providerId="AD" clId="Web-{57A43D3B-8473-7F09-C9B1-901780AD63A3}" dt="2026-08-12T19:47:41.971" v="1146" actId="1076"/>
          <ac:graphicFrameMkLst>
            <pc:docMk/>
            <pc:sldMk cId="894525946" sldId="292"/>
            <ac:graphicFrameMk id="8" creationId="{A3116E1B-55C4-20AB-30F6-1654C030031F}"/>
          </ac:graphicFrameMkLst>
        </pc:graphicFrameChg>
        <pc:picChg chg="add del mod">
          <ac:chgData name="Arseniy Buzyan (extern)" userId="S::arseniy.buzyan@edu.stockholm.se::f92a01cd-049f-4602-b292-09b82d2ea4e3" providerId="AD" clId="Web-{57A43D3B-8473-7F09-C9B1-901780AD63A3}" dt="2026-08-12T19:47:37.830" v="1145"/>
          <ac:picMkLst>
            <pc:docMk/>
            <pc:sldMk cId="894525946" sldId="292"/>
            <ac:picMk id="6" creationId="{4C1AE1BC-2608-8D4C-59BF-4916F7D9358A}"/>
          </ac:picMkLst>
        </pc:picChg>
      </pc:sldChg>
      <pc:sldChg chg="addSp modSp new mod setBg">
        <pc:chgData name="Arseniy Buzyan (extern)" userId="S::arseniy.buzyan@edu.stockholm.se::f92a01cd-049f-4602-b292-09b82d2ea4e3" providerId="AD" clId="Web-{57A43D3B-8473-7F09-C9B1-901780AD63A3}" dt="2026-08-12T19:25:51.017" v="1045" actId="20577"/>
        <pc:sldMkLst>
          <pc:docMk/>
          <pc:sldMk cId="3929026530" sldId="293"/>
        </pc:sldMkLst>
        <pc:spChg chg="mod">
          <ac:chgData name="Arseniy Buzyan (extern)" userId="S::arseniy.buzyan@edu.stockholm.se::f92a01cd-049f-4602-b292-09b82d2ea4e3" providerId="AD" clId="Web-{57A43D3B-8473-7F09-C9B1-901780AD63A3}" dt="2026-08-12T19:25:36.799" v="1035"/>
          <ac:spMkLst>
            <pc:docMk/>
            <pc:sldMk cId="3929026530" sldId="293"/>
            <ac:spMk id="2" creationId="{723E5465-4782-B21F-AC69-19DBA12A4CDC}"/>
          </ac:spMkLst>
        </pc:spChg>
        <pc:spChg chg="mod">
          <ac:chgData name="Arseniy Buzyan (extern)" userId="S::arseniy.buzyan@edu.stockholm.se::f92a01cd-049f-4602-b292-09b82d2ea4e3" providerId="AD" clId="Web-{57A43D3B-8473-7F09-C9B1-901780AD63A3}" dt="2026-08-12T19:25:51.017" v="1045" actId="20577"/>
          <ac:spMkLst>
            <pc:docMk/>
            <pc:sldMk cId="3929026530" sldId="293"/>
            <ac:spMk id="3" creationId="{B79DEE46-BCDD-6A3A-36AC-9C20F1E8724C}"/>
          </ac:spMkLst>
        </pc:spChg>
        <pc:spChg chg="add">
          <ac:chgData name="Arseniy Buzyan (extern)" userId="S::arseniy.buzyan@edu.stockholm.se::f92a01cd-049f-4602-b292-09b82d2ea4e3" providerId="AD" clId="Web-{57A43D3B-8473-7F09-C9B1-901780AD63A3}" dt="2026-08-12T19:25:36.799" v="1035"/>
          <ac:spMkLst>
            <pc:docMk/>
            <pc:sldMk cId="3929026530" sldId="293"/>
            <ac:spMk id="8" creationId="{E8A8EAB8-D2FF-444D-B34B-7D32F106AD0E}"/>
          </ac:spMkLst>
        </pc:spChg>
        <pc:cxnChg chg="add">
          <ac:chgData name="Arseniy Buzyan (extern)" userId="S::arseniy.buzyan@edu.stockholm.se::f92a01cd-049f-4602-b292-09b82d2ea4e3" providerId="AD" clId="Web-{57A43D3B-8473-7F09-C9B1-901780AD63A3}" dt="2026-08-12T19:25:36.799" v="1035"/>
          <ac:cxnSpMkLst>
            <pc:docMk/>
            <pc:sldMk cId="3929026530" sldId="293"/>
            <ac:cxnSpMk id="10" creationId="{067633D1-6EE6-4118-B9F0-B363477BEE7A}"/>
          </ac:cxnSpMkLst>
        </pc:cxnChg>
        <pc:cxnChg chg="add">
          <ac:chgData name="Arseniy Buzyan (extern)" userId="S::arseniy.buzyan@edu.stockholm.se::f92a01cd-049f-4602-b292-09b82d2ea4e3" providerId="AD" clId="Web-{57A43D3B-8473-7F09-C9B1-901780AD63A3}" dt="2026-08-12T19:25:36.799" v="1035"/>
          <ac:cxnSpMkLst>
            <pc:docMk/>
            <pc:sldMk cId="3929026530" sldId="293"/>
            <ac:cxnSpMk id="12" creationId="{4AD7FFC6-42A9-49CB-B5E9-B3F6B038331B}"/>
          </ac:cxnSpMkLst>
        </pc:cxnChg>
      </pc:sldChg>
      <pc:sldChg chg="addSp delSp modSp new mod setBg">
        <pc:chgData name="Arseniy Buzyan (extern)" userId="S::arseniy.buzyan@edu.stockholm.se::f92a01cd-049f-4602-b292-09b82d2ea4e3" providerId="AD" clId="Web-{57A43D3B-8473-7F09-C9B1-901780AD63A3}" dt="2026-08-12T19:30:14.173" v="1060" actId="14100"/>
        <pc:sldMkLst>
          <pc:docMk/>
          <pc:sldMk cId="2099514098" sldId="294"/>
        </pc:sldMkLst>
        <pc:spChg chg="del">
          <ac:chgData name="Arseniy Buzyan (extern)" userId="S::arseniy.buzyan@edu.stockholm.se::f92a01cd-049f-4602-b292-09b82d2ea4e3" providerId="AD" clId="Web-{57A43D3B-8473-7F09-C9B1-901780AD63A3}" dt="2026-08-12T19:29:41.298" v="1054"/>
          <ac:spMkLst>
            <pc:docMk/>
            <pc:sldMk cId="2099514098" sldId="294"/>
            <ac:spMk id="2" creationId="{55ED4255-A6A1-6467-438C-FACE17FA8DCF}"/>
          </ac:spMkLst>
        </pc:spChg>
        <pc:spChg chg="del">
          <ac:chgData name="Arseniy Buzyan (extern)" userId="S::arseniy.buzyan@edu.stockholm.se::f92a01cd-049f-4602-b292-09b82d2ea4e3" providerId="AD" clId="Web-{57A43D3B-8473-7F09-C9B1-901780AD63A3}" dt="2026-08-12T19:29:41.298" v="1053"/>
          <ac:spMkLst>
            <pc:docMk/>
            <pc:sldMk cId="2099514098" sldId="294"/>
            <ac:spMk id="3" creationId="{D16AD395-4C82-C7AB-EE75-A3F09B74A19A}"/>
          </ac:spMkLst>
        </pc:spChg>
        <pc:spChg chg="add">
          <ac:chgData name="Arseniy Buzyan (extern)" userId="S::arseniy.buzyan@edu.stockholm.se::f92a01cd-049f-4602-b292-09b82d2ea4e3" providerId="AD" clId="Web-{57A43D3B-8473-7F09-C9B1-901780AD63A3}" dt="2026-08-12T19:29:48.939" v="1056"/>
          <ac:spMkLst>
            <pc:docMk/>
            <pc:sldMk cId="2099514098" sldId="294"/>
            <ac:spMk id="9" creationId="{AB8C311F-7253-4AED-9701-7FC0708C41C7}"/>
          </ac:spMkLst>
        </pc:spChg>
        <pc:spChg chg="add">
          <ac:chgData name="Arseniy Buzyan (extern)" userId="S::arseniy.buzyan@edu.stockholm.se::f92a01cd-049f-4602-b292-09b82d2ea4e3" providerId="AD" clId="Web-{57A43D3B-8473-7F09-C9B1-901780AD63A3}" dt="2026-08-12T19:29:48.939" v="1056"/>
          <ac:spMkLst>
            <pc:docMk/>
            <pc:sldMk cId="2099514098" sldId="294"/>
            <ac:spMk id="11" creationId="{E2384209-CB15-4CDF-9D31-C44FD9A3F20D}"/>
          </ac:spMkLst>
        </pc:spChg>
        <pc:spChg chg="add">
          <ac:chgData name="Arseniy Buzyan (extern)" userId="S::arseniy.buzyan@edu.stockholm.se::f92a01cd-049f-4602-b292-09b82d2ea4e3" providerId="AD" clId="Web-{57A43D3B-8473-7F09-C9B1-901780AD63A3}" dt="2026-08-12T19:29:48.939" v="1056"/>
          <ac:spMkLst>
            <pc:docMk/>
            <pc:sldMk cId="2099514098" sldId="294"/>
            <ac:spMk id="13" creationId="{2633B3B5-CC90-43F0-8714-D31D1F3F0209}"/>
          </ac:spMkLst>
        </pc:spChg>
        <pc:spChg chg="add">
          <ac:chgData name="Arseniy Buzyan (extern)" userId="S::arseniy.buzyan@edu.stockholm.se::f92a01cd-049f-4602-b292-09b82d2ea4e3" providerId="AD" clId="Web-{57A43D3B-8473-7F09-C9B1-901780AD63A3}" dt="2026-08-12T19:29:48.939" v="1056"/>
          <ac:spMkLst>
            <pc:docMk/>
            <pc:sldMk cId="2099514098" sldId="294"/>
            <ac:spMk id="15" creationId="{A8D57A06-A426-446D-B02C-A2DC6B62E45E}"/>
          </ac:spMkLst>
        </pc:spChg>
        <pc:picChg chg="add mod modCrop">
          <ac:chgData name="Arseniy Buzyan (extern)" userId="S::arseniy.buzyan@edu.stockholm.se::f92a01cd-049f-4602-b292-09b82d2ea4e3" providerId="AD" clId="Web-{57A43D3B-8473-7F09-C9B1-901780AD63A3}" dt="2026-08-12T19:30:14.173" v="1060" actId="14100"/>
          <ac:picMkLst>
            <pc:docMk/>
            <pc:sldMk cId="2099514098" sldId="294"/>
            <ac:picMk id="4" creationId="{3724E304-3EB2-BC40-834B-9F3B37335922}"/>
          </ac:picMkLst>
        </pc:picChg>
      </pc:sldChg>
      <pc:sldChg chg="addSp delSp modSp new mod setBg">
        <pc:chgData name="Arseniy Buzyan (extern)" userId="S::arseniy.buzyan@edu.stockholm.se::f92a01cd-049f-4602-b292-09b82d2ea4e3" providerId="AD" clId="Web-{57A43D3B-8473-7F09-C9B1-901780AD63A3}" dt="2026-08-12T19:32:54.204" v="1075" actId="1076"/>
        <pc:sldMkLst>
          <pc:docMk/>
          <pc:sldMk cId="485096811" sldId="295"/>
        </pc:sldMkLst>
        <pc:spChg chg="del">
          <ac:chgData name="Arseniy Buzyan (extern)" userId="S::arseniy.buzyan@edu.stockholm.se::f92a01cd-049f-4602-b292-09b82d2ea4e3" providerId="AD" clId="Web-{57A43D3B-8473-7F09-C9B1-901780AD63A3}" dt="2026-08-12T19:32:05.188" v="1063"/>
          <ac:spMkLst>
            <pc:docMk/>
            <pc:sldMk cId="485096811" sldId="295"/>
            <ac:spMk id="2" creationId="{8DC26934-A023-F004-DF08-E1AE7BB7C948}"/>
          </ac:spMkLst>
        </pc:spChg>
        <pc:spChg chg="del">
          <ac:chgData name="Arseniy Buzyan (extern)" userId="S::arseniy.buzyan@edu.stockholm.se::f92a01cd-049f-4602-b292-09b82d2ea4e3" providerId="AD" clId="Web-{57A43D3B-8473-7F09-C9B1-901780AD63A3}" dt="2026-08-12T19:32:05.188" v="1062"/>
          <ac:spMkLst>
            <pc:docMk/>
            <pc:sldMk cId="485096811" sldId="295"/>
            <ac:spMk id="3" creationId="{E5DA18EF-E047-6B26-2AB7-25B6ED96F8A2}"/>
          </ac:spMkLst>
        </pc:spChg>
        <pc:spChg chg="add del">
          <ac:chgData name="Arseniy Buzyan (extern)" userId="S::arseniy.buzyan@edu.stockholm.se::f92a01cd-049f-4602-b292-09b82d2ea4e3" providerId="AD" clId="Web-{57A43D3B-8473-7F09-C9B1-901780AD63A3}" dt="2026-08-12T19:32:18.423" v="1066"/>
          <ac:spMkLst>
            <pc:docMk/>
            <pc:sldMk cId="485096811" sldId="295"/>
            <ac:spMk id="9" creationId="{AB8C311F-7253-4AED-9701-7FC0708C41C7}"/>
          </ac:spMkLst>
        </pc:spChg>
        <pc:spChg chg="add del">
          <ac:chgData name="Arseniy Buzyan (extern)" userId="S::arseniy.buzyan@edu.stockholm.se::f92a01cd-049f-4602-b292-09b82d2ea4e3" providerId="AD" clId="Web-{57A43D3B-8473-7F09-C9B1-901780AD63A3}" dt="2026-08-12T19:32:18.423" v="1066"/>
          <ac:spMkLst>
            <pc:docMk/>
            <pc:sldMk cId="485096811" sldId="295"/>
            <ac:spMk id="11" creationId="{FD073016-B734-483B-8953-5BADEE145112}"/>
          </ac:spMkLst>
        </pc:spChg>
        <pc:spChg chg="add del">
          <ac:chgData name="Arseniy Buzyan (extern)" userId="S::arseniy.buzyan@edu.stockholm.se::f92a01cd-049f-4602-b292-09b82d2ea4e3" providerId="AD" clId="Web-{57A43D3B-8473-7F09-C9B1-901780AD63A3}" dt="2026-08-12T19:32:18.423" v="1066"/>
          <ac:spMkLst>
            <pc:docMk/>
            <pc:sldMk cId="485096811" sldId="295"/>
            <ac:spMk id="13" creationId="{90A7EAB6-59D3-4325-8DE6-E0CA4009CE53}"/>
          </ac:spMkLst>
        </pc:spChg>
        <pc:spChg chg="add del">
          <ac:chgData name="Arseniy Buzyan (extern)" userId="S::arseniy.buzyan@edu.stockholm.se::f92a01cd-049f-4602-b292-09b82d2ea4e3" providerId="AD" clId="Web-{57A43D3B-8473-7F09-C9B1-901780AD63A3}" dt="2026-08-12T19:32:18.423" v="1066"/>
          <ac:spMkLst>
            <pc:docMk/>
            <pc:sldMk cId="485096811" sldId="295"/>
            <ac:spMk id="15" creationId="{A8D57A06-A426-446D-B02C-A2DC6B62E45E}"/>
          </ac:spMkLst>
        </pc:spChg>
        <pc:spChg chg="add">
          <ac:chgData name="Arseniy Buzyan (extern)" userId="S::arseniy.buzyan@edu.stockholm.se::f92a01cd-049f-4602-b292-09b82d2ea4e3" providerId="AD" clId="Web-{57A43D3B-8473-7F09-C9B1-901780AD63A3}" dt="2026-08-12T19:32:18.423" v="1067"/>
          <ac:spMkLst>
            <pc:docMk/>
            <pc:sldMk cId="485096811" sldId="295"/>
            <ac:spMk id="17" creationId="{42A4FC2C-047E-45A5-965D-8E1E3BF09BC6}"/>
          </ac:spMkLst>
        </pc:spChg>
        <pc:picChg chg="add mod modCrop">
          <ac:chgData name="Arseniy Buzyan (extern)" userId="S::arseniy.buzyan@edu.stockholm.se::f92a01cd-049f-4602-b292-09b82d2ea4e3" providerId="AD" clId="Web-{57A43D3B-8473-7F09-C9B1-901780AD63A3}" dt="2026-08-12T19:32:54.204" v="1075" actId="1076"/>
          <ac:picMkLst>
            <pc:docMk/>
            <pc:sldMk cId="485096811" sldId="295"/>
            <ac:picMk id="4" creationId="{EF0E1F9F-ED8A-7652-0DFA-2C8802211F55}"/>
          </ac:picMkLst>
        </pc:picChg>
      </pc:sldChg>
      <pc:sldChg chg="addSp delSp modSp new">
        <pc:chgData name="Arseniy Buzyan (extern)" userId="S::arseniy.buzyan@edu.stockholm.se::f92a01cd-049f-4602-b292-09b82d2ea4e3" providerId="AD" clId="Web-{57A43D3B-8473-7F09-C9B1-901780AD63A3}" dt="2026-08-12T19:36:14.116" v="1096" actId="1076"/>
        <pc:sldMkLst>
          <pc:docMk/>
          <pc:sldMk cId="552277918" sldId="296"/>
        </pc:sldMkLst>
        <pc:spChg chg="del">
          <ac:chgData name="Arseniy Buzyan (extern)" userId="S::arseniy.buzyan@edu.stockholm.se::f92a01cd-049f-4602-b292-09b82d2ea4e3" providerId="AD" clId="Web-{57A43D3B-8473-7F09-C9B1-901780AD63A3}" dt="2026-08-12T19:34:47.850" v="1078"/>
          <ac:spMkLst>
            <pc:docMk/>
            <pc:sldMk cId="552277918" sldId="296"/>
            <ac:spMk id="2" creationId="{21F6516A-364E-EB31-AA1B-433B83867E57}"/>
          </ac:spMkLst>
        </pc:spChg>
        <pc:spChg chg="del">
          <ac:chgData name="Arseniy Buzyan (extern)" userId="S::arseniy.buzyan@edu.stockholm.se::f92a01cd-049f-4602-b292-09b82d2ea4e3" providerId="AD" clId="Web-{57A43D3B-8473-7F09-C9B1-901780AD63A3}" dt="2026-08-12T19:34:47.850" v="1077"/>
          <ac:spMkLst>
            <pc:docMk/>
            <pc:sldMk cId="552277918" sldId="296"/>
            <ac:spMk id="3" creationId="{3F3EA3A2-AE5F-4F6B-FAB2-6E2970CF4860}"/>
          </ac:spMkLst>
        </pc:spChg>
        <pc:picChg chg="add del mod modCrop">
          <ac:chgData name="Arseniy Buzyan (extern)" userId="S::arseniy.buzyan@edu.stockholm.se::f92a01cd-049f-4602-b292-09b82d2ea4e3" providerId="AD" clId="Web-{57A43D3B-8473-7F09-C9B1-901780AD63A3}" dt="2026-08-12T19:35:36.756" v="1090"/>
          <ac:picMkLst>
            <pc:docMk/>
            <pc:sldMk cId="552277918" sldId="296"/>
            <ac:picMk id="4" creationId="{5FD1C8F7-2BF5-80BC-AD4B-2E3BEF32E978}"/>
          </ac:picMkLst>
        </pc:picChg>
        <pc:picChg chg="add mod modCrop">
          <ac:chgData name="Arseniy Buzyan (extern)" userId="S::arseniy.buzyan@edu.stockholm.se::f92a01cd-049f-4602-b292-09b82d2ea4e3" providerId="AD" clId="Web-{57A43D3B-8473-7F09-C9B1-901780AD63A3}" dt="2026-08-12T19:36:14.116" v="1096" actId="1076"/>
          <ac:picMkLst>
            <pc:docMk/>
            <pc:sldMk cId="552277918" sldId="296"/>
            <ac:picMk id="5" creationId="{03FA4F00-F24F-66C7-54C9-EA0412B45019}"/>
          </ac:picMkLst>
        </pc:picChg>
      </pc:sldChg>
      <pc:sldChg chg="addSp delSp modSp new mod setBg">
        <pc:chgData name="Arseniy Buzyan (extern)" userId="S::arseniy.buzyan@edu.stockholm.se::f92a01cd-049f-4602-b292-09b82d2ea4e3" providerId="AD" clId="Web-{57A43D3B-8473-7F09-C9B1-901780AD63A3}" dt="2026-08-12T19:38:35.382" v="1106" actId="1076"/>
        <pc:sldMkLst>
          <pc:docMk/>
          <pc:sldMk cId="1525359136" sldId="297"/>
        </pc:sldMkLst>
        <pc:spChg chg="del">
          <ac:chgData name="Arseniy Buzyan (extern)" userId="S::arseniy.buzyan@edu.stockholm.se::f92a01cd-049f-4602-b292-09b82d2ea4e3" providerId="AD" clId="Web-{57A43D3B-8473-7F09-C9B1-901780AD63A3}" dt="2026-08-12T19:37:42.475" v="1099"/>
          <ac:spMkLst>
            <pc:docMk/>
            <pc:sldMk cId="1525359136" sldId="297"/>
            <ac:spMk id="2" creationId="{975741EA-7D4E-645B-1806-0AA66C24EB95}"/>
          </ac:spMkLst>
        </pc:spChg>
        <pc:spChg chg="del">
          <ac:chgData name="Arseniy Buzyan (extern)" userId="S::arseniy.buzyan@edu.stockholm.se::f92a01cd-049f-4602-b292-09b82d2ea4e3" providerId="AD" clId="Web-{57A43D3B-8473-7F09-C9B1-901780AD63A3}" dt="2026-08-12T19:37:42.475" v="1098"/>
          <ac:spMkLst>
            <pc:docMk/>
            <pc:sldMk cId="1525359136" sldId="297"/>
            <ac:spMk id="3" creationId="{55562660-3DF3-B587-3019-341D9FCB7125}"/>
          </ac:spMkLst>
        </pc:spChg>
        <pc:spChg chg="add">
          <ac:chgData name="Arseniy Buzyan (extern)" userId="S::arseniy.buzyan@edu.stockholm.se::f92a01cd-049f-4602-b292-09b82d2ea4e3" providerId="AD" clId="Web-{57A43D3B-8473-7F09-C9B1-901780AD63A3}" dt="2026-08-12T19:37:49.647" v="1101"/>
          <ac:spMkLst>
            <pc:docMk/>
            <pc:sldMk cId="1525359136" sldId="297"/>
            <ac:spMk id="9" creationId="{42A4FC2C-047E-45A5-965D-8E1E3BF09BC6}"/>
          </ac:spMkLst>
        </pc:spChg>
        <pc:picChg chg="add mod modCrop">
          <ac:chgData name="Arseniy Buzyan (extern)" userId="S::arseniy.buzyan@edu.stockholm.se::f92a01cd-049f-4602-b292-09b82d2ea4e3" providerId="AD" clId="Web-{57A43D3B-8473-7F09-C9B1-901780AD63A3}" dt="2026-08-12T19:38:35.382" v="1106" actId="1076"/>
          <ac:picMkLst>
            <pc:docMk/>
            <pc:sldMk cId="1525359136" sldId="297"/>
            <ac:picMk id="4" creationId="{A3CE01E2-8A1D-95DB-5338-43D0DF6758EC}"/>
          </ac:picMkLst>
        </pc:picChg>
      </pc:sldChg>
      <pc:sldChg chg="addSp delSp modSp new mod setBg">
        <pc:chgData name="Arseniy Buzyan (extern)" userId="S::arseniy.buzyan@edu.stockholm.se::f92a01cd-049f-4602-b292-09b82d2ea4e3" providerId="AD" clId="Web-{57A43D3B-8473-7F09-C9B1-901780AD63A3}" dt="2026-08-12T19:49:09.892" v="1167"/>
        <pc:sldMkLst>
          <pc:docMk/>
          <pc:sldMk cId="1536682143" sldId="298"/>
        </pc:sldMkLst>
        <pc:spChg chg="del">
          <ac:chgData name="Arseniy Buzyan (extern)" userId="S::arseniy.buzyan@edu.stockholm.se::f92a01cd-049f-4602-b292-09b82d2ea4e3" providerId="AD" clId="Web-{57A43D3B-8473-7F09-C9B1-901780AD63A3}" dt="2026-08-12T19:47:46.892" v="1149"/>
          <ac:spMkLst>
            <pc:docMk/>
            <pc:sldMk cId="1536682143" sldId="298"/>
            <ac:spMk id="2" creationId="{FFC7A37F-0544-0D37-C0D7-26738C0B3805}"/>
          </ac:spMkLst>
        </pc:spChg>
        <pc:spChg chg="del">
          <ac:chgData name="Arseniy Buzyan (extern)" userId="S::arseniy.buzyan@edu.stockholm.se::f92a01cd-049f-4602-b292-09b82d2ea4e3" providerId="AD" clId="Web-{57A43D3B-8473-7F09-C9B1-901780AD63A3}" dt="2026-08-12T19:47:46.892" v="1148"/>
          <ac:spMkLst>
            <pc:docMk/>
            <pc:sldMk cId="1536682143" sldId="298"/>
            <ac:spMk id="3" creationId="{A627F5D2-1B32-0AD1-A57F-3F0FAE5FE87F}"/>
          </ac:spMkLst>
        </pc:spChg>
        <pc:spChg chg="add del">
          <ac:chgData name="Arseniy Buzyan (extern)" userId="S::arseniy.buzyan@edu.stockholm.se::f92a01cd-049f-4602-b292-09b82d2ea4e3" providerId="AD" clId="Web-{57A43D3B-8473-7F09-C9B1-901780AD63A3}" dt="2026-08-12T19:49:09.892" v="1167"/>
          <ac:spMkLst>
            <pc:docMk/>
            <pc:sldMk cId="1536682143" sldId="298"/>
            <ac:spMk id="9" creationId="{42A4FC2C-047E-45A5-965D-8E1E3BF09BC6}"/>
          </ac:spMkLst>
        </pc:spChg>
        <pc:spChg chg="add">
          <ac:chgData name="Arseniy Buzyan (extern)" userId="S::arseniy.buzyan@edu.stockholm.se::f92a01cd-049f-4602-b292-09b82d2ea4e3" providerId="AD" clId="Web-{57A43D3B-8473-7F09-C9B1-901780AD63A3}" dt="2026-08-12T19:49:09.892" v="1167"/>
          <ac:spMkLst>
            <pc:docMk/>
            <pc:sldMk cId="1536682143" sldId="298"/>
            <ac:spMk id="11" creationId="{32BC26D8-82FB-445E-AA49-62A77D7C1EE0}"/>
          </ac:spMkLst>
        </pc:spChg>
        <pc:spChg chg="add">
          <ac:chgData name="Arseniy Buzyan (extern)" userId="S::arseniy.buzyan@edu.stockholm.se::f92a01cd-049f-4602-b292-09b82d2ea4e3" providerId="AD" clId="Web-{57A43D3B-8473-7F09-C9B1-901780AD63A3}" dt="2026-08-12T19:49:09.892" v="1167"/>
          <ac:spMkLst>
            <pc:docMk/>
            <pc:sldMk cId="1536682143" sldId="298"/>
            <ac:spMk id="12" creationId="{CB44330D-EA18-4254-AA95-EB49948539B8}"/>
          </ac:spMkLst>
        </pc:spChg>
        <pc:spChg chg="add del">
          <ac:chgData name="Arseniy Buzyan (extern)" userId="S::arseniy.buzyan@edu.stockholm.se::f92a01cd-049f-4602-b292-09b82d2ea4e3" providerId="AD" clId="Web-{57A43D3B-8473-7F09-C9B1-901780AD63A3}" dt="2026-08-12T19:49:07.002" v="1166"/>
          <ac:spMkLst>
            <pc:docMk/>
            <pc:sldMk cId="1536682143" sldId="298"/>
            <ac:spMk id="14" creationId="{32BC26D8-82FB-445E-AA49-62A77D7C1EE0}"/>
          </ac:spMkLst>
        </pc:spChg>
        <pc:spChg chg="add del">
          <ac:chgData name="Arseniy Buzyan (extern)" userId="S::arseniy.buzyan@edu.stockholm.se::f92a01cd-049f-4602-b292-09b82d2ea4e3" providerId="AD" clId="Web-{57A43D3B-8473-7F09-C9B1-901780AD63A3}" dt="2026-08-12T19:49:07.002" v="1166"/>
          <ac:spMkLst>
            <pc:docMk/>
            <pc:sldMk cId="1536682143" sldId="298"/>
            <ac:spMk id="16" creationId="{CB44330D-EA18-4254-AA95-EB49948539B8}"/>
          </ac:spMkLst>
        </pc:spChg>
        <pc:picChg chg="add mod modCrop">
          <ac:chgData name="Arseniy Buzyan (extern)" userId="S::arseniy.buzyan@edu.stockholm.se::f92a01cd-049f-4602-b292-09b82d2ea4e3" providerId="AD" clId="Web-{57A43D3B-8473-7F09-C9B1-901780AD63A3}" dt="2026-08-12T19:49:09.892" v="1167"/>
          <ac:picMkLst>
            <pc:docMk/>
            <pc:sldMk cId="1536682143" sldId="298"/>
            <ac:picMk id="4" creationId="{39A6DBE2-F80F-85D7-ADE5-6941E85DDDF9}"/>
          </ac:picMkLst>
        </pc:picChg>
      </pc:sldChg>
      <pc:sldChg chg="addSp delSp modSp new mod setBg">
        <pc:chgData name="Arseniy Buzyan (extern)" userId="S::arseniy.buzyan@edu.stockholm.se::f92a01cd-049f-4602-b292-09b82d2ea4e3" providerId="AD" clId="Web-{57A43D3B-8473-7F09-C9B1-901780AD63A3}" dt="2026-08-12T19:50:29.689" v="1209" actId="14100"/>
        <pc:sldMkLst>
          <pc:docMk/>
          <pc:sldMk cId="517187234" sldId="299"/>
        </pc:sldMkLst>
        <pc:spChg chg="del">
          <ac:chgData name="Arseniy Buzyan (extern)" userId="S::arseniy.buzyan@edu.stockholm.se::f92a01cd-049f-4602-b292-09b82d2ea4e3" providerId="AD" clId="Web-{57A43D3B-8473-7F09-C9B1-901780AD63A3}" dt="2026-08-12T19:50:06.595" v="1203"/>
          <ac:spMkLst>
            <pc:docMk/>
            <pc:sldMk cId="517187234" sldId="299"/>
            <ac:spMk id="2" creationId="{A4CC526C-3B10-97D1-F9A0-01999AE0C39C}"/>
          </ac:spMkLst>
        </pc:spChg>
        <pc:spChg chg="del">
          <ac:chgData name="Arseniy Buzyan (extern)" userId="S::arseniy.buzyan@edu.stockholm.se::f92a01cd-049f-4602-b292-09b82d2ea4e3" providerId="AD" clId="Web-{57A43D3B-8473-7F09-C9B1-901780AD63A3}" dt="2026-08-12T19:50:06.595" v="1202"/>
          <ac:spMkLst>
            <pc:docMk/>
            <pc:sldMk cId="517187234" sldId="299"/>
            <ac:spMk id="3" creationId="{8DC33E2E-F5BB-277D-A584-814071E951BF}"/>
          </ac:spMkLst>
        </pc:spChg>
        <pc:spChg chg="add">
          <ac:chgData name="Arseniy Buzyan (extern)" userId="S::arseniy.buzyan@edu.stockholm.se::f92a01cd-049f-4602-b292-09b82d2ea4e3" providerId="AD" clId="Web-{57A43D3B-8473-7F09-C9B1-901780AD63A3}" dt="2026-08-12T19:50:10.533" v="1205"/>
          <ac:spMkLst>
            <pc:docMk/>
            <pc:sldMk cId="517187234" sldId="299"/>
            <ac:spMk id="9" creationId="{42A4FC2C-047E-45A5-965D-8E1E3BF09BC6}"/>
          </ac:spMkLst>
        </pc:spChg>
        <pc:picChg chg="add mod modCrop">
          <ac:chgData name="Arseniy Buzyan (extern)" userId="S::arseniy.buzyan@edu.stockholm.se::f92a01cd-049f-4602-b292-09b82d2ea4e3" providerId="AD" clId="Web-{57A43D3B-8473-7F09-C9B1-901780AD63A3}" dt="2026-08-12T19:50:29.689" v="1209" actId="14100"/>
          <ac:picMkLst>
            <pc:docMk/>
            <pc:sldMk cId="517187234" sldId="299"/>
            <ac:picMk id="4" creationId="{4A58DA96-9CF5-4AAD-FDFB-FEA4E657302C}"/>
          </ac:picMkLst>
        </pc:picChg>
      </pc:sldChg>
      <pc:sldChg chg="addSp delSp modSp new del mod setBg">
        <pc:chgData name="Arseniy Buzyan (extern)" userId="S::arseniy.buzyan@edu.stockholm.se::f92a01cd-049f-4602-b292-09b82d2ea4e3" providerId="AD" clId="Web-{57A43D3B-8473-7F09-C9B1-901780AD63A3}" dt="2026-08-12T19:49:59.142" v="1200"/>
        <pc:sldMkLst>
          <pc:docMk/>
          <pc:sldMk cId="3068778541" sldId="299"/>
        </pc:sldMkLst>
        <pc:spChg chg="del">
          <ac:chgData name="Arseniy Buzyan (extern)" userId="S::arseniy.buzyan@edu.stockholm.se::f92a01cd-049f-4602-b292-09b82d2ea4e3" providerId="AD" clId="Web-{57A43D3B-8473-7F09-C9B1-901780AD63A3}" dt="2026-08-12T19:49:36.705" v="1170"/>
          <ac:spMkLst>
            <pc:docMk/>
            <pc:sldMk cId="3068778541" sldId="299"/>
            <ac:spMk id="2" creationId="{10EA9122-00D1-080F-714B-80FEEC45C17A}"/>
          </ac:spMkLst>
        </pc:spChg>
        <pc:spChg chg="del">
          <ac:chgData name="Arseniy Buzyan (extern)" userId="S::arseniy.buzyan@edu.stockholm.se::f92a01cd-049f-4602-b292-09b82d2ea4e3" providerId="AD" clId="Web-{57A43D3B-8473-7F09-C9B1-901780AD63A3}" dt="2026-08-12T19:49:36.705" v="1169"/>
          <ac:spMkLst>
            <pc:docMk/>
            <pc:sldMk cId="3068778541" sldId="299"/>
            <ac:spMk id="3" creationId="{049C4EAA-DB08-0F3F-5D5D-62134B6D76C6}"/>
          </ac:spMkLst>
        </pc:spChg>
        <pc:spChg chg="add del">
          <ac:chgData name="Arseniy Buzyan (extern)" userId="S::arseniy.buzyan@edu.stockholm.se::f92a01cd-049f-4602-b292-09b82d2ea4e3" providerId="AD" clId="Web-{57A43D3B-8473-7F09-C9B1-901780AD63A3}" dt="2026-08-12T19:49:48.455" v="1177"/>
          <ac:spMkLst>
            <pc:docMk/>
            <pc:sldMk cId="3068778541" sldId="299"/>
            <ac:spMk id="9" creationId="{42A4FC2C-047E-45A5-965D-8E1E3BF09BC6}"/>
          </ac:spMkLst>
        </pc:spChg>
        <pc:picChg chg="add mod modCrop">
          <ac:chgData name="Arseniy Buzyan (extern)" userId="S::arseniy.buzyan@edu.stockholm.se::f92a01cd-049f-4602-b292-09b82d2ea4e3" providerId="AD" clId="Web-{57A43D3B-8473-7F09-C9B1-901780AD63A3}" dt="2026-08-12T19:49:57.111" v="1199"/>
          <ac:picMkLst>
            <pc:docMk/>
            <pc:sldMk cId="3068778541" sldId="299"/>
            <ac:picMk id="4" creationId="{DB1BFC78-7A96-B6C2-2DD6-22578362545A}"/>
          </ac:picMkLst>
        </pc:pic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3_2">
  <dgm:title val=""/>
  <dgm:desc val=""/>
  <dgm:catLst>
    <dgm:cat type="accent3" pri="13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#41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7BF12CA-EE22-4A93-A024-E98CEC4237D3}" type="doc">
      <dgm:prSet loTypeId="urn:microsoft.com/office/officeart/2018/2/layout/IconLabelList" loCatId="icon" qsTypeId="urn:microsoft.com/office/officeart/2005/8/quickstyle/simple1#47" qsCatId="simple" csTypeId="urn:microsoft.com/office/officeart/2018/5/colors/Iconchunking_neutralbg_accent3_2" csCatId="accent3" phldr="1"/>
      <dgm:spPr/>
      <dgm:t>
        <a:bodyPr/>
        <a:lstStyle/>
        <a:p>
          <a:endParaRPr lang="en-US"/>
        </a:p>
      </dgm:t>
    </dgm:pt>
    <dgm:pt modelId="{8E2EE88A-336F-4C97-B469-61622DF64CE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local_file    Läsa filer från din lokala dator</a:t>
          </a:r>
        </a:p>
      </dgm:t>
    </dgm:pt>
    <dgm:pt modelId="{FB95862D-77DC-4EF3-B666-F71FCA73AA1E}" type="parTrans" cxnId="{99B47175-59BF-4018-BFF0-9CEDF117A777}">
      <dgm:prSet/>
      <dgm:spPr/>
      <dgm:t>
        <a:bodyPr/>
        <a:lstStyle/>
        <a:p>
          <a:endParaRPr lang="en-US"/>
        </a:p>
      </dgm:t>
    </dgm:pt>
    <dgm:pt modelId="{A1D3436C-92F1-41CE-8868-28D201E90567}" type="sibTrans" cxnId="{99B47175-59BF-4018-BFF0-9CEDF117A777}">
      <dgm:prSet/>
      <dgm:spPr/>
      <dgm:t>
        <a:bodyPr/>
        <a:lstStyle/>
        <a:p>
          <a:endParaRPr lang="en-US"/>
        </a:p>
      </dgm:t>
    </dgm:pt>
    <dgm:pt modelId="{9DD632A1-1405-4AB9-92FC-50D8C1F14DD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terraform_remote_state    Läsa outputs från en annan Terraform-state</a:t>
          </a:r>
        </a:p>
      </dgm:t>
    </dgm:pt>
    <dgm:pt modelId="{23F8B93D-C62F-40B8-BF85-48367C4B3880}" type="parTrans" cxnId="{1DC8D75B-4CB6-468C-A639-67AE969A4C0B}">
      <dgm:prSet/>
      <dgm:spPr/>
      <dgm:t>
        <a:bodyPr/>
        <a:lstStyle/>
        <a:p>
          <a:endParaRPr lang="en-US"/>
        </a:p>
      </dgm:t>
    </dgm:pt>
    <dgm:pt modelId="{59AD9A7E-E99B-4A5F-8F50-4E077A7F1C7F}" type="sibTrans" cxnId="{1DC8D75B-4CB6-468C-A639-67AE969A4C0B}">
      <dgm:prSet/>
      <dgm:spPr/>
      <dgm:t>
        <a:bodyPr/>
        <a:lstStyle/>
        <a:p>
          <a:endParaRPr lang="en-US"/>
        </a:p>
      </dgm:t>
    </dgm:pt>
    <dgm:pt modelId="{39B05267-E66B-42B1-BF16-88A4A35EC90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http    Hämta data från en HTTP-endpoint</a:t>
          </a:r>
        </a:p>
      </dgm:t>
    </dgm:pt>
    <dgm:pt modelId="{0F253C02-08F3-4E2F-87CE-AD305CA7B849}" type="parTrans" cxnId="{257C20D0-88DD-43B2-B6A9-2113B304EC81}">
      <dgm:prSet/>
      <dgm:spPr/>
      <dgm:t>
        <a:bodyPr/>
        <a:lstStyle/>
        <a:p>
          <a:endParaRPr lang="en-US"/>
        </a:p>
      </dgm:t>
    </dgm:pt>
    <dgm:pt modelId="{83166053-E145-4506-BA9F-437FA2DD082E}" type="sibTrans" cxnId="{257C20D0-88DD-43B2-B6A9-2113B304EC81}">
      <dgm:prSet/>
      <dgm:spPr/>
      <dgm:t>
        <a:bodyPr/>
        <a:lstStyle/>
        <a:p>
          <a:endParaRPr lang="en-US"/>
        </a:p>
      </dgm:t>
    </dgm:pt>
    <dgm:pt modelId="{235653FE-AA84-4C03-AA98-44EE450FD78B}" type="pres">
      <dgm:prSet presAssocID="{87BF12CA-EE22-4A93-A024-E98CEC4237D3}" presName="root" presStyleCnt="0">
        <dgm:presLayoutVars>
          <dgm:dir/>
          <dgm:resizeHandles val="exact"/>
        </dgm:presLayoutVars>
      </dgm:prSet>
      <dgm:spPr/>
    </dgm:pt>
    <dgm:pt modelId="{E689A917-7502-4BCD-A271-AAA94EE98C29}" type="pres">
      <dgm:prSet presAssocID="{8E2EE88A-336F-4C97-B469-61622DF64CE0}" presName="compNode" presStyleCnt="0"/>
      <dgm:spPr/>
    </dgm:pt>
    <dgm:pt modelId="{316C3591-360B-476D-9AC0-259EC74EAEB5}" type="pres">
      <dgm:prSet presAssocID="{8E2EE88A-336F-4C97-B469-61622DF64CE0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öcker"/>
        </a:ext>
      </dgm:extLst>
    </dgm:pt>
    <dgm:pt modelId="{24E8AD89-3C61-4465-853B-545DB7824AFE}" type="pres">
      <dgm:prSet presAssocID="{8E2EE88A-336F-4C97-B469-61622DF64CE0}" presName="spaceRect" presStyleCnt="0"/>
      <dgm:spPr/>
    </dgm:pt>
    <dgm:pt modelId="{31B1EBC4-2337-4C97-BEA7-38CD591C7A03}" type="pres">
      <dgm:prSet presAssocID="{8E2EE88A-336F-4C97-B469-61622DF64CE0}" presName="textRect" presStyleLbl="revTx" presStyleIdx="0" presStyleCnt="3">
        <dgm:presLayoutVars>
          <dgm:chMax val="1"/>
          <dgm:chPref val="1"/>
        </dgm:presLayoutVars>
      </dgm:prSet>
      <dgm:spPr/>
    </dgm:pt>
    <dgm:pt modelId="{900703CF-01AF-49B7-9D78-662D4F4D4226}" type="pres">
      <dgm:prSet presAssocID="{A1D3436C-92F1-41CE-8868-28D201E90567}" presName="sibTrans" presStyleCnt="0"/>
      <dgm:spPr/>
    </dgm:pt>
    <dgm:pt modelId="{B63F296B-A28B-434F-8B06-AD3BC499ECD9}" type="pres">
      <dgm:prSet presAssocID="{9DD632A1-1405-4AB9-92FC-50D8C1F14DD7}" presName="compNode" presStyleCnt="0"/>
      <dgm:spPr/>
    </dgm:pt>
    <dgm:pt modelId="{CB668030-E1CE-4335-88B7-0C2C1C53F182}" type="pres">
      <dgm:prSet presAssocID="{9DD632A1-1405-4AB9-92FC-50D8C1F14DD7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emote control"/>
        </a:ext>
      </dgm:extLst>
    </dgm:pt>
    <dgm:pt modelId="{0D7A8BBC-7627-41A9-BC47-C06B204C1210}" type="pres">
      <dgm:prSet presAssocID="{9DD632A1-1405-4AB9-92FC-50D8C1F14DD7}" presName="spaceRect" presStyleCnt="0"/>
      <dgm:spPr/>
    </dgm:pt>
    <dgm:pt modelId="{C05B5AFB-9C5D-4A3B-871B-D2D36DA242AF}" type="pres">
      <dgm:prSet presAssocID="{9DD632A1-1405-4AB9-92FC-50D8C1F14DD7}" presName="textRect" presStyleLbl="revTx" presStyleIdx="1" presStyleCnt="3">
        <dgm:presLayoutVars>
          <dgm:chMax val="1"/>
          <dgm:chPref val="1"/>
        </dgm:presLayoutVars>
      </dgm:prSet>
      <dgm:spPr/>
    </dgm:pt>
    <dgm:pt modelId="{0959CBDB-0710-46E4-9DCD-9879AFF96956}" type="pres">
      <dgm:prSet presAssocID="{59AD9A7E-E99B-4A5F-8F50-4E077A7F1C7F}" presName="sibTrans" presStyleCnt="0"/>
      <dgm:spPr/>
    </dgm:pt>
    <dgm:pt modelId="{8681C10C-EF06-4EC9-9CF4-2CEA8A468F26}" type="pres">
      <dgm:prSet presAssocID="{39B05267-E66B-42B1-BF16-88A4A35EC90B}" presName="compNode" presStyleCnt="0"/>
      <dgm:spPr/>
    </dgm:pt>
    <dgm:pt modelId="{46056444-BD02-47B1-B9F1-D907234D1507}" type="pres">
      <dgm:prSet presAssocID="{39B05267-E66B-42B1-BF16-88A4A35EC90B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"/>
        </a:ext>
      </dgm:extLst>
    </dgm:pt>
    <dgm:pt modelId="{D31E7F39-ED76-4BC7-AB27-241B940CCC45}" type="pres">
      <dgm:prSet presAssocID="{39B05267-E66B-42B1-BF16-88A4A35EC90B}" presName="spaceRect" presStyleCnt="0"/>
      <dgm:spPr/>
    </dgm:pt>
    <dgm:pt modelId="{BEB45CB2-44F7-47A8-99D6-90EDD5CD3D0F}" type="pres">
      <dgm:prSet presAssocID="{39B05267-E66B-42B1-BF16-88A4A35EC90B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1DC8D75B-4CB6-468C-A639-67AE969A4C0B}" srcId="{87BF12CA-EE22-4A93-A024-E98CEC4237D3}" destId="{9DD632A1-1405-4AB9-92FC-50D8C1F14DD7}" srcOrd="1" destOrd="0" parTransId="{23F8B93D-C62F-40B8-BF85-48367C4B3880}" sibTransId="{59AD9A7E-E99B-4A5F-8F50-4E077A7F1C7F}"/>
    <dgm:cxn modelId="{99B47175-59BF-4018-BFF0-9CEDF117A777}" srcId="{87BF12CA-EE22-4A93-A024-E98CEC4237D3}" destId="{8E2EE88A-336F-4C97-B469-61622DF64CE0}" srcOrd="0" destOrd="0" parTransId="{FB95862D-77DC-4EF3-B666-F71FCA73AA1E}" sibTransId="{A1D3436C-92F1-41CE-8868-28D201E90567}"/>
    <dgm:cxn modelId="{E1A1369C-D962-48B4-A58C-27D5A45D9DE7}" type="presOf" srcId="{39B05267-E66B-42B1-BF16-88A4A35EC90B}" destId="{BEB45CB2-44F7-47A8-99D6-90EDD5CD3D0F}" srcOrd="0" destOrd="0" presId="urn:microsoft.com/office/officeart/2018/2/layout/IconLabelList"/>
    <dgm:cxn modelId="{333663C7-ADC0-4D04-BCEC-1A02896F6C41}" type="presOf" srcId="{9DD632A1-1405-4AB9-92FC-50D8C1F14DD7}" destId="{C05B5AFB-9C5D-4A3B-871B-D2D36DA242AF}" srcOrd="0" destOrd="0" presId="urn:microsoft.com/office/officeart/2018/2/layout/IconLabelList"/>
    <dgm:cxn modelId="{257C20D0-88DD-43B2-B6A9-2113B304EC81}" srcId="{87BF12CA-EE22-4A93-A024-E98CEC4237D3}" destId="{39B05267-E66B-42B1-BF16-88A4A35EC90B}" srcOrd="2" destOrd="0" parTransId="{0F253C02-08F3-4E2F-87CE-AD305CA7B849}" sibTransId="{83166053-E145-4506-BA9F-437FA2DD082E}"/>
    <dgm:cxn modelId="{00926AEA-D1A7-455F-8728-2EA629A64B46}" type="presOf" srcId="{8E2EE88A-336F-4C97-B469-61622DF64CE0}" destId="{31B1EBC4-2337-4C97-BEA7-38CD591C7A03}" srcOrd="0" destOrd="0" presId="urn:microsoft.com/office/officeart/2018/2/layout/IconLabelList"/>
    <dgm:cxn modelId="{55F674FA-5224-404C-95FA-7355BCDB59A8}" type="presOf" srcId="{87BF12CA-EE22-4A93-A024-E98CEC4237D3}" destId="{235653FE-AA84-4C03-AA98-44EE450FD78B}" srcOrd="0" destOrd="0" presId="urn:microsoft.com/office/officeart/2018/2/layout/IconLabelList"/>
    <dgm:cxn modelId="{AB31F82D-CBC4-4C97-B211-E0E829E2681A}" type="presParOf" srcId="{235653FE-AA84-4C03-AA98-44EE450FD78B}" destId="{E689A917-7502-4BCD-A271-AAA94EE98C29}" srcOrd="0" destOrd="0" presId="urn:microsoft.com/office/officeart/2018/2/layout/IconLabelList"/>
    <dgm:cxn modelId="{28C2AD41-C382-42C8-B7A8-2D277BE62C36}" type="presParOf" srcId="{E689A917-7502-4BCD-A271-AAA94EE98C29}" destId="{316C3591-360B-476D-9AC0-259EC74EAEB5}" srcOrd="0" destOrd="0" presId="urn:microsoft.com/office/officeart/2018/2/layout/IconLabelList"/>
    <dgm:cxn modelId="{3ECBB8D6-5964-4CDB-9F82-AB63FEEFDAA4}" type="presParOf" srcId="{E689A917-7502-4BCD-A271-AAA94EE98C29}" destId="{24E8AD89-3C61-4465-853B-545DB7824AFE}" srcOrd="1" destOrd="0" presId="urn:microsoft.com/office/officeart/2018/2/layout/IconLabelList"/>
    <dgm:cxn modelId="{CBA8E768-E6C2-49F3-A4FC-C2C126B647A7}" type="presParOf" srcId="{E689A917-7502-4BCD-A271-AAA94EE98C29}" destId="{31B1EBC4-2337-4C97-BEA7-38CD591C7A03}" srcOrd="2" destOrd="0" presId="urn:microsoft.com/office/officeart/2018/2/layout/IconLabelList"/>
    <dgm:cxn modelId="{805EF5D0-9460-46A8-A312-84D9804B3A66}" type="presParOf" srcId="{235653FE-AA84-4C03-AA98-44EE450FD78B}" destId="{900703CF-01AF-49B7-9D78-662D4F4D4226}" srcOrd="1" destOrd="0" presId="urn:microsoft.com/office/officeart/2018/2/layout/IconLabelList"/>
    <dgm:cxn modelId="{ED867455-4E75-4A86-9446-6E73C0AF6578}" type="presParOf" srcId="{235653FE-AA84-4C03-AA98-44EE450FD78B}" destId="{B63F296B-A28B-434F-8B06-AD3BC499ECD9}" srcOrd="2" destOrd="0" presId="urn:microsoft.com/office/officeart/2018/2/layout/IconLabelList"/>
    <dgm:cxn modelId="{C88574F8-1D06-4F0E-9EF1-1394A3AE26D6}" type="presParOf" srcId="{B63F296B-A28B-434F-8B06-AD3BC499ECD9}" destId="{CB668030-E1CE-4335-88B7-0C2C1C53F182}" srcOrd="0" destOrd="0" presId="urn:microsoft.com/office/officeart/2018/2/layout/IconLabelList"/>
    <dgm:cxn modelId="{5CE61789-9F02-4522-98DA-A4D5CA479890}" type="presParOf" srcId="{B63F296B-A28B-434F-8B06-AD3BC499ECD9}" destId="{0D7A8BBC-7627-41A9-BC47-C06B204C1210}" srcOrd="1" destOrd="0" presId="urn:microsoft.com/office/officeart/2018/2/layout/IconLabelList"/>
    <dgm:cxn modelId="{69C730AA-AD5A-4B66-BC40-65644CEE616B}" type="presParOf" srcId="{B63F296B-A28B-434F-8B06-AD3BC499ECD9}" destId="{C05B5AFB-9C5D-4A3B-871B-D2D36DA242AF}" srcOrd="2" destOrd="0" presId="urn:microsoft.com/office/officeart/2018/2/layout/IconLabelList"/>
    <dgm:cxn modelId="{7CB5EEF2-7E48-43A6-A064-405FA09A569F}" type="presParOf" srcId="{235653FE-AA84-4C03-AA98-44EE450FD78B}" destId="{0959CBDB-0710-46E4-9DCD-9879AFF96956}" srcOrd="3" destOrd="0" presId="urn:microsoft.com/office/officeart/2018/2/layout/IconLabelList"/>
    <dgm:cxn modelId="{05CA1081-F008-4A61-975B-DE14C990A307}" type="presParOf" srcId="{235653FE-AA84-4C03-AA98-44EE450FD78B}" destId="{8681C10C-EF06-4EC9-9CF4-2CEA8A468F26}" srcOrd="4" destOrd="0" presId="urn:microsoft.com/office/officeart/2018/2/layout/IconLabelList"/>
    <dgm:cxn modelId="{105122B2-1F4F-4B08-82C9-1D46B5082314}" type="presParOf" srcId="{8681C10C-EF06-4EC9-9CF4-2CEA8A468F26}" destId="{46056444-BD02-47B1-B9F1-D907234D1507}" srcOrd="0" destOrd="0" presId="urn:microsoft.com/office/officeart/2018/2/layout/IconLabelList"/>
    <dgm:cxn modelId="{587DFABE-02DD-4239-BF48-21CAA75C57B4}" type="presParOf" srcId="{8681C10C-EF06-4EC9-9CF4-2CEA8A468F26}" destId="{D31E7F39-ED76-4BC7-AB27-241B940CCC45}" srcOrd="1" destOrd="0" presId="urn:microsoft.com/office/officeart/2018/2/layout/IconLabelList"/>
    <dgm:cxn modelId="{287E6D7A-9C3F-44BF-AF16-0E1D63B32A76}" type="presParOf" srcId="{8681C10C-EF06-4EC9-9CF4-2CEA8A468F26}" destId="{BEB45CB2-44F7-47A8-99D6-90EDD5CD3D0F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DD10B80-BE9F-4CFF-A003-1F3FC8CABE3F}" type="doc">
      <dgm:prSet loTypeId="urn:microsoft.com/office/officeart/2005/8/layout/default" loCatId="list" qsTypeId="urn:microsoft.com/office/officeart/2005/8/quickstyle/simple1#146" qsCatId="simple" csTypeId="urn:microsoft.com/office/officeart/2005/8/colors/accent1_2#41" csCatId="accent1"/>
      <dgm:spPr/>
      <dgm:t>
        <a:bodyPr/>
        <a:lstStyle/>
        <a:p>
          <a:endParaRPr lang="en-US"/>
        </a:p>
      </dgm:t>
    </dgm:pt>
    <dgm:pt modelId="{747284B9-112F-4013-859A-5EFC45834D64}">
      <dgm:prSet/>
      <dgm:spPr/>
      <dgm:t>
        <a:bodyPr/>
        <a:lstStyle/>
        <a:p>
          <a:r>
            <a:rPr lang="en-US" dirty="0" err="1"/>
            <a:t>Variabler</a:t>
          </a:r>
          <a:r>
            <a:rPr lang="en-US" dirty="0"/>
            <a:t>: </a:t>
          </a:r>
          <a:r>
            <a:rPr lang="en-US" dirty="0" err="1"/>
            <a:t>Gör</a:t>
          </a:r>
          <a:r>
            <a:rPr lang="en-US" dirty="0"/>
            <a:t> din </a:t>
          </a:r>
          <a:r>
            <a:rPr lang="en-US" dirty="0" err="1"/>
            <a:t>kod</a:t>
          </a:r>
          <a:r>
            <a:rPr lang="en-US" dirty="0"/>
            <a:t> </a:t>
          </a:r>
          <a:r>
            <a:rPr lang="en-US" dirty="0" err="1"/>
            <a:t>flexibel</a:t>
          </a:r>
          <a:r>
            <a:rPr lang="en-US" dirty="0"/>
            <a:t> och </a:t>
          </a:r>
          <a:r>
            <a:rPr lang="en-US" dirty="0" err="1"/>
            <a:t>återanvändbar</a:t>
          </a:r>
          <a:r>
            <a:rPr lang="en-US" dirty="0"/>
            <a:t> med variable-block</a:t>
          </a:r>
        </a:p>
      </dgm:t>
    </dgm:pt>
    <dgm:pt modelId="{E69E2E48-1073-4FDD-A187-1DC1750EBEC6}" type="parTrans" cxnId="{77A8ABAF-C99E-41FF-8029-6DA2F347EEE5}">
      <dgm:prSet/>
      <dgm:spPr/>
      <dgm:t>
        <a:bodyPr/>
        <a:lstStyle/>
        <a:p>
          <a:endParaRPr lang="en-US"/>
        </a:p>
      </dgm:t>
    </dgm:pt>
    <dgm:pt modelId="{8C8FE4F8-926E-40FE-AD38-1A156D10EDF3}" type="sibTrans" cxnId="{77A8ABAF-C99E-41FF-8029-6DA2F347EEE5}">
      <dgm:prSet/>
      <dgm:spPr/>
      <dgm:t>
        <a:bodyPr/>
        <a:lstStyle/>
        <a:p>
          <a:endParaRPr lang="en-US"/>
        </a:p>
      </dgm:t>
    </dgm:pt>
    <dgm:pt modelId="{71C9992E-16A5-4878-96EC-9BDD133D5E13}">
      <dgm:prSet/>
      <dgm:spPr/>
      <dgm:t>
        <a:bodyPr/>
        <a:lstStyle/>
        <a:p>
          <a:r>
            <a:rPr lang="en-US" dirty="0"/>
            <a:t>Outputs: Visa </a:t>
          </a:r>
          <a:r>
            <a:rPr lang="en-US" dirty="0" err="1"/>
            <a:t>vad</a:t>
          </a:r>
          <a:r>
            <a:rPr lang="en-US" dirty="0"/>
            <a:t> du </a:t>
          </a:r>
          <a:r>
            <a:rPr lang="en-US" dirty="0" err="1"/>
            <a:t>har</a:t>
          </a:r>
          <a:r>
            <a:rPr lang="en-US" dirty="0"/>
            <a:t> </a:t>
          </a:r>
          <a:r>
            <a:rPr lang="en-US" dirty="0" err="1"/>
            <a:t>skapat</a:t>
          </a:r>
          <a:r>
            <a:rPr lang="en-US" dirty="0"/>
            <a:t> med output-block</a:t>
          </a:r>
        </a:p>
      </dgm:t>
    </dgm:pt>
    <dgm:pt modelId="{684807CF-19EF-47A1-9DCA-29DBB7E6E933}" type="parTrans" cxnId="{C99A7F76-87D6-451E-A95E-852EA39DDF44}">
      <dgm:prSet/>
      <dgm:spPr/>
      <dgm:t>
        <a:bodyPr/>
        <a:lstStyle/>
        <a:p>
          <a:endParaRPr lang="en-US"/>
        </a:p>
      </dgm:t>
    </dgm:pt>
    <dgm:pt modelId="{DD32958A-1128-4DE7-A4DB-E442F0E44957}" type="sibTrans" cxnId="{C99A7F76-87D6-451E-A95E-852EA39DDF44}">
      <dgm:prSet/>
      <dgm:spPr/>
      <dgm:t>
        <a:bodyPr/>
        <a:lstStyle/>
        <a:p>
          <a:endParaRPr lang="en-US"/>
        </a:p>
      </dgm:t>
    </dgm:pt>
    <dgm:pt modelId="{7D6D31A0-CEEF-4FDE-8A09-8DF5ED68FE48}">
      <dgm:prSet/>
      <dgm:spPr/>
      <dgm:t>
        <a:bodyPr/>
        <a:lstStyle/>
        <a:p>
          <a:r>
            <a:rPr lang="en-US" dirty="0"/>
            <a:t>Data sources: </a:t>
          </a:r>
          <a:r>
            <a:rPr lang="en-US" dirty="0" err="1"/>
            <a:t>Läs</a:t>
          </a:r>
          <a:r>
            <a:rPr lang="en-US" dirty="0"/>
            <a:t> </a:t>
          </a:r>
          <a:r>
            <a:rPr lang="en-US" dirty="0" err="1"/>
            <a:t>befintlig</a:t>
          </a:r>
          <a:r>
            <a:rPr lang="en-US" dirty="0"/>
            <a:t> information </a:t>
          </a:r>
          <a:r>
            <a:rPr lang="en-US" dirty="0" err="1"/>
            <a:t>från</a:t>
          </a:r>
          <a:r>
            <a:rPr lang="en-US" dirty="0"/>
            <a:t> filer </a:t>
          </a:r>
          <a:r>
            <a:rPr lang="en-US" dirty="0" err="1"/>
            <a:t>eller</a:t>
          </a:r>
          <a:r>
            <a:rPr lang="en-US" dirty="0"/>
            <a:t> </a:t>
          </a:r>
          <a:r>
            <a:rPr lang="en-US" dirty="0" err="1"/>
            <a:t>andra</a:t>
          </a:r>
          <a:r>
            <a:rPr lang="en-US" dirty="0"/>
            <a:t> </a:t>
          </a:r>
          <a:r>
            <a:rPr lang="en-US" dirty="0" err="1"/>
            <a:t>källor</a:t>
          </a:r>
        </a:p>
      </dgm:t>
    </dgm:pt>
    <dgm:pt modelId="{5176A293-0FC1-46AC-8363-E7FFCD5D12F1}" type="parTrans" cxnId="{CB15D0E6-8C1C-430D-AA3A-F11C8E1A108E}">
      <dgm:prSet/>
      <dgm:spPr/>
      <dgm:t>
        <a:bodyPr/>
        <a:lstStyle/>
        <a:p>
          <a:endParaRPr lang="en-US"/>
        </a:p>
      </dgm:t>
    </dgm:pt>
    <dgm:pt modelId="{E382D59E-7F3A-483C-9DF5-D9E58D04F854}" type="sibTrans" cxnId="{CB15D0E6-8C1C-430D-AA3A-F11C8E1A108E}">
      <dgm:prSet/>
      <dgm:spPr/>
      <dgm:t>
        <a:bodyPr/>
        <a:lstStyle/>
        <a:p>
          <a:endParaRPr lang="en-US"/>
        </a:p>
      </dgm:t>
    </dgm:pt>
    <dgm:pt modelId="{DF59C6D7-E7AA-4D74-A01A-B47CB87BF2B6}">
      <dgm:prSet/>
      <dgm:spPr/>
      <dgm:t>
        <a:bodyPr/>
        <a:lstStyle/>
        <a:p>
          <a:r>
            <a:rPr lang="en-US" dirty="0"/>
            <a:t>Terraform State: Terraforms "</a:t>
          </a:r>
          <a:r>
            <a:rPr lang="en-US" dirty="0" err="1"/>
            <a:t>minne</a:t>
          </a:r>
          <a:r>
            <a:rPr lang="en-US" dirty="0"/>
            <a:t>" – </a:t>
          </a:r>
          <a:r>
            <a:rPr lang="en-US" dirty="0" err="1"/>
            <a:t>håller</a:t>
          </a:r>
          <a:r>
            <a:rPr lang="en-US" dirty="0"/>
            <a:t> </a:t>
          </a:r>
          <a:r>
            <a:rPr lang="en-US" dirty="0" err="1"/>
            <a:t>reda</a:t>
          </a:r>
          <a:r>
            <a:rPr lang="en-US" dirty="0"/>
            <a:t> </a:t>
          </a:r>
          <a:r>
            <a:rPr lang="en-US" dirty="0" err="1"/>
            <a:t>på</a:t>
          </a:r>
          <a:r>
            <a:rPr lang="en-US" dirty="0"/>
            <a:t> </a:t>
          </a:r>
          <a:r>
            <a:rPr lang="en-US" dirty="0" err="1"/>
            <a:t>skapade</a:t>
          </a:r>
          <a:r>
            <a:rPr lang="en-US" dirty="0"/>
            <a:t> </a:t>
          </a:r>
          <a:r>
            <a:rPr lang="en-US" dirty="0" err="1"/>
            <a:t>resurser</a:t>
          </a:r>
        </a:p>
      </dgm:t>
    </dgm:pt>
    <dgm:pt modelId="{D23D1047-88C4-4EC9-BDD4-41764DAB9670}" type="parTrans" cxnId="{A37B78A1-76A8-4FF3-A44D-D44061872E7E}">
      <dgm:prSet/>
      <dgm:spPr/>
      <dgm:t>
        <a:bodyPr/>
        <a:lstStyle/>
        <a:p>
          <a:endParaRPr lang="en-US"/>
        </a:p>
      </dgm:t>
    </dgm:pt>
    <dgm:pt modelId="{82BA9B9A-1F6B-4145-A302-C3D6B8B47172}" type="sibTrans" cxnId="{A37B78A1-76A8-4FF3-A44D-D44061872E7E}">
      <dgm:prSet/>
      <dgm:spPr/>
      <dgm:t>
        <a:bodyPr/>
        <a:lstStyle/>
        <a:p>
          <a:endParaRPr lang="en-US"/>
        </a:p>
      </dgm:t>
    </dgm:pt>
    <dgm:pt modelId="{D48F4187-C365-47C2-ADAA-0ED25BB9AE4A}">
      <dgm:prSet/>
      <dgm:spPr/>
      <dgm:t>
        <a:bodyPr/>
        <a:lstStyle/>
        <a:p>
          <a:r>
            <a:rPr lang="en-US" dirty="0"/>
            <a:t>Remote Backend: Dela state med </a:t>
          </a:r>
          <a:r>
            <a:rPr lang="en-US" dirty="0" err="1"/>
            <a:t>teamet</a:t>
          </a:r>
          <a:r>
            <a:rPr lang="en-US" dirty="0"/>
            <a:t>, state-locking och </a:t>
          </a:r>
          <a:r>
            <a:rPr lang="en-US" dirty="0" err="1"/>
            <a:t>kryptering</a:t>
          </a:r>
        </a:p>
      </dgm:t>
    </dgm:pt>
    <dgm:pt modelId="{76FE0175-BBEF-4397-8AD6-CDE9B4C0E6C8}" type="parTrans" cxnId="{38786D1B-FB86-431F-8B74-F5D67929C37F}">
      <dgm:prSet/>
      <dgm:spPr/>
      <dgm:t>
        <a:bodyPr/>
        <a:lstStyle/>
        <a:p>
          <a:endParaRPr lang="en-US"/>
        </a:p>
      </dgm:t>
    </dgm:pt>
    <dgm:pt modelId="{F5FC7339-9717-4F90-AC6D-E400D622A840}" type="sibTrans" cxnId="{38786D1B-FB86-431F-8B74-F5D67929C37F}">
      <dgm:prSet/>
      <dgm:spPr/>
      <dgm:t>
        <a:bodyPr/>
        <a:lstStyle/>
        <a:p>
          <a:endParaRPr lang="en-US"/>
        </a:p>
      </dgm:t>
    </dgm:pt>
    <dgm:pt modelId="{BA1E0E0E-217B-488D-9D46-77754168F5C1}">
      <dgm:prSet/>
      <dgm:spPr/>
      <dgm:t>
        <a:bodyPr/>
        <a:lstStyle/>
        <a:p>
          <a:r>
            <a:rPr lang="en-US" dirty="0"/>
            <a:t>Lifecycle-</a:t>
          </a:r>
          <a:r>
            <a:rPr lang="en-US" dirty="0" err="1"/>
            <a:t>regler</a:t>
          </a:r>
          <a:r>
            <a:rPr lang="en-US" dirty="0"/>
            <a:t>: </a:t>
          </a:r>
          <a:r>
            <a:rPr lang="en-US" dirty="0" err="1"/>
            <a:t>Skydda</a:t>
          </a:r>
          <a:r>
            <a:rPr lang="en-US" dirty="0"/>
            <a:t> </a:t>
          </a:r>
          <a:r>
            <a:rPr lang="en-US" dirty="0" err="1"/>
            <a:t>viktiga</a:t>
          </a:r>
          <a:r>
            <a:rPr lang="en-US" dirty="0"/>
            <a:t> </a:t>
          </a:r>
          <a:r>
            <a:rPr lang="en-US" dirty="0" err="1"/>
            <a:t>resurser</a:t>
          </a:r>
          <a:r>
            <a:rPr lang="en-US" dirty="0"/>
            <a:t> </a:t>
          </a:r>
          <a:r>
            <a:rPr lang="en-US" dirty="0" err="1"/>
            <a:t>från</a:t>
          </a:r>
          <a:r>
            <a:rPr lang="en-US" dirty="0"/>
            <a:t> </a:t>
          </a:r>
          <a:r>
            <a:rPr lang="en-US" dirty="0" err="1"/>
            <a:t>oavsiktlig</a:t>
          </a:r>
          <a:r>
            <a:rPr lang="en-US" dirty="0"/>
            <a:t> </a:t>
          </a:r>
          <a:r>
            <a:rPr lang="en-US" dirty="0" err="1"/>
            <a:t>radering</a:t>
          </a:r>
        </a:p>
      </dgm:t>
    </dgm:pt>
    <dgm:pt modelId="{A0959368-D3B5-4164-9E4F-ECA24B33DC17}" type="parTrans" cxnId="{2129C97A-D32D-4035-A97A-E12112E42189}">
      <dgm:prSet/>
      <dgm:spPr/>
      <dgm:t>
        <a:bodyPr/>
        <a:lstStyle/>
        <a:p>
          <a:endParaRPr lang="en-US"/>
        </a:p>
      </dgm:t>
    </dgm:pt>
    <dgm:pt modelId="{9392BBCB-735A-47DC-9FFA-03E3CDDD1C1A}" type="sibTrans" cxnId="{2129C97A-D32D-4035-A97A-E12112E42189}">
      <dgm:prSet/>
      <dgm:spPr/>
      <dgm:t>
        <a:bodyPr/>
        <a:lstStyle/>
        <a:p>
          <a:endParaRPr lang="en-US"/>
        </a:p>
      </dgm:t>
    </dgm:pt>
    <dgm:pt modelId="{C6E0D5F7-ED49-44AB-AFF0-A2A0CF100ADC}" type="pres">
      <dgm:prSet presAssocID="{8DD10B80-BE9F-4CFF-A003-1F3FC8CABE3F}" presName="diagram" presStyleCnt="0">
        <dgm:presLayoutVars>
          <dgm:dir/>
          <dgm:resizeHandles val="exact"/>
        </dgm:presLayoutVars>
      </dgm:prSet>
      <dgm:spPr/>
    </dgm:pt>
    <dgm:pt modelId="{956F38A5-1B66-4B0C-AF2C-A6A18EB9CE00}" type="pres">
      <dgm:prSet presAssocID="{747284B9-112F-4013-859A-5EFC45834D64}" presName="node" presStyleLbl="node1" presStyleIdx="0" presStyleCnt="6">
        <dgm:presLayoutVars>
          <dgm:bulletEnabled val="1"/>
        </dgm:presLayoutVars>
      </dgm:prSet>
      <dgm:spPr/>
    </dgm:pt>
    <dgm:pt modelId="{784EADA5-9D2B-46D3-BB33-EFEC4A781741}" type="pres">
      <dgm:prSet presAssocID="{8C8FE4F8-926E-40FE-AD38-1A156D10EDF3}" presName="sibTrans" presStyleCnt="0"/>
      <dgm:spPr/>
    </dgm:pt>
    <dgm:pt modelId="{66EAD4AF-2179-4296-9738-B4936AFF28E8}" type="pres">
      <dgm:prSet presAssocID="{71C9992E-16A5-4878-96EC-9BDD133D5E13}" presName="node" presStyleLbl="node1" presStyleIdx="1" presStyleCnt="6">
        <dgm:presLayoutVars>
          <dgm:bulletEnabled val="1"/>
        </dgm:presLayoutVars>
      </dgm:prSet>
      <dgm:spPr/>
    </dgm:pt>
    <dgm:pt modelId="{3E529F65-368E-436C-86C3-20AC69C1A381}" type="pres">
      <dgm:prSet presAssocID="{DD32958A-1128-4DE7-A4DB-E442F0E44957}" presName="sibTrans" presStyleCnt="0"/>
      <dgm:spPr/>
    </dgm:pt>
    <dgm:pt modelId="{35E6293F-C82F-430D-AC72-175F62315466}" type="pres">
      <dgm:prSet presAssocID="{7D6D31A0-CEEF-4FDE-8A09-8DF5ED68FE48}" presName="node" presStyleLbl="node1" presStyleIdx="2" presStyleCnt="6">
        <dgm:presLayoutVars>
          <dgm:bulletEnabled val="1"/>
        </dgm:presLayoutVars>
      </dgm:prSet>
      <dgm:spPr/>
    </dgm:pt>
    <dgm:pt modelId="{99FD6E12-D0DE-4D35-BF57-DD4E64F65DE1}" type="pres">
      <dgm:prSet presAssocID="{E382D59E-7F3A-483C-9DF5-D9E58D04F854}" presName="sibTrans" presStyleCnt="0"/>
      <dgm:spPr/>
    </dgm:pt>
    <dgm:pt modelId="{704BDE09-8EF4-40B9-8CD1-48E66A7BF5FC}" type="pres">
      <dgm:prSet presAssocID="{DF59C6D7-E7AA-4D74-A01A-B47CB87BF2B6}" presName="node" presStyleLbl="node1" presStyleIdx="3" presStyleCnt="6">
        <dgm:presLayoutVars>
          <dgm:bulletEnabled val="1"/>
        </dgm:presLayoutVars>
      </dgm:prSet>
      <dgm:spPr/>
    </dgm:pt>
    <dgm:pt modelId="{0F89D724-CD96-4D73-A328-F8BE6CA1BC36}" type="pres">
      <dgm:prSet presAssocID="{82BA9B9A-1F6B-4145-A302-C3D6B8B47172}" presName="sibTrans" presStyleCnt="0"/>
      <dgm:spPr/>
    </dgm:pt>
    <dgm:pt modelId="{01DC781D-49AD-4BCA-AD80-49F8E4C70E3A}" type="pres">
      <dgm:prSet presAssocID="{D48F4187-C365-47C2-ADAA-0ED25BB9AE4A}" presName="node" presStyleLbl="node1" presStyleIdx="4" presStyleCnt="6">
        <dgm:presLayoutVars>
          <dgm:bulletEnabled val="1"/>
        </dgm:presLayoutVars>
      </dgm:prSet>
      <dgm:spPr/>
    </dgm:pt>
    <dgm:pt modelId="{E6ABB57F-BD8E-444A-95DF-8D2E60D93723}" type="pres">
      <dgm:prSet presAssocID="{F5FC7339-9717-4F90-AC6D-E400D622A840}" presName="sibTrans" presStyleCnt="0"/>
      <dgm:spPr/>
    </dgm:pt>
    <dgm:pt modelId="{03904437-2423-4011-A36F-389082F66C9D}" type="pres">
      <dgm:prSet presAssocID="{BA1E0E0E-217B-488D-9D46-77754168F5C1}" presName="node" presStyleLbl="node1" presStyleIdx="5" presStyleCnt="6">
        <dgm:presLayoutVars>
          <dgm:bulletEnabled val="1"/>
        </dgm:presLayoutVars>
      </dgm:prSet>
      <dgm:spPr/>
    </dgm:pt>
  </dgm:ptLst>
  <dgm:cxnLst>
    <dgm:cxn modelId="{38786D1B-FB86-431F-8B74-F5D67929C37F}" srcId="{8DD10B80-BE9F-4CFF-A003-1F3FC8CABE3F}" destId="{D48F4187-C365-47C2-ADAA-0ED25BB9AE4A}" srcOrd="4" destOrd="0" parTransId="{76FE0175-BBEF-4397-8AD6-CDE9B4C0E6C8}" sibTransId="{F5FC7339-9717-4F90-AC6D-E400D622A840}"/>
    <dgm:cxn modelId="{9472A92B-4E43-47E8-8AFB-D3C93188C5C2}" type="presOf" srcId="{747284B9-112F-4013-859A-5EFC45834D64}" destId="{956F38A5-1B66-4B0C-AF2C-A6A18EB9CE00}" srcOrd="0" destOrd="0" presId="urn:microsoft.com/office/officeart/2005/8/layout/default"/>
    <dgm:cxn modelId="{81807762-E4D6-4FF4-BA7A-8CDD09207283}" type="presOf" srcId="{7D6D31A0-CEEF-4FDE-8A09-8DF5ED68FE48}" destId="{35E6293F-C82F-430D-AC72-175F62315466}" srcOrd="0" destOrd="0" presId="urn:microsoft.com/office/officeart/2005/8/layout/default"/>
    <dgm:cxn modelId="{E5A6F16A-4E86-42AA-9817-6557D4D8D37A}" type="presOf" srcId="{8DD10B80-BE9F-4CFF-A003-1F3FC8CABE3F}" destId="{C6E0D5F7-ED49-44AB-AFF0-A2A0CF100ADC}" srcOrd="0" destOrd="0" presId="urn:microsoft.com/office/officeart/2005/8/layout/default"/>
    <dgm:cxn modelId="{C99A7F76-87D6-451E-A95E-852EA39DDF44}" srcId="{8DD10B80-BE9F-4CFF-A003-1F3FC8CABE3F}" destId="{71C9992E-16A5-4878-96EC-9BDD133D5E13}" srcOrd="1" destOrd="0" parTransId="{684807CF-19EF-47A1-9DCA-29DBB7E6E933}" sibTransId="{DD32958A-1128-4DE7-A4DB-E442F0E44957}"/>
    <dgm:cxn modelId="{549B8077-444A-461E-941F-530D92AD949C}" type="presOf" srcId="{71C9992E-16A5-4878-96EC-9BDD133D5E13}" destId="{66EAD4AF-2179-4296-9738-B4936AFF28E8}" srcOrd="0" destOrd="0" presId="urn:microsoft.com/office/officeart/2005/8/layout/default"/>
    <dgm:cxn modelId="{2129C97A-D32D-4035-A97A-E12112E42189}" srcId="{8DD10B80-BE9F-4CFF-A003-1F3FC8CABE3F}" destId="{BA1E0E0E-217B-488D-9D46-77754168F5C1}" srcOrd="5" destOrd="0" parTransId="{A0959368-D3B5-4164-9E4F-ECA24B33DC17}" sibTransId="{9392BBCB-735A-47DC-9FFA-03E3CDDD1C1A}"/>
    <dgm:cxn modelId="{A37B78A1-76A8-4FF3-A44D-D44061872E7E}" srcId="{8DD10B80-BE9F-4CFF-A003-1F3FC8CABE3F}" destId="{DF59C6D7-E7AA-4D74-A01A-B47CB87BF2B6}" srcOrd="3" destOrd="0" parTransId="{D23D1047-88C4-4EC9-BDD4-41764DAB9670}" sibTransId="{82BA9B9A-1F6B-4145-A302-C3D6B8B47172}"/>
    <dgm:cxn modelId="{77A8ABAF-C99E-41FF-8029-6DA2F347EEE5}" srcId="{8DD10B80-BE9F-4CFF-A003-1F3FC8CABE3F}" destId="{747284B9-112F-4013-859A-5EFC45834D64}" srcOrd="0" destOrd="0" parTransId="{E69E2E48-1073-4FDD-A187-1DC1750EBEC6}" sibTransId="{8C8FE4F8-926E-40FE-AD38-1A156D10EDF3}"/>
    <dgm:cxn modelId="{262928C0-8C6A-481A-9BA8-B9634EDCB8CB}" type="presOf" srcId="{BA1E0E0E-217B-488D-9D46-77754168F5C1}" destId="{03904437-2423-4011-A36F-389082F66C9D}" srcOrd="0" destOrd="0" presId="urn:microsoft.com/office/officeart/2005/8/layout/default"/>
    <dgm:cxn modelId="{82B1CEC0-D652-48F3-80AE-D08C1D1AAE86}" type="presOf" srcId="{DF59C6D7-E7AA-4D74-A01A-B47CB87BF2B6}" destId="{704BDE09-8EF4-40B9-8CD1-48E66A7BF5FC}" srcOrd="0" destOrd="0" presId="urn:microsoft.com/office/officeart/2005/8/layout/default"/>
    <dgm:cxn modelId="{CB15D0E6-8C1C-430D-AA3A-F11C8E1A108E}" srcId="{8DD10B80-BE9F-4CFF-A003-1F3FC8CABE3F}" destId="{7D6D31A0-CEEF-4FDE-8A09-8DF5ED68FE48}" srcOrd="2" destOrd="0" parTransId="{5176A293-0FC1-46AC-8363-E7FFCD5D12F1}" sibTransId="{E382D59E-7F3A-483C-9DF5-D9E58D04F854}"/>
    <dgm:cxn modelId="{1BBB12F3-DEEB-4340-9DA4-8B1FF0EE10F0}" type="presOf" srcId="{D48F4187-C365-47C2-ADAA-0ED25BB9AE4A}" destId="{01DC781D-49AD-4BCA-AD80-49F8E4C70E3A}" srcOrd="0" destOrd="0" presId="urn:microsoft.com/office/officeart/2005/8/layout/default"/>
    <dgm:cxn modelId="{F555A594-D72B-4920-845D-85310DB67DAF}" type="presParOf" srcId="{C6E0D5F7-ED49-44AB-AFF0-A2A0CF100ADC}" destId="{956F38A5-1B66-4B0C-AF2C-A6A18EB9CE00}" srcOrd="0" destOrd="0" presId="urn:microsoft.com/office/officeart/2005/8/layout/default"/>
    <dgm:cxn modelId="{59E53E42-4811-45A3-AFE6-A033C5BF6AF6}" type="presParOf" srcId="{C6E0D5F7-ED49-44AB-AFF0-A2A0CF100ADC}" destId="{784EADA5-9D2B-46D3-BB33-EFEC4A781741}" srcOrd="1" destOrd="0" presId="urn:microsoft.com/office/officeart/2005/8/layout/default"/>
    <dgm:cxn modelId="{E3779346-D143-4D7E-9199-DA0A4C06F806}" type="presParOf" srcId="{C6E0D5F7-ED49-44AB-AFF0-A2A0CF100ADC}" destId="{66EAD4AF-2179-4296-9738-B4936AFF28E8}" srcOrd="2" destOrd="0" presId="urn:microsoft.com/office/officeart/2005/8/layout/default"/>
    <dgm:cxn modelId="{4FB9671F-D435-46E3-A905-1C3D2ACE50E9}" type="presParOf" srcId="{C6E0D5F7-ED49-44AB-AFF0-A2A0CF100ADC}" destId="{3E529F65-368E-436C-86C3-20AC69C1A381}" srcOrd="3" destOrd="0" presId="urn:microsoft.com/office/officeart/2005/8/layout/default"/>
    <dgm:cxn modelId="{10BB7CFD-89C2-4F4E-95D8-2D6CD5676B2B}" type="presParOf" srcId="{C6E0D5F7-ED49-44AB-AFF0-A2A0CF100ADC}" destId="{35E6293F-C82F-430D-AC72-175F62315466}" srcOrd="4" destOrd="0" presId="urn:microsoft.com/office/officeart/2005/8/layout/default"/>
    <dgm:cxn modelId="{2AFCD9D9-5016-4413-80DF-FF064CEC1AD9}" type="presParOf" srcId="{C6E0D5F7-ED49-44AB-AFF0-A2A0CF100ADC}" destId="{99FD6E12-D0DE-4D35-BF57-DD4E64F65DE1}" srcOrd="5" destOrd="0" presId="urn:microsoft.com/office/officeart/2005/8/layout/default"/>
    <dgm:cxn modelId="{FE641156-3C5F-46DB-A033-29FD6FE245CD}" type="presParOf" srcId="{C6E0D5F7-ED49-44AB-AFF0-A2A0CF100ADC}" destId="{704BDE09-8EF4-40B9-8CD1-48E66A7BF5FC}" srcOrd="6" destOrd="0" presId="urn:microsoft.com/office/officeart/2005/8/layout/default"/>
    <dgm:cxn modelId="{2514C124-92BD-46F3-A1A0-898701836FB9}" type="presParOf" srcId="{C6E0D5F7-ED49-44AB-AFF0-A2A0CF100ADC}" destId="{0F89D724-CD96-4D73-A328-F8BE6CA1BC36}" srcOrd="7" destOrd="0" presId="urn:microsoft.com/office/officeart/2005/8/layout/default"/>
    <dgm:cxn modelId="{04840ABD-3513-488D-900A-2E7150B2A1EC}" type="presParOf" srcId="{C6E0D5F7-ED49-44AB-AFF0-A2A0CF100ADC}" destId="{01DC781D-49AD-4BCA-AD80-49F8E4C70E3A}" srcOrd="8" destOrd="0" presId="urn:microsoft.com/office/officeart/2005/8/layout/default"/>
    <dgm:cxn modelId="{EE8D703E-4552-4800-91CA-DDEE07DAD628}" type="presParOf" srcId="{C6E0D5F7-ED49-44AB-AFF0-A2A0CF100ADC}" destId="{E6ABB57F-BD8E-444A-95DF-8D2E60D93723}" srcOrd="9" destOrd="0" presId="urn:microsoft.com/office/officeart/2005/8/layout/default"/>
    <dgm:cxn modelId="{FA9E7BE0-3E3A-4DDE-8C27-0F29F5E63775}" type="presParOf" srcId="{C6E0D5F7-ED49-44AB-AFF0-A2A0CF100ADC}" destId="{03904437-2423-4011-A36F-389082F66C9D}" srcOrd="1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16C3591-360B-476D-9AC0-259EC74EAEB5}">
      <dsp:nvSpPr>
        <dsp:cNvPr id="0" name=""/>
        <dsp:cNvSpPr/>
      </dsp:nvSpPr>
      <dsp:spPr>
        <a:xfrm>
          <a:off x="1154752" y="1543808"/>
          <a:ext cx="1503688" cy="150368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1B1EBC4-2337-4C97-BEA7-38CD591C7A03}">
      <dsp:nvSpPr>
        <dsp:cNvPr id="0" name=""/>
        <dsp:cNvSpPr/>
      </dsp:nvSpPr>
      <dsp:spPr>
        <a:xfrm>
          <a:off x="235832" y="3440205"/>
          <a:ext cx="334152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local_file    Läsa filer från din lokala dator</a:t>
          </a:r>
        </a:p>
      </dsp:txBody>
      <dsp:txXfrm>
        <a:off x="235832" y="3440205"/>
        <a:ext cx="3341529" cy="720000"/>
      </dsp:txXfrm>
    </dsp:sp>
    <dsp:sp modelId="{CB668030-E1CE-4335-88B7-0C2C1C53F182}">
      <dsp:nvSpPr>
        <dsp:cNvPr id="0" name=""/>
        <dsp:cNvSpPr/>
      </dsp:nvSpPr>
      <dsp:spPr>
        <a:xfrm>
          <a:off x="5081049" y="1543808"/>
          <a:ext cx="1503688" cy="150368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05B5AFB-9C5D-4A3B-871B-D2D36DA242AF}">
      <dsp:nvSpPr>
        <dsp:cNvPr id="0" name=""/>
        <dsp:cNvSpPr/>
      </dsp:nvSpPr>
      <dsp:spPr>
        <a:xfrm>
          <a:off x="4162129" y="3440205"/>
          <a:ext cx="334152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terraform_remote_state    Läsa outputs från en annan Terraform-state</a:t>
          </a:r>
        </a:p>
      </dsp:txBody>
      <dsp:txXfrm>
        <a:off x="4162129" y="3440205"/>
        <a:ext cx="3341529" cy="720000"/>
      </dsp:txXfrm>
    </dsp:sp>
    <dsp:sp modelId="{46056444-BD02-47B1-B9F1-D907234D1507}">
      <dsp:nvSpPr>
        <dsp:cNvPr id="0" name=""/>
        <dsp:cNvSpPr/>
      </dsp:nvSpPr>
      <dsp:spPr>
        <a:xfrm>
          <a:off x="9007346" y="1543808"/>
          <a:ext cx="1503688" cy="150368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EB45CB2-44F7-47A8-99D6-90EDD5CD3D0F}">
      <dsp:nvSpPr>
        <dsp:cNvPr id="0" name=""/>
        <dsp:cNvSpPr/>
      </dsp:nvSpPr>
      <dsp:spPr>
        <a:xfrm>
          <a:off x="8088426" y="3440205"/>
          <a:ext cx="334152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http    Hämta data från en HTTP-endpoint</a:t>
          </a:r>
        </a:p>
      </dsp:txBody>
      <dsp:txXfrm>
        <a:off x="8088426" y="3440205"/>
        <a:ext cx="3341529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56F38A5-1B66-4B0C-AF2C-A6A18EB9CE00}">
      <dsp:nvSpPr>
        <dsp:cNvPr id="0" name=""/>
        <dsp:cNvSpPr/>
      </dsp:nvSpPr>
      <dsp:spPr>
        <a:xfrm>
          <a:off x="199647" y="608"/>
          <a:ext cx="3678031" cy="220681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dirty="0" err="1"/>
            <a:t>Variabler</a:t>
          </a:r>
          <a:r>
            <a:rPr lang="en-US" sz="2900" kern="1200" dirty="0"/>
            <a:t>: </a:t>
          </a:r>
          <a:r>
            <a:rPr lang="en-US" sz="2900" kern="1200" dirty="0" err="1"/>
            <a:t>Gör</a:t>
          </a:r>
          <a:r>
            <a:rPr lang="en-US" sz="2900" kern="1200" dirty="0"/>
            <a:t> din </a:t>
          </a:r>
          <a:r>
            <a:rPr lang="en-US" sz="2900" kern="1200" dirty="0" err="1"/>
            <a:t>kod</a:t>
          </a:r>
          <a:r>
            <a:rPr lang="en-US" sz="2900" kern="1200" dirty="0"/>
            <a:t> </a:t>
          </a:r>
          <a:r>
            <a:rPr lang="en-US" sz="2900" kern="1200" dirty="0" err="1"/>
            <a:t>flexibel</a:t>
          </a:r>
          <a:r>
            <a:rPr lang="en-US" sz="2900" kern="1200" dirty="0"/>
            <a:t> och </a:t>
          </a:r>
          <a:r>
            <a:rPr lang="en-US" sz="2900" kern="1200" dirty="0" err="1"/>
            <a:t>återanvändbar</a:t>
          </a:r>
          <a:r>
            <a:rPr lang="en-US" sz="2900" kern="1200" dirty="0"/>
            <a:t> med variable-block</a:t>
          </a:r>
        </a:p>
      </dsp:txBody>
      <dsp:txXfrm>
        <a:off x="199647" y="608"/>
        <a:ext cx="3678031" cy="2206818"/>
      </dsp:txXfrm>
    </dsp:sp>
    <dsp:sp modelId="{66EAD4AF-2179-4296-9738-B4936AFF28E8}">
      <dsp:nvSpPr>
        <dsp:cNvPr id="0" name=""/>
        <dsp:cNvSpPr/>
      </dsp:nvSpPr>
      <dsp:spPr>
        <a:xfrm>
          <a:off x="4245482" y="608"/>
          <a:ext cx="3678031" cy="220681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dirty="0"/>
            <a:t>Outputs: Visa </a:t>
          </a:r>
          <a:r>
            <a:rPr lang="en-US" sz="2900" kern="1200" dirty="0" err="1"/>
            <a:t>vad</a:t>
          </a:r>
          <a:r>
            <a:rPr lang="en-US" sz="2900" kern="1200" dirty="0"/>
            <a:t> du </a:t>
          </a:r>
          <a:r>
            <a:rPr lang="en-US" sz="2900" kern="1200" dirty="0" err="1"/>
            <a:t>har</a:t>
          </a:r>
          <a:r>
            <a:rPr lang="en-US" sz="2900" kern="1200" dirty="0"/>
            <a:t> </a:t>
          </a:r>
          <a:r>
            <a:rPr lang="en-US" sz="2900" kern="1200" dirty="0" err="1"/>
            <a:t>skapat</a:t>
          </a:r>
          <a:r>
            <a:rPr lang="en-US" sz="2900" kern="1200" dirty="0"/>
            <a:t> med output-block</a:t>
          </a:r>
        </a:p>
      </dsp:txBody>
      <dsp:txXfrm>
        <a:off x="4245482" y="608"/>
        <a:ext cx="3678031" cy="2206818"/>
      </dsp:txXfrm>
    </dsp:sp>
    <dsp:sp modelId="{35E6293F-C82F-430D-AC72-175F62315466}">
      <dsp:nvSpPr>
        <dsp:cNvPr id="0" name=""/>
        <dsp:cNvSpPr/>
      </dsp:nvSpPr>
      <dsp:spPr>
        <a:xfrm>
          <a:off x="8291316" y="608"/>
          <a:ext cx="3678031" cy="220681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dirty="0"/>
            <a:t>Data sources: </a:t>
          </a:r>
          <a:r>
            <a:rPr lang="en-US" sz="2900" kern="1200" dirty="0" err="1"/>
            <a:t>Läs</a:t>
          </a:r>
          <a:r>
            <a:rPr lang="en-US" sz="2900" kern="1200" dirty="0"/>
            <a:t> </a:t>
          </a:r>
          <a:r>
            <a:rPr lang="en-US" sz="2900" kern="1200" dirty="0" err="1"/>
            <a:t>befintlig</a:t>
          </a:r>
          <a:r>
            <a:rPr lang="en-US" sz="2900" kern="1200" dirty="0"/>
            <a:t> information </a:t>
          </a:r>
          <a:r>
            <a:rPr lang="en-US" sz="2900" kern="1200" dirty="0" err="1"/>
            <a:t>från</a:t>
          </a:r>
          <a:r>
            <a:rPr lang="en-US" sz="2900" kern="1200" dirty="0"/>
            <a:t> filer </a:t>
          </a:r>
          <a:r>
            <a:rPr lang="en-US" sz="2900" kern="1200" dirty="0" err="1"/>
            <a:t>eller</a:t>
          </a:r>
          <a:r>
            <a:rPr lang="en-US" sz="2900" kern="1200" dirty="0"/>
            <a:t> </a:t>
          </a:r>
          <a:r>
            <a:rPr lang="en-US" sz="2900" kern="1200" dirty="0" err="1"/>
            <a:t>andra</a:t>
          </a:r>
          <a:r>
            <a:rPr lang="en-US" sz="2900" kern="1200" dirty="0"/>
            <a:t> </a:t>
          </a:r>
          <a:r>
            <a:rPr lang="en-US" sz="2900" kern="1200" dirty="0" err="1"/>
            <a:t>källor</a:t>
          </a:r>
        </a:p>
      </dsp:txBody>
      <dsp:txXfrm>
        <a:off x="8291316" y="608"/>
        <a:ext cx="3678031" cy="2206818"/>
      </dsp:txXfrm>
    </dsp:sp>
    <dsp:sp modelId="{704BDE09-8EF4-40B9-8CD1-48E66A7BF5FC}">
      <dsp:nvSpPr>
        <dsp:cNvPr id="0" name=""/>
        <dsp:cNvSpPr/>
      </dsp:nvSpPr>
      <dsp:spPr>
        <a:xfrm>
          <a:off x="199647" y="2575230"/>
          <a:ext cx="3678031" cy="220681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dirty="0"/>
            <a:t>Terraform State: Terraforms "</a:t>
          </a:r>
          <a:r>
            <a:rPr lang="en-US" sz="2900" kern="1200" dirty="0" err="1"/>
            <a:t>minne</a:t>
          </a:r>
          <a:r>
            <a:rPr lang="en-US" sz="2900" kern="1200" dirty="0"/>
            <a:t>" – </a:t>
          </a:r>
          <a:r>
            <a:rPr lang="en-US" sz="2900" kern="1200" dirty="0" err="1"/>
            <a:t>håller</a:t>
          </a:r>
          <a:r>
            <a:rPr lang="en-US" sz="2900" kern="1200" dirty="0"/>
            <a:t> </a:t>
          </a:r>
          <a:r>
            <a:rPr lang="en-US" sz="2900" kern="1200" dirty="0" err="1"/>
            <a:t>reda</a:t>
          </a:r>
          <a:r>
            <a:rPr lang="en-US" sz="2900" kern="1200" dirty="0"/>
            <a:t> </a:t>
          </a:r>
          <a:r>
            <a:rPr lang="en-US" sz="2900" kern="1200" dirty="0" err="1"/>
            <a:t>på</a:t>
          </a:r>
          <a:r>
            <a:rPr lang="en-US" sz="2900" kern="1200" dirty="0"/>
            <a:t> </a:t>
          </a:r>
          <a:r>
            <a:rPr lang="en-US" sz="2900" kern="1200" dirty="0" err="1"/>
            <a:t>skapade</a:t>
          </a:r>
          <a:r>
            <a:rPr lang="en-US" sz="2900" kern="1200" dirty="0"/>
            <a:t> </a:t>
          </a:r>
          <a:r>
            <a:rPr lang="en-US" sz="2900" kern="1200" dirty="0" err="1"/>
            <a:t>resurser</a:t>
          </a:r>
        </a:p>
      </dsp:txBody>
      <dsp:txXfrm>
        <a:off x="199647" y="2575230"/>
        <a:ext cx="3678031" cy="2206818"/>
      </dsp:txXfrm>
    </dsp:sp>
    <dsp:sp modelId="{01DC781D-49AD-4BCA-AD80-49F8E4C70E3A}">
      <dsp:nvSpPr>
        <dsp:cNvPr id="0" name=""/>
        <dsp:cNvSpPr/>
      </dsp:nvSpPr>
      <dsp:spPr>
        <a:xfrm>
          <a:off x="4245482" y="2575230"/>
          <a:ext cx="3678031" cy="220681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dirty="0"/>
            <a:t>Remote Backend: Dela state med </a:t>
          </a:r>
          <a:r>
            <a:rPr lang="en-US" sz="2900" kern="1200" dirty="0" err="1"/>
            <a:t>teamet</a:t>
          </a:r>
          <a:r>
            <a:rPr lang="en-US" sz="2900" kern="1200" dirty="0"/>
            <a:t>, state-locking och </a:t>
          </a:r>
          <a:r>
            <a:rPr lang="en-US" sz="2900" kern="1200" dirty="0" err="1"/>
            <a:t>kryptering</a:t>
          </a:r>
        </a:p>
      </dsp:txBody>
      <dsp:txXfrm>
        <a:off x="4245482" y="2575230"/>
        <a:ext cx="3678031" cy="2206818"/>
      </dsp:txXfrm>
    </dsp:sp>
    <dsp:sp modelId="{03904437-2423-4011-A36F-389082F66C9D}">
      <dsp:nvSpPr>
        <dsp:cNvPr id="0" name=""/>
        <dsp:cNvSpPr/>
      </dsp:nvSpPr>
      <dsp:spPr>
        <a:xfrm>
          <a:off x="8291316" y="2575230"/>
          <a:ext cx="3678031" cy="220681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dirty="0"/>
            <a:t>Lifecycle-</a:t>
          </a:r>
          <a:r>
            <a:rPr lang="en-US" sz="2900" kern="1200" dirty="0" err="1"/>
            <a:t>regler</a:t>
          </a:r>
          <a:r>
            <a:rPr lang="en-US" sz="2900" kern="1200" dirty="0"/>
            <a:t>: </a:t>
          </a:r>
          <a:r>
            <a:rPr lang="en-US" sz="2900" kern="1200" dirty="0" err="1"/>
            <a:t>Skydda</a:t>
          </a:r>
          <a:r>
            <a:rPr lang="en-US" sz="2900" kern="1200" dirty="0"/>
            <a:t> </a:t>
          </a:r>
          <a:r>
            <a:rPr lang="en-US" sz="2900" kern="1200" dirty="0" err="1"/>
            <a:t>viktiga</a:t>
          </a:r>
          <a:r>
            <a:rPr lang="en-US" sz="2900" kern="1200" dirty="0"/>
            <a:t> </a:t>
          </a:r>
          <a:r>
            <a:rPr lang="en-US" sz="2900" kern="1200" dirty="0" err="1"/>
            <a:t>resurser</a:t>
          </a:r>
          <a:r>
            <a:rPr lang="en-US" sz="2900" kern="1200" dirty="0"/>
            <a:t> </a:t>
          </a:r>
          <a:r>
            <a:rPr lang="en-US" sz="2900" kern="1200" dirty="0" err="1"/>
            <a:t>från</a:t>
          </a:r>
          <a:r>
            <a:rPr lang="en-US" sz="2900" kern="1200" dirty="0"/>
            <a:t> </a:t>
          </a:r>
          <a:r>
            <a:rPr lang="en-US" sz="2900" kern="1200" dirty="0" err="1"/>
            <a:t>oavsiktlig</a:t>
          </a:r>
          <a:r>
            <a:rPr lang="en-US" sz="2900" kern="1200" dirty="0"/>
            <a:t> </a:t>
          </a:r>
          <a:r>
            <a:rPr lang="en-US" sz="2900" kern="1200" dirty="0" err="1"/>
            <a:t>radering</a:t>
          </a:r>
        </a:p>
      </dsp:txBody>
      <dsp:txXfrm>
        <a:off x="8291316" y="2575230"/>
        <a:ext cx="3678031" cy="220681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47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#146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Rubrik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sv-SE"/>
              <a:t>Klicka här för att ändra format</a:t>
            </a:r>
          </a:p>
        </p:txBody>
      </p:sp>
      <p:sp>
        <p:nvSpPr>
          <p:cNvPr id="3" name="Underrubrik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sv-SE"/>
              <a:t>Klicka här för att ändra format på underrubrik i bakgrunden</a:t>
            </a:r>
          </a:p>
        </p:txBody>
      </p:sp>
      <p:sp>
        <p:nvSpPr>
          <p:cNvPr id="4" name="Platshållare fö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0A13A-DB3F-4AD5-B6AF-BDA0278A0A39}" type="datetimeFigureOut">
              <a:rPr lang="sv-SE" smtClean="0"/>
              <a:t>2026-08-12</a:t>
            </a:fld>
            <a:endParaRPr lang="sv-SE"/>
          </a:p>
        </p:txBody>
      </p:sp>
      <p:sp>
        <p:nvSpPr>
          <p:cNvPr id="5" name="Platshållare för sidfo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Platshållare för bild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2F05B-BAF9-488D-83DE-20A7CCFAC190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7844225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Rubrik och innehå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format</a:t>
            </a:r>
          </a:p>
        </p:txBody>
      </p:sp>
      <p:sp>
        <p:nvSpPr>
          <p:cNvPr id="3" name="Platshållare för innehåll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" name="Platshållare fö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0A13A-DB3F-4AD5-B6AF-BDA0278A0A39}" type="datetimeFigureOut">
              <a:rPr lang="sv-SE" smtClean="0"/>
              <a:t>2026-08-12</a:t>
            </a:fld>
            <a:endParaRPr lang="sv-SE"/>
          </a:p>
        </p:txBody>
      </p:sp>
      <p:sp>
        <p:nvSpPr>
          <p:cNvPr id="5" name="Platshållare för sidfo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Platshållare för bild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2F05B-BAF9-488D-83DE-20A7CCFAC190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3227205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vsnittsrub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sv-SE"/>
              <a:t>Klicka här för att ändra format</a:t>
            </a:r>
          </a:p>
        </p:txBody>
      </p:sp>
      <p:sp>
        <p:nvSpPr>
          <p:cNvPr id="3" name="Platshållare för text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4" name="Platshållare fö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0A13A-DB3F-4AD5-B6AF-BDA0278A0A39}" type="datetimeFigureOut">
              <a:rPr lang="sv-SE" smtClean="0"/>
              <a:t>2026-08-12</a:t>
            </a:fld>
            <a:endParaRPr lang="sv-SE"/>
          </a:p>
        </p:txBody>
      </p:sp>
      <p:sp>
        <p:nvSpPr>
          <p:cNvPr id="5" name="Platshållare för sidfo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Platshållare för bild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2F05B-BAF9-488D-83DE-20A7CCFAC190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41867282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vå innehållsde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format</a:t>
            </a:r>
          </a:p>
        </p:txBody>
      </p:sp>
      <p:sp>
        <p:nvSpPr>
          <p:cNvPr id="3" name="Platshållare för innehåll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" name="Platshållare för innehåll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5" name="Platshållare för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0A13A-DB3F-4AD5-B6AF-BDA0278A0A39}" type="datetimeFigureOut">
              <a:rPr lang="sv-SE" smtClean="0"/>
              <a:t>2026-08-12</a:t>
            </a:fld>
            <a:endParaRPr lang="sv-SE"/>
          </a:p>
        </p:txBody>
      </p:sp>
      <p:sp>
        <p:nvSpPr>
          <p:cNvPr id="6" name="Platshållare för sidfot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Platshållare för bild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2F05B-BAF9-488D-83DE-20A7CCFAC190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5923605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Jämföre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sv-SE"/>
              <a:t>Klicka här för att ändra format</a:t>
            </a:r>
          </a:p>
        </p:txBody>
      </p:sp>
      <p:sp>
        <p:nvSpPr>
          <p:cNvPr id="3" name="Platshållare för text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4" name="Platshållare för innehåll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5" name="Platshållare för text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6" name="Platshållare för innehåll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7" name="Platshållare för datum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0A13A-DB3F-4AD5-B6AF-BDA0278A0A39}" type="datetimeFigureOut">
              <a:rPr lang="sv-SE" smtClean="0"/>
              <a:t>2026-08-12</a:t>
            </a:fld>
            <a:endParaRPr lang="sv-SE"/>
          </a:p>
        </p:txBody>
      </p:sp>
      <p:sp>
        <p:nvSpPr>
          <p:cNvPr id="8" name="Platshållare för sidfot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9" name="Platshållare för bildnumm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2F05B-BAF9-488D-83DE-20A7CCFAC190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2776507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Endast rub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format</a:t>
            </a:r>
          </a:p>
        </p:txBody>
      </p:sp>
      <p:sp>
        <p:nvSpPr>
          <p:cNvPr id="3" name="Platshållare för datum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0A13A-DB3F-4AD5-B6AF-BDA0278A0A39}" type="datetimeFigureOut">
              <a:rPr lang="sv-SE" smtClean="0"/>
              <a:t>2026-08-12</a:t>
            </a:fld>
            <a:endParaRPr lang="sv-SE"/>
          </a:p>
        </p:txBody>
      </p:sp>
      <p:sp>
        <p:nvSpPr>
          <p:cNvPr id="4" name="Platshållare för sidfot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5" name="Platshållare för bildnumm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2F05B-BAF9-488D-83DE-20A7CCFAC190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2566096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datum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0A13A-DB3F-4AD5-B6AF-BDA0278A0A39}" type="datetimeFigureOut">
              <a:rPr lang="sv-SE" smtClean="0"/>
              <a:t>2026-08-12</a:t>
            </a:fld>
            <a:endParaRPr lang="sv-SE"/>
          </a:p>
        </p:txBody>
      </p:sp>
      <p:sp>
        <p:nvSpPr>
          <p:cNvPr id="3" name="Platshållare för sidfot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2F05B-BAF9-488D-83DE-20A7CCFAC190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3110765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nehåll med bild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v-SE"/>
              <a:t>Klicka här för att ändra format</a:t>
            </a:r>
          </a:p>
        </p:txBody>
      </p:sp>
      <p:sp>
        <p:nvSpPr>
          <p:cNvPr id="3" name="Platshållare för innehåll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" name="Platshållare för text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5" name="Platshållare för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0A13A-DB3F-4AD5-B6AF-BDA0278A0A39}" type="datetimeFigureOut">
              <a:rPr lang="sv-SE" smtClean="0"/>
              <a:t>2026-08-12</a:t>
            </a:fld>
            <a:endParaRPr lang="sv-SE"/>
          </a:p>
        </p:txBody>
      </p:sp>
      <p:sp>
        <p:nvSpPr>
          <p:cNvPr id="6" name="Platshållare för sidfot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Platshållare för bild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2F05B-BAF9-488D-83DE-20A7CCFAC190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5489655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ed bild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v-SE"/>
              <a:t>Klicka här för att ändra format</a:t>
            </a:r>
          </a:p>
        </p:txBody>
      </p:sp>
      <p:sp>
        <p:nvSpPr>
          <p:cNvPr id="3" name="Platshållare för bild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sv-SE"/>
          </a:p>
        </p:txBody>
      </p:sp>
      <p:sp>
        <p:nvSpPr>
          <p:cNvPr id="4" name="Platshållare för text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5" name="Platshållare för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0A13A-DB3F-4AD5-B6AF-BDA0278A0A39}" type="datetimeFigureOut">
              <a:rPr lang="sv-SE" smtClean="0"/>
              <a:t>2026-08-12</a:t>
            </a:fld>
            <a:endParaRPr lang="sv-SE"/>
          </a:p>
        </p:txBody>
      </p:sp>
      <p:sp>
        <p:nvSpPr>
          <p:cNvPr id="6" name="Platshållare för sidfot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Platshållare för bild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2F05B-BAF9-488D-83DE-20A7CCFAC190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41714538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Rubrik och lodrä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format</a:t>
            </a:r>
          </a:p>
        </p:txBody>
      </p:sp>
      <p:sp>
        <p:nvSpPr>
          <p:cNvPr id="3" name="Platshållare för lodrät text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" name="Platshållare fö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0A13A-DB3F-4AD5-B6AF-BDA0278A0A39}" type="datetimeFigureOut">
              <a:rPr lang="sv-SE" smtClean="0"/>
              <a:t>2026-08-12</a:t>
            </a:fld>
            <a:endParaRPr lang="sv-SE"/>
          </a:p>
        </p:txBody>
      </p:sp>
      <p:sp>
        <p:nvSpPr>
          <p:cNvPr id="5" name="Platshållare för sidfo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Platshållare för bild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2F05B-BAF9-488D-83DE-20A7CCFAC190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6237193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rät rubrik oc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drät rubrik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sv-SE"/>
              <a:t>Klicka här för att ändra format</a:t>
            </a:r>
          </a:p>
        </p:txBody>
      </p:sp>
      <p:sp>
        <p:nvSpPr>
          <p:cNvPr id="3" name="Platshållare för lodrät text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" name="Platshållare fö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0A13A-DB3F-4AD5-B6AF-BDA0278A0A39}" type="datetimeFigureOut">
              <a:rPr lang="sv-SE" smtClean="0"/>
              <a:t>2026-08-12</a:t>
            </a:fld>
            <a:endParaRPr lang="sv-SE"/>
          </a:p>
        </p:txBody>
      </p:sp>
      <p:sp>
        <p:nvSpPr>
          <p:cNvPr id="5" name="Platshållare för sidfo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Platshållare för bild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2F05B-BAF9-488D-83DE-20A7CCFAC190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716441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rubrik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sv-SE"/>
              <a:t>Klicka här för att ändra format</a:t>
            </a:r>
          </a:p>
        </p:txBody>
      </p:sp>
      <p:sp>
        <p:nvSpPr>
          <p:cNvPr id="3" name="Platshållare för text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" name="Platshållare för datum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560A13A-DB3F-4AD5-B6AF-BDA0278A0A39}" type="datetimeFigureOut">
              <a:rPr lang="sv-SE" smtClean="0"/>
              <a:t>2026-08-12</a:t>
            </a:fld>
            <a:endParaRPr lang="sv-SE"/>
          </a:p>
        </p:txBody>
      </p:sp>
      <p:sp>
        <p:nvSpPr>
          <p:cNvPr id="5" name="Platshållare för sidfot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sv-SE"/>
          </a:p>
        </p:txBody>
      </p:sp>
      <p:sp>
        <p:nvSpPr>
          <p:cNvPr id="6" name="Platshållare för bildnumm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7C2F05B-BAF9-488D-83DE-20A7CCFAC190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7072855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v-S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hyperlink" Target="https://forms.gle/1Wdjq1CJ39LM2TA8A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7">
            <a:extLst>
              <a:ext uri="{FF2B5EF4-FFF2-40B4-BE49-F238E27FC236}">
                <a16:creationId xmlns:a16="http://schemas.microsoft.com/office/drawing/2014/main" id="{A93898FF-D987-4B0E-BFB4-85F5EB356D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9">
            <a:extLst>
              <a:ext uri="{FF2B5EF4-FFF2-40B4-BE49-F238E27FC236}">
                <a16:creationId xmlns:a16="http://schemas.microsoft.com/office/drawing/2014/main" id="{FEB84055-029C-4E86-8844-D05D96C024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6" name="Picture 11">
            <a:extLst>
              <a:ext uri="{FF2B5EF4-FFF2-40B4-BE49-F238E27FC236}">
                <a16:creationId xmlns:a16="http://schemas.microsoft.com/office/drawing/2014/main" id="{8A2842C0-6210-4FDB-B1FF-C14C927377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952" cy="6862380"/>
          </a:xfrm>
          <a:prstGeom prst="rect">
            <a:avLst/>
          </a:prstGeom>
        </p:spPr>
      </p:pic>
      <p:sp>
        <p:nvSpPr>
          <p:cNvPr id="27" name="Rectangle 13">
            <a:extLst>
              <a:ext uri="{FF2B5EF4-FFF2-40B4-BE49-F238E27FC236}">
                <a16:creationId xmlns:a16="http://schemas.microsoft.com/office/drawing/2014/main" id="{799037F2-4CAF-446B-90DB-1480B247AA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Rectangle 15">
            <a:extLst>
              <a:ext uri="{FF2B5EF4-FFF2-40B4-BE49-F238E27FC236}">
                <a16:creationId xmlns:a16="http://schemas.microsoft.com/office/drawing/2014/main" id="{7128589C-AF3D-49CF-BD92-C1D1D2F538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95844" y="1110000"/>
            <a:ext cx="10195740" cy="4629235"/>
          </a:xfrm>
          <a:prstGeom prst="rect">
            <a:avLst/>
          </a:prstGeom>
          <a:solidFill>
            <a:schemeClr val="bg1"/>
          </a:solidFill>
          <a:ln w="349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" name="Rubrik 1"/>
          <p:cNvSpPr>
            <a:spLocks noGrp="1"/>
          </p:cNvSpPr>
          <p:nvPr>
            <p:ph type="ctrTitle"/>
          </p:nvPr>
        </p:nvSpPr>
        <p:spPr>
          <a:xfrm>
            <a:off x="1991485" y="1600200"/>
            <a:ext cx="8201552" cy="2295748"/>
          </a:xfrm>
        </p:spPr>
        <p:txBody>
          <a:bodyPr anchor="b">
            <a:normAutofit/>
          </a:bodyPr>
          <a:lstStyle/>
          <a:p>
            <a:r>
              <a:rPr lang="sv-SE" sz="4800">
                <a:ea typeface="+mj-lt"/>
                <a:cs typeface="+mj-lt"/>
              </a:rPr>
              <a:t>Terraform Fortsättning</a:t>
            </a:r>
            <a:endParaRPr lang="sv-SE" sz="4800"/>
          </a:p>
        </p:txBody>
      </p:sp>
      <p:sp>
        <p:nvSpPr>
          <p:cNvPr id="3" name="Underrubrik 2"/>
          <p:cNvSpPr>
            <a:spLocks noGrp="1"/>
          </p:cNvSpPr>
          <p:nvPr>
            <p:ph type="subTitle" idx="1"/>
          </p:nvPr>
        </p:nvSpPr>
        <p:spPr>
          <a:xfrm>
            <a:off x="1991485" y="4067661"/>
            <a:ext cx="8201552" cy="111876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sv-SE" sz="2000">
                <a:solidFill>
                  <a:schemeClr val="tx1">
                    <a:alpha val="70000"/>
                  </a:schemeClr>
                </a:solidFill>
              </a:rPr>
              <a:t>Arseniy Buzyan</a:t>
            </a:r>
          </a:p>
        </p:txBody>
      </p:sp>
    </p:spTree>
    <p:extLst>
      <p:ext uri="{BB962C8B-B14F-4D97-AF65-F5344CB8AC3E}">
        <p14:creationId xmlns:p14="http://schemas.microsoft.com/office/powerpoint/2010/main" val="31943776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Bildobjekt 3">
            <a:extLst>
              <a:ext uri="{FF2B5EF4-FFF2-40B4-BE49-F238E27FC236}">
                <a16:creationId xmlns:a16="http://schemas.microsoft.com/office/drawing/2014/main" id="{3724E304-3EB2-BC40-834B-9F3B3733592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313" t="7729" r="3313" b="2735"/>
          <a:stretch>
            <a:fillRect/>
          </a:stretch>
        </p:blipFill>
        <p:spPr>
          <a:xfrm>
            <a:off x="516965" y="427318"/>
            <a:ext cx="11150316" cy="5965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95140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D7A453D2-15D8-4403-815F-291FA16340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161EA6B-09CA-445B-AB0D-8DF76FA92D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B352BBB9-69A8-405C-9209-A9FE217AED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2075420"/>
            <a:ext cx="12048729" cy="4093306"/>
            <a:chOff x="1" y="2075420"/>
            <a:chExt cx="12048729" cy="4093306"/>
          </a:xfrm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2BA8247A-9874-4F57-82F4-AEB016E661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A30C3CE4-8479-4B6E-9C21-D7B0CD89EF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F7BCD297-22FC-4ECD-95DC-8581D5E6B1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061A25F1-8873-4D98-B8D5-169EA0AC92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CB7BCAD9-3EF1-4FCE-AFA0-BD2C545A73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36649524-3638-4334-8ED6-539D10DF4B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Rubrik 1">
            <a:extLst>
              <a:ext uri="{FF2B5EF4-FFF2-40B4-BE49-F238E27FC236}">
                <a16:creationId xmlns:a16="http://schemas.microsoft.com/office/drawing/2014/main" id="{DBFAC11A-DC49-8863-C2A1-E7F60FB094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84915"/>
            <a:ext cx="4651076" cy="1951075"/>
          </a:xfrm>
          <a:noFill/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Diagram – resan från grund till avancerad</a:t>
            </a:r>
          </a:p>
        </p:txBody>
      </p:sp>
      <p:sp>
        <p:nvSpPr>
          <p:cNvPr id="5" name="textruta 4">
            <a:extLst>
              <a:ext uri="{FF2B5EF4-FFF2-40B4-BE49-F238E27FC236}">
                <a16:creationId xmlns:a16="http://schemas.microsoft.com/office/drawing/2014/main" id="{B4057357-35C5-3729-31A4-643CAEF02E0A}"/>
              </a:ext>
            </a:extLst>
          </p:cNvPr>
          <p:cNvSpPr txBox="1"/>
          <p:nvPr/>
        </p:nvSpPr>
        <p:spPr>
          <a:xfrm>
            <a:off x="5486080" y="684921"/>
            <a:ext cx="5674107" cy="1951087"/>
          </a:xfrm>
          <a:prstGeom prst="rect">
            <a:avLst/>
          </a:prstGeom>
          <a:noFill/>
        </p:spPr>
        <p:txBody>
          <a:bodyPr rot="0" spcFirstLastPara="0" vertOverflow="overflow" horzOverflow="overflow" vert="horz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b="1" dirty="0">
                <a:solidFill>
                  <a:schemeClr val="bg1"/>
                </a:solidFill>
              </a:rPr>
              <a:t>Varför </a:t>
            </a:r>
            <a:r>
              <a:rPr lang="en-US" b="1" dirty="0" err="1">
                <a:solidFill>
                  <a:schemeClr val="bg1"/>
                </a:solidFill>
              </a:rPr>
              <a:t>detta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en-US" b="1" dirty="0" err="1">
                <a:solidFill>
                  <a:schemeClr val="bg1"/>
                </a:solidFill>
              </a:rPr>
              <a:t>är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en-US" b="1" dirty="0" err="1">
                <a:solidFill>
                  <a:schemeClr val="bg1"/>
                </a:solidFill>
              </a:rPr>
              <a:t>viktigt</a:t>
            </a:r>
            <a:r>
              <a:rPr lang="en-US" b="1" dirty="0">
                <a:solidFill>
                  <a:schemeClr val="bg1"/>
                </a:solidFill>
              </a:rPr>
              <a:t>:</a:t>
            </a:r>
            <a:r>
              <a:rPr lang="en-US" dirty="0">
                <a:solidFill>
                  <a:schemeClr val="bg1"/>
                </a:solidFill>
              </a:rPr>
              <a:t> Svenska </a:t>
            </a:r>
            <a:r>
              <a:rPr lang="en-US" dirty="0" err="1">
                <a:solidFill>
                  <a:schemeClr val="bg1"/>
                </a:solidFill>
              </a:rPr>
              <a:t>arbetsgivare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förväntar</a:t>
            </a:r>
            <a:r>
              <a:rPr lang="en-US" dirty="0">
                <a:solidFill>
                  <a:schemeClr val="bg1"/>
                </a:solidFill>
              </a:rPr>
              <a:t> sig </a:t>
            </a:r>
            <a:r>
              <a:rPr lang="en-US" dirty="0" err="1">
                <a:solidFill>
                  <a:schemeClr val="bg1"/>
                </a:solidFill>
              </a:rPr>
              <a:t>att</a:t>
            </a:r>
            <a:r>
              <a:rPr lang="en-US" dirty="0">
                <a:solidFill>
                  <a:schemeClr val="bg1"/>
                </a:solidFill>
              </a:rPr>
              <a:t> du </a:t>
            </a:r>
            <a:r>
              <a:rPr lang="en-US" dirty="0" err="1">
                <a:solidFill>
                  <a:schemeClr val="bg1"/>
                </a:solidFill>
              </a:rPr>
              <a:t>kan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skriva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återanvändbara</a:t>
            </a:r>
            <a:r>
              <a:rPr lang="en-US" dirty="0">
                <a:solidFill>
                  <a:schemeClr val="bg1"/>
                </a:solidFill>
              </a:rPr>
              <a:t>, </a:t>
            </a:r>
            <a:r>
              <a:rPr lang="en-US" dirty="0" err="1">
                <a:solidFill>
                  <a:schemeClr val="bg1"/>
                </a:solidFill>
              </a:rPr>
              <a:t>flexibla</a:t>
            </a:r>
            <a:r>
              <a:rPr lang="en-US" dirty="0">
                <a:solidFill>
                  <a:schemeClr val="bg1"/>
                </a:solidFill>
              </a:rPr>
              <a:t> och </a:t>
            </a:r>
            <a:r>
              <a:rPr lang="en-US" dirty="0" err="1">
                <a:solidFill>
                  <a:schemeClr val="bg1"/>
                </a:solidFill>
              </a:rPr>
              <a:t>säkra</a:t>
            </a:r>
            <a:r>
              <a:rPr lang="en-US" dirty="0">
                <a:solidFill>
                  <a:schemeClr val="bg1"/>
                </a:solidFill>
              </a:rPr>
              <a:t> Terraform-</a:t>
            </a:r>
            <a:r>
              <a:rPr lang="en-US" dirty="0" err="1">
                <a:solidFill>
                  <a:schemeClr val="bg1"/>
                </a:solidFill>
              </a:rPr>
              <a:t>konfigurationer</a:t>
            </a:r>
            <a:r>
              <a:rPr lang="en-US" dirty="0">
                <a:solidFill>
                  <a:schemeClr val="bg1"/>
                </a:solidFill>
              </a:rPr>
              <a:t> – </a:t>
            </a:r>
            <a:r>
              <a:rPr lang="en-US" dirty="0" err="1">
                <a:solidFill>
                  <a:schemeClr val="bg1"/>
                </a:solidFill>
              </a:rPr>
              <a:t>inte</a:t>
            </a:r>
            <a:r>
              <a:rPr lang="en-US" dirty="0">
                <a:solidFill>
                  <a:schemeClr val="bg1"/>
                </a:solidFill>
              </a:rPr>
              <a:t> bara </a:t>
            </a:r>
            <a:r>
              <a:rPr lang="en-US" dirty="0" err="1">
                <a:solidFill>
                  <a:schemeClr val="bg1"/>
                </a:solidFill>
              </a:rPr>
              <a:t>enkla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resurser</a:t>
            </a:r>
            <a:r>
              <a:rPr lang="en-US" dirty="0">
                <a:solidFill>
                  <a:schemeClr val="bg1"/>
                </a:solidFill>
              </a:rPr>
              <a:t>. Enligt Scalr </a:t>
            </a:r>
            <a:r>
              <a:rPr lang="en-US" dirty="0" err="1">
                <a:solidFill>
                  <a:schemeClr val="bg1"/>
                </a:solidFill>
              </a:rPr>
              <a:t>är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variabler</a:t>
            </a:r>
            <a:r>
              <a:rPr lang="en-US" dirty="0">
                <a:solidFill>
                  <a:schemeClr val="bg1"/>
                </a:solidFill>
              </a:rPr>
              <a:t> och outputs det </a:t>
            </a:r>
            <a:r>
              <a:rPr lang="en-US" dirty="0" err="1">
                <a:solidFill>
                  <a:schemeClr val="bg1"/>
                </a:solidFill>
              </a:rPr>
              <a:t>som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gör</a:t>
            </a:r>
            <a:r>
              <a:rPr lang="en-US" dirty="0">
                <a:solidFill>
                  <a:schemeClr val="bg1"/>
                </a:solidFill>
              </a:rPr>
              <a:t> Terraform-</a:t>
            </a:r>
            <a:r>
              <a:rPr lang="en-US" dirty="0" err="1">
                <a:solidFill>
                  <a:schemeClr val="bg1"/>
                </a:solidFill>
              </a:rPr>
              <a:t>konfigurationer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återanvändbara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mellan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olika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miljöer</a:t>
            </a:r>
            <a:r>
              <a:rPr lang="en-US" dirty="0">
                <a:solidFill>
                  <a:schemeClr val="bg1"/>
                </a:solidFill>
              </a:rPr>
              <a:t> och </a:t>
            </a:r>
            <a:r>
              <a:rPr lang="en-US" dirty="0" err="1">
                <a:solidFill>
                  <a:schemeClr val="bg1"/>
                </a:solidFill>
              </a:rPr>
              <a:t>deploymenter</a:t>
            </a:r>
            <a:r>
              <a:rPr lang="en-US" dirty="0">
                <a:solidFill>
                  <a:schemeClr val="bg1"/>
                </a:solidFill>
              </a:rPr>
              <a:t> .</a:t>
            </a:r>
            <a:endParaRPr lang="sv-SE" dirty="0">
              <a:solidFill>
                <a:schemeClr val="bg1"/>
              </a:solidFill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>
              <a:solidFill>
                <a:schemeClr val="bg1"/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8114C98-A349-4111-A123-E8EAB86ABE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438146" y="1042605"/>
            <a:ext cx="2796461" cy="71125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670FB431-AE18-414D-92F4-1D12D1991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59539" y="317578"/>
            <a:ext cx="548640" cy="549007"/>
            <a:chOff x="7029447" y="3514725"/>
            <a:chExt cx="1285875" cy="549007"/>
          </a:xfrm>
        </p:grpSpPr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24467063-D74E-4D42-8790-B9F6D69584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A1D19BAC-1681-47BC-AAF5-92FAFFF6F4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94347C2B-E846-452C-97AA-7E254FC1CE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10EA2B35-7959-4C2A-84AA-FF5D94FEDE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4" name="Rectangle 33">
            <a:extLst>
              <a:ext uri="{FF2B5EF4-FFF2-40B4-BE49-F238E27FC236}">
                <a16:creationId xmlns:a16="http://schemas.microsoft.com/office/drawing/2014/main" id="{E2D3D3F2-ABBB-4453-B1C5-1BEBF7E4DD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6140785"/>
            <a:ext cx="6095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8214E4A5-A0D2-42C4-8D14-D2A7E495F0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616345" y="5940560"/>
            <a:ext cx="1285875" cy="549007"/>
            <a:chOff x="7029447" y="3514725"/>
            <a:chExt cx="1285875" cy="549007"/>
          </a:xfrm>
        </p:grpSpPr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7494D7A0-6B21-41E8-A7D3-0033BBB791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1E141D7D-32B0-448E-A666-EA8703AFCF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8D87E268-6345-420F-8B97-B37ED04100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35E1622E-7FA6-4760-A2BF-A8105EBF7B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4" name="Platshållare för innehåll 3">
            <a:extLst>
              <a:ext uri="{FF2B5EF4-FFF2-40B4-BE49-F238E27FC236}">
                <a16:creationId xmlns:a16="http://schemas.microsoft.com/office/drawing/2014/main" id="{FF487321-4EC9-44D5-DB23-571BBB5B4E3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5755" r="-1" b="9421"/>
          <a:stretch>
            <a:fillRect/>
          </a:stretch>
        </p:blipFill>
        <p:spPr>
          <a:xfrm>
            <a:off x="8750" y="2638226"/>
            <a:ext cx="12188617" cy="4089297"/>
          </a:xfrm>
          <a:prstGeom prst="rect">
            <a:avLst/>
          </a:prstGeom>
        </p:spPr>
      </p:pic>
      <p:grpSp>
        <p:nvGrpSpPr>
          <p:cNvPr id="42" name="Group 41">
            <a:extLst>
              <a:ext uri="{FF2B5EF4-FFF2-40B4-BE49-F238E27FC236}">
                <a16:creationId xmlns:a16="http://schemas.microsoft.com/office/drawing/2014/main" id="{AF19A774-30A5-488B-9BAF-629C644029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>
            <a:off x="474192" y="2852760"/>
            <a:ext cx="304800" cy="429768"/>
            <a:chOff x="215328" y="-46937"/>
            <a:chExt cx="304800" cy="2773841"/>
          </a:xfrm>
        </p:grpSpPr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291EBF88-5B98-4258-A542-14C3AF2E52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3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8FBC2D58-9E3C-490D-BD7A-61EF07EA79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69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B6CF1BB4-1C1D-4EDE-BA26-0243FCF83B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85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00C83729-E02F-4512-AFE7-F4792228BD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01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2831529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5">
            <a:extLst>
              <a:ext uri="{FF2B5EF4-FFF2-40B4-BE49-F238E27FC236}">
                <a16:creationId xmlns:a16="http://schemas.microsoft.com/office/drawing/2014/main" id="{B95B9BA8-1D69-4796-85F5-B6D0BD5235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1B10B591-75A5-A335-25CF-0CED3DD66B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5467" y="1415974"/>
            <a:ext cx="3527425" cy="4366936"/>
          </a:xfrm>
        </p:spPr>
        <p:txBody>
          <a:bodyPr anchor="t">
            <a:normAutofit/>
          </a:bodyPr>
          <a:lstStyle/>
          <a:p>
            <a:r>
              <a:rPr lang="sv-SE" sz="4000">
                <a:ea typeface="+mj-lt"/>
                <a:cs typeface="+mj-lt"/>
              </a:rPr>
              <a:t>Från Verkligheten – Terraform I Svenska Företag</a:t>
            </a:r>
            <a:endParaRPr lang="sv-SE" sz="4000"/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A79BA8CC-282D-5DB9-468A-11F5244654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17204" y="362167"/>
            <a:ext cx="7570935" cy="6489083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sv-SE" sz="2400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Terraform används i svenska företag för att hantera allt från molninfrastruktur till lokala konfigurationer.</a:t>
            </a:r>
          </a:p>
          <a:p>
            <a:r>
              <a:rPr lang="sv-SE" sz="2400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Spotify    Provisionerar molninfrastruktur med Terraform och använder moduler för återanvändbarhet</a:t>
            </a:r>
          </a:p>
          <a:p>
            <a:r>
              <a:rPr lang="sv-SE" sz="2400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Klarna    Hanterar serverkonfiguration och nätverk med Terraform och Ansible</a:t>
            </a:r>
            <a:endParaRPr lang="sv-SE" sz="2400" dirty="0">
              <a:solidFill>
                <a:schemeClr val="tx1">
                  <a:alpha val="80000"/>
                </a:schemeClr>
              </a:solidFill>
            </a:endParaRPr>
          </a:p>
          <a:p>
            <a:r>
              <a:rPr lang="sv-SE" sz="2400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Volvo    Automatiserar driftsättning i hybridmiljöer med Terraform</a:t>
            </a:r>
          </a:p>
          <a:p>
            <a:endParaRPr lang="sv-SE" sz="2400" dirty="0">
              <a:solidFill>
                <a:schemeClr val="tx1">
                  <a:alpha val="80000"/>
                </a:schemeClr>
              </a:solidFill>
            </a:endParaRPr>
          </a:p>
          <a:p>
            <a:r>
              <a:rPr lang="sv-SE" sz="2400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Varför detta är viktigt: Företag använder Terraform för att automatisera repetitiva uppgifter, minska manuella fel och spara tusentals arbetstimmar. Enligt Scalr är Terraform state-filen en JSON-fil som kartlägger din konfiguration till verkliga resurser och håller reda på varje resurs och dess attribut .</a:t>
            </a:r>
          </a:p>
        </p:txBody>
      </p:sp>
      <p:grpSp>
        <p:nvGrpSpPr>
          <p:cNvPr id="24" name="Group 27">
            <a:extLst>
              <a:ext uri="{FF2B5EF4-FFF2-40B4-BE49-F238E27FC236}">
                <a16:creationId xmlns:a16="http://schemas.microsoft.com/office/drawing/2014/main" id="{4728F330-19FB-4D39-BD0F-53032ABFEB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79015" y="0"/>
            <a:ext cx="712985" cy="6858000"/>
            <a:chOff x="11479015" y="0"/>
            <a:chExt cx="712985" cy="6858000"/>
          </a:xfrm>
          <a:effectLst>
            <a:outerShdw blurRad="381000" dist="152400" dir="10800000" algn="ctr" rotWithShape="0">
              <a:schemeClr val="bg1">
                <a:alpha val="10000"/>
              </a:schemeClr>
            </a:outerShdw>
          </a:effectLst>
        </p:grpSpPr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30220D63-6F38-42F9-8AAD-3B1363A4FA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479018" y="0"/>
              <a:ext cx="712982" cy="6858000"/>
            </a:xfrm>
            <a:custGeom>
              <a:avLst/>
              <a:gdLst>
                <a:gd name="connsiteX0" fmla="*/ 280560 w 712982"/>
                <a:gd name="connsiteY0" fmla="*/ 0 h 6858000"/>
                <a:gd name="connsiteX1" fmla="*/ 712982 w 712982"/>
                <a:gd name="connsiteY1" fmla="*/ 0 h 6858000"/>
                <a:gd name="connsiteX2" fmla="*/ 712982 w 712982"/>
                <a:gd name="connsiteY2" fmla="*/ 6858000 h 6858000"/>
                <a:gd name="connsiteX3" fmla="*/ 372527 w 712982"/>
                <a:gd name="connsiteY3" fmla="*/ 6858000 h 6858000"/>
                <a:gd name="connsiteX4" fmla="*/ 372901 w 712982"/>
                <a:gd name="connsiteY4" fmla="*/ 6835810 h 6858000"/>
                <a:gd name="connsiteX5" fmla="*/ 363017 w 712982"/>
                <a:gd name="connsiteY5" fmla="*/ 6518145 h 6858000"/>
                <a:gd name="connsiteX6" fmla="*/ 310498 w 712982"/>
                <a:gd name="connsiteY6" fmla="*/ 6393936 h 6858000"/>
                <a:gd name="connsiteX7" fmla="*/ 305420 w 712982"/>
                <a:gd name="connsiteY7" fmla="*/ 6355564 h 6858000"/>
                <a:gd name="connsiteX8" fmla="*/ 311030 w 712982"/>
                <a:gd name="connsiteY8" fmla="*/ 6267729 h 6858000"/>
                <a:gd name="connsiteX9" fmla="*/ 281440 w 712982"/>
                <a:gd name="connsiteY9" fmla="*/ 6090959 h 6858000"/>
                <a:gd name="connsiteX10" fmla="*/ 258928 w 712982"/>
                <a:gd name="connsiteY10" fmla="*/ 6026981 h 6858000"/>
                <a:gd name="connsiteX11" fmla="*/ 245105 w 712982"/>
                <a:gd name="connsiteY11" fmla="*/ 5991615 h 6858000"/>
                <a:gd name="connsiteX12" fmla="*/ 197441 w 712982"/>
                <a:gd name="connsiteY12" fmla="*/ 5807458 h 6858000"/>
                <a:gd name="connsiteX13" fmla="*/ 159115 w 712982"/>
                <a:gd name="connsiteY13" fmla="*/ 5727356 h 6858000"/>
                <a:gd name="connsiteX14" fmla="*/ 152306 w 712982"/>
                <a:gd name="connsiteY14" fmla="*/ 5705270 h 6858000"/>
                <a:gd name="connsiteX15" fmla="*/ 150939 w 712982"/>
                <a:gd name="connsiteY15" fmla="*/ 5580441 h 6858000"/>
                <a:gd name="connsiteX16" fmla="*/ 187956 w 712982"/>
                <a:gd name="connsiteY16" fmla="*/ 5482729 h 6858000"/>
                <a:gd name="connsiteX17" fmla="*/ 201902 w 712982"/>
                <a:gd name="connsiteY17" fmla="*/ 5463053 h 6858000"/>
                <a:gd name="connsiteX18" fmla="*/ 168174 w 712982"/>
                <a:gd name="connsiteY18" fmla="*/ 5205662 h 6858000"/>
                <a:gd name="connsiteX19" fmla="*/ 157186 w 712982"/>
                <a:gd name="connsiteY19" fmla="*/ 5166766 h 6858000"/>
                <a:gd name="connsiteX20" fmla="*/ 163999 w 712982"/>
                <a:gd name="connsiteY20" fmla="*/ 4972256 h 6858000"/>
                <a:gd name="connsiteX21" fmla="*/ 163388 w 712982"/>
                <a:gd name="connsiteY21" fmla="*/ 4915833 h 6858000"/>
                <a:gd name="connsiteX22" fmla="*/ 166361 w 712982"/>
                <a:gd name="connsiteY22" fmla="*/ 4712964 h 6858000"/>
                <a:gd name="connsiteX23" fmla="*/ 140122 w 712982"/>
                <a:gd name="connsiteY23" fmla="*/ 4687152 h 6858000"/>
                <a:gd name="connsiteX24" fmla="*/ 73058 w 712982"/>
                <a:gd name="connsiteY24" fmla="*/ 4611951 h 6858000"/>
                <a:gd name="connsiteX25" fmla="*/ 3979 w 712982"/>
                <a:gd name="connsiteY25" fmla="*/ 4456771 h 6858000"/>
                <a:gd name="connsiteX26" fmla="*/ 2091 w 712982"/>
                <a:gd name="connsiteY26" fmla="*/ 4412781 h 6858000"/>
                <a:gd name="connsiteX27" fmla="*/ 75905 w 712982"/>
                <a:gd name="connsiteY27" fmla="*/ 4292897 h 6858000"/>
                <a:gd name="connsiteX28" fmla="*/ 104434 w 712982"/>
                <a:gd name="connsiteY28" fmla="*/ 4235333 h 6858000"/>
                <a:gd name="connsiteX29" fmla="*/ 151065 w 712982"/>
                <a:gd name="connsiteY29" fmla="*/ 4075686 h 6858000"/>
                <a:gd name="connsiteX30" fmla="*/ 161243 w 712982"/>
                <a:gd name="connsiteY30" fmla="*/ 4061695 h 6858000"/>
                <a:gd name="connsiteX31" fmla="*/ 286285 w 712982"/>
                <a:gd name="connsiteY31" fmla="*/ 3933862 h 6858000"/>
                <a:gd name="connsiteX32" fmla="*/ 306926 w 712982"/>
                <a:gd name="connsiteY32" fmla="*/ 3905847 h 6858000"/>
                <a:gd name="connsiteX33" fmla="*/ 340015 w 712982"/>
                <a:gd name="connsiteY33" fmla="*/ 3871199 h 6858000"/>
                <a:gd name="connsiteX34" fmla="*/ 400111 w 712982"/>
                <a:gd name="connsiteY34" fmla="*/ 3767743 h 6858000"/>
                <a:gd name="connsiteX35" fmla="*/ 409694 w 712982"/>
                <a:gd name="connsiteY35" fmla="*/ 3646690 h 6858000"/>
                <a:gd name="connsiteX36" fmla="*/ 428447 w 712982"/>
                <a:gd name="connsiteY36" fmla="*/ 3499752 h 6858000"/>
                <a:gd name="connsiteX37" fmla="*/ 445033 w 712982"/>
                <a:gd name="connsiteY37" fmla="*/ 3437349 h 6858000"/>
                <a:gd name="connsiteX38" fmla="*/ 471431 w 712982"/>
                <a:gd name="connsiteY38" fmla="*/ 3272018 h 6858000"/>
                <a:gd name="connsiteX39" fmla="*/ 495919 w 712982"/>
                <a:gd name="connsiteY39" fmla="*/ 3153432 h 6858000"/>
                <a:gd name="connsiteX40" fmla="*/ 499541 w 712982"/>
                <a:gd name="connsiteY40" fmla="*/ 2985907 h 6858000"/>
                <a:gd name="connsiteX41" fmla="*/ 491640 w 712982"/>
                <a:gd name="connsiteY41" fmla="*/ 2905697 h 6858000"/>
                <a:gd name="connsiteX42" fmla="*/ 586592 w 712982"/>
                <a:gd name="connsiteY42" fmla="*/ 2746325 h 6858000"/>
                <a:gd name="connsiteX43" fmla="*/ 647211 w 712982"/>
                <a:gd name="connsiteY43" fmla="*/ 2620857 h 6858000"/>
                <a:gd name="connsiteX44" fmla="*/ 598120 w 712982"/>
                <a:gd name="connsiteY44" fmla="*/ 2501248 h 6858000"/>
                <a:gd name="connsiteX45" fmla="*/ 560897 w 712982"/>
                <a:gd name="connsiteY45" fmla="*/ 2471368 h 6858000"/>
                <a:gd name="connsiteX46" fmla="*/ 506928 w 712982"/>
                <a:gd name="connsiteY46" fmla="*/ 2272389 h 6858000"/>
                <a:gd name="connsiteX47" fmla="*/ 474122 w 712982"/>
                <a:gd name="connsiteY47" fmla="*/ 1983284 h 6858000"/>
                <a:gd name="connsiteX48" fmla="*/ 349180 w 712982"/>
                <a:gd name="connsiteY48" fmla="*/ 1510207 h 6858000"/>
                <a:gd name="connsiteX49" fmla="*/ 306451 w 712982"/>
                <a:gd name="connsiteY49" fmla="*/ 1430003 h 6858000"/>
                <a:gd name="connsiteX50" fmla="*/ 287747 w 712982"/>
                <a:gd name="connsiteY50" fmla="*/ 1336633 h 6858000"/>
                <a:gd name="connsiteX51" fmla="*/ 304326 w 712982"/>
                <a:gd name="connsiteY51" fmla="*/ 1298229 h 6858000"/>
                <a:gd name="connsiteX52" fmla="*/ 317671 w 712982"/>
                <a:gd name="connsiteY52" fmla="*/ 1136667 h 6858000"/>
                <a:gd name="connsiteX53" fmla="*/ 314959 w 712982"/>
                <a:gd name="connsiteY53" fmla="*/ 1106522 h 6858000"/>
                <a:gd name="connsiteX54" fmla="*/ 290675 w 712982"/>
                <a:gd name="connsiteY54" fmla="*/ 1004980 h 6858000"/>
                <a:gd name="connsiteX55" fmla="*/ 272712 w 712982"/>
                <a:gd name="connsiteY55" fmla="*/ 910357 h 6858000"/>
                <a:gd name="connsiteX56" fmla="*/ 270963 w 712982"/>
                <a:gd name="connsiteY56" fmla="*/ 667028 h 6858000"/>
                <a:gd name="connsiteX57" fmla="*/ 244986 w 712982"/>
                <a:gd name="connsiteY57" fmla="*/ 483131 h 6858000"/>
                <a:gd name="connsiteX58" fmla="*/ 241465 w 712982"/>
                <a:gd name="connsiteY58" fmla="*/ 397465 h 6858000"/>
                <a:gd name="connsiteX59" fmla="*/ 244890 w 712982"/>
                <a:gd name="connsiteY59" fmla="*/ 348507 h 6858000"/>
                <a:gd name="connsiteX60" fmla="*/ 293439 w 712982"/>
                <a:gd name="connsiteY60" fmla="*/ 233141 h 6858000"/>
                <a:gd name="connsiteX61" fmla="*/ 300513 w 712982"/>
                <a:gd name="connsiteY61" fmla="*/ 172069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712982" h="6858000">
                  <a:moveTo>
                    <a:pt x="280560" y="0"/>
                  </a:moveTo>
                  <a:lnTo>
                    <a:pt x="712982" y="0"/>
                  </a:lnTo>
                  <a:lnTo>
                    <a:pt x="712982" y="6858000"/>
                  </a:lnTo>
                  <a:lnTo>
                    <a:pt x="372527" y="6858000"/>
                  </a:lnTo>
                  <a:lnTo>
                    <a:pt x="372901" y="6835810"/>
                  </a:lnTo>
                  <a:cubicBezTo>
                    <a:pt x="343741" y="6729822"/>
                    <a:pt x="373381" y="6623551"/>
                    <a:pt x="363017" y="6518145"/>
                  </a:cubicBezTo>
                  <a:cubicBezTo>
                    <a:pt x="358372" y="6470360"/>
                    <a:pt x="362468" y="6422202"/>
                    <a:pt x="310498" y="6393936"/>
                  </a:cubicBezTo>
                  <a:cubicBezTo>
                    <a:pt x="303659" y="6390296"/>
                    <a:pt x="304819" y="6368800"/>
                    <a:pt x="305420" y="6355564"/>
                  </a:cubicBezTo>
                  <a:cubicBezTo>
                    <a:pt x="306594" y="6326166"/>
                    <a:pt x="314451" y="6296329"/>
                    <a:pt x="311030" y="6267729"/>
                  </a:cubicBezTo>
                  <a:cubicBezTo>
                    <a:pt x="304253" y="6208466"/>
                    <a:pt x="293104" y="6149393"/>
                    <a:pt x="281440" y="6090959"/>
                  </a:cubicBezTo>
                  <a:cubicBezTo>
                    <a:pt x="276978" y="6068911"/>
                    <a:pt x="266829" y="6048361"/>
                    <a:pt x="258928" y="6026981"/>
                  </a:cubicBezTo>
                  <a:cubicBezTo>
                    <a:pt x="254416" y="6015184"/>
                    <a:pt x="244605" y="6003083"/>
                    <a:pt x="245105" y="5991615"/>
                  </a:cubicBezTo>
                  <a:cubicBezTo>
                    <a:pt x="248075" y="5925141"/>
                    <a:pt x="216651" y="5867990"/>
                    <a:pt x="197441" y="5807458"/>
                  </a:cubicBezTo>
                  <a:cubicBezTo>
                    <a:pt x="188523" y="5779456"/>
                    <a:pt x="171697" y="5754078"/>
                    <a:pt x="159115" y="5727356"/>
                  </a:cubicBezTo>
                  <a:cubicBezTo>
                    <a:pt x="155717" y="5720411"/>
                    <a:pt x="152517" y="5712566"/>
                    <a:pt x="152306" y="5705270"/>
                  </a:cubicBezTo>
                  <a:cubicBezTo>
                    <a:pt x="151252" y="5663532"/>
                    <a:pt x="151674" y="5621922"/>
                    <a:pt x="150939" y="5580441"/>
                  </a:cubicBezTo>
                  <a:cubicBezTo>
                    <a:pt x="150326" y="5542748"/>
                    <a:pt x="147369" y="5505023"/>
                    <a:pt x="187956" y="5482729"/>
                  </a:cubicBezTo>
                  <a:cubicBezTo>
                    <a:pt x="194324" y="5479395"/>
                    <a:pt x="198291" y="5470181"/>
                    <a:pt x="201902" y="5463053"/>
                  </a:cubicBezTo>
                  <a:cubicBezTo>
                    <a:pt x="257480" y="5353065"/>
                    <a:pt x="249730" y="5298303"/>
                    <a:pt x="168174" y="5205662"/>
                  </a:cubicBezTo>
                  <a:cubicBezTo>
                    <a:pt x="159805" y="5196040"/>
                    <a:pt x="152161" y="5174340"/>
                    <a:pt x="157186" y="5166766"/>
                  </a:cubicBezTo>
                  <a:cubicBezTo>
                    <a:pt x="198743" y="5102508"/>
                    <a:pt x="186477" y="5038579"/>
                    <a:pt x="163999" y="4972256"/>
                  </a:cubicBezTo>
                  <a:cubicBezTo>
                    <a:pt x="158020" y="4955056"/>
                    <a:pt x="155299" y="4930181"/>
                    <a:pt x="163388" y="4915833"/>
                  </a:cubicBezTo>
                  <a:cubicBezTo>
                    <a:pt x="200708" y="4847649"/>
                    <a:pt x="186907" y="4780374"/>
                    <a:pt x="166361" y="4712964"/>
                  </a:cubicBezTo>
                  <a:cubicBezTo>
                    <a:pt x="163165" y="4702485"/>
                    <a:pt x="150748" y="4690669"/>
                    <a:pt x="140122" y="4687152"/>
                  </a:cubicBezTo>
                  <a:cubicBezTo>
                    <a:pt x="102452" y="4674589"/>
                    <a:pt x="86917" y="4644970"/>
                    <a:pt x="73058" y="4611951"/>
                  </a:cubicBezTo>
                  <a:cubicBezTo>
                    <a:pt x="50686" y="4559957"/>
                    <a:pt x="25516" y="4509149"/>
                    <a:pt x="3979" y="4456771"/>
                  </a:cubicBezTo>
                  <a:cubicBezTo>
                    <a:pt x="-1236" y="4443877"/>
                    <a:pt x="-726" y="4427139"/>
                    <a:pt x="2091" y="4412781"/>
                  </a:cubicBezTo>
                  <a:cubicBezTo>
                    <a:pt x="11653" y="4363733"/>
                    <a:pt x="45382" y="4329603"/>
                    <a:pt x="75905" y="4292897"/>
                  </a:cubicBezTo>
                  <a:cubicBezTo>
                    <a:pt x="89361" y="4276787"/>
                    <a:pt x="97880" y="4255660"/>
                    <a:pt x="104434" y="4235333"/>
                  </a:cubicBezTo>
                  <a:cubicBezTo>
                    <a:pt x="121200" y="4182569"/>
                    <a:pt x="135523" y="4128901"/>
                    <a:pt x="151065" y="4075686"/>
                  </a:cubicBezTo>
                  <a:cubicBezTo>
                    <a:pt x="152552" y="4070549"/>
                    <a:pt x="157315" y="4065932"/>
                    <a:pt x="161243" y="4061695"/>
                  </a:cubicBezTo>
                  <a:cubicBezTo>
                    <a:pt x="202828" y="4019095"/>
                    <a:pt x="244731" y="3976753"/>
                    <a:pt x="286285" y="3933862"/>
                  </a:cubicBezTo>
                  <a:cubicBezTo>
                    <a:pt x="294168" y="3925683"/>
                    <a:pt x="299393" y="3914571"/>
                    <a:pt x="306926" y="3905847"/>
                  </a:cubicBezTo>
                  <a:cubicBezTo>
                    <a:pt x="317292" y="3893589"/>
                    <a:pt x="326766" y="3878502"/>
                    <a:pt x="340015" y="3871199"/>
                  </a:cubicBezTo>
                  <a:cubicBezTo>
                    <a:pt x="381725" y="3848490"/>
                    <a:pt x="396760" y="3812013"/>
                    <a:pt x="400111" y="3767743"/>
                  </a:cubicBezTo>
                  <a:cubicBezTo>
                    <a:pt x="403294" y="3727294"/>
                    <a:pt x="405323" y="3686973"/>
                    <a:pt x="409694" y="3646690"/>
                  </a:cubicBezTo>
                  <a:cubicBezTo>
                    <a:pt x="414852" y="3597538"/>
                    <a:pt x="420910" y="3548579"/>
                    <a:pt x="428447" y="3499752"/>
                  </a:cubicBezTo>
                  <a:cubicBezTo>
                    <a:pt x="431696" y="3478619"/>
                    <a:pt x="435683" y="3456228"/>
                    <a:pt x="445033" y="3437349"/>
                  </a:cubicBezTo>
                  <a:cubicBezTo>
                    <a:pt x="470858" y="3384475"/>
                    <a:pt x="486179" y="3329236"/>
                    <a:pt x="471431" y="3272018"/>
                  </a:cubicBezTo>
                  <a:cubicBezTo>
                    <a:pt x="459682" y="3226180"/>
                    <a:pt x="472474" y="3185267"/>
                    <a:pt x="495919" y="3153432"/>
                  </a:cubicBezTo>
                  <a:cubicBezTo>
                    <a:pt x="538461" y="3095505"/>
                    <a:pt x="521296" y="3040311"/>
                    <a:pt x="499541" y="2985907"/>
                  </a:cubicBezTo>
                  <a:cubicBezTo>
                    <a:pt x="488276" y="2957871"/>
                    <a:pt x="486838" y="2934028"/>
                    <a:pt x="491640" y="2905697"/>
                  </a:cubicBezTo>
                  <a:cubicBezTo>
                    <a:pt x="502898" y="2840071"/>
                    <a:pt x="547705" y="2792141"/>
                    <a:pt x="586592" y="2746325"/>
                  </a:cubicBezTo>
                  <a:cubicBezTo>
                    <a:pt x="619786" y="2707275"/>
                    <a:pt x="636305" y="2665661"/>
                    <a:pt x="647211" y="2620857"/>
                  </a:cubicBezTo>
                  <a:cubicBezTo>
                    <a:pt x="661216" y="2564298"/>
                    <a:pt x="648982" y="2522027"/>
                    <a:pt x="598120" y="2501248"/>
                  </a:cubicBezTo>
                  <a:cubicBezTo>
                    <a:pt x="583733" y="2495506"/>
                    <a:pt x="566431" y="2484521"/>
                    <a:pt x="560897" y="2471368"/>
                  </a:cubicBezTo>
                  <a:cubicBezTo>
                    <a:pt x="533469" y="2407931"/>
                    <a:pt x="496686" y="2344634"/>
                    <a:pt x="506928" y="2272389"/>
                  </a:cubicBezTo>
                  <a:cubicBezTo>
                    <a:pt x="520879" y="2172517"/>
                    <a:pt x="509052" y="2077807"/>
                    <a:pt x="474122" y="1983284"/>
                  </a:cubicBezTo>
                  <a:cubicBezTo>
                    <a:pt x="417537" y="1829959"/>
                    <a:pt x="358639" y="1676886"/>
                    <a:pt x="349180" y="1510207"/>
                  </a:cubicBezTo>
                  <a:cubicBezTo>
                    <a:pt x="347619" y="1482573"/>
                    <a:pt x="326399" y="1451821"/>
                    <a:pt x="306451" y="1430003"/>
                  </a:cubicBezTo>
                  <a:cubicBezTo>
                    <a:pt x="268511" y="1388202"/>
                    <a:pt x="266127" y="1390512"/>
                    <a:pt x="287747" y="1336633"/>
                  </a:cubicBezTo>
                  <a:cubicBezTo>
                    <a:pt x="293070" y="1323756"/>
                    <a:pt x="295470" y="1308272"/>
                    <a:pt x="304326" y="1298229"/>
                  </a:cubicBezTo>
                  <a:cubicBezTo>
                    <a:pt x="349361" y="1247057"/>
                    <a:pt x="331041" y="1191986"/>
                    <a:pt x="317671" y="1136667"/>
                  </a:cubicBezTo>
                  <a:cubicBezTo>
                    <a:pt x="315148" y="1126990"/>
                    <a:pt x="311827" y="1115354"/>
                    <a:pt x="314959" y="1106522"/>
                  </a:cubicBezTo>
                  <a:cubicBezTo>
                    <a:pt x="329032" y="1066641"/>
                    <a:pt x="319157" y="1035231"/>
                    <a:pt x="290675" y="1004980"/>
                  </a:cubicBezTo>
                  <a:cubicBezTo>
                    <a:pt x="266138" y="978690"/>
                    <a:pt x="249805" y="947108"/>
                    <a:pt x="272712" y="910357"/>
                  </a:cubicBezTo>
                  <a:cubicBezTo>
                    <a:pt x="323486" y="828702"/>
                    <a:pt x="317578" y="747981"/>
                    <a:pt x="270963" y="667028"/>
                  </a:cubicBezTo>
                  <a:cubicBezTo>
                    <a:pt x="237707" y="609204"/>
                    <a:pt x="225082" y="549995"/>
                    <a:pt x="244986" y="483131"/>
                  </a:cubicBezTo>
                  <a:cubicBezTo>
                    <a:pt x="252708" y="457408"/>
                    <a:pt x="242285" y="426353"/>
                    <a:pt x="241465" y="397465"/>
                  </a:cubicBezTo>
                  <a:cubicBezTo>
                    <a:pt x="240850" y="381142"/>
                    <a:pt x="239176" y="363176"/>
                    <a:pt x="244890" y="348507"/>
                  </a:cubicBezTo>
                  <a:cubicBezTo>
                    <a:pt x="259350" y="309454"/>
                    <a:pt x="279299" y="272445"/>
                    <a:pt x="293439" y="233141"/>
                  </a:cubicBezTo>
                  <a:cubicBezTo>
                    <a:pt x="300152" y="214256"/>
                    <a:pt x="302437" y="192349"/>
                    <a:pt x="300513" y="172069"/>
                  </a:cubicBezTo>
                  <a:close/>
                </a:path>
              </a:pathLst>
            </a:custGeom>
            <a:solidFill>
              <a:srgbClr val="FFFFFF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5" name="Freeform: Shape 29">
              <a:extLst>
                <a:ext uri="{FF2B5EF4-FFF2-40B4-BE49-F238E27FC236}">
                  <a16:creationId xmlns:a16="http://schemas.microsoft.com/office/drawing/2014/main" id="{97B054CB-4DA3-4EDD-B196-A5DDD1E4E6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479015" y="0"/>
              <a:ext cx="712985" cy="6858000"/>
            </a:xfrm>
            <a:custGeom>
              <a:avLst/>
              <a:gdLst>
                <a:gd name="connsiteX0" fmla="*/ 280560 w 712985"/>
                <a:gd name="connsiteY0" fmla="*/ 0 h 6858000"/>
                <a:gd name="connsiteX1" fmla="*/ 712985 w 712985"/>
                <a:gd name="connsiteY1" fmla="*/ 0 h 6858000"/>
                <a:gd name="connsiteX2" fmla="*/ 712985 w 712985"/>
                <a:gd name="connsiteY2" fmla="*/ 6858000 h 6858000"/>
                <a:gd name="connsiteX3" fmla="*/ 372527 w 712985"/>
                <a:gd name="connsiteY3" fmla="*/ 6858000 h 6858000"/>
                <a:gd name="connsiteX4" fmla="*/ 372901 w 712985"/>
                <a:gd name="connsiteY4" fmla="*/ 6835810 h 6858000"/>
                <a:gd name="connsiteX5" fmla="*/ 363017 w 712985"/>
                <a:gd name="connsiteY5" fmla="*/ 6518145 h 6858000"/>
                <a:gd name="connsiteX6" fmla="*/ 310498 w 712985"/>
                <a:gd name="connsiteY6" fmla="*/ 6393936 h 6858000"/>
                <a:gd name="connsiteX7" fmla="*/ 305420 w 712985"/>
                <a:gd name="connsiteY7" fmla="*/ 6355564 h 6858000"/>
                <a:gd name="connsiteX8" fmla="*/ 311030 w 712985"/>
                <a:gd name="connsiteY8" fmla="*/ 6267729 h 6858000"/>
                <a:gd name="connsiteX9" fmla="*/ 281440 w 712985"/>
                <a:gd name="connsiteY9" fmla="*/ 6090959 h 6858000"/>
                <a:gd name="connsiteX10" fmla="*/ 258928 w 712985"/>
                <a:gd name="connsiteY10" fmla="*/ 6026981 h 6858000"/>
                <a:gd name="connsiteX11" fmla="*/ 245105 w 712985"/>
                <a:gd name="connsiteY11" fmla="*/ 5991615 h 6858000"/>
                <a:gd name="connsiteX12" fmla="*/ 197441 w 712985"/>
                <a:gd name="connsiteY12" fmla="*/ 5807458 h 6858000"/>
                <a:gd name="connsiteX13" fmla="*/ 159115 w 712985"/>
                <a:gd name="connsiteY13" fmla="*/ 5727356 h 6858000"/>
                <a:gd name="connsiteX14" fmla="*/ 152306 w 712985"/>
                <a:gd name="connsiteY14" fmla="*/ 5705270 h 6858000"/>
                <a:gd name="connsiteX15" fmla="*/ 150939 w 712985"/>
                <a:gd name="connsiteY15" fmla="*/ 5580441 h 6858000"/>
                <a:gd name="connsiteX16" fmla="*/ 187956 w 712985"/>
                <a:gd name="connsiteY16" fmla="*/ 5482729 h 6858000"/>
                <a:gd name="connsiteX17" fmla="*/ 201902 w 712985"/>
                <a:gd name="connsiteY17" fmla="*/ 5463053 h 6858000"/>
                <a:gd name="connsiteX18" fmla="*/ 168174 w 712985"/>
                <a:gd name="connsiteY18" fmla="*/ 5205662 h 6858000"/>
                <a:gd name="connsiteX19" fmla="*/ 157186 w 712985"/>
                <a:gd name="connsiteY19" fmla="*/ 5166766 h 6858000"/>
                <a:gd name="connsiteX20" fmla="*/ 163999 w 712985"/>
                <a:gd name="connsiteY20" fmla="*/ 4972256 h 6858000"/>
                <a:gd name="connsiteX21" fmla="*/ 163388 w 712985"/>
                <a:gd name="connsiteY21" fmla="*/ 4915833 h 6858000"/>
                <a:gd name="connsiteX22" fmla="*/ 166361 w 712985"/>
                <a:gd name="connsiteY22" fmla="*/ 4712964 h 6858000"/>
                <a:gd name="connsiteX23" fmla="*/ 140122 w 712985"/>
                <a:gd name="connsiteY23" fmla="*/ 4687152 h 6858000"/>
                <a:gd name="connsiteX24" fmla="*/ 73058 w 712985"/>
                <a:gd name="connsiteY24" fmla="*/ 4611951 h 6858000"/>
                <a:gd name="connsiteX25" fmla="*/ 3979 w 712985"/>
                <a:gd name="connsiteY25" fmla="*/ 4456771 h 6858000"/>
                <a:gd name="connsiteX26" fmla="*/ 2091 w 712985"/>
                <a:gd name="connsiteY26" fmla="*/ 4412781 h 6858000"/>
                <a:gd name="connsiteX27" fmla="*/ 75905 w 712985"/>
                <a:gd name="connsiteY27" fmla="*/ 4292897 h 6858000"/>
                <a:gd name="connsiteX28" fmla="*/ 104434 w 712985"/>
                <a:gd name="connsiteY28" fmla="*/ 4235333 h 6858000"/>
                <a:gd name="connsiteX29" fmla="*/ 151065 w 712985"/>
                <a:gd name="connsiteY29" fmla="*/ 4075686 h 6858000"/>
                <a:gd name="connsiteX30" fmla="*/ 161243 w 712985"/>
                <a:gd name="connsiteY30" fmla="*/ 4061695 h 6858000"/>
                <a:gd name="connsiteX31" fmla="*/ 286285 w 712985"/>
                <a:gd name="connsiteY31" fmla="*/ 3933862 h 6858000"/>
                <a:gd name="connsiteX32" fmla="*/ 306926 w 712985"/>
                <a:gd name="connsiteY32" fmla="*/ 3905847 h 6858000"/>
                <a:gd name="connsiteX33" fmla="*/ 340015 w 712985"/>
                <a:gd name="connsiteY33" fmla="*/ 3871199 h 6858000"/>
                <a:gd name="connsiteX34" fmla="*/ 400111 w 712985"/>
                <a:gd name="connsiteY34" fmla="*/ 3767743 h 6858000"/>
                <a:gd name="connsiteX35" fmla="*/ 409694 w 712985"/>
                <a:gd name="connsiteY35" fmla="*/ 3646690 h 6858000"/>
                <a:gd name="connsiteX36" fmla="*/ 428447 w 712985"/>
                <a:gd name="connsiteY36" fmla="*/ 3499752 h 6858000"/>
                <a:gd name="connsiteX37" fmla="*/ 445033 w 712985"/>
                <a:gd name="connsiteY37" fmla="*/ 3437349 h 6858000"/>
                <a:gd name="connsiteX38" fmla="*/ 471431 w 712985"/>
                <a:gd name="connsiteY38" fmla="*/ 3272018 h 6858000"/>
                <a:gd name="connsiteX39" fmla="*/ 495919 w 712985"/>
                <a:gd name="connsiteY39" fmla="*/ 3153432 h 6858000"/>
                <a:gd name="connsiteX40" fmla="*/ 499541 w 712985"/>
                <a:gd name="connsiteY40" fmla="*/ 2985907 h 6858000"/>
                <a:gd name="connsiteX41" fmla="*/ 491640 w 712985"/>
                <a:gd name="connsiteY41" fmla="*/ 2905697 h 6858000"/>
                <a:gd name="connsiteX42" fmla="*/ 586592 w 712985"/>
                <a:gd name="connsiteY42" fmla="*/ 2746325 h 6858000"/>
                <a:gd name="connsiteX43" fmla="*/ 647211 w 712985"/>
                <a:gd name="connsiteY43" fmla="*/ 2620857 h 6858000"/>
                <a:gd name="connsiteX44" fmla="*/ 598120 w 712985"/>
                <a:gd name="connsiteY44" fmla="*/ 2501248 h 6858000"/>
                <a:gd name="connsiteX45" fmla="*/ 560897 w 712985"/>
                <a:gd name="connsiteY45" fmla="*/ 2471368 h 6858000"/>
                <a:gd name="connsiteX46" fmla="*/ 506928 w 712985"/>
                <a:gd name="connsiteY46" fmla="*/ 2272389 h 6858000"/>
                <a:gd name="connsiteX47" fmla="*/ 474122 w 712985"/>
                <a:gd name="connsiteY47" fmla="*/ 1983284 h 6858000"/>
                <a:gd name="connsiteX48" fmla="*/ 349180 w 712985"/>
                <a:gd name="connsiteY48" fmla="*/ 1510207 h 6858000"/>
                <a:gd name="connsiteX49" fmla="*/ 306451 w 712985"/>
                <a:gd name="connsiteY49" fmla="*/ 1430003 h 6858000"/>
                <a:gd name="connsiteX50" fmla="*/ 287747 w 712985"/>
                <a:gd name="connsiteY50" fmla="*/ 1336633 h 6858000"/>
                <a:gd name="connsiteX51" fmla="*/ 304326 w 712985"/>
                <a:gd name="connsiteY51" fmla="*/ 1298229 h 6858000"/>
                <a:gd name="connsiteX52" fmla="*/ 317671 w 712985"/>
                <a:gd name="connsiteY52" fmla="*/ 1136667 h 6858000"/>
                <a:gd name="connsiteX53" fmla="*/ 314959 w 712985"/>
                <a:gd name="connsiteY53" fmla="*/ 1106522 h 6858000"/>
                <a:gd name="connsiteX54" fmla="*/ 290675 w 712985"/>
                <a:gd name="connsiteY54" fmla="*/ 1004980 h 6858000"/>
                <a:gd name="connsiteX55" fmla="*/ 272712 w 712985"/>
                <a:gd name="connsiteY55" fmla="*/ 910357 h 6858000"/>
                <a:gd name="connsiteX56" fmla="*/ 270963 w 712985"/>
                <a:gd name="connsiteY56" fmla="*/ 667028 h 6858000"/>
                <a:gd name="connsiteX57" fmla="*/ 244986 w 712985"/>
                <a:gd name="connsiteY57" fmla="*/ 483131 h 6858000"/>
                <a:gd name="connsiteX58" fmla="*/ 241465 w 712985"/>
                <a:gd name="connsiteY58" fmla="*/ 397465 h 6858000"/>
                <a:gd name="connsiteX59" fmla="*/ 244890 w 712985"/>
                <a:gd name="connsiteY59" fmla="*/ 348507 h 6858000"/>
                <a:gd name="connsiteX60" fmla="*/ 293439 w 712985"/>
                <a:gd name="connsiteY60" fmla="*/ 233141 h 6858000"/>
                <a:gd name="connsiteX61" fmla="*/ 300513 w 712985"/>
                <a:gd name="connsiteY61" fmla="*/ 172069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712985" h="6858000">
                  <a:moveTo>
                    <a:pt x="280560" y="0"/>
                  </a:moveTo>
                  <a:lnTo>
                    <a:pt x="712985" y="0"/>
                  </a:lnTo>
                  <a:lnTo>
                    <a:pt x="712985" y="6858000"/>
                  </a:lnTo>
                  <a:lnTo>
                    <a:pt x="372527" y="6858000"/>
                  </a:lnTo>
                  <a:lnTo>
                    <a:pt x="372901" y="6835810"/>
                  </a:lnTo>
                  <a:cubicBezTo>
                    <a:pt x="343741" y="6729822"/>
                    <a:pt x="373381" y="6623551"/>
                    <a:pt x="363017" y="6518145"/>
                  </a:cubicBezTo>
                  <a:cubicBezTo>
                    <a:pt x="358372" y="6470360"/>
                    <a:pt x="362468" y="6422202"/>
                    <a:pt x="310498" y="6393936"/>
                  </a:cubicBezTo>
                  <a:cubicBezTo>
                    <a:pt x="303659" y="6390296"/>
                    <a:pt x="304819" y="6368800"/>
                    <a:pt x="305420" y="6355564"/>
                  </a:cubicBezTo>
                  <a:cubicBezTo>
                    <a:pt x="306594" y="6326166"/>
                    <a:pt x="314451" y="6296329"/>
                    <a:pt x="311030" y="6267729"/>
                  </a:cubicBezTo>
                  <a:cubicBezTo>
                    <a:pt x="304253" y="6208466"/>
                    <a:pt x="293104" y="6149393"/>
                    <a:pt x="281440" y="6090959"/>
                  </a:cubicBezTo>
                  <a:cubicBezTo>
                    <a:pt x="276978" y="6068911"/>
                    <a:pt x="266829" y="6048361"/>
                    <a:pt x="258928" y="6026981"/>
                  </a:cubicBezTo>
                  <a:cubicBezTo>
                    <a:pt x="254416" y="6015184"/>
                    <a:pt x="244605" y="6003083"/>
                    <a:pt x="245105" y="5991615"/>
                  </a:cubicBezTo>
                  <a:cubicBezTo>
                    <a:pt x="248075" y="5925141"/>
                    <a:pt x="216651" y="5867990"/>
                    <a:pt x="197441" y="5807458"/>
                  </a:cubicBezTo>
                  <a:cubicBezTo>
                    <a:pt x="188523" y="5779456"/>
                    <a:pt x="171697" y="5754078"/>
                    <a:pt x="159115" y="5727356"/>
                  </a:cubicBezTo>
                  <a:cubicBezTo>
                    <a:pt x="155717" y="5720411"/>
                    <a:pt x="152517" y="5712566"/>
                    <a:pt x="152306" y="5705270"/>
                  </a:cubicBezTo>
                  <a:cubicBezTo>
                    <a:pt x="151252" y="5663532"/>
                    <a:pt x="151674" y="5621922"/>
                    <a:pt x="150939" y="5580441"/>
                  </a:cubicBezTo>
                  <a:cubicBezTo>
                    <a:pt x="150326" y="5542748"/>
                    <a:pt x="147369" y="5505023"/>
                    <a:pt x="187956" y="5482729"/>
                  </a:cubicBezTo>
                  <a:cubicBezTo>
                    <a:pt x="194324" y="5479395"/>
                    <a:pt x="198291" y="5470181"/>
                    <a:pt x="201902" y="5463053"/>
                  </a:cubicBezTo>
                  <a:cubicBezTo>
                    <a:pt x="257480" y="5353065"/>
                    <a:pt x="249730" y="5298303"/>
                    <a:pt x="168174" y="5205662"/>
                  </a:cubicBezTo>
                  <a:cubicBezTo>
                    <a:pt x="159805" y="5196040"/>
                    <a:pt x="152161" y="5174340"/>
                    <a:pt x="157186" y="5166766"/>
                  </a:cubicBezTo>
                  <a:cubicBezTo>
                    <a:pt x="198743" y="5102508"/>
                    <a:pt x="186477" y="5038579"/>
                    <a:pt x="163999" y="4972256"/>
                  </a:cubicBezTo>
                  <a:cubicBezTo>
                    <a:pt x="158020" y="4955056"/>
                    <a:pt x="155299" y="4930181"/>
                    <a:pt x="163388" y="4915833"/>
                  </a:cubicBezTo>
                  <a:cubicBezTo>
                    <a:pt x="200708" y="4847649"/>
                    <a:pt x="186907" y="4780374"/>
                    <a:pt x="166361" y="4712964"/>
                  </a:cubicBezTo>
                  <a:cubicBezTo>
                    <a:pt x="163165" y="4702485"/>
                    <a:pt x="150748" y="4690669"/>
                    <a:pt x="140122" y="4687152"/>
                  </a:cubicBezTo>
                  <a:cubicBezTo>
                    <a:pt x="102452" y="4674589"/>
                    <a:pt x="86917" y="4644970"/>
                    <a:pt x="73058" y="4611951"/>
                  </a:cubicBezTo>
                  <a:cubicBezTo>
                    <a:pt x="50686" y="4559957"/>
                    <a:pt x="25516" y="4509149"/>
                    <a:pt x="3979" y="4456771"/>
                  </a:cubicBezTo>
                  <a:cubicBezTo>
                    <a:pt x="-1236" y="4443877"/>
                    <a:pt x="-726" y="4427139"/>
                    <a:pt x="2091" y="4412781"/>
                  </a:cubicBezTo>
                  <a:cubicBezTo>
                    <a:pt x="11653" y="4363733"/>
                    <a:pt x="45382" y="4329603"/>
                    <a:pt x="75905" y="4292897"/>
                  </a:cubicBezTo>
                  <a:cubicBezTo>
                    <a:pt x="89361" y="4276787"/>
                    <a:pt x="97880" y="4255660"/>
                    <a:pt x="104434" y="4235333"/>
                  </a:cubicBezTo>
                  <a:cubicBezTo>
                    <a:pt x="121200" y="4182569"/>
                    <a:pt x="135523" y="4128901"/>
                    <a:pt x="151065" y="4075686"/>
                  </a:cubicBezTo>
                  <a:cubicBezTo>
                    <a:pt x="152552" y="4070549"/>
                    <a:pt x="157315" y="4065932"/>
                    <a:pt x="161243" y="4061695"/>
                  </a:cubicBezTo>
                  <a:cubicBezTo>
                    <a:pt x="202828" y="4019095"/>
                    <a:pt x="244731" y="3976753"/>
                    <a:pt x="286285" y="3933862"/>
                  </a:cubicBezTo>
                  <a:cubicBezTo>
                    <a:pt x="294168" y="3925683"/>
                    <a:pt x="299393" y="3914571"/>
                    <a:pt x="306926" y="3905847"/>
                  </a:cubicBezTo>
                  <a:cubicBezTo>
                    <a:pt x="317292" y="3893589"/>
                    <a:pt x="326766" y="3878502"/>
                    <a:pt x="340015" y="3871199"/>
                  </a:cubicBezTo>
                  <a:cubicBezTo>
                    <a:pt x="381725" y="3848490"/>
                    <a:pt x="396760" y="3812013"/>
                    <a:pt x="400111" y="3767743"/>
                  </a:cubicBezTo>
                  <a:cubicBezTo>
                    <a:pt x="403294" y="3727294"/>
                    <a:pt x="405323" y="3686973"/>
                    <a:pt x="409694" y="3646690"/>
                  </a:cubicBezTo>
                  <a:cubicBezTo>
                    <a:pt x="414852" y="3597538"/>
                    <a:pt x="420910" y="3548579"/>
                    <a:pt x="428447" y="3499752"/>
                  </a:cubicBezTo>
                  <a:cubicBezTo>
                    <a:pt x="431696" y="3478619"/>
                    <a:pt x="435683" y="3456228"/>
                    <a:pt x="445033" y="3437349"/>
                  </a:cubicBezTo>
                  <a:cubicBezTo>
                    <a:pt x="470858" y="3384475"/>
                    <a:pt x="486179" y="3329236"/>
                    <a:pt x="471431" y="3272018"/>
                  </a:cubicBezTo>
                  <a:cubicBezTo>
                    <a:pt x="459682" y="3226180"/>
                    <a:pt x="472474" y="3185267"/>
                    <a:pt x="495919" y="3153432"/>
                  </a:cubicBezTo>
                  <a:cubicBezTo>
                    <a:pt x="538461" y="3095505"/>
                    <a:pt x="521296" y="3040311"/>
                    <a:pt x="499541" y="2985907"/>
                  </a:cubicBezTo>
                  <a:cubicBezTo>
                    <a:pt x="488276" y="2957871"/>
                    <a:pt x="486838" y="2934028"/>
                    <a:pt x="491640" y="2905697"/>
                  </a:cubicBezTo>
                  <a:cubicBezTo>
                    <a:pt x="502898" y="2840071"/>
                    <a:pt x="547705" y="2792141"/>
                    <a:pt x="586592" y="2746325"/>
                  </a:cubicBezTo>
                  <a:cubicBezTo>
                    <a:pt x="619786" y="2707275"/>
                    <a:pt x="636305" y="2665661"/>
                    <a:pt x="647211" y="2620857"/>
                  </a:cubicBezTo>
                  <a:cubicBezTo>
                    <a:pt x="661216" y="2564298"/>
                    <a:pt x="648982" y="2522027"/>
                    <a:pt x="598120" y="2501248"/>
                  </a:cubicBezTo>
                  <a:cubicBezTo>
                    <a:pt x="583733" y="2495506"/>
                    <a:pt x="566431" y="2484521"/>
                    <a:pt x="560897" y="2471368"/>
                  </a:cubicBezTo>
                  <a:cubicBezTo>
                    <a:pt x="533469" y="2407931"/>
                    <a:pt x="496686" y="2344634"/>
                    <a:pt x="506928" y="2272389"/>
                  </a:cubicBezTo>
                  <a:cubicBezTo>
                    <a:pt x="520879" y="2172517"/>
                    <a:pt x="509052" y="2077807"/>
                    <a:pt x="474122" y="1983284"/>
                  </a:cubicBezTo>
                  <a:cubicBezTo>
                    <a:pt x="417537" y="1829959"/>
                    <a:pt x="358639" y="1676886"/>
                    <a:pt x="349180" y="1510207"/>
                  </a:cubicBezTo>
                  <a:cubicBezTo>
                    <a:pt x="347619" y="1482573"/>
                    <a:pt x="326399" y="1451821"/>
                    <a:pt x="306451" y="1430003"/>
                  </a:cubicBezTo>
                  <a:cubicBezTo>
                    <a:pt x="268511" y="1388202"/>
                    <a:pt x="266127" y="1390512"/>
                    <a:pt x="287747" y="1336633"/>
                  </a:cubicBezTo>
                  <a:cubicBezTo>
                    <a:pt x="293070" y="1323756"/>
                    <a:pt x="295470" y="1308272"/>
                    <a:pt x="304326" y="1298229"/>
                  </a:cubicBezTo>
                  <a:cubicBezTo>
                    <a:pt x="349361" y="1247057"/>
                    <a:pt x="331041" y="1191986"/>
                    <a:pt x="317671" y="1136667"/>
                  </a:cubicBezTo>
                  <a:cubicBezTo>
                    <a:pt x="315148" y="1126990"/>
                    <a:pt x="311827" y="1115354"/>
                    <a:pt x="314959" y="1106522"/>
                  </a:cubicBezTo>
                  <a:cubicBezTo>
                    <a:pt x="329032" y="1066641"/>
                    <a:pt x="319157" y="1035231"/>
                    <a:pt x="290675" y="1004980"/>
                  </a:cubicBezTo>
                  <a:cubicBezTo>
                    <a:pt x="266138" y="978690"/>
                    <a:pt x="249805" y="947108"/>
                    <a:pt x="272712" y="910357"/>
                  </a:cubicBezTo>
                  <a:cubicBezTo>
                    <a:pt x="323486" y="828702"/>
                    <a:pt x="317578" y="747981"/>
                    <a:pt x="270963" y="667028"/>
                  </a:cubicBezTo>
                  <a:cubicBezTo>
                    <a:pt x="237707" y="609204"/>
                    <a:pt x="225082" y="549995"/>
                    <a:pt x="244986" y="483131"/>
                  </a:cubicBezTo>
                  <a:cubicBezTo>
                    <a:pt x="252708" y="457408"/>
                    <a:pt x="242285" y="426353"/>
                    <a:pt x="241465" y="397465"/>
                  </a:cubicBezTo>
                  <a:cubicBezTo>
                    <a:pt x="240850" y="381142"/>
                    <a:pt x="239176" y="363176"/>
                    <a:pt x="244890" y="348507"/>
                  </a:cubicBezTo>
                  <a:cubicBezTo>
                    <a:pt x="259350" y="309454"/>
                    <a:pt x="279299" y="272445"/>
                    <a:pt x="293439" y="233141"/>
                  </a:cubicBezTo>
                  <a:cubicBezTo>
                    <a:pt x="300152" y="214256"/>
                    <a:pt x="302437" y="192349"/>
                    <a:pt x="300513" y="172069"/>
                  </a:cubicBezTo>
                  <a:close/>
                </a:path>
              </a:pathLst>
            </a:custGeom>
            <a:blipFill>
              <a:blip r:embed="rId2">
                <a:alphaModFix amt="57000"/>
              </a:blip>
              <a:tile tx="0" ty="0" sx="100000" sy="100000" flip="none" algn="tl"/>
            </a:blip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9417085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87F4F1C-8D3D-4EC1-B72D-A0470A5A0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1E3DD61-64DB-46AD-B249-E273CD86B0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296011"/>
            <a:ext cx="12192000" cy="3561989"/>
            <a:chOff x="0" y="3296011"/>
            <a:chExt cx="12192000" cy="3561989"/>
          </a:xfrm>
          <a:effectLst>
            <a:outerShdw blurRad="254000" dist="152400" dir="16200000" rotWithShape="0">
              <a:prstClr val="black">
                <a:alpha val="10000"/>
              </a:prstClr>
            </a:outerShdw>
          </a:effectLst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0D7053D3-590A-4E94-B092-C96EAF744C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0" y="3681702"/>
              <a:ext cx="12192000" cy="3176298"/>
              <a:chOff x="0" y="3681702"/>
              <a:chExt cx="12192000" cy="3176298"/>
            </a:xfrm>
          </p:grpSpPr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2EB67199-6FF0-4DED-89D1-BAEA95F9F59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0" y="3681702"/>
                <a:ext cx="12192000" cy="3176298"/>
              </a:xfrm>
              <a:custGeom>
                <a:avLst/>
                <a:gdLst>
                  <a:gd name="connsiteX0" fmla="*/ 12192000 w 12192000"/>
                  <a:gd name="connsiteY0" fmla="*/ 0 h 3176298"/>
                  <a:gd name="connsiteX1" fmla="*/ 12192000 w 12192000"/>
                  <a:gd name="connsiteY1" fmla="*/ 3176298 h 3176298"/>
                  <a:gd name="connsiteX2" fmla="*/ 0 w 12192000"/>
                  <a:gd name="connsiteY2" fmla="*/ 3176298 h 3176298"/>
                  <a:gd name="connsiteX3" fmla="*/ 0 w 12192000"/>
                  <a:gd name="connsiteY3" fmla="*/ 2264980 h 3176298"/>
                  <a:gd name="connsiteX4" fmla="*/ 544 w 12192000"/>
                  <a:gd name="connsiteY4" fmla="*/ 2264980 h 3176298"/>
                  <a:gd name="connsiteX5" fmla="*/ 544 w 12192000"/>
                  <a:gd name="connsiteY5" fmla="*/ 2392219 h 3176298"/>
                  <a:gd name="connsiteX6" fmla="*/ 61197 w 12192000"/>
                  <a:gd name="connsiteY6" fmla="*/ 2387448 h 3176298"/>
                  <a:gd name="connsiteX7" fmla="*/ 119613 w 12192000"/>
                  <a:gd name="connsiteY7" fmla="*/ 2369945 h 3176298"/>
                  <a:gd name="connsiteX8" fmla="*/ 172384 w 12192000"/>
                  <a:gd name="connsiteY8" fmla="*/ 2347084 h 3176298"/>
                  <a:gd name="connsiteX9" fmla="*/ 274873 w 12192000"/>
                  <a:gd name="connsiteY9" fmla="*/ 2336988 h 3176298"/>
                  <a:gd name="connsiteX10" fmla="*/ 307259 w 12192000"/>
                  <a:gd name="connsiteY10" fmla="*/ 2331461 h 3176298"/>
                  <a:gd name="connsiteX11" fmla="*/ 394511 w 12192000"/>
                  <a:gd name="connsiteY11" fmla="*/ 2308601 h 3176298"/>
                  <a:gd name="connsiteX12" fmla="*/ 494337 w 12192000"/>
                  <a:gd name="connsiteY12" fmla="*/ 2268213 h 3176298"/>
                  <a:gd name="connsiteX13" fmla="*/ 546917 w 12192000"/>
                  <a:gd name="connsiteY13" fmla="*/ 2283264 h 3176298"/>
                  <a:gd name="connsiteX14" fmla="*/ 730754 w 12192000"/>
                  <a:gd name="connsiteY14" fmla="*/ 2240780 h 3176298"/>
                  <a:gd name="connsiteX15" fmla="*/ 785432 w 12192000"/>
                  <a:gd name="connsiteY15" fmla="*/ 2218682 h 3176298"/>
                  <a:gd name="connsiteX16" fmla="*/ 801053 w 12192000"/>
                  <a:gd name="connsiteY16" fmla="*/ 2204013 h 3176298"/>
                  <a:gd name="connsiteX17" fmla="*/ 858205 w 12192000"/>
                  <a:gd name="connsiteY17" fmla="*/ 2169532 h 3176298"/>
                  <a:gd name="connsiteX18" fmla="*/ 949646 w 12192000"/>
                  <a:gd name="connsiteY18" fmla="*/ 2157340 h 3176298"/>
                  <a:gd name="connsiteX19" fmla="*/ 960887 w 12192000"/>
                  <a:gd name="connsiteY19" fmla="*/ 2150099 h 3176298"/>
                  <a:gd name="connsiteX20" fmla="*/ 977653 w 12192000"/>
                  <a:gd name="connsiteY20" fmla="*/ 2138480 h 3176298"/>
                  <a:gd name="connsiteX21" fmla="*/ 1071762 w 12192000"/>
                  <a:gd name="connsiteY21" fmla="*/ 2117905 h 3176298"/>
                  <a:gd name="connsiteX22" fmla="*/ 1092527 w 12192000"/>
                  <a:gd name="connsiteY22" fmla="*/ 2111428 h 3176298"/>
                  <a:gd name="connsiteX23" fmla="*/ 1109865 w 12192000"/>
                  <a:gd name="connsiteY23" fmla="*/ 2100568 h 3176298"/>
                  <a:gd name="connsiteX24" fmla="*/ 1162823 w 12192000"/>
                  <a:gd name="connsiteY24" fmla="*/ 2075613 h 3176298"/>
                  <a:gd name="connsiteX25" fmla="*/ 1206641 w 12192000"/>
                  <a:gd name="connsiteY25" fmla="*/ 2074851 h 3176298"/>
                  <a:gd name="connsiteX26" fmla="*/ 1267411 w 12192000"/>
                  <a:gd name="connsiteY26" fmla="*/ 2060753 h 3176298"/>
                  <a:gd name="connsiteX27" fmla="*/ 1380762 w 12192000"/>
                  <a:gd name="connsiteY27" fmla="*/ 2046847 h 3176298"/>
                  <a:gd name="connsiteX28" fmla="*/ 1404006 w 12192000"/>
                  <a:gd name="connsiteY28" fmla="*/ 2038844 h 3176298"/>
                  <a:gd name="connsiteX29" fmla="*/ 1544598 w 12192000"/>
                  <a:gd name="connsiteY29" fmla="*/ 2000932 h 3176298"/>
                  <a:gd name="connsiteX30" fmla="*/ 1657188 w 12192000"/>
                  <a:gd name="connsiteY30" fmla="*/ 2001697 h 3176298"/>
                  <a:gd name="connsiteX31" fmla="*/ 1665950 w 12192000"/>
                  <a:gd name="connsiteY31" fmla="*/ 2003411 h 3176298"/>
                  <a:gd name="connsiteX32" fmla="*/ 1709006 w 12192000"/>
                  <a:gd name="connsiteY32" fmla="*/ 2015983 h 3176298"/>
                  <a:gd name="connsiteX33" fmla="*/ 1775684 w 12192000"/>
                  <a:gd name="connsiteY33" fmla="*/ 2012555 h 3176298"/>
                  <a:gd name="connsiteX34" fmla="*/ 1821596 w 12192000"/>
                  <a:gd name="connsiteY34" fmla="*/ 1995218 h 3176298"/>
                  <a:gd name="connsiteX35" fmla="*/ 1878748 w 12192000"/>
                  <a:gd name="connsiteY35" fmla="*/ 1994457 h 3176298"/>
                  <a:gd name="connsiteX36" fmla="*/ 1944092 w 12192000"/>
                  <a:gd name="connsiteY36" fmla="*/ 2005315 h 3176298"/>
                  <a:gd name="connsiteX37" fmla="*/ 1973429 w 12192000"/>
                  <a:gd name="connsiteY37" fmla="*/ 2007601 h 3176298"/>
                  <a:gd name="connsiteX38" fmla="*/ 2054013 w 12192000"/>
                  <a:gd name="connsiteY38" fmla="*/ 2030082 h 3176298"/>
                  <a:gd name="connsiteX39" fmla="*/ 2102021 w 12192000"/>
                  <a:gd name="connsiteY39" fmla="*/ 2024557 h 3176298"/>
                  <a:gd name="connsiteX40" fmla="*/ 2149267 w 12192000"/>
                  <a:gd name="connsiteY40" fmla="*/ 2009697 h 3176298"/>
                  <a:gd name="connsiteX41" fmla="*/ 2179556 w 12192000"/>
                  <a:gd name="connsiteY41" fmla="*/ 1995409 h 3176298"/>
                  <a:gd name="connsiteX42" fmla="*/ 2240710 w 12192000"/>
                  <a:gd name="connsiteY42" fmla="*/ 1985312 h 3176298"/>
                  <a:gd name="connsiteX43" fmla="*/ 2251948 w 12192000"/>
                  <a:gd name="connsiteY43" fmla="*/ 1986836 h 3176298"/>
                  <a:gd name="connsiteX44" fmla="*/ 2434456 w 12192000"/>
                  <a:gd name="connsiteY44" fmla="*/ 1999410 h 3176298"/>
                  <a:gd name="connsiteX45" fmla="*/ 2506847 w 12192000"/>
                  <a:gd name="connsiteY45" fmla="*/ 2019603 h 3176298"/>
                  <a:gd name="connsiteX46" fmla="*/ 2522279 w 12192000"/>
                  <a:gd name="connsiteY46" fmla="*/ 2022080 h 3176298"/>
                  <a:gd name="connsiteX47" fmla="*/ 2676398 w 12192000"/>
                  <a:gd name="connsiteY47" fmla="*/ 2044751 h 3176298"/>
                  <a:gd name="connsiteX48" fmla="*/ 2693543 w 12192000"/>
                  <a:gd name="connsiteY48" fmla="*/ 2045703 h 3176298"/>
                  <a:gd name="connsiteX49" fmla="*/ 2741360 w 12192000"/>
                  <a:gd name="connsiteY49" fmla="*/ 2041701 h 3176298"/>
                  <a:gd name="connsiteX50" fmla="*/ 2854140 w 12192000"/>
                  <a:gd name="connsiteY50" fmla="*/ 2082851 h 3176298"/>
                  <a:gd name="connsiteX51" fmla="*/ 2967110 w 12192000"/>
                  <a:gd name="connsiteY51" fmla="*/ 2096949 h 3176298"/>
                  <a:gd name="connsiteX52" fmla="*/ 3029216 w 12192000"/>
                  <a:gd name="connsiteY52" fmla="*/ 2096757 h 3176298"/>
                  <a:gd name="connsiteX53" fmla="*/ 3073604 w 12192000"/>
                  <a:gd name="connsiteY53" fmla="*/ 2106856 h 3176298"/>
                  <a:gd name="connsiteX54" fmla="*/ 3182763 w 12192000"/>
                  <a:gd name="connsiteY54" fmla="*/ 2137527 h 3176298"/>
                  <a:gd name="connsiteX55" fmla="*/ 3234202 w 12192000"/>
                  <a:gd name="connsiteY55" fmla="*/ 2142289 h 3176298"/>
                  <a:gd name="connsiteX56" fmla="*/ 3288877 w 12192000"/>
                  <a:gd name="connsiteY56" fmla="*/ 2152578 h 3176298"/>
                  <a:gd name="connsiteX57" fmla="*/ 3424135 w 12192000"/>
                  <a:gd name="connsiteY57" fmla="*/ 2198680 h 3176298"/>
                  <a:gd name="connsiteX58" fmla="*/ 3534629 w 12192000"/>
                  <a:gd name="connsiteY58" fmla="*/ 2196013 h 3176298"/>
                  <a:gd name="connsiteX59" fmla="*/ 3605116 w 12192000"/>
                  <a:gd name="connsiteY59" fmla="*/ 2196583 h 3176298"/>
                  <a:gd name="connsiteX60" fmla="*/ 3689131 w 12192000"/>
                  <a:gd name="connsiteY60" fmla="*/ 2211824 h 3176298"/>
                  <a:gd name="connsiteX61" fmla="*/ 3757902 w 12192000"/>
                  <a:gd name="connsiteY61" fmla="*/ 2234114 h 3176298"/>
                  <a:gd name="connsiteX62" fmla="*/ 3852966 w 12192000"/>
                  <a:gd name="connsiteY62" fmla="*/ 2251831 h 3176298"/>
                  <a:gd name="connsiteX63" fmla="*/ 3947648 w 12192000"/>
                  <a:gd name="connsiteY63" fmla="*/ 2285932 h 3176298"/>
                  <a:gd name="connsiteX64" fmla="*/ 4013753 w 12192000"/>
                  <a:gd name="connsiteY64" fmla="*/ 2312031 h 3176298"/>
                  <a:gd name="connsiteX65" fmla="*/ 4105766 w 12192000"/>
                  <a:gd name="connsiteY65" fmla="*/ 2335082 h 3176298"/>
                  <a:gd name="connsiteX66" fmla="*/ 4246551 w 12192000"/>
                  <a:gd name="connsiteY66" fmla="*/ 2351274 h 3176298"/>
                  <a:gd name="connsiteX67" fmla="*/ 4311323 w 12192000"/>
                  <a:gd name="connsiteY67" fmla="*/ 2352991 h 3176298"/>
                  <a:gd name="connsiteX68" fmla="*/ 4413817 w 12192000"/>
                  <a:gd name="connsiteY68" fmla="*/ 2390899 h 3176298"/>
                  <a:gd name="connsiteX69" fmla="*/ 4457632 w 12192000"/>
                  <a:gd name="connsiteY69" fmla="*/ 2409188 h 3176298"/>
                  <a:gd name="connsiteX70" fmla="*/ 4497068 w 12192000"/>
                  <a:gd name="connsiteY70" fmla="*/ 2393947 h 3176298"/>
                  <a:gd name="connsiteX71" fmla="*/ 4522596 w 12192000"/>
                  <a:gd name="connsiteY71" fmla="*/ 2376421 h 3176298"/>
                  <a:gd name="connsiteX72" fmla="*/ 4603368 w 12192000"/>
                  <a:gd name="connsiteY72" fmla="*/ 2391282 h 3176298"/>
                  <a:gd name="connsiteX73" fmla="*/ 4689098 w 12192000"/>
                  <a:gd name="connsiteY73" fmla="*/ 2406903 h 3176298"/>
                  <a:gd name="connsiteX74" fmla="*/ 4719697 w 12192000"/>
                  <a:gd name="connsiteY74" fmla="*/ 2413428 h 3176298"/>
                  <a:gd name="connsiteX75" fmla="*/ 4726469 w 12192000"/>
                  <a:gd name="connsiteY75" fmla="*/ 2414298 h 3176298"/>
                  <a:gd name="connsiteX76" fmla="*/ 4785776 w 12192000"/>
                  <a:gd name="connsiteY76" fmla="*/ 2414298 h 3176298"/>
                  <a:gd name="connsiteX77" fmla="*/ 4788661 w 12192000"/>
                  <a:gd name="connsiteY77" fmla="*/ 2414047 h 3176298"/>
                  <a:gd name="connsiteX78" fmla="*/ 4827024 w 12192000"/>
                  <a:gd name="connsiteY78" fmla="*/ 2408999 h 3176298"/>
                  <a:gd name="connsiteX79" fmla="*/ 4887415 w 12192000"/>
                  <a:gd name="connsiteY79" fmla="*/ 2405570 h 3176298"/>
                  <a:gd name="connsiteX80" fmla="*/ 4936184 w 12192000"/>
                  <a:gd name="connsiteY80" fmla="*/ 2395853 h 3176298"/>
                  <a:gd name="connsiteX81" fmla="*/ 4953328 w 12192000"/>
                  <a:gd name="connsiteY81" fmla="*/ 2390138 h 3176298"/>
                  <a:gd name="connsiteX82" fmla="*/ 5089162 w 12192000"/>
                  <a:gd name="connsiteY82" fmla="*/ 2345560 h 3176298"/>
                  <a:gd name="connsiteX83" fmla="*/ 5234326 w 12192000"/>
                  <a:gd name="connsiteY83" fmla="*/ 2309935 h 3176298"/>
                  <a:gd name="connsiteX84" fmla="*/ 5328438 w 12192000"/>
                  <a:gd name="connsiteY84" fmla="*/ 2332416 h 3176298"/>
                  <a:gd name="connsiteX85" fmla="*/ 5363491 w 12192000"/>
                  <a:gd name="connsiteY85" fmla="*/ 2332034 h 3176298"/>
                  <a:gd name="connsiteX86" fmla="*/ 5524660 w 12192000"/>
                  <a:gd name="connsiteY86" fmla="*/ 2337178 h 3176298"/>
                  <a:gd name="connsiteX87" fmla="*/ 5553045 w 12192000"/>
                  <a:gd name="connsiteY87" fmla="*/ 2342701 h 3176298"/>
                  <a:gd name="connsiteX88" fmla="*/ 5706401 w 12192000"/>
                  <a:gd name="connsiteY88" fmla="*/ 2320032 h 3176298"/>
                  <a:gd name="connsiteX89" fmla="*/ 5762029 w 12192000"/>
                  <a:gd name="connsiteY89" fmla="*/ 2316221 h 3176298"/>
                  <a:gd name="connsiteX90" fmla="*/ 5813276 w 12192000"/>
                  <a:gd name="connsiteY90" fmla="*/ 2309935 h 3176298"/>
                  <a:gd name="connsiteX91" fmla="*/ 5884906 w 12192000"/>
                  <a:gd name="connsiteY91" fmla="*/ 2308411 h 3176298"/>
                  <a:gd name="connsiteX92" fmla="*/ 5959204 w 12192000"/>
                  <a:gd name="connsiteY92" fmla="*/ 2311269 h 3176298"/>
                  <a:gd name="connsiteX93" fmla="*/ 6042072 w 12192000"/>
                  <a:gd name="connsiteY93" fmla="*/ 2310697 h 3176298"/>
                  <a:gd name="connsiteX94" fmla="*/ 6074842 w 12192000"/>
                  <a:gd name="connsiteY94" fmla="*/ 2305745 h 3176298"/>
                  <a:gd name="connsiteX95" fmla="*/ 6163425 w 12192000"/>
                  <a:gd name="connsiteY95" fmla="*/ 2309172 h 3176298"/>
                  <a:gd name="connsiteX96" fmla="*/ 6209909 w 12192000"/>
                  <a:gd name="connsiteY96" fmla="*/ 2303459 h 3176298"/>
                  <a:gd name="connsiteX97" fmla="*/ 6286493 w 12192000"/>
                  <a:gd name="connsiteY97" fmla="*/ 2302315 h 3176298"/>
                  <a:gd name="connsiteX98" fmla="*/ 6311449 w 12192000"/>
                  <a:gd name="connsiteY98" fmla="*/ 2300980 h 3176298"/>
                  <a:gd name="connsiteX99" fmla="*/ 6333739 w 12192000"/>
                  <a:gd name="connsiteY99" fmla="*/ 2300218 h 3176298"/>
                  <a:gd name="connsiteX100" fmla="*/ 6410131 w 12192000"/>
                  <a:gd name="connsiteY100" fmla="*/ 2315841 h 3176298"/>
                  <a:gd name="connsiteX101" fmla="*/ 6477951 w 12192000"/>
                  <a:gd name="connsiteY101" fmla="*/ 2316793 h 3176298"/>
                  <a:gd name="connsiteX102" fmla="*/ 6596828 w 12192000"/>
                  <a:gd name="connsiteY102" fmla="*/ 2329368 h 3176298"/>
                  <a:gd name="connsiteX103" fmla="*/ 6623118 w 12192000"/>
                  <a:gd name="connsiteY103" fmla="*/ 2324985 h 3176298"/>
                  <a:gd name="connsiteX104" fmla="*/ 6705417 w 12192000"/>
                  <a:gd name="connsiteY104" fmla="*/ 2323272 h 3176298"/>
                  <a:gd name="connsiteX105" fmla="*/ 6752283 w 12192000"/>
                  <a:gd name="connsiteY105" fmla="*/ 2321937 h 3176298"/>
                  <a:gd name="connsiteX106" fmla="*/ 6810195 w 12192000"/>
                  <a:gd name="connsiteY106" fmla="*/ 2331082 h 3176298"/>
                  <a:gd name="connsiteX107" fmla="*/ 6910782 w 12192000"/>
                  <a:gd name="connsiteY107" fmla="*/ 2350512 h 3176298"/>
                  <a:gd name="connsiteX108" fmla="*/ 6937263 w 12192000"/>
                  <a:gd name="connsiteY108" fmla="*/ 2353561 h 3176298"/>
                  <a:gd name="connsiteX109" fmla="*/ 6985653 w 12192000"/>
                  <a:gd name="connsiteY109" fmla="*/ 2362897 h 3176298"/>
                  <a:gd name="connsiteX110" fmla="*/ 6994415 w 12192000"/>
                  <a:gd name="connsiteY110" fmla="*/ 2364611 h 3176298"/>
                  <a:gd name="connsiteX111" fmla="*/ 7068141 w 12192000"/>
                  <a:gd name="connsiteY111" fmla="*/ 2388234 h 3176298"/>
                  <a:gd name="connsiteX112" fmla="*/ 7106432 w 12192000"/>
                  <a:gd name="connsiteY112" fmla="*/ 2390138 h 3176298"/>
                  <a:gd name="connsiteX113" fmla="*/ 7216547 w 12192000"/>
                  <a:gd name="connsiteY113" fmla="*/ 2390330 h 3176298"/>
                  <a:gd name="connsiteX114" fmla="*/ 7263220 w 12192000"/>
                  <a:gd name="connsiteY114" fmla="*/ 2386709 h 3176298"/>
                  <a:gd name="connsiteX115" fmla="*/ 7375428 w 12192000"/>
                  <a:gd name="connsiteY115" fmla="*/ 2372803 h 3176298"/>
                  <a:gd name="connsiteX116" fmla="*/ 7445916 w 12192000"/>
                  <a:gd name="connsiteY116" fmla="*/ 2365945 h 3176298"/>
                  <a:gd name="connsiteX117" fmla="*/ 7526880 w 12192000"/>
                  <a:gd name="connsiteY117" fmla="*/ 2355084 h 3176298"/>
                  <a:gd name="connsiteX118" fmla="*/ 7619655 w 12192000"/>
                  <a:gd name="connsiteY118" fmla="*/ 2348226 h 3176298"/>
                  <a:gd name="connsiteX119" fmla="*/ 7788636 w 12192000"/>
                  <a:gd name="connsiteY119" fmla="*/ 2327461 h 3176298"/>
                  <a:gd name="connsiteX120" fmla="*/ 7952280 w 12192000"/>
                  <a:gd name="connsiteY120" fmla="*/ 2305935 h 3176298"/>
                  <a:gd name="connsiteX121" fmla="*/ 8019339 w 12192000"/>
                  <a:gd name="connsiteY121" fmla="*/ 2286884 h 3176298"/>
                  <a:gd name="connsiteX122" fmla="*/ 8137835 w 12192000"/>
                  <a:gd name="connsiteY122" fmla="*/ 2259832 h 3176298"/>
                  <a:gd name="connsiteX123" fmla="*/ 8189651 w 12192000"/>
                  <a:gd name="connsiteY123" fmla="*/ 2243639 h 3176298"/>
                  <a:gd name="connsiteX124" fmla="*/ 8313671 w 12192000"/>
                  <a:gd name="connsiteY124" fmla="*/ 2209920 h 3176298"/>
                  <a:gd name="connsiteX125" fmla="*/ 8459979 w 12192000"/>
                  <a:gd name="connsiteY125" fmla="*/ 2158864 h 3176298"/>
                  <a:gd name="connsiteX126" fmla="*/ 8516369 w 12192000"/>
                  <a:gd name="connsiteY126" fmla="*/ 2144003 h 3176298"/>
                  <a:gd name="connsiteX127" fmla="*/ 8657726 w 12192000"/>
                  <a:gd name="connsiteY127" fmla="*/ 2106284 h 3176298"/>
                  <a:gd name="connsiteX128" fmla="*/ 8711448 w 12192000"/>
                  <a:gd name="connsiteY128" fmla="*/ 2098664 h 3176298"/>
                  <a:gd name="connsiteX129" fmla="*/ 8772219 w 12192000"/>
                  <a:gd name="connsiteY129" fmla="*/ 2082280 h 3176298"/>
                  <a:gd name="connsiteX130" fmla="*/ 8845565 w 12192000"/>
                  <a:gd name="connsiteY130" fmla="*/ 2053705 h 3176298"/>
                  <a:gd name="connsiteX131" fmla="*/ 8967871 w 12192000"/>
                  <a:gd name="connsiteY131" fmla="*/ 2011221 h 3176298"/>
                  <a:gd name="connsiteX132" fmla="*/ 9015878 w 12192000"/>
                  <a:gd name="connsiteY132" fmla="*/ 2001124 h 3176298"/>
                  <a:gd name="connsiteX133" fmla="*/ 9234579 w 12192000"/>
                  <a:gd name="connsiteY133" fmla="*/ 1935209 h 3176298"/>
                  <a:gd name="connsiteX134" fmla="*/ 9346597 w 12192000"/>
                  <a:gd name="connsiteY134" fmla="*/ 1896917 h 3176298"/>
                  <a:gd name="connsiteX135" fmla="*/ 9416321 w 12192000"/>
                  <a:gd name="connsiteY135" fmla="*/ 1880724 h 3176298"/>
                  <a:gd name="connsiteX136" fmla="*/ 9477283 w 12192000"/>
                  <a:gd name="connsiteY136" fmla="*/ 1856149 h 3176298"/>
                  <a:gd name="connsiteX137" fmla="*/ 9666265 w 12192000"/>
                  <a:gd name="connsiteY137" fmla="*/ 1787186 h 3176298"/>
                  <a:gd name="connsiteX138" fmla="*/ 9754088 w 12192000"/>
                  <a:gd name="connsiteY138" fmla="*/ 1741464 h 3176298"/>
                  <a:gd name="connsiteX139" fmla="*/ 9899446 w 12192000"/>
                  <a:gd name="connsiteY139" fmla="*/ 1656880 h 3176298"/>
                  <a:gd name="connsiteX140" fmla="*/ 9993175 w 12192000"/>
                  <a:gd name="connsiteY140" fmla="*/ 1576487 h 3176298"/>
                  <a:gd name="connsiteX141" fmla="*/ 10044230 w 12192000"/>
                  <a:gd name="connsiteY141" fmla="*/ 1540480 h 3176298"/>
                  <a:gd name="connsiteX142" fmla="*/ 10131863 w 12192000"/>
                  <a:gd name="connsiteY142" fmla="*/ 1485613 h 3176298"/>
                  <a:gd name="connsiteX143" fmla="*/ 10242357 w 12192000"/>
                  <a:gd name="connsiteY143" fmla="*/ 1410555 h 3176298"/>
                  <a:gd name="connsiteX144" fmla="*/ 10363709 w 12192000"/>
                  <a:gd name="connsiteY144" fmla="*/ 1359499 h 3176298"/>
                  <a:gd name="connsiteX145" fmla="*/ 10428291 w 12192000"/>
                  <a:gd name="connsiteY145" fmla="*/ 1314920 h 3176298"/>
                  <a:gd name="connsiteX146" fmla="*/ 10490969 w 12192000"/>
                  <a:gd name="connsiteY146" fmla="*/ 1267104 h 3176298"/>
                  <a:gd name="connsiteX147" fmla="*/ 10523354 w 12192000"/>
                  <a:gd name="connsiteY147" fmla="*/ 1238337 h 3176298"/>
                  <a:gd name="connsiteX148" fmla="*/ 10590031 w 12192000"/>
                  <a:gd name="connsiteY148" fmla="*/ 1191664 h 3176298"/>
                  <a:gd name="connsiteX149" fmla="*/ 10656519 w 12192000"/>
                  <a:gd name="connsiteY149" fmla="*/ 1156038 h 3176298"/>
                  <a:gd name="connsiteX150" fmla="*/ 10703573 w 12192000"/>
                  <a:gd name="connsiteY150" fmla="*/ 1120603 h 3176298"/>
                  <a:gd name="connsiteX151" fmla="*/ 10764534 w 12192000"/>
                  <a:gd name="connsiteY151" fmla="*/ 1067643 h 3176298"/>
                  <a:gd name="connsiteX152" fmla="*/ 10850453 w 12192000"/>
                  <a:gd name="connsiteY152" fmla="*/ 1014301 h 3176298"/>
                  <a:gd name="connsiteX153" fmla="*/ 10929704 w 12192000"/>
                  <a:gd name="connsiteY153" fmla="*/ 980201 h 3176298"/>
                  <a:gd name="connsiteX154" fmla="*/ 10967423 w 12192000"/>
                  <a:gd name="connsiteY154" fmla="*/ 930289 h 3176298"/>
                  <a:gd name="connsiteX155" fmla="*/ 11058869 w 12192000"/>
                  <a:gd name="connsiteY155" fmla="*/ 838084 h 3176298"/>
                  <a:gd name="connsiteX156" fmla="*/ 11172600 w 12192000"/>
                  <a:gd name="connsiteY156" fmla="*/ 762834 h 3176298"/>
                  <a:gd name="connsiteX157" fmla="*/ 11275283 w 12192000"/>
                  <a:gd name="connsiteY157" fmla="*/ 673676 h 3176298"/>
                  <a:gd name="connsiteX158" fmla="*/ 11320623 w 12192000"/>
                  <a:gd name="connsiteY158" fmla="*/ 639195 h 3176298"/>
                  <a:gd name="connsiteX159" fmla="*/ 11374346 w 12192000"/>
                  <a:gd name="connsiteY159" fmla="*/ 601664 h 3176298"/>
                  <a:gd name="connsiteX160" fmla="*/ 11448453 w 12192000"/>
                  <a:gd name="connsiteY160" fmla="*/ 567755 h 3176298"/>
                  <a:gd name="connsiteX161" fmla="*/ 11532275 w 12192000"/>
                  <a:gd name="connsiteY161" fmla="*/ 522605 h 3176298"/>
                  <a:gd name="connsiteX162" fmla="*/ 11562947 w 12192000"/>
                  <a:gd name="connsiteY162" fmla="*/ 486598 h 3176298"/>
                  <a:gd name="connsiteX163" fmla="*/ 11672489 w 12192000"/>
                  <a:gd name="connsiteY163" fmla="*/ 335337 h 3176298"/>
                  <a:gd name="connsiteX164" fmla="*/ 11821656 w 12192000"/>
                  <a:gd name="connsiteY164" fmla="*/ 207889 h 3176298"/>
                  <a:gd name="connsiteX165" fmla="*/ 11986443 w 12192000"/>
                  <a:gd name="connsiteY165" fmla="*/ 104824 h 3176298"/>
                  <a:gd name="connsiteX166" fmla="*/ 12026448 w 12192000"/>
                  <a:gd name="connsiteY166" fmla="*/ 88821 h 3176298"/>
                  <a:gd name="connsiteX167" fmla="*/ 12160947 w 12192000"/>
                  <a:gd name="connsiteY167" fmla="*/ 28621 h 3176298"/>
                  <a:gd name="connsiteX168" fmla="*/ 12192000 w 12192000"/>
                  <a:gd name="connsiteY168" fmla="*/ 0 h 31762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</a:cxnLst>
                <a:rect l="l" t="t" r="r" b="b"/>
                <a:pathLst>
                  <a:path w="12192000" h="3176298">
                    <a:moveTo>
                      <a:pt x="12192000" y="0"/>
                    </a:moveTo>
                    <a:lnTo>
                      <a:pt x="12192000" y="3176298"/>
                    </a:lnTo>
                    <a:lnTo>
                      <a:pt x="0" y="3176298"/>
                    </a:lnTo>
                    <a:lnTo>
                      <a:pt x="0" y="2264980"/>
                    </a:lnTo>
                    <a:lnTo>
                      <a:pt x="544" y="2264980"/>
                    </a:lnTo>
                    <a:lnTo>
                      <a:pt x="544" y="2392219"/>
                    </a:lnTo>
                    <a:lnTo>
                      <a:pt x="61197" y="2387448"/>
                    </a:lnTo>
                    <a:cubicBezTo>
                      <a:pt x="80794" y="2382137"/>
                      <a:pt x="99990" y="2374707"/>
                      <a:pt x="119613" y="2369945"/>
                    </a:cubicBezTo>
                    <a:cubicBezTo>
                      <a:pt x="137898" y="2365563"/>
                      <a:pt x="155046" y="2355466"/>
                      <a:pt x="172384" y="2347084"/>
                    </a:cubicBezTo>
                    <a:cubicBezTo>
                      <a:pt x="205529" y="2331082"/>
                      <a:pt x="240965" y="2341178"/>
                      <a:pt x="274873" y="2336988"/>
                    </a:cubicBezTo>
                    <a:cubicBezTo>
                      <a:pt x="285732" y="2335653"/>
                      <a:pt x="296590" y="2334130"/>
                      <a:pt x="307259" y="2331461"/>
                    </a:cubicBezTo>
                    <a:cubicBezTo>
                      <a:pt x="336408" y="2324413"/>
                      <a:pt x="366127" y="2318317"/>
                      <a:pt x="394511" y="2308601"/>
                    </a:cubicBezTo>
                    <a:cubicBezTo>
                      <a:pt x="426709" y="2297743"/>
                      <a:pt x="457572" y="2283264"/>
                      <a:pt x="494337" y="2268213"/>
                    </a:cubicBezTo>
                    <a:cubicBezTo>
                      <a:pt x="507102" y="2272024"/>
                      <a:pt x="526724" y="2282312"/>
                      <a:pt x="546917" y="2283264"/>
                    </a:cubicBezTo>
                    <a:cubicBezTo>
                      <a:pt x="611880" y="2286503"/>
                      <a:pt x="672650" y="2268786"/>
                      <a:pt x="730754" y="2240780"/>
                    </a:cubicBezTo>
                    <a:cubicBezTo>
                      <a:pt x="748471" y="2232399"/>
                      <a:pt x="767524" y="2226874"/>
                      <a:pt x="785432" y="2218682"/>
                    </a:cubicBezTo>
                    <a:cubicBezTo>
                      <a:pt x="791717" y="2215826"/>
                      <a:pt x="799909" y="2209730"/>
                      <a:pt x="801053" y="2204013"/>
                    </a:cubicBezTo>
                    <a:cubicBezTo>
                      <a:pt x="807719" y="2170866"/>
                      <a:pt x="832486" y="2171436"/>
                      <a:pt x="858205" y="2169532"/>
                    </a:cubicBezTo>
                    <a:cubicBezTo>
                      <a:pt x="888877" y="2167247"/>
                      <a:pt x="919165" y="2161912"/>
                      <a:pt x="949646" y="2157340"/>
                    </a:cubicBezTo>
                    <a:cubicBezTo>
                      <a:pt x="953648" y="2156768"/>
                      <a:pt x="957266" y="2152768"/>
                      <a:pt x="960887" y="2150099"/>
                    </a:cubicBezTo>
                    <a:cubicBezTo>
                      <a:pt x="966411" y="2146099"/>
                      <a:pt x="971554" y="2140003"/>
                      <a:pt x="977653" y="2138480"/>
                    </a:cubicBezTo>
                    <a:cubicBezTo>
                      <a:pt x="1008894" y="2131049"/>
                      <a:pt x="1040327" y="2124763"/>
                      <a:pt x="1071762" y="2117905"/>
                    </a:cubicBezTo>
                    <a:cubicBezTo>
                      <a:pt x="1078810" y="2116380"/>
                      <a:pt x="1086048" y="2114476"/>
                      <a:pt x="1092527" y="2111428"/>
                    </a:cubicBezTo>
                    <a:cubicBezTo>
                      <a:pt x="1098623" y="2108570"/>
                      <a:pt x="1103767" y="2103616"/>
                      <a:pt x="1109865" y="2100568"/>
                    </a:cubicBezTo>
                    <a:cubicBezTo>
                      <a:pt x="1126437" y="2092378"/>
                      <a:pt x="1143394" y="2084757"/>
                      <a:pt x="1162823" y="2075613"/>
                    </a:cubicBezTo>
                    <a:cubicBezTo>
                      <a:pt x="1173681" y="2092757"/>
                      <a:pt x="1188354" y="2083041"/>
                      <a:pt x="1206641" y="2074851"/>
                    </a:cubicBezTo>
                    <a:cubicBezTo>
                      <a:pt x="1225310" y="2066468"/>
                      <a:pt x="1246837" y="2063801"/>
                      <a:pt x="1267411" y="2060753"/>
                    </a:cubicBezTo>
                    <a:cubicBezTo>
                      <a:pt x="1305132" y="2055228"/>
                      <a:pt x="1343044" y="2051799"/>
                      <a:pt x="1380762" y="2046847"/>
                    </a:cubicBezTo>
                    <a:cubicBezTo>
                      <a:pt x="1388765" y="2045703"/>
                      <a:pt x="1397909" y="2043608"/>
                      <a:pt x="1404006" y="2038844"/>
                    </a:cubicBezTo>
                    <a:cubicBezTo>
                      <a:pt x="1445725" y="2006839"/>
                      <a:pt x="1496403" y="1997887"/>
                      <a:pt x="1544598" y="2000932"/>
                    </a:cubicBezTo>
                    <a:cubicBezTo>
                      <a:pt x="1582510" y="2003220"/>
                      <a:pt x="1619658" y="2004935"/>
                      <a:pt x="1657188" y="2001697"/>
                    </a:cubicBezTo>
                    <a:cubicBezTo>
                      <a:pt x="1660046" y="2001505"/>
                      <a:pt x="1663856" y="2001887"/>
                      <a:pt x="1665950" y="2003411"/>
                    </a:cubicBezTo>
                    <a:cubicBezTo>
                      <a:pt x="1678904" y="2013507"/>
                      <a:pt x="1692431" y="2014269"/>
                      <a:pt x="1709006" y="2015983"/>
                    </a:cubicBezTo>
                    <a:cubicBezTo>
                      <a:pt x="1732439" y="2018461"/>
                      <a:pt x="1753965" y="2016745"/>
                      <a:pt x="1775684" y="2012555"/>
                    </a:cubicBezTo>
                    <a:cubicBezTo>
                      <a:pt x="1791496" y="2009507"/>
                      <a:pt x="1807497" y="2003220"/>
                      <a:pt x="1821596" y="1995218"/>
                    </a:cubicBezTo>
                    <a:cubicBezTo>
                      <a:pt x="1841216" y="1983978"/>
                      <a:pt x="1860079" y="1979597"/>
                      <a:pt x="1878748" y="1994457"/>
                    </a:cubicBezTo>
                    <a:cubicBezTo>
                      <a:pt x="1898940" y="2010269"/>
                      <a:pt x="1921800" y="2004745"/>
                      <a:pt x="1944092" y="2005315"/>
                    </a:cubicBezTo>
                    <a:cubicBezTo>
                      <a:pt x="1953806" y="2005507"/>
                      <a:pt x="1964094" y="2005124"/>
                      <a:pt x="1973429" y="2007601"/>
                    </a:cubicBezTo>
                    <a:cubicBezTo>
                      <a:pt x="2000479" y="2014651"/>
                      <a:pt x="2026581" y="2025320"/>
                      <a:pt x="2054013" y="2030082"/>
                    </a:cubicBezTo>
                    <a:cubicBezTo>
                      <a:pt x="2069254" y="2032747"/>
                      <a:pt x="2086208" y="2027986"/>
                      <a:pt x="2102021" y="2024557"/>
                    </a:cubicBezTo>
                    <a:cubicBezTo>
                      <a:pt x="2118023" y="2020937"/>
                      <a:pt x="2133834" y="2015413"/>
                      <a:pt x="2149267" y="2009697"/>
                    </a:cubicBezTo>
                    <a:cubicBezTo>
                      <a:pt x="2159743" y="2005887"/>
                      <a:pt x="2171173" y="2002267"/>
                      <a:pt x="2179556" y="1995409"/>
                    </a:cubicBezTo>
                    <a:cubicBezTo>
                      <a:pt x="2198608" y="1979788"/>
                      <a:pt x="2218229" y="1977120"/>
                      <a:pt x="2240710" y="1985312"/>
                    </a:cubicBezTo>
                    <a:cubicBezTo>
                      <a:pt x="2244137" y="1986647"/>
                      <a:pt x="2248138" y="1986647"/>
                      <a:pt x="2251948" y="1986836"/>
                    </a:cubicBezTo>
                    <a:cubicBezTo>
                      <a:pt x="2312915" y="1990836"/>
                      <a:pt x="2373874" y="1993314"/>
                      <a:pt x="2434456" y="1999410"/>
                    </a:cubicBezTo>
                    <a:cubicBezTo>
                      <a:pt x="2459029" y="2001887"/>
                      <a:pt x="2482652" y="2012745"/>
                      <a:pt x="2506847" y="2019603"/>
                    </a:cubicBezTo>
                    <a:cubicBezTo>
                      <a:pt x="2511800" y="2020937"/>
                      <a:pt x="2517327" y="2023033"/>
                      <a:pt x="2522279" y="2022080"/>
                    </a:cubicBezTo>
                    <a:cubicBezTo>
                      <a:pt x="2576191" y="2012555"/>
                      <a:pt x="2626677" y="2026461"/>
                      <a:pt x="2676398" y="2044751"/>
                    </a:cubicBezTo>
                    <a:cubicBezTo>
                      <a:pt x="2681540" y="2046656"/>
                      <a:pt x="2687827" y="2046084"/>
                      <a:pt x="2693543" y="2045703"/>
                    </a:cubicBezTo>
                    <a:cubicBezTo>
                      <a:pt x="2709548" y="2044370"/>
                      <a:pt x="2726882" y="2037701"/>
                      <a:pt x="2741360" y="2041701"/>
                    </a:cubicBezTo>
                    <a:cubicBezTo>
                      <a:pt x="2779842" y="2052753"/>
                      <a:pt x="2817943" y="2066087"/>
                      <a:pt x="2854140" y="2082851"/>
                    </a:cubicBezTo>
                    <a:cubicBezTo>
                      <a:pt x="2890910" y="2099805"/>
                      <a:pt x="2925008" y="2114095"/>
                      <a:pt x="2967110" y="2096949"/>
                    </a:cubicBezTo>
                    <a:cubicBezTo>
                      <a:pt x="2985016" y="2089709"/>
                      <a:pt x="3008639" y="2094853"/>
                      <a:pt x="3029216" y="2096757"/>
                    </a:cubicBezTo>
                    <a:cubicBezTo>
                      <a:pt x="3044264" y="2098282"/>
                      <a:pt x="3058743" y="2106856"/>
                      <a:pt x="3073604" y="2106856"/>
                    </a:cubicBezTo>
                    <a:cubicBezTo>
                      <a:pt x="3113231" y="2106856"/>
                      <a:pt x="3148472" y="2116953"/>
                      <a:pt x="3182763" y="2137527"/>
                    </a:cubicBezTo>
                    <a:cubicBezTo>
                      <a:pt x="3196102" y="2145528"/>
                      <a:pt x="3216867" y="2140193"/>
                      <a:pt x="3234202" y="2142289"/>
                    </a:cubicBezTo>
                    <a:cubicBezTo>
                      <a:pt x="3252492" y="2144765"/>
                      <a:pt x="3271348" y="2147051"/>
                      <a:pt x="3288877" y="2152578"/>
                    </a:cubicBezTo>
                    <a:cubicBezTo>
                      <a:pt x="3334216" y="2167056"/>
                      <a:pt x="3378986" y="2183439"/>
                      <a:pt x="3424135" y="2198680"/>
                    </a:cubicBezTo>
                    <a:cubicBezTo>
                      <a:pt x="3461282" y="2211253"/>
                      <a:pt x="3497862" y="2201347"/>
                      <a:pt x="3534629" y="2196013"/>
                    </a:cubicBezTo>
                    <a:cubicBezTo>
                      <a:pt x="3557682" y="2192583"/>
                      <a:pt x="3579206" y="2184391"/>
                      <a:pt x="3605116" y="2196583"/>
                    </a:cubicBezTo>
                    <a:cubicBezTo>
                      <a:pt x="3629882" y="2208205"/>
                      <a:pt x="3661315" y="2205537"/>
                      <a:pt x="3689131" y="2211824"/>
                    </a:cubicBezTo>
                    <a:cubicBezTo>
                      <a:pt x="3712565" y="2217157"/>
                      <a:pt x="3735231" y="2225732"/>
                      <a:pt x="3757902" y="2234114"/>
                    </a:cubicBezTo>
                    <a:cubicBezTo>
                      <a:pt x="3788766" y="2245545"/>
                      <a:pt x="3819245" y="2257545"/>
                      <a:pt x="3852966" y="2251831"/>
                    </a:cubicBezTo>
                    <a:cubicBezTo>
                      <a:pt x="3891259" y="2245353"/>
                      <a:pt x="3917546" y="2269738"/>
                      <a:pt x="3947648" y="2285932"/>
                    </a:cubicBezTo>
                    <a:cubicBezTo>
                      <a:pt x="3968414" y="2296980"/>
                      <a:pt x="3991083" y="2305172"/>
                      <a:pt x="4013753" y="2312031"/>
                    </a:cubicBezTo>
                    <a:cubicBezTo>
                      <a:pt x="4044043" y="2320985"/>
                      <a:pt x="4075285" y="2326320"/>
                      <a:pt x="4105766" y="2335082"/>
                    </a:cubicBezTo>
                    <a:cubicBezTo>
                      <a:pt x="4151870" y="2348226"/>
                      <a:pt x="4198546" y="2358514"/>
                      <a:pt x="4246551" y="2351274"/>
                    </a:cubicBezTo>
                    <a:cubicBezTo>
                      <a:pt x="4268649" y="2348036"/>
                      <a:pt x="4289227" y="2348226"/>
                      <a:pt x="4311323" y="2352991"/>
                    </a:cubicBezTo>
                    <a:cubicBezTo>
                      <a:pt x="4347518" y="2360801"/>
                      <a:pt x="4384668" y="2361753"/>
                      <a:pt x="4413817" y="2390899"/>
                    </a:cubicBezTo>
                    <a:cubicBezTo>
                      <a:pt x="4424104" y="2401188"/>
                      <a:pt x="4442581" y="2403853"/>
                      <a:pt x="4457632" y="2409188"/>
                    </a:cubicBezTo>
                    <a:cubicBezTo>
                      <a:pt x="4474969" y="2415476"/>
                      <a:pt x="4487731" y="2412236"/>
                      <a:pt x="4497068" y="2393947"/>
                    </a:cubicBezTo>
                    <a:cubicBezTo>
                      <a:pt x="4501257" y="2385757"/>
                      <a:pt x="4513260" y="2377755"/>
                      <a:pt x="4522596" y="2376421"/>
                    </a:cubicBezTo>
                    <a:cubicBezTo>
                      <a:pt x="4550599" y="2372421"/>
                      <a:pt x="4576318" y="2378327"/>
                      <a:pt x="4603368" y="2391282"/>
                    </a:cubicBezTo>
                    <a:cubicBezTo>
                      <a:pt x="4628705" y="2403474"/>
                      <a:pt x="4660331" y="2402140"/>
                      <a:pt x="4689098" y="2406903"/>
                    </a:cubicBezTo>
                    <a:cubicBezTo>
                      <a:pt x="4699289" y="2408618"/>
                      <a:pt x="4709482" y="2411237"/>
                      <a:pt x="4719697" y="2413428"/>
                    </a:cubicBezTo>
                    <a:lnTo>
                      <a:pt x="4726469" y="2414298"/>
                    </a:lnTo>
                    <a:lnTo>
                      <a:pt x="4785776" y="2414298"/>
                    </a:lnTo>
                    <a:lnTo>
                      <a:pt x="4788661" y="2414047"/>
                    </a:lnTo>
                    <a:cubicBezTo>
                      <a:pt x="4801401" y="2412237"/>
                      <a:pt x="4814166" y="2410142"/>
                      <a:pt x="4827024" y="2408999"/>
                    </a:cubicBezTo>
                    <a:cubicBezTo>
                      <a:pt x="4847027" y="2407095"/>
                      <a:pt x="4867412" y="2407856"/>
                      <a:pt x="4887415" y="2405570"/>
                    </a:cubicBezTo>
                    <a:cubicBezTo>
                      <a:pt x="4903799" y="2403853"/>
                      <a:pt x="4919991" y="2399474"/>
                      <a:pt x="4936184" y="2395853"/>
                    </a:cubicBezTo>
                    <a:cubicBezTo>
                      <a:pt x="4942089" y="2394520"/>
                      <a:pt x="4947996" y="2389376"/>
                      <a:pt x="4953328" y="2390138"/>
                    </a:cubicBezTo>
                    <a:cubicBezTo>
                      <a:pt x="5006292" y="2398330"/>
                      <a:pt x="5044391" y="2361753"/>
                      <a:pt x="5089162" y="2345560"/>
                    </a:cubicBezTo>
                    <a:cubicBezTo>
                      <a:pt x="5136216" y="2328413"/>
                      <a:pt x="5181748" y="2302124"/>
                      <a:pt x="5234326" y="2309935"/>
                    </a:cubicBezTo>
                    <a:cubicBezTo>
                      <a:pt x="5266141" y="2314697"/>
                      <a:pt x="5296812" y="2325747"/>
                      <a:pt x="5328438" y="2332416"/>
                    </a:cubicBezTo>
                    <a:cubicBezTo>
                      <a:pt x="5339677" y="2334701"/>
                      <a:pt x="5352250" y="2334320"/>
                      <a:pt x="5363491" y="2332034"/>
                    </a:cubicBezTo>
                    <a:cubicBezTo>
                      <a:pt x="5417784" y="2321555"/>
                      <a:pt x="5471316" y="2320032"/>
                      <a:pt x="5524660" y="2337178"/>
                    </a:cubicBezTo>
                    <a:cubicBezTo>
                      <a:pt x="5533802" y="2340036"/>
                      <a:pt x="5543518" y="2342701"/>
                      <a:pt x="5553045" y="2342701"/>
                    </a:cubicBezTo>
                    <a:cubicBezTo>
                      <a:pt x="5605244" y="2342701"/>
                      <a:pt x="5656488" y="2338701"/>
                      <a:pt x="5706401" y="2320032"/>
                    </a:cubicBezTo>
                    <a:cubicBezTo>
                      <a:pt x="5723166" y="2313745"/>
                      <a:pt x="5743551" y="2317745"/>
                      <a:pt x="5762029" y="2316221"/>
                    </a:cubicBezTo>
                    <a:cubicBezTo>
                      <a:pt x="5779174" y="2314889"/>
                      <a:pt x="5796702" y="2314317"/>
                      <a:pt x="5813276" y="2309935"/>
                    </a:cubicBezTo>
                    <a:cubicBezTo>
                      <a:pt x="5837472" y="2303459"/>
                      <a:pt x="5859949" y="2302697"/>
                      <a:pt x="5884906" y="2308411"/>
                    </a:cubicBezTo>
                    <a:cubicBezTo>
                      <a:pt x="5908719" y="2313745"/>
                      <a:pt x="5934438" y="2311079"/>
                      <a:pt x="5959204" y="2311269"/>
                    </a:cubicBezTo>
                    <a:cubicBezTo>
                      <a:pt x="5986828" y="2311459"/>
                      <a:pt x="6014449" y="2311649"/>
                      <a:pt x="6042072" y="2310697"/>
                    </a:cubicBezTo>
                    <a:cubicBezTo>
                      <a:pt x="6053124" y="2310317"/>
                      <a:pt x="6065695" y="2302697"/>
                      <a:pt x="6074842" y="2305745"/>
                    </a:cubicBezTo>
                    <a:cubicBezTo>
                      <a:pt x="6104368" y="2316031"/>
                      <a:pt x="6133897" y="2303649"/>
                      <a:pt x="6163425" y="2309172"/>
                    </a:cubicBezTo>
                    <a:cubicBezTo>
                      <a:pt x="6177905" y="2312031"/>
                      <a:pt x="6194288" y="2304220"/>
                      <a:pt x="6209909" y="2303459"/>
                    </a:cubicBezTo>
                    <a:cubicBezTo>
                      <a:pt x="6235437" y="2302124"/>
                      <a:pt x="6260964" y="2302697"/>
                      <a:pt x="6286493" y="2302315"/>
                    </a:cubicBezTo>
                    <a:cubicBezTo>
                      <a:pt x="6294876" y="2302124"/>
                      <a:pt x="6303068" y="2301362"/>
                      <a:pt x="6311449" y="2300980"/>
                    </a:cubicBezTo>
                    <a:cubicBezTo>
                      <a:pt x="6318880" y="2300601"/>
                      <a:pt x="6326691" y="2298887"/>
                      <a:pt x="6333739" y="2300218"/>
                    </a:cubicBezTo>
                    <a:cubicBezTo>
                      <a:pt x="6359268" y="2304983"/>
                      <a:pt x="6384414" y="2312793"/>
                      <a:pt x="6410131" y="2315841"/>
                    </a:cubicBezTo>
                    <a:cubicBezTo>
                      <a:pt x="6432420" y="2318507"/>
                      <a:pt x="6455472" y="2314889"/>
                      <a:pt x="6477951" y="2316793"/>
                    </a:cubicBezTo>
                    <a:cubicBezTo>
                      <a:pt x="6517576" y="2320032"/>
                      <a:pt x="6557201" y="2325747"/>
                      <a:pt x="6596828" y="2329368"/>
                    </a:cubicBezTo>
                    <a:cubicBezTo>
                      <a:pt x="6605401" y="2330130"/>
                      <a:pt x="6614353" y="2325365"/>
                      <a:pt x="6623118" y="2324985"/>
                    </a:cubicBezTo>
                    <a:cubicBezTo>
                      <a:pt x="6650551" y="2324033"/>
                      <a:pt x="6677984" y="2323841"/>
                      <a:pt x="6705417" y="2323272"/>
                    </a:cubicBezTo>
                    <a:cubicBezTo>
                      <a:pt x="6721038" y="2323080"/>
                      <a:pt x="6736851" y="2323651"/>
                      <a:pt x="6752283" y="2321937"/>
                    </a:cubicBezTo>
                    <a:cubicBezTo>
                      <a:pt x="6772665" y="2319651"/>
                      <a:pt x="6791144" y="2316221"/>
                      <a:pt x="6810195" y="2331082"/>
                    </a:cubicBezTo>
                    <a:cubicBezTo>
                      <a:pt x="6839534" y="2354132"/>
                      <a:pt x="6876872" y="2345178"/>
                      <a:pt x="6910782" y="2350512"/>
                    </a:cubicBezTo>
                    <a:cubicBezTo>
                      <a:pt x="6919547" y="2351847"/>
                      <a:pt x="6928501" y="2352036"/>
                      <a:pt x="6937263" y="2353561"/>
                    </a:cubicBezTo>
                    <a:cubicBezTo>
                      <a:pt x="6953457" y="2356418"/>
                      <a:pt x="6969457" y="2359657"/>
                      <a:pt x="6985653" y="2362897"/>
                    </a:cubicBezTo>
                    <a:cubicBezTo>
                      <a:pt x="6988509" y="2363467"/>
                      <a:pt x="6991747" y="2363659"/>
                      <a:pt x="6994415" y="2364611"/>
                    </a:cubicBezTo>
                    <a:cubicBezTo>
                      <a:pt x="7018991" y="2372611"/>
                      <a:pt x="7043184" y="2381755"/>
                      <a:pt x="7068141" y="2388234"/>
                    </a:cubicBezTo>
                    <a:cubicBezTo>
                      <a:pt x="7080334" y="2391472"/>
                      <a:pt x="7093860" y="2391853"/>
                      <a:pt x="7106432" y="2390138"/>
                    </a:cubicBezTo>
                    <a:cubicBezTo>
                      <a:pt x="7143199" y="2385185"/>
                      <a:pt x="7179587" y="2383089"/>
                      <a:pt x="7216547" y="2390330"/>
                    </a:cubicBezTo>
                    <a:cubicBezTo>
                      <a:pt x="7231214" y="2393186"/>
                      <a:pt x="7247599" y="2388424"/>
                      <a:pt x="7263220" y="2386709"/>
                    </a:cubicBezTo>
                    <a:cubicBezTo>
                      <a:pt x="7300559" y="2382137"/>
                      <a:pt x="7337899" y="2377183"/>
                      <a:pt x="7375428" y="2372803"/>
                    </a:cubicBezTo>
                    <a:cubicBezTo>
                      <a:pt x="7398860" y="2370135"/>
                      <a:pt x="7422483" y="2368611"/>
                      <a:pt x="7445916" y="2365945"/>
                    </a:cubicBezTo>
                    <a:cubicBezTo>
                      <a:pt x="7472967" y="2362705"/>
                      <a:pt x="7499828" y="2357753"/>
                      <a:pt x="7526880" y="2355084"/>
                    </a:cubicBezTo>
                    <a:cubicBezTo>
                      <a:pt x="7557742" y="2352036"/>
                      <a:pt x="7588795" y="2351466"/>
                      <a:pt x="7619655" y="2348226"/>
                    </a:cubicBezTo>
                    <a:cubicBezTo>
                      <a:pt x="7676047" y="2341940"/>
                      <a:pt x="7732247" y="2334509"/>
                      <a:pt x="7788636" y="2327461"/>
                    </a:cubicBezTo>
                    <a:cubicBezTo>
                      <a:pt x="7843311" y="2320603"/>
                      <a:pt x="7897987" y="2314507"/>
                      <a:pt x="7952280" y="2305935"/>
                    </a:cubicBezTo>
                    <a:cubicBezTo>
                      <a:pt x="7975142" y="2302315"/>
                      <a:pt x="7996859" y="2292408"/>
                      <a:pt x="8019339" y="2286884"/>
                    </a:cubicBezTo>
                    <a:cubicBezTo>
                      <a:pt x="8058774" y="2277357"/>
                      <a:pt x="8098590" y="2269357"/>
                      <a:pt x="8137835" y="2259832"/>
                    </a:cubicBezTo>
                    <a:cubicBezTo>
                      <a:pt x="8155359" y="2255641"/>
                      <a:pt x="8172124" y="2248593"/>
                      <a:pt x="8189651" y="2243639"/>
                    </a:cubicBezTo>
                    <a:cubicBezTo>
                      <a:pt x="8230992" y="2232208"/>
                      <a:pt x="8272903" y="2222874"/>
                      <a:pt x="8313671" y="2209920"/>
                    </a:cubicBezTo>
                    <a:cubicBezTo>
                      <a:pt x="8362822" y="2194297"/>
                      <a:pt x="8411019" y="2175439"/>
                      <a:pt x="8459979" y="2158864"/>
                    </a:cubicBezTo>
                    <a:cubicBezTo>
                      <a:pt x="8478269" y="2152578"/>
                      <a:pt x="8497511" y="2148957"/>
                      <a:pt x="8516369" y="2144003"/>
                    </a:cubicBezTo>
                    <a:cubicBezTo>
                      <a:pt x="8563425" y="2131431"/>
                      <a:pt x="8610288" y="2118095"/>
                      <a:pt x="8657726" y="2106284"/>
                    </a:cubicBezTo>
                    <a:cubicBezTo>
                      <a:pt x="8675253" y="2101901"/>
                      <a:pt x="8693731" y="2102284"/>
                      <a:pt x="8711448" y="2098664"/>
                    </a:cubicBezTo>
                    <a:cubicBezTo>
                      <a:pt x="8732023" y="2094472"/>
                      <a:pt x="8752407" y="2089138"/>
                      <a:pt x="8772219" y="2082280"/>
                    </a:cubicBezTo>
                    <a:cubicBezTo>
                      <a:pt x="8796985" y="2073707"/>
                      <a:pt x="8820990" y="2062659"/>
                      <a:pt x="8845565" y="2053705"/>
                    </a:cubicBezTo>
                    <a:cubicBezTo>
                      <a:pt x="8886142" y="2039034"/>
                      <a:pt x="8926911" y="2024557"/>
                      <a:pt x="8967871" y="2011221"/>
                    </a:cubicBezTo>
                    <a:cubicBezTo>
                      <a:pt x="8983301" y="2006268"/>
                      <a:pt x="9000257" y="2005697"/>
                      <a:pt x="9015878" y="2001124"/>
                    </a:cubicBezTo>
                    <a:cubicBezTo>
                      <a:pt x="9088840" y="1979597"/>
                      <a:pt x="9161805" y="1957880"/>
                      <a:pt x="9234579" y="1935209"/>
                    </a:cubicBezTo>
                    <a:cubicBezTo>
                      <a:pt x="9272298" y="1923399"/>
                      <a:pt x="9308875" y="1908538"/>
                      <a:pt x="9346597" y="1896917"/>
                    </a:cubicBezTo>
                    <a:cubicBezTo>
                      <a:pt x="9369267" y="1889869"/>
                      <a:pt x="9393650" y="1887773"/>
                      <a:pt x="9416321" y="1880724"/>
                    </a:cubicBezTo>
                    <a:cubicBezTo>
                      <a:pt x="9437278" y="1874247"/>
                      <a:pt x="9456709" y="1863578"/>
                      <a:pt x="9477283" y="1856149"/>
                    </a:cubicBezTo>
                    <a:cubicBezTo>
                      <a:pt x="9540152" y="1833097"/>
                      <a:pt x="9603971" y="1811953"/>
                      <a:pt x="9666265" y="1787186"/>
                    </a:cubicBezTo>
                    <a:cubicBezTo>
                      <a:pt x="9696749" y="1775183"/>
                      <a:pt x="9725323" y="1757849"/>
                      <a:pt x="9754088" y="1741464"/>
                    </a:cubicBezTo>
                    <a:cubicBezTo>
                      <a:pt x="9802858" y="1713841"/>
                      <a:pt x="9850865" y="1685074"/>
                      <a:pt x="9899446" y="1656880"/>
                    </a:cubicBezTo>
                    <a:cubicBezTo>
                      <a:pt x="9935832" y="1635924"/>
                      <a:pt x="9968027" y="1611347"/>
                      <a:pt x="9993175" y="1576487"/>
                    </a:cubicBezTo>
                    <a:cubicBezTo>
                      <a:pt x="10004797" y="1560484"/>
                      <a:pt x="10024990" y="1546768"/>
                      <a:pt x="10044230" y="1540480"/>
                    </a:cubicBezTo>
                    <a:cubicBezTo>
                      <a:pt x="10078713" y="1529241"/>
                      <a:pt x="10104430" y="1507522"/>
                      <a:pt x="10131863" y="1485613"/>
                    </a:cubicBezTo>
                    <a:cubicBezTo>
                      <a:pt x="10166536" y="1457801"/>
                      <a:pt x="10203304" y="1431509"/>
                      <a:pt x="10242357" y="1410555"/>
                    </a:cubicBezTo>
                    <a:cubicBezTo>
                      <a:pt x="10280840" y="1389980"/>
                      <a:pt x="10324086" y="1378549"/>
                      <a:pt x="10363709" y="1359499"/>
                    </a:cubicBezTo>
                    <a:cubicBezTo>
                      <a:pt x="10386952" y="1348259"/>
                      <a:pt x="10407146" y="1330353"/>
                      <a:pt x="10428291" y="1314920"/>
                    </a:cubicBezTo>
                    <a:cubicBezTo>
                      <a:pt x="10449438" y="1299489"/>
                      <a:pt x="10470394" y="1283486"/>
                      <a:pt x="10490969" y="1267104"/>
                    </a:cubicBezTo>
                    <a:cubicBezTo>
                      <a:pt x="10502208" y="1258149"/>
                      <a:pt x="10511734" y="1246909"/>
                      <a:pt x="10523354" y="1238337"/>
                    </a:cubicBezTo>
                    <a:cubicBezTo>
                      <a:pt x="10545263" y="1222334"/>
                      <a:pt x="10569075" y="1208808"/>
                      <a:pt x="10590031" y="1191664"/>
                    </a:cubicBezTo>
                    <a:cubicBezTo>
                      <a:pt x="10610225" y="1175089"/>
                      <a:pt x="10633467" y="1166707"/>
                      <a:pt x="10656519" y="1156038"/>
                    </a:cubicBezTo>
                    <a:cubicBezTo>
                      <a:pt x="10674046" y="1148036"/>
                      <a:pt x="10686617" y="1130320"/>
                      <a:pt x="10703573" y="1120603"/>
                    </a:cubicBezTo>
                    <a:cubicBezTo>
                      <a:pt x="10727767" y="1106697"/>
                      <a:pt x="10746246" y="1089553"/>
                      <a:pt x="10764534" y="1067643"/>
                    </a:cubicBezTo>
                    <a:cubicBezTo>
                      <a:pt x="10785111" y="1043068"/>
                      <a:pt x="10820162" y="1029732"/>
                      <a:pt x="10850453" y="1014301"/>
                    </a:cubicBezTo>
                    <a:cubicBezTo>
                      <a:pt x="10876171" y="1001157"/>
                      <a:pt x="10906081" y="995632"/>
                      <a:pt x="10929704" y="980201"/>
                    </a:cubicBezTo>
                    <a:cubicBezTo>
                      <a:pt x="10946279" y="969342"/>
                      <a:pt x="10958661" y="948957"/>
                      <a:pt x="10967423" y="930289"/>
                    </a:cubicBezTo>
                    <a:cubicBezTo>
                      <a:pt x="10987046" y="887995"/>
                      <a:pt x="11021146" y="861897"/>
                      <a:pt x="11058869" y="838084"/>
                    </a:cubicBezTo>
                    <a:cubicBezTo>
                      <a:pt x="11097350" y="813699"/>
                      <a:pt x="11133927" y="786836"/>
                      <a:pt x="11172600" y="762834"/>
                    </a:cubicBezTo>
                    <a:cubicBezTo>
                      <a:pt x="11211843" y="738638"/>
                      <a:pt x="11243658" y="706443"/>
                      <a:pt x="11275283" y="673676"/>
                    </a:cubicBezTo>
                    <a:cubicBezTo>
                      <a:pt x="11288238" y="660150"/>
                      <a:pt x="11305192" y="650434"/>
                      <a:pt x="11320623" y="639195"/>
                    </a:cubicBezTo>
                    <a:cubicBezTo>
                      <a:pt x="11338339" y="626241"/>
                      <a:pt x="11355296" y="611953"/>
                      <a:pt x="11374346" y="601664"/>
                    </a:cubicBezTo>
                    <a:cubicBezTo>
                      <a:pt x="11398160" y="588709"/>
                      <a:pt x="11424069" y="579757"/>
                      <a:pt x="11448453" y="567755"/>
                    </a:cubicBezTo>
                    <a:cubicBezTo>
                      <a:pt x="11476838" y="553657"/>
                      <a:pt x="11505795" y="539750"/>
                      <a:pt x="11532275" y="522605"/>
                    </a:cubicBezTo>
                    <a:cubicBezTo>
                      <a:pt x="11545039" y="514413"/>
                      <a:pt x="11553613" y="499363"/>
                      <a:pt x="11562947" y="486598"/>
                    </a:cubicBezTo>
                    <a:cubicBezTo>
                      <a:pt x="11599714" y="436305"/>
                      <a:pt x="11635529" y="385441"/>
                      <a:pt x="11672489" y="335337"/>
                    </a:cubicBezTo>
                    <a:cubicBezTo>
                      <a:pt x="11712304" y="281424"/>
                      <a:pt x="11763931" y="241608"/>
                      <a:pt x="11821656" y="207889"/>
                    </a:cubicBezTo>
                    <a:cubicBezTo>
                      <a:pt x="11877664" y="175312"/>
                      <a:pt x="11931195" y="138734"/>
                      <a:pt x="11986443" y="104824"/>
                    </a:cubicBezTo>
                    <a:cubicBezTo>
                      <a:pt x="11998443" y="97395"/>
                      <a:pt x="12013114" y="94347"/>
                      <a:pt x="12026448" y="88821"/>
                    </a:cubicBezTo>
                    <a:cubicBezTo>
                      <a:pt x="12072360" y="69580"/>
                      <a:pt x="12118083" y="50147"/>
                      <a:pt x="12160947" y="28621"/>
                    </a:cubicBezTo>
                    <a:lnTo>
                      <a:pt x="12192000" y="0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D1A0BEEB-C008-4150-A935-C6AAF537DA1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0" y="3681702"/>
                <a:ext cx="12192000" cy="3176298"/>
              </a:xfrm>
              <a:custGeom>
                <a:avLst/>
                <a:gdLst>
                  <a:gd name="connsiteX0" fmla="*/ 12192000 w 12192000"/>
                  <a:gd name="connsiteY0" fmla="*/ 0 h 3176298"/>
                  <a:gd name="connsiteX1" fmla="*/ 12192000 w 12192000"/>
                  <a:gd name="connsiteY1" fmla="*/ 3176298 h 3176298"/>
                  <a:gd name="connsiteX2" fmla="*/ 0 w 12192000"/>
                  <a:gd name="connsiteY2" fmla="*/ 3176298 h 3176298"/>
                  <a:gd name="connsiteX3" fmla="*/ 0 w 12192000"/>
                  <a:gd name="connsiteY3" fmla="*/ 2264980 h 3176298"/>
                  <a:gd name="connsiteX4" fmla="*/ 544 w 12192000"/>
                  <a:gd name="connsiteY4" fmla="*/ 2264980 h 3176298"/>
                  <a:gd name="connsiteX5" fmla="*/ 544 w 12192000"/>
                  <a:gd name="connsiteY5" fmla="*/ 2392219 h 3176298"/>
                  <a:gd name="connsiteX6" fmla="*/ 61197 w 12192000"/>
                  <a:gd name="connsiteY6" fmla="*/ 2387448 h 3176298"/>
                  <a:gd name="connsiteX7" fmla="*/ 119613 w 12192000"/>
                  <a:gd name="connsiteY7" fmla="*/ 2369945 h 3176298"/>
                  <a:gd name="connsiteX8" fmla="*/ 172384 w 12192000"/>
                  <a:gd name="connsiteY8" fmla="*/ 2347084 h 3176298"/>
                  <a:gd name="connsiteX9" fmla="*/ 274873 w 12192000"/>
                  <a:gd name="connsiteY9" fmla="*/ 2336988 h 3176298"/>
                  <a:gd name="connsiteX10" fmla="*/ 307259 w 12192000"/>
                  <a:gd name="connsiteY10" fmla="*/ 2331461 h 3176298"/>
                  <a:gd name="connsiteX11" fmla="*/ 394511 w 12192000"/>
                  <a:gd name="connsiteY11" fmla="*/ 2308601 h 3176298"/>
                  <a:gd name="connsiteX12" fmla="*/ 494337 w 12192000"/>
                  <a:gd name="connsiteY12" fmla="*/ 2268213 h 3176298"/>
                  <a:gd name="connsiteX13" fmla="*/ 546917 w 12192000"/>
                  <a:gd name="connsiteY13" fmla="*/ 2283264 h 3176298"/>
                  <a:gd name="connsiteX14" fmla="*/ 730754 w 12192000"/>
                  <a:gd name="connsiteY14" fmla="*/ 2240780 h 3176298"/>
                  <a:gd name="connsiteX15" fmla="*/ 785432 w 12192000"/>
                  <a:gd name="connsiteY15" fmla="*/ 2218682 h 3176298"/>
                  <a:gd name="connsiteX16" fmla="*/ 801053 w 12192000"/>
                  <a:gd name="connsiteY16" fmla="*/ 2204013 h 3176298"/>
                  <a:gd name="connsiteX17" fmla="*/ 858205 w 12192000"/>
                  <a:gd name="connsiteY17" fmla="*/ 2169532 h 3176298"/>
                  <a:gd name="connsiteX18" fmla="*/ 949646 w 12192000"/>
                  <a:gd name="connsiteY18" fmla="*/ 2157340 h 3176298"/>
                  <a:gd name="connsiteX19" fmla="*/ 960887 w 12192000"/>
                  <a:gd name="connsiteY19" fmla="*/ 2150099 h 3176298"/>
                  <a:gd name="connsiteX20" fmla="*/ 977653 w 12192000"/>
                  <a:gd name="connsiteY20" fmla="*/ 2138480 h 3176298"/>
                  <a:gd name="connsiteX21" fmla="*/ 1071762 w 12192000"/>
                  <a:gd name="connsiteY21" fmla="*/ 2117905 h 3176298"/>
                  <a:gd name="connsiteX22" fmla="*/ 1092527 w 12192000"/>
                  <a:gd name="connsiteY22" fmla="*/ 2111428 h 3176298"/>
                  <a:gd name="connsiteX23" fmla="*/ 1109865 w 12192000"/>
                  <a:gd name="connsiteY23" fmla="*/ 2100568 h 3176298"/>
                  <a:gd name="connsiteX24" fmla="*/ 1162823 w 12192000"/>
                  <a:gd name="connsiteY24" fmla="*/ 2075613 h 3176298"/>
                  <a:gd name="connsiteX25" fmla="*/ 1206641 w 12192000"/>
                  <a:gd name="connsiteY25" fmla="*/ 2074851 h 3176298"/>
                  <a:gd name="connsiteX26" fmla="*/ 1267411 w 12192000"/>
                  <a:gd name="connsiteY26" fmla="*/ 2060753 h 3176298"/>
                  <a:gd name="connsiteX27" fmla="*/ 1380762 w 12192000"/>
                  <a:gd name="connsiteY27" fmla="*/ 2046847 h 3176298"/>
                  <a:gd name="connsiteX28" fmla="*/ 1404006 w 12192000"/>
                  <a:gd name="connsiteY28" fmla="*/ 2038844 h 3176298"/>
                  <a:gd name="connsiteX29" fmla="*/ 1544598 w 12192000"/>
                  <a:gd name="connsiteY29" fmla="*/ 2000932 h 3176298"/>
                  <a:gd name="connsiteX30" fmla="*/ 1657188 w 12192000"/>
                  <a:gd name="connsiteY30" fmla="*/ 2001697 h 3176298"/>
                  <a:gd name="connsiteX31" fmla="*/ 1665950 w 12192000"/>
                  <a:gd name="connsiteY31" fmla="*/ 2003411 h 3176298"/>
                  <a:gd name="connsiteX32" fmla="*/ 1709006 w 12192000"/>
                  <a:gd name="connsiteY32" fmla="*/ 2015983 h 3176298"/>
                  <a:gd name="connsiteX33" fmla="*/ 1775684 w 12192000"/>
                  <a:gd name="connsiteY33" fmla="*/ 2012555 h 3176298"/>
                  <a:gd name="connsiteX34" fmla="*/ 1821596 w 12192000"/>
                  <a:gd name="connsiteY34" fmla="*/ 1995218 h 3176298"/>
                  <a:gd name="connsiteX35" fmla="*/ 1878748 w 12192000"/>
                  <a:gd name="connsiteY35" fmla="*/ 1994457 h 3176298"/>
                  <a:gd name="connsiteX36" fmla="*/ 1944092 w 12192000"/>
                  <a:gd name="connsiteY36" fmla="*/ 2005315 h 3176298"/>
                  <a:gd name="connsiteX37" fmla="*/ 1973429 w 12192000"/>
                  <a:gd name="connsiteY37" fmla="*/ 2007601 h 3176298"/>
                  <a:gd name="connsiteX38" fmla="*/ 2054013 w 12192000"/>
                  <a:gd name="connsiteY38" fmla="*/ 2030082 h 3176298"/>
                  <a:gd name="connsiteX39" fmla="*/ 2102021 w 12192000"/>
                  <a:gd name="connsiteY39" fmla="*/ 2024557 h 3176298"/>
                  <a:gd name="connsiteX40" fmla="*/ 2149267 w 12192000"/>
                  <a:gd name="connsiteY40" fmla="*/ 2009697 h 3176298"/>
                  <a:gd name="connsiteX41" fmla="*/ 2179556 w 12192000"/>
                  <a:gd name="connsiteY41" fmla="*/ 1995409 h 3176298"/>
                  <a:gd name="connsiteX42" fmla="*/ 2240710 w 12192000"/>
                  <a:gd name="connsiteY42" fmla="*/ 1985312 h 3176298"/>
                  <a:gd name="connsiteX43" fmla="*/ 2251948 w 12192000"/>
                  <a:gd name="connsiteY43" fmla="*/ 1986836 h 3176298"/>
                  <a:gd name="connsiteX44" fmla="*/ 2434456 w 12192000"/>
                  <a:gd name="connsiteY44" fmla="*/ 1999410 h 3176298"/>
                  <a:gd name="connsiteX45" fmla="*/ 2506847 w 12192000"/>
                  <a:gd name="connsiteY45" fmla="*/ 2019603 h 3176298"/>
                  <a:gd name="connsiteX46" fmla="*/ 2522279 w 12192000"/>
                  <a:gd name="connsiteY46" fmla="*/ 2022080 h 3176298"/>
                  <a:gd name="connsiteX47" fmla="*/ 2676398 w 12192000"/>
                  <a:gd name="connsiteY47" fmla="*/ 2044751 h 3176298"/>
                  <a:gd name="connsiteX48" fmla="*/ 2693543 w 12192000"/>
                  <a:gd name="connsiteY48" fmla="*/ 2045703 h 3176298"/>
                  <a:gd name="connsiteX49" fmla="*/ 2741360 w 12192000"/>
                  <a:gd name="connsiteY49" fmla="*/ 2041701 h 3176298"/>
                  <a:gd name="connsiteX50" fmla="*/ 2854140 w 12192000"/>
                  <a:gd name="connsiteY50" fmla="*/ 2082851 h 3176298"/>
                  <a:gd name="connsiteX51" fmla="*/ 2967110 w 12192000"/>
                  <a:gd name="connsiteY51" fmla="*/ 2096949 h 3176298"/>
                  <a:gd name="connsiteX52" fmla="*/ 3029216 w 12192000"/>
                  <a:gd name="connsiteY52" fmla="*/ 2096757 h 3176298"/>
                  <a:gd name="connsiteX53" fmla="*/ 3073604 w 12192000"/>
                  <a:gd name="connsiteY53" fmla="*/ 2106856 h 3176298"/>
                  <a:gd name="connsiteX54" fmla="*/ 3182763 w 12192000"/>
                  <a:gd name="connsiteY54" fmla="*/ 2137527 h 3176298"/>
                  <a:gd name="connsiteX55" fmla="*/ 3234202 w 12192000"/>
                  <a:gd name="connsiteY55" fmla="*/ 2142289 h 3176298"/>
                  <a:gd name="connsiteX56" fmla="*/ 3288877 w 12192000"/>
                  <a:gd name="connsiteY56" fmla="*/ 2152578 h 3176298"/>
                  <a:gd name="connsiteX57" fmla="*/ 3424135 w 12192000"/>
                  <a:gd name="connsiteY57" fmla="*/ 2198680 h 3176298"/>
                  <a:gd name="connsiteX58" fmla="*/ 3534629 w 12192000"/>
                  <a:gd name="connsiteY58" fmla="*/ 2196013 h 3176298"/>
                  <a:gd name="connsiteX59" fmla="*/ 3605116 w 12192000"/>
                  <a:gd name="connsiteY59" fmla="*/ 2196583 h 3176298"/>
                  <a:gd name="connsiteX60" fmla="*/ 3689131 w 12192000"/>
                  <a:gd name="connsiteY60" fmla="*/ 2211824 h 3176298"/>
                  <a:gd name="connsiteX61" fmla="*/ 3757902 w 12192000"/>
                  <a:gd name="connsiteY61" fmla="*/ 2234114 h 3176298"/>
                  <a:gd name="connsiteX62" fmla="*/ 3852966 w 12192000"/>
                  <a:gd name="connsiteY62" fmla="*/ 2251831 h 3176298"/>
                  <a:gd name="connsiteX63" fmla="*/ 3947648 w 12192000"/>
                  <a:gd name="connsiteY63" fmla="*/ 2285932 h 3176298"/>
                  <a:gd name="connsiteX64" fmla="*/ 4013753 w 12192000"/>
                  <a:gd name="connsiteY64" fmla="*/ 2312031 h 3176298"/>
                  <a:gd name="connsiteX65" fmla="*/ 4105766 w 12192000"/>
                  <a:gd name="connsiteY65" fmla="*/ 2335082 h 3176298"/>
                  <a:gd name="connsiteX66" fmla="*/ 4246551 w 12192000"/>
                  <a:gd name="connsiteY66" fmla="*/ 2351274 h 3176298"/>
                  <a:gd name="connsiteX67" fmla="*/ 4311323 w 12192000"/>
                  <a:gd name="connsiteY67" fmla="*/ 2352991 h 3176298"/>
                  <a:gd name="connsiteX68" fmla="*/ 4413817 w 12192000"/>
                  <a:gd name="connsiteY68" fmla="*/ 2390899 h 3176298"/>
                  <a:gd name="connsiteX69" fmla="*/ 4457632 w 12192000"/>
                  <a:gd name="connsiteY69" fmla="*/ 2409188 h 3176298"/>
                  <a:gd name="connsiteX70" fmla="*/ 4497068 w 12192000"/>
                  <a:gd name="connsiteY70" fmla="*/ 2393947 h 3176298"/>
                  <a:gd name="connsiteX71" fmla="*/ 4522596 w 12192000"/>
                  <a:gd name="connsiteY71" fmla="*/ 2376421 h 3176298"/>
                  <a:gd name="connsiteX72" fmla="*/ 4603368 w 12192000"/>
                  <a:gd name="connsiteY72" fmla="*/ 2391282 h 3176298"/>
                  <a:gd name="connsiteX73" fmla="*/ 4689098 w 12192000"/>
                  <a:gd name="connsiteY73" fmla="*/ 2406903 h 3176298"/>
                  <a:gd name="connsiteX74" fmla="*/ 4719697 w 12192000"/>
                  <a:gd name="connsiteY74" fmla="*/ 2413428 h 3176298"/>
                  <a:gd name="connsiteX75" fmla="*/ 4726469 w 12192000"/>
                  <a:gd name="connsiteY75" fmla="*/ 2414298 h 3176298"/>
                  <a:gd name="connsiteX76" fmla="*/ 4785776 w 12192000"/>
                  <a:gd name="connsiteY76" fmla="*/ 2414298 h 3176298"/>
                  <a:gd name="connsiteX77" fmla="*/ 4788661 w 12192000"/>
                  <a:gd name="connsiteY77" fmla="*/ 2414047 h 3176298"/>
                  <a:gd name="connsiteX78" fmla="*/ 4827024 w 12192000"/>
                  <a:gd name="connsiteY78" fmla="*/ 2408999 h 3176298"/>
                  <a:gd name="connsiteX79" fmla="*/ 4887415 w 12192000"/>
                  <a:gd name="connsiteY79" fmla="*/ 2405570 h 3176298"/>
                  <a:gd name="connsiteX80" fmla="*/ 4936184 w 12192000"/>
                  <a:gd name="connsiteY80" fmla="*/ 2395853 h 3176298"/>
                  <a:gd name="connsiteX81" fmla="*/ 4953328 w 12192000"/>
                  <a:gd name="connsiteY81" fmla="*/ 2390138 h 3176298"/>
                  <a:gd name="connsiteX82" fmla="*/ 5089162 w 12192000"/>
                  <a:gd name="connsiteY82" fmla="*/ 2345560 h 3176298"/>
                  <a:gd name="connsiteX83" fmla="*/ 5234326 w 12192000"/>
                  <a:gd name="connsiteY83" fmla="*/ 2309935 h 3176298"/>
                  <a:gd name="connsiteX84" fmla="*/ 5328438 w 12192000"/>
                  <a:gd name="connsiteY84" fmla="*/ 2332416 h 3176298"/>
                  <a:gd name="connsiteX85" fmla="*/ 5363491 w 12192000"/>
                  <a:gd name="connsiteY85" fmla="*/ 2332034 h 3176298"/>
                  <a:gd name="connsiteX86" fmla="*/ 5524660 w 12192000"/>
                  <a:gd name="connsiteY86" fmla="*/ 2337178 h 3176298"/>
                  <a:gd name="connsiteX87" fmla="*/ 5553045 w 12192000"/>
                  <a:gd name="connsiteY87" fmla="*/ 2342701 h 3176298"/>
                  <a:gd name="connsiteX88" fmla="*/ 5706401 w 12192000"/>
                  <a:gd name="connsiteY88" fmla="*/ 2320032 h 3176298"/>
                  <a:gd name="connsiteX89" fmla="*/ 5762029 w 12192000"/>
                  <a:gd name="connsiteY89" fmla="*/ 2316221 h 3176298"/>
                  <a:gd name="connsiteX90" fmla="*/ 5813276 w 12192000"/>
                  <a:gd name="connsiteY90" fmla="*/ 2309935 h 3176298"/>
                  <a:gd name="connsiteX91" fmla="*/ 5884906 w 12192000"/>
                  <a:gd name="connsiteY91" fmla="*/ 2308411 h 3176298"/>
                  <a:gd name="connsiteX92" fmla="*/ 5959204 w 12192000"/>
                  <a:gd name="connsiteY92" fmla="*/ 2311269 h 3176298"/>
                  <a:gd name="connsiteX93" fmla="*/ 6042072 w 12192000"/>
                  <a:gd name="connsiteY93" fmla="*/ 2310697 h 3176298"/>
                  <a:gd name="connsiteX94" fmla="*/ 6074842 w 12192000"/>
                  <a:gd name="connsiteY94" fmla="*/ 2305745 h 3176298"/>
                  <a:gd name="connsiteX95" fmla="*/ 6163425 w 12192000"/>
                  <a:gd name="connsiteY95" fmla="*/ 2309172 h 3176298"/>
                  <a:gd name="connsiteX96" fmla="*/ 6209909 w 12192000"/>
                  <a:gd name="connsiteY96" fmla="*/ 2303459 h 3176298"/>
                  <a:gd name="connsiteX97" fmla="*/ 6286493 w 12192000"/>
                  <a:gd name="connsiteY97" fmla="*/ 2302315 h 3176298"/>
                  <a:gd name="connsiteX98" fmla="*/ 6311449 w 12192000"/>
                  <a:gd name="connsiteY98" fmla="*/ 2300980 h 3176298"/>
                  <a:gd name="connsiteX99" fmla="*/ 6333739 w 12192000"/>
                  <a:gd name="connsiteY99" fmla="*/ 2300218 h 3176298"/>
                  <a:gd name="connsiteX100" fmla="*/ 6410131 w 12192000"/>
                  <a:gd name="connsiteY100" fmla="*/ 2315841 h 3176298"/>
                  <a:gd name="connsiteX101" fmla="*/ 6477951 w 12192000"/>
                  <a:gd name="connsiteY101" fmla="*/ 2316793 h 3176298"/>
                  <a:gd name="connsiteX102" fmla="*/ 6596828 w 12192000"/>
                  <a:gd name="connsiteY102" fmla="*/ 2329368 h 3176298"/>
                  <a:gd name="connsiteX103" fmla="*/ 6623118 w 12192000"/>
                  <a:gd name="connsiteY103" fmla="*/ 2324985 h 3176298"/>
                  <a:gd name="connsiteX104" fmla="*/ 6705417 w 12192000"/>
                  <a:gd name="connsiteY104" fmla="*/ 2323272 h 3176298"/>
                  <a:gd name="connsiteX105" fmla="*/ 6752283 w 12192000"/>
                  <a:gd name="connsiteY105" fmla="*/ 2321937 h 3176298"/>
                  <a:gd name="connsiteX106" fmla="*/ 6810195 w 12192000"/>
                  <a:gd name="connsiteY106" fmla="*/ 2331082 h 3176298"/>
                  <a:gd name="connsiteX107" fmla="*/ 6910782 w 12192000"/>
                  <a:gd name="connsiteY107" fmla="*/ 2350512 h 3176298"/>
                  <a:gd name="connsiteX108" fmla="*/ 6937263 w 12192000"/>
                  <a:gd name="connsiteY108" fmla="*/ 2353561 h 3176298"/>
                  <a:gd name="connsiteX109" fmla="*/ 6985653 w 12192000"/>
                  <a:gd name="connsiteY109" fmla="*/ 2362897 h 3176298"/>
                  <a:gd name="connsiteX110" fmla="*/ 6994415 w 12192000"/>
                  <a:gd name="connsiteY110" fmla="*/ 2364611 h 3176298"/>
                  <a:gd name="connsiteX111" fmla="*/ 7068141 w 12192000"/>
                  <a:gd name="connsiteY111" fmla="*/ 2388234 h 3176298"/>
                  <a:gd name="connsiteX112" fmla="*/ 7106432 w 12192000"/>
                  <a:gd name="connsiteY112" fmla="*/ 2390138 h 3176298"/>
                  <a:gd name="connsiteX113" fmla="*/ 7216547 w 12192000"/>
                  <a:gd name="connsiteY113" fmla="*/ 2390330 h 3176298"/>
                  <a:gd name="connsiteX114" fmla="*/ 7263220 w 12192000"/>
                  <a:gd name="connsiteY114" fmla="*/ 2386709 h 3176298"/>
                  <a:gd name="connsiteX115" fmla="*/ 7375428 w 12192000"/>
                  <a:gd name="connsiteY115" fmla="*/ 2372803 h 3176298"/>
                  <a:gd name="connsiteX116" fmla="*/ 7445916 w 12192000"/>
                  <a:gd name="connsiteY116" fmla="*/ 2365945 h 3176298"/>
                  <a:gd name="connsiteX117" fmla="*/ 7526880 w 12192000"/>
                  <a:gd name="connsiteY117" fmla="*/ 2355084 h 3176298"/>
                  <a:gd name="connsiteX118" fmla="*/ 7619655 w 12192000"/>
                  <a:gd name="connsiteY118" fmla="*/ 2348226 h 3176298"/>
                  <a:gd name="connsiteX119" fmla="*/ 7788636 w 12192000"/>
                  <a:gd name="connsiteY119" fmla="*/ 2327461 h 3176298"/>
                  <a:gd name="connsiteX120" fmla="*/ 7952280 w 12192000"/>
                  <a:gd name="connsiteY120" fmla="*/ 2305935 h 3176298"/>
                  <a:gd name="connsiteX121" fmla="*/ 8019339 w 12192000"/>
                  <a:gd name="connsiteY121" fmla="*/ 2286884 h 3176298"/>
                  <a:gd name="connsiteX122" fmla="*/ 8137835 w 12192000"/>
                  <a:gd name="connsiteY122" fmla="*/ 2259832 h 3176298"/>
                  <a:gd name="connsiteX123" fmla="*/ 8189651 w 12192000"/>
                  <a:gd name="connsiteY123" fmla="*/ 2243639 h 3176298"/>
                  <a:gd name="connsiteX124" fmla="*/ 8313671 w 12192000"/>
                  <a:gd name="connsiteY124" fmla="*/ 2209920 h 3176298"/>
                  <a:gd name="connsiteX125" fmla="*/ 8459979 w 12192000"/>
                  <a:gd name="connsiteY125" fmla="*/ 2158864 h 3176298"/>
                  <a:gd name="connsiteX126" fmla="*/ 8516369 w 12192000"/>
                  <a:gd name="connsiteY126" fmla="*/ 2144003 h 3176298"/>
                  <a:gd name="connsiteX127" fmla="*/ 8657726 w 12192000"/>
                  <a:gd name="connsiteY127" fmla="*/ 2106284 h 3176298"/>
                  <a:gd name="connsiteX128" fmla="*/ 8711448 w 12192000"/>
                  <a:gd name="connsiteY128" fmla="*/ 2098664 h 3176298"/>
                  <a:gd name="connsiteX129" fmla="*/ 8772219 w 12192000"/>
                  <a:gd name="connsiteY129" fmla="*/ 2082280 h 3176298"/>
                  <a:gd name="connsiteX130" fmla="*/ 8845565 w 12192000"/>
                  <a:gd name="connsiteY130" fmla="*/ 2053705 h 3176298"/>
                  <a:gd name="connsiteX131" fmla="*/ 8967871 w 12192000"/>
                  <a:gd name="connsiteY131" fmla="*/ 2011221 h 3176298"/>
                  <a:gd name="connsiteX132" fmla="*/ 9015878 w 12192000"/>
                  <a:gd name="connsiteY132" fmla="*/ 2001124 h 3176298"/>
                  <a:gd name="connsiteX133" fmla="*/ 9234579 w 12192000"/>
                  <a:gd name="connsiteY133" fmla="*/ 1935209 h 3176298"/>
                  <a:gd name="connsiteX134" fmla="*/ 9346597 w 12192000"/>
                  <a:gd name="connsiteY134" fmla="*/ 1896917 h 3176298"/>
                  <a:gd name="connsiteX135" fmla="*/ 9416321 w 12192000"/>
                  <a:gd name="connsiteY135" fmla="*/ 1880724 h 3176298"/>
                  <a:gd name="connsiteX136" fmla="*/ 9477283 w 12192000"/>
                  <a:gd name="connsiteY136" fmla="*/ 1856149 h 3176298"/>
                  <a:gd name="connsiteX137" fmla="*/ 9666265 w 12192000"/>
                  <a:gd name="connsiteY137" fmla="*/ 1787186 h 3176298"/>
                  <a:gd name="connsiteX138" fmla="*/ 9754088 w 12192000"/>
                  <a:gd name="connsiteY138" fmla="*/ 1741464 h 3176298"/>
                  <a:gd name="connsiteX139" fmla="*/ 9899446 w 12192000"/>
                  <a:gd name="connsiteY139" fmla="*/ 1656880 h 3176298"/>
                  <a:gd name="connsiteX140" fmla="*/ 9993175 w 12192000"/>
                  <a:gd name="connsiteY140" fmla="*/ 1576487 h 3176298"/>
                  <a:gd name="connsiteX141" fmla="*/ 10044230 w 12192000"/>
                  <a:gd name="connsiteY141" fmla="*/ 1540480 h 3176298"/>
                  <a:gd name="connsiteX142" fmla="*/ 10131863 w 12192000"/>
                  <a:gd name="connsiteY142" fmla="*/ 1485613 h 3176298"/>
                  <a:gd name="connsiteX143" fmla="*/ 10242357 w 12192000"/>
                  <a:gd name="connsiteY143" fmla="*/ 1410555 h 3176298"/>
                  <a:gd name="connsiteX144" fmla="*/ 10363709 w 12192000"/>
                  <a:gd name="connsiteY144" fmla="*/ 1359499 h 3176298"/>
                  <a:gd name="connsiteX145" fmla="*/ 10428291 w 12192000"/>
                  <a:gd name="connsiteY145" fmla="*/ 1314920 h 3176298"/>
                  <a:gd name="connsiteX146" fmla="*/ 10490969 w 12192000"/>
                  <a:gd name="connsiteY146" fmla="*/ 1267104 h 3176298"/>
                  <a:gd name="connsiteX147" fmla="*/ 10523354 w 12192000"/>
                  <a:gd name="connsiteY147" fmla="*/ 1238337 h 3176298"/>
                  <a:gd name="connsiteX148" fmla="*/ 10590031 w 12192000"/>
                  <a:gd name="connsiteY148" fmla="*/ 1191664 h 3176298"/>
                  <a:gd name="connsiteX149" fmla="*/ 10656519 w 12192000"/>
                  <a:gd name="connsiteY149" fmla="*/ 1156038 h 3176298"/>
                  <a:gd name="connsiteX150" fmla="*/ 10703573 w 12192000"/>
                  <a:gd name="connsiteY150" fmla="*/ 1120603 h 3176298"/>
                  <a:gd name="connsiteX151" fmla="*/ 10764534 w 12192000"/>
                  <a:gd name="connsiteY151" fmla="*/ 1067643 h 3176298"/>
                  <a:gd name="connsiteX152" fmla="*/ 10850453 w 12192000"/>
                  <a:gd name="connsiteY152" fmla="*/ 1014301 h 3176298"/>
                  <a:gd name="connsiteX153" fmla="*/ 10929704 w 12192000"/>
                  <a:gd name="connsiteY153" fmla="*/ 980201 h 3176298"/>
                  <a:gd name="connsiteX154" fmla="*/ 10967423 w 12192000"/>
                  <a:gd name="connsiteY154" fmla="*/ 930289 h 3176298"/>
                  <a:gd name="connsiteX155" fmla="*/ 11058869 w 12192000"/>
                  <a:gd name="connsiteY155" fmla="*/ 838084 h 3176298"/>
                  <a:gd name="connsiteX156" fmla="*/ 11172600 w 12192000"/>
                  <a:gd name="connsiteY156" fmla="*/ 762834 h 3176298"/>
                  <a:gd name="connsiteX157" fmla="*/ 11275283 w 12192000"/>
                  <a:gd name="connsiteY157" fmla="*/ 673676 h 3176298"/>
                  <a:gd name="connsiteX158" fmla="*/ 11320623 w 12192000"/>
                  <a:gd name="connsiteY158" fmla="*/ 639195 h 3176298"/>
                  <a:gd name="connsiteX159" fmla="*/ 11374346 w 12192000"/>
                  <a:gd name="connsiteY159" fmla="*/ 601664 h 3176298"/>
                  <a:gd name="connsiteX160" fmla="*/ 11448453 w 12192000"/>
                  <a:gd name="connsiteY160" fmla="*/ 567755 h 3176298"/>
                  <a:gd name="connsiteX161" fmla="*/ 11532275 w 12192000"/>
                  <a:gd name="connsiteY161" fmla="*/ 522605 h 3176298"/>
                  <a:gd name="connsiteX162" fmla="*/ 11562947 w 12192000"/>
                  <a:gd name="connsiteY162" fmla="*/ 486598 h 3176298"/>
                  <a:gd name="connsiteX163" fmla="*/ 11672489 w 12192000"/>
                  <a:gd name="connsiteY163" fmla="*/ 335337 h 3176298"/>
                  <a:gd name="connsiteX164" fmla="*/ 11821656 w 12192000"/>
                  <a:gd name="connsiteY164" fmla="*/ 207889 h 3176298"/>
                  <a:gd name="connsiteX165" fmla="*/ 11986443 w 12192000"/>
                  <a:gd name="connsiteY165" fmla="*/ 104824 h 3176298"/>
                  <a:gd name="connsiteX166" fmla="*/ 12026448 w 12192000"/>
                  <a:gd name="connsiteY166" fmla="*/ 88821 h 3176298"/>
                  <a:gd name="connsiteX167" fmla="*/ 12160947 w 12192000"/>
                  <a:gd name="connsiteY167" fmla="*/ 28621 h 3176298"/>
                  <a:gd name="connsiteX168" fmla="*/ 12192000 w 12192000"/>
                  <a:gd name="connsiteY168" fmla="*/ 0 h 31762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</a:cxnLst>
                <a:rect l="l" t="t" r="r" b="b"/>
                <a:pathLst>
                  <a:path w="12192000" h="3176298">
                    <a:moveTo>
                      <a:pt x="12192000" y="0"/>
                    </a:moveTo>
                    <a:lnTo>
                      <a:pt x="12192000" y="3176298"/>
                    </a:lnTo>
                    <a:lnTo>
                      <a:pt x="0" y="3176298"/>
                    </a:lnTo>
                    <a:lnTo>
                      <a:pt x="0" y="2264980"/>
                    </a:lnTo>
                    <a:lnTo>
                      <a:pt x="544" y="2264980"/>
                    </a:lnTo>
                    <a:lnTo>
                      <a:pt x="544" y="2392219"/>
                    </a:lnTo>
                    <a:lnTo>
                      <a:pt x="61197" y="2387448"/>
                    </a:lnTo>
                    <a:cubicBezTo>
                      <a:pt x="80794" y="2382137"/>
                      <a:pt x="99990" y="2374707"/>
                      <a:pt x="119613" y="2369945"/>
                    </a:cubicBezTo>
                    <a:cubicBezTo>
                      <a:pt x="137898" y="2365563"/>
                      <a:pt x="155046" y="2355466"/>
                      <a:pt x="172384" y="2347084"/>
                    </a:cubicBezTo>
                    <a:cubicBezTo>
                      <a:pt x="205529" y="2331082"/>
                      <a:pt x="240965" y="2341178"/>
                      <a:pt x="274873" y="2336988"/>
                    </a:cubicBezTo>
                    <a:cubicBezTo>
                      <a:pt x="285732" y="2335653"/>
                      <a:pt x="296590" y="2334130"/>
                      <a:pt x="307259" y="2331461"/>
                    </a:cubicBezTo>
                    <a:cubicBezTo>
                      <a:pt x="336408" y="2324413"/>
                      <a:pt x="366127" y="2318317"/>
                      <a:pt x="394511" y="2308601"/>
                    </a:cubicBezTo>
                    <a:cubicBezTo>
                      <a:pt x="426709" y="2297743"/>
                      <a:pt x="457572" y="2283264"/>
                      <a:pt x="494337" y="2268213"/>
                    </a:cubicBezTo>
                    <a:cubicBezTo>
                      <a:pt x="507102" y="2272024"/>
                      <a:pt x="526724" y="2282312"/>
                      <a:pt x="546917" y="2283264"/>
                    </a:cubicBezTo>
                    <a:cubicBezTo>
                      <a:pt x="611880" y="2286503"/>
                      <a:pt x="672650" y="2268786"/>
                      <a:pt x="730754" y="2240780"/>
                    </a:cubicBezTo>
                    <a:cubicBezTo>
                      <a:pt x="748471" y="2232399"/>
                      <a:pt x="767524" y="2226874"/>
                      <a:pt x="785432" y="2218682"/>
                    </a:cubicBezTo>
                    <a:cubicBezTo>
                      <a:pt x="791717" y="2215826"/>
                      <a:pt x="799909" y="2209730"/>
                      <a:pt x="801053" y="2204013"/>
                    </a:cubicBezTo>
                    <a:cubicBezTo>
                      <a:pt x="807719" y="2170866"/>
                      <a:pt x="832486" y="2171436"/>
                      <a:pt x="858205" y="2169532"/>
                    </a:cubicBezTo>
                    <a:cubicBezTo>
                      <a:pt x="888877" y="2167247"/>
                      <a:pt x="919165" y="2161912"/>
                      <a:pt x="949646" y="2157340"/>
                    </a:cubicBezTo>
                    <a:cubicBezTo>
                      <a:pt x="953648" y="2156768"/>
                      <a:pt x="957266" y="2152768"/>
                      <a:pt x="960887" y="2150099"/>
                    </a:cubicBezTo>
                    <a:cubicBezTo>
                      <a:pt x="966411" y="2146099"/>
                      <a:pt x="971554" y="2140003"/>
                      <a:pt x="977653" y="2138480"/>
                    </a:cubicBezTo>
                    <a:cubicBezTo>
                      <a:pt x="1008894" y="2131049"/>
                      <a:pt x="1040327" y="2124763"/>
                      <a:pt x="1071762" y="2117905"/>
                    </a:cubicBezTo>
                    <a:cubicBezTo>
                      <a:pt x="1078810" y="2116380"/>
                      <a:pt x="1086048" y="2114476"/>
                      <a:pt x="1092527" y="2111428"/>
                    </a:cubicBezTo>
                    <a:cubicBezTo>
                      <a:pt x="1098623" y="2108570"/>
                      <a:pt x="1103767" y="2103616"/>
                      <a:pt x="1109865" y="2100568"/>
                    </a:cubicBezTo>
                    <a:cubicBezTo>
                      <a:pt x="1126437" y="2092378"/>
                      <a:pt x="1143394" y="2084757"/>
                      <a:pt x="1162823" y="2075613"/>
                    </a:cubicBezTo>
                    <a:cubicBezTo>
                      <a:pt x="1173681" y="2092757"/>
                      <a:pt x="1188354" y="2083041"/>
                      <a:pt x="1206641" y="2074851"/>
                    </a:cubicBezTo>
                    <a:cubicBezTo>
                      <a:pt x="1225310" y="2066468"/>
                      <a:pt x="1246837" y="2063801"/>
                      <a:pt x="1267411" y="2060753"/>
                    </a:cubicBezTo>
                    <a:cubicBezTo>
                      <a:pt x="1305132" y="2055228"/>
                      <a:pt x="1343044" y="2051799"/>
                      <a:pt x="1380762" y="2046847"/>
                    </a:cubicBezTo>
                    <a:cubicBezTo>
                      <a:pt x="1388765" y="2045703"/>
                      <a:pt x="1397909" y="2043608"/>
                      <a:pt x="1404006" y="2038844"/>
                    </a:cubicBezTo>
                    <a:cubicBezTo>
                      <a:pt x="1445725" y="2006839"/>
                      <a:pt x="1496403" y="1997887"/>
                      <a:pt x="1544598" y="2000932"/>
                    </a:cubicBezTo>
                    <a:cubicBezTo>
                      <a:pt x="1582510" y="2003220"/>
                      <a:pt x="1619658" y="2004935"/>
                      <a:pt x="1657188" y="2001697"/>
                    </a:cubicBezTo>
                    <a:cubicBezTo>
                      <a:pt x="1660046" y="2001505"/>
                      <a:pt x="1663856" y="2001887"/>
                      <a:pt x="1665950" y="2003411"/>
                    </a:cubicBezTo>
                    <a:cubicBezTo>
                      <a:pt x="1678904" y="2013507"/>
                      <a:pt x="1692431" y="2014269"/>
                      <a:pt x="1709006" y="2015983"/>
                    </a:cubicBezTo>
                    <a:cubicBezTo>
                      <a:pt x="1732439" y="2018461"/>
                      <a:pt x="1753965" y="2016745"/>
                      <a:pt x="1775684" y="2012555"/>
                    </a:cubicBezTo>
                    <a:cubicBezTo>
                      <a:pt x="1791496" y="2009507"/>
                      <a:pt x="1807497" y="2003220"/>
                      <a:pt x="1821596" y="1995218"/>
                    </a:cubicBezTo>
                    <a:cubicBezTo>
                      <a:pt x="1841216" y="1983978"/>
                      <a:pt x="1860079" y="1979597"/>
                      <a:pt x="1878748" y="1994457"/>
                    </a:cubicBezTo>
                    <a:cubicBezTo>
                      <a:pt x="1898940" y="2010269"/>
                      <a:pt x="1921800" y="2004745"/>
                      <a:pt x="1944092" y="2005315"/>
                    </a:cubicBezTo>
                    <a:cubicBezTo>
                      <a:pt x="1953806" y="2005507"/>
                      <a:pt x="1964094" y="2005124"/>
                      <a:pt x="1973429" y="2007601"/>
                    </a:cubicBezTo>
                    <a:cubicBezTo>
                      <a:pt x="2000479" y="2014651"/>
                      <a:pt x="2026581" y="2025320"/>
                      <a:pt x="2054013" y="2030082"/>
                    </a:cubicBezTo>
                    <a:cubicBezTo>
                      <a:pt x="2069254" y="2032747"/>
                      <a:pt x="2086208" y="2027986"/>
                      <a:pt x="2102021" y="2024557"/>
                    </a:cubicBezTo>
                    <a:cubicBezTo>
                      <a:pt x="2118023" y="2020937"/>
                      <a:pt x="2133834" y="2015413"/>
                      <a:pt x="2149267" y="2009697"/>
                    </a:cubicBezTo>
                    <a:cubicBezTo>
                      <a:pt x="2159743" y="2005887"/>
                      <a:pt x="2171173" y="2002267"/>
                      <a:pt x="2179556" y="1995409"/>
                    </a:cubicBezTo>
                    <a:cubicBezTo>
                      <a:pt x="2198608" y="1979788"/>
                      <a:pt x="2218229" y="1977120"/>
                      <a:pt x="2240710" y="1985312"/>
                    </a:cubicBezTo>
                    <a:cubicBezTo>
                      <a:pt x="2244137" y="1986647"/>
                      <a:pt x="2248138" y="1986647"/>
                      <a:pt x="2251948" y="1986836"/>
                    </a:cubicBezTo>
                    <a:cubicBezTo>
                      <a:pt x="2312915" y="1990836"/>
                      <a:pt x="2373874" y="1993314"/>
                      <a:pt x="2434456" y="1999410"/>
                    </a:cubicBezTo>
                    <a:cubicBezTo>
                      <a:pt x="2459029" y="2001887"/>
                      <a:pt x="2482652" y="2012745"/>
                      <a:pt x="2506847" y="2019603"/>
                    </a:cubicBezTo>
                    <a:cubicBezTo>
                      <a:pt x="2511800" y="2020937"/>
                      <a:pt x="2517327" y="2023033"/>
                      <a:pt x="2522279" y="2022080"/>
                    </a:cubicBezTo>
                    <a:cubicBezTo>
                      <a:pt x="2576191" y="2012555"/>
                      <a:pt x="2626677" y="2026461"/>
                      <a:pt x="2676398" y="2044751"/>
                    </a:cubicBezTo>
                    <a:cubicBezTo>
                      <a:pt x="2681540" y="2046656"/>
                      <a:pt x="2687827" y="2046084"/>
                      <a:pt x="2693543" y="2045703"/>
                    </a:cubicBezTo>
                    <a:cubicBezTo>
                      <a:pt x="2709548" y="2044370"/>
                      <a:pt x="2726882" y="2037701"/>
                      <a:pt x="2741360" y="2041701"/>
                    </a:cubicBezTo>
                    <a:cubicBezTo>
                      <a:pt x="2779842" y="2052753"/>
                      <a:pt x="2817943" y="2066087"/>
                      <a:pt x="2854140" y="2082851"/>
                    </a:cubicBezTo>
                    <a:cubicBezTo>
                      <a:pt x="2890910" y="2099805"/>
                      <a:pt x="2925008" y="2114095"/>
                      <a:pt x="2967110" y="2096949"/>
                    </a:cubicBezTo>
                    <a:cubicBezTo>
                      <a:pt x="2985016" y="2089709"/>
                      <a:pt x="3008639" y="2094853"/>
                      <a:pt x="3029216" y="2096757"/>
                    </a:cubicBezTo>
                    <a:cubicBezTo>
                      <a:pt x="3044264" y="2098282"/>
                      <a:pt x="3058743" y="2106856"/>
                      <a:pt x="3073604" y="2106856"/>
                    </a:cubicBezTo>
                    <a:cubicBezTo>
                      <a:pt x="3113231" y="2106856"/>
                      <a:pt x="3148472" y="2116953"/>
                      <a:pt x="3182763" y="2137527"/>
                    </a:cubicBezTo>
                    <a:cubicBezTo>
                      <a:pt x="3196102" y="2145528"/>
                      <a:pt x="3216867" y="2140193"/>
                      <a:pt x="3234202" y="2142289"/>
                    </a:cubicBezTo>
                    <a:cubicBezTo>
                      <a:pt x="3252492" y="2144765"/>
                      <a:pt x="3271348" y="2147051"/>
                      <a:pt x="3288877" y="2152578"/>
                    </a:cubicBezTo>
                    <a:cubicBezTo>
                      <a:pt x="3334216" y="2167056"/>
                      <a:pt x="3378986" y="2183439"/>
                      <a:pt x="3424135" y="2198680"/>
                    </a:cubicBezTo>
                    <a:cubicBezTo>
                      <a:pt x="3461282" y="2211253"/>
                      <a:pt x="3497862" y="2201347"/>
                      <a:pt x="3534629" y="2196013"/>
                    </a:cubicBezTo>
                    <a:cubicBezTo>
                      <a:pt x="3557682" y="2192583"/>
                      <a:pt x="3579206" y="2184391"/>
                      <a:pt x="3605116" y="2196583"/>
                    </a:cubicBezTo>
                    <a:cubicBezTo>
                      <a:pt x="3629882" y="2208205"/>
                      <a:pt x="3661315" y="2205537"/>
                      <a:pt x="3689131" y="2211824"/>
                    </a:cubicBezTo>
                    <a:cubicBezTo>
                      <a:pt x="3712565" y="2217157"/>
                      <a:pt x="3735231" y="2225732"/>
                      <a:pt x="3757902" y="2234114"/>
                    </a:cubicBezTo>
                    <a:cubicBezTo>
                      <a:pt x="3788766" y="2245545"/>
                      <a:pt x="3819245" y="2257545"/>
                      <a:pt x="3852966" y="2251831"/>
                    </a:cubicBezTo>
                    <a:cubicBezTo>
                      <a:pt x="3891259" y="2245353"/>
                      <a:pt x="3917546" y="2269738"/>
                      <a:pt x="3947648" y="2285932"/>
                    </a:cubicBezTo>
                    <a:cubicBezTo>
                      <a:pt x="3968414" y="2296980"/>
                      <a:pt x="3991083" y="2305172"/>
                      <a:pt x="4013753" y="2312031"/>
                    </a:cubicBezTo>
                    <a:cubicBezTo>
                      <a:pt x="4044043" y="2320985"/>
                      <a:pt x="4075285" y="2326320"/>
                      <a:pt x="4105766" y="2335082"/>
                    </a:cubicBezTo>
                    <a:cubicBezTo>
                      <a:pt x="4151870" y="2348226"/>
                      <a:pt x="4198546" y="2358514"/>
                      <a:pt x="4246551" y="2351274"/>
                    </a:cubicBezTo>
                    <a:cubicBezTo>
                      <a:pt x="4268649" y="2348036"/>
                      <a:pt x="4289227" y="2348226"/>
                      <a:pt x="4311323" y="2352991"/>
                    </a:cubicBezTo>
                    <a:cubicBezTo>
                      <a:pt x="4347518" y="2360801"/>
                      <a:pt x="4384668" y="2361753"/>
                      <a:pt x="4413817" y="2390899"/>
                    </a:cubicBezTo>
                    <a:cubicBezTo>
                      <a:pt x="4424104" y="2401188"/>
                      <a:pt x="4442581" y="2403853"/>
                      <a:pt x="4457632" y="2409188"/>
                    </a:cubicBezTo>
                    <a:cubicBezTo>
                      <a:pt x="4474969" y="2415476"/>
                      <a:pt x="4487731" y="2412236"/>
                      <a:pt x="4497068" y="2393947"/>
                    </a:cubicBezTo>
                    <a:cubicBezTo>
                      <a:pt x="4501257" y="2385757"/>
                      <a:pt x="4513260" y="2377755"/>
                      <a:pt x="4522596" y="2376421"/>
                    </a:cubicBezTo>
                    <a:cubicBezTo>
                      <a:pt x="4550599" y="2372421"/>
                      <a:pt x="4576318" y="2378327"/>
                      <a:pt x="4603368" y="2391282"/>
                    </a:cubicBezTo>
                    <a:cubicBezTo>
                      <a:pt x="4628705" y="2403474"/>
                      <a:pt x="4660331" y="2402140"/>
                      <a:pt x="4689098" y="2406903"/>
                    </a:cubicBezTo>
                    <a:cubicBezTo>
                      <a:pt x="4699289" y="2408618"/>
                      <a:pt x="4709482" y="2411237"/>
                      <a:pt x="4719697" y="2413428"/>
                    </a:cubicBezTo>
                    <a:lnTo>
                      <a:pt x="4726469" y="2414298"/>
                    </a:lnTo>
                    <a:lnTo>
                      <a:pt x="4785776" y="2414298"/>
                    </a:lnTo>
                    <a:lnTo>
                      <a:pt x="4788661" y="2414047"/>
                    </a:lnTo>
                    <a:cubicBezTo>
                      <a:pt x="4801401" y="2412237"/>
                      <a:pt x="4814166" y="2410142"/>
                      <a:pt x="4827024" y="2408999"/>
                    </a:cubicBezTo>
                    <a:cubicBezTo>
                      <a:pt x="4847027" y="2407095"/>
                      <a:pt x="4867412" y="2407856"/>
                      <a:pt x="4887415" y="2405570"/>
                    </a:cubicBezTo>
                    <a:cubicBezTo>
                      <a:pt x="4903799" y="2403853"/>
                      <a:pt x="4919991" y="2399474"/>
                      <a:pt x="4936184" y="2395853"/>
                    </a:cubicBezTo>
                    <a:cubicBezTo>
                      <a:pt x="4942089" y="2394520"/>
                      <a:pt x="4947996" y="2389376"/>
                      <a:pt x="4953328" y="2390138"/>
                    </a:cubicBezTo>
                    <a:cubicBezTo>
                      <a:pt x="5006292" y="2398330"/>
                      <a:pt x="5044391" y="2361753"/>
                      <a:pt x="5089162" y="2345560"/>
                    </a:cubicBezTo>
                    <a:cubicBezTo>
                      <a:pt x="5136216" y="2328413"/>
                      <a:pt x="5181748" y="2302124"/>
                      <a:pt x="5234326" y="2309935"/>
                    </a:cubicBezTo>
                    <a:cubicBezTo>
                      <a:pt x="5266141" y="2314697"/>
                      <a:pt x="5296812" y="2325747"/>
                      <a:pt x="5328438" y="2332416"/>
                    </a:cubicBezTo>
                    <a:cubicBezTo>
                      <a:pt x="5339677" y="2334701"/>
                      <a:pt x="5352250" y="2334320"/>
                      <a:pt x="5363491" y="2332034"/>
                    </a:cubicBezTo>
                    <a:cubicBezTo>
                      <a:pt x="5417784" y="2321555"/>
                      <a:pt x="5471316" y="2320032"/>
                      <a:pt x="5524660" y="2337178"/>
                    </a:cubicBezTo>
                    <a:cubicBezTo>
                      <a:pt x="5533802" y="2340036"/>
                      <a:pt x="5543518" y="2342701"/>
                      <a:pt x="5553045" y="2342701"/>
                    </a:cubicBezTo>
                    <a:cubicBezTo>
                      <a:pt x="5605244" y="2342701"/>
                      <a:pt x="5656488" y="2338701"/>
                      <a:pt x="5706401" y="2320032"/>
                    </a:cubicBezTo>
                    <a:cubicBezTo>
                      <a:pt x="5723166" y="2313745"/>
                      <a:pt x="5743551" y="2317745"/>
                      <a:pt x="5762029" y="2316221"/>
                    </a:cubicBezTo>
                    <a:cubicBezTo>
                      <a:pt x="5779174" y="2314889"/>
                      <a:pt x="5796702" y="2314317"/>
                      <a:pt x="5813276" y="2309935"/>
                    </a:cubicBezTo>
                    <a:cubicBezTo>
                      <a:pt x="5837472" y="2303459"/>
                      <a:pt x="5859949" y="2302697"/>
                      <a:pt x="5884906" y="2308411"/>
                    </a:cubicBezTo>
                    <a:cubicBezTo>
                      <a:pt x="5908719" y="2313745"/>
                      <a:pt x="5934438" y="2311079"/>
                      <a:pt x="5959204" y="2311269"/>
                    </a:cubicBezTo>
                    <a:cubicBezTo>
                      <a:pt x="5986828" y="2311459"/>
                      <a:pt x="6014449" y="2311649"/>
                      <a:pt x="6042072" y="2310697"/>
                    </a:cubicBezTo>
                    <a:cubicBezTo>
                      <a:pt x="6053124" y="2310317"/>
                      <a:pt x="6065695" y="2302697"/>
                      <a:pt x="6074842" y="2305745"/>
                    </a:cubicBezTo>
                    <a:cubicBezTo>
                      <a:pt x="6104368" y="2316031"/>
                      <a:pt x="6133897" y="2303649"/>
                      <a:pt x="6163425" y="2309172"/>
                    </a:cubicBezTo>
                    <a:cubicBezTo>
                      <a:pt x="6177905" y="2312031"/>
                      <a:pt x="6194288" y="2304220"/>
                      <a:pt x="6209909" y="2303459"/>
                    </a:cubicBezTo>
                    <a:cubicBezTo>
                      <a:pt x="6235437" y="2302124"/>
                      <a:pt x="6260964" y="2302697"/>
                      <a:pt x="6286493" y="2302315"/>
                    </a:cubicBezTo>
                    <a:cubicBezTo>
                      <a:pt x="6294876" y="2302124"/>
                      <a:pt x="6303068" y="2301362"/>
                      <a:pt x="6311449" y="2300980"/>
                    </a:cubicBezTo>
                    <a:cubicBezTo>
                      <a:pt x="6318880" y="2300601"/>
                      <a:pt x="6326691" y="2298887"/>
                      <a:pt x="6333739" y="2300218"/>
                    </a:cubicBezTo>
                    <a:cubicBezTo>
                      <a:pt x="6359268" y="2304983"/>
                      <a:pt x="6384414" y="2312793"/>
                      <a:pt x="6410131" y="2315841"/>
                    </a:cubicBezTo>
                    <a:cubicBezTo>
                      <a:pt x="6432420" y="2318507"/>
                      <a:pt x="6455472" y="2314889"/>
                      <a:pt x="6477951" y="2316793"/>
                    </a:cubicBezTo>
                    <a:cubicBezTo>
                      <a:pt x="6517576" y="2320032"/>
                      <a:pt x="6557201" y="2325747"/>
                      <a:pt x="6596828" y="2329368"/>
                    </a:cubicBezTo>
                    <a:cubicBezTo>
                      <a:pt x="6605401" y="2330130"/>
                      <a:pt x="6614353" y="2325365"/>
                      <a:pt x="6623118" y="2324985"/>
                    </a:cubicBezTo>
                    <a:cubicBezTo>
                      <a:pt x="6650551" y="2324033"/>
                      <a:pt x="6677984" y="2323841"/>
                      <a:pt x="6705417" y="2323272"/>
                    </a:cubicBezTo>
                    <a:cubicBezTo>
                      <a:pt x="6721038" y="2323080"/>
                      <a:pt x="6736851" y="2323651"/>
                      <a:pt x="6752283" y="2321937"/>
                    </a:cubicBezTo>
                    <a:cubicBezTo>
                      <a:pt x="6772665" y="2319651"/>
                      <a:pt x="6791144" y="2316221"/>
                      <a:pt x="6810195" y="2331082"/>
                    </a:cubicBezTo>
                    <a:cubicBezTo>
                      <a:pt x="6839534" y="2354132"/>
                      <a:pt x="6876872" y="2345178"/>
                      <a:pt x="6910782" y="2350512"/>
                    </a:cubicBezTo>
                    <a:cubicBezTo>
                      <a:pt x="6919547" y="2351847"/>
                      <a:pt x="6928501" y="2352036"/>
                      <a:pt x="6937263" y="2353561"/>
                    </a:cubicBezTo>
                    <a:cubicBezTo>
                      <a:pt x="6953457" y="2356418"/>
                      <a:pt x="6969457" y="2359657"/>
                      <a:pt x="6985653" y="2362897"/>
                    </a:cubicBezTo>
                    <a:cubicBezTo>
                      <a:pt x="6988509" y="2363467"/>
                      <a:pt x="6991747" y="2363659"/>
                      <a:pt x="6994415" y="2364611"/>
                    </a:cubicBezTo>
                    <a:cubicBezTo>
                      <a:pt x="7018991" y="2372611"/>
                      <a:pt x="7043184" y="2381755"/>
                      <a:pt x="7068141" y="2388234"/>
                    </a:cubicBezTo>
                    <a:cubicBezTo>
                      <a:pt x="7080334" y="2391472"/>
                      <a:pt x="7093860" y="2391853"/>
                      <a:pt x="7106432" y="2390138"/>
                    </a:cubicBezTo>
                    <a:cubicBezTo>
                      <a:pt x="7143199" y="2385185"/>
                      <a:pt x="7179587" y="2383089"/>
                      <a:pt x="7216547" y="2390330"/>
                    </a:cubicBezTo>
                    <a:cubicBezTo>
                      <a:pt x="7231214" y="2393186"/>
                      <a:pt x="7247599" y="2388424"/>
                      <a:pt x="7263220" y="2386709"/>
                    </a:cubicBezTo>
                    <a:cubicBezTo>
                      <a:pt x="7300559" y="2382137"/>
                      <a:pt x="7337899" y="2377183"/>
                      <a:pt x="7375428" y="2372803"/>
                    </a:cubicBezTo>
                    <a:cubicBezTo>
                      <a:pt x="7398860" y="2370135"/>
                      <a:pt x="7422483" y="2368611"/>
                      <a:pt x="7445916" y="2365945"/>
                    </a:cubicBezTo>
                    <a:cubicBezTo>
                      <a:pt x="7472967" y="2362705"/>
                      <a:pt x="7499828" y="2357753"/>
                      <a:pt x="7526880" y="2355084"/>
                    </a:cubicBezTo>
                    <a:cubicBezTo>
                      <a:pt x="7557742" y="2352036"/>
                      <a:pt x="7588795" y="2351466"/>
                      <a:pt x="7619655" y="2348226"/>
                    </a:cubicBezTo>
                    <a:cubicBezTo>
                      <a:pt x="7676047" y="2341940"/>
                      <a:pt x="7732247" y="2334509"/>
                      <a:pt x="7788636" y="2327461"/>
                    </a:cubicBezTo>
                    <a:cubicBezTo>
                      <a:pt x="7843311" y="2320603"/>
                      <a:pt x="7897987" y="2314507"/>
                      <a:pt x="7952280" y="2305935"/>
                    </a:cubicBezTo>
                    <a:cubicBezTo>
                      <a:pt x="7975142" y="2302315"/>
                      <a:pt x="7996859" y="2292408"/>
                      <a:pt x="8019339" y="2286884"/>
                    </a:cubicBezTo>
                    <a:cubicBezTo>
                      <a:pt x="8058774" y="2277357"/>
                      <a:pt x="8098590" y="2269357"/>
                      <a:pt x="8137835" y="2259832"/>
                    </a:cubicBezTo>
                    <a:cubicBezTo>
                      <a:pt x="8155359" y="2255641"/>
                      <a:pt x="8172124" y="2248593"/>
                      <a:pt x="8189651" y="2243639"/>
                    </a:cubicBezTo>
                    <a:cubicBezTo>
                      <a:pt x="8230992" y="2232208"/>
                      <a:pt x="8272903" y="2222874"/>
                      <a:pt x="8313671" y="2209920"/>
                    </a:cubicBezTo>
                    <a:cubicBezTo>
                      <a:pt x="8362822" y="2194297"/>
                      <a:pt x="8411019" y="2175439"/>
                      <a:pt x="8459979" y="2158864"/>
                    </a:cubicBezTo>
                    <a:cubicBezTo>
                      <a:pt x="8478269" y="2152578"/>
                      <a:pt x="8497511" y="2148957"/>
                      <a:pt x="8516369" y="2144003"/>
                    </a:cubicBezTo>
                    <a:cubicBezTo>
                      <a:pt x="8563425" y="2131431"/>
                      <a:pt x="8610288" y="2118095"/>
                      <a:pt x="8657726" y="2106284"/>
                    </a:cubicBezTo>
                    <a:cubicBezTo>
                      <a:pt x="8675253" y="2101901"/>
                      <a:pt x="8693731" y="2102284"/>
                      <a:pt x="8711448" y="2098664"/>
                    </a:cubicBezTo>
                    <a:cubicBezTo>
                      <a:pt x="8732023" y="2094472"/>
                      <a:pt x="8752407" y="2089138"/>
                      <a:pt x="8772219" y="2082280"/>
                    </a:cubicBezTo>
                    <a:cubicBezTo>
                      <a:pt x="8796985" y="2073707"/>
                      <a:pt x="8820990" y="2062659"/>
                      <a:pt x="8845565" y="2053705"/>
                    </a:cubicBezTo>
                    <a:cubicBezTo>
                      <a:pt x="8886142" y="2039034"/>
                      <a:pt x="8926911" y="2024557"/>
                      <a:pt x="8967871" y="2011221"/>
                    </a:cubicBezTo>
                    <a:cubicBezTo>
                      <a:pt x="8983301" y="2006268"/>
                      <a:pt x="9000257" y="2005697"/>
                      <a:pt x="9015878" y="2001124"/>
                    </a:cubicBezTo>
                    <a:cubicBezTo>
                      <a:pt x="9088840" y="1979597"/>
                      <a:pt x="9161805" y="1957880"/>
                      <a:pt x="9234579" y="1935209"/>
                    </a:cubicBezTo>
                    <a:cubicBezTo>
                      <a:pt x="9272298" y="1923399"/>
                      <a:pt x="9308875" y="1908538"/>
                      <a:pt x="9346597" y="1896917"/>
                    </a:cubicBezTo>
                    <a:cubicBezTo>
                      <a:pt x="9369267" y="1889869"/>
                      <a:pt x="9393650" y="1887773"/>
                      <a:pt x="9416321" y="1880724"/>
                    </a:cubicBezTo>
                    <a:cubicBezTo>
                      <a:pt x="9437278" y="1874247"/>
                      <a:pt x="9456709" y="1863578"/>
                      <a:pt x="9477283" y="1856149"/>
                    </a:cubicBezTo>
                    <a:cubicBezTo>
                      <a:pt x="9540152" y="1833097"/>
                      <a:pt x="9603971" y="1811953"/>
                      <a:pt x="9666265" y="1787186"/>
                    </a:cubicBezTo>
                    <a:cubicBezTo>
                      <a:pt x="9696749" y="1775183"/>
                      <a:pt x="9725323" y="1757849"/>
                      <a:pt x="9754088" y="1741464"/>
                    </a:cubicBezTo>
                    <a:cubicBezTo>
                      <a:pt x="9802858" y="1713841"/>
                      <a:pt x="9850865" y="1685074"/>
                      <a:pt x="9899446" y="1656880"/>
                    </a:cubicBezTo>
                    <a:cubicBezTo>
                      <a:pt x="9935832" y="1635924"/>
                      <a:pt x="9968027" y="1611347"/>
                      <a:pt x="9993175" y="1576487"/>
                    </a:cubicBezTo>
                    <a:cubicBezTo>
                      <a:pt x="10004797" y="1560484"/>
                      <a:pt x="10024990" y="1546768"/>
                      <a:pt x="10044230" y="1540480"/>
                    </a:cubicBezTo>
                    <a:cubicBezTo>
                      <a:pt x="10078713" y="1529241"/>
                      <a:pt x="10104430" y="1507522"/>
                      <a:pt x="10131863" y="1485613"/>
                    </a:cubicBezTo>
                    <a:cubicBezTo>
                      <a:pt x="10166536" y="1457801"/>
                      <a:pt x="10203304" y="1431509"/>
                      <a:pt x="10242357" y="1410555"/>
                    </a:cubicBezTo>
                    <a:cubicBezTo>
                      <a:pt x="10280840" y="1389980"/>
                      <a:pt x="10324086" y="1378549"/>
                      <a:pt x="10363709" y="1359499"/>
                    </a:cubicBezTo>
                    <a:cubicBezTo>
                      <a:pt x="10386952" y="1348259"/>
                      <a:pt x="10407146" y="1330353"/>
                      <a:pt x="10428291" y="1314920"/>
                    </a:cubicBezTo>
                    <a:cubicBezTo>
                      <a:pt x="10449438" y="1299489"/>
                      <a:pt x="10470394" y="1283486"/>
                      <a:pt x="10490969" y="1267104"/>
                    </a:cubicBezTo>
                    <a:cubicBezTo>
                      <a:pt x="10502208" y="1258149"/>
                      <a:pt x="10511734" y="1246909"/>
                      <a:pt x="10523354" y="1238337"/>
                    </a:cubicBezTo>
                    <a:cubicBezTo>
                      <a:pt x="10545263" y="1222334"/>
                      <a:pt x="10569075" y="1208808"/>
                      <a:pt x="10590031" y="1191664"/>
                    </a:cubicBezTo>
                    <a:cubicBezTo>
                      <a:pt x="10610225" y="1175089"/>
                      <a:pt x="10633467" y="1166707"/>
                      <a:pt x="10656519" y="1156038"/>
                    </a:cubicBezTo>
                    <a:cubicBezTo>
                      <a:pt x="10674046" y="1148036"/>
                      <a:pt x="10686617" y="1130320"/>
                      <a:pt x="10703573" y="1120603"/>
                    </a:cubicBezTo>
                    <a:cubicBezTo>
                      <a:pt x="10727767" y="1106697"/>
                      <a:pt x="10746246" y="1089553"/>
                      <a:pt x="10764534" y="1067643"/>
                    </a:cubicBezTo>
                    <a:cubicBezTo>
                      <a:pt x="10785111" y="1043068"/>
                      <a:pt x="10820162" y="1029732"/>
                      <a:pt x="10850453" y="1014301"/>
                    </a:cubicBezTo>
                    <a:cubicBezTo>
                      <a:pt x="10876171" y="1001157"/>
                      <a:pt x="10906081" y="995632"/>
                      <a:pt x="10929704" y="980201"/>
                    </a:cubicBezTo>
                    <a:cubicBezTo>
                      <a:pt x="10946279" y="969342"/>
                      <a:pt x="10958661" y="948957"/>
                      <a:pt x="10967423" y="930289"/>
                    </a:cubicBezTo>
                    <a:cubicBezTo>
                      <a:pt x="10987046" y="887995"/>
                      <a:pt x="11021146" y="861897"/>
                      <a:pt x="11058869" y="838084"/>
                    </a:cubicBezTo>
                    <a:cubicBezTo>
                      <a:pt x="11097350" y="813699"/>
                      <a:pt x="11133927" y="786836"/>
                      <a:pt x="11172600" y="762834"/>
                    </a:cubicBezTo>
                    <a:cubicBezTo>
                      <a:pt x="11211843" y="738638"/>
                      <a:pt x="11243658" y="706443"/>
                      <a:pt x="11275283" y="673676"/>
                    </a:cubicBezTo>
                    <a:cubicBezTo>
                      <a:pt x="11288238" y="660150"/>
                      <a:pt x="11305192" y="650434"/>
                      <a:pt x="11320623" y="639195"/>
                    </a:cubicBezTo>
                    <a:cubicBezTo>
                      <a:pt x="11338339" y="626241"/>
                      <a:pt x="11355296" y="611953"/>
                      <a:pt x="11374346" y="601664"/>
                    </a:cubicBezTo>
                    <a:cubicBezTo>
                      <a:pt x="11398160" y="588709"/>
                      <a:pt x="11424069" y="579757"/>
                      <a:pt x="11448453" y="567755"/>
                    </a:cubicBezTo>
                    <a:cubicBezTo>
                      <a:pt x="11476838" y="553657"/>
                      <a:pt x="11505795" y="539750"/>
                      <a:pt x="11532275" y="522605"/>
                    </a:cubicBezTo>
                    <a:cubicBezTo>
                      <a:pt x="11545039" y="514413"/>
                      <a:pt x="11553613" y="499363"/>
                      <a:pt x="11562947" y="486598"/>
                    </a:cubicBezTo>
                    <a:cubicBezTo>
                      <a:pt x="11599714" y="436305"/>
                      <a:pt x="11635529" y="385441"/>
                      <a:pt x="11672489" y="335337"/>
                    </a:cubicBezTo>
                    <a:cubicBezTo>
                      <a:pt x="11712304" y="281424"/>
                      <a:pt x="11763931" y="241608"/>
                      <a:pt x="11821656" y="207889"/>
                    </a:cubicBezTo>
                    <a:cubicBezTo>
                      <a:pt x="11877664" y="175312"/>
                      <a:pt x="11931195" y="138734"/>
                      <a:pt x="11986443" y="104824"/>
                    </a:cubicBezTo>
                    <a:cubicBezTo>
                      <a:pt x="11998443" y="97395"/>
                      <a:pt x="12013114" y="94347"/>
                      <a:pt x="12026448" y="88821"/>
                    </a:cubicBezTo>
                    <a:cubicBezTo>
                      <a:pt x="12072360" y="69580"/>
                      <a:pt x="12118083" y="50147"/>
                      <a:pt x="12160947" y="28621"/>
                    </a:cubicBezTo>
                    <a:lnTo>
                      <a:pt x="12192000" y="0"/>
                    </a:lnTo>
                    <a:close/>
                  </a:path>
                </a:pathLst>
              </a:custGeom>
              <a:solidFill>
                <a:schemeClr val="bg1">
                  <a:alpha val="14000"/>
                </a:scheme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05148B0F-801C-45A1-80C1-EEC25A22A7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544" y="3296011"/>
              <a:ext cx="12191456" cy="2849975"/>
              <a:chOff x="544" y="3296011"/>
              <a:chExt cx="12191456" cy="2849975"/>
            </a:xfrm>
          </p:grpSpPr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E7715ED9-C8CE-4651-82AA-1C4B5F14A03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44" y="3296011"/>
                <a:ext cx="12191456" cy="2849975"/>
              </a:xfrm>
              <a:custGeom>
                <a:avLst/>
                <a:gdLst>
                  <a:gd name="connsiteX0" fmla="*/ 6095524 w 6095524"/>
                  <a:gd name="connsiteY0" fmla="*/ 0 h 1424940"/>
                  <a:gd name="connsiteX1" fmla="*/ 6095524 w 6095524"/>
                  <a:gd name="connsiteY1" fmla="*/ 17431 h 1424940"/>
                  <a:gd name="connsiteX2" fmla="*/ 6095524 w 6095524"/>
                  <a:gd name="connsiteY2" fmla="*/ 216290 h 1424940"/>
                  <a:gd name="connsiteX3" fmla="*/ 6079998 w 6095524"/>
                  <a:gd name="connsiteY3" fmla="*/ 230600 h 1424940"/>
                  <a:gd name="connsiteX4" fmla="*/ 6012751 w 6095524"/>
                  <a:gd name="connsiteY4" fmla="*/ 260699 h 1424940"/>
                  <a:gd name="connsiteX5" fmla="*/ 5992749 w 6095524"/>
                  <a:gd name="connsiteY5" fmla="*/ 268700 h 1424940"/>
                  <a:gd name="connsiteX6" fmla="*/ 5910358 w 6095524"/>
                  <a:gd name="connsiteY6" fmla="*/ 320231 h 1424940"/>
                  <a:gd name="connsiteX7" fmla="*/ 5835777 w 6095524"/>
                  <a:gd name="connsiteY7" fmla="*/ 383953 h 1424940"/>
                  <a:gd name="connsiteX8" fmla="*/ 5781008 w 6095524"/>
                  <a:gd name="connsiteY8" fmla="*/ 459581 h 1424940"/>
                  <a:gd name="connsiteX9" fmla="*/ 5765673 w 6095524"/>
                  <a:gd name="connsiteY9" fmla="*/ 477584 h 1424940"/>
                  <a:gd name="connsiteX10" fmla="*/ 5723763 w 6095524"/>
                  <a:gd name="connsiteY10" fmla="*/ 500158 h 1424940"/>
                  <a:gd name="connsiteX11" fmla="*/ 5686711 w 6095524"/>
                  <a:gd name="connsiteY11" fmla="*/ 517112 h 1424940"/>
                  <a:gd name="connsiteX12" fmla="*/ 5659850 w 6095524"/>
                  <a:gd name="connsiteY12" fmla="*/ 535877 h 1424940"/>
                  <a:gd name="connsiteX13" fmla="*/ 5637181 w 6095524"/>
                  <a:gd name="connsiteY13" fmla="*/ 553117 h 1424940"/>
                  <a:gd name="connsiteX14" fmla="*/ 5585841 w 6095524"/>
                  <a:gd name="connsiteY14" fmla="*/ 597694 h 1424940"/>
                  <a:gd name="connsiteX15" fmla="*/ 5528977 w 6095524"/>
                  <a:gd name="connsiteY15" fmla="*/ 635318 h 1424940"/>
                  <a:gd name="connsiteX16" fmla="*/ 5483256 w 6095524"/>
                  <a:gd name="connsiteY16" fmla="*/ 681419 h 1424940"/>
                  <a:gd name="connsiteX17" fmla="*/ 5464397 w 6095524"/>
                  <a:gd name="connsiteY17" fmla="*/ 706374 h 1424940"/>
                  <a:gd name="connsiteX18" fmla="*/ 5424773 w 6095524"/>
                  <a:gd name="connsiteY18" fmla="*/ 723424 h 1424940"/>
                  <a:gd name="connsiteX19" fmla="*/ 5381815 w 6095524"/>
                  <a:gd name="connsiteY19" fmla="*/ 750094 h 1424940"/>
                  <a:gd name="connsiteX20" fmla="*/ 5351335 w 6095524"/>
                  <a:gd name="connsiteY20" fmla="*/ 776573 h 1424940"/>
                  <a:gd name="connsiteX21" fmla="*/ 5327809 w 6095524"/>
                  <a:gd name="connsiteY21" fmla="*/ 794290 h 1424940"/>
                  <a:gd name="connsiteX22" fmla="*/ 5294566 w 6095524"/>
                  <a:gd name="connsiteY22" fmla="*/ 812102 h 1424940"/>
                  <a:gd name="connsiteX23" fmla="*/ 5261229 w 6095524"/>
                  <a:gd name="connsiteY23" fmla="*/ 835438 h 1424940"/>
                  <a:gd name="connsiteX24" fmla="*/ 5245037 w 6095524"/>
                  <a:gd name="connsiteY24" fmla="*/ 849821 h 1424940"/>
                  <a:gd name="connsiteX25" fmla="*/ 5213699 w 6095524"/>
                  <a:gd name="connsiteY25" fmla="*/ 873728 h 1424940"/>
                  <a:gd name="connsiteX26" fmla="*/ 5181409 w 6095524"/>
                  <a:gd name="connsiteY26" fmla="*/ 896017 h 1424940"/>
                  <a:gd name="connsiteX27" fmla="*/ 5120735 w 6095524"/>
                  <a:gd name="connsiteY27" fmla="*/ 921544 h 1424940"/>
                  <a:gd name="connsiteX28" fmla="*/ 5065490 w 6095524"/>
                  <a:gd name="connsiteY28" fmla="*/ 959072 h 1424940"/>
                  <a:gd name="connsiteX29" fmla="*/ 5021675 w 6095524"/>
                  <a:gd name="connsiteY29" fmla="*/ 986504 h 1424940"/>
                  <a:gd name="connsiteX30" fmla="*/ 4996148 w 6095524"/>
                  <a:gd name="connsiteY30" fmla="*/ 1004507 h 1424940"/>
                  <a:gd name="connsiteX31" fmla="*/ 4949285 w 6095524"/>
                  <a:gd name="connsiteY31" fmla="*/ 1044702 h 1424940"/>
                  <a:gd name="connsiteX32" fmla="*/ 4876609 w 6095524"/>
                  <a:gd name="connsiteY32" fmla="*/ 1086993 h 1424940"/>
                  <a:gd name="connsiteX33" fmla="*/ 4832699 w 6095524"/>
                  <a:gd name="connsiteY33" fmla="*/ 1109853 h 1424940"/>
                  <a:gd name="connsiteX34" fmla="*/ 4738211 w 6095524"/>
                  <a:gd name="connsiteY34" fmla="*/ 1144334 h 1424940"/>
                  <a:gd name="connsiteX35" fmla="*/ 4707731 w 6095524"/>
                  <a:gd name="connsiteY35" fmla="*/ 1156621 h 1424940"/>
                  <a:gd name="connsiteX36" fmla="*/ 4672870 w 6095524"/>
                  <a:gd name="connsiteY36" fmla="*/ 1164717 h 1424940"/>
                  <a:gd name="connsiteX37" fmla="*/ 4616863 w 6095524"/>
                  <a:gd name="connsiteY37" fmla="*/ 1183862 h 1424940"/>
                  <a:gd name="connsiteX38" fmla="*/ 4507516 w 6095524"/>
                  <a:gd name="connsiteY38" fmla="*/ 1216819 h 1424940"/>
                  <a:gd name="connsiteX39" fmla="*/ 4483513 w 6095524"/>
                  <a:gd name="connsiteY39" fmla="*/ 1221867 h 1424940"/>
                  <a:gd name="connsiteX40" fmla="*/ 4422362 w 6095524"/>
                  <a:gd name="connsiteY40" fmla="*/ 1243108 h 1424940"/>
                  <a:gd name="connsiteX41" fmla="*/ 4385691 w 6095524"/>
                  <a:gd name="connsiteY41" fmla="*/ 1257395 h 1424940"/>
                  <a:gd name="connsiteX42" fmla="*/ 4355306 w 6095524"/>
                  <a:gd name="connsiteY42" fmla="*/ 1265587 h 1424940"/>
                  <a:gd name="connsiteX43" fmla="*/ 4328446 w 6095524"/>
                  <a:gd name="connsiteY43" fmla="*/ 1269397 h 1424940"/>
                  <a:gd name="connsiteX44" fmla="*/ 4257770 w 6095524"/>
                  <a:gd name="connsiteY44" fmla="*/ 1288256 h 1424940"/>
                  <a:gd name="connsiteX45" fmla="*/ 4229576 w 6095524"/>
                  <a:gd name="connsiteY45" fmla="*/ 1295686 h 1424940"/>
                  <a:gd name="connsiteX46" fmla="*/ 4156424 w 6095524"/>
                  <a:gd name="connsiteY46" fmla="*/ 1321213 h 1424940"/>
                  <a:gd name="connsiteX47" fmla="*/ 4094416 w 6095524"/>
                  <a:gd name="connsiteY47" fmla="*/ 1338072 h 1424940"/>
                  <a:gd name="connsiteX48" fmla="*/ 4068509 w 6095524"/>
                  <a:gd name="connsiteY48" fmla="*/ 1346168 h 1424940"/>
                  <a:gd name="connsiteX49" fmla="*/ 4009263 w 6095524"/>
                  <a:gd name="connsiteY49" fmla="*/ 1359694 h 1424940"/>
                  <a:gd name="connsiteX50" fmla="*/ 3975735 w 6095524"/>
                  <a:gd name="connsiteY50" fmla="*/ 1369219 h 1424940"/>
                  <a:gd name="connsiteX51" fmla="*/ 3893915 w 6095524"/>
                  <a:gd name="connsiteY51" fmla="*/ 1379982 h 1424940"/>
                  <a:gd name="connsiteX52" fmla="*/ 3809428 w 6095524"/>
                  <a:gd name="connsiteY52" fmla="*/ 1390364 h 1424940"/>
                  <a:gd name="connsiteX53" fmla="*/ 3763042 w 6095524"/>
                  <a:gd name="connsiteY53" fmla="*/ 1393793 h 1424940"/>
                  <a:gd name="connsiteX54" fmla="*/ 3722561 w 6095524"/>
                  <a:gd name="connsiteY54" fmla="*/ 1399223 h 1424940"/>
                  <a:gd name="connsiteX55" fmla="*/ 3687318 w 6095524"/>
                  <a:gd name="connsiteY55" fmla="*/ 1402652 h 1424940"/>
                  <a:gd name="connsiteX56" fmla="*/ 3631216 w 6095524"/>
                  <a:gd name="connsiteY56" fmla="*/ 1409605 h 1424940"/>
                  <a:gd name="connsiteX57" fmla="*/ 3607880 w 6095524"/>
                  <a:gd name="connsiteY57" fmla="*/ 1411415 h 1424940"/>
                  <a:gd name="connsiteX58" fmla="*/ 3552825 w 6095524"/>
                  <a:gd name="connsiteY58" fmla="*/ 1411319 h 1424940"/>
                  <a:gd name="connsiteX59" fmla="*/ 3533680 w 6095524"/>
                  <a:gd name="connsiteY59" fmla="*/ 1410367 h 1424940"/>
                  <a:gd name="connsiteX60" fmla="*/ 3496818 w 6095524"/>
                  <a:gd name="connsiteY60" fmla="*/ 1398556 h 1424940"/>
                  <a:gd name="connsiteX61" fmla="*/ 3492437 w 6095524"/>
                  <a:gd name="connsiteY61" fmla="*/ 1397699 h 1424940"/>
                  <a:gd name="connsiteX62" fmla="*/ 3468243 w 6095524"/>
                  <a:gd name="connsiteY62" fmla="*/ 1393031 h 1424940"/>
                  <a:gd name="connsiteX63" fmla="*/ 3455003 w 6095524"/>
                  <a:gd name="connsiteY63" fmla="*/ 1391507 h 1424940"/>
                  <a:gd name="connsiteX64" fmla="*/ 3404711 w 6095524"/>
                  <a:gd name="connsiteY64" fmla="*/ 1381792 h 1424940"/>
                  <a:gd name="connsiteX65" fmla="*/ 3375756 w 6095524"/>
                  <a:gd name="connsiteY65" fmla="*/ 1377220 h 1424940"/>
                  <a:gd name="connsiteX66" fmla="*/ 3352324 w 6095524"/>
                  <a:gd name="connsiteY66" fmla="*/ 1377887 h 1424940"/>
                  <a:gd name="connsiteX67" fmla="*/ 3311176 w 6095524"/>
                  <a:gd name="connsiteY67" fmla="*/ 1378744 h 1424940"/>
                  <a:gd name="connsiteX68" fmla="*/ 3298031 w 6095524"/>
                  <a:gd name="connsiteY68" fmla="*/ 1380935 h 1424940"/>
                  <a:gd name="connsiteX69" fmla="*/ 3238595 w 6095524"/>
                  <a:gd name="connsiteY69" fmla="*/ 1374648 h 1424940"/>
                  <a:gd name="connsiteX70" fmla="*/ 3204686 w 6095524"/>
                  <a:gd name="connsiteY70" fmla="*/ 1374172 h 1424940"/>
                  <a:gd name="connsiteX71" fmla="*/ 3166491 w 6095524"/>
                  <a:gd name="connsiteY71" fmla="*/ 1366361 h 1424940"/>
                  <a:gd name="connsiteX72" fmla="*/ 3155347 w 6095524"/>
                  <a:gd name="connsiteY72" fmla="*/ 1366742 h 1424940"/>
                  <a:gd name="connsiteX73" fmla="*/ 3142869 w 6095524"/>
                  <a:gd name="connsiteY73" fmla="*/ 1367409 h 1424940"/>
                  <a:gd name="connsiteX74" fmla="*/ 3104578 w 6095524"/>
                  <a:gd name="connsiteY74" fmla="*/ 1367981 h 1424940"/>
                  <a:gd name="connsiteX75" fmla="*/ 3081337 w 6095524"/>
                  <a:gd name="connsiteY75" fmla="*/ 1370838 h 1424940"/>
                  <a:gd name="connsiteX76" fmla="*/ 3037047 w 6095524"/>
                  <a:gd name="connsiteY76" fmla="*/ 1369124 h 1424940"/>
                  <a:gd name="connsiteX77" fmla="*/ 3020663 w 6095524"/>
                  <a:gd name="connsiteY77" fmla="*/ 1371600 h 1424940"/>
                  <a:gd name="connsiteX78" fmla="*/ 2979230 w 6095524"/>
                  <a:gd name="connsiteY78" fmla="*/ 1371886 h 1424940"/>
                  <a:gd name="connsiteX79" fmla="*/ 2942082 w 6095524"/>
                  <a:gd name="connsiteY79" fmla="*/ 1370457 h 1424940"/>
                  <a:gd name="connsiteX80" fmla="*/ 2906268 w 6095524"/>
                  <a:gd name="connsiteY80" fmla="*/ 1371219 h 1424940"/>
                  <a:gd name="connsiteX81" fmla="*/ 2880646 w 6095524"/>
                  <a:gd name="connsiteY81" fmla="*/ 1374362 h 1424940"/>
                  <a:gd name="connsiteX82" fmla="*/ 2852833 w 6095524"/>
                  <a:gd name="connsiteY82" fmla="*/ 1376267 h 1424940"/>
                  <a:gd name="connsiteX83" fmla="*/ 2776157 w 6095524"/>
                  <a:gd name="connsiteY83" fmla="*/ 1387602 h 1424940"/>
                  <a:gd name="connsiteX84" fmla="*/ 2761965 w 6095524"/>
                  <a:gd name="connsiteY84" fmla="*/ 1384840 h 1424940"/>
                  <a:gd name="connsiteX85" fmla="*/ 2681383 w 6095524"/>
                  <a:gd name="connsiteY85" fmla="*/ 1382268 h 1424940"/>
                  <a:gd name="connsiteX86" fmla="*/ 2663857 w 6095524"/>
                  <a:gd name="connsiteY86" fmla="*/ 1382459 h 1424940"/>
                  <a:gd name="connsiteX87" fmla="*/ 2616803 w 6095524"/>
                  <a:gd name="connsiteY87" fmla="*/ 1371219 h 1424940"/>
                  <a:gd name="connsiteX88" fmla="*/ 2544223 w 6095524"/>
                  <a:gd name="connsiteY88" fmla="*/ 1389031 h 1424940"/>
                  <a:gd name="connsiteX89" fmla="*/ 2476309 w 6095524"/>
                  <a:gd name="connsiteY89" fmla="*/ 1411319 h 1424940"/>
                  <a:gd name="connsiteX90" fmla="*/ 2467737 w 6095524"/>
                  <a:gd name="connsiteY90" fmla="*/ 1414177 h 1424940"/>
                  <a:gd name="connsiteX91" fmla="*/ 2443353 w 6095524"/>
                  <a:gd name="connsiteY91" fmla="*/ 1419035 h 1424940"/>
                  <a:gd name="connsiteX92" fmla="*/ 2413159 w 6095524"/>
                  <a:gd name="connsiteY92" fmla="*/ 1420749 h 1424940"/>
                  <a:gd name="connsiteX93" fmla="*/ 2374868 w 6095524"/>
                  <a:gd name="connsiteY93" fmla="*/ 1424940 h 1424940"/>
                  <a:gd name="connsiteX94" fmla="*/ 2344198 w 6095524"/>
                  <a:gd name="connsiteY94" fmla="*/ 1419701 h 1424940"/>
                  <a:gd name="connsiteX95" fmla="*/ 2301335 w 6095524"/>
                  <a:gd name="connsiteY95" fmla="*/ 1411891 h 1424940"/>
                  <a:gd name="connsiteX96" fmla="*/ 2260949 w 6095524"/>
                  <a:gd name="connsiteY96" fmla="*/ 1404461 h 1424940"/>
                  <a:gd name="connsiteX97" fmla="*/ 2248186 w 6095524"/>
                  <a:gd name="connsiteY97" fmla="*/ 1413224 h 1424940"/>
                  <a:gd name="connsiteX98" fmla="*/ 2228469 w 6095524"/>
                  <a:gd name="connsiteY98" fmla="*/ 1420844 h 1424940"/>
                  <a:gd name="connsiteX99" fmla="*/ 2206562 w 6095524"/>
                  <a:gd name="connsiteY99" fmla="*/ 1411700 h 1424940"/>
                  <a:gd name="connsiteX100" fmla="*/ 2155317 w 6095524"/>
                  <a:gd name="connsiteY100" fmla="*/ 1392746 h 1424940"/>
                  <a:gd name="connsiteX101" fmla="*/ 2122932 w 6095524"/>
                  <a:gd name="connsiteY101" fmla="*/ 1391888 h 1424940"/>
                  <a:gd name="connsiteX102" fmla="*/ 2052542 w 6095524"/>
                  <a:gd name="connsiteY102" fmla="*/ 1383792 h 1424940"/>
                  <a:gd name="connsiteX103" fmla="*/ 2006537 w 6095524"/>
                  <a:gd name="connsiteY103" fmla="*/ 1372267 h 1424940"/>
                  <a:gd name="connsiteX104" fmla="*/ 1973486 w 6095524"/>
                  <a:gd name="connsiteY104" fmla="*/ 1359218 h 1424940"/>
                  <a:gd name="connsiteX105" fmla="*/ 1926146 w 6095524"/>
                  <a:gd name="connsiteY105" fmla="*/ 1342168 h 1424940"/>
                  <a:gd name="connsiteX106" fmla="*/ 1878616 w 6095524"/>
                  <a:gd name="connsiteY106" fmla="*/ 1333310 h 1424940"/>
                  <a:gd name="connsiteX107" fmla="*/ 1844231 w 6095524"/>
                  <a:gd name="connsiteY107" fmla="*/ 1322165 h 1424940"/>
                  <a:gd name="connsiteX108" fmla="*/ 1802225 w 6095524"/>
                  <a:gd name="connsiteY108" fmla="*/ 1314545 h 1424940"/>
                  <a:gd name="connsiteX109" fmla="*/ 1766983 w 6095524"/>
                  <a:gd name="connsiteY109" fmla="*/ 1314260 h 1424940"/>
                  <a:gd name="connsiteX110" fmla="*/ 1711738 w 6095524"/>
                  <a:gd name="connsiteY110" fmla="*/ 1315593 h 1424940"/>
                  <a:gd name="connsiteX111" fmla="*/ 1644111 w 6095524"/>
                  <a:gd name="connsiteY111" fmla="*/ 1292543 h 1424940"/>
                  <a:gd name="connsiteX112" fmla="*/ 1616774 w 6095524"/>
                  <a:gd name="connsiteY112" fmla="*/ 1287399 h 1424940"/>
                  <a:gd name="connsiteX113" fmla="*/ 1591056 w 6095524"/>
                  <a:gd name="connsiteY113" fmla="*/ 1285018 h 1424940"/>
                  <a:gd name="connsiteX114" fmla="*/ 1536478 w 6095524"/>
                  <a:gd name="connsiteY114" fmla="*/ 1269683 h 1424940"/>
                  <a:gd name="connsiteX115" fmla="*/ 1514285 w 6095524"/>
                  <a:gd name="connsiteY115" fmla="*/ 1264634 h 1424940"/>
                  <a:gd name="connsiteX116" fmla="*/ 1483233 w 6095524"/>
                  <a:gd name="connsiteY116" fmla="*/ 1264730 h 1424940"/>
                  <a:gd name="connsiteX117" fmla="*/ 1426750 w 6095524"/>
                  <a:gd name="connsiteY117" fmla="*/ 1257681 h 1424940"/>
                  <a:gd name="connsiteX118" fmla="*/ 1370362 w 6095524"/>
                  <a:gd name="connsiteY118" fmla="*/ 1237107 h 1424940"/>
                  <a:gd name="connsiteX119" fmla="*/ 1346454 w 6095524"/>
                  <a:gd name="connsiteY119" fmla="*/ 1239107 h 1424940"/>
                  <a:gd name="connsiteX120" fmla="*/ 1337882 w 6095524"/>
                  <a:gd name="connsiteY120" fmla="*/ 1238631 h 1424940"/>
                  <a:gd name="connsiteX121" fmla="*/ 1260825 w 6095524"/>
                  <a:gd name="connsiteY121" fmla="*/ 1227296 h 1424940"/>
                  <a:gd name="connsiteX122" fmla="*/ 1253109 w 6095524"/>
                  <a:gd name="connsiteY122" fmla="*/ 1226058 h 1424940"/>
                  <a:gd name="connsiteX123" fmla="*/ 1216915 w 6095524"/>
                  <a:gd name="connsiteY123" fmla="*/ 1215962 h 1424940"/>
                  <a:gd name="connsiteX124" fmla="*/ 1125664 w 6095524"/>
                  <a:gd name="connsiteY124" fmla="*/ 1209675 h 1424940"/>
                  <a:gd name="connsiteX125" fmla="*/ 1120045 w 6095524"/>
                  <a:gd name="connsiteY125" fmla="*/ 1208913 h 1424940"/>
                  <a:gd name="connsiteX126" fmla="*/ 1089469 w 6095524"/>
                  <a:gd name="connsiteY126" fmla="*/ 1213961 h 1424940"/>
                  <a:gd name="connsiteX127" fmla="*/ 1074325 w 6095524"/>
                  <a:gd name="connsiteY127" fmla="*/ 1221105 h 1424940"/>
                  <a:gd name="connsiteX128" fmla="*/ 1050703 w 6095524"/>
                  <a:gd name="connsiteY128" fmla="*/ 1228535 h 1424940"/>
                  <a:gd name="connsiteX129" fmla="*/ 1026700 w 6095524"/>
                  <a:gd name="connsiteY129" fmla="*/ 1231297 h 1424940"/>
                  <a:gd name="connsiteX130" fmla="*/ 986409 w 6095524"/>
                  <a:gd name="connsiteY130" fmla="*/ 1220057 h 1424940"/>
                  <a:gd name="connsiteX131" fmla="*/ 971741 w 6095524"/>
                  <a:gd name="connsiteY131" fmla="*/ 1218914 h 1424940"/>
                  <a:gd name="connsiteX132" fmla="*/ 939070 w 6095524"/>
                  <a:gd name="connsiteY132" fmla="*/ 1213485 h 1424940"/>
                  <a:gd name="connsiteX133" fmla="*/ 910495 w 6095524"/>
                  <a:gd name="connsiteY133" fmla="*/ 1213866 h 1424940"/>
                  <a:gd name="connsiteX134" fmla="*/ 887540 w 6095524"/>
                  <a:gd name="connsiteY134" fmla="*/ 1222534 h 1424940"/>
                  <a:gd name="connsiteX135" fmla="*/ 854202 w 6095524"/>
                  <a:gd name="connsiteY135" fmla="*/ 1224248 h 1424940"/>
                  <a:gd name="connsiteX136" fmla="*/ 832675 w 6095524"/>
                  <a:gd name="connsiteY136" fmla="*/ 1217962 h 1424940"/>
                  <a:gd name="connsiteX137" fmla="*/ 828294 w 6095524"/>
                  <a:gd name="connsiteY137" fmla="*/ 1217105 h 1424940"/>
                  <a:gd name="connsiteX138" fmla="*/ 772001 w 6095524"/>
                  <a:gd name="connsiteY138" fmla="*/ 1216723 h 1424940"/>
                  <a:gd name="connsiteX139" fmla="*/ 701707 w 6095524"/>
                  <a:gd name="connsiteY139" fmla="*/ 1235678 h 1424940"/>
                  <a:gd name="connsiteX140" fmla="*/ 690086 w 6095524"/>
                  <a:gd name="connsiteY140" fmla="*/ 1239679 h 1424940"/>
                  <a:gd name="connsiteX141" fmla="*/ 633412 w 6095524"/>
                  <a:gd name="connsiteY141" fmla="*/ 1246632 h 1424940"/>
                  <a:gd name="connsiteX142" fmla="*/ 603028 w 6095524"/>
                  <a:gd name="connsiteY142" fmla="*/ 1253681 h 1424940"/>
                  <a:gd name="connsiteX143" fmla="*/ 581120 w 6095524"/>
                  <a:gd name="connsiteY143" fmla="*/ 1254062 h 1424940"/>
                  <a:gd name="connsiteX144" fmla="*/ 554642 w 6095524"/>
                  <a:gd name="connsiteY144" fmla="*/ 1266539 h 1424940"/>
                  <a:gd name="connsiteX145" fmla="*/ 545973 w 6095524"/>
                  <a:gd name="connsiteY145" fmla="*/ 1271969 h 1424940"/>
                  <a:gd name="connsiteX146" fmla="*/ 535591 w 6095524"/>
                  <a:gd name="connsiteY146" fmla="*/ 1275207 h 1424940"/>
                  <a:gd name="connsiteX147" fmla="*/ 488538 w 6095524"/>
                  <a:gd name="connsiteY147" fmla="*/ 1285494 h 1424940"/>
                  <a:gd name="connsiteX148" fmla="*/ 480155 w 6095524"/>
                  <a:gd name="connsiteY148" fmla="*/ 1291304 h 1424940"/>
                  <a:gd name="connsiteX149" fmla="*/ 474535 w 6095524"/>
                  <a:gd name="connsiteY149" fmla="*/ 1294924 h 1424940"/>
                  <a:gd name="connsiteX150" fmla="*/ 428816 w 6095524"/>
                  <a:gd name="connsiteY150" fmla="*/ 1301020 h 1424940"/>
                  <a:gd name="connsiteX151" fmla="*/ 400241 w 6095524"/>
                  <a:gd name="connsiteY151" fmla="*/ 1318260 h 1424940"/>
                  <a:gd name="connsiteX152" fmla="*/ 392431 w 6095524"/>
                  <a:gd name="connsiteY152" fmla="*/ 1325594 h 1424940"/>
                  <a:gd name="connsiteX153" fmla="*/ 365093 w 6095524"/>
                  <a:gd name="connsiteY153" fmla="*/ 1336643 h 1424940"/>
                  <a:gd name="connsiteX154" fmla="*/ 273177 w 6095524"/>
                  <a:gd name="connsiteY154" fmla="*/ 1357884 h 1424940"/>
                  <a:gd name="connsiteX155" fmla="*/ 246888 w 6095524"/>
                  <a:gd name="connsiteY155" fmla="*/ 1350359 h 1424940"/>
                  <a:gd name="connsiteX156" fmla="*/ 196977 w 6095524"/>
                  <a:gd name="connsiteY156" fmla="*/ 1370552 h 1424940"/>
                  <a:gd name="connsiteX157" fmla="*/ 153352 w 6095524"/>
                  <a:gd name="connsiteY157" fmla="*/ 1381982 h 1424940"/>
                  <a:gd name="connsiteX158" fmla="*/ 137160 w 6095524"/>
                  <a:gd name="connsiteY158" fmla="*/ 1384745 h 1424940"/>
                  <a:gd name="connsiteX159" fmla="*/ 85917 w 6095524"/>
                  <a:gd name="connsiteY159" fmla="*/ 1389793 h 1424940"/>
                  <a:gd name="connsiteX160" fmla="*/ 59532 w 6095524"/>
                  <a:gd name="connsiteY160" fmla="*/ 1401223 h 1424940"/>
                  <a:gd name="connsiteX161" fmla="*/ 30325 w 6095524"/>
                  <a:gd name="connsiteY161" fmla="*/ 1409974 h 1424940"/>
                  <a:gd name="connsiteX162" fmla="*/ 0 w 6095524"/>
                  <a:gd name="connsiteY162" fmla="*/ 1412360 h 1424940"/>
                  <a:gd name="connsiteX163" fmla="*/ 0 w 6095524"/>
                  <a:gd name="connsiteY163" fmla="*/ 1058622 h 1424940"/>
                  <a:gd name="connsiteX164" fmla="*/ 17145 w 6095524"/>
                  <a:gd name="connsiteY164" fmla="*/ 1060228 h 1424940"/>
                  <a:gd name="connsiteX165" fmla="*/ 44672 w 6095524"/>
                  <a:gd name="connsiteY165" fmla="*/ 1066324 h 1424940"/>
                  <a:gd name="connsiteX166" fmla="*/ 84677 w 6095524"/>
                  <a:gd name="connsiteY166" fmla="*/ 1076230 h 1424940"/>
                  <a:gd name="connsiteX167" fmla="*/ 132017 w 6095524"/>
                  <a:gd name="connsiteY167" fmla="*/ 1064990 h 1424940"/>
                  <a:gd name="connsiteX168" fmla="*/ 136779 w 6095524"/>
                  <a:gd name="connsiteY168" fmla="*/ 1060323 h 1424940"/>
                  <a:gd name="connsiteX169" fmla="*/ 187547 w 6095524"/>
                  <a:gd name="connsiteY169" fmla="*/ 1049179 h 1424940"/>
                  <a:gd name="connsiteX170" fmla="*/ 270891 w 6095524"/>
                  <a:gd name="connsiteY170" fmla="*/ 1036415 h 1424940"/>
                  <a:gd name="connsiteX171" fmla="*/ 276320 w 6095524"/>
                  <a:gd name="connsiteY171" fmla="*/ 1035558 h 1424940"/>
                  <a:gd name="connsiteX172" fmla="*/ 323755 w 6095524"/>
                  <a:gd name="connsiteY172" fmla="*/ 1061561 h 1424940"/>
                  <a:gd name="connsiteX173" fmla="*/ 361855 w 6095524"/>
                  <a:gd name="connsiteY173" fmla="*/ 1057942 h 1424940"/>
                  <a:gd name="connsiteX174" fmla="*/ 379571 w 6095524"/>
                  <a:gd name="connsiteY174" fmla="*/ 1039939 h 1424940"/>
                  <a:gd name="connsiteX175" fmla="*/ 430530 w 6095524"/>
                  <a:gd name="connsiteY175" fmla="*/ 1025747 h 1424940"/>
                  <a:gd name="connsiteX176" fmla="*/ 493300 w 6095524"/>
                  <a:gd name="connsiteY176" fmla="*/ 1027176 h 1424940"/>
                  <a:gd name="connsiteX177" fmla="*/ 537782 w 6095524"/>
                  <a:gd name="connsiteY177" fmla="*/ 1025366 h 1424940"/>
                  <a:gd name="connsiteX178" fmla="*/ 562166 w 6095524"/>
                  <a:gd name="connsiteY178" fmla="*/ 1015746 h 1424940"/>
                  <a:gd name="connsiteX179" fmla="*/ 579596 w 6095524"/>
                  <a:gd name="connsiteY179" fmla="*/ 1016699 h 1424940"/>
                  <a:gd name="connsiteX180" fmla="*/ 612362 w 6095524"/>
                  <a:gd name="connsiteY180" fmla="*/ 1023557 h 1424940"/>
                  <a:gd name="connsiteX181" fmla="*/ 716090 w 6095524"/>
                  <a:gd name="connsiteY181" fmla="*/ 1031653 h 1424940"/>
                  <a:gd name="connsiteX182" fmla="*/ 758381 w 6095524"/>
                  <a:gd name="connsiteY182" fmla="*/ 1018985 h 1424940"/>
                  <a:gd name="connsiteX183" fmla="*/ 771049 w 6095524"/>
                  <a:gd name="connsiteY183" fmla="*/ 1018699 h 1424940"/>
                  <a:gd name="connsiteX184" fmla="*/ 799433 w 6095524"/>
                  <a:gd name="connsiteY184" fmla="*/ 1023652 h 1424940"/>
                  <a:gd name="connsiteX185" fmla="*/ 858012 w 6095524"/>
                  <a:gd name="connsiteY185" fmla="*/ 1020318 h 1424940"/>
                  <a:gd name="connsiteX186" fmla="*/ 879634 w 6095524"/>
                  <a:gd name="connsiteY186" fmla="*/ 1015270 h 1424940"/>
                  <a:gd name="connsiteX187" fmla="*/ 891635 w 6095524"/>
                  <a:gd name="connsiteY187" fmla="*/ 1012031 h 1424940"/>
                  <a:gd name="connsiteX188" fmla="*/ 953262 w 6095524"/>
                  <a:gd name="connsiteY188" fmla="*/ 1003078 h 1424940"/>
                  <a:gd name="connsiteX189" fmla="*/ 980694 w 6095524"/>
                  <a:gd name="connsiteY189" fmla="*/ 993458 h 1424940"/>
                  <a:gd name="connsiteX190" fmla="*/ 988124 w 6095524"/>
                  <a:gd name="connsiteY190" fmla="*/ 992029 h 1424940"/>
                  <a:gd name="connsiteX191" fmla="*/ 1028795 w 6095524"/>
                  <a:gd name="connsiteY191" fmla="*/ 996029 h 1424940"/>
                  <a:gd name="connsiteX192" fmla="*/ 1059275 w 6095524"/>
                  <a:gd name="connsiteY192" fmla="*/ 1011555 h 1424940"/>
                  <a:gd name="connsiteX193" fmla="*/ 1065181 w 6095524"/>
                  <a:gd name="connsiteY193" fmla="*/ 1016794 h 1424940"/>
                  <a:gd name="connsiteX194" fmla="*/ 1150144 w 6095524"/>
                  <a:gd name="connsiteY194" fmla="*/ 1014984 h 1424940"/>
                  <a:gd name="connsiteX195" fmla="*/ 1163193 w 6095524"/>
                  <a:gd name="connsiteY195" fmla="*/ 1012793 h 1424940"/>
                  <a:gd name="connsiteX196" fmla="*/ 1226249 w 6095524"/>
                  <a:gd name="connsiteY196" fmla="*/ 1021937 h 1424940"/>
                  <a:gd name="connsiteX197" fmla="*/ 1244632 w 6095524"/>
                  <a:gd name="connsiteY197" fmla="*/ 1023747 h 1424940"/>
                  <a:gd name="connsiteX198" fmla="*/ 1310545 w 6095524"/>
                  <a:gd name="connsiteY198" fmla="*/ 1031939 h 1424940"/>
                  <a:gd name="connsiteX199" fmla="*/ 1319879 w 6095524"/>
                  <a:gd name="connsiteY199" fmla="*/ 1024319 h 1424940"/>
                  <a:gd name="connsiteX200" fmla="*/ 1346740 w 6095524"/>
                  <a:gd name="connsiteY200" fmla="*/ 1005173 h 1424940"/>
                  <a:gd name="connsiteX201" fmla="*/ 1399699 w 6095524"/>
                  <a:gd name="connsiteY201" fmla="*/ 988219 h 1424940"/>
                  <a:gd name="connsiteX202" fmla="*/ 1414082 w 6095524"/>
                  <a:gd name="connsiteY202" fmla="*/ 989171 h 1424940"/>
                  <a:gd name="connsiteX203" fmla="*/ 1450467 w 6095524"/>
                  <a:gd name="connsiteY203" fmla="*/ 1017461 h 1424940"/>
                  <a:gd name="connsiteX204" fmla="*/ 1468184 w 6095524"/>
                  <a:gd name="connsiteY204" fmla="*/ 1028795 h 1424940"/>
                  <a:gd name="connsiteX205" fmla="*/ 1518476 w 6095524"/>
                  <a:gd name="connsiteY205" fmla="*/ 1049655 h 1424940"/>
                  <a:gd name="connsiteX206" fmla="*/ 1522667 w 6095524"/>
                  <a:gd name="connsiteY206" fmla="*/ 1053465 h 1424940"/>
                  <a:gd name="connsiteX207" fmla="*/ 1559814 w 6095524"/>
                  <a:gd name="connsiteY207" fmla="*/ 1098709 h 1424940"/>
                  <a:gd name="connsiteX208" fmla="*/ 1568196 w 6095524"/>
                  <a:gd name="connsiteY208" fmla="*/ 1106424 h 1424940"/>
                  <a:gd name="connsiteX209" fmla="*/ 1578293 w 6095524"/>
                  <a:gd name="connsiteY209" fmla="*/ 1118426 h 1424940"/>
                  <a:gd name="connsiteX210" fmla="*/ 1609820 w 6095524"/>
                  <a:gd name="connsiteY210" fmla="*/ 1141667 h 1424940"/>
                  <a:gd name="connsiteX211" fmla="*/ 1648873 w 6095524"/>
                  <a:gd name="connsiteY211" fmla="*/ 1149096 h 1424940"/>
                  <a:gd name="connsiteX212" fmla="*/ 1696022 w 6095524"/>
                  <a:gd name="connsiteY212" fmla="*/ 1160431 h 1424940"/>
                  <a:gd name="connsiteX213" fmla="*/ 1715739 w 6095524"/>
                  <a:gd name="connsiteY213" fmla="*/ 1168051 h 1424940"/>
                  <a:gd name="connsiteX214" fmla="*/ 1768602 w 6095524"/>
                  <a:gd name="connsiteY214" fmla="*/ 1182529 h 1424940"/>
                  <a:gd name="connsiteX215" fmla="*/ 1806321 w 6095524"/>
                  <a:gd name="connsiteY215" fmla="*/ 1194721 h 1424940"/>
                  <a:gd name="connsiteX216" fmla="*/ 1860709 w 6095524"/>
                  <a:gd name="connsiteY216" fmla="*/ 1201865 h 1424940"/>
                  <a:gd name="connsiteX217" fmla="*/ 1887093 w 6095524"/>
                  <a:gd name="connsiteY217" fmla="*/ 1202150 h 1424940"/>
                  <a:gd name="connsiteX218" fmla="*/ 1935575 w 6095524"/>
                  <a:gd name="connsiteY218" fmla="*/ 1238726 h 1424940"/>
                  <a:gd name="connsiteX219" fmla="*/ 1974247 w 6095524"/>
                  <a:gd name="connsiteY219" fmla="*/ 1262920 h 1424940"/>
                  <a:gd name="connsiteX220" fmla="*/ 2014919 w 6095524"/>
                  <a:gd name="connsiteY220" fmla="*/ 1251204 h 1424940"/>
                  <a:gd name="connsiteX221" fmla="*/ 2025968 w 6095524"/>
                  <a:gd name="connsiteY221" fmla="*/ 1240155 h 1424940"/>
                  <a:gd name="connsiteX222" fmla="*/ 2092643 w 6095524"/>
                  <a:gd name="connsiteY222" fmla="*/ 1229678 h 1424940"/>
                  <a:gd name="connsiteX223" fmla="*/ 2187893 w 6095524"/>
                  <a:gd name="connsiteY223" fmla="*/ 1229297 h 1424940"/>
                  <a:gd name="connsiteX224" fmla="*/ 2346294 w 6095524"/>
                  <a:gd name="connsiteY224" fmla="*/ 1205484 h 1424940"/>
                  <a:gd name="connsiteX225" fmla="*/ 2373916 w 6095524"/>
                  <a:gd name="connsiteY225" fmla="*/ 1194435 h 1424940"/>
                  <a:gd name="connsiteX226" fmla="*/ 2404967 w 6095524"/>
                  <a:gd name="connsiteY226" fmla="*/ 1191673 h 1424940"/>
                  <a:gd name="connsiteX227" fmla="*/ 2416874 w 6095524"/>
                  <a:gd name="connsiteY227" fmla="*/ 1198436 h 1424940"/>
                  <a:gd name="connsiteX228" fmla="*/ 2468975 w 6095524"/>
                  <a:gd name="connsiteY228" fmla="*/ 1208532 h 1424940"/>
                  <a:gd name="connsiteX229" fmla="*/ 2478882 w 6095524"/>
                  <a:gd name="connsiteY229" fmla="*/ 1208723 h 1424940"/>
                  <a:gd name="connsiteX230" fmla="*/ 2512791 w 6095524"/>
                  <a:gd name="connsiteY230" fmla="*/ 1204436 h 1424940"/>
                  <a:gd name="connsiteX231" fmla="*/ 2544223 w 6095524"/>
                  <a:gd name="connsiteY231" fmla="*/ 1201960 h 1424940"/>
                  <a:gd name="connsiteX232" fmla="*/ 2623471 w 6095524"/>
                  <a:gd name="connsiteY232" fmla="*/ 1210056 h 1424940"/>
                  <a:gd name="connsiteX233" fmla="*/ 2684241 w 6095524"/>
                  <a:gd name="connsiteY233" fmla="*/ 1208151 h 1424940"/>
                  <a:gd name="connsiteX234" fmla="*/ 2712244 w 6095524"/>
                  <a:gd name="connsiteY234" fmla="*/ 1210056 h 1424940"/>
                  <a:gd name="connsiteX235" fmla="*/ 2728055 w 6095524"/>
                  <a:gd name="connsiteY235" fmla="*/ 1212914 h 1424940"/>
                  <a:gd name="connsiteX236" fmla="*/ 2763869 w 6095524"/>
                  <a:gd name="connsiteY236" fmla="*/ 1232821 h 1424940"/>
                  <a:gd name="connsiteX237" fmla="*/ 2783491 w 6095524"/>
                  <a:gd name="connsiteY237" fmla="*/ 1237298 h 1424940"/>
                  <a:gd name="connsiteX238" fmla="*/ 2842546 w 6095524"/>
                  <a:gd name="connsiteY238" fmla="*/ 1236917 h 1424940"/>
                  <a:gd name="connsiteX239" fmla="*/ 2931128 w 6095524"/>
                  <a:gd name="connsiteY239" fmla="*/ 1206913 h 1424940"/>
                  <a:gd name="connsiteX240" fmla="*/ 2940368 w 6095524"/>
                  <a:gd name="connsiteY240" fmla="*/ 1202912 h 1424940"/>
                  <a:gd name="connsiteX241" fmla="*/ 2985421 w 6095524"/>
                  <a:gd name="connsiteY241" fmla="*/ 1197959 h 1424940"/>
                  <a:gd name="connsiteX242" fmla="*/ 3015996 w 6095524"/>
                  <a:gd name="connsiteY242" fmla="*/ 1204722 h 1424940"/>
                  <a:gd name="connsiteX243" fmla="*/ 3057621 w 6095524"/>
                  <a:gd name="connsiteY243" fmla="*/ 1218724 h 1424940"/>
                  <a:gd name="connsiteX244" fmla="*/ 3095054 w 6095524"/>
                  <a:gd name="connsiteY244" fmla="*/ 1230440 h 1424940"/>
                  <a:gd name="connsiteX245" fmla="*/ 3122295 w 6095524"/>
                  <a:gd name="connsiteY245" fmla="*/ 1243679 h 1424940"/>
                  <a:gd name="connsiteX246" fmla="*/ 3184589 w 6095524"/>
                  <a:gd name="connsiteY246" fmla="*/ 1253395 h 1424940"/>
                  <a:gd name="connsiteX247" fmla="*/ 3191066 w 6095524"/>
                  <a:gd name="connsiteY247" fmla="*/ 1255014 h 1424940"/>
                  <a:gd name="connsiteX248" fmla="*/ 3237929 w 6095524"/>
                  <a:gd name="connsiteY248" fmla="*/ 1243203 h 1424940"/>
                  <a:gd name="connsiteX249" fmla="*/ 3294221 w 6095524"/>
                  <a:gd name="connsiteY249" fmla="*/ 1231202 h 1424940"/>
                  <a:gd name="connsiteX250" fmla="*/ 3314319 w 6095524"/>
                  <a:gd name="connsiteY250" fmla="*/ 1235297 h 1424940"/>
                  <a:gd name="connsiteX251" fmla="*/ 3341846 w 6095524"/>
                  <a:gd name="connsiteY251" fmla="*/ 1241108 h 1424940"/>
                  <a:gd name="connsiteX252" fmla="*/ 3367373 w 6095524"/>
                  <a:gd name="connsiteY252" fmla="*/ 1238060 h 1424940"/>
                  <a:gd name="connsiteX253" fmla="*/ 3382899 w 6095524"/>
                  <a:gd name="connsiteY253" fmla="*/ 1237774 h 1424940"/>
                  <a:gd name="connsiteX254" fmla="*/ 3453765 w 6095524"/>
                  <a:gd name="connsiteY254" fmla="*/ 1273397 h 1424940"/>
                  <a:gd name="connsiteX255" fmla="*/ 3471767 w 6095524"/>
                  <a:gd name="connsiteY255" fmla="*/ 1276350 h 1424940"/>
                  <a:gd name="connsiteX256" fmla="*/ 3481959 w 6095524"/>
                  <a:gd name="connsiteY256" fmla="*/ 1280732 h 1424940"/>
                  <a:gd name="connsiteX257" fmla="*/ 3543396 w 6095524"/>
                  <a:gd name="connsiteY257" fmla="*/ 1324928 h 1424940"/>
                  <a:gd name="connsiteX258" fmla="*/ 3569494 w 6095524"/>
                  <a:gd name="connsiteY258" fmla="*/ 1333881 h 1424940"/>
                  <a:gd name="connsiteX259" fmla="*/ 3598164 w 6095524"/>
                  <a:gd name="connsiteY259" fmla="*/ 1332071 h 1424940"/>
                  <a:gd name="connsiteX260" fmla="*/ 3614738 w 6095524"/>
                  <a:gd name="connsiteY260" fmla="*/ 1328833 h 1424940"/>
                  <a:gd name="connsiteX261" fmla="*/ 3655886 w 6095524"/>
                  <a:gd name="connsiteY261" fmla="*/ 1300734 h 1424940"/>
                  <a:gd name="connsiteX262" fmla="*/ 3679317 w 6095524"/>
                  <a:gd name="connsiteY262" fmla="*/ 1301687 h 1424940"/>
                  <a:gd name="connsiteX263" fmla="*/ 3715893 w 6095524"/>
                  <a:gd name="connsiteY263" fmla="*/ 1321022 h 1424940"/>
                  <a:gd name="connsiteX264" fmla="*/ 3782282 w 6095524"/>
                  <a:gd name="connsiteY264" fmla="*/ 1329690 h 1424940"/>
                  <a:gd name="connsiteX265" fmla="*/ 3816001 w 6095524"/>
                  <a:gd name="connsiteY265" fmla="*/ 1302639 h 1424940"/>
                  <a:gd name="connsiteX266" fmla="*/ 3833431 w 6095524"/>
                  <a:gd name="connsiteY266" fmla="*/ 1276636 h 1424940"/>
                  <a:gd name="connsiteX267" fmla="*/ 3883819 w 6095524"/>
                  <a:gd name="connsiteY267" fmla="*/ 1246442 h 1424940"/>
                  <a:gd name="connsiteX268" fmla="*/ 3895821 w 6095524"/>
                  <a:gd name="connsiteY268" fmla="*/ 1257681 h 1424940"/>
                  <a:gd name="connsiteX269" fmla="*/ 3932778 w 6095524"/>
                  <a:gd name="connsiteY269" fmla="*/ 1262444 h 1424940"/>
                  <a:gd name="connsiteX270" fmla="*/ 3972782 w 6095524"/>
                  <a:gd name="connsiteY270" fmla="*/ 1262063 h 1424940"/>
                  <a:gd name="connsiteX271" fmla="*/ 4042505 w 6095524"/>
                  <a:gd name="connsiteY271" fmla="*/ 1267111 h 1424940"/>
                  <a:gd name="connsiteX272" fmla="*/ 4088892 w 6095524"/>
                  <a:gd name="connsiteY272" fmla="*/ 1238250 h 1424940"/>
                  <a:gd name="connsiteX273" fmla="*/ 4106609 w 6095524"/>
                  <a:gd name="connsiteY273" fmla="*/ 1226344 h 1424940"/>
                  <a:gd name="connsiteX274" fmla="*/ 4123182 w 6095524"/>
                  <a:gd name="connsiteY274" fmla="*/ 1218724 h 1424940"/>
                  <a:gd name="connsiteX275" fmla="*/ 4142328 w 6095524"/>
                  <a:gd name="connsiteY275" fmla="*/ 1214438 h 1424940"/>
                  <a:gd name="connsiteX276" fmla="*/ 4188524 w 6095524"/>
                  <a:gd name="connsiteY276" fmla="*/ 1198245 h 1424940"/>
                  <a:gd name="connsiteX277" fmla="*/ 4213860 w 6095524"/>
                  <a:gd name="connsiteY277" fmla="*/ 1182338 h 1424940"/>
                  <a:gd name="connsiteX278" fmla="*/ 4270820 w 6095524"/>
                  <a:gd name="connsiteY278" fmla="*/ 1167003 h 1424940"/>
                  <a:gd name="connsiteX279" fmla="*/ 4309587 w 6095524"/>
                  <a:gd name="connsiteY279" fmla="*/ 1153287 h 1424940"/>
                  <a:gd name="connsiteX280" fmla="*/ 4350449 w 6095524"/>
                  <a:gd name="connsiteY280" fmla="*/ 1129665 h 1424940"/>
                  <a:gd name="connsiteX281" fmla="*/ 4356164 w 6095524"/>
                  <a:gd name="connsiteY281" fmla="*/ 1126046 h 1424940"/>
                  <a:gd name="connsiteX282" fmla="*/ 4369880 w 6095524"/>
                  <a:gd name="connsiteY282" fmla="*/ 1110520 h 1424940"/>
                  <a:gd name="connsiteX283" fmla="*/ 4389787 w 6095524"/>
                  <a:gd name="connsiteY283" fmla="*/ 1057085 h 1424940"/>
                  <a:gd name="connsiteX284" fmla="*/ 4395502 w 6095524"/>
                  <a:gd name="connsiteY284" fmla="*/ 1046226 h 1424940"/>
                  <a:gd name="connsiteX285" fmla="*/ 4447413 w 6095524"/>
                  <a:gd name="connsiteY285" fmla="*/ 1009650 h 1424940"/>
                  <a:gd name="connsiteX286" fmla="*/ 4466654 w 6095524"/>
                  <a:gd name="connsiteY286" fmla="*/ 1013079 h 1424940"/>
                  <a:gd name="connsiteX287" fmla="*/ 4487894 w 6095524"/>
                  <a:gd name="connsiteY287" fmla="*/ 1025081 h 1424940"/>
                  <a:gd name="connsiteX288" fmla="*/ 4534472 w 6095524"/>
                  <a:gd name="connsiteY288" fmla="*/ 1028224 h 1424940"/>
                  <a:gd name="connsiteX289" fmla="*/ 4551903 w 6095524"/>
                  <a:gd name="connsiteY289" fmla="*/ 1022033 h 1424940"/>
                  <a:gd name="connsiteX290" fmla="*/ 4582382 w 6095524"/>
                  <a:gd name="connsiteY290" fmla="*/ 1005364 h 1424940"/>
                  <a:gd name="connsiteX291" fmla="*/ 4605909 w 6095524"/>
                  <a:gd name="connsiteY291" fmla="*/ 979551 h 1424940"/>
                  <a:gd name="connsiteX292" fmla="*/ 4640104 w 6095524"/>
                  <a:gd name="connsiteY292" fmla="*/ 936879 h 1424940"/>
                  <a:gd name="connsiteX293" fmla="*/ 4705731 w 6095524"/>
                  <a:gd name="connsiteY293" fmla="*/ 920591 h 1424940"/>
                  <a:gd name="connsiteX294" fmla="*/ 4730973 w 6095524"/>
                  <a:gd name="connsiteY294" fmla="*/ 915162 h 1424940"/>
                  <a:gd name="connsiteX295" fmla="*/ 4822794 w 6095524"/>
                  <a:gd name="connsiteY295" fmla="*/ 892397 h 1424940"/>
                  <a:gd name="connsiteX296" fmla="*/ 4830794 w 6095524"/>
                  <a:gd name="connsiteY296" fmla="*/ 891635 h 1424940"/>
                  <a:gd name="connsiteX297" fmla="*/ 4894421 w 6095524"/>
                  <a:gd name="connsiteY297" fmla="*/ 865442 h 1424940"/>
                  <a:gd name="connsiteX298" fmla="*/ 4909756 w 6095524"/>
                  <a:gd name="connsiteY298" fmla="*/ 858964 h 1424940"/>
                  <a:gd name="connsiteX299" fmla="*/ 4928521 w 6095524"/>
                  <a:gd name="connsiteY299" fmla="*/ 842391 h 1424940"/>
                  <a:gd name="connsiteX300" fmla="*/ 4945857 w 6095524"/>
                  <a:gd name="connsiteY300" fmla="*/ 795623 h 1424940"/>
                  <a:gd name="connsiteX301" fmla="*/ 4966145 w 6095524"/>
                  <a:gd name="connsiteY301" fmla="*/ 774287 h 1424940"/>
                  <a:gd name="connsiteX302" fmla="*/ 4980909 w 6095524"/>
                  <a:gd name="connsiteY302" fmla="*/ 761333 h 1424940"/>
                  <a:gd name="connsiteX303" fmla="*/ 4993862 w 6095524"/>
                  <a:gd name="connsiteY303" fmla="*/ 741712 h 1424940"/>
                  <a:gd name="connsiteX304" fmla="*/ 5006816 w 6095524"/>
                  <a:gd name="connsiteY304" fmla="*/ 694754 h 1424940"/>
                  <a:gd name="connsiteX305" fmla="*/ 5026724 w 6095524"/>
                  <a:gd name="connsiteY305" fmla="*/ 653129 h 1424940"/>
                  <a:gd name="connsiteX306" fmla="*/ 5062538 w 6095524"/>
                  <a:gd name="connsiteY306" fmla="*/ 630079 h 1424940"/>
                  <a:gd name="connsiteX307" fmla="*/ 5084731 w 6095524"/>
                  <a:gd name="connsiteY307" fmla="*/ 617982 h 1424940"/>
                  <a:gd name="connsiteX308" fmla="*/ 5172647 w 6095524"/>
                  <a:gd name="connsiteY308" fmla="*/ 630174 h 1424940"/>
                  <a:gd name="connsiteX309" fmla="*/ 5232654 w 6095524"/>
                  <a:gd name="connsiteY309" fmla="*/ 642080 h 1424940"/>
                  <a:gd name="connsiteX310" fmla="*/ 5252371 w 6095524"/>
                  <a:gd name="connsiteY310" fmla="*/ 637508 h 1424940"/>
                  <a:gd name="connsiteX311" fmla="*/ 5308092 w 6095524"/>
                  <a:gd name="connsiteY311" fmla="*/ 598646 h 1424940"/>
                  <a:gd name="connsiteX312" fmla="*/ 5363147 w 6095524"/>
                  <a:gd name="connsiteY312" fmla="*/ 581311 h 1424940"/>
                  <a:gd name="connsiteX313" fmla="*/ 5404580 w 6095524"/>
                  <a:gd name="connsiteY313" fmla="*/ 576358 h 1424940"/>
                  <a:gd name="connsiteX314" fmla="*/ 5440203 w 6095524"/>
                  <a:gd name="connsiteY314" fmla="*/ 572548 h 1424940"/>
                  <a:gd name="connsiteX315" fmla="*/ 5482971 w 6095524"/>
                  <a:gd name="connsiteY315" fmla="*/ 561880 h 1424940"/>
                  <a:gd name="connsiteX316" fmla="*/ 5507165 w 6095524"/>
                  <a:gd name="connsiteY316" fmla="*/ 550259 h 1424940"/>
                  <a:gd name="connsiteX317" fmla="*/ 5545645 w 6095524"/>
                  <a:gd name="connsiteY317" fmla="*/ 533591 h 1424940"/>
                  <a:gd name="connsiteX318" fmla="*/ 5585079 w 6095524"/>
                  <a:gd name="connsiteY318" fmla="*/ 511969 h 1424940"/>
                  <a:gd name="connsiteX319" fmla="*/ 5615368 w 6095524"/>
                  <a:gd name="connsiteY319" fmla="*/ 481679 h 1424940"/>
                  <a:gd name="connsiteX320" fmla="*/ 5631656 w 6095524"/>
                  <a:gd name="connsiteY320" fmla="*/ 456152 h 1424940"/>
                  <a:gd name="connsiteX321" fmla="*/ 5679377 w 6095524"/>
                  <a:gd name="connsiteY321" fmla="*/ 419576 h 1424940"/>
                  <a:gd name="connsiteX322" fmla="*/ 5722525 w 6095524"/>
                  <a:gd name="connsiteY322" fmla="*/ 350615 h 1424940"/>
                  <a:gd name="connsiteX323" fmla="*/ 5749576 w 6095524"/>
                  <a:gd name="connsiteY323" fmla="*/ 321945 h 1424940"/>
                  <a:gd name="connsiteX324" fmla="*/ 5764911 w 6095524"/>
                  <a:gd name="connsiteY324" fmla="*/ 313849 h 1424940"/>
                  <a:gd name="connsiteX325" fmla="*/ 5791009 w 6095524"/>
                  <a:gd name="connsiteY325" fmla="*/ 293942 h 1424940"/>
                  <a:gd name="connsiteX326" fmla="*/ 5806440 w 6095524"/>
                  <a:gd name="connsiteY326" fmla="*/ 279178 h 1424940"/>
                  <a:gd name="connsiteX327" fmla="*/ 5848636 w 6095524"/>
                  <a:gd name="connsiteY327" fmla="*/ 224885 h 1424940"/>
                  <a:gd name="connsiteX328" fmla="*/ 5861590 w 6095524"/>
                  <a:gd name="connsiteY328" fmla="*/ 208788 h 1424940"/>
                  <a:gd name="connsiteX329" fmla="*/ 5888355 w 6095524"/>
                  <a:gd name="connsiteY329" fmla="*/ 181166 h 1424940"/>
                  <a:gd name="connsiteX330" fmla="*/ 5900071 w 6095524"/>
                  <a:gd name="connsiteY330" fmla="*/ 172784 h 1424940"/>
                  <a:gd name="connsiteX331" fmla="*/ 5920740 w 6095524"/>
                  <a:gd name="connsiteY331" fmla="*/ 150305 h 1424940"/>
                  <a:gd name="connsiteX332" fmla="*/ 5969985 w 6095524"/>
                  <a:gd name="connsiteY332" fmla="*/ 91345 h 1424940"/>
                  <a:gd name="connsiteX333" fmla="*/ 5991130 w 6095524"/>
                  <a:gd name="connsiteY333" fmla="*/ 58293 h 1424940"/>
                  <a:gd name="connsiteX334" fmla="*/ 6033325 w 6095524"/>
                  <a:gd name="connsiteY334" fmla="*/ 33909 h 1424940"/>
                  <a:gd name="connsiteX335" fmla="*/ 6054376 w 6095524"/>
                  <a:gd name="connsiteY335" fmla="*/ 20955 h 1424940"/>
                  <a:gd name="connsiteX336" fmla="*/ 6095524 w 6095524"/>
                  <a:gd name="connsiteY336" fmla="*/ 0 h 14249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</a:cxnLst>
                <a:rect l="l" t="t" r="r" b="b"/>
                <a:pathLst>
                  <a:path w="6095524" h="1424940">
                    <a:moveTo>
                      <a:pt x="6095524" y="0"/>
                    </a:moveTo>
                    <a:cubicBezTo>
                      <a:pt x="6095524" y="7811"/>
                      <a:pt x="6095524" y="12573"/>
                      <a:pt x="6095524" y="17431"/>
                    </a:cubicBezTo>
                    <a:lnTo>
                      <a:pt x="6095524" y="216290"/>
                    </a:lnTo>
                    <a:lnTo>
                      <a:pt x="6079998" y="230600"/>
                    </a:lnTo>
                    <a:cubicBezTo>
                      <a:pt x="6058567" y="241363"/>
                      <a:pt x="6035706" y="251079"/>
                      <a:pt x="6012751" y="260699"/>
                    </a:cubicBezTo>
                    <a:cubicBezTo>
                      <a:pt x="6006084" y="263462"/>
                      <a:pt x="5998749" y="264986"/>
                      <a:pt x="5992749" y="268700"/>
                    </a:cubicBezTo>
                    <a:cubicBezTo>
                      <a:pt x="5965126" y="285655"/>
                      <a:pt x="5938361" y="303943"/>
                      <a:pt x="5910358" y="320231"/>
                    </a:cubicBezTo>
                    <a:cubicBezTo>
                      <a:pt x="5881497" y="337090"/>
                      <a:pt x="5855684" y="356997"/>
                      <a:pt x="5835777" y="383953"/>
                    </a:cubicBezTo>
                    <a:cubicBezTo>
                      <a:pt x="5817298" y="409004"/>
                      <a:pt x="5799391" y="434435"/>
                      <a:pt x="5781008" y="459581"/>
                    </a:cubicBezTo>
                    <a:cubicBezTo>
                      <a:pt x="5776341" y="465963"/>
                      <a:pt x="5772054" y="473488"/>
                      <a:pt x="5765673" y="477584"/>
                    </a:cubicBezTo>
                    <a:cubicBezTo>
                      <a:pt x="5752433" y="486156"/>
                      <a:pt x="5737955" y="493109"/>
                      <a:pt x="5723763" y="500158"/>
                    </a:cubicBezTo>
                    <a:cubicBezTo>
                      <a:pt x="5711571" y="506159"/>
                      <a:pt x="5698617" y="510635"/>
                      <a:pt x="5686711" y="517112"/>
                    </a:cubicBezTo>
                    <a:cubicBezTo>
                      <a:pt x="5677186" y="522256"/>
                      <a:pt x="5668708" y="529400"/>
                      <a:pt x="5659850" y="535877"/>
                    </a:cubicBezTo>
                    <a:cubicBezTo>
                      <a:pt x="5652135" y="541496"/>
                      <a:pt x="5643658" y="546354"/>
                      <a:pt x="5637181" y="553117"/>
                    </a:cubicBezTo>
                    <a:cubicBezTo>
                      <a:pt x="5621369" y="569500"/>
                      <a:pt x="5605462" y="585597"/>
                      <a:pt x="5585841" y="597694"/>
                    </a:cubicBezTo>
                    <a:cubicBezTo>
                      <a:pt x="5566505" y="609695"/>
                      <a:pt x="5548217" y="623126"/>
                      <a:pt x="5528977" y="635318"/>
                    </a:cubicBezTo>
                    <a:cubicBezTo>
                      <a:pt x="5510117" y="647224"/>
                      <a:pt x="5493067" y="660273"/>
                      <a:pt x="5483256" y="681419"/>
                    </a:cubicBezTo>
                    <a:cubicBezTo>
                      <a:pt x="5478875" y="690753"/>
                      <a:pt x="5472684" y="700945"/>
                      <a:pt x="5464397" y="706374"/>
                    </a:cubicBezTo>
                    <a:cubicBezTo>
                      <a:pt x="5452586" y="714089"/>
                      <a:pt x="5437632" y="716852"/>
                      <a:pt x="5424773" y="723424"/>
                    </a:cubicBezTo>
                    <a:cubicBezTo>
                      <a:pt x="5409628" y="731139"/>
                      <a:pt x="5392103" y="737807"/>
                      <a:pt x="5381815" y="750094"/>
                    </a:cubicBezTo>
                    <a:cubicBezTo>
                      <a:pt x="5372671" y="761048"/>
                      <a:pt x="5363432" y="769620"/>
                      <a:pt x="5351335" y="776573"/>
                    </a:cubicBezTo>
                    <a:cubicBezTo>
                      <a:pt x="5342858" y="781431"/>
                      <a:pt x="5336572" y="790289"/>
                      <a:pt x="5327809" y="794290"/>
                    </a:cubicBezTo>
                    <a:cubicBezTo>
                      <a:pt x="5316284" y="799624"/>
                      <a:pt x="5304663" y="803815"/>
                      <a:pt x="5294566" y="812102"/>
                    </a:cubicBezTo>
                    <a:cubicBezTo>
                      <a:pt x="5284089" y="820674"/>
                      <a:pt x="5272183" y="827437"/>
                      <a:pt x="5261229" y="835438"/>
                    </a:cubicBezTo>
                    <a:cubicBezTo>
                      <a:pt x="5255419" y="839724"/>
                      <a:pt x="5250656" y="845344"/>
                      <a:pt x="5245037" y="849821"/>
                    </a:cubicBezTo>
                    <a:cubicBezTo>
                      <a:pt x="5234750" y="858012"/>
                      <a:pt x="5224272" y="866013"/>
                      <a:pt x="5213699" y="873728"/>
                    </a:cubicBezTo>
                    <a:cubicBezTo>
                      <a:pt x="5203127" y="881444"/>
                      <a:pt x="5193030" y="890397"/>
                      <a:pt x="5181409" y="896017"/>
                    </a:cubicBezTo>
                    <a:cubicBezTo>
                      <a:pt x="5161598" y="905542"/>
                      <a:pt x="5139976" y="911257"/>
                      <a:pt x="5120735" y="921544"/>
                    </a:cubicBezTo>
                    <a:cubicBezTo>
                      <a:pt x="5101209" y="932021"/>
                      <a:pt x="5082826" y="945166"/>
                      <a:pt x="5065490" y="959072"/>
                    </a:cubicBezTo>
                    <a:cubicBezTo>
                      <a:pt x="5051774" y="970026"/>
                      <a:pt x="5038916" y="980885"/>
                      <a:pt x="5021675" y="986504"/>
                    </a:cubicBezTo>
                    <a:cubicBezTo>
                      <a:pt x="5012055" y="989648"/>
                      <a:pt x="5001959" y="996506"/>
                      <a:pt x="4996148" y="1004507"/>
                    </a:cubicBezTo>
                    <a:cubicBezTo>
                      <a:pt x="4983575" y="1021937"/>
                      <a:pt x="4967478" y="1034225"/>
                      <a:pt x="4949285" y="1044702"/>
                    </a:cubicBezTo>
                    <a:cubicBezTo>
                      <a:pt x="4924996" y="1058799"/>
                      <a:pt x="4900993" y="1073182"/>
                      <a:pt x="4876609" y="1086993"/>
                    </a:cubicBezTo>
                    <a:cubicBezTo>
                      <a:pt x="4862227" y="1095185"/>
                      <a:pt x="4847940" y="1103852"/>
                      <a:pt x="4832699" y="1109853"/>
                    </a:cubicBezTo>
                    <a:cubicBezTo>
                      <a:pt x="4801553" y="1122236"/>
                      <a:pt x="4769644" y="1132808"/>
                      <a:pt x="4738211" y="1144334"/>
                    </a:cubicBezTo>
                    <a:cubicBezTo>
                      <a:pt x="4727924" y="1148048"/>
                      <a:pt x="4718209" y="1153382"/>
                      <a:pt x="4707731" y="1156621"/>
                    </a:cubicBezTo>
                    <a:cubicBezTo>
                      <a:pt x="4696396" y="1160145"/>
                      <a:pt x="4684205" y="1161193"/>
                      <a:pt x="4672870" y="1164717"/>
                    </a:cubicBezTo>
                    <a:cubicBezTo>
                      <a:pt x="4654010" y="1170527"/>
                      <a:pt x="4635722" y="1177957"/>
                      <a:pt x="4616863" y="1183862"/>
                    </a:cubicBezTo>
                    <a:cubicBezTo>
                      <a:pt x="4580477" y="1195197"/>
                      <a:pt x="4543996" y="1206056"/>
                      <a:pt x="4507516" y="1216819"/>
                    </a:cubicBezTo>
                    <a:cubicBezTo>
                      <a:pt x="4499706" y="1219105"/>
                      <a:pt x="4491228" y="1219391"/>
                      <a:pt x="4483513" y="1221867"/>
                    </a:cubicBezTo>
                    <a:cubicBezTo>
                      <a:pt x="4463034" y="1228535"/>
                      <a:pt x="4442650" y="1235773"/>
                      <a:pt x="4422362" y="1243108"/>
                    </a:cubicBezTo>
                    <a:cubicBezTo>
                      <a:pt x="4410075" y="1247585"/>
                      <a:pt x="4398073" y="1253109"/>
                      <a:pt x="4385691" y="1257395"/>
                    </a:cubicBezTo>
                    <a:cubicBezTo>
                      <a:pt x="4375785" y="1260824"/>
                      <a:pt x="4365593" y="1263491"/>
                      <a:pt x="4355306" y="1265587"/>
                    </a:cubicBezTo>
                    <a:cubicBezTo>
                      <a:pt x="4346448" y="1267397"/>
                      <a:pt x="4337209" y="1267206"/>
                      <a:pt x="4328446" y="1269397"/>
                    </a:cubicBezTo>
                    <a:cubicBezTo>
                      <a:pt x="4304728" y="1275302"/>
                      <a:pt x="4281297" y="1281970"/>
                      <a:pt x="4257770" y="1288256"/>
                    </a:cubicBezTo>
                    <a:cubicBezTo>
                      <a:pt x="4248341" y="1290733"/>
                      <a:pt x="4238720" y="1292543"/>
                      <a:pt x="4229576" y="1295686"/>
                    </a:cubicBezTo>
                    <a:cubicBezTo>
                      <a:pt x="4205097" y="1303973"/>
                      <a:pt x="4180999" y="1313402"/>
                      <a:pt x="4156424" y="1321213"/>
                    </a:cubicBezTo>
                    <a:cubicBezTo>
                      <a:pt x="4136041" y="1327690"/>
                      <a:pt x="4115086" y="1332357"/>
                      <a:pt x="4094416" y="1338072"/>
                    </a:cubicBezTo>
                    <a:cubicBezTo>
                      <a:pt x="4085653" y="1340549"/>
                      <a:pt x="4077271" y="1344073"/>
                      <a:pt x="4068509" y="1346168"/>
                    </a:cubicBezTo>
                    <a:cubicBezTo>
                      <a:pt x="4048887" y="1350931"/>
                      <a:pt x="4028980" y="1354931"/>
                      <a:pt x="4009263" y="1359694"/>
                    </a:cubicBezTo>
                    <a:cubicBezTo>
                      <a:pt x="3998023" y="1362456"/>
                      <a:pt x="3987165" y="1367409"/>
                      <a:pt x="3975735" y="1369219"/>
                    </a:cubicBezTo>
                    <a:cubicBezTo>
                      <a:pt x="3948589" y="1373505"/>
                      <a:pt x="3921252" y="1376553"/>
                      <a:pt x="3893915" y="1379982"/>
                    </a:cubicBezTo>
                    <a:cubicBezTo>
                      <a:pt x="3865722" y="1383506"/>
                      <a:pt x="3837623" y="1387221"/>
                      <a:pt x="3809428" y="1390364"/>
                    </a:cubicBezTo>
                    <a:cubicBezTo>
                      <a:pt x="3793998" y="1391984"/>
                      <a:pt x="3778472" y="1392269"/>
                      <a:pt x="3763042" y="1393793"/>
                    </a:cubicBezTo>
                    <a:cubicBezTo>
                      <a:pt x="3749516" y="1395127"/>
                      <a:pt x="3736086" y="1397603"/>
                      <a:pt x="3722561" y="1399223"/>
                    </a:cubicBezTo>
                    <a:cubicBezTo>
                      <a:pt x="3710845" y="1400556"/>
                      <a:pt x="3699034" y="1401318"/>
                      <a:pt x="3687318" y="1402652"/>
                    </a:cubicBezTo>
                    <a:cubicBezTo>
                      <a:pt x="3668554" y="1404842"/>
                      <a:pt x="3649885" y="1407319"/>
                      <a:pt x="3631216" y="1409605"/>
                    </a:cubicBezTo>
                    <a:cubicBezTo>
                      <a:pt x="3623406" y="1410462"/>
                      <a:pt x="3615214" y="1412843"/>
                      <a:pt x="3607880" y="1411415"/>
                    </a:cubicBezTo>
                    <a:cubicBezTo>
                      <a:pt x="3589401" y="1407795"/>
                      <a:pt x="3571208" y="1408843"/>
                      <a:pt x="3552825" y="1411319"/>
                    </a:cubicBezTo>
                    <a:cubicBezTo>
                      <a:pt x="3546539" y="1412177"/>
                      <a:pt x="3539776" y="1411986"/>
                      <a:pt x="3533680" y="1410367"/>
                    </a:cubicBezTo>
                    <a:cubicBezTo>
                      <a:pt x="3521202" y="1407128"/>
                      <a:pt x="3509106" y="1402556"/>
                      <a:pt x="3496818" y="1398556"/>
                    </a:cubicBezTo>
                    <a:cubicBezTo>
                      <a:pt x="3495484" y="1398080"/>
                      <a:pt x="3493865" y="1397984"/>
                      <a:pt x="3492437" y="1397699"/>
                    </a:cubicBezTo>
                    <a:cubicBezTo>
                      <a:pt x="3484340" y="1396079"/>
                      <a:pt x="3476340" y="1394460"/>
                      <a:pt x="3468243" y="1393031"/>
                    </a:cubicBezTo>
                    <a:cubicBezTo>
                      <a:pt x="3463862" y="1392269"/>
                      <a:pt x="3459385" y="1392174"/>
                      <a:pt x="3455003" y="1391507"/>
                    </a:cubicBezTo>
                    <a:cubicBezTo>
                      <a:pt x="3438049" y="1388840"/>
                      <a:pt x="3419380" y="1393317"/>
                      <a:pt x="3404711" y="1381792"/>
                    </a:cubicBezTo>
                    <a:cubicBezTo>
                      <a:pt x="3395186" y="1374362"/>
                      <a:pt x="3385947" y="1376077"/>
                      <a:pt x="3375756" y="1377220"/>
                    </a:cubicBezTo>
                    <a:cubicBezTo>
                      <a:pt x="3368040" y="1378077"/>
                      <a:pt x="3360134" y="1377791"/>
                      <a:pt x="3352324" y="1377887"/>
                    </a:cubicBezTo>
                    <a:cubicBezTo>
                      <a:pt x="3338608" y="1378172"/>
                      <a:pt x="3324892" y="1378268"/>
                      <a:pt x="3311176" y="1378744"/>
                    </a:cubicBezTo>
                    <a:cubicBezTo>
                      <a:pt x="3306794" y="1378934"/>
                      <a:pt x="3302318" y="1381316"/>
                      <a:pt x="3298031" y="1380935"/>
                    </a:cubicBezTo>
                    <a:cubicBezTo>
                      <a:pt x="3278219" y="1379125"/>
                      <a:pt x="3258407" y="1376267"/>
                      <a:pt x="3238595" y="1374648"/>
                    </a:cubicBezTo>
                    <a:cubicBezTo>
                      <a:pt x="3227356" y="1373696"/>
                      <a:pt x="3215830" y="1375505"/>
                      <a:pt x="3204686" y="1374172"/>
                    </a:cubicBezTo>
                    <a:cubicBezTo>
                      <a:pt x="3191828" y="1372648"/>
                      <a:pt x="3179255" y="1368743"/>
                      <a:pt x="3166491" y="1366361"/>
                    </a:cubicBezTo>
                    <a:cubicBezTo>
                      <a:pt x="3162967" y="1365695"/>
                      <a:pt x="3159062" y="1366552"/>
                      <a:pt x="3155347" y="1366742"/>
                    </a:cubicBezTo>
                    <a:cubicBezTo>
                      <a:pt x="3151156" y="1366933"/>
                      <a:pt x="3147060" y="1367314"/>
                      <a:pt x="3142869" y="1367409"/>
                    </a:cubicBezTo>
                    <a:cubicBezTo>
                      <a:pt x="3130105" y="1367600"/>
                      <a:pt x="3117342" y="1367314"/>
                      <a:pt x="3104578" y="1367981"/>
                    </a:cubicBezTo>
                    <a:cubicBezTo>
                      <a:pt x="3096768" y="1368362"/>
                      <a:pt x="3088577" y="1372267"/>
                      <a:pt x="3081337" y="1370838"/>
                    </a:cubicBezTo>
                    <a:cubicBezTo>
                      <a:pt x="3066574" y="1368076"/>
                      <a:pt x="3051810" y="1374267"/>
                      <a:pt x="3037047" y="1369124"/>
                    </a:cubicBezTo>
                    <a:cubicBezTo>
                      <a:pt x="3032474" y="1367600"/>
                      <a:pt x="3026188" y="1371410"/>
                      <a:pt x="3020663" y="1371600"/>
                    </a:cubicBezTo>
                    <a:cubicBezTo>
                      <a:pt x="3006852" y="1372076"/>
                      <a:pt x="2993041" y="1371981"/>
                      <a:pt x="2979230" y="1371886"/>
                    </a:cubicBezTo>
                    <a:cubicBezTo>
                      <a:pt x="2966847" y="1371791"/>
                      <a:pt x="2953988" y="1373124"/>
                      <a:pt x="2942082" y="1370457"/>
                    </a:cubicBezTo>
                    <a:cubicBezTo>
                      <a:pt x="2929604" y="1367600"/>
                      <a:pt x="2918365" y="1367981"/>
                      <a:pt x="2906268" y="1371219"/>
                    </a:cubicBezTo>
                    <a:cubicBezTo>
                      <a:pt x="2897981" y="1373410"/>
                      <a:pt x="2889218" y="1373696"/>
                      <a:pt x="2880646" y="1374362"/>
                    </a:cubicBezTo>
                    <a:cubicBezTo>
                      <a:pt x="2871407" y="1375124"/>
                      <a:pt x="2861215" y="1373124"/>
                      <a:pt x="2852833" y="1376267"/>
                    </a:cubicBezTo>
                    <a:cubicBezTo>
                      <a:pt x="2827877" y="1385602"/>
                      <a:pt x="2802255" y="1387602"/>
                      <a:pt x="2776157" y="1387602"/>
                    </a:cubicBezTo>
                    <a:cubicBezTo>
                      <a:pt x="2771394" y="1387602"/>
                      <a:pt x="2766536" y="1386269"/>
                      <a:pt x="2761965" y="1384840"/>
                    </a:cubicBezTo>
                    <a:cubicBezTo>
                      <a:pt x="2735294" y="1376267"/>
                      <a:pt x="2708529" y="1377029"/>
                      <a:pt x="2681383" y="1382268"/>
                    </a:cubicBezTo>
                    <a:cubicBezTo>
                      <a:pt x="2675763" y="1383411"/>
                      <a:pt x="2669477" y="1383602"/>
                      <a:pt x="2663857" y="1382459"/>
                    </a:cubicBezTo>
                    <a:cubicBezTo>
                      <a:pt x="2648045" y="1379125"/>
                      <a:pt x="2632710" y="1373600"/>
                      <a:pt x="2616803" y="1371219"/>
                    </a:cubicBezTo>
                    <a:cubicBezTo>
                      <a:pt x="2590515" y="1367314"/>
                      <a:pt x="2567750" y="1380458"/>
                      <a:pt x="2544223" y="1389031"/>
                    </a:cubicBezTo>
                    <a:cubicBezTo>
                      <a:pt x="2521839" y="1397127"/>
                      <a:pt x="2502789" y="1415415"/>
                      <a:pt x="2476309" y="1411319"/>
                    </a:cubicBezTo>
                    <a:cubicBezTo>
                      <a:pt x="2473643" y="1410938"/>
                      <a:pt x="2470690" y="1413510"/>
                      <a:pt x="2467737" y="1414177"/>
                    </a:cubicBezTo>
                    <a:cubicBezTo>
                      <a:pt x="2459641" y="1415987"/>
                      <a:pt x="2451545" y="1418177"/>
                      <a:pt x="2443353" y="1419035"/>
                    </a:cubicBezTo>
                    <a:cubicBezTo>
                      <a:pt x="2433352" y="1420178"/>
                      <a:pt x="2423160" y="1419797"/>
                      <a:pt x="2413159" y="1420749"/>
                    </a:cubicBezTo>
                    <a:cubicBezTo>
                      <a:pt x="2400300" y="1421892"/>
                      <a:pt x="2387632" y="1424940"/>
                      <a:pt x="2374868" y="1424940"/>
                    </a:cubicBezTo>
                    <a:cubicBezTo>
                      <a:pt x="2364581" y="1424940"/>
                      <a:pt x="2354389" y="1421416"/>
                      <a:pt x="2344198" y="1419701"/>
                    </a:cubicBezTo>
                    <a:cubicBezTo>
                      <a:pt x="2329815" y="1417320"/>
                      <a:pt x="2314003" y="1417987"/>
                      <a:pt x="2301335" y="1411891"/>
                    </a:cubicBezTo>
                    <a:cubicBezTo>
                      <a:pt x="2287810" y="1405414"/>
                      <a:pt x="2274951" y="1402461"/>
                      <a:pt x="2260949" y="1404461"/>
                    </a:cubicBezTo>
                    <a:cubicBezTo>
                      <a:pt x="2256282" y="1405128"/>
                      <a:pt x="2250281" y="1409129"/>
                      <a:pt x="2248186" y="1413224"/>
                    </a:cubicBezTo>
                    <a:cubicBezTo>
                      <a:pt x="2243518" y="1422368"/>
                      <a:pt x="2237137" y="1423988"/>
                      <a:pt x="2228469" y="1420844"/>
                    </a:cubicBezTo>
                    <a:cubicBezTo>
                      <a:pt x="2220944" y="1418177"/>
                      <a:pt x="2211705" y="1416844"/>
                      <a:pt x="2206562" y="1411700"/>
                    </a:cubicBezTo>
                    <a:cubicBezTo>
                      <a:pt x="2191988" y="1397127"/>
                      <a:pt x="2173414" y="1396651"/>
                      <a:pt x="2155317" y="1392746"/>
                    </a:cubicBezTo>
                    <a:cubicBezTo>
                      <a:pt x="2144269" y="1390364"/>
                      <a:pt x="2133981" y="1390269"/>
                      <a:pt x="2122932" y="1391888"/>
                    </a:cubicBezTo>
                    <a:cubicBezTo>
                      <a:pt x="2098930" y="1395508"/>
                      <a:pt x="2075593" y="1390364"/>
                      <a:pt x="2052542" y="1383792"/>
                    </a:cubicBezTo>
                    <a:cubicBezTo>
                      <a:pt x="2037302" y="1379411"/>
                      <a:pt x="2021681" y="1376744"/>
                      <a:pt x="2006537" y="1372267"/>
                    </a:cubicBezTo>
                    <a:cubicBezTo>
                      <a:pt x="1995202" y="1368838"/>
                      <a:pt x="1983868" y="1364742"/>
                      <a:pt x="1973486" y="1359218"/>
                    </a:cubicBezTo>
                    <a:cubicBezTo>
                      <a:pt x="1958435" y="1351121"/>
                      <a:pt x="1945292" y="1338929"/>
                      <a:pt x="1926146" y="1342168"/>
                    </a:cubicBezTo>
                    <a:cubicBezTo>
                      <a:pt x="1909286" y="1345025"/>
                      <a:pt x="1894047" y="1339025"/>
                      <a:pt x="1878616" y="1333310"/>
                    </a:cubicBezTo>
                    <a:cubicBezTo>
                      <a:pt x="1867281" y="1329119"/>
                      <a:pt x="1855948" y="1324832"/>
                      <a:pt x="1844231" y="1322165"/>
                    </a:cubicBezTo>
                    <a:cubicBezTo>
                      <a:pt x="1830324" y="1319022"/>
                      <a:pt x="1814608" y="1320356"/>
                      <a:pt x="1802225" y="1314545"/>
                    </a:cubicBezTo>
                    <a:cubicBezTo>
                      <a:pt x="1789271" y="1308449"/>
                      <a:pt x="1778509" y="1312545"/>
                      <a:pt x="1766983" y="1314260"/>
                    </a:cubicBezTo>
                    <a:cubicBezTo>
                      <a:pt x="1748600" y="1316927"/>
                      <a:pt x="1730311" y="1321880"/>
                      <a:pt x="1711738" y="1315593"/>
                    </a:cubicBezTo>
                    <a:cubicBezTo>
                      <a:pt x="1689164" y="1307973"/>
                      <a:pt x="1666780" y="1299782"/>
                      <a:pt x="1644111" y="1292543"/>
                    </a:cubicBezTo>
                    <a:cubicBezTo>
                      <a:pt x="1635347" y="1289780"/>
                      <a:pt x="1625919" y="1288637"/>
                      <a:pt x="1616774" y="1287399"/>
                    </a:cubicBezTo>
                    <a:cubicBezTo>
                      <a:pt x="1608107" y="1286351"/>
                      <a:pt x="1597725" y="1289018"/>
                      <a:pt x="1591056" y="1285018"/>
                    </a:cubicBezTo>
                    <a:cubicBezTo>
                      <a:pt x="1573911" y="1274731"/>
                      <a:pt x="1556291" y="1269683"/>
                      <a:pt x="1536478" y="1269683"/>
                    </a:cubicBezTo>
                    <a:cubicBezTo>
                      <a:pt x="1529048" y="1269683"/>
                      <a:pt x="1521809" y="1265396"/>
                      <a:pt x="1514285" y="1264634"/>
                    </a:cubicBezTo>
                    <a:cubicBezTo>
                      <a:pt x="1503997" y="1263682"/>
                      <a:pt x="1492186" y="1261110"/>
                      <a:pt x="1483233" y="1264730"/>
                    </a:cubicBezTo>
                    <a:cubicBezTo>
                      <a:pt x="1462183" y="1273302"/>
                      <a:pt x="1445134" y="1266158"/>
                      <a:pt x="1426750" y="1257681"/>
                    </a:cubicBezTo>
                    <a:cubicBezTo>
                      <a:pt x="1408652" y="1249299"/>
                      <a:pt x="1389602" y="1242632"/>
                      <a:pt x="1370362" y="1237107"/>
                    </a:cubicBezTo>
                    <a:cubicBezTo>
                      <a:pt x="1363123" y="1235107"/>
                      <a:pt x="1354456" y="1238441"/>
                      <a:pt x="1346454" y="1239107"/>
                    </a:cubicBezTo>
                    <a:cubicBezTo>
                      <a:pt x="1343596" y="1239298"/>
                      <a:pt x="1340453" y="1239584"/>
                      <a:pt x="1337882" y="1238631"/>
                    </a:cubicBezTo>
                    <a:cubicBezTo>
                      <a:pt x="1313022" y="1229487"/>
                      <a:pt x="1287780" y="1222534"/>
                      <a:pt x="1260825" y="1227296"/>
                    </a:cubicBezTo>
                    <a:cubicBezTo>
                      <a:pt x="1258349" y="1227773"/>
                      <a:pt x="1255586" y="1226725"/>
                      <a:pt x="1253109" y="1226058"/>
                    </a:cubicBezTo>
                    <a:cubicBezTo>
                      <a:pt x="1241012" y="1222629"/>
                      <a:pt x="1229201" y="1217200"/>
                      <a:pt x="1216915" y="1215962"/>
                    </a:cubicBezTo>
                    <a:cubicBezTo>
                      <a:pt x="1186625" y="1212914"/>
                      <a:pt x="1156146" y="1211675"/>
                      <a:pt x="1125664" y="1209675"/>
                    </a:cubicBezTo>
                    <a:cubicBezTo>
                      <a:pt x="1123759" y="1209580"/>
                      <a:pt x="1121759" y="1209580"/>
                      <a:pt x="1120045" y="1208913"/>
                    </a:cubicBezTo>
                    <a:cubicBezTo>
                      <a:pt x="1108805" y="1204817"/>
                      <a:pt x="1098995" y="1206151"/>
                      <a:pt x="1089469" y="1213961"/>
                    </a:cubicBezTo>
                    <a:cubicBezTo>
                      <a:pt x="1085278" y="1217390"/>
                      <a:pt x="1079563" y="1219200"/>
                      <a:pt x="1074325" y="1221105"/>
                    </a:cubicBezTo>
                    <a:cubicBezTo>
                      <a:pt x="1066609" y="1223963"/>
                      <a:pt x="1058704" y="1226725"/>
                      <a:pt x="1050703" y="1228535"/>
                    </a:cubicBezTo>
                    <a:cubicBezTo>
                      <a:pt x="1042797" y="1230249"/>
                      <a:pt x="1034320" y="1232630"/>
                      <a:pt x="1026700" y="1231297"/>
                    </a:cubicBezTo>
                    <a:cubicBezTo>
                      <a:pt x="1012984" y="1228916"/>
                      <a:pt x="999934" y="1223582"/>
                      <a:pt x="986409" y="1220057"/>
                    </a:cubicBezTo>
                    <a:cubicBezTo>
                      <a:pt x="981742" y="1218819"/>
                      <a:pt x="976598" y="1219010"/>
                      <a:pt x="971741" y="1218914"/>
                    </a:cubicBezTo>
                    <a:cubicBezTo>
                      <a:pt x="960596" y="1218629"/>
                      <a:pt x="949166" y="1221391"/>
                      <a:pt x="939070" y="1213485"/>
                    </a:cubicBezTo>
                    <a:cubicBezTo>
                      <a:pt x="929736" y="1206056"/>
                      <a:pt x="920305" y="1208246"/>
                      <a:pt x="910495" y="1213866"/>
                    </a:cubicBezTo>
                    <a:cubicBezTo>
                      <a:pt x="903446" y="1217867"/>
                      <a:pt x="895446" y="1221010"/>
                      <a:pt x="887540" y="1222534"/>
                    </a:cubicBezTo>
                    <a:cubicBezTo>
                      <a:pt x="876681" y="1224629"/>
                      <a:pt x="865918" y="1225487"/>
                      <a:pt x="854202" y="1224248"/>
                    </a:cubicBezTo>
                    <a:cubicBezTo>
                      <a:pt x="845915" y="1223391"/>
                      <a:pt x="839152" y="1223010"/>
                      <a:pt x="832675" y="1217962"/>
                    </a:cubicBezTo>
                    <a:cubicBezTo>
                      <a:pt x="831628" y="1217200"/>
                      <a:pt x="829723" y="1217009"/>
                      <a:pt x="828294" y="1217105"/>
                    </a:cubicBezTo>
                    <a:cubicBezTo>
                      <a:pt x="809530" y="1218724"/>
                      <a:pt x="790956" y="1217867"/>
                      <a:pt x="772001" y="1216723"/>
                    </a:cubicBezTo>
                    <a:cubicBezTo>
                      <a:pt x="747904" y="1215200"/>
                      <a:pt x="722566" y="1219676"/>
                      <a:pt x="701707" y="1235678"/>
                    </a:cubicBezTo>
                    <a:cubicBezTo>
                      <a:pt x="698659" y="1238060"/>
                      <a:pt x="694087" y="1239107"/>
                      <a:pt x="690086" y="1239679"/>
                    </a:cubicBezTo>
                    <a:cubicBezTo>
                      <a:pt x="671227" y="1242155"/>
                      <a:pt x="652272" y="1243870"/>
                      <a:pt x="633412" y="1246632"/>
                    </a:cubicBezTo>
                    <a:cubicBezTo>
                      <a:pt x="623125" y="1248156"/>
                      <a:pt x="612362" y="1249490"/>
                      <a:pt x="603028" y="1253681"/>
                    </a:cubicBezTo>
                    <a:cubicBezTo>
                      <a:pt x="593885" y="1257776"/>
                      <a:pt x="586549" y="1262634"/>
                      <a:pt x="581120" y="1254062"/>
                    </a:cubicBezTo>
                    <a:cubicBezTo>
                      <a:pt x="571406" y="1258634"/>
                      <a:pt x="562927" y="1262444"/>
                      <a:pt x="554642" y="1266539"/>
                    </a:cubicBezTo>
                    <a:cubicBezTo>
                      <a:pt x="551593" y="1268063"/>
                      <a:pt x="549021" y="1270540"/>
                      <a:pt x="545973" y="1271969"/>
                    </a:cubicBezTo>
                    <a:cubicBezTo>
                      <a:pt x="542734" y="1273493"/>
                      <a:pt x="539115" y="1274445"/>
                      <a:pt x="535591" y="1275207"/>
                    </a:cubicBezTo>
                    <a:cubicBezTo>
                      <a:pt x="519874" y="1278636"/>
                      <a:pt x="504158" y="1281779"/>
                      <a:pt x="488538" y="1285494"/>
                    </a:cubicBezTo>
                    <a:cubicBezTo>
                      <a:pt x="485489" y="1286256"/>
                      <a:pt x="482917" y="1289304"/>
                      <a:pt x="480155" y="1291304"/>
                    </a:cubicBezTo>
                    <a:cubicBezTo>
                      <a:pt x="478345" y="1292638"/>
                      <a:pt x="476536" y="1294638"/>
                      <a:pt x="474535" y="1294924"/>
                    </a:cubicBezTo>
                    <a:cubicBezTo>
                      <a:pt x="459295" y="1297210"/>
                      <a:pt x="444151" y="1299877"/>
                      <a:pt x="428816" y="1301020"/>
                    </a:cubicBezTo>
                    <a:cubicBezTo>
                      <a:pt x="415957" y="1301972"/>
                      <a:pt x="403574" y="1301687"/>
                      <a:pt x="400241" y="1318260"/>
                    </a:cubicBezTo>
                    <a:cubicBezTo>
                      <a:pt x="399669" y="1321118"/>
                      <a:pt x="395573" y="1324166"/>
                      <a:pt x="392431" y="1325594"/>
                    </a:cubicBezTo>
                    <a:cubicBezTo>
                      <a:pt x="383477" y="1329690"/>
                      <a:pt x="373951" y="1332452"/>
                      <a:pt x="365093" y="1336643"/>
                    </a:cubicBezTo>
                    <a:cubicBezTo>
                      <a:pt x="336042" y="1350645"/>
                      <a:pt x="305658" y="1359503"/>
                      <a:pt x="273177" y="1357884"/>
                    </a:cubicBezTo>
                    <a:cubicBezTo>
                      <a:pt x="263081" y="1357408"/>
                      <a:pt x="253270" y="1352264"/>
                      <a:pt x="246888" y="1350359"/>
                    </a:cubicBezTo>
                    <a:cubicBezTo>
                      <a:pt x="228506" y="1357884"/>
                      <a:pt x="213075" y="1365123"/>
                      <a:pt x="196977" y="1370552"/>
                    </a:cubicBezTo>
                    <a:cubicBezTo>
                      <a:pt x="182785" y="1375410"/>
                      <a:pt x="167926" y="1378458"/>
                      <a:pt x="153352" y="1381982"/>
                    </a:cubicBezTo>
                    <a:cubicBezTo>
                      <a:pt x="148018" y="1383316"/>
                      <a:pt x="142589" y="1384078"/>
                      <a:pt x="137160" y="1384745"/>
                    </a:cubicBezTo>
                    <a:cubicBezTo>
                      <a:pt x="120206" y="1386840"/>
                      <a:pt x="102489" y="1381792"/>
                      <a:pt x="85917" y="1389793"/>
                    </a:cubicBezTo>
                    <a:cubicBezTo>
                      <a:pt x="77248" y="1393984"/>
                      <a:pt x="68675" y="1399032"/>
                      <a:pt x="59532" y="1401223"/>
                    </a:cubicBezTo>
                    <a:cubicBezTo>
                      <a:pt x="49721" y="1403604"/>
                      <a:pt x="40124" y="1407319"/>
                      <a:pt x="30325" y="1409974"/>
                    </a:cubicBezTo>
                    <a:lnTo>
                      <a:pt x="0" y="1412360"/>
                    </a:lnTo>
                    <a:lnTo>
                      <a:pt x="0" y="1058622"/>
                    </a:lnTo>
                    <a:lnTo>
                      <a:pt x="17145" y="1060228"/>
                    </a:lnTo>
                    <a:cubicBezTo>
                      <a:pt x="26480" y="1061561"/>
                      <a:pt x="35528" y="1066133"/>
                      <a:pt x="44672" y="1066324"/>
                    </a:cubicBezTo>
                    <a:cubicBezTo>
                      <a:pt x="59055" y="1066610"/>
                      <a:pt x="71819" y="1068419"/>
                      <a:pt x="84677" y="1076230"/>
                    </a:cubicBezTo>
                    <a:cubicBezTo>
                      <a:pt x="104108" y="1087946"/>
                      <a:pt x="120110" y="1082993"/>
                      <a:pt x="132017" y="1064990"/>
                    </a:cubicBezTo>
                    <a:cubicBezTo>
                      <a:pt x="133255" y="1063181"/>
                      <a:pt x="134874" y="1060799"/>
                      <a:pt x="136779" y="1060323"/>
                    </a:cubicBezTo>
                    <a:cubicBezTo>
                      <a:pt x="153639" y="1056132"/>
                      <a:pt x="170974" y="1048131"/>
                      <a:pt x="187547" y="1049179"/>
                    </a:cubicBezTo>
                    <a:cubicBezTo>
                      <a:pt x="216789" y="1051084"/>
                      <a:pt x="244316" y="1048798"/>
                      <a:pt x="270891" y="1036415"/>
                    </a:cubicBezTo>
                    <a:cubicBezTo>
                      <a:pt x="272510" y="1035653"/>
                      <a:pt x="274987" y="1034891"/>
                      <a:pt x="276320" y="1035558"/>
                    </a:cubicBezTo>
                    <a:cubicBezTo>
                      <a:pt x="292322" y="1043845"/>
                      <a:pt x="309848" y="1050417"/>
                      <a:pt x="323755" y="1061561"/>
                    </a:cubicBezTo>
                    <a:cubicBezTo>
                      <a:pt x="336995" y="1072134"/>
                      <a:pt x="352997" y="1072229"/>
                      <a:pt x="361855" y="1057942"/>
                    </a:cubicBezTo>
                    <a:cubicBezTo>
                      <a:pt x="366236" y="1050893"/>
                      <a:pt x="372332" y="1042702"/>
                      <a:pt x="379571" y="1039939"/>
                    </a:cubicBezTo>
                    <a:cubicBezTo>
                      <a:pt x="395954" y="1033653"/>
                      <a:pt x="413481" y="1030414"/>
                      <a:pt x="430530" y="1025747"/>
                    </a:cubicBezTo>
                    <a:cubicBezTo>
                      <a:pt x="451581" y="1020032"/>
                      <a:pt x="472345" y="1020032"/>
                      <a:pt x="493300" y="1027176"/>
                    </a:cubicBezTo>
                    <a:cubicBezTo>
                      <a:pt x="508064" y="1032224"/>
                      <a:pt x="523113" y="1032224"/>
                      <a:pt x="537782" y="1025366"/>
                    </a:cubicBezTo>
                    <a:cubicBezTo>
                      <a:pt x="545687" y="1021652"/>
                      <a:pt x="553784" y="1017842"/>
                      <a:pt x="562166" y="1015746"/>
                    </a:cubicBezTo>
                    <a:cubicBezTo>
                      <a:pt x="567595" y="1014412"/>
                      <a:pt x="573881" y="1015651"/>
                      <a:pt x="579596" y="1016699"/>
                    </a:cubicBezTo>
                    <a:cubicBezTo>
                      <a:pt x="590645" y="1018794"/>
                      <a:pt x="602075" y="1025176"/>
                      <a:pt x="612362" y="1023557"/>
                    </a:cubicBezTo>
                    <a:cubicBezTo>
                      <a:pt x="647891" y="1017842"/>
                      <a:pt x="681419" y="1031272"/>
                      <a:pt x="716090" y="1031653"/>
                    </a:cubicBezTo>
                    <a:cubicBezTo>
                      <a:pt x="731806" y="1031843"/>
                      <a:pt x="747332" y="1034891"/>
                      <a:pt x="758381" y="1018985"/>
                    </a:cubicBezTo>
                    <a:cubicBezTo>
                      <a:pt x="759809" y="1016889"/>
                      <a:pt x="766763" y="1018032"/>
                      <a:pt x="771049" y="1018699"/>
                    </a:cubicBezTo>
                    <a:cubicBezTo>
                      <a:pt x="780574" y="1020128"/>
                      <a:pt x="790004" y="1023747"/>
                      <a:pt x="799433" y="1023652"/>
                    </a:cubicBezTo>
                    <a:cubicBezTo>
                      <a:pt x="818960" y="1023557"/>
                      <a:pt x="838581" y="1022033"/>
                      <a:pt x="858012" y="1020318"/>
                    </a:cubicBezTo>
                    <a:cubicBezTo>
                      <a:pt x="865346" y="1019651"/>
                      <a:pt x="872395" y="1017080"/>
                      <a:pt x="879634" y="1015270"/>
                    </a:cubicBezTo>
                    <a:cubicBezTo>
                      <a:pt x="883634" y="1014222"/>
                      <a:pt x="887921" y="1011460"/>
                      <a:pt x="891635" y="1012031"/>
                    </a:cubicBezTo>
                    <a:cubicBezTo>
                      <a:pt x="913162" y="1015365"/>
                      <a:pt x="932879" y="1007174"/>
                      <a:pt x="953262" y="1003078"/>
                    </a:cubicBezTo>
                    <a:cubicBezTo>
                      <a:pt x="962692" y="1001173"/>
                      <a:pt x="971550" y="996601"/>
                      <a:pt x="980694" y="993458"/>
                    </a:cubicBezTo>
                    <a:cubicBezTo>
                      <a:pt x="983075" y="992600"/>
                      <a:pt x="985742" y="991838"/>
                      <a:pt x="988124" y="992029"/>
                    </a:cubicBezTo>
                    <a:cubicBezTo>
                      <a:pt x="1001744" y="993172"/>
                      <a:pt x="1015270" y="994791"/>
                      <a:pt x="1028795" y="996029"/>
                    </a:cubicBezTo>
                    <a:cubicBezTo>
                      <a:pt x="1041083" y="997172"/>
                      <a:pt x="1053465" y="997553"/>
                      <a:pt x="1059275" y="1011555"/>
                    </a:cubicBezTo>
                    <a:cubicBezTo>
                      <a:pt x="1060133" y="1013746"/>
                      <a:pt x="1062990" y="1015365"/>
                      <a:pt x="1065181" y="1016794"/>
                    </a:cubicBezTo>
                    <a:cubicBezTo>
                      <a:pt x="1098995" y="1038797"/>
                      <a:pt x="1117092" y="1038225"/>
                      <a:pt x="1150144" y="1014984"/>
                    </a:cubicBezTo>
                    <a:cubicBezTo>
                      <a:pt x="1153573" y="1012603"/>
                      <a:pt x="1160907" y="1010888"/>
                      <a:pt x="1163193" y="1012793"/>
                    </a:cubicBezTo>
                    <a:cubicBezTo>
                      <a:pt x="1182624" y="1028605"/>
                      <a:pt x="1203865" y="1026890"/>
                      <a:pt x="1226249" y="1021937"/>
                    </a:cubicBezTo>
                    <a:cubicBezTo>
                      <a:pt x="1232059" y="1020604"/>
                      <a:pt x="1240251" y="1020604"/>
                      <a:pt x="1244632" y="1023747"/>
                    </a:cubicBezTo>
                    <a:cubicBezTo>
                      <a:pt x="1265492" y="1038320"/>
                      <a:pt x="1287876" y="1036225"/>
                      <a:pt x="1310545" y="1031939"/>
                    </a:cubicBezTo>
                    <a:cubicBezTo>
                      <a:pt x="1314069" y="1031272"/>
                      <a:pt x="1318356" y="1027652"/>
                      <a:pt x="1319879" y="1024319"/>
                    </a:cubicBezTo>
                    <a:cubicBezTo>
                      <a:pt x="1325309" y="1012508"/>
                      <a:pt x="1335501" y="1008507"/>
                      <a:pt x="1346740" y="1005173"/>
                    </a:cubicBezTo>
                    <a:cubicBezTo>
                      <a:pt x="1364457" y="999744"/>
                      <a:pt x="1381887" y="993362"/>
                      <a:pt x="1399699" y="988219"/>
                    </a:cubicBezTo>
                    <a:cubicBezTo>
                      <a:pt x="1404081" y="986981"/>
                      <a:pt x="1409510" y="987743"/>
                      <a:pt x="1414082" y="989171"/>
                    </a:cubicBezTo>
                    <a:cubicBezTo>
                      <a:pt x="1429703" y="994029"/>
                      <a:pt x="1439609" y="1006221"/>
                      <a:pt x="1450467" y="1017461"/>
                    </a:cubicBezTo>
                    <a:cubicBezTo>
                      <a:pt x="1455230" y="1022414"/>
                      <a:pt x="1461802" y="1025938"/>
                      <a:pt x="1468184" y="1028795"/>
                    </a:cubicBezTo>
                    <a:cubicBezTo>
                      <a:pt x="1484757" y="1036130"/>
                      <a:pt x="1501712" y="1042702"/>
                      <a:pt x="1518476" y="1049655"/>
                    </a:cubicBezTo>
                    <a:cubicBezTo>
                      <a:pt x="1520095" y="1050322"/>
                      <a:pt x="1521428" y="1052036"/>
                      <a:pt x="1522667" y="1053465"/>
                    </a:cubicBezTo>
                    <a:cubicBezTo>
                      <a:pt x="1535049" y="1068515"/>
                      <a:pt x="1547336" y="1083659"/>
                      <a:pt x="1559814" y="1098709"/>
                    </a:cubicBezTo>
                    <a:cubicBezTo>
                      <a:pt x="1562195" y="1101566"/>
                      <a:pt x="1565625" y="1103662"/>
                      <a:pt x="1568196" y="1106424"/>
                    </a:cubicBezTo>
                    <a:cubicBezTo>
                      <a:pt x="1571816" y="1110234"/>
                      <a:pt x="1576388" y="1113854"/>
                      <a:pt x="1578293" y="1118426"/>
                    </a:cubicBezTo>
                    <a:cubicBezTo>
                      <a:pt x="1584198" y="1132808"/>
                      <a:pt x="1595533" y="1139000"/>
                      <a:pt x="1609820" y="1141667"/>
                    </a:cubicBezTo>
                    <a:cubicBezTo>
                      <a:pt x="1622870" y="1144143"/>
                      <a:pt x="1635919" y="1146239"/>
                      <a:pt x="1648873" y="1149096"/>
                    </a:cubicBezTo>
                    <a:cubicBezTo>
                      <a:pt x="1664684" y="1152525"/>
                      <a:pt x="1680401" y="1156240"/>
                      <a:pt x="1696022" y="1160431"/>
                    </a:cubicBezTo>
                    <a:cubicBezTo>
                      <a:pt x="1702784" y="1162241"/>
                      <a:pt x="1709928" y="1164336"/>
                      <a:pt x="1715739" y="1168051"/>
                    </a:cubicBezTo>
                    <a:cubicBezTo>
                      <a:pt x="1732026" y="1178338"/>
                      <a:pt x="1749457" y="1185291"/>
                      <a:pt x="1768602" y="1182529"/>
                    </a:cubicBezTo>
                    <a:cubicBezTo>
                      <a:pt x="1783937" y="1180338"/>
                      <a:pt x="1796796" y="1185958"/>
                      <a:pt x="1806321" y="1194721"/>
                    </a:cubicBezTo>
                    <a:cubicBezTo>
                      <a:pt x="1823657" y="1210628"/>
                      <a:pt x="1842230" y="1207008"/>
                      <a:pt x="1860709" y="1201865"/>
                    </a:cubicBezTo>
                    <a:cubicBezTo>
                      <a:pt x="1870234" y="1199198"/>
                      <a:pt x="1878044" y="1199579"/>
                      <a:pt x="1887093" y="1202150"/>
                    </a:cubicBezTo>
                    <a:cubicBezTo>
                      <a:pt x="1908048" y="1208151"/>
                      <a:pt x="1922050" y="1224439"/>
                      <a:pt x="1935575" y="1238726"/>
                    </a:cubicBezTo>
                    <a:cubicBezTo>
                      <a:pt x="1947101" y="1250918"/>
                      <a:pt x="1960055" y="1257776"/>
                      <a:pt x="1974247" y="1262920"/>
                    </a:cubicBezTo>
                    <a:cubicBezTo>
                      <a:pt x="1992154" y="1269492"/>
                      <a:pt x="2006346" y="1267016"/>
                      <a:pt x="2014919" y="1251204"/>
                    </a:cubicBezTo>
                    <a:cubicBezTo>
                      <a:pt x="2017300" y="1246727"/>
                      <a:pt x="2021491" y="1241488"/>
                      <a:pt x="2025968" y="1240155"/>
                    </a:cubicBezTo>
                    <a:cubicBezTo>
                      <a:pt x="2047589" y="1233488"/>
                      <a:pt x="2069497" y="1223772"/>
                      <a:pt x="2092643" y="1229678"/>
                    </a:cubicBezTo>
                    <a:cubicBezTo>
                      <a:pt x="2124647" y="1237774"/>
                      <a:pt x="2155889" y="1237298"/>
                      <a:pt x="2187893" y="1229297"/>
                    </a:cubicBezTo>
                    <a:cubicBezTo>
                      <a:pt x="2239804" y="1216343"/>
                      <a:pt x="2291715" y="1202627"/>
                      <a:pt x="2346294" y="1205484"/>
                    </a:cubicBezTo>
                    <a:cubicBezTo>
                      <a:pt x="2355342" y="1205960"/>
                      <a:pt x="2366105" y="1200150"/>
                      <a:pt x="2373916" y="1194435"/>
                    </a:cubicBezTo>
                    <a:cubicBezTo>
                      <a:pt x="2388870" y="1183577"/>
                      <a:pt x="2388203" y="1182719"/>
                      <a:pt x="2404967" y="1191673"/>
                    </a:cubicBezTo>
                    <a:cubicBezTo>
                      <a:pt x="2408968" y="1193864"/>
                      <a:pt x="2413921" y="1195197"/>
                      <a:pt x="2416874" y="1198436"/>
                    </a:cubicBezTo>
                    <a:cubicBezTo>
                      <a:pt x="2431923" y="1214914"/>
                      <a:pt x="2450497" y="1210913"/>
                      <a:pt x="2468975" y="1208532"/>
                    </a:cubicBezTo>
                    <a:cubicBezTo>
                      <a:pt x="2472214" y="1208056"/>
                      <a:pt x="2476119" y="1207389"/>
                      <a:pt x="2478882" y="1208723"/>
                    </a:cubicBezTo>
                    <a:cubicBezTo>
                      <a:pt x="2491359" y="1214723"/>
                      <a:pt x="2501932" y="1212628"/>
                      <a:pt x="2512791" y="1204436"/>
                    </a:cubicBezTo>
                    <a:cubicBezTo>
                      <a:pt x="2522220" y="1197388"/>
                      <a:pt x="2533079" y="1193197"/>
                      <a:pt x="2544223" y="1201960"/>
                    </a:cubicBezTo>
                    <a:cubicBezTo>
                      <a:pt x="2568988" y="1221391"/>
                      <a:pt x="2595467" y="1222343"/>
                      <a:pt x="2623471" y="1210056"/>
                    </a:cubicBezTo>
                    <a:cubicBezTo>
                      <a:pt x="2643473" y="1201293"/>
                      <a:pt x="2663190" y="1199293"/>
                      <a:pt x="2684241" y="1208151"/>
                    </a:cubicBezTo>
                    <a:cubicBezTo>
                      <a:pt x="2692337" y="1211580"/>
                      <a:pt x="2702814" y="1209294"/>
                      <a:pt x="2712244" y="1210056"/>
                    </a:cubicBezTo>
                    <a:cubicBezTo>
                      <a:pt x="2717578" y="1210437"/>
                      <a:pt x="2723484" y="1210532"/>
                      <a:pt x="2728055" y="1212914"/>
                    </a:cubicBezTo>
                    <a:cubicBezTo>
                      <a:pt x="2740248" y="1219010"/>
                      <a:pt x="2751582" y="1226820"/>
                      <a:pt x="2763869" y="1232821"/>
                    </a:cubicBezTo>
                    <a:cubicBezTo>
                      <a:pt x="2769775" y="1235678"/>
                      <a:pt x="2776823" y="1237202"/>
                      <a:pt x="2783491" y="1237298"/>
                    </a:cubicBezTo>
                    <a:cubicBezTo>
                      <a:pt x="2803208" y="1237774"/>
                      <a:pt x="2822925" y="1237774"/>
                      <a:pt x="2842546" y="1236917"/>
                    </a:cubicBezTo>
                    <a:cubicBezTo>
                      <a:pt x="2874931" y="1235583"/>
                      <a:pt x="2907792" y="1235297"/>
                      <a:pt x="2931128" y="1206913"/>
                    </a:cubicBezTo>
                    <a:cubicBezTo>
                      <a:pt x="2933034" y="1204627"/>
                      <a:pt x="2937129" y="1203293"/>
                      <a:pt x="2940368" y="1202912"/>
                    </a:cubicBezTo>
                    <a:cubicBezTo>
                      <a:pt x="2955322" y="1201103"/>
                      <a:pt x="2970657" y="1200912"/>
                      <a:pt x="2985421" y="1197959"/>
                    </a:cubicBezTo>
                    <a:cubicBezTo>
                      <a:pt x="2997232" y="1195578"/>
                      <a:pt x="3007043" y="1196340"/>
                      <a:pt x="3015996" y="1204722"/>
                    </a:cubicBezTo>
                    <a:cubicBezTo>
                      <a:pt x="3027712" y="1215771"/>
                      <a:pt x="3042000" y="1222248"/>
                      <a:pt x="3057621" y="1218724"/>
                    </a:cubicBezTo>
                    <a:cubicBezTo>
                      <a:pt x="3073241" y="1215295"/>
                      <a:pt x="3083528" y="1222724"/>
                      <a:pt x="3095054" y="1230440"/>
                    </a:cubicBezTo>
                    <a:cubicBezTo>
                      <a:pt x="3103436" y="1236059"/>
                      <a:pt x="3112961" y="1243108"/>
                      <a:pt x="3122295" y="1243679"/>
                    </a:cubicBezTo>
                    <a:cubicBezTo>
                      <a:pt x="3143441" y="1244917"/>
                      <a:pt x="3161634" y="1264539"/>
                      <a:pt x="3184589" y="1253395"/>
                    </a:cubicBezTo>
                    <a:cubicBezTo>
                      <a:pt x="3186113" y="1252633"/>
                      <a:pt x="3188875" y="1254538"/>
                      <a:pt x="3191066" y="1255014"/>
                    </a:cubicBezTo>
                    <a:cubicBezTo>
                      <a:pt x="3208592" y="1258634"/>
                      <a:pt x="3225070" y="1255109"/>
                      <a:pt x="3237929" y="1243203"/>
                    </a:cubicBezTo>
                    <a:cubicBezTo>
                      <a:pt x="3254788" y="1227677"/>
                      <a:pt x="3273457" y="1226153"/>
                      <a:pt x="3294221" y="1231202"/>
                    </a:cubicBezTo>
                    <a:cubicBezTo>
                      <a:pt x="3300889" y="1232821"/>
                      <a:pt x="3307557" y="1233964"/>
                      <a:pt x="3314319" y="1235297"/>
                    </a:cubicBezTo>
                    <a:cubicBezTo>
                      <a:pt x="3323463" y="1237202"/>
                      <a:pt x="3332703" y="1239203"/>
                      <a:pt x="3341846" y="1241108"/>
                    </a:cubicBezTo>
                    <a:cubicBezTo>
                      <a:pt x="3350705" y="1243013"/>
                      <a:pt x="3360516" y="1246251"/>
                      <a:pt x="3367373" y="1238060"/>
                    </a:cubicBezTo>
                    <a:cubicBezTo>
                      <a:pt x="3373279" y="1231011"/>
                      <a:pt x="3377470" y="1231678"/>
                      <a:pt x="3382899" y="1237774"/>
                    </a:cubicBezTo>
                    <a:cubicBezTo>
                      <a:pt x="3401759" y="1259110"/>
                      <a:pt x="3424619" y="1272445"/>
                      <a:pt x="3453765" y="1273397"/>
                    </a:cubicBezTo>
                    <a:cubicBezTo>
                      <a:pt x="3459766" y="1273588"/>
                      <a:pt x="3465862" y="1274921"/>
                      <a:pt x="3471767" y="1276350"/>
                    </a:cubicBezTo>
                    <a:cubicBezTo>
                      <a:pt x="3475387" y="1277207"/>
                      <a:pt x="3479769" y="1278160"/>
                      <a:pt x="3481959" y="1280732"/>
                    </a:cubicBezTo>
                    <a:cubicBezTo>
                      <a:pt x="3499009" y="1300353"/>
                      <a:pt x="3520250" y="1313974"/>
                      <a:pt x="3543396" y="1324928"/>
                    </a:cubicBezTo>
                    <a:cubicBezTo>
                      <a:pt x="3551682" y="1328833"/>
                      <a:pt x="3560541" y="1332738"/>
                      <a:pt x="3569494" y="1333881"/>
                    </a:cubicBezTo>
                    <a:cubicBezTo>
                      <a:pt x="3578828" y="1335024"/>
                      <a:pt x="3588639" y="1333119"/>
                      <a:pt x="3598164" y="1332071"/>
                    </a:cubicBezTo>
                    <a:cubicBezTo>
                      <a:pt x="3603784" y="1331500"/>
                      <a:pt x="3610261" y="1331595"/>
                      <a:pt x="3614738" y="1328833"/>
                    </a:cubicBezTo>
                    <a:cubicBezTo>
                      <a:pt x="3628930" y="1320165"/>
                      <a:pt x="3642646" y="1310831"/>
                      <a:pt x="3655886" y="1300734"/>
                    </a:cubicBezTo>
                    <a:cubicBezTo>
                      <a:pt x="3667221" y="1292066"/>
                      <a:pt x="3669507" y="1290828"/>
                      <a:pt x="3679317" y="1301687"/>
                    </a:cubicBezTo>
                    <a:cubicBezTo>
                      <a:pt x="3689414" y="1312831"/>
                      <a:pt x="3701987" y="1318641"/>
                      <a:pt x="3715893" y="1321022"/>
                    </a:cubicBezTo>
                    <a:cubicBezTo>
                      <a:pt x="3737896" y="1324737"/>
                      <a:pt x="3760089" y="1327880"/>
                      <a:pt x="3782282" y="1329690"/>
                    </a:cubicBezTo>
                    <a:cubicBezTo>
                      <a:pt x="3802380" y="1331309"/>
                      <a:pt x="3812000" y="1322546"/>
                      <a:pt x="3816001" y="1302639"/>
                    </a:cubicBezTo>
                    <a:cubicBezTo>
                      <a:pt x="3818287" y="1291590"/>
                      <a:pt x="3821240" y="1279588"/>
                      <a:pt x="3833431" y="1276636"/>
                    </a:cubicBezTo>
                    <a:cubicBezTo>
                      <a:pt x="3853339" y="1271873"/>
                      <a:pt x="3874008" y="1269778"/>
                      <a:pt x="3883819" y="1246442"/>
                    </a:cubicBezTo>
                    <a:cubicBezTo>
                      <a:pt x="3889248" y="1251585"/>
                      <a:pt x="3892582" y="1254633"/>
                      <a:pt x="3895821" y="1257681"/>
                    </a:cubicBezTo>
                    <a:cubicBezTo>
                      <a:pt x="3904774" y="1266158"/>
                      <a:pt x="3923347" y="1269778"/>
                      <a:pt x="3932778" y="1262444"/>
                    </a:cubicBezTo>
                    <a:cubicBezTo>
                      <a:pt x="3946684" y="1251776"/>
                      <a:pt x="3959448" y="1253776"/>
                      <a:pt x="3972782" y="1262063"/>
                    </a:cubicBezTo>
                    <a:cubicBezTo>
                      <a:pt x="3995071" y="1275779"/>
                      <a:pt x="4019931" y="1272635"/>
                      <a:pt x="4042505" y="1267111"/>
                    </a:cubicBezTo>
                    <a:cubicBezTo>
                      <a:pt x="4059555" y="1263015"/>
                      <a:pt x="4077748" y="1255490"/>
                      <a:pt x="4088892" y="1238250"/>
                    </a:cubicBezTo>
                    <a:cubicBezTo>
                      <a:pt x="4092416" y="1232726"/>
                      <a:pt x="4100322" y="1229963"/>
                      <a:pt x="4106609" y="1226344"/>
                    </a:cubicBezTo>
                    <a:cubicBezTo>
                      <a:pt x="4111848" y="1223391"/>
                      <a:pt x="4117372" y="1220629"/>
                      <a:pt x="4123182" y="1218724"/>
                    </a:cubicBezTo>
                    <a:cubicBezTo>
                      <a:pt x="4129373" y="1216628"/>
                      <a:pt x="4136232" y="1213580"/>
                      <a:pt x="4142328" y="1214438"/>
                    </a:cubicBezTo>
                    <a:cubicBezTo>
                      <a:pt x="4160806" y="1216914"/>
                      <a:pt x="4175475" y="1212056"/>
                      <a:pt x="4188524" y="1198245"/>
                    </a:cubicBezTo>
                    <a:cubicBezTo>
                      <a:pt x="4195287" y="1191101"/>
                      <a:pt x="4205288" y="1182434"/>
                      <a:pt x="4213860" y="1182338"/>
                    </a:cubicBezTo>
                    <a:cubicBezTo>
                      <a:pt x="4234720" y="1182053"/>
                      <a:pt x="4252055" y="1175195"/>
                      <a:pt x="4270820" y="1167003"/>
                    </a:cubicBezTo>
                    <a:cubicBezTo>
                      <a:pt x="4282916" y="1161764"/>
                      <a:pt x="4296632" y="1158145"/>
                      <a:pt x="4309587" y="1153287"/>
                    </a:cubicBezTo>
                    <a:cubicBezTo>
                      <a:pt x="4324731" y="1147572"/>
                      <a:pt x="4341210" y="1145477"/>
                      <a:pt x="4350449" y="1129665"/>
                    </a:cubicBezTo>
                    <a:cubicBezTo>
                      <a:pt x="4351496" y="1127951"/>
                      <a:pt x="4354640" y="1127665"/>
                      <a:pt x="4356164" y="1126046"/>
                    </a:cubicBezTo>
                    <a:cubicBezTo>
                      <a:pt x="4361021" y="1121093"/>
                      <a:pt x="4367308" y="1116521"/>
                      <a:pt x="4369880" y="1110520"/>
                    </a:cubicBezTo>
                    <a:cubicBezTo>
                      <a:pt x="4377309" y="1092994"/>
                      <a:pt x="4383119" y="1074896"/>
                      <a:pt x="4389787" y="1057085"/>
                    </a:cubicBezTo>
                    <a:cubicBezTo>
                      <a:pt x="4391216" y="1053275"/>
                      <a:pt x="4392549" y="1048417"/>
                      <a:pt x="4395502" y="1046226"/>
                    </a:cubicBezTo>
                    <a:cubicBezTo>
                      <a:pt x="4412552" y="1033653"/>
                      <a:pt x="4429888" y="1021556"/>
                      <a:pt x="4447413" y="1009650"/>
                    </a:cubicBezTo>
                    <a:cubicBezTo>
                      <a:pt x="4454462" y="1004887"/>
                      <a:pt x="4460367" y="1007555"/>
                      <a:pt x="4466654" y="1013079"/>
                    </a:cubicBezTo>
                    <a:cubicBezTo>
                      <a:pt x="4472750" y="1018318"/>
                      <a:pt x="4480275" y="1023747"/>
                      <a:pt x="4487894" y="1025081"/>
                    </a:cubicBezTo>
                    <a:cubicBezTo>
                      <a:pt x="4503135" y="1027652"/>
                      <a:pt x="4518946" y="1028224"/>
                      <a:pt x="4534472" y="1028224"/>
                    </a:cubicBezTo>
                    <a:cubicBezTo>
                      <a:pt x="4540282" y="1028224"/>
                      <a:pt x="4546473" y="1024795"/>
                      <a:pt x="4551903" y="1022033"/>
                    </a:cubicBezTo>
                    <a:cubicBezTo>
                      <a:pt x="4562189" y="1016794"/>
                      <a:pt x="4571714" y="1009745"/>
                      <a:pt x="4582382" y="1005364"/>
                    </a:cubicBezTo>
                    <a:cubicBezTo>
                      <a:pt x="4594765" y="1000316"/>
                      <a:pt x="4602194" y="992219"/>
                      <a:pt x="4605909" y="979551"/>
                    </a:cubicBezTo>
                    <a:cubicBezTo>
                      <a:pt x="4611434" y="960692"/>
                      <a:pt x="4624579" y="947547"/>
                      <a:pt x="4640104" y="936879"/>
                    </a:cubicBezTo>
                    <a:cubicBezTo>
                      <a:pt x="4659821" y="923258"/>
                      <a:pt x="4683348" y="923925"/>
                      <a:pt x="4705731" y="920591"/>
                    </a:cubicBezTo>
                    <a:cubicBezTo>
                      <a:pt x="4714304" y="919353"/>
                      <a:pt x="4723162" y="918305"/>
                      <a:pt x="4730973" y="915162"/>
                    </a:cubicBezTo>
                    <a:cubicBezTo>
                      <a:pt x="4760595" y="903351"/>
                      <a:pt x="4790218" y="892112"/>
                      <a:pt x="4822794" y="892397"/>
                    </a:cubicBezTo>
                    <a:cubicBezTo>
                      <a:pt x="4825460" y="892397"/>
                      <a:pt x="4828128" y="892112"/>
                      <a:pt x="4830794" y="891635"/>
                    </a:cubicBezTo>
                    <a:cubicBezTo>
                      <a:pt x="4853940" y="887730"/>
                      <a:pt x="4877848" y="886206"/>
                      <a:pt x="4894421" y="865442"/>
                    </a:cubicBezTo>
                    <a:cubicBezTo>
                      <a:pt x="4897469" y="861632"/>
                      <a:pt x="4904422" y="860489"/>
                      <a:pt x="4909756" y="858964"/>
                    </a:cubicBezTo>
                    <a:cubicBezTo>
                      <a:pt x="4918996" y="856488"/>
                      <a:pt x="4925188" y="851440"/>
                      <a:pt x="4928521" y="842391"/>
                    </a:cubicBezTo>
                    <a:cubicBezTo>
                      <a:pt x="4934141" y="826770"/>
                      <a:pt x="4940808" y="811435"/>
                      <a:pt x="4945857" y="795623"/>
                    </a:cubicBezTo>
                    <a:cubicBezTo>
                      <a:pt x="4949381" y="784765"/>
                      <a:pt x="4955953" y="778764"/>
                      <a:pt x="4966145" y="774287"/>
                    </a:cubicBezTo>
                    <a:cubicBezTo>
                      <a:pt x="4971860" y="771811"/>
                      <a:pt x="4976813" y="766382"/>
                      <a:pt x="4980909" y="761333"/>
                    </a:cubicBezTo>
                    <a:cubicBezTo>
                      <a:pt x="4985862" y="755237"/>
                      <a:pt x="4988433" y="747141"/>
                      <a:pt x="4993862" y="741712"/>
                    </a:cubicBezTo>
                    <a:cubicBezTo>
                      <a:pt x="5007102" y="728186"/>
                      <a:pt x="5011198" y="713232"/>
                      <a:pt x="5006816" y="694754"/>
                    </a:cubicBezTo>
                    <a:cubicBezTo>
                      <a:pt x="5002911" y="678371"/>
                      <a:pt x="5013198" y="656463"/>
                      <a:pt x="5026724" y="653129"/>
                    </a:cubicBezTo>
                    <a:cubicBezTo>
                      <a:pt x="5041678" y="649414"/>
                      <a:pt x="5051965" y="640271"/>
                      <a:pt x="5062538" y="630079"/>
                    </a:cubicBezTo>
                    <a:cubicBezTo>
                      <a:pt x="5068443" y="624364"/>
                      <a:pt x="5076730" y="619411"/>
                      <a:pt x="5084731" y="617982"/>
                    </a:cubicBezTo>
                    <a:cubicBezTo>
                      <a:pt x="5115116" y="612458"/>
                      <a:pt x="5143786" y="619220"/>
                      <a:pt x="5172647" y="630174"/>
                    </a:cubicBezTo>
                    <a:cubicBezTo>
                      <a:pt x="5191506" y="637318"/>
                      <a:pt x="5212461" y="639223"/>
                      <a:pt x="5232654" y="642080"/>
                    </a:cubicBezTo>
                    <a:cubicBezTo>
                      <a:pt x="5238941" y="642937"/>
                      <a:pt x="5246942" y="641033"/>
                      <a:pt x="5252371" y="637508"/>
                    </a:cubicBezTo>
                    <a:cubicBezTo>
                      <a:pt x="5271421" y="625316"/>
                      <a:pt x="5290376" y="612743"/>
                      <a:pt x="5308092" y="598646"/>
                    </a:cubicBezTo>
                    <a:cubicBezTo>
                      <a:pt x="5324571" y="585407"/>
                      <a:pt x="5343144" y="579882"/>
                      <a:pt x="5363147" y="581311"/>
                    </a:cubicBezTo>
                    <a:cubicBezTo>
                      <a:pt x="5377720" y="582359"/>
                      <a:pt x="5390864" y="579977"/>
                      <a:pt x="5404580" y="576358"/>
                    </a:cubicBezTo>
                    <a:cubicBezTo>
                      <a:pt x="5416010" y="573310"/>
                      <a:pt x="5428583" y="571214"/>
                      <a:pt x="5440203" y="572548"/>
                    </a:cubicBezTo>
                    <a:cubicBezTo>
                      <a:pt x="5456491" y="574453"/>
                      <a:pt x="5469922" y="571691"/>
                      <a:pt x="5482971" y="561880"/>
                    </a:cubicBezTo>
                    <a:cubicBezTo>
                      <a:pt x="5489924" y="556641"/>
                      <a:pt x="5498878" y="553879"/>
                      <a:pt x="5507165" y="550259"/>
                    </a:cubicBezTo>
                    <a:cubicBezTo>
                      <a:pt x="5519928" y="544640"/>
                      <a:pt x="5533168" y="539877"/>
                      <a:pt x="5545645" y="533591"/>
                    </a:cubicBezTo>
                    <a:cubicBezTo>
                      <a:pt x="5559076" y="526923"/>
                      <a:pt x="5571363" y="517684"/>
                      <a:pt x="5585079" y="511969"/>
                    </a:cubicBezTo>
                    <a:cubicBezTo>
                      <a:pt x="5599843" y="505778"/>
                      <a:pt x="5609368" y="496348"/>
                      <a:pt x="5615368" y="481679"/>
                    </a:cubicBezTo>
                    <a:cubicBezTo>
                      <a:pt x="5619179" y="472440"/>
                      <a:pt x="5624417" y="462629"/>
                      <a:pt x="5631656" y="456152"/>
                    </a:cubicBezTo>
                    <a:cubicBezTo>
                      <a:pt x="5646611" y="442913"/>
                      <a:pt x="5664136" y="432625"/>
                      <a:pt x="5679377" y="419576"/>
                    </a:cubicBezTo>
                    <a:cubicBezTo>
                      <a:pt x="5700808" y="401288"/>
                      <a:pt x="5720620" y="381857"/>
                      <a:pt x="5722525" y="350615"/>
                    </a:cubicBezTo>
                    <a:cubicBezTo>
                      <a:pt x="5723572" y="333375"/>
                      <a:pt x="5732716" y="326041"/>
                      <a:pt x="5749576" y="321945"/>
                    </a:cubicBezTo>
                    <a:cubicBezTo>
                      <a:pt x="5755195" y="320612"/>
                      <a:pt x="5763197" y="318040"/>
                      <a:pt x="5764911" y="313849"/>
                    </a:cubicBezTo>
                    <a:cubicBezTo>
                      <a:pt x="5770054" y="301371"/>
                      <a:pt x="5780722" y="298895"/>
                      <a:pt x="5791009" y="293942"/>
                    </a:cubicBezTo>
                    <a:cubicBezTo>
                      <a:pt x="5797201" y="290989"/>
                      <a:pt x="5804821" y="285179"/>
                      <a:pt x="5806440" y="279178"/>
                    </a:cubicBezTo>
                    <a:cubicBezTo>
                      <a:pt x="5813107" y="254889"/>
                      <a:pt x="5831395" y="240602"/>
                      <a:pt x="5848636" y="224885"/>
                    </a:cubicBezTo>
                    <a:cubicBezTo>
                      <a:pt x="5853684" y="220218"/>
                      <a:pt x="5859113" y="214884"/>
                      <a:pt x="5861590" y="208788"/>
                    </a:cubicBezTo>
                    <a:cubicBezTo>
                      <a:pt x="5866829" y="195643"/>
                      <a:pt x="5874639" y="186118"/>
                      <a:pt x="5888355" y="181166"/>
                    </a:cubicBezTo>
                    <a:cubicBezTo>
                      <a:pt x="5892736" y="179642"/>
                      <a:pt x="5896737" y="176117"/>
                      <a:pt x="5900071" y="172784"/>
                    </a:cubicBezTo>
                    <a:cubicBezTo>
                      <a:pt x="5907215" y="165545"/>
                      <a:pt x="5913215" y="157067"/>
                      <a:pt x="5920740" y="150305"/>
                    </a:cubicBezTo>
                    <a:cubicBezTo>
                      <a:pt x="5939885" y="132874"/>
                      <a:pt x="5958840" y="115729"/>
                      <a:pt x="5969985" y="91345"/>
                    </a:cubicBezTo>
                    <a:cubicBezTo>
                      <a:pt x="5975413" y="79439"/>
                      <a:pt x="5981605" y="66485"/>
                      <a:pt x="5991130" y="58293"/>
                    </a:cubicBezTo>
                    <a:cubicBezTo>
                      <a:pt x="6003227" y="47911"/>
                      <a:pt x="6019133" y="42005"/>
                      <a:pt x="6033325" y="33909"/>
                    </a:cubicBezTo>
                    <a:cubicBezTo>
                      <a:pt x="6040469" y="29813"/>
                      <a:pt x="6047137" y="24860"/>
                      <a:pt x="6054376" y="20955"/>
                    </a:cubicBezTo>
                    <a:cubicBezTo>
                      <a:pt x="6067234" y="14097"/>
                      <a:pt x="6080379" y="7715"/>
                      <a:pt x="609552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B911230A-EF3B-4760-9087-E4FBE05BDC5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44" y="3296011"/>
                <a:ext cx="12191456" cy="2849975"/>
              </a:xfrm>
              <a:custGeom>
                <a:avLst/>
                <a:gdLst>
                  <a:gd name="connsiteX0" fmla="*/ 6095524 w 6095524"/>
                  <a:gd name="connsiteY0" fmla="*/ 0 h 1424940"/>
                  <a:gd name="connsiteX1" fmla="*/ 6095524 w 6095524"/>
                  <a:gd name="connsiteY1" fmla="*/ 17431 h 1424940"/>
                  <a:gd name="connsiteX2" fmla="*/ 6095524 w 6095524"/>
                  <a:gd name="connsiteY2" fmla="*/ 216290 h 1424940"/>
                  <a:gd name="connsiteX3" fmla="*/ 6079998 w 6095524"/>
                  <a:gd name="connsiteY3" fmla="*/ 230600 h 1424940"/>
                  <a:gd name="connsiteX4" fmla="*/ 6012751 w 6095524"/>
                  <a:gd name="connsiteY4" fmla="*/ 260699 h 1424940"/>
                  <a:gd name="connsiteX5" fmla="*/ 5992749 w 6095524"/>
                  <a:gd name="connsiteY5" fmla="*/ 268700 h 1424940"/>
                  <a:gd name="connsiteX6" fmla="*/ 5910358 w 6095524"/>
                  <a:gd name="connsiteY6" fmla="*/ 320231 h 1424940"/>
                  <a:gd name="connsiteX7" fmla="*/ 5835777 w 6095524"/>
                  <a:gd name="connsiteY7" fmla="*/ 383953 h 1424940"/>
                  <a:gd name="connsiteX8" fmla="*/ 5781008 w 6095524"/>
                  <a:gd name="connsiteY8" fmla="*/ 459581 h 1424940"/>
                  <a:gd name="connsiteX9" fmla="*/ 5765673 w 6095524"/>
                  <a:gd name="connsiteY9" fmla="*/ 477584 h 1424940"/>
                  <a:gd name="connsiteX10" fmla="*/ 5723763 w 6095524"/>
                  <a:gd name="connsiteY10" fmla="*/ 500158 h 1424940"/>
                  <a:gd name="connsiteX11" fmla="*/ 5686711 w 6095524"/>
                  <a:gd name="connsiteY11" fmla="*/ 517112 h 1424940"/>
                  <a:gd name="connsiteX12" fmla="*/ 5659850 w 6095524"/>
                  <a:gd name="connsiteY12" fmla="*/ 535877 h 1424940"/>
                  <a:gd name="connsiteX13" fmla="*/ 5637181 w 6095524"/>
                  <a:gd name="connsiteY13" fmla="*/ 553117 h 1424940"/>
                  <a:gd name="connsiteX14" fmla="*/ 5585841 w 6095524"/>
                  <a:gd name="connsiteY14" fmla="*/ 597694 h 1424940"/>
                  <a:gd name="connsiteX15" fmla="*/ 5528977 w 6095524"/>
                  <a:gd name="connsiteY15" fmla="*/ 635318 h 1424940"/>
                  <a:gd name="connsiteX16" fmla="*/ 5483256 w 6095524"/>
                  <a:gd name="connsiteY16" fmla="*/ 681419 h 1424940"/>
                  <a:gd name="connsiteX17" fmla="*/ 5464397 w 6095524"/>
                  <a:gd name="connsiteY17" fmla="*/ 706374 h 1424940"/>
                  <a:gd name="connsiteX18" fmla="*/ 5424773 w 6095524"/>
                  <a:gd name="connsiteY18" fmla="*/ 723424 h 1424940"/>
                  <a:gd name="connsiteX19" fmla="*/ 5381815 w 6095524"/>
                  <a:gd name="connsiteY19" fmla="*/ 750094 h 1424940"/>
                  <a:gd name="connsiteX20" fmla="*/ 5351335 w 6095524"/>
                  <a:gd name="connsiteY20" fmla="*/ 776573 h 1424940"/>
                  <a:gd name="connsiteX21" fmla="*/ 5327809 w 6095524"/>
                  <a:gd name="connsiteY21" fmla="*/ 794290 h 1424940"/>
                  <a:gd name="connsiteX22" fmla="*/ 5294566 w 6095524"/>
                  <a:gd name="connsiteY22" fmla="*/ 812102 h 1424940"/>
                  <a:gd name="connsiteX23" fmla="*/ 5261229 w 6095524"/>
                  <a:gd name="connsiteY23" fmla="*/ 835438 h 1424940"/>
                  <a:gd name="connsiteX24" fmla="*/ 5245037 w 6095524"/>
                  <a:gd name="connsiteY24" fmla="*/ 849821 h 1424940"/>
                  <a:gd name="connsiteX25" fmla="*/ 5213699 w 6095524"/>
                  <a:gd name="connsiteY25" fmla="*/ 873728 h 1424940"/>
                  <a:gd name="connsiteX26" fmla="*/ 5181409 w 6095524"/>
                  <a:gd name="connsiteY26" fmla="*/ 896017 h 1424940"/>
                  <a:gd name="connsiteX27" fmla="*/ 5120735 w 6095524"/>
                  <a:gd name="connsiteY27" fmla="*/ 921544 h 1424940"/>
                  <a:gd name="connsiteX28" fmla="*/ 5065490 w 6095524"/>
                  <a:gd name="connsiteY28" fmla="*/ 959072 h 1424940"/>
                  <a:gd name="connsiteX29" fmla="*/ 5021675 w 6095524"/>
                  <a:gd name="connsiteY29" fmla="*/ 986504 h 1424940"/>
                  <a:gd name="connsiteX30" fmla="*/ 4996148 w 6095524"/>
                  <a:gd name="connsiteY30" fmla="*/ 1004507 h 1424940"/>
                  <a:gd name="connsiteX31" fmla="*/ 4949285 w 6095524"/>
                  <a:gd name="connsiteY31" fmla="*/ 1044702 h 1424940"/>
                  <a:gd name="connsiteX32" fmla="*/ 4876609 w 6095524"/>
                  <a:gd name="connsiteY32" fmla="*/ 1086993 h 1424940"/>
                  <a:gd name="connsiteX33" fmla="*/ 4832699 w 6095524"/>
                  <a:gd name="connsiteY33" fmla="*/ 1109853 h 1424940"/>
                  <a:gd name="connsiteX34" fmla="*/ 4738211 w 6095524"/>
                  <a:gd name="connsiteY34" fmla="*/ 1144334 h 1424940"/>
                  <a:gd name="connsiteX35" fmla="*/ 4707731 w 6095524"/>
                  <a:gd name="connsiteY35" fmla="*/ 1156621 h 1424940"/>
                  <a:gd name="connsiteX36" fmla="*/ 4672870 w 6095524"/>
                  <a:gd name="connsiteY36" fmla="*/ 1164717 h 1424940"/>
                  <a:gd name="connsiteX37" fmla="*/ 4616863 w 6095524"/>
                  <a:gd name="connsiteY37" fmla="*/ 1183862 h 1424940"/>
                  <a:gd name="connsiteX38" fmla="*/ 4507516 w 6095524"/>
                  <a:gd name="connsiteY38" fmla="*/ 1216819 h 1424940"/>
                  <a:gd name="connsiteX39" fmla="*/ 4483513 w 6095524"/>
                  <a:gd name="connsiteY39" fmla="*/ 1221867 h 1424940"/>
                  <a:gd name="connsiteX40" fmla="*/ 4422362 w 6095524"/>
                  <a:gd name="connsiteY40" fmla="*/ 1243108 h 1424940"/>
                  <a:gd name="connsiteX41" fmla="*/ 4385691 w 6095524"/>
                  <a:gd name="connsiteY41" fmla="*/ 1257395 h 1424940"/>
                  <a:gd name="connsiteX42" fmla="*/ 4355306 w 6095524"/>
                  <a:gd name="connsiteY42" fmla="*/ 1265587 h 1424940"/>
                  <a:gd name="connsiteX43" fmla="*/ 4328446 w 6095524"/>
                  <a:gd name="connsiteY43" fmla="*/ 1269397 h 1424940"/>
                  <a:gd name="connsiteX44" fmla="*/ 4257770 w 6095524"/>
                  <a:gd name="connsiteY44" fmla="*/ 1288256 h 1424940"/>
                  <a:gd name="connsiteX45" fmla="*/ 4229576 w 6095524"/>
                  <a:gd name="connsiteY45" fmla="*/ 1295686 h 1424940"/>
                  <a:gd name="connsiteX46" fmla="*/ 4156424 w 6095524"/>
                  <a:gd name="connsiteY46" fmla="*/ 1321213 h 1424940"/>
                  <a:gd name="connsiteX47" fmla="*/ 4094416 w 6095524"/>
                  <a:gd name="connsiteY47" fmla="*/ 1338072 h 1424940"/>
                  <a:gd name="connsiteX48" fmla="*/ 4068509 w 6095524"/>
                  <a:gd name="connsiteY48" fmla="*/ 1346168 h 1424940"/>
                  <a:gd name="connsiteX49" fmla="*/ 4009263 w 6095524"/>
                  <a:gd name="connsiteY49" fmla="*/ 1359694 h 1424940"/>
                  <a:gd name="connsiteX50" fmla="*/ 3975735 w 6095524"/>
                  <a:gd name="connsiteY50" fmla="*/ 1369219 h 1424940"/>
                  <a:gd name="connsiteX51" fmla="*/ 3893915 w 6095524"/>
                  <a:gd name="connsiteY51" fmla="*/ 1379982 h 1424940"/>
                  <a:gd name="connsiteX52" fmla="*/ 3809428 w 6095524"/>
                  <a:gd name="connsiteY52" fmla="*/ 1390364 h 1424940"/>
                  <a:gd name="connsiteX53" fmla="*/ 3763042 w 6095524"/>
                  <a:gd name="connsiteY53" fmla="*/ 1393793 h 1424940"/>
                  <a:gd name="connsiteX54" fmla="*/ 3722561 w 6095524"/>
                  <a:gd name="connsiteY54" fmla="*/ 1399223 h 1424940"/>
                  <a:gd name="connsiteX55" fmla="*/ 3687318 w 6095524"/>
                  <a:gd name="connsiteY55" fmla="*/ 1402652 h 1424940"/>
                  <a:gd name="connsiteX56" fmla="*/ 3631216 w 6095524"/>
                  <a:gd name="connsiteY56" fmla="*/ 1409605 h 1424940"/>
                  <a:gd name="connsiteX57" fmla="*/ 3607880 w 6095524"/>
                  <a:gd name="connsiteY57" fmla="*/ 1411415 h 1424940"/>
                  <a:gd name="connsiteX58" fmla="*/ 3552825 w 6095524"/>
                  <a:gd name="connsiteY58" fmla="*/ 1411319 h 1424940"/>
                  <a:gd name="connsiteX59" fmla="*/ 3533680 w 6095524"/>
                  <a:gd name="connsiteY59" fmla="*/ 1410367 h 1424940"/>
                  <a:gd name="connsiteX60" fmla="*/ 3496818 w 6095524"/>
                  <a:gd name="connsiteY60" fmla="*/ 1398556 h 1424940"/>
                  <a:gd name="connsiteX61" fmla="*/ 3492437 w 6095524"/>
                  <a:gd name="connsiteY61" fmla="*/ 1397699 h 1424940"/>
                  <a:gd name="connsiteX62" fmla="*/ 3468243 w 6095524"/>
                  <a:gd name="connsiteY62" fmla="*/ 1393031 h 1424940"/>
                  <a:gd name="connsiteX63" fmla="*/ 3455003 w 6095524"/>
                  <a:gd name="connsiteY63" fmla="*/ 1391507 h 1424940"/>
                  <a:gd name="connsiteX64" fmla="*/ 3404711 w 6095524"/>
                  <a:gd name="connsiteY64" fmla="*/ 1381792 h 1424940"/>
                  <a:gd name="connsiteX65" fmla="*/ 3375756 w 6095524"/>
                  <a:gd name="connsiteY65" fmla="*/ 1377220 h 1424940"/>
                  <a:gd name="connsiteX66" fmla="*/ 3352324 w 6095524"/>
                  <a:gd name="connsiteY66" fmla="*/ 1377887 h 1424940"/>
                  <a:gd name="connsiteX67" fmla="*/ 3311176 w 6095524"/>
                  <a:gd name="connsiteY67" fmla="*/ 1378744 h 1424940"/>
                  <a:gd name="connsiteX68" fmla="*/ 3298031 w 6095524"/>
                  <a:gd name="connsiteY68" fmla="*/ 1380935 h 1424940"/>
                  <a:gd name="connsiteX69" fmla="*/ 3238595 w 6095524"/>
                  <a:gd name="connsiteY69" fmla="*/ 1374648 h 1424940"/>
                  <a:gd name="connsiteX70" fmla="*/ 3204686 w 6095524"/>
                  <a:gd name="connsiteY70" fmla="*/ 1374172 h 1424940"/>
                  <a:gd name="connsiteX71" fmla="*/ 3166491 w 6095524"/>
                  <a:gd name="connsiteY71" fmla="*/ 1366361 h 1424940"/>
                  <a:gd name="connsiteX72" fmla="*/ 3155347 w 6095524"/>
                  <a:gd name="connsiteY72" fmla="*/ 1366742 h 1424940"/>
                  <a:gd name="connsiteX73" fmla="*/ 3142869 w 6095524"/>
                  <a:gd name="connsiteY73" fmla="*/ 1367409 h 1424940"/>
                  <a:gd name="connsiteX74" fmla="*/ 3104578 w 6095524"/>
                  <a:gd name="connsiteY74" fmla="*/ 1367981 h 1424940"/>
                  <a:gd name="connsiteX75" fmla="*/ 3081337 w 6095524"/>
                  <a:gd name="connsiteY75" fmla="*/ 1370838 h 1424940"/>
                  <a:gd name="connsiteX76" fmla="*/ 3037047 w 6095524"/>
                  <a:gd name="connsiteY76" fmla="*/ 1369124 h 1424940"/>
                  <a:gd name="connsiteX77" fmla="*/ 3020663 w 6095524"/>
                  <a:gd name="connsiteY77" fmla="*/ 1371600 h 1424940"/>
                  <a:gd name="connsiteX78" fmla="*/ 2979230 w 6095524"/>
                  <a:gd name="connsiteY78" fmla="*/ 1371886 h 1424940"/>
                  <a:gd name="connsiteX79" fmla="*/ 2942082 w 6095524"/>
                  <a:gd name="connsiteY79" fmla="*/ 1370457 h 1424940"/>
                  <a:gd name="connsiteX80" fmla="*/ 2906268 w 6095524"/>
                  <a:gd name="connsiteY80" fmla="*/ 1371219 h 1424940"/>
                  <a:gd name="connsiteX81" fmla="*/ 2880646 w 6095524"/>
                  <a:gd name="connsiteY81" fmla="*/ 1374362 h 1424940"/>
                  <a:gd name="connsiteX82" fmla="*/ 2852833 w 6095524"/>
                  <a:gd name="connsiteY82" fmla="*/ 1376267 h 1424940"/>
                  <a:gd name="connsiteX83" fmla="*/ 2776157 w 6095524"/>
                  <a:gd name="connsiteY83" fmla="*/ 1387602 h 1424940"/>
                  <a:gd name="connsiteX84" fmla="*/ 2761965 w 6095524"/>
                  <a:gd name="connsiteY84" fmla="*/ 1384840 h 1424940"/>
                  <a:gd name="connsiteX85" fmla="*/ 2681383 w 6095524"/>
                  <a:gd name="connsiteY85" fmla="*/ 1382268 h 1424940"/>
                  <a:gd name="connsiteX86" fmla="*/ 2663857 w 6095524"/>
                  <a:gd name="connsiteY86" fmla="*/ 1382459 h 1424940"/>
                  <a:gd name="connsiteX87" fmla="*/ 2616803 w 6095524"/>
                  <a:gd name="connsiteY87" fmla="*/ 1371219 h 1424940"/>
                  <a:gd name="connsiteX88" fmla="*/ 2544223 w 6095524"/>
                  <a:gd name="connsiteY88" fmla="*/ 1389031 h 1424940"/>
                  <a:gd name="connsiteX89" fmla="*/ 2476309 w 6095524"/>
                  <a:gd name="connsiteY89" fmla="*/ 1411319 h 1424940"/>
                  <a:gd name="connsiteX90" fmla="*/ 2467737 w 6095524"/>
                  <a:gd name="connsiteY90" fmla="*/ 1414177 h 1424940"/>
                  <a:gd name="connsiteX91" fmla="*/ 2443353 w 6095524"/>
                  <a:gd name="connsiteY91" fmla="*/ 1419035 h 1424940"/>
                  <a:gd name="connsiteX92" fmla="*/ 2413159 w 6095524"/>
                  <a:gd name="connsiteY92" fmla="*/ 1420749 h 1424940"/>
                  <a:gd name="connsiteX93" fmla="*/ 2374868 w 6095524"/>
                  <a:gd name="connsiteY93" fmla="*/ 1424940 h 1424940"/>
                  <a:gd name="connsiteX94" fmla="*/ 2344198 w 6095524"/>
                  <a:gd name="connsiteY94" fmla="*/ 1419701 h 1424940"/>
                  <a:gd name="connsiteX95" fmla="*/ 2301335 w 6095524"/>
                  <a:gd name="connsiteY95" fmla="*/ 1411891 h 1424940"/>
                  <a:gd name="connsiteX96" fmla="*/ 2260949 w 6095524"/>
                  <a:gd name="connsiteY96" fmla="*/ 1404461 h 1424940"/>
                  <a:gd name="connsiteX97" fmla="*/ 2248186 w 6095524"/>
                  <a:gd name="connsiteY97" fmla="*/ 1413224 h 1424940"/>
                  <a:gd name="connsiteX98" fmla="*/ 2228469 w 6095524"/>
                  <a:gd name="connsiteY98" fmla="*/ 1420844 h 1424940"/>
                  <a:gd name="connsiteX99" fmla="*/ 2206562 w 6095524"/>
                  <a:gd name="connsiteY99" fmla="*/ 1411700 h 1424940"/>
                  <a:gd name="connsiteX100" fmla="*/ 2155317 w 6095524"/>
                  <a:gd name="connsiteY100" fmla="*/ 1392746 h 1424940"/>
                  <a:gd name="connsiteX101" fmla="*/ 2122932 w 6095524"/>
                  <a:gd name="connsiteY101" fmla="*/ 1391888 h 1424940"/>
                  <a:gd name="connsiteX102" fmla="*/ 2052542 w 6095524"/>
                  <a:gd name="connsiteY102" fmla="*/ 1383792 h 1424940"/>
                  <a:gd name="connsiteX103" fmla="*/ 2006537 w 6095524"/>
                  <a:gd name="connsiteY103" fmla="*/ 1372267 h 1424940"/>
                  <a:gd name="connsiteX104" fmla="*/ 1973486 w 6095524"/>
                  <a:gd name="connsiteY104" fmla="*/ 1359218 h 1424940"/>
                  <a:gd name="connsiteX105" fmla="*/ 1926146 w 6095524"/>
                  <a:gd name="connsiteY105" fmla="*/ 1342168 h 1424940"/>
                  <a:gd name="connsiteX106" fmla="*/ 1878616 w 6095524"/>
                  <a:gd name="connsiteY106" fmla="*/ 1333310 h 1424940"/>
                  <a:gd name="connsiteX107" fmla="*/ 1844231 w 6095524"/>
                  <a:gd name="connsiteY107" fmla="*/ 1322165 h 1424940"/>
                  <a:gd name="connsiteX108" fmla="*/ 1802225 w 6095524"/>
                  <a:gd name="connsiteY108" fmla="*/ 1314545 h 1424940"/>
                  <a:gd name="connsiteX109" fmla="*/ 1766983 w 6095524"/>
                  <a:gd name="connsiteY109" fmla="*/ 1314260 h 1424940"/>
                  <a:gd name="connsiteX110" fmla="*/ 1711738 w 6095524"/>
                  <a:gd name="connsiteY110" fmla="*/ 1315593 h 1424940"/>
                  <a:gd name="connsiteX111" fmla="*/ 1644111 w 6095524"/>
                  <a:gd name="connsiteY111" fmla="*/ 1292543 h 1424940"/>
                  <a:gd name="connsiteX112" fmla="*/ 1616774 w 6095524"/>
                  <a:gd name="connsiteY112" fmla="*/ 1287399 h 1424940"/>
                  <a:gd name="connsiteX113" fmla="*/ 1591056 w 6095524"/>
                  <a:gd name="connsiteY113" fmla="*/ 1285018 h 1424940"/>
                  <a:gd name="connsiteX114" fmla="*/ 1536478 w 6095524"/>
                  <a:gd name="connsiteY114" fmla="*/ 1269683 h 1424940"/>
                  <a:gd name="connsiteX115" fmla="*/ 1514285 w 6095524"/>
                  <a:gd name="connsiteY115" fmla="*/ 1264634 h 1424940"/>
                  <a:gd name="connsiteX116" fmla="*/ 1483233 w 6095524"/>
                  <a:gd name="connsiteY116" fmla="*/ 1264730 h 1424940"/>
                  <a:gd name="connsiteX117" fmla="*/ 1426750 w 6095524"/>
                  <a:gd name="connsiteY117" fmla="*/ 1257681 h 1424940"/>
                  <a:gd name="connsiteX118" fmla="*/ 1370362 w 6095524"/>
                  <a:gd name="connsiteY118" fmla="*/ 1237107 h 1424940"/>
                  <a:gd name="connsiteX119" fmla="*/ 1346454 w 6095524"/>
                  <a:gd name="connsiteY119" fmla="*/ 1239107 h 1424940"/>
                  <a:gd name="connsiteX120" fmla="*/ 1337882 w 6095524"/>
                  <a:gd name="connsiteY120" fmla="*/ 1238631 h 1424940"/>
                  <a:gd name="connsiteX121" fmla="*/ 1260825 w 6095524"/>
                  <a:gd name="connsiteY121" fmla="*/ 1227296 h 1424940"/>
                  <a:gd name="connsiteX122" fmla="*/ 1253109 w 6095524"/>
                  <a:gd name="connsiteY122" fmla="*/ 1226058 h 1424940"/>
                  <a:gd name="connsiteX123" fmla="*/ 1216915 w 6095524"/>
                  <a:gd name="connsiteY123" fmla="*/ 1215962 h 1424940"/>
                  <a:gd name="connsiteX124" fmla="*/ 1125664 w 6095524"/>
                  <a:gd name="connsiteY124" fmla="*/ 1209675 h 1424940"/>
                  <a:gd name="connsiteX125" fmla="*/ 1120045 w 6095524"/>
                  <a:gd name="connsiteY125" fmla="*/ 1208913 h 1424940"/>
                  <a:gd name="connsiteX126" fmla="*/ 1089469 w 6095524"/>
                  <a:gd name="connsiteY126" fmla="*/ 1213961 h 1424940"/>
                  <a:gd name="connsiteX127" fmla="*/ 1074325 w 6095524"/>
                  <a:gd name="connsiteY127" fmla="*/ 1221105 h 1424940"/>
                  <a:gd name="connsiteX128" fmla="*/ 1050703 w 6095524"/>
                  <a:gd name="connsiteY128" fmla="*/ 1228535 h 1424940"/>
                  <a:gd name="connsiteX129" fmla="*/ 1026700 w 6095524"/>
                  <a:gd name="connsiteY129" fmla="*/ 1231297 h 1424940"/>
                  <a:gd name="connsiteX130" fmla="*/ 986409 w 6095524"/>
                  <a:gd name="connsiteY130" fmla="*/ 1220057 h 1424940"/>
                  <a:gd name="connsiteX131" fmla="*/ 971741 w 6095524"/>
                  <a:gd name="connsiteY131" fmla="*/ 1218914 h 1424940"/>
                  <a:gd name="connsiteX132" fmla="*/ 939070 w 6095524"/>
                  <a:gd name="connsiteY132" fmla="*/ 1213485 h 1424940"/>
                  <a:gd name="connsiteX133" fmla="*/ 910495 w 6095524"/>
                  <a:gd name="connsiteY133" fmla="*/ 1213866 h 1424940"/>
                  <a:gd name="connsiteX134" fmla="*/ 887540 w 6095524"/>
                  <a:gd name="connsiteY134" fmla="*/ 1222534 h 1424940"/>
                  <a:gd name="connsiteX135" fmla="*/ 854202 w 6095524"/>
                  <a:gd name="connsiteY135" fmla="*/ 1224248 h 1424940"/>
                  <a:gd name="connsiteX136" fmla="*/ 832675 w 6095524"/>
                  <a:gd name="connsiteY136" fmla="*/ 1217962 h 1424940"/>
                  <a:gd name="connsiteX137" fmla="*/ 828294 w 6095524"/>
                  <a:gd name="connsiteY137" fmla="*/ 1217105 h 1424940"/>
                  <a:gd name="connsiteX138" fmla="*/ 772001 w 6095524"/>
                  <a:gd name="connsiteY138" fmla="*/ 1216723 h 1424940"/>
                  <a:gd name="connsiteX139" fmla="*/ 701707 w 6095524"/>
                  <a:gd name="connsiteY139" fmla="*/ 1235678 h 1424940"/>
                  <a:gd name="connsiteX140" fmla="*/ 690086 w 6095524"/>
                  <a:gd name="connsiteY140" fmla="*/ 1239679 h 1424940"/>
                  <a:gd name="connsiteX141" fmla="*/ 633412 w 6095524"/>
                  <a:gd name="connsiteY141" fmla="*/ 1246632 h 1424940"/>
                  <a:gd name="connsiteX142" fmla="*/ 603028 w 6095524"/>
                  <a:gd name="connsiteY142" fmla="*/ 1253681 h 1424940"/>
                  <a:gd name="connsiteX143" fmla="*/ 581120 w 6095524"/>
                  <a:gd name="connsiteY143" fmla="*/ 1254062 h 1424940"/>
                  <a:gd name="connsiteX144" fmla="*/ 554642 w 6095524"/>
                  <a:gd name="connsiteY144" fmla="*/ 1266539 h 1424940"/>
                  <a:gd name="connsiteX145" fmla="*/ 545973 w 6095524"/>
                  <a:gd name="connsiteY145" fmla="*/ 1271969 h 1424940"/>
                  <a:gd name="connsiteX146" fmla="*/ 535591 w 6095524"/>
                  <a:gd name="connsiteY146" fmla="*/ 1275207 h 1424940"/>
                  <a:gd name="connsiteX147" fmla="*/ 488538 w 6095524"/>
                  <a:gd name="connsiteY147" fmla="*/ 1285494 h 1424940"/>
                  <a:gd name="connsiteX148" fmla="*/ 480155 w 6095524"/>
                  <a:gd name="connsiteY148" fmla="*/ 1291304 h 1424940"/>
                  <a:gd name="connsiteX149" fmla="*/ 474535 w 6095524"/>
                  <a:gd name="connsiteY149" fmla="*/ 1294924 h 1424940"/>
                  <a:gd name="connsiteX150" fmla="*/ 428816 w 6095524"/>
                  <a:gd name="connsiteY150" fmla="*/ 1301020 h 1424940"/>
                  <a:gd name="connsiteX151" fmla="*/ 400241 w 6095524"/>
                  <a:gd name="connsiteY151" fmla="*/ 1318260 h 1424940"/>
                  <a:gd name="connsiteX152" fmla="*/ 392431 w 6095524"/>
                  <a:gd name="connsiteY152" fmla="*/ 1325594 h 1424940"/>
                  <a:gd name="connsiteX153" fmla="*/ 365093 w 6095524"/>
                  <a:gd name="connsiteY153" fmla="*/ 1336643 h 1424940"/>
                  <a:gd name="connsiteX154" fmla="*/ 273177 w 6095524"/>
                  <a:gd name="connsiteY154" fmla="*/ 1357884 h 1424940"/>
                  <a:gd name="connsiteX155" fmla="*/ 246888 w 6095524"/>
                  <a:gd name="connsiteY155" fmla="*/ 1350359 h 1424940"/>
                  <a:gd name="connsiteX156" fmla="*/ 196977 w 6095524"/>
                  <a:gd name="connsiteY156" fmla="*/ 1370552 h 1424940"/>
                  <a:gd name="connsiteX157" fmla="*/ 153352 w 6095524"/>
                  <a:gd name="connsiteY157" fmla="*/ 1381982 h 1424940"/>
                  <a:gd name="connsiteX158" fmla="*/ 137160 w 6095524"/>
                  <a:gd name="connsiteY158" fmla="*/ 1384745 h 1424940"/>
                  <a:gd name="connsiteX159" fmla="*/ 85917 w 6095524"/>
                  <a:gd name="connsiteY159" fmla="*/ 1389793 h 1424940"/>
                  <a:gd name="connsiteX160" fmla="*/ 59532 w 6095524"/>
                  <a:gd name="connsiteY160" fmla="*/ 1401223 h 1424940"/>
                  <a:gd name="connsiteX161" fmla="*/ 30325 w 6095524"/>
                  <a:gd name="connsiteY161" fmla="*/ 1409974 h 1424940"/>
                  <a:gd name="connsiteX162" fmla="*/ 0 w 6095524"/>
                  <a:gd name="connsiteY162" fmla="*/ 1412360 h 1424940"/>
                  <a:gd name="connsiteX163" fmla="*/ 0 w 6095524"/>
                  <a:gd name="connsiteY163" fmla="*/ 1058622 h 1424940"/>
                  <a:gd name="connsiteX164" fmla="*/ 17145 w 6095524"/>
                  <a:gd name="connsiteY164" fmla="*/ 1060228 h 1424940"/>
                  <a:gd name="connsiteX165" fmla="*/ 44672 w 6095524"/>
                  <a:gd name="connsiteY165" fmla="*/ 1066324 h 1424940"/>
                  <a:gd name="connsiteX166" fmla="*/ 84677 w 6095524"/>
                  <a:gd name="connsiteY166" fmla="*/ 1076230 h 1424940"/>
                  <a:gd name="connsiteX167" fmla="*/ 132017 w 6095524"/>
                  <a:gd name="connsiteY167" fmla="*/ 1064990 h 1424940"/>
                  <a:gd name="connsiteX168" fmla="*/ 136779 w 6095524"/>
                  <a:gd name="connsiteY168" fmla="*/ 1060323 h 1424940"/>
                  <a:gd name="connsiteX169" fmla="*/ 187547 w 6095524"/>
                  <a:gd name="connsiteY169" fmla="*/ 1049179 h 1424940"/>
                  <a:gd name="connsiteX170" fmla="*/ 270891 w 6095524"/>
                  <a:gd name="connsiteY170" fmla="*/ 1036415 h 1424940"/>
                  <a:gd name="connsiteX171" fmla="*/ 276320 w 6095524"/>
                  <a:gd name="connsiteY171" fmla="*/ 1035558 h 1424940"/>
                  <a:gd name="connsiteX172" fmla="*/ 323755 w 6095524"/>
                  <a:gd name="connsiteY172" fmla="*/ 1061561 h 1424940"/>
                  <a:gd name="connsiteX173" fmla="*/ 361855 w 6095524"/>
                  <a:gd name="connsiteY173" fmla="*/ 1057942 h 1424940"/>
                  <a:gd name="connsiteX174" fmla="*/ 379571 w 6095524"/>
                  <a:gd name="connsiteY174" fmla="*/ 1039939 h 1424940"/>
                  <a:gd name="connsiteX175" fmla="*/ 430530 w 6095524"/>
                  <a:gd name="connsiteY175" fmla="*/ 1025747 h 1424940"/>
                  <a:gd name="connsiteX176" fmla="*/ 493300 w 6095524"/>
                  <a:gd name="connsiteY176" fmla="*/ 1027176 h 1424940"/>
                  <a:gd name="connsiteX177" fmla="*/ 537782 w 6095524"/>
                  <a:gd name="connsiteY177" fmla="*/ 1025366 h 1424940"/>
                  <a:gd name="connsiteX178" fmla="*/ 562166 w 6095524"/>
                  <a:gd name="connsiteY178" fmla="*/ 1015746 h 1424940"/>
                  <a:gd name="connsiteX179" fmla="*/ 579596 w 6095524"/>
                  <a:gd name="connsiteY179" fmla="*/ 1016699 h 1424940"/>
                  <a:gd name="connsiteX180" fmla="*/ 612362 w 6095524"/>
                  <a:gd name="connsiteY180" fmla="*/ 1023557 h 1424940"/>
                  <a:gd name="connsiteX181" fmla="*/ 716090 w 6095524"/>
                  <a:gd name="connsiteY181" fmla="*/ 1031653 h 1424940"/>
                  <a:gd name="connsiteX182" fmla="*/ 758381 w 6095524"/>
                  <a:gd name="connsiteY182" fmla="*/ 1018985 h 1424940"/>
                  <a:gd name="connsiteX183" fmla="*/ 771049 w 6095524"/>
                  <a:gd name="connsiteY183" fmla="*/ 1018699 h 1424940"/>
                  <a:gd name="connsiteX184" fmla="*/ 799433 w 6095524"/>
                  <a:gd name="connsiteY184" fmla="*/ 1023652 h 1424940"/>
                  <a:gd name="connsiteX185" fmla="*/ 858012 w 6095524"/>
                  <a:gd name="connsiteY185" fmla="*/ 1020318 h 1424940"/>
                  <a:gd name="connsiteX186" fmla="*/ 879634 w 6095524"/>
                  <a:gd name="connsiteY186" fmla="*/ 1015270 h 1424940"/>
                  <a:gd name="connsiteX187" fmla="*/ 891635 w 6095524"/>
                  <a:gd name="connsiteY187" fmla="*/ 1012031 h 1424940"/>
                  <a:gd name="connsiteX188" fmla="*/ 953262 w 6095524"/>
                  <a:gd name="connsiteY188" fmla="*/ 1003078 h 1424940"/>
                  <a:gd name="connsiteX189" fmla="*/ 980694 w 6095524"/>
                  <a:gd name="connsiteY189" fmla="*/ 993458 h 1424940"/>
                  <a:gd name="connsiteX190" fmla="*/ 988124 w 6095524"/>
                  <a:gd name="connsiteY190" fmla="*/ 992029 h 1424940"/>
                  <a:gd name="connsiteX191" fmla="*/ 1028795 w 6095524"/>
                  <a:gd name="connsiteY191" fmla="*/ 996029 h 1424940"/>
                  <a:gd name="connsiteX192" fmla="*/ 1059275 w 6095524"/>
                  <a:gd name="connsiteY192" fmla="*/ 1011555 h 1424940"/>
                  <a:gd name="connsiteX193" fmla="*/ 1065181 w 6095524"/>
                  <a:gd name="connsiteY193" fmla="*/ 1016794 h 1424940"/>
                  <a:gd name="connsiteX194" fmla="*/ 1150144 w 6095524"/>
                  <a:gd name="connsiteY194" fmla="*/ 1014984 h 1424940"/>
                  <a:gd name="connsiteX195" fmla="*/ 1163193 w 6095524"/>
                  <a:gd name="connsiteY195" fmla="*/ 1012793 h 1424940"/>
                  <a:gd name="connsiteX196" fmla="*/ 1226249 w 6095524"/>
                  <a:gd name="connsiteY196" fmla="*/ 1021937 h 1424940"/>
                  <a:gd name="connsiteX197" fmla="*/ 1244632 w 6095524"/>
                  <a:gd name="connsiteY197" fmla="*/ 1023747 h 1424940"/>
                  <a:gd name="connsiteX198" fmla="*/ 1310545 w 6095524"/>
                  <a:gd name="connsiteY198" fmla="*/ 1031939 h 1424940"/>
                  <a:gd name="connsiteX199" fmla="*/ 1319879 w 6095524"/>
                  <a:gd name="connsiteY199" fmla="*/ 1024319 h 1424940"/>
                  <a:gd name="connsiteX200" fmla="*/ 1346740 w 6095524"/>
                  <a:gd name="connsiteY200" fmla="*/ 1005173 h 1424940"/>
                  <a:gd name="connsiteX201" fmla="*/ 1399699 w 6095524"/>
                  <a:gd name="connsiteY201" fmla="*/ 988219 h 1424940"/>
                  <a:gd name="connsiteX202" fmla="*/ 1414082 w 6095524"/>
                  <a:gd name="connsiteY202" fmla="*/ 989171 h 1424940"/>
                  <a:gd name="connsiteX203" fmla="*/ 1450467 w 6095524"/>
                  <a:gd name="connsiteY203" fmla="*/ 1017461 h 1424940"/>
                  <a:gd name="connsiteX204" fmla="*/ 1468184 w 6095524"/>
                  <a:gd name="connsiteY204" fmla="*/ 1028795 h 1424940"/>
                  <a:gd name="connsiteX205" fmla="*/ 1518476 w 6095524"/>
                  <a:gd name="connsiteY205" fmla="*/ 1049655 h 1424940"/>
                  <a:gd name="connsiteX206" fmla="*/ 1522667 w 6095524"/>
                  <a:gd name="connsiteY206" fmla="*/ 1053465 h 1424940"/>
                  <a:gd name="connsiteX207" fmla="*/ 1559814 w 6095524"/>
                  <a:gd name="connsiteY207" fmla="*/ 1098709 h 1424940"/>
                  <a:gd name="connsiteX208" fmla="*/ 1568196 w 6095524"/>
                  <a:gd name="connsiteY208" fmla="*/ 1106424 h 1424940"/>
                  <a:gd name="connsiteX209" fmla="*/ 1578293 w 6095524"/>
                  <a:gd name="connsiteY209" fmla="*/ 1118426 h 1424940"/>
                  <a:gd name="connsiteX210" fmla="*/ 1609820 w 6095524"/>
                  <a:gd name="connsiteY210" fmla="*/ 1141667 h 1424940"/>
                  <a:gd name="connsiteX211" fmla="*/ 1648873 w 6095524"/>
                  <a:gd name="connsiteY211" fmla="*/ 1149096 h 1424940"/>
                  <a:gd name="connsiteX212" fmla="*/ 1696022 w 6095524"/>
                  <a:gd name="connsiteY212" fmla="*/ 1160431 h 1424940"/>
                  <a:gd name="connsiteX213" fmla="*/ 1715739 w 6095524"/>
                  <a:gd name="connsiteY213" fmla="*/ 1168051 h 1424940"/>
                  <a:gd name="connsiteX214" fmla="*/ 1768602 w 6095524"/>
                  <a:gd name="connsiteY214" fmla="*/ 1182529 h 1424940"/>
                  <a:gd name="connsiteX215" fmla="*/ 1806321 w 6095524"/>
                  <a:gd name="connsiteY215" fmla="*/ 1194721 h 1424940"/>
                  <a:gd name="connsiteX216" fmla="*/ 1860709 w 6095524"/>
                  <a:gd name="connsiteY216" fmla="*/ 1201865 h 1424940"/>
                  <a:gd name="connsiteX217" fmla="*/ 1887093 w 6095524"/>
                  <a:gd name="connsiteY217" fmla="*/ 1202150 h 1424940"/>
                  <a:gd name="connsiteX218" fmla="*/ 1935575 w 6095524"/>
                  <a:gd name="connsiteY218" fmla="*/ 1238726 h 1424940"/>
                  <a:gd name="connsiteX219" fmla="*/ 1974247 w 6095524"/>
                  <a:gd name="connsiteY219" fmla="*/ 1262920 h 1424940"/>
                  <a:gd name="connsiteX220" fmla="*/ 2014919 w 6095524"/>
                  <a:gd name="connsiteY220" fmla="*/ 1251204 h 1424940"/>
                  <a:gd name="connsiteX221" fmla="*/ 2025968 w 6095524"/>
                  <a:gd name="connsiteY221" fmla="*/ 1240155 h 1424940"/>
                  <a:gd name="connsiteX222" fmla="*/ 2092643 w 6095524"/>
                  <a:gd name="connsiteY222" fmla="*/ 1229678 h 1424940"/>
                  <a:gd name="connsiteX223" fmla="*/ 2187893 w 6095524"/>
                  <a:gd name="connsiteY223" fmla="*/ 1229297 h 1424940"/>
                  <a:gd name="connsiteX224" fmla="*/ 2346294 w 6095524"/>
                  <a:gd name="connsiteY224" fmla="*/ 1205484 h 1424940"/>
                  <a:gd name="connsiteX225" fmla="*/ 2373916 w 6095524"/>
                  <a:gd name="connsiteY225" fmla="*/ 1194435 h 1424940"/>
                  <a:gd name="connsiteX226" fmla="*/ 2404967 w 6095524"/>
                  <a:gd name="connsiteY226" fmla="*/ 1191673 h 1424940"/>
                  <a:gd name="connsiteX227" fmla="*/ 2416874 w 6095524"/>
                  <a:gd name="connsiteY227" fmla="*/ 1198436 h 1424940"/>
                  <a:gd name="connsiteX228" fmla="*/ 2468975 w 6095524"/>
                  <a:gd name="connsiteY228" fmla="*/ 1208532 h 1424940"/>
                  <a:gd name="connsiteX229" fmla="*/ 2478882 w 6095524"/>
                  <a:gd name="connsiteY229" fmla="*/ 1208723 h 1424940"/>
                  <a:gd name="connsiteX230" fmla="*/ 2512791 w 6095524"/>
                  <a:gd name="connsiteY230" fmla="*/ 1204436 h 1424940"/>
                  <a:gd name="connsiteX231" fmla="*/ 2544223 w 6095524"/>
                  <a:gd name="connsiteY231" fmla="*/ 1201960 h 1424940"/>
                  <a:gd name="connsiteX232" fmla="*/ 2623471 w 6095524"/>
                  <a:gd name="connsiteY232" fmla="*/ 1210056 h 1424940"/>
                  <a:gd name="connsiteX233" fmla="*/ 2684241 w 6095524"/>
                  <a:gd name="connsiteY233" fmla="*/ 1208151 h 1424940"/>
                  <a:gd name="connsiteX234" fmla="*/ 2712244 w 6095524"/>
                  <a:gd name="connsiteY234" fmla="*/ 1210056 h 1424940"/>
                  <a:gd name="connsiteX235" fmla="*/ 2728055 w 6095524"/>
                  <a:gd name="connsiteY235" fmla="*/ 1212914 h 1424940"/>
                  <a:gd name="connsiteX236" fmla="*/ 2763869 w 6095524"/>
                  <a:gd name="connsiteY236" fmla="*/ 1232821 h 1424940"/>
                  <a:gd name="connsiteX237" fmla="*/ 2783491 w 6095524"/>
                  <a:gd name="connsiteY237" fmla="*/ 1237298 h 1424940"/>
                  <a:gd name="connsiteX238" fmla="*/ 2842546 w 6095524"/>
                  <a:gd name="connsiteY238" fmla="*/ 1236917 h 1424940"/>
                  <a:gd name="connsiteX239" fmla="*/ 2931128 w 6095524"/>
                  <a:gd name="connsiteY239" fmla="*/ 1206913 h 1424940"/>
                  <a:gd name="connsiteX240" fmla="*/ 2940368 w 6095524"/>
                  <a:gd name="connsiteY240" fmla="*/ 1202912 h 1424940"/>
                  <a:gd name="connsiteX241" fmla="*/ 2985421 w 6095524"/>
                  <a:gd name="connsiteY241" fmla="*/ 1197959 h 1424940"/>
                  <a:gd name="connsiteX242" fmla="*/ 3015996 w 6095524"/>
                  <a:gd name="connsiteY242" fmla="*/ 1204722 h 1424940"/>
                  <a:gd name="connsiteX243" fmla="*/ 3057621 w 6095524"/>
                  <a:gd name="connsiteY243" fmla="*/ 1218724 h 1424940"/>
                  <a:gd name="connsiteX244" fmla="*/ 3095054 w 6095524"/>
                  <a:gd name="connsiteY244" fmla="*/ 1230440 h 1424940"/>
                  <a:gd name="connsiteX245" fmla="*/ 3122295 w 6095524"/>
                  <a:gd name="connsiteY245" fmla="*/ 1243679 h 1424940"/>
                  <a:gd name="connsiteX246" fmla="*/ 3184589 w 6095524"/>
                  <a:gd name="connsiteY246" fmla="*/ 1253395 h 1424940"/>
                  <a:gd name="connsiteX247" fmla="*/ 3191066 w 6095524"/>
                  <a:gd name="connsiteY247" fmla="*/ 1255014 h 1424940"/>
                  <a:gd name="connsiteX248" fmla="*/ 3237929 w 6095524"/>
                  <a:gd name="connsiteY248" fmla="*/ 1243203 h 1424940"/>
                  <a:gd name="connsiteX249" fmla="*/ 3294221 w 6095524"/>
                  <a:gd name="connsiteY249" fmla="*/ 1231202 h 1424940"/>
                  <a:gd name="connsiteX250" fmla="*/ 3314319 w 6095524"/>
                  <a:gd name="connsiteY250" fmla="*/ 1235297 h 1424940"/>
                  <a:gd name="connsiteX251" fmla="*/ 3341846 w 6095524"/>
                  <a:gd name="connsiteY251" fmla="*/ 1241108 h 1424940"/>
                  <a:gd name="connsiteX252" fmla="*/ 3367373 w 6095524"/>
                  <a:gd name="connsiteY252" fmla="*/ 1238060 h 1424940"/>
                  <a:gd name="connsiteX253" fmla="*/ 3382899 w 6095524"/>
                  <a:gd name="connsiteY253" fmla="*/ 1237774 h 1424940"/>
                  <a:gd name="connsiteX254" fmla="*/ 3453765 w 6095524"/>
                  <a:gd name="connsiteY254" fmla="*/ 1273397 h 1424940"/>
                  <a:gd name="connsiteX255" fmla="*/ 3471767 w 6095524"/>
                  <a:gd name="connsiteY255" fmla="*/ 1276350 h 1424940"/>
                  <a:gd name="connsiteX256" fmla="*/ 3481959 w 6095524"/>
                  <a:gd name="connsiteY256" fmla="*/ 1280732 h 1424940"/>
                  <a:gd name="connsiteX257" fmla="*/ 3543396 w 6095524"/>
                  <a:gd name="connsiteY257" fmla="*/ 1324928 h 1424940"/>
                  <a:gd name="connsiteX258" fmla="*/ 3569494 w 6095524"/>
                  <a:gd name="connsiteY258" fmla="*/ 1333881 h 1424940"/>
                  <a:gd name="connsiteX259" fmla="*/ 3598164 w 6095524"/>
                  <a:gd name="connsiteY259" fmla="*/ 1332071 h 1424940"/>
                  <a:gd name="connsiteX260" fmla="*/ 3614738 w 6095524"/>
                  <a:gd name="connsiteY260" fmla="*/ 1328833 h 1424940"/>
                  <a:gd name="connsiteX261" fmla="*/ 3655886 w 6095524"/>
                  <a:gd name="connsiteY261" fmla="*/ 1300734 h 1424940"/>
                  <a:gd name="connsiteX262" fmla="*/ 3679317 w 6095524"/>
                  <a:gd name="connsiteY262" fmla="*/ 1301687 h 1424940"/>
                  <a:gd name="connsiteX263" fmla="*/ 3715893 w 6095524"/>
                  <a:gd name="connsiteY263" fmla="*/ 1321022 h 1424940"/>
                  <a:gd name="connsiteX264" fmla="*/ 3782282 w 6095524"/>
                  <a:gd name="connsiteY264" fmla="*/ 1329690 h 1424940"/>
                  <a:gd name="connsiteX265" fmla="*/ 3816001 w 6095524"/>
                  <a:gd name="connsiteY265" fmla="*/ 1302639 h 1424940"/>
                  <a:gd name="connsiteX266" fmla="*/ 3833431 w 6095524"/>
                  <a:gd name="connsiteY266" fmla="*/ 1276636 h 1424940"/>
                  <a:gd name="connsiteX267" fmla="*/ 3883819 w 6095524"/>
                  <a:gd name="connsiteY267" fmla="*/ 1246442 h 1424940"/>
                  <a:gd name="connsiteX268" fmla="*/ 3895821 w 6095524"/>
                  <a:gd name="connsiteY268" fmla="*/ 1257681 h 1424940"/>
                  <a:gd name="connsiteX269" fmla="*/ 3932778 w 6095524"/>
                  <a:gd name="connsiteY269" fmla="*/ 1262444 h 1424940"/>
                  <a:gd name="connsiteX270" fmla="*/ 3972782 w 6095524"/>
                  <a:gd name="connsiteY270" fmla="*/ 1262063 h 1424940"/>
                  <a:gd name="connsiteX271" fmla="*/ 4042505 w 6095524"/>
                  <a:gd name="connsiteY271" fmla="*/ 1267111 h 1424940"/>
                  <a:gd name="connsiteX272" fmla="*/ 4088892 w 6095524"/>
                  <a:gd name="connsiteY272" fmla="*/ 1238250 h 1424940"/>
                  <a:gd name="connsiteX273" fmla="*/ 4106609 w 6095524"/>
                  <a:gd name="connsiteY273" fmla="*/ 1226344 h 1424940"/>
                  <a:gd name="connsiteX274" fmla="*/ 4123182 w 6095524"/>
                  <a:gd name="connsiteY274" fmla="*/ 1218724 h 1424940"/>
                  <a:gd name="connsiteX275" fmla="*/ 4142328 w 6095524"/>
                  <a:gd name="connsiteY275" fmla="*/ 1214438 h 1424940"/>
                  <a:gd name="connsiteX276" fmla="*/ 4188524 w 6095524"/>
                  <a:gd name="connsiteY276" fmla="*/ 1198245 h 1424940"/>
                  <a:gd name="connsiteX277" fmla="*/ 4213860 w 6095524"/>
                  <a:gd name="connsiteY277" fmla="*/ 1182338 h 1424940"/>
                  <a:gd name="connsiteX278" fmla="*/ 4270820 w 6095524"/>
                  <a:gd name="connsiteY278" fmla="*/ 1167003 h 1424940"/>
                  <a:gd name="connsiteX279" fmla="*/ 4309587 w 6095524"/>
                  <a:gd name="connsiteY279" fmla="*/ 1153287 h 1424940"/>
                  <a:gd name="connsiteX280" fmla="*/ 4350449 w 6095524"/>
                  <a:gd name="connsiteY280" fmla="*/ 1129665 h 1424940"/>
                  <a:gd name="connsiteX281" fmla="*/ 4356164 w 6095524"/>
                  <a:gd name="connsiteY281" fmla="*/ 1126046 h 1424940"/>
                  <a:gd name="connsiteX282" fmla="*/ 4369880 w 6095524"/>
                  <a:gd name="connsiteY282" fmla="*/ 1110520 h 1424940"/>
                  <a:gd name="connsiteX283" fmla="*/ 4389787 w 6095524"/>
                  <a:gd name="connsiteY283" fmla="*/ 1057085 h 1424940"/>
                  <a:gd name="connsiteX284" fmla="*/ 4395502 w 6095524"/>
                  <a:gd name="connsiteY284" fmla="*/ 1046226 h 1424940"/>
                  <a:gd name="connsiteX285" fmla="*/ 4447413 w 6095524"/>
                  <a:gd name="connsiteY285" fmla="*/ 1009650 h 1424940"/>
                  <a:gd name="connsiteX286" fmla="*/ 4466654 w 6095524"/>
                  <a:gd name="connsiteY286" fmla="*/ 1013079 h 1424940"/>
                  <a:gd name="connsiteX287" fmla="*/ 4487894 w 6095524"/>
                  <a:gd name="connsiteY287" fmla="*/ 1025081 h 1424940"/>
                  <a:gd name="connsiteX288" fmla="*/ 4534472 w 6095524"/>
                  <a:gd name="connsiteY288" fmla="*/ 1028224 h 1424940"/>
                  <a:gd name="connsiteX289" fmla="*/ 4551903 w 6095524"/>
                  <a:gd name="connsiteY289" fmla="*/ 1022033 h 1424940"/>
                  <a:gd name="connsiteX290" fmla="*/ 4582382 w 6095524"/>
                  <a:gd name="connsiteY290" fmla="*/ 1005364 h 1424940"/>
                  <a:gd name="connsiteX291" fmla="*/ 4605909 w 6095524"/>
                  <a:gd name="connsiteY291" fmla="*/ 979551 h 1424940"/>
                  <a:gd name="connsiteX292" fmla="*/ 4640104 w 6095524"/>
                  <a:gd name="connsiteY292" fmla="*/ 936879 h 1424940"/>
                  <a:gd name="connsiteX293" fmla="*/ 4705731 w 6095524"/>
                  <a:gd name="connsiteY293" fmla="*/ 920591 h 1424940"/>
                  <a:gd name="connsiteX294" fmla="*/ 4730973 w 6095524"/>
                  <a:gd name="connsiteY294" fmla="*/ 915162 h 1424940"/>
                  <a:gd name="connsiteX295" fmla="*/ 4822794 w 6095524"/>
                  <a:gd name="connsiteY295" fmla="*/ 892397 h 1424940"/>
                  <a:gd name="connsiteX296" fmla="*/ 4830794 w 6095524"/>
                  <a:gd name="connsiteY296" fmla="*/ 891635 h 1424940"/>
                  <a:gd name="connsiteX297" fmla="*/ 4894421 w 6095524"/>
                  <a:gd name="connsiteY297" fmla="*/ 865442 h 1424940"/>
                  <a:gd name="connsiteX298" fmla="*/ 4909756 w 6095524"/>
                  <a:gd name="connsiteY298" fmla="*/ 858964 h 1424940"/>
                  <a:gd name="connsiteX299" fmla="*/ 4928521 w 6095524"/>
                  <a:gd name="connsiteY299" fmla="*/ 842391 h 1424940"/>
                  <a:gd name="connsiteX300" fmla="*/ 4945857 w 6095524"/>
                  <a:gd name="connsiteY300" fmla="*/ 795623 h 1424940"/>
                  <a:gd name="connsiteX301" fmla="*/ 4966145 w 6095524"/>
                  <a:gd name="connsiteY301" fmla="*/ 774287 h 1424940"/>
                  <a:gd name="connsiteX302" fmla="*/ 4980909 w 6095524"/>
                  <a:gd name="connsiteY302" fmla="*/ 761333 h 1424940"/>
                  <a:gd name="connsiteX303" fmla="*/ 4993862 w 6095524"/>
                  <a:gd name="connsiteY303" fmla="*/ 741712 h 1424940"/>
                  <a:gd name="connsiteX304" fmla="*/ 5006816 w 6095524"/>
                  <a:gd name="connsiteY304" fmla="*/ 694754 h 1424940"/>
                  <a:gd name="connsiteX305" fmla="*/ 5026724 w 6095524"/>
                  <a:gd name="connsiteY305" fmla="*/ 653129 h 1424940"/>
                  <a:gd name="connsiteX306" fmla="*/ 5062538 w 6095524"/>
                  <a:gd name="connsiteY306" fmla="*/ 630079 h 1424940"/>
                  <a:gd name="connsiteX307" fmla="*/ 5084731 w 6095524"/>
                  <a:gd name="connsiteY307" fmla="*/ 617982 h 1424940"/>
                  <a:gd name="connsiteX308" fmla="*/ 5172647 w 6095524"/>
                  <a:gd name="connsiteY308" fmla="*/ 630174 h 1424940"/>
                  <a:gd name="connsiteX309" fmla="*/ 5232654 w 6095524"/>
                  <a:gd name="connsiteY309" fmla="*/ 642080 h 1424940"/>
                  <a:gd name="connsiteX310" fmla="*/ 5252371 w 6095524"/>
                  <a:gd name="connsiteY310" fmla="*/ 637508 h 1424940"/>
                  <a:gd name="connsiteX311" fmla="*/ 5308092 w 6095524"/>
                  <a:gd name="connsiteY311" fmla="*/ 598646 h 1424940"/>
                  <a:gd name="connsiteX312" fmla="*/ 5363147 w 6095524"/>
                  <a:gd name="connsiteY312" fmla="*/ 581311 h 1424940"/>
                  <a:gd name="connsiteX313" fmla="*/ 5404580 w 6095524"/>
                  <a:gd name="connsiteY313" fmla="*/ 576358 h 1424940"/>
                  <a:gd name="connsiteX314" fmla="*/ 5440203 w 6095524"/>
                  <a:gd name="connsiteY314" fmla="*/ 572548 h 1424940"/>
                  <a:gd name="connsiteX315" fmla="*/ 5482971 w 6095524"/>
                  <a:gd name="connsiteY315" fmla="*/ 561880 h 1424940"/>
                  <a:gd name="connsiteX316" fmla="*/ 5507165 w 6095524"/>
                  <a:gd name="connsiteY316" fmla="*/ 550259 h 1424940"/>
                  <a:gd name="connsiteX317" fmla="*/ 5545645 w 6095524"/>
                  <a:gd name="connsiteY317" fmla="*/ 533591 h 1424940"/>
                  <a:gd name="connsiteX318" fmla="*/ 5585079 w 6095524"/>
                  <a:gd name="connsiteY318" fmla="*/ 511969 h 1424940"/>
                  <a:gd name="connsiteX319" fmla="*/ 5615368 w 6095524"/>
                  <a:gd name="connsiteY319" fmla="*/ 481679 h 1424940"/>
                  <a:gd name="connsiteX320" fmla="*/ 5631656 w 6095524"/>
                  <a:gd name="connsiteY320" fmla="*/ 456152 h 1424940"/>
                  <a:gd name="connsiteX321" fmla="*/ 5679377 w 6095524"/>
                  <a:gd name="connsiteY321" fmla="*/ 419576 h 1424940"/>
                  <a:gd name="connsiteX322" fmla="*/ 5722525 w 6095524"/>
                  <a:gd name="connsiteY322" fmla="*/ 350615 h 1424940"/>
                  <a:gd name="connsiteX323" fmla="*/ 5749576 w 6095524"/>
                  <a:gd name="connsiteY323" fmla="*/ 321945 h 1424940"/>
                  <a:gd name="connsiteX324" fmla="*/ 5764911 w 6095524"/>
                  <a:gd name="connsiteY324" fmla="*/ 313849 h 1424940"/>
                  <a:gd name="connsiteX325" fmla="*/ 5791009 w 6095524"/>
                  <a:gd name="connsiteY325" fmla="*/ 293942 h 1424940"/>
                  <a:gd name="connsiteX326" fmla="*/ 5806440 w 6095524"/>
                  <a:gd name="connsiteY326" fmla="*/ 279178 h 1424940"/>
                  <a:gd name="connsiteX327" fmla="*/ 5848636 w 6095524"/>
                  <a:gd name="connsiteY327" fmla="*/ 224885 h 1424940"/>
                  <a:gd name="connsiteX328" fmla="*/ 5861590 w 6095524"/>
                  <a:gd name="connsiteY328" fmla="*/ 208788 h 1424940"/>
                  <a:gd name="connsiteX329" fmla="*/ 5888355 w 6095524"/>
                  <a:gd name="connsiteY329" fmla="*/ 181166 h 1424940"/>
                  <a:gd name="connsiteX330" fmla="*/ 5900071 w 6095524"/>
                  <a:gd name="connsiteY330" fmla="*/ 172784 h 1424940"/>
                  <a:gd name="connsiteX331" fmla="*/ 5920740 w 6095524"/>
                  <a:gd name="connsiteY331" fmla="*/ 150305 h 1424940"/>
                  <a:gd name="connsiteX332" fmla="*/ 5969985 w 6095524"/>
                  <a:gd name="connsiteY332" fmla="*/ 91345 h 1424940"/>
                  <a:gd name="connsiteX333" fmla="*/ 5991130 w 6095524"/>
                  <a:gd name="connsiteY333" fmla="*/ 58293 h 1424940"/>
                  <a:gd name="connsiteX334" fmla="*/ 6033325 w 6095524"/>
                  <a:gd name="connsiteY334" fmla="*/ 33909 h 1424940"/>
                  <a:gd name="connsiteX335" fmla="*/ 6054376 w 6095524"/>
                  <a:gd name="connsiteY335" fmla="*/ 20955 h 1424940"/>
                  <a:gd name="connsiteX336" fmla="*/ 6095524 w 6095524"/>
                  <a:gd name="connsiteY336" fmla="*/ 0 h 14249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</a:cxnLst>
                <a:rect l="l" t="t" r="r" b="b"/>
                <a:pathLst>
                  <a:path w="6095524" h="1424940">
                    <a:moveTo>
                      <a:pt x="6095524" y="0"/>
                    </a:moveTo>
                    <a:cubicBezTo>
                      <a:pt x="6095524" y="7811"/>
                      <a:pt x="6095524" y="12573"/>
                      <a:pt x="6095524" y="17431"/>
                    </a:cubicBezTo>
                    <a:lnTo>
                      <a:pt x="6095524" y="216290"/>
                    </a:lnTo>
                    <a:lnTo>
                      <a:pt x="6079998" y="230600"/>
                    </a:lnTo>
                    <a:cubicBezTo>
                      <a:pt x="6058567" y="241363"/>
                      <a:pt x="6035706" y="251079"/>
                      <a:pt x="6012751" y="260699"/>
                    </a:cubicBezTo>
                    <a:cubicBezTo>
                      <a:pt x="6006084" y="263462"/>
                      <a:pt x="5998749" y="264986"/>
                      <a:pt x="5992749" y="268700"/>
                    </a:cubicBezTo>
                    <a:cubicBezTo>
                      <a:pt x="5965126" y="285655"/>
                      <a:pt x="5938361" y="303943"/>
                      <a:pt x="5910358" y="320231"/>
                    </a:cubicBezTo>
                    <a:cubicBezTo>
                      <a:pt x="5881497" y="337090"/>
                      <a:pt x="5855684" y="356997"/>
                      <a:pt x="5835777" y="383953"/>
                    </a:cubicBezTo>
                    <a:cubicBezTo>
                      <a:pt x="5817298" y="409004"/>
                      <a:pt x="5799391" y="434435"/>
                      <a:pt x="5781008" y="459581"/>
                    </a:cubicBezTo>
                    <a:cubicBezTo>
                      <a:pt x="5776341" y="465963"/>
                      <a:pt x="5772054" y="473488"/>
                      <a:pt x="5765673" y="477584"/>
                    </a:cubicBezTo>
                    <a:cubicBezTo>
                      <a:pt x="5752433" y="486156"/>
                      <a:pt x="5737955" y="493109"/>
                      <a:pt x="5723763" y="500158"/>
                    </a:cubicBezTo>
                    <a:cubicBezTo>
                      <a:pt x="5711571" y="506159"/>
                      <a:pt x="5698617" y="510635"/>
                      <a:pt x="5686711" y="517112"/>
                    </a:cubicBezTo>
                    <a:cubicBezTo>
                      <a:pt x="5677186" y="522256"/>
                      <a:pt x="5668708" y="529400"/>
                      <a:pt x="5659850" y="535877"/>
                    </a:cubicBezTo>
                    <a:cubicBezTo>
                      <a:pt x="5652135" y="541496"/>
                      <a:pt x="5643658" y="546354"/>
                      <a:pt x="5637181" y="553117"/>
                    </a:cubicBezTo>
                    <a:cubicBezTo>
                      <a:pt x="5621369" y="569500"/>
                      <a:pt x="5605462" y="585597"/>
                      <a:pt x="5585841" y="597694"/>
                    </a:cubicBezTo>
                    <a:cubicBezTo>
                      <a:pt x="5566505" y="609695"/>
                      <a:pt x="5548217" y="623126"/>
                      <a:pt x="5528977" y="635318"/>
                    </a:cubicBezTo>
                    <a:cubicBezTo>
                      <a:pt x="5510117" y="647224"/>
                      <a:pt x="5493067" y="660273"/>
                      <a:pt x="5483256" y="681419"/>
                    </a:cubicBezTo>
                    <a:cubicBezTo>
                      <a:pt x="5478875" y="690753"/>
                      <a:pt x="5472684" y="700945"/>
                      <a:pt x="5464397" y="706374"/>
                    </a:cubicBezTo>
                    <a:cubicBezTo>
                      <a:pt x="5452586" y="714089"/>
                      <a:pt x="5437632" y="716852"/>
                      <a:pt x="5424773" y="723424"/>
                    </a:cubicBezTo>
                    <a:cubicBezTo>
                      <a:pt x="5409628" y="731139"/>
                      <a:pt x="5392103" y="737807"/>
                      <a:pt x="5381815" y="750094"/>
                    </a:cubicBezTo>
                    <a:cubicBezTo>
                      <a:pt x="5372671" y="761048"/>
                      <a:pt x="5363432" y="769620"/>
                      <a:pt x="5351335" y="776573"/>
                    </a:cubicBezTo>
                    <a:cubicBezTo>
                      <a:pt x="5342858" y="781431"/>
                      <a:pt x="5336572" y="790289"/>
                      <a:pt x="5327809" y="794290"/>
                    </a:cubicBezTo>
                    <a:cubicBezTo>
                      <a:pt x="5316284" y="799624"/>
                      <a:pt x="5304663" y="803815"/>
                      <a:pt x="5294566" y="812102"/>
                    </a:cubicBezTo>
                    <a:cubicBezTo>
                      <a:pt x="5284089" y="820674"/>
                      <a:pt x="5272183" y="827437"/>
                      <a:pt x="5261229" y="835438"/>
                    </a:cubicBezTo>
                    <a:cubicBezTo>
                      <a:pt x="5255419" y="839724"/>
                      <a:pt x="5250656" y="845344"/>
                      <a:pt x="5245037" y="849821"/>
                    </a:cubicBezTo>
                    <a:cubicBezTo>
                      <a:pt x="5234750" y="858012"/>
                      <a:pt x="5224272" y="866013"/>
                      <a:pt x="5213699" y="873728"/>
                    </a:cubicBezTo>
                    <a:cubicBezTo>
                      <a:pt x="5203127" y="881444"/>
                      <a:pt x="5193030" y="890397"/>
                      <a:pt x="5181409" y="896017"/>
                    </a:cubicBezTo>
                    <a:cubicBezTo>
                      <a:pt x="5161598" y="905542"/>
                      <a:pt x="5139976" y="911257"/>
                      <a:pt x="5120735" y="921544"/>
                    </a:cubicBezTo>
                    <a:cubicBezTo>
                      <a:pt x="5101209" y="932021"/>
                      <a:pt x="5082826" y="945166"/>
                      <a:pt x="5065490" y="959072"/>
                    </a:cubicBezTo>
                    <a:cubicBezTo>
                      <a:pt x="5051774" y="970026"/>
                      <a:pt x="5038916" y="980885"/>
                      <a:pt x="5021675" y="986504"/>
                    </a:cubicBezTo>
                    <a:cubicBezTo>
                      <a:pt x="5012055" y="989648"/>
                      <a:pt x="5001959" y="996506"/>
                      <a:pt x="4996148" y="1004507"/>
                    </a:cubicBezTo>
                    <a:cubicBezTo>
                      <a:pt x="4983575" y="1021937"/>
                      <a:pt x="4967478" y="1034225"/>
                      <a:pt x="4949285" y="1044702"/>
                    </a:cubicBezTo>
                    <a:cubicBezTo>
                      <a:pt x="4924996" y="1058799"/>
                      <a:pt x="4900993" y="1073182"/>
                      <a:pt x="4876609" y="1086993"/>
                    </a:cubicBezTo>
                    <a:cubicBezTo>
                      <a:pt x="4862227" y="1095185"/>
                      <a:pt x="4847940" y="1103852"/>
                      <a:pt x="4832699" y="1109853"/>
                    </a:cubicBezTo>
                    <a:cubicBezTo>
                      <a:pt x="4801553" y="1122236"/>
                      <a:pt x="4769644" y="1132808"/>
                      <a:pt x="4738211" y="1144334"/>
                    </a:cubicBezTo>
                    <a:cubicBezTo>
                      <a:pt x="4727924" y="1148048"/>
                      <a:pt x="4718209" y="1153382"/>
                      <a:pt x="4707731" y="1156621"/>
                    </a:cubicBezTo>
                    <a:cubicBezTo>
                      <a:pt x="4696396" y="1160145"/>
                      <a:pt x="4684205" y="1161193"/>
                      <a:pt x="4672870" y="1164717"/>
                    </a:cubicBezTo>
                    <a:cubicBezTo>
                      <a:pt x="4654010" y="1170527"/>
                      <a:pt x="4635722" y="1177957"/>
                      <a:pt x="4616863" y="1183862"/>
                    </a:cubicBezTo>
                    <a:cubicBezTo>
                      <a:pt x="4580477" y="1195197"/>
                      <a:pt x="4543996" y="1206056"/>
                      <a:pt x="4507516" y="1216819"/>
                    </a:cubicBezTo>
                    <a:cubicBezTo>
                      <a:pt x="4499706" y="1219105"/>
                      <a:pt x="4491228" y="1219391"/>
                      <a:pt x="4483513" y="1221867"/>
                    </a:cubicBezTo>
                    <a:cubicBezTo>
                      <a:pt x="4463034" y="1228535"/>
                      <a:pt x="4442650" y="1235773"/>
                      <a:pt x="4422362" y="1243108"/>
                    </a:cubicBezTo>
                    <a:cubicBezTo>
                      <a:pt x="4410075" y="1247585"/>
                      <a:pt x="4398073" y="1253109"/>
                      <a:pt x="4385691" y="1257395"/>
                    </a:cubicBezTo>
                    <a:cubicBezTo>
                      <a:pt x="4375785" y="1260824"/>
                      <a:pt x="4365593" y="1263491"/>
                      <a:pt x="4355306" y="1265587"/>
                    </a:cubicBezTo>
                    <a:cubicBezTo>
                      <a:pt x="4346448" y="1267397"/>
                      <a:pt x="4337209" y="1267206"/>
                      <a:pt x="4328446" y="1269397"/>
                    </a:cubicBezTo>
                    <a:cubicBezTo>
                      <a:pt x="4304728" y="1275302"/>
                      <a:pt x="4281297" y="1281970"/>
                      <a:pt x="4257770" y="1288256"/>
                    </a:cubicBezTo>
                    <a:cubicBezTo>
                      <a:pt x="4248341" y="1290733"/>
                      <a:pt x="4238720" y="1292543"/>
                      <a:pt x="4229576" y="1295686"/>
                    </a:cubicBezTo>
                    <a:cubicBezTo>
                      <a:pt x="4205097" y="1303973"/>
                      <a:pt x="4180999" y="1313402"/>
                      <a:pt x="4156424" y="1321213"/>
                    </a:cubicBezTo>
                    <a:cubicBezTo>
                      <a:pt x="4136041" y="1327690"/>
                      <a:pt x="4115086" y="1332357"/>
                      <a:pt x="4094416" y="1338072"/>
                    </a:cubicBezTo>
                    <a:cubicBezTo>
                      <a:pt x="4085653" y="1340549"/>
                      <a:pt x="4077271" y="1344073"/>
                      <a:pt x="4068509" y="1346168"/>
                    </a:cubicBezTo>
                    <a:cubicBezTo>
                      <a:pt x="4048887" y="1350931"/>
                      <a:pt x="4028980" y="1354931"/>
                      <a:pt x="4009263" y="1359694"/>
                    </a:cubicBezTo>
                    <a:cubicBezTo>
                      <a:pt x="3998023" y="1362456"/>
                      <a:pt x="3987165" y="1367409"/>
                      <a:pt x="3975735" y="1369219"/>
                    </a:cubicBezTo>
                    <a:cubicBezTo>
                      <a:pt x="3948589" y="1373505"/>
                      <a:pt x="3921252" y="1376553"/>
                      <a:pt x="3893915" y="1379982"/>
                    </a:cubicBezTo>
                    <a:cubicBezTo>
                      <a:pt x="3865722" y="1383506"/>
                      <a:pt x="3837623" y="1387221"/>
                      <a:pt x="3809428" y="1390364"/>
                    </a:cubicBezTo>
                    <a:cubicBezTo>
                      <a:pt x="3793998" y="1391984"/>
                      <a:pt x="3778472" y="1392269"/>
                      <a:pt x="3763042" y="1393793"/>
                    </a:cubicBezTo>
                    <a:cubicBezTo>
                      <a:pt x="3749516" y="1395127"/>
                      <a:pt x="3736086" y="1397603"/>
                      <a:pt x="3722561" y="1399223"/>
                    </a:cubicBezTo>
                    <a:cubicBezTo>
                      <a:pt x="3710845" y="1400556"/>
                      <a:pt x="3699034" y="1401318"/>
                      <a:pt x="3687318" y="1402652"/>
                    </a:cubicBezTo>
                    <a:cubicBezTo>
                      <a:pt x="3668554" y="1404842"/>
                      <a:pt x="3649885" y="1407319"/>
                      <a:pt x="3631216" y="1409605"/>
                    </a:cubicBezTo>
                    <a:cubicBezTo>
                      <a:pt x="3623406" y="1410462"/>
                      <a:pt x="3615214" y="1412843"/>
                      <a:pt x="3607880" y="1411415"/>
                    </a:cubicBezTo>
                    <a:cubicBezTo>
                      <a:pt x="3589401" y="1407795"/>
                      <a:pt x="3571208" y="1408843"/>
                      <a:pt x="3552825" y="1411319"/>
                    </a:cubicBezTo>
                    <a:cubicBezTo>
                      <a:pt x="3546539" y="1412177"/>
                      <a:pt x="3539776" y="1411986"/>
                      <a:pt x="3533680" y="1410367"/>
                    </a:cubicBezTo>
                    <a:cubicBezTo>
                      <a:pt x="3521202" y="1407128"/>
                      <a:pt x="3509106" y="1402556"/>
                      <a:pt x="3496818" y="1398556"/>
                    </a:cubicBezTo>
                    <a:cubicBezTo>
                      <a:pt x="3495484" y="1398080"/>
                      <a:pt x="3493865" y="1397984"/>
                      <a:pt x="3492437" y="1397699"/>
                    </a:cubicBezTo>
                    <a:cubicBezTo>
                      <a:pt x="3484340" y="1396079"/>
                      <a:pt x="3476340" y="1394460"/>
                      <a:pt x="3468243" y="1393031"/>
                    </a:cubicBezTo>
                    <a:cubicBezTo>
                      <a:pt x="3463862" y="1392269"/>
                      <a:pt x="3459385" y="1392174"/>
                      <a:pt x="3455003" y="1391507"/>
                    </a:cubicBezTo>
                    <a:cubicBezTo>
                      <a:pt x="3438049" y="1388840"/>
                      <a:pt x="3419380" y="1393317"/>
                      <a:pt x="3404711" y="1381792"/>
                    </a:cubicBezTo>
                    <a:cubicBezTo>
                      <a:pt x="3395186" y="1374362"/>
                      <a:pt x="3385947" y="1376077"/>
                      <a:pt x="3375756" y="1377220"/>
                    </a:cubicBezTo>
                    <a:cubicBezTo>
                      <a:pt x="3368040" y="1378077"/>
                      <a:pt x="3360134" y="1377791"/>
                      <a:pt x="3352324" y="1377887"/>
                    </a:cubicBezTo>
                    <a:cubicBezTo>
                      <a:pt x="3338608" y="1378172"/>
                      <a:pt x="3324892" y="1378268"/>
                      <a:pt x="3311176" y="1378744"/>
                    </a:cubicBezTo>
                    <a:cubicBezTo>
                      <a:pt x="3306794" y="1378934"/>
                      <a:pt x="3302318" y="1381316"/>
                      <a:pt x="3298031" y="1380935"/>
                    </a:cubicBezTo>
                    <a:cubicBezTo>
                      <a:pt x="3278219" y="1379125"/>
                      <a:pt x="3258407" y="1376267"/>
                      <a:pt x="3238595" y="1374648"/>
                    </a:cubicBezTo>
                    <a:cubicBezTo>
                      <a:pt x="3227356" y="1373696"/>
                      <a:pt x="3215830" y="1375505"/>
                      <a:pt x="3204686" y="1374172"/>
                    </a:cubicBezTo>
                    <a:cubicBezTo>
                      <a:pt x="3191828" y="1372648"/>
                      <a:pt x="3179255" y="1368743"/>
                      <a:pt x="3166491" y="1366361"/>
                    </a:cubicBezTo>
                    <a:cubicBezTo>
                      <a:pt x="3162967" y="1365695"/>
                      <a:pt x="3159062" y="1366552"/>
                      <a:pt x="3155347" y="1366742"/>
                    </a:cubicBezTo>
                    <a:cubicBezTo>
                      <a:pt x="3151156" y="1366933"/>
                      <a:pt x="3147060" y="1367314"/>
                      <a:pt x="3142869" y="1367409"/>
                    </a:cubicBezTo>
                    <a:cubicBezTo>
                      <a:pt x="3130105" y="1367600"/>
                      <a:pt x="3117342" y="1367314"/>
                      <a:pt x="3104578" y="1367981"/>
                    </a:cubicBezTo>
                    <a:cubicBezTo>
                      <a:pt x="3096768" y="1368362"/>
                      <a:pt x="3088577" y="1372267"/>
                      <a:pt x="3081337" y="1370838"/>
                    </a:cubicBezTo>
                    <a:cubicBezTo>
                      <a:pt x="3066574" y="1368076"/>
                      <a:pt x="3051810" y="1374267"/>
                      <a:pt x="3037047" y="1369124"/>
                    </a:cubicBezTo>
                    <a:cubicBezTo>
                      <a:pt x="3032474" y="1367600"/>
                      <a:pt x="3026188" y="1371410"/>
                      <a:pt x="3020663" y="1371600"/>
                    </a:cubicBezTo>
                    <a:cubicBezTo>
                      <a:pt x="3006852" y="1372076"/>
                      <a:pt x="2993041" y="1371981"/>
                      <a:pt x="2979230" y="1371886"/>
                    </a:cubicBezTo>
                    <a:cubicBezTo>
                      <a:pt x="2966847" y="1371791"/>
                      <a:pt x="2953988" y="1373124"/>
                      <a:pt x="2942082" y="1370457"/>
                    </a:cubicBezTo>
                    <a:cubicBezTo>
                      <a:pt x="2929604" y="1367600"/>
                      <a:pt x="2918365" y="1367981"/>
                      <a:pt x="2906268" y="1371219"/>
                    </a:cubicBezTo>
                    <a:cubicBezTo>
                      <a:pt x="2897981" y="1373410"/>
                      <a:pt x="2889218" y="1373696"/>
                      <a:pt x="2880646" y="1374362"/>
                    </a:cubicBezTo>
                    <a:cubicBezTo>
                      <a:pt x="2871407" y="1375124"/>
                      <a:pt x="2861215" y="1373124"/>
                      <a:pt x="2852833" y="1376267"/>
                    </a:cubicBezTo>
                    <a:cubicBezTo>
                      <a:pt x="2827877" y="1385602"/>
                      <a:pt x="2802255" y="1387602"/>
                      <a:pt x="2776157" y="1387602"/>
                    </a:cubicBezTo>
                    <a:cubicBezTo>
                      <a:pt x="2771394" y="1387602"/>
                      <a:pt x="2766536" y="1386269"/>
                      <a:pt x="2761965" y="1384840"/>
                    </a:cubicBezTo>
                    <a:cubicBezTo>
                      <a:pt x="2735294" y="1376267"/>
                      <a:pt x="2708529" y="1377029"/>
                      <a:pt x="2681383" y="1382268"/>
                    </a:cubicBezTo>
                    <a:cubicBezTo>
                      <a:pt x="2675763" y="1383411"/>
                      <a:pt x="2669477" y="1383602"/>
                      <a:pt x="2663857" y="1382459"/>
                    </a:cubicBezTo>
                    <a:cubicBezTo>
                      <a:pt x="2648045" y="1379125"/>
                      <a:pt x="2632710" y="1373600"/>
                      <a:pt x="2616803" y="1371219"/>
                    </a:cubicBezTo>
                    <a:cubicBezTo>
                      <a:pt x="2590515" y="1367314"/>
                      <a:pt x="2567750" y="1380458"/>
                      <a:pt x="2544223" y="1389031"/>
                    </a:cubicBezTo>
                    <a:cubicBezTo>
                      <a:pt x="2521839" y="1397127"/>
                      <a:pt x="2502789" y="1415415"/>
                      <a:pt x="2476309" y="1411319"/>
                    </a:cubicBezTo>
                    <a:cubicBezTo>
                      <a:pt x="2473643" y="1410938"/>
                      <a:pt x="2470690" y="1413510"/>
                      <a:pt x="2467737" y="1414177"/>
                    </a:cubicBezTo>
                    <a:cubicBezTo>
                      <a:pt x="2459641" y="1415987"/>
                      <a:pt x="2451545" y="1418177"/>
                      <a:pt x="2443353" y="1419035"/>
                    </a:cubicBezTo>
                    <a:cubicBezTo>
                      <a:pt x="2433352" y="1420178"/>
                      <a:pt x="2423160" y="1419797"/>
                      <a:pt x="2413159" y="1420749"/>
                    </a:cubicBezTo>
                    <a:cubicBezTo>
                      <a:pt x="2400300" y="1421892"/>
                      <a:pt x="2387632" y="1424940"/>
                      <a:pt x="2374868" y="1424940"/>
                    </a:cubicBezTo>
                    <a:cubicBezTo>
                      <a:pt x="2364581" y="1424940"/>
                      <a:pt x="2354389" y="1421416"/>
                      <a:pt x="2344198" y="1419701"/>
                    </a:cubicBezTo>
                    <a:cubicBezTo>
                      <a:pt x="2329815" y="1417320"/>
                      <a:pt x="2314003" y="1417987"/>
                      <a:pt x="2301335" y="1411891"/>
                    </a:cubicBezTo>
                    <a:cubicBezTo>
                      <a:pt x="2287810" y="1405414"/>
                      <a:pt x="2274951" y="1402461"/>
                      <a:pt x="2260949" y="1404461"/>
                    </a:cubicBezTo>
                    <a:cubicBezTo>
                      <a:pt x="2256282" y="1405128"/>
                      <a:pt x="2250281" y="1409129"/>
                      <a:pt x="2248186" y="1413224"/>
                    </a:cubicBezTo>
                    <a:cubicBezTo>
                      <a:pt x="2243518" y="1422368"/>
                      <a:pt x="2237137" y="1423988"/>
                      <a:pt x="2228469" y="1420844"/>
                    </a:cubicBezTo>
                    <a:cubicBezTo>
                      <a:pt x="2220944" y="1418177"/>
                      <a:pt x="2211705" y="1416844"/>
                      <a:pt x="2206562" y="1411700"/>
                    </a:cubicBezTo>
                    <a:cubicBezTo>
                      <a:pt x="2191988" y="1397127"/>
                      <a:pt x="2173414" y="1396651"/>
                      <a:pt x="2155317" y="1392746"/>
                    </a:cubicBezTo>
                    <a:cubicBezTo>
                      <a:pt x="2144269" y="1390364"/>
                      <a:pt x="2133981" y="1390269"/>
                      <a:pt x="2122932" y="1391888"/>
                    </a:cubicBezTo>
                    <a:cubicBezTo>
                      <a:pt x="2098930" y="1395508"/>
                      <a:pt x="2075593" y="1390364"/>
                      <a:pt x="2052542" y="1383792"/>
                    </a:cubicBezTo>
                    <a:cubicBezTo>
                      <a:pt x="2037302" y="1379411"/>
                      <a:pt x="2021681" y="1376744"/>
                      <a:pt x="2006537" y="1372267"/>
                    </a:cubicBezTo>
                    <a:cubicBezTo>
                      <a:pt x="1995202" y="1368838"/>
                      <a:pt x="1983868" y="1364742"/>
                      <a:pt x="1973486" y="1359218"/>
                    </a:cubicBezTo>
                    <a:cubicBezTo>
                      <a:pt x="1958435" y="1351121"/>
                      <a:pt x="1945292" y="1338929"/>
                      <a:pt x="1926146" y="1342168"/>
                    </a:cubicBezTo>
                    <a:cubicBezTo>
                      <a:pt x="1909286" y="1345025"/>
                      <a:pt x="1894047" y="1339025"/>
                      <a:pt x="1878616" y="1333310"/>
                    </a:cubicBezTo>
                    <a:cubicBezTo>
                      <a:pt x="1867281" y="1329119"/>
                      <a:pt x="1855948" y="1324832"/>
                      <a:pt x="1844231" y="1322165"/>
                    </a:cubicBezTo>
                    <a:cubicBezTo>
                      <a:pt x="1830324" y="1319022"/>
                      <a:pt x="1814608" y="1320356"/>
                      <a:pt x="1802225" y="1314545"/>
                    </a:cubicBezTo>
                    <a:cubicBezTo>
                      <a:pt x="1789271" y="1308449"/>
                      <a:pt x="1778509" y="1312545"/>
                      <a:pt x="1766983" y="1314260"/>
                    </a:cubicBezTo>
                    <a:cubicBezTo>
                      <a:pt x="1748600" y="1316927"/>
                      <a:pt x="1730311" y="1321880"/>
                      <a:pt x="1711738" y="1315593"/>
                    </a:cubicBezTo>
                    <a:cubicBezTo>
                      <a:pt x="1689164" y="1307973"/>
                      <a:pt x="1666780" y="1299782"/>
                      <a:pt x="1644111" y="1292543"/>
                    </a:cubicBezTo>
                    <a:cubicBezTo>
                      <a:pt x="1635347" y="1289780"/>
                      <a:pt x="1625919" y="1288637"/>
                      <a:pt x="1616774" y="1287399"/>
                    </a:cubicBezTo>
                    <a:cubicBezTo>
                      <a:pt x="1608107" y="1286351"/>
                      <a:pt x="1597725" y="1289018"/>
                      <a:pt x="1591056" y="1285018"/>
                    </a:cubicBezTo>
                    <a:cubicBezTo>
                      <a:pt x="1573911" y="1274731"/>
                      <a:pt x="1556291" y="1269683"/>
                      <a:pt x="1536478" y="1269683"/>
                    </a:cubicBezTo>
                    <a:cubicBezTo>
                      <a:pt x="1529048" y="1269683"/>
                      <a:pt x="1521809" y="1265396"/>
                      <a:pt x="1514285" y="1264634"/>
                    </a:cubicBezTo>
                    <a:cubicBezTo>
                      <a:pt x="1503997" y="1263682"/>
                      <a:pt x="1492186" y="1261110"/>
                      <a:pt x="1483233" y="1264730"/>
                    </a:cubicBezTo>
                    <a:cubicBezTo>
                      <a:pt x="1462183" y="1273302"/>
                      <a:pt x="1445134" y="1266158"/>
                      <a:pt x="1426750" y="1257681"/>
                    </a:cubicBezTo>
                    <a:cubicBezTo>
                      <a:pt x="1408652" y="1249299"/>
                      <a:pt x="1389602" y="1242632"/>
                      <a:pt x="1370362" y="1237107"/>
                    </a:cubicBezTo>
                    <a:cubicBezTo>
                      <a:pt x="1363123" y="1235107"/>
                      <a:pt x="1354456" y="1238441"/>
                      <a:pt x="1346454" y="1239107"/>
                    </a:cubicBezTo>
                    <a:cubicBezTo>
                      <a:pt x="1343596" y="1239298"/>
                      <a:pt x="1340453" y="1239584"/>
                      <a:pt x="1337882" y="1238631"/>
                    </a:cubicBezTo>
                    <a:cubicBezTo>
                      <a:pt x="1313022" y="1229487"/>
                      <a:pt x="1287780" y="1222534"/>
                      <a:pt x="1260825" y="1227296"/>
                    </a:cubicBezTo>
                    <a:cubicBezTo>
                      <a:pt x="1258349" y="1227773"/>
                      <a:pt x="1255586" y="1226725"/>
                      <a:pt x="1253109" y="1226058"/>
                    </a:cubicBezTo>
                    <a:cubicBezTo>
                      <a:pt x="1241012" y="1222629"/>
                      <a:pt x="1229201" y="1217200"/>
                      <a:pt x="1216915" y="1215962"/>
                    </a:cubicBezTo>
                    <a:cubicBezTo>
                      <a:pt x="1186625" y="1212914"/>
                      <a:pt x="1156146" y="1211675"/>
                      <a:pt x="1125664" y="1209675"/>
                    </a:cubicBezTo>
                    <a:cubicBezTo>
                      <a:pt x="1123759" y="1209580"/>
                      <a:pt x="1121759" y="1209580"/>
                      <a:pt x="1120045" y="1208913"/>
                    </a:cubicBezTo>
                    <a:cubicBezTo>
                      <a:pt x="1108805" y="1204817"/>
                      <a:pt x="1098995" y="1206151"/>
                      <a:pt x="1089469" y="1213961"/>
                    </a:cubicBezTo>
                    <a:cubicBezTo>
                      <a:pt x="1085278" y="1217390"/>
                      <a:pt x="1079563" y="1219200"/>
                      <a:pt x="1074325" y="1221105"/>
                    </a:cubicBezTo>
                    <a:cubicBezTo>
                      <a:pt x="1066609" y="1223963"/>
                      <a:pt x="1058704" y="1226725"/>
                      <a:pt x="1050703" y="1228535"/>
                    </a:cubicBezTo>
                    <a:cubicBezTo>
                      <a:pt x="1042797" y="1230249"/>
                      <a:pt x="1034320" y="1232630"/>
                      <a:pt x="1026700" y="1231297"/>
                    </a:cubicBezTo>
                    <a:cubicBezTo>
                      <a:pt x="1012984" y="1228916"/>
                      <a:pt x="999934" y="1223582"/>
                      <a:pt x="986409" y="1220057"/>
                    </a:cubicBezTo>
                    <a:cubicBezTo>
                      <a:pt x="981742" y="1218819"/>
                      <a:pt x="976598" y="1219010"/>
                      <a:pt x="971741" y="1218914"/>
                    </a:cubicBezTo>
                    <a:cubicBezTo>
                      <a:pt x="960596" y="1218629"/>
                      <a:pt x="949166" y="1221391"/>
                      <a:pt x="939070" y="1213485"/>
                    </a:cubicBezTo>
                    <a:cubicBezTo>
                      <a:pt x="929736" y="1206056"/>
                      <a:pt x="920305" y="1208246"/>
                      <a:pt x="910495" y="1213866"/>
                    </a:cubicBezTo>
                    <a:cubicBezTo>
                      <a:pt x="903446" y="1217867"/>
                      <a:pt x="895446" y="1221010"/>
                      <a:pt x="887540" y="1222534"/>
                    </a:cubicBezTo>
                    <a:cubicBezTo>
                      <a:pt x="876681" y="1224629"/>
                      <a:pt x="865918" y="1225487"/>
                      <a:pt x="854202" y="1224248"/>
                    </a:cubicBezTo>
                    <a:cubicBezTo>
                      <a:pt x="845915" y="1223391"/>
                      <a:pt x="839152" y="1223010"/>
                      <a:pt x="832675" y="1217962"/>
                    </a:cubicBezTo>
                    <a:cubicBezTo>
                      <a:pt x="831628" y="1217200"/>
                      <a:pt x="829723" y="1217009"/>
                      <a:pt x="828294" y="1217105"/>
                    </a:cubicBezTo>
                    <a:cubicBezTo>
                      <a:pt x="809530" y="1218724"/>
                      <a:pt x="790956" y="1217867"/>
                      <a:pt x="772001" y="1216723"/>
                    </a:cubicBezTo>
                    <a:cubicBezTo>
                      <a:pt x="747904" y="1215200"/>
                      <a:pt x="722566" y="1219676"/>
                      <a:pt x="701707" y="1235678"/>
                    </a:cubicBezTo>
                    <a:cubicBezTo>
                      <a:pt x="698659" y="1238060"/>
                      <a:pt x="694087" y="1239107"/>
                      <a:pt x="690086" y="1239679"/>
                    </a:cubicBezTo>
                    <a:cubicBezTo>
                      <a:pt x="671227" y="1242155"/>
                      <a:pt x="652272" y="1243870"/>
                      <a:pt x="633412" y="1246632"/>
                    </a:cubicBezTo>
                    <a:cubicBezTo>
                      <a:pt x="623125" y="1248156"/>
                      <a:pt x="612362" y="1249490"/>
                      <a:pt x="603028" y="1253681"/>
                    </a:cubicBezTo>
                    <a:cubicBezTo>
                      <a:pt x="593885" y="1257776"/>
                      <a:pt x="586549" y="1262634"/>
                      <a:pt x="581120" y="1254062"/>
                    </a:cubicBezTo>
                    <a:cubicBezTo>
                      <a:pt x="571406" y="1258634"/>
                      <a:pt x="562927" y="1262444"/>
                      <a:pt x="554642" y="1266539"/>
                    </a:cubicBezTo>
                    <a:cubicBezTo>
                      <a:pt x="551593" y="1268063"/>
                      <a:pt x="549021" y="1270540"/>
                      <a:pt x="545973" y="1271969"/>
                    </a:cubicBezTo>
                    <a:cubicBezTo>
                      <a:pt x="542734" y="1273493"/>
                      <a:pt x="539115" y="1274445"/>
                      <a:pt x="535591" y="1275207"/>
                    </a:cubicBezTo>
                    <a:cubicBezTo>
                      <a:pt x="519874" y="1278636"/>
                      <a:pt x="504158" y="1281779"/>
                      <a:pt x="488538" y="1285494"/>
                    </a:cubicBezTo>
                    <a:cubicBezTo>
                      <a:pt x="485489" y="1286256"/>
                      <a:pt x="482917" y="1289304"/>
                      <a:pt x="480155" y="1291304"/>
                    </a:cubicBezTo>
                    <a:cubicBezTo>
                      <a:pt x="478345" y="1292638"/>
                      <a:pt x="476536" y="1294638"/>
                      <a:pt x="474535" y="1294924"/>
                    </a:cubicBezTo>
                    <a:cubicBezTo>
                      <a:pt x="459295" y="1297210"/>
                      <a:pt x="444151" y="1299877"/>
                      <a:pt x="428816" y="1301020"/>
                    </a:cubicBezTo>
                    <a:cubicBezTo>
                      <a:pt x="415957" y="1301972"/>
                      <a:pt x="403574" y="1301687"/>
                      <a:pt x="400241" y="1318260"/>
                    </a:cubicBezTo>
                    <a:cubicBezTo>
                      <a:pt x="399669" y="1321118"/>
                      <a:pt x="395573" y="1324166"/>
                      <a:pt x="392431" y="1325594"/>
                    </a:cubicBezTo>
                    <a:cubicBezTo>
                      <a:pt x="383477" y="1329690"/>
                      <a:pt x="373951" y="1332452"/>
                      <a:pt x="365093" y="1336643"/>
                    </a:cubicBezTo>
                    <a:cubicBezTo>
                      <a:pt x="336042" y="1350645"/>
                      <a:pt x="305658" y="1359503"/>
                      <a:pt x="273177" y="1357884"/>
                    </a:cubicBezTo>
                    <a:cubicBezTo>
                      <a:pt x="263081" y="1357408"/>
                      <a:pt x="253270" y="1352264"/>
                      <a:pt x="246888" y="1350359"/>
                    </a:cubicBezTo>
                    <a:cubicBezTo>
                      <a:pt x="228506" y="1357884"/>
                      <a:pt x="213075" y="1365123"/>
                      <a:pt x="196977" y="1370552"/>
                    </a:cubicBezTo>
                    <a:cubicBezTo>
                      <a:pt x="182785" y="1375410"/>
                      <a:pt x="167926" y="1378458"/>
                      <a:pt x="153352" y="1381982"/>
                    </a:cubicBezTo>
                    <a:cubicBezTo>
                      <a:pt x="148018" y="1383316"/>
                      <a:pt x="142589" y="1384078"/>
                      <a:pt x="137160" y="1384745"/>
                    </a:cubicBezTo>
                    <a:cubicBezTo>
                      <a:pt x="120206" y="1386840"/>
                      <a:pt x="102489" y="1381792"/>
                      <a:pt x="85917" y="1389793"/>
                    </a:cubicBezTo>
                    <a:cubicBezTo>
                      <a:pt x="77248" y="1393984"/>
                      <a:pt x="68675" y="1399032"/>
                      <a:pt x="59532" y="1401223"/>
                    </a:cubicBezTo>
                    <a:cubicBezTo>
                      <a:pt x="49721" y="1403604"/>
                      <a:pt x="40124" y="1407319"/>
                      <a:pt x="30325" y="1409974"/>
                    </a:cubicBezTo>
                    <a:lnTo>
                      <a:pt x="0" y="1412360"/>
                    </a:lnTo>
                    <a:lnTo>
                      <a:pt x="0" y="1058622"/>
                    </a:lnTo>
                    <a:lnTo>
                      <a:pt x="17145" y="1060228"/>
                    </a:lnTo>
                    <a:cubicBezTo>
                      <a:pt x="26480" y="1061561"/>
                      <a:pt x="35528" y="1066133"/>
                      <a:pt x="44672" y="1066324"/>
                    </a:cubicBezTo>
                    <a:cubicBezTo>
                      <a:pt x="59055" y="1066610"/>
                      <a:pt x="71819" y="1068419"/>
                      <a:pt x="84677" y="1076230"/>
                    </a:cubicBezTo>
                    <a:cubicBezTo>
                      <a:pt x="104108" y="1087946"/>
                      <a:pt x="120110" y="1082993"/>
                      <a:pt x="132017" y="1064990"/>
                    </a:cubicBezTo>
                    <a:cubicBezTo>
                      <a:pt x="133255" y="1063181"/>
                      <a:pt x="134874" y="1060799"/>
                      <a:pt x="136779" y="1060323"/>
                    </a:cubicBezTo>
                    <a:cubicBezTo>
                      <a:pt x="153639" y="1056132"/>
                      <a:pt x="170974" y="1048131"/>
                      <a:pt x="187547" y="1049179"/>
                    </a:cubicBezTo>
                    <a:cubicBezTo>
                      <a:pt x="216789" y="1051084"/>
                      <a:pt x="244316" y="1048798"/>
                      <a:pt x="270891" y="1036415"/>
                    </a:cubicBezTo>
                    <a:cubicBezTo>
                      <a:pt x="272510" y="1035653"/>
                      <a:pt x="274987" y="1034891"/>
                      <a:pt x="276320" y="1035558"/>
                    </a:cubicBezTo>
                    <a:cubicBezTo>
                      <a:pt x="292322" y="1043845"/>
                      <a:pt x="309848" y="1050417"/>
                      <a:pt x="323755" y="1061561"/>
                    </a:cubicBezTo>
                    <a:cubicBezTo>
                      <a:pt x="336995" y="1072134"/>
                      <a:pt x="352997" y="1072229"/>
                      <a:pt x="361855" y="1057942"/>
                    </a:cubicBezTo>
                    <a:cubicBezTo>
                      <a:pt x="366236" y="1050893"/>
                      <a:pt x="372332" y="1042702"/>
                      <a:pt x="379571" y="1039939"/>
                    </a:cubicBezTo>
                    <a:cubicBezTo>
                      <a:pt x="395954" y="1033653"/>
                      <a:pt x="413481" y="1030414"/>
                      <a:pt x="430530" y="1025747"/>
                    </a:cubicBezTo>
                    <a:cubicBezTo>
                      <a:pt x="451581" y="1020032"/>
                      <a:pt x="472345" y="1020032"/>
                      <a:pt x="493300" y="1027176"/>
                    </a:cubicBezTo>
                    <a:cubicBezTo>
                      <a:pt x="508064" y="1032224"/>
                      <a:pt x="523113" y="1032224"/>
                      <a:pt x="537782" y="1025366"/>
                    </a:cubicBezTo>
                    <a:cubicBezTo>
                      <a:pt x="545687" y="1021652"/>
                      <a:pt x="553784" y="1017842"/>
                      <a:pt x="562166" y="1015746"/>
                    </a:cubicBezTo>
                    <a:cubicBezTo>
                      <a:pt x="567595" y="1014412"/>
                      <a:pt x="573881" y="1015651"/>
                      <a:pt x="579596" y="1016699"/>
                    </a:cubicBezTo>
                    <a:cubicBezTo>
                      <a:pt x="590645" y="1018794"/>
                      <a:pt x="602075" y="1025176"/>
                      <a:pt x="612362" y="1023557"/>
                    </a:cubicBezTo>
                    <a:cubicBezTo>
                      <a:pt x="647891" y="1017842"/>
                      <a:pt x="681419" y="1031272"/>
                      <a:pt x="716090" y="1031653"/>
                    </a:cubicBezTo>
                    <a:cubicBezTo>
                      <a:pt x="731806" y="1031843"/>
                      <a:pt x="747332" y="1034891"/>
                      <a:pt x="758381" y="1018985"/>
                    </a:cubicBezTo>
                    <a:cubicBezTo>
                      <a:pt x="759809" y="1016889"/>
                      <a:pt x="766763" y="1018032"/>
                      <a:pt x="771049" y="1018699"/>
                    </a:cubicBezTo>
                    <a:cubicBezTo>
                      <a:pt x="780574" y="1020128"/>
                      <a:pt x="790004" y="1023747"/>
                      <a:pt x="799433" y="1023652"/>
                    </a:cubicBezTo>
                    <a:cubicBezTo>
                      <a:pt x="818960" y="1023557"/>
                      <a:pt x="838581" y="1022033"/>
                      <a:pt x="858012" y="1020318"/>
                    </a:cubicBezTo>
                    <a:cubicBezTo>
                      <a:pt x="865346" y="1019651"/>
                      <a:pt x="872395" y="1017080"/>
                      <a:pt x="879634" y="1015270"/>
                    </a:cubicBezTo>
                    <a:cubicBezTo>
                      <a:pt x="883634" y="1014222"/>
                      <a:pt x="887921" y="1011460"/>
                      <a:pt x="891635" y="1012031"/>
                    </a:cubicBezTo>
                    <a:cubicBezTo>
                      <a:pt x="913162" y="1015365"/>
                      <a:pt x="932879" y="1007174"/>
                      <a:pt x="953262" y="1003078"/>
                    </a:cubicBezTo>
                    <a:cubicBezTo>
                      <a:pt x="962692" y="1001173"/>
                      <a:pt x="971550" y="996601"/>
                      <a:pt x="980694" y="993458"/>
                    </a:cubicBezTo>
                    <a:cubicBezTo>
                      <a:pt x="983075" y="992600"/>
                      <a:pt x="985742" y="991838"/>
                      <a:pt x="988124" y="992029"/>
                    </a:cubicBezTo>
                    <a:cubicBezTo>
                      <a:pt x="1001744" y="993172"/>
                      <a:pt x="1015270" y="994791"/>
                      <a:pt x="1028795" y="996029"/>
                    </a:cubicBezTo>
                    <a:cubicBezTo>
                      <a:pt x="1041083" y="997172"/>
                      <a:pt x="1053465" y="997553"/>
                      <a:pt x="1059275" y="1011555"/>
                    </a:cubicBezTo>
                    <a:cubicBezTo>
                      <a:pt x="1060133" y="1013746"/>
                      <a:pt x="1062990" y="1015365"/>
                      <a:pt x="1065181" y="1016794"/>
                    </a:cubicBezTo>
                    <a:cubicBezTo>
                      <a:pt x="1098995" y="1038797"/>
                      <a:pt x="1117092" y="1038225"/>
                      <a:pt x="1150144" y="1014984"/>
                    </a:cubicBezTo>
                    <a:cubicBezTo>
                      <a:pt x="1153573" y="1012603"/>
                      <a:pt x="1160907" y="1010888"/>
                      <a:pt x="1163193" y="1012793"/>
                    </a:cubicBezTo>
                    <a:cubicBezTo>
                      <a:pt x="1182624" y="1028605"/>
                      <a:pt x="1203865" y="1026890"/>
                      <a:pt x="1226249" y="1021937"/>
                    </a:cubicBezTo>
                    <a:cubicBezTo>
                      <a:pt x="1232059" y="1020604"/>
                      <a:pt x="1240251" y="1020604"/>
                      <a:pt x="1244632" y="1023747"/>
                    </a:cubicBezTo>
                    <a:cubicBezTo>
                      <a:pt x="1265492" y="1038320"/>
                      <a:pt x="1287876" y="1036225"/>
                      <a:pt x="1310545" y="1031939"/>
                    </a:cubicBezTo>
                    <a:cubicBezTo>
                      <a:pt x="1314069" y="1031272"/>
                      <a:pt x="1318356" y="1027652"/>
                      <a:pt x="1319879" y="1024319"/>
                    </a:cubicBezTo>
                    <a:cubicBezTo>
                      <a:pt x="1325309" y="1012508"/>
                      <a:pt x="1335501" y="1008507"/>
                      <a:pt x="1346740" y="1005173"/>
                    </a:cubicBezTo>
                    <a:cubicBezTo>
                      <a:pt x="1364457" y="999744"/>
                      <a:pt x="1381887" y="993362"/>
                      <a:pt x="1399699" y="988219"/>
                    </a:cubicBezTo>
                    <a:cubicBezTo>
                      <a:pt x="1404081" y="986981"/>
                      <a:pt x="1409510" y="987743"/>
                      <a:pt x="1414082" y="989171"/>
                    </a:cubicBezTo>
                    <a:cubicBezTo>
                      <a:pt x="1429703" y="994029"/>
                      <a:pt x="1439609" y="1006221"/>
                      <a:pt x="1450467" y="1017461"/>
                    </a:cubicBezTo>
                    <a:cubicBezTo>
                      <a:pt x="1455230" y="1022414"/>
                      <a:pt x="1461802" y="1025938"/>
                      <a:pt x="1468184" y="1028795"/>
                    </a:cubicBezTo>
                    <a:cubicBezTo>
                      <a:pt x="1484757" y="1036130"/>
                      <a:pt x="1501712" y="1042702"/>
                      <a:pt x="1518476" y="1049655"/>
                    </a:cubicBezTo>
                    <a:cubicBezTo>
                      <a:pt x="1520095" y="1050322"/>
                      <a:pt x="1521428" y="1052036"/>
                      <a:pt x="1522667" y="1053465"/>
                    </a:cubicBezTo>
                    <a:cubicBezTo>
                      <a:pt x="1535049" y="1068515"/>
                      <a:pt x="1547336" y="1083659"/>
                      <a:pt x="1559814" y="1098709"/>
                    </a:cubicBezTo>
                    <a:cubicBezTo>
                      <a:pt x="1562195" y="1101566"/>
                      <a:pt x="1565625" y="1103662"/>
                      <a:pt x="1568196" y="1106424"/>
                    </a:cubicBezTo>
                    <a:cubicBezTo>
                      <a:pt x="1571816" y="1110234"/>
                      <a:pt x="1576388" y="1113854"/>
                      <a:pt x="1578293" y="1118426"/>
                    </a:cubicBezTo>
                    <a:cubicBezTo>
                      <a:pt x="1584198" y="1132808"/>
                      <a:pt x="1595533" y="1139000"/>
                      <a:pt x="1609820" y="1141667"/>
                    </a:cubicBezTo>
                    <a:cubicBezTo>
                      <a:pt x="1622870" y="1144143"/>
                      <a:pt x="1635919" y="1146239"/>
                      <a:pt x="1648873" y="1149096"/>
                    </a:cubicBezTo>
                    <a:cubicBezTo>
                      <a:pt x="1664684" y="1152525"/>
                      <a:pt x="1680401" y="1156240"/>
                      <a:pt x="1696022" y="1160431"/>
                    </a:cubicBezTo>
                    <a:cubicBezTo>
                      <a:pt x="1702784" y="1162241"/>
                      <a:pt x="1709928" y="1164336"/>
                      <a:pt x="1715739" y="1168051"/>
                    </a:cubicBezTo>
                    <a:cubicBezTo>
                      <a:pt x="1732026" y="1178338"/>
                      <a:pt x="1749457" y="1185291"/>
                      <a:pt x="1768602" y="1182529"/>
                    </a:cubicBezTo>
                    <a:cubicBezTo>
                      <a:pt x="1783937" y="1180338"/>
                      <a:pt x="1796796" y="1185958"/>
                      <a:pt x="1806321" y="1194721"/>
                    </a:cubicBezTo>
                    <a:cubicBezTo>
                      <a:pt x="1823657" y="1210628"/>
                      <a:pt x="1842230" y="1207008"/>
                      <a:pt x="1860709" y="1201865"/>
                    </a:cubicBezTo>
                    <a:cubicBezTo>
                      <a:pt x="1870234" y="1199198"/>
                      <a:pt x="1878044" y="1199579"/>
                      <a:pt x="1887093" y="1202150"/>
                    </a:cubicBezTo>
                    <a:cubicBezTo>
                      <a:pt x="1908048" y="1208151"/>
                      <a:pt x="1922050" y="1224439"/>
                      <a:pt x="1935575" y="1238726"/>
                    </a:cubicBezTo>
                    <a:cubicBezTo>
                      <a:pt x="1947101" y="1250918"/>
                      <a:pt x="1960055" y="1257776"/>
                      <a:pt x="1974247" y="1262920"/>
                    </a:cubicBezTo>
                    <a:cubicBezTo>
                      <a:pt x="1992154" y="1269492"/>
                      <a:pt x="2006346" y="1267016"/>
                      <a:pt x="2014919" y="1251204"/>
                    </a:cubicBezTo>
                    <a:cubicBezTo>
                      <a:pt x="2017300" y="1246727"/>
                      <a:pt x="2021491" y="1241488"/>
                      <a:pt x="2025968" y="1240155"/>
                    </a:cubicBezTo>
                    <a:cubicBezTo>
                      <a:pt x="2047589" y="1233488"/>
                      <a:pt x="2069497" y="1223772"/>
                      <a:pt x="2092643" y="1229678"/>
                    </a:cubicBezTo>
                    <a:cubicBezTo>
                      <a:pt x="2124647" y="1237774"/>
                      <a:pt x="2155889" y="1237298"/>
                      <a:pt x="2187893" y="1229297"/>
                    </a:cubicBezTo>
                    <a:cubicBezTo>
                      <a:pt x="2239804" y="1216343"/>
                      <a:pt x="2291715" y="1202627"/>
                      <a:pt x="2346294" y="1205484"/>
                    </a:cubicBezTo>
                    <a:cubicBezTo>
                      <a:pt x="2355342" y="1205960"/>
                      <a:pt x="2366105" y="1200150"/>
                      <a:pt x="2373916" y="1194435"/>
                    </a:cubicBezTo>
                    <a:cubicBezTo>
                      <a:pt x="2388870" y="1183577"/>
                      <a:pt x="2388203" y="1182719"/>
                      <a:pt x="2404967" y="1191673"/>
                    </a:cubicBezTo>
                    <a:cubicBezTo>
                      <a:pt x="2408968" y="1193864"/>
                      <a:pt x="2413921" y="1195197"/>
                      <a:pt x="2416874" y="1198436"/>
                    </a:cubicBezTo>
                    <a:cubicBezTo>
                      <a:pt x="2431923" y="1214914"/>
                      <a:pt x="2450497" y="1210913"/>
                      <a:pt x="2468975" y="1208532"/>
                    </a:cubicBezTo>
                    <a:cubicBezTo>
                      <a:pt x="2472214" y="1208056"/>
                      <a:pt x="2476119" y="1207389"/>
                      <a:pt x="2478882" y="1208723"/>
                    </a:cubicBezTo>
                    <a:cubicBezTo>
                      <a:pt x="2491359" y="1214723"/>
                      <a:pt x="2501932" y="1212628"/>
                      <a:pt x="2512791" y="1204436"/>
                    </a:cubicBezTo>
                    <a:cubicBezTo>
                      <a:pt x="2522220" y="1197388"/>
                      <a:pt x="2533079" y="1193197"/>
                      <a:pt x="2544223" y="1201960"/>
                    </a:cubicBezTo>
                    <a:cubicBezTo>
                      <a:pt x="2568988" y="1221391"/>
                      <a:pt x="2595467" y="1222343"/>
                      <a:pt x="2623471" y="1210056"/>
                    </a:cubicBezTo>
                    <a:cubicBezTo>
                      <a:pt x="2643473" y="1201293"/>
                      <a:pt x="2663190" y="1199293"/>
                      <a:pt x="2684241" y="1208151"/>
                    </a:cubicBezTo>
                    <a:cubicBezTo>
                      <a:pt x="2692337" y="1211580"/>
                      <a:pt x="2702814" y="1209294"/>
                      <a:pt x="2712244" y="1210056"/>
                    </a:cubicBezTo>
                    <a:cubicBezTo>
                      <a:pt x="2717578" y="1210437"/>
                      <a:pt x="2723484" y="1210532"/>
                      <a:pt x="2728055" y="1212914"/>
                    </a:cubicBezTo>
                    <a:cubicBezTo>
                      <a:pt x="2740248" y="1219010"/>
                      <a:pt x="2751582" y="1226820"/>
                      <a:pt x="2763869" y="1232821"/>
                    </a:cubicBezTo>
                    <a:cubicBezTo>
                      <a:pt x="2769775" y="1235678"/>
                      <a:pt x="2776823" y="1237202"/>
                      <a:pt x="2783491" y="1237298"/>
                    </a:cubicBezTo>
                    <a:cubicBezTo>
                      <a:pt x="2803208" y="1237774"/>
                      <a:pt x="2822925" y="1237774"/>
                      <a:pt x="2842546" y="1236917"/>
                    </a:cubicBezTo>
                    <a:cubicBezTo>
                      <a:pt x="2874931" y="1235583"/>
                      <a:pt x="2907792" y="1235297"/>
                      <a:pt x="2931128" y="1206913"/>
                    </a:cubicBezTo>
                    <a:cubicBezTo>
                      <a:pt x="2933034" y="1204627"/>
                      <a:pt x="2937129" y="1203293"/>
                      <a:pt x="2940368" y="1202912"/>
                    </a:cubicBezTo>
                    <a:cubicBezTo>
                      <a:pt x="2955322" y="1201103"/>
                      <a:pt x="2970657" y="1200912"/>
                      <a:pt x="2985421" y="1197959"/>
                    </a:cubicBezTo>
                    <a:cubicBezTo>
                      <a:pt x="2997232" y="1195578"/>
                      <a:pt x="3007043" y="1196340"/>
                      <a:pt x="3015996" y="1204722"/>
                    </a:cubicBezTo>
                    <a:cubicBezTo>
                      <a:pt x="3027712" y="1215771"/>
                      <a:pt x="3042000" y="1222248"/>
                      <a:pt x="3057621" y="1218724"/>
                    </a:cubicBezTo>
                    <a:cubicBezTo>
                      <a:pt x="3073241" y="1215295"/>
                      <a:pt x="3083528" y="1222724"/>
                      <a:pt x="3095054" y="1230440"/>
                    </a:cubicBezTo>
                    <a:cubicBezTo>
                      <a:pt x="3103436" y="1236059"/>
                      <a:pt x="3112961" y="1243108"/>
                      <a:pt x="3122295" y="1243679"/>
                    </a:cubicBezTo>
                    <a:cubicBezTo>
                      <a:pt x="3143441" y="1244917"/>
                      <a:pt x="3161634" y="1264539"/>
                      <a:pt x="3184589" y="1253395"/>
                    </a:cubicBezTo>
                    <a:cubicBezTo>
                      <a:pt x="3186113" y="1252633"/>
                      <a:pt x="3188875" y="1254538"/>
                      <a:pt x="3191066" y="1255014"/>
                    </a:cubicBezTo>
                    <a:cubicBezTo>
                      <a:pt x="3208592" y="1258634"/>
                      <a:pt x="3225070" y="1255109"/>
                      <a:pt x="3237929" y="1243203"/>
                    </a:cubicBezTo>
                    <a:cubicBezTo>
                      <a:pt x="3254788" y="1227677"/>
                      <a:pt x="3273457" y="1226153"/>
                      <a:pt x="3294221" y="1231202"/>
                    </a:cubicBezTo>
                    <a:cubicBezTo>
                      <a:pt x="3300889" y="1232821"/>
                      <a:pt x="3307557" y="1233964"/>
                      <a:pt x="3314319" y="1235297"/>
                    </a:cubicBezTo>
                    <a:cubicBezTo>
                      <a:pt x="3323463" y="1237202"/>
                      <a:pt x="3332703" y="1239203"/>
                      <a:pt x="3341846" y="1241108"/>
                    </a:cubicBezTo>
                    <a:cubicBezTo>
                      <a:pt x="3350705" y="1243013"/>
                      <a:pt x="3360516" y="1246251"/>
                      <a:pt x="3367373" y="1238060"/>
                    </a:cubicBezTo>
                    <a:cubicBezTo>
                      <a:pt x="3373279" y="1231011"/>
                      <a:pt x="3377470" y="1231678"/>
                      <a:pt x="3382899" y="1237774"/>
                    </a:cubicBezTo>
                    <a:cubicBezTo>
                      <a:pt x="3401759" y="1259110"/>
                      <a:pt x="3424619" y="1272445"/>
                      <a:pt x="3453765" y="1273397"/>
                    </a:cubicBezTo>
                    <a:cubicBezTo>
                      <a:pt x="3459766" y="1273588"/>
                      <a:pt x="3465862" y="1274921"/>
                      <a:pt x="3471767" y="1276350"/>
                    </a:cubicBezTo>
                    <a:cubicBezTo>
                      <a:pt x="3475387" y="1277207"/>
                      <a:pt x="3479769" y="1278160"/>
                      <a:pt x="3481959" y="1280732"/>
                    </a:cubicBezTo>
                    <a:cubicBezTo>
                      <a:pt x="3499009" y="1300353"/>
                      <a:pt x="3520250" y="1313974"/>
                      <a:pt x="3543396" y="1324928"/>
                    </a:cubicBezTo>
                    <a:cubicBezTo>
                      <a:pt x="3551682" y="1328833"/>
                      <a:pt x="3560541" y="1332738"/>
                      <a:pt x="3569494" y="1333881"/>
                    </a:cubicBezTo>
                    <a:cubicBezTo>
                      <a:pt x="3578828" y="1335024"/>
                      <a:pt x="3588639" y="1333119"/>
                      <a:pt x="3598164" y="1332071"/>
                    </a:cubicBezTo>
                    <a:cubicBezTo>
                      <a:pt x="3603784" y="1331500"/>
                      <a:pt x="3610261" y="1331595"/>
                      <a:pt x="3614738" y="1328833"/>
                    </a:cubicBezTo>
                    <a:cubicBezTo>
                      <a:pt x="3628930" y="1320165"/>
                      <a:pt x="3642646" y="1310831"/>
                      <a:pt x="3655886" y="1300734"/>
                    </a:cubicBezTo>
                    <a:cubicBezTo>
                      <a:pt x="3667221" y="1292066"/>
                      <a:pt x="3669507" y="1290828"/>
                      <a:pt x="3679317" y="1301687"/>
                    </a:cubicBezTo>
                    <a:cubicBezTo>
                      <a:pt x="3689414" y="1312831"/>
                      <a:pt x="3701987" y="1318641"/>
                      <a:pt x="3715893" y="1321022"/>
                    </a:cubicBezTo>
                    <a:cubicBezTo>
                      <a:pt x="3737896" y="1324737"/>
                      <a:pt x="3760089" y="1327880"/>
                      <a:pt x="3782282" y="1329690"/>
                    </a:cubicBezTo>
                    <a:cubicBezTo>
                      <a:pt x="3802380" y="1331309"/>
                      <a:pt x="3812000" y="1322546"/>
                      <a:pt x="3816001" y="1302639"/>
                    </a:cubicBezTo>
                    <a:cubicBezTo>
                      <a:pt x="3818287" y="1291590"/>
                      <a:pt x="3821240" y="1279588"/>
                      <a:pt x="3833431" y="1276636"/>
                    </a:cubicBezTo>
                    <a:cubicBezTo>
                      <a:pt x="3853339" y="1271873"/>
                      <a:pt x="3874008" y="1269778"/>
                      <a:pt x="3883819" y="1246442"/>
                    </a:cubicBezTo>
                    <a:cubicBezTo>
                      <a:pt x="3889248" y="1251585"/>
                      <a:pt x="3892582" y="1254633"/>
                      <a:pt x="3895821" y="1257681"/>
                    </a:cubicBezTo>
                    <a:cubicBezTo>
                      <a:pt x="3904774" y="1266158"/>
                      <a:pt x="3923347" y="1269778"/>
                      <a:pt x="3932778" y="1262444"/>
                    </a:cubicBezTo>
                    <a:cubicBezTo>
                      <a:pt x="3946684" y="1251776"/>
                      <a:pt x="3959448" y="1253776"/>
                      <a:pt x="3972782" y="1262063"/>
                    </a:cubicBezTo>
                    <a:cubicBezTo>
                      <a:pt x="3995071" y="1275779"/>
                      <a:pt x="4019931" y="1272635"/>
                      <a:pt x="4042505" y="1267111"/>
                    </a:cubicBezTo>
                    <a:cubicBezTo>
                      <a:pt x="4059555" y="1263015"/>
                      <a:pt x="4077748" y="1255490"/>
                      <a:pt x="4088892" y="1238250"/>
                    </a:cubicBezTo>
                    <a:cubicBezTo>
                      <a:pt x="4092416" y="1232726"/>
                      <a:pt x="4100322" y="1229963"/>
                      <a:pt x="4106609" y="1226344"/>
                    </a:cubicBezTo>
                    <a:cubicBezTo>
                      <a:pt x="4111848" y="1223391"/>
                      <a:pt x="4117372" y="1220629"/>
                      <a:pt x="4123182" y="1218724"/>
                    </a:cubicBezTo>
                    <a:cubicBezTo>
                      <a:pt x="4129373" y="1216628"/>
                      <a:pt x="4136232" y="1213580"/>
                      <a:pt x="4142328" y="1214438"/>
                    </a:cubicBezTo>
                    <a:cubicBezTo>
                      <a:pt x="4160806" y="1216914"/>
                      <a:pt x="4175475" y="1212056"/>
                      <a:pt x="4188524" y="1198245"/>
                    </a:cubicBezTo>
                    <a:cubicBezTo>
                      <a:pt x="4195287" y="1191101"/>
                      <a:pt x="4205288" y="1182434"/>
                      <a:pt x="4213860" y="1182338"/>
                    </a:cubicBezTo>
                    <a:cubicBezTo>
                      <a:pt x="4234720" y="1182053"/>
                      <a:pt x="4252055" y="1175195"/>
                      <a:pt x="4270820" y="1167003"/>
                    </a:cubicBezTo>
                    <a:cubicBezTo>
                      <a:pt x="4282916" y="1161764"/>
                      <a:pt x="4296632" y="1158145"/>
                      <a:pt x="4309587" y="1153287"/>
                    </a:cubicBezTo>
                    <a:cubicBezTo>
                      <a:pt x="4324731" y="1147572"/>
                      <a:pt x="4341210" y="1145477"/>
                      <a:pt x="4350449" y="1129665"/>
                    </a:cubicBezTo>
                    <a:cubicBezTo>
                      <a:pt x="4351496" y="1127951"/>
                      <a:pt x="4354640" y="1127665"/>
                      <a:pt x="4356164" y="1126046"/>
                    </a:cubicBezTo>
                    <a:cubicBezTo>
                      <a:pt x="4361021" y="1121093"/>
                      <a:pt x="4367308" y="1116521"/>
                      <a:pt x="4369880" y="1110520"/>
                    </a:cubicBezTo>
                    <a:cubicBezTo>
                      <a:pt x="4377309" y="1092994"/>
                      <a:pt x="4383119" y="1074896"/>
                      <a:pt x="4389787" y="1057085"/>
                    </a:cubicBezTo>
                    <a:cubicBezTo>
                      <a:pt x="4391216" y="1053275"/>
                      <a:pt x="4392549" y="1048417"/>
                      <a:pt x="4395502" y="1046226"/>
                    </a:cubicBezTo>
                    <a:cubicBezTo>
                      <a:pt x="4412552" y="1033653"/>
                      <a:pt x="4429888" y="1021556"/>
                      <a:pt x="4447413" y="1009650"/>
                    </a:cubicBezTo>
                    <a:cubicBezTo>
                      <a:pt x="4454462" y="1004887"/>
                      <a:pt x="4460367" y="1007555"/>
                      <a:pt x="4466654" y="1013079"/>
                    </a:cubicBezTo>
                    <a:cubicBezTo>
                      <a:pt x="4472750" y="1018318"/>
                      <a:pt x="4480275" y="1023747"/>
                      <a:pt x="4487894" y="1025081"/>
                    </a:cubicBezTo>
                    <a:cubicBezTo>
                      <a:pt x="4503135" y="1027652"/>
                      <a:pt x="4518946" y="1028224"/>
                      <a:pt x="4534472" y="1028224"/>
                    </a:cubicBezTo>
                    <a:cubicBezTo>
                      <a:pt x="4540282" y="1028224"/>
                      <a:pt x="4546473" y="1024795"/>
                      <a:pt x="4551903" y="1022033"/>
                    </a:cubicBezTo>
                    <a:cubicBezTo>
                      <a:pt x="4562189" y="1016794"/>
                      <a:pt x="4571714" y="1009745"/>
                      <a:pt x="4582382" y="1005364"/>
                    </a:cubicBezTo>
                    <a:cubicBezTo>
                      <a:pt x="4594765" y="1000316"/>
                      <a:pt x="4602194" y="992219"/>
                      <a:pt x="4605909" y="979551"/>
                    </a:cubicBezTo>
                    <a:cubicBezTo>
                      <a:pt x="4611434" y="960692"/>
                      <a:pt x="4624579" y="947547"/>
                      <a:pt x="4640104" y="936879"/>
                    </a:cubicBezTo>
                    <a:cubicBezTo>
                      <a:pt x="4659821" y="923258"/>
                      <a:pt x="4683348" y="923925"/>
                      <a:pt x="4705731" y="920591"/>
                    </a:cubicBezTo>
                    <a:cubicBezTo>
                      <a:pt x="4714304" y="919353"/>
                      <a:pt x="4723162" y="918305"/>
                      <a:pt x="4730973" y="915162"/>
                    </a:cubicBezTo>
                    <a:cubicBezTo>
                      <a:pt x="4760595" y="903351"/>
                      <a:pt x="4790218" y="892112"/>
                      <a:pt x="4822794" y="892397"/>
                    </a:cubicBezTo>
                    <a:cubicBezTo>
                      <a:pt x="4825460" y="892397"/>
                      <a:pt x="4828128" y="892112"/>
                      <a:pt x="4830794" y="891635"/>
                    </a:cubicBezTo>
                    <a:cubicBezTo>
                      <a:pt x="4853940" y="887730"/>
                      <a:pt x="4877848" y="886206"/>
                      <a:pt x="4894421" y="865442"/>
                    </a:cubicBezTo>
                    <a:cubicBezTo>
                      <a:pt x="4897469" y="861632"/>
                      <a:pt x="4904422" y="860489"/>
                      <a:pt x="4909756" y="858964"/>
                    </a:cubicBezTo>
                    <a:cubicBezTo>
                      <a:pt x="4918996" y="856488"/>
                      <a:pt x="4925188" y="851440"/>
                      <a:pt x="4928521" y="842391"/>
                    </a:cubicBezTo>
                    <a:cubicBezTo>
                      <a:pt x="4934141" y="826770"/>
                      <a:pt x="4940808" y="811435"/>
                      <a:pt x="4945857" y="795623"/>
                    </a:cubicBezTo>
                    <a:cubicBezTo>
                      <a:pt x="4949381" y="784765"/>
                      <a:pt x="4955953" y="778764"/>
                      <a:pt x="4966145" y="774287"/>
                    </a:cubicBezTo>
                    <a:cubicBezTo>
                      <a:pt x="4971860" y="771811"/>
                      <a:pt x="4976813" y="766382"/>
                      <a:pt x="4980909" y="761333"/>
                    </a:cubicBezTo>
                    <a:cubicBezTo>
                      <a:pt x="4985862" y="755237"/>
                      <a:pt x="4988433" y="747141"/>
                      <a:pt x="4993862" y="741712"/>
                    </a:cubicBezTo>
                    <a:cubicBezTo>
                      <a:pt x="5007102" y="728186"/>
                      <a:pt x="5011198" y="713232"/>
                      <a:pt x="5006816" y="694754"/>
                    </a:cubicBezTo>
                    <a:cubicBezTo>
                      <a:pt x="5002911" y="678371"/>
                      <a:pt x="5013198" y="656463"/>
                      <a:pt x="5026724" y="653129"/>
                    </a:cubicBezTo>
                    <a:cubicBezTo>
                      <a:pt x="5041678" y="649414"/>
                      <a:pt x="5051965" y="640271"/>
                      <a:pt x="5062538" y="630079"/>
                    </a:cubicBezTo>
                    <a:cubicBezTo>
                      <a:pt x="5068443" y="624364"/>
                      <a:pt x="5076730" y="619411"/>
                      <a:pt x="5084731" y="617982"/>
                    </a:cubicBezTo>
                    <a:cubicBezTo>
                      <a:pt x="5115116" y="612458"/>
                      <a:pt x="5143786" y="619220"/>
                      <a:pt x="5172647" y="630174"/>
                    </a:cubicBezTo>
                    <a:cubicBezTo>
                      <a:pt x="5191506" y="637318"/>
                      <a:pt x="5212461" y="639223"/>
                      <a:pt x="5232654" y="642080"/>
                    </a:cubicBezTo>
                    <a:cubicBezTo>
                      <a:pt x="5238941" y="642937"/>
                      <a:pt x="5246942" y="641033"/>
                      <a:pt x="5252371" y="637508"/>
                    </a:cubicBezTo>
                    <a:cubicBezTo>
                      <a:pt x="5271421" y="625316"/>
                      <a:pt x="5290376" y="612743"/>
                      <a:pt x="5308092" y="598646"/>
                    </a:cubicBezTo>
                    <a:cubicBezTo>
                      <a:pt x="5324571" y="585407"/>
                      <a:pt x="5343144" y="579882"/>
                      <a:pt x="5363147" y="581311"/>
                    </a:cubicBezTo>
                    <a:cubicBezTo>
                      <a:pt x="5377720" y="582359"/>
                      <a:pt x="5390864" y="579977"/>
                      <a:pt x="5404580" y="576358"/>
                    </a:cubicBezTo>
                    <a:cubicBezTo>
                      <a:pt x="5416010" y="573310"/>
                      <a:pt x="5428583" y="571214"/>
                      <a:pt x="5440203" y="572548"/>
                    </a:cubicBezTo>
                    <a:cubicBezTo>
                      <a:pt x="5456491" y="574453"/>
                      <a:pt x="5469922" y="571691"/>
                      <a:pt x="5482971" y="561880"/>
                    </a:cubicBezTo>
                    <a:cubicBezTo>
                      <a:pt x="5489924" y="556641"/>
                      <a:pt x="5498878" y="553879"/>
                      <a:pt x="5507165" y="550259"/>
                    </a:cubicBezTo>
                    <a:cubicBezTo>
                      <a:pt x="5519928" y="544640"/>
                      <a:pt x="5533168" y="539877"/>
                      <a:pt x="5545645" y="533591"/>
                    </a:cubicBezTo>
                    <a:cubicBezTo>
                      <a:pt x="5559076" y="526923"/>
                      <a:pt x="5571363" y="517684"/>
                      <a:pt x="5585079" y="511969"/>
                    </a:cubicBezTo>
                    <a:cubicBezTo>
                      <a:pt x="5599843" y="505778"/>
                      <a:pt x="5609368" y="496348"/>
                      <a:pt x="5615368" y="481679"/>
                    </a:cubicBezTo>
                    <a:cubicBezTo>
                      <a:pt x="5619179" y="472440"/>
                      <a:pt x="5624417" y="462629"/>
                      <a:pt x="5631656" y="456152"/>
                    </a:cubicBezTo>
                    <a:cubicBezTo>
                      <a:pt x="5646611" y="442913"/>
                      <a:pt x="5664136" y="432625"/>
                      <a:pt x="5679377" y="419576"/>
                    </a:cubicBezTo>
                    <a:cubicBezTo>
                      <a:pt x="5700808" y="401288"/>
                      <a:pt x="5720620" y="381857"/>
                      <a:pt x="5722525" y="350615"/>
                    </a:cubicBezTo>
                    <a:cubicBezTo>
                      <a:pt x="5723572" y="333375"/>
                      <a:pt x="5732716" y="326041"/>
                      <a:pt x="5749576" y="321945"/>
                    </a:cubicBezTo>
                    <a:cubicBezTo>
                      <a:pt x="5755195" y="320612"/>
                      <a:pt x="5763197" y="318040"/>
                      <a:pt x="5764911" y="313849"/>
                    </a:cubicBezTo>
                    <a:cubicBezTo>
                      <a:pt x="5770054" y="301371"/>
                      <a:pt x="5780722" y="298895"/>
                      <a:pt x="5791009" y="293942"/>
                    </a:cubicBezTo>
                    <a:cubicBezTo>
                      <a:pt x="5797201" y="290989"/>
                      <a:pt x="5804821" y="285179"/>
                      <a:pt x="5806440" y="279178"/>
                    </a:cubicBezTo>
                    <a:cubicBezTo>
                      <a:pt x="5813107" y="254889"/>
                      <a:pt x="5831395" y="240602"/>
                      <a:pt x="5848636" y="224885"/>
                    </a:cubicBezTo>
                    <a:cubicBezTo>
                      <a:pt x="5853684" y="220218"/>
                      <a:pt x="5859113" y="214884"/>
                      <a:pt x="5861590" y="208788"/>
                    </a:cubicBezTo>
                    <a:cubicBezTo>
                      <a:pt x="5866829" y="195643"/>
                      <a:pt x="5874639" y="186118"/>
                      <a:pt x="5888355" y="181166"/>
                    </a:cubicBezTo>
                    <a:cubicBezTo>
                      <a:pt x="5892736" y="179642"/>
                      <a:pt x="5896737" y="176117"/>
                      <a:pt x="5900071" y="172784"/>
                    </a:cubicBezTo>
                    <a:cubicBezTo>
                      <a:pt x="5907215" y="165545"/>
                      <a:pt x="5913215" y="157067"/>
                      <a:pt x="5920740" y="150305"/>
                    </a:cubicBezTo>
                    <a:cubicBezTo>
                      <a:pt x="5939885" y="132874"/>
                      <a:pt x="5958840" y="115729"/>
                      <a:pt x="5969985" y="91345"/>
                    </a:cubicBezTo>
                    <a:cubicBezTo>
                      <a:pt x="5975413" y="79439"/>
                      <a:pt x="5981605" y="66485"/>
                      <a:pt x="5991130" y="58293"/>
                    </a:cubicBezTo>
                    <a:cubicBezTo>
                      <a:pt x="6003227" y="47911"/>
                      <a:pt x="6019133" y="42005"/>
                      <a:pt x="6033325" y="33909"/>
                    </a:cubicBezTo>
                    <a:cubicBezTo>
                      <a:pt x="6040469" y="29813"/>
                      <a:pt x="6047137" y="24860"/>
                      <a:pt x="6054376" y="20955"/>
                    </a:cubicBezTo>
                    <a:cubicBezTo>
                      <a:pt x="6067234" y="14097"/>
                      <a:pt x="6080379" y="7715"/>
                      <a:pt x="6095524" y="0"/>
                    </a:cubicBezTo>
                    <a:close/>
                  </a:path>
                </a:pathLst>
              </a:custGeom>
              <a:blipFill>
                <a:blip r:embed="rId2">
                  <a:alphaModFix amt="57000"/>
                </a:blip>
                <a:tile tx="0" ty="0" sx="100000" sy="100000" flip="none" algn="tl"/>
              </a:blip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2" name="Rubrik 1">
            <a:extLst>
              <a:ext uri="{FF2B5EF4-FFF2-40B4-BE49-F238E27FC236}">
                <a16:creationId xmlns:a16="http://schemas.microsoft.com/office/drawing/2014/main" id="{1671AE21-0407-0733-911F-44FB636256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120676"/>
            <a:ext cx="7021513" cy="230832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7200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Variabler</a:t>
            </a:r>
            <a:r>
              <a:rPr lang="en-US" sz="72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– Gör Din </a:t>
            </a:r>
            <a:r>
              <a:rPr lang="en-US" sz="7200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Kod</a:t>
            </a:r>
            <a:r>
              <a:rPr lang="en-US" sz="72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Flexibel</a:t>
            </a:r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D6E4B018-746A-58AC-7DC9-33D5DEDEBF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5024" y="3809999"/>
            <a:ext cx="7025753" cy="1012778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sz="2400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Input-</a:t>
            </a:r>
            <a:r>
              <a:rPr lang="en-US" sz="2400" kern="1200" dirty="0" err="1">
                <a:solidFill>
                  <a:schemeClr val="bg1"/>
                </a:solidFill>
                <a:latin typeface="+mn-lt"/>
                <a:ea typeface="+mn-ea"/>
                <a:cs typeface="+mn-cs"/>
              </a:rPr>
              <a:t>variabler</a:t>
            </a:r>
            <a:r>
              <a:rPr lang="en-US" sz="2400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 = </a:t>
            </a:r>
            <a:r>
              <a:rPr lang="en-US" sz="2400" kern="1200" dirty="0" err="1">
                <a:solidFill>
                  <a:schemeClr val="bg1"/>
                </a:solidFill>
                <a:latin typeface="+mn-lt"/>
                <a:ea typeface="+mn-ea"/>
                <a:cs typeface="+mn-cs"/>
              </a:rPr>
              <a:t>Gör</a:t>
            </a:r>
            <a:r>
              <a:rPr lang="en-US" sz="2400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 din </a:t>
            </a:r>
            <a:r>
              <a:rPr lang="en-US" sz="2400" kern="1200" dirty="0" err="1">
                <a:solidFill>
                  <a:schemeClr val="bg1"/>
                </a:solidFill>
                <a:latin typeface="+mn-lt"/>
                <a:ea typeface="+mn-ea"/>
                <a:cs typeface="+mn-cs"/>
              </a:rPr>
              <a:t>konfiguration</a:t>
            </a:r>
            <a:r>
              <a:rPr lang="en-US" sz="2400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400" kern="1200" dirty="0" err="1">
                <a:solidFill>
                  <a:schemeClr val="bg1"/>
                </a:solidFill>
                <a:latin typeface="+mn-lt"/>
                <a:ea typeface="+mn-ea"/>
                <a:cs typeface="+mn-cs"/>
              </a:rPr>
              <a:t>återanvändbar</a:t>
            </a:r>
          </a:p>
        </p:txBody>
      </p:sp>
    </p:spTree>
    <p:extLst>
      <p:ext uri="{BB962C8B-B14F-4D97-AF65-F5344CB8AC3E}">
        <p14:creationId xmlns:p14="http://schemas.microsoft.com/office/powerpoint/2010/main" val="39894642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7">
            <a:extLst>
              <a:ext uri="{FF2B5EF4-FFF2-40B4-BE49-F238E27FC236}">
                <a16:creationId xmlns:a16="http://schemas.microsoft.com/office/drawing/2014/main" id="{A7AE9375-4664-4DB2-922D-2782A6E439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6E718E52-8CA7-E3A1-F350-D1FAEF2C84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69925"/>
            <a:ext cx="4508946" cy="1325563"/>
          </a:xfrm>
        </p:spPr>
        <p:txBody>
          <a:bodyPr anchor="b">
            <a:normAutofit/>
          </a:bodyPr>
          <a:lstStyle/>
          <a:p>
            <a:pPr algn="r"/>
            <a:r>
              <a:rPr lang="sv-SE">
                <a:solidFill>
                  <a:schemeClr val="bg1"/>
                </a:solidFill>
                <a:ea typeface="+mj-lt"/>
                <a:cs typeface="+mj-lt"/>
              </a:rPr>
              <a:t>Problem – hårdkodade värden</a:t>
            </a:r>
            <a:endParaRPr lang="sv-SE">
              <a:solidFill>
                <a:schemeClr val="bg1"/>
              </a:solidFill>
            </a:endParaRPr>
          </a:p>
        </p:txBody>
      </p:sp>
      <p:cxnSp>
        <p:nvCxnSpPr>
          <p:cNvPr id="21" name="Straight Connector 9">
            <a:extLst>
              <a:ext uri="{FF2B5EF4-FFF2-40B4-BE49-F238E27FC236}">
                <a16:creationId xmlns:a16="http://schemas.microsoft.com/office/drawing/2014/main" id="{EE504C98-6397-41C1-A8D8-2D9C4ED30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26210" y="2026340"/>
            <a:ext cx="5220936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748571EF-602A-F68C-A79C-D3498E16C1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2667" y="2398957"/>
            <a:ext cx="9406666" cy="352614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sv-SE" sz="2400">
                <a:solidFill>
                  <a:srgbClr val="0F1115"/>
                </a:solidFill>
                <a:ea typeface="+mn-lt"/>
                <a:cs typeface="+mn-lt"/>
              </a:rPr>
              <a:t>hcl</a:t>
            </a:r>
          </a:p>
          <a:p>
            <a:r>
              <a:rPr lang="sv-SE" i="1">
                <a:solidFill>
                  <a:srgbClr val="A0A1A7"/>
                </a:solidFill>
                <a:latin typeface="Consolas"/>
              </a:rPr>
              <a:t># ❌ Hårdkodat – kan bara användas för WEB01!</a:t>
            </a:r>
            <a:r>
              <a:rPr lang="sv-SE" dirty="0">
                <a:solidFill>
                  <a:srgbClr val="0F1115"/>
                </a:solidFill>
                <a:latin typeface="Consolas"/>
              </a:rPr>
              <a:t>
</a:t>
            </a:r>
            <a:r>
              <a:rPr lang="sv-SE">
                <a:solidFill>
                  <a:srgbClr val="A626A4"/>
                </a:solidFill>
                <a:latin typeface="Consolas"/>
              </a:rPr>
              <a:t>resource </a:t>
            </a:r>
            <a:r>
              <a:rPr lang="sv-SE">
                <a:solidFill>
                  <a:srgbClr val="4078F2"/>
                </a:solidFill>
                <a:latin typeface="Consolas"/>
              </a:rPr>
              <a:t>"local_file"</a:t>
            </a:r>
            <a:r>
              <a:rPr lang="sv-SE" dirty="0">
                <a:solidFill>
                  <a:srgbClr val="0F1115"/>
                </a:solidFill>
                <a:latin typeface="Consolas"/>
              </a:rPr>
              <a:t> </a:t>
            </a:r>
            <a:r>
              <a:rPr lang="sv-SE">
                <a:solidFill>
                  <a:srgbClr val="50A14F"/>
                </a:solidFill>
                <a:latin typeface="Consolas"/>
              </a:rPr>
              <a:t>"config"</a:t>
            </a:r>
            <a:r>
              <a:rPr lang="sv-SE" dirty="0">
                <a:solidFill>
                  <a:srgbClr val="0F1115"/>
                </a:solidFill>
                <a:latin typeface="Consolas"/>
              </a:rPr>
              <a:t> </a:t>
            </a:r>
            <a:r>
              <a:rPr lang="sv-SE">
                <a:solidFill>
                  <a:srgbClr val="383A42"/>
                </a:solidFill>
                <a:latin typeface="Consolas"/>
              </a:rPr>
              <a:t>{</a:t>
            </a:r>
            <a:r>
              <a:rPr lang="sv-SE" dirty="0">
                <a:solidFill>
                  <a:srgbClr val="0F1115"/>
                </a:solidFill>
                <a:latin typeface="Consolas"/>
              </a:rPr>
              <a:t>
  </a:t>
            </a:r>
            <a:r>
              <a:rPr lang="sv-SE">
                <a:solidFill>
                  <a:srgbClr val="E45649"/>
                </a:solidFill>
                <a:latin typeface="Consolas"/>
              </a:rPr>
              <a:t>filename</a:t>
            </a:r>
            <a:r>
              <a:rPr lang="sv-SE" dirty="0">
                <a:solidFill>
                  <a:srgbClr val="0F1115"/>
                </a:solidFill>
                <a:latin typeface="Consolas"/>
              </a:rPr>
              <a:t> </a:t>
            </a:r>
            <a:r>
              <a:rPr lang="sv-SE">
                <a:solidFill>
                  <a:srgbClr val="383A42"/>
                </a:solidFill>
                <a:latin typeface="Consolas"/>
              </a:rPr>
              <a:t>=</a:t>
            </a:r>
            <a:r>
              <a:rPr lang="sv-SE" dirty="0">
                <a:solidFill>
                  <a:srgbClr val="0F1115"/>
                </a:solidFill>
                <a:latin typeface="Consolas"/>
              </a:rPr>
              <a:t> </a:t>
            </a:r>
            <a:r>
              <a:rPr lang="sv-SE">
                <a:solidFill>
                  <a:srgbClr val="50A14F"/>
                </a:solidFill>
                <a:latin typeface="Consolas"/>
              </a:rPr>
              <a:t>"C:/temp/WEB01_config.json"</a:t>
            </a:r>
            <a:r>
              <a:rPr lang="sv-SE" dirty="0">
                <a:solidFill>
                  <a:srgbClr val="0F1115"/>
                </a:solidFill>
                <a:latin typeface="Consolas"/>
              </a:rPr>
              <a:t>
  </a:t>
            </a:r>
            <a:r>
              <a:rPr lang="sv-SE">
                <a:solidFill>
                  <a:srgbClr val="E45649"/>
                </a:solidFill>
                <a:latin typeface="Consolas"/>
              </a:rPr>
              <a:t>content</a:t>
            </a:r>
            <a:r>
              <a:rPr lang="sv-SE" dirty="0">
                <a:solidFill>
                  <a:srgbClr val="0F1115"/>
                </a:solidFill>
                <a:latin typeface="Consolas"/>
              </a:rPr>
              <a:t>  </a:t>
            </a:r>
            <a:r>
              <a:rPr lang="sv-SE">
                <a:solidFill>
                  <a:srgbClr val="383A42"/>
                </a:solidFill>
                <a:latin typeface="Consolas"/>
              </a:rPr>
              <a:t>=</a:t>
            </a:r>
            <a:r>
              <a:rPr lang="sv-SE" dirty="0">
                <a:solidFill>
                  <a:srgbClr val="0F1115"/>
                </a:solidFill>
                <a:latin typeface="Consolas"/>
              </a:rPr>
              <a:t> </a:t>
            </a:r>
            <a:r>
              <a:rPr lang="sv-SE">
                <a:solidFill>
                  <a:srgbClr val="50A14F"/>
                </a:solidFill>
                <a:latin typeface="Consolas"/>
              </a:rPr>
              <a:t>"server=WEB01"</a:t>
            </a:r>
            <a:r>
              <a:rPr lang="sv-SE" dirty="0">
                <a:solidFill>
                  <a:srgbClr val="0F1115"/>
                </a:solidFill>
                <a:latin typeface="Consolas"/>
              </a:rPr>
              <a:t>
</a:t>
            </a:r>
            <a:r>
              <a:rPr lang="sv-SE">
                <a:solidFill>
                  <a:srgbClr val="383A42"/>
                </a:solidFill>
                <a:latin typeface="Consolas"/>
              </a:rPr>
              <a:t>}</a:t>
            </a:r>
            <a:endParaRPr lang="sv-SE">
              <a:solidFill>
                <a:srgbClr val="383A42"/>
              </a:solidFill>
            </a:endParaRPr>
          </a:p>
        </p:txBody>
      </p:sp>
      <p:sp>
        <p:nvSpPr>
          <p:cNvPr id="22" name="Rectangle 11">
            <a:extLst>
              <a:ext uri="{FF2B5EF4-FFF2-40B4-BE49-F238E27FC236}">
                <a16:creationId xmlns:a16="http://schemas.microsoft.com/office/drawing/2014/main" id="{9DD005C1-8C51-42D6-9BEE-B9B8384974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6206" y="115193"/>
            <a:ext cx="11939588" cy="6627614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82587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Bildobjekt 3">
            <a:extLst>
              <a:ext uri="{FF2B5EF4-FFF2-40B4-BE49-F238E27FC236}">
                <a16:creationId xmlns:a16="http://schemas.microsoft.com/office/drawing/2014/main" id="{EF0E1F9F-ED8A-7652-0DFA-2C8802211F5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739" t="7854" r="863" b="3448"/>
          <a:stretch>
            <a:fillRect/>
          </a:stretch>
        </p:blipFill>
        <p:spPr>
          <a:xfrm>
            <a:off x="21" y="264041"/>
            <a:ext cx="12192959" cy="6331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50968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7">
            <a:extLst>
              <a:ext uri="{FF2B5EF4-FFF2-40B4-BE49-F238E27FC236}">
                <a16:creationId xmlns:a16="http://schemas.microsoft.com/office/drawing/2014/main" id="{A7AE9375-4664-4DB2-922D-2782A6E439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4AE8D8A0-9AA6-CDBE-B664-A44E46D06D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193" y="752101"/>
            <a:ext cx="4650862" cy="4812755"/>
          </a:xfrm>
        </p:spPr>
        <p:txBody>
          <a:bodyPr anchor="b">
            <a:normAutofit/>
          </a:bodyPr>
          <a:lstStyle/>
          <a:p>
            <a:pPr algn="r"/>
            <a:r>
              <a:rPr lang="sv-SE" sz="7200">
                <a:solidFill>
                  <a:schemeClr val="bg1"/>
                </a:solidFill>
                <a:ea typeface="+mj-lt"/>
                <a:cs typeface="+mj-lt"/>
              </a:rPr>
              <a:t>Lösning – variabler</a:t>
            </a:r>
            <a:endParaRPr lang="sv-SE" sz="7200">
              <a:solidFill>
                <a:schemeClr val="bg1"/>
              </a:solidFill>
            </a:endParaRPr>
          </a:p>
        </p:txBody>
      </p:sp>
      <p:cxnSp>
        <p:nvCxnSpPr>
          <p:cNvPr id="19" name="Straight Connector 9">
            <a:extLst>
              <a:ext uri="{FF2B5EF4-FFF2-40B4-BE49-F238E27FC236}">
                <a16:creationId xmlns:a16="http://schemas.microsoft.com/office/drawing/2014/main" id="{EE504C98-6397-41C1-A8D8-2D9C4ED30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26206" y="5597879"/>
            <a:ext cx="5102006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B58EB6D9-076D-1207-EA2C-D802D6D7B8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17432" y="753042"/>
            <a:ext cx="6751153" cy="5172060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sv-SE" sz="1600">
                <a:solidFill>
                  <a:srgbClr val="0F1115"/>
                </a:solidFill>
                <a:ea typeface="+mn-lt"/>
                <a:cs typeface="+mn-lt"/>
              </a:rPr>
              <a:t>hcl</a:t>
            </a:r>
          </a:p>
          <a:p>
            <a:r>
              <a:rPr lang="sv-SE" sz="1800" i="1">
                <a:solidFill>
                  <a:srgbClr val="A0A1A7"/>
                </a:solidFill>
                <a:latin typeface="Consolas"/>
              </a:rPr>
              <a:t># ✅ Flexibelt – kan användas för vilken server som helst!</a:t>
            </a:r>
            <a:r>
              <a:rPr lang="sv-SE" sz="1800" dirty="0">
                <a:solidFill>
                  <a:srgbClr val="0F1115"/>
                </a:solidFill>
                <a:latin typeface="Consolas"/>
              </a:rPr>
              <a:t>
</a:t>
            </a:r>
            <a:r>
              <a:rPr lang="sv-SE" sz="1800">
                <a:solidFill>
                  <a:srgbClr val="A626A4"/>
                </a:solidFill>
                <a:latin typeface="Consolas"/>
              </a:rPr>
              <a:t>variable</a:t>
            </a:r>
            <a:r>
              <a:rPr lang="sv-SE" sz="1800">
                <a:solidFill>
                  <a:srgbClr val="4078F2"/>
                </a:solidFill>
                <a:latin typeface="Consolas"/>
              </a:rPr>
              <a:t> "server_name" </a:t>
            </a:r>
            <a:r>
              <a:rPr lang="sv-SE" sz="1800">
                <a:solidFill>
                  <a:srgbClr val="383A42"/>
                </a:solidFill>
                <a:latin typeface="Consolas"/>
              </a:rPr>
              <a:t>{</a:t>
            </a:r>
            <a:r>
              <a:rPr lang="sv-SE" sz="1800" dirty="0">
                <a:solidFill>
                  <a:srgbClr val="0F1115"/>
                </a:solidFill>
                <a:latin typeface="Consolas"/>
              </a:rPr>
              <a:t>
  </a:t>
            </a:r>
            <a:r>
              <a:rPr lang="sv-SE" sz="1800">
                <a:solidFill>
                  <a:srgbClr val="E45649"/>
                </a:solidFill>
                <a:latin typeface="Consolas"/>
              </a:rPr>
              <a:t>type</a:t>
            </a:r>
            <a:r>
              <a:rPr lang="sv-SE" sz="1800" dirty="0">
                <a:solidFill>
                  <a:srgbClr val="0F1115"/>
                </a:solidFill>
                <a:latin typeface="Consolas"/>
              </a:rPr>
              <a:t>        </a:t>
            </a:r>
            <a:r>
              <a:rPr lang="sv-SE" sz="1800">
                <a:solidFill>
                  <a:srgbClr val="383A42"/>
                </a:solidFill>
                <a:latin typeface="Consolas"/>
              </a:rPr>
              <a:t>=</a:t>
            </a:r>
            <a:r>
              <a:rPr lang="sv-SE" sz="1800">
                <a:solidFill>
                  <a:srgbClr val="0F1115"/>
                </a:solidFill>
                <a:latin typeface="Consolas"/>
              </a:rPr>
              <a:t> string</a:t>
            </a:r>
            <a:r>
              <a:rPr lang="sv-SE" sz="1800" dirty="0">
                <a:solidFill>
                  <a:srgbClr val="0F1115"/>
                </a:solidFill>
                <a:latin typeface="Consolas"/>
              </a:rPr>
              <a:t>
  </a:t>
            </a:r>
            <a:r>
              <a:rPr lang="sv-SE" sz="1800">
                <a:solidFill>
                  <a:srgbClr val="E45649"/>
                </a:solidFill>
                <a:latin typeface="Consolas"/>
              </a:rPr>
              <a:t>description</a:t>
            </a:r>
            <a:r>
              <a:rPr lang="sv-SE" sz="1800" dirty="0">
                <a:solidFill>
                  <a:srgbClr val="0F1115"/>
                </a:solidFill>
                <a:latin typeface="Consolas"/>
              </a:rPr>
              <a:t> </a:t>
            </a:r>
            <a:r>
              <a:rPr lang="sv-SE" sz="1800">
                <a:solidFill>
                  <a:srgbClr val="383A42"/>
                </a:solidFill>
                <a:latin typeface="Consolas"/>
              </a:rPr>
              <a:t>=</a:t>
            </a:r>
            <a:r>
              <a:rPr lang="sv-SE" sz="1800" dirty="0">
                <a:solidFill>
                  <a:srgbClr val="0F1115"/>
                </a:solidFill>
                <a:latin typeface="Consolas"/>
              </a:rPr>
              <a:t> </a:t>
            </a:r>
            <a:r>
              <a:rPr lang="sv-SE" sz="1800">
                <a:solidFill>
                  <a:srgbClr val="50A14F"/>
                </a:solidFill>
                <a:latin typeface="Consolas"/>
              </a:rPr>
              <a:t>"Namnet på servern"</a:t>
            </a:r>
            <a:r>
              <a:rPr lang="sv-SE" sz="1800" dirty="0">
                <a:solidFill>
                  <a:srgbClr val="0F1115"/>
                </a:solidFill>
                <a:latin typeface="Consolas"/>
              </a:rPr>
              <a:t>
  </a:t>
            </a:r>
            <a:r>
              <a:rPr lang="sv-SE" sz="1800">
                <a:solidFill>
                  <a:srgbClr val="E45649"/>
                </a:solidFill>
                <a:latin typeface="Consolas"/>
              </a:rPr>
              <a:t>default</a:t>
            </a:r>
            <a:r>
              <a:rPr lang="sv-SE" sz="1800" dirty="0">
                <a:solidFill>
                  <a:srgbClr val="0F1115"/>
                </a:solidFill>
                <a:latin typeface="Consolas"/>
              </a:rPr>
              <a:t>     </a:t>
            </a:r>
            <a:r>
              <a:rPr lang="sv-SE" sz="1800">
                <a:solidFill>
                  <a:srgbClr val="383A42"/>
                </a:solidFill>
                <a:latin typeface="Consolas"/>
              </a:rPr>
              <a:t>=</a:t>
            </a:r>
            <a:r>
              <a:rPr lang="sv-SE" sz="1800" dirty="0">
                <a:solidFill>
                  <a:srgbClr val="0F1115"/>
                </a:solidFill>
                <a:latin typeface="Consolas"/>
              </a:rPr>
              <a:t> </a:t>
            </a:r>
            <a:r>
              <a:rPr lang="sv-SE" sz="1800">
                <a:solidFill>
                  <a:srgbClr val="50A14F"/>
                </a:solidFill>
                <a:latin typeface="Consolas"/>
              </a:rPr>
              <a:t>"WEB01"</a:t>
            </a:r>
            <a:r>
              <a:rPr lang="sv-SE" sz="1800" dirty="0">
                <a:solidFill>
                  <a:srgbClr val="0F1115"/>
                </a:solidFill>
                <a:latin typeface="Consolas"/>
              </a:rPr>
              <a:t>
</a:t>
            </a:r>
            <a:r>
              <a:rPr lang="sv-SE" sz="1800">
                <a:solidFill>
                  <a:srgbClr val="383A42"/>
                </a:solidFill>
                <a:latin typeface="Consolas"/>
              </a:rPr>
              <a:t>}</a:t>
            </a:r>
            <a:r>
              <a:rPr lang="sv-SE" sz="1800" dirty="0">
                <a:solidFill>
                  <a:srgbClr val="0F1115"/>
                </a:solidFill>
                <a:latin typeface="Consolas"/>
              </a:rPr>
              <a:t>
</a:t>
            </a:r>
            <a:r>
              <a:rPr lang="sv-SE" sz="1800">
                <a:solidFill>
                  <a:srgbClr val="A626A4"/>
                </a:solidFill>
                <a:latin typeface="Consolas"/>
              </a:rPr>
              <a:t>resource </a:t>
            </a:r>
            <a:r>
              <a:rPr lang="sv-SE" sz="1800">
                <a:solidFill>
                  <a:srgbClr val="4078F2"/>
                </a:solidFill>
                <a:latin typeface="Consolas"/>
              </a:rPr>
              <a:t>"local_file"</a:t>
            </a:r>
            <a:r>
              <a:rPr lang="sv-SE" sz="1800" dirty="0">
                <a:solidFill>
                  <a:srgbClr val="0F1115"/>
                </a:solidFill>
                <a:latin typeface="Consolas"/>
              </a:rPr>
              <a:t> </a:t>
            </a:r>
            <a:r>
              <a:rPr lang="sv-SE" sz="1800">
                <a:solidFill>
                  <a:srgbClr val="50A14F"/>
                </a:solidFill>
                <a:latin typeface="Consolas"/>
              </a:rPr>
              <a:t>"config"</a:t>
            </a:r>
            <a:r>
              <a:rPr lang="sv-SE" sz="1800" dirty="0">
                <a:solidFill>
                  <a:srgbClr val="0F1115"/>
                </a:solidFill>
                <a:latin typeface="Consolas"/>
              </a:rPr>
              <a:t> </a:t>
            </a:r>
            <a:r>
              <a:rPr lang="sv-SE" sz="1800">
                <a:solidFill>
                  <a:srgbClr val="383A42"/>
                </a:solidFill>
                <a:latin typeface="Consolas"/>
              </a:rPr>
              <a:t>{</a:t>
            </a:r>
            <a:r>
              <a:rPr lang="sv-SE" sz="1800" dirty="0">
                <a:solidFill>
                  <a:srgbClr val="0F1115"/>
                </a:solidFill>
                <a:latin typeface="Consolas"/>
              </a:rPr>
              <a:t>
  </a:t>
            </a:r>
            <a:r>
              <a:rPr lang="sv-SE" sz="1800">
                <a:solidFill>
                  <a:srgbClr val="E45649"/>
                </a:solidFill>
                <a:latin typeface="Consolas"/>
              </a:rPr>
              <a:t>filename</a:t>
            </a:r>
            <a:r>
              <a:rPr lang="sv-SE" sz="1800" dirty="0">
                <a:solidFill>
                  <a:srgbClr val="0F1115"/>
                </a:solidFill>
                <a:latin typeface="Consolas"/>
              </a:rPr>
              <a:t> </a:t>
            </a:r>
            <a:r>
              <a:rPr lang="sv-SE" sz="1800">
                <a:solidFill>
                  <a:srgbClr val="383A42"/>
                </a:solidFill>
                <a:latin typeface="Consolas"/>
              </a:rPr>
              <a:t>=</a:t>
            </a:r>
            <a:r>
              <a:rPr lang="sv-SE" sz="1800" dirty="0">
                <a:solidFill>
                  <a:srgbClr val="0F1115"/>
                </a:solidFill>
                <a:latin typeface="Consolas"/>
              </a:rPr>
              <a:t> </a:t>
            </a:r>
            <a:r>
              <a:rPr lang="sv-SE" sz="1800">
                <a:solidFill>
                  <a:srgbClr val="50A14F"/>
                </a:solidFill>
                <a:latin typeface="Consolas"/>
              </a:rPr>
              <a:t>"C:/temp/</a:t>
            </a:r>
            <a:r>
              <a:rPr lang="sv-SE" sz="1800">
                <a:solidFill>
                  <a:srgbClr val="383A42"/>
                </a:solidFill>
                <a:latin typeface="Consolas"/>
              </a:rPr>
              <a:t>${</a:t>
            </a:r>
            <a:r>
              <a:rPr lang="sv-SE" sz="1800">
                <a:solidFill>
                  <a:srgbClr val="A626A4"/>
                </a:solidFill>
                <a:latin typeface="Consolas"/>
              </a:rPr>
              <a:t>var</a:t>
            </a:r>
            <a:r>
              <a:rPr lang="sv-SE" sz="1800">
                <a:solidFill>
                  <a:srgbClr val="383A42"/>
                </a:solidFill>
                <a:latin typeface="Consolas"/>
              </a:rPr>
              <a:t>.</a:t>
            </a:r>
            <a:r>
              <a:rPr lang="sv-SE" sz="1800">
                <a:solidFill>
                  <a:srgbClr val="4078F2"/>
                </a:solidFill>
                <a:latin typeface="Consolas"/>
              </a:rPr>
              <a:t>server_name</a:t>
            </a:r>
            <a:r>
              <a:rPr lang="sv-SE" sz="1800">
                <a:solidFill>
                  <a:srgbClr val="383A42"/>
                </a:solidFill>
                <a:latin typeface="Consolas"/>
              </a:rPr>
              <a:t>}</a:t>
            </a:r>
            <a:r>
              <a:rPr lang="sv-SE" sz="1800">
                <a:solidFill>
                  <a:srgbClr val="50A14F"/>
                </a:solidFill>
                <a:latin typeface="Consolas"/>
              </a:rPr>
              <a:t>_config.json"</a:t>
            </a:r>
            <a:r>
              <a:rPr lang="sv-SE" sz="1800" dirty="0">
                <a:solidFill>
                  <a:srgbClr val="0F1115"/>
                </a:solidFill>
                <a:latin typeface="Consolas"/>
              </a:rPr>
              <a:t>
  </a:t>
            </a:r>
            <a:r>
              <a:rPr lang="sv-SE" sz="1800">
                <a:solidFill>
                  <a:srgbClr val="E45649"/>
                </a:solidFill>
                <a:latin typeface="Consolas"/>
              </a:rPr>
              <a:t>content</a:t>
            </a:r>
            <a:r>
              <a:rPr lang="sv-SE" sz="1800" dirty="0">
                <a:solidFill>
                  <a:srgbClr val="0F1115"/>
                </a:solidFill>
                <a:latin typeface="Consolas"/>
              </a:rPr>
              <a:t>  </a:t>
            </a:r>
            <a:r>
              <a:rPr lang="sv-SE" sz="1800">
                <a:solidFill>
                  <a:srgbClr val="383A42"/>
                </a:solidFill>
                <a:latin typeface="Consolas"/>
              </a:rPr>
              <a:t>=</a:t>
            </a:r>
            <a:r>
              <a:rPr lang="sv-SE" sz="1800" dirty="0">
                <a:solidFill>
                  <a:srgbClr val="0F1115"/>
                </a:solidFill>
                <a:latin typeface="Consolas"/>
              </a:rPr>
              <a:t> </a:t>
            </a:r>
            <a:r>
              <a:rPr lang="sv-SE" sz="1800">
                <a:solidFill>
                  <a:srgbClr val="50A14F"/>
                </a:solidFill>
                <a:latin typeface="Consolas"/>
              </a:rPr>
              <a:t>"server=</a:t>
            </a:r>
            <a:r>
              <a:rPr lang="sv-SE" sz="1800">
                <a:solidFill>
                  <a:srgbClr val="383A42"/>
                </a:solidFill>
                <a:latin typeface="Consolas"/>
              </a:rPr>
              <a:t>${</a:t>
            </a:r>
            <a:r>
              <a:rPr lang="sv-SE" sz="1800">
                <a:solidFill>
                  <a:srgbClr val="A626A4"/>
                </a:solidFill>
                <a:latin typeface="Consolas"/>
              </a:rPr>
              <a:t>var</a:t>
            </a:r>
            <a:r>
              <a:rPr lang="sv-SE" sz="1800">
                <a:solidFill>
                  <a:srgbClr val="383A42"/>
                </a:solidFill>
                <a:latin typeface="Consolas"/>
              </a:rPr>
              <a:t>.</a:t>
            </a:r>
            <a:r>
              <a:rPr lang="sv-SE" sz="1800">
                <a:solidFill>
                  <a:srgbClr val="4078F2"/>
                </a:solidFill>
                <a:latin typeface="Consolas"/>
              </a:rPr>
              <a:t>server_name</a:t>
            </a:r>
            <a:r>
              <a:rPr lang="sv-SE" sz="1800">
                <a:solidFill>
                  <a:srgbClr val="383A42"/>
                </a:solidFill>
                <a:latin typeface="Consolas"/>
              </a:rPr>
              <a:t>}</a:t>
            </a:r>
            <a:r>
              <a:rPr lang="sv-SE" sz="1800">
                <a:solidFill>
                  <a:srgbClr val="50A14F"/>
                </a:solidFill>
                <a:latin typeface="Consolas"/>
              </a:rPr>
              <a:t>"</a:t>
            </a:r>
            <a:r>
              <a:rPr lang="sv-SE" sz="1800" dirty="0">
                <a:solidFill>
                  <a:srgbClr val="0F1115"/>
                </a:solidFill>
                <a:latin typeface="Consolas"/>
              </a:rPr>
              <a:t>
</a:t>
            </a:r>
            <a:r>
              <a:rPr lang="sv-SE" sz="1800">
                <a:solidFill>
                  <a:srgbClr val="383A42"/>
                </a:solidFill>
                <a:latin typeface="Consolas"/>
              </a:rPr>
              <a:t>}</a:t>
            </a:r>
            <a:endParaRPr lang="sv-SE" sz="1800">
              <a:solidFill>
                <a:srgbClr val="383A42"/>
              </a:solidFill>
            </a:endParaRPr>
          </a:p>
        </p:txBody>
      </p:sp>
      <p:sp>
        <p:nvSpPr>
          <p:cNvPr id="20" name="Rectangle 11">
            <a:extLst>
              <a:ext uri="{FF2B5EF4-FFF2-40B4-BE49-F238E27FC236}">
                <a16:creationId xmlns:a16="http://schemas.microsoft.com/office/drawing/2014/main" id="{9DD005C1-8C51-42D6-9BEE-B9B8384974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6206" y="115193"/>
            <a:ext cx="11939588" cy="6627614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85573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7AE9375-4664-4DB2-922D-2782A6E439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676B0186-854F-2632-D34F-D0FBA7A52F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69925"/>
            <a:ext cx="4508946" cy="1325563"/>
          </a:xfrm>
        </p:spPr>
        <p:txBody>
          <a:bodyPr anchor="b">
            <a:normAutofit/>
          </a:bodyPr>
          <a:lstStyle/>
          <a:p>
            <a:pPr algn="r"/>
            <a:r>
              <a:rPr lang="sv-SE">
                <a:solidFill>
                  <a:schemeClr val="bg1"/>
                </a:solidFill>
                <a:ea typeface="+mj-lt"/>
                <a:cs typeface="+mj-lt"/>
              </a:rPr>
              <a:t>Viktiga attribut för variabler</a:t>
            </a:r>
            <a:endParaRPr lang="sv-SE">
              <a:solidFill>
                <a:schemeClr val="bg1"/>
              </a:solidFill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E504C98-6397-41C1-A8D8-2D9C4ED30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26210" y="2026340"/>
            <a:ext cx="5220936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9FF8BFDA-858A-FB29-C4B7-4DCFD473E4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6491" y="2062781"/>
            <a:ext cx="9406666" cy="69479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sv-SE" sz="2000">
                <a:solidFill>
                  <a:schemeClr val="bg1"/>
                </a:solidFill>
                <a:ea typeface="+mn-lt"/>
                <a:cs typeface="+mn-lt"/>
              </a:rPr>
              <a:t>Enligt Scalr: Input-variabler är som funktionsargument – de parametriserar dina konfigurationer så att de blir återanvändbara mellan olika miljöer och deploymenter.</a:t>
            </a:r>
            <a:endParaRPr lang="sv-SE" sz="2000">
              <a:solidFill>
                <a:schemeClr val="bg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DD005C1-8C51-42D6-9BEE-B9B8384974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6206" y="115193"/>
            <a:ext cx="11939588" cy="6627614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Tabell 4">
            <a:extLst>
              <a:ext uri="{FF2B5EF4-FFF2-40B4-BE49-F238E27FC236}">
                <a16:creationId xmlns:a16="http://schemas.microsoft.com/office/drawing/2014/main" id="{38889C87-AF71-2940-6DEE-5AC0C2DF4F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1245791"/>
              </p:ext>
            </p:extLst>
          </p:nvPr>
        </p:nvGraphicFramePr>
        <p:xfrm>
          <a:off x="179294" y="2756647"/>
          <a:ext cx="11839907" cy="3926289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872593">
                  <a:extLst>
                    <a:ext uri="{9D8B030D-6E8A-4147-A177-3AD203B41FA5}">
                      <a16:colId xmlns:a16="http://schemas.microsoft.com/office/drawing/2014/main" val="2481522824"/>
                    </a:ext>
                  </a:extLst>
                </a:gridCol>
                <a:gridCol w="5655612">
                  <a:extLst>
                    <a:ext uri="{9D8B030D-6E8A-4147-A177-3AD203B41FA5}">
                      <a16:colId xmlns:a16="http://schemas.microsoft.com/office/drawing/2014/main" val="778838305"/>
                    </a:ext>
                  </a:extLst>
                </a:gridCol>
                <a:gridCol w="4311702">
                  <a:extLst>
                    <a:ext uri="{9D8B030D-6E8A-4147-A177-3AD203B41FA5}">
                      <a16:colId xmlns:a16="http://schemas.microsoft.com/office/drawing/2014/main" val="2133889054"/>
                    </a:ext>
                  </a:extLst>
                </a:gridCol>
              </a:tblGrid>
              <a:tr h="576411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2400" b="1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Attribut</a:t>
                      </a:r>
                      <a:endParaRPr lang="sv-SE" sz="2400" b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2400" b="1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Vad gör den?</a:t>
                      </a:r>
                      <a:endParaRPr lang="sv-SE" sz="2400" b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2400" b="1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Exempel</a:t>
                      </a:r>
                      <a:endParaRPr lang="sv-SE" sz="2400" b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2635812"/>
                  </a:ext>
                </a:extLst>
              </a:tr>
              <a:tr h="899202"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sv-SE" sz="1800" i="0">
                          <a:solidFill>
                            <a:srgbClr val="0F1115"/>
                          </a:solidFill>
                          <a:effectLst/>
                          <a:latin typeface="Menlo"/>
                        </a:rPr>
                        <a:t>type</a:t>
                      </a:r>
                      <a:endParaRPr lang="sv-SE" sz="180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sv-SE" sz="180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Anger datatyp (string, number, bool, list, map)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sv-SE" sz="1800" i="0">
                          <a:solidFill>
                            <a:srgbClr val="0F1115"/>
                          </a:solidFill>
                          <a:effectLst/>
                          <a:latin typeface="Menlo"/>
                        </a:rPr>
                        <a:t>type = string</a:t>
                      </a:r>
                      <a:endParaRPr lang="sv-SE" sz="180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2029644"/>
                  </a:ext>
                </a:extLst>
              </a:tr>
              <a:tr h="899202"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sv-SE" sz="1800" i="0">
                          <a:solidFill>
                            <a:srgbClr val="0F1115"/>
                          </a:solidFill>
                          <a:effectLst/>
                          <a:latin typeface="Menlo"/>
                        </a:rPr>
                        <a:t>description</a:t>
                      </a:r>
                      <a:endParaRPr lang="sv-SE" sz="180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sv-SE" sz="180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Förklarar vad variabeln används till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sv-SE" sz="1800" i="0">
                          <a:solidFill>
                            <a:srgbClr val="0F1115"/>
                          </a:solidFill>
                          <a:effectLst/>
                          <a:latin typeface="Menlo"/>
                        </a:rPr>
                        <a:t>description = "Namnet på servern"</a:t>
                      </a:r>
                      <a:endParaRPr lang="sv-SE" sz="180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8469974"/>
                  </a:ext>
                </a:extLst>
              </a:tr>
              <a:tr h="899202"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sv-SE" sz="1800" i="0">
                          <a:solidFill>
                            <a:srgbClr val="0F1115"/>
                          </a:solidFill>
                          <a:effectLst/>
                          <a:latin typeface="Menlo"/>
                        </a:rPr>
                        <a:t>default</a:t>
                      </a:r>
                      <a:endParaRPr lang="sv-SE" sz="180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sv-SE" sz="180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Ger ett standardvärde (gör variabeln valfri)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sv-SE" sz="1800" i="0">
                          <a:solidFill>
                            <a:srgbClr val="0F1115"/>
                          </a:solidFill>
                          <a:effectLst/>
                          <a:latin typeface="Menlo"/>
                        </a:rPr>
                        <a:t>default = "WEB01"</a:t>
                      </a:r>
                      <a:endParaRPr lang="sv-SE" sz="180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1742343"/>
                  </a:ext>
                </a:extLst>
              </a:tr>
              <a:tr h="576411"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sv-SE" sz="1800" i="0">
                          <a:solidFill>
                            <a:srgbClr val="0F1115"/>
                          </a:solidFill>
                          <a:effectLst/>
                          <a:latin typeface="Menlo"/>
                        </a:rPr>
                        <a:t>sensitive</a:t>
                      </a:r>
                      <a:endParaRPr lang="sv-SE" sz="180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sv-SE" sz="180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Döljer värdet i output och loggar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sv-SE" sz="1800" i="0">
                          <a:solidFill>
                            <a:srgbClr val="0F1115"/>
                          </a:solidFill>
                          <a:effectLst/>
                          <a:latin typeface="Menlo"/>
                        </a:rPr>
                        <a:t>sensitive = true</a:t>
                      </a:r>
                      <a:endParaRPr lang="sv-SE" sz="180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23948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247392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7AE9375-4664-4DB2-922D-2782A6E439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822C1527-E62B-0E3C-6F3D-B35207055C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69925"/>
            <a:ext cx="4508946" cy="1325563"/>
          </a:xfrm>
        </p:spPr>
        <p:txBody>
          <a:bodyPr anchor="b">
            <a:normAutofit/>
          </a:bodyPr>
          <a:lstStyle/>
          <a:p>
            <a:pPr algn="r"/>
            <a:r>
              <a:rPr lang="sv-SE">
                <a:solidFill>
                  <a:schemeClr val="bg1"/>
                </a:solidFill>
                <a:ea typeface="+mj-lt"/>
                <a:cs typeface="+mj-lt"/>
              </a:rPr>
              <a:t>Så Här Använder Du Variabler</a:t>
            </a:r>
            <a:endParaRPr lang="sv-SE">
              <a:solidFill>
                <a:schemeClr val="bg1"/>
              </a:solidFill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E504C98-6397-41C1-A8D8-2D9C4ED30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26210" y="2026340"/>
            <a:ext cx="5220936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C3A5E8ED-B85C-46C0-5A92-58BAA7FAD0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85196" y="2062781"/>
            <a:ext cx="9406666" cy="388497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sv-SE" sz="2000">
                <a:solidFill>
                  <a:schemeClr val="bg1"/>
                </a:solidFill>
                <a:ea typeface="+mn-lt"/>
                <a:cs typeface="+mn-lt"/>
              </a:rPr>
              <a:t>Du kan ange variabelvärden på flera sätt – här är de vanligaste metoderna:</a:t>
            </a:r>
            <a:endParaRPr lang="sv-SE" sz="2000">
              <a:solidFill>
                <a:schemeClr val="bg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DD005C1-8C51-42D6-9BEE-B9B8384974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6206" y="115193"/>
            <a:ext cx="11939588" cy="6627614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Tabell 4">
            <a:extLst>
              <a:ext uri="{FF2B5EF4-FFF2-40B4-BE49-F238E27FC236}">
                <a16:creationId xmlns:a16="http://schemas.microsoft.com/office/drawing/2014/main" id="{21252E92-AEDE-D2A0-F358-32E4C9D46D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9366169"/>
              </p:ext>
            </p:extLst>
          </p:nvPr>
        </p:nvGraphicFramePr>
        <p:xfrm>
          <a:off x="216647" y="2614705"/>
          <a:ext cx="11746555" cy="3959654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624044">
                  <a:extLst>
                    <a:ext uri="{9D8B030D-6E8A-4147-A177-3AD203B41FA5}">
                      <a16:colId xmlns:a16="http://schemas.microsoft.com/office/drawing/2014/main" val="1028767236"/>
                    </a:ext>
                  </a:extLst>
                </a:gridCol>
                <a:gridCol w="4669117">
                  <a:extLst>
                    <a:ext uri="{9D8B030D-6E8A-4147-A177-3AD203B41FA5}">
                      <a16:colId xmlns:a16="http://schemas.microsoft.com/office/drawing/2014/main" val="2909955690"/>
                    </a:ext>
                  </a:extLst>
                </a:gridCol>
                <a:gridCol w="4453394">
                  <a:extLst>
                    <a:ext uri="{9D8B030D-6E8A-4147-A177-3AD203B41FA5}">
                      <a16:colId xmlns:a16="http://schemas.microsoft.com/office/drawing/2014/main" val="3446519485"/>
                    </a:ext>
                  </a:extLst>
                </a:gridCol>
              </a:tblGrid>
              <a:tr h="728891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2400" b="1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Metod</a:t>
                      </a:r>
                      <a:endParaRPr lang="sv-SE" sz="2400" b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2400" b="1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Exempel</a:t>
                      </a:r>
                      <a:endParaRPr lang="sv-SE" sz="2400" b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2400" b="1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När används?</a:t>
                      </a:r>
                      <a:endParaRPr lang="sv-SE" sz="2400" b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4428874"/>
                  </a:ext>
                </a:extLst>
              </a:tr>
              <a:tr h="650092"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sv-SE" sz="1600" b="1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Default</a:t>
                      </a:r>
                      <a:endParaRPr lang="sv-SE" sz="160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sv-SE" sz="1600" i="0">
                          <a:solidFill>
                            <a:srgbClr val="0F1115"/>
                          </a:solidFill>
                          <a:effectLst/>
                          <a:latin typeface="Menlo"/>
                        </a:rPr>
                        <a:t>default = "WEB01"</a:t>
                      </a:r>
                      <a:endParaRPr lang="sv-SE" sz="160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sv-SE" sz="200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Standardvärden – enklast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7965307"/>
                  </a:ext>
                </a:extLst>
              </a:tr>
              <a:tr h="1004691"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sv-SE" sz="1600" b="1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Kommandoraden</a:t>
                      </a:r>
                      <a:endParaRPr lang="sv-SE" sz="160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sv-SE" sz="1600" i="0">
                          <a:solidFill>
                            <a:srgbClr val="0F1115"/>
                          </a:solidFill>
                          <a:effectLst/>
                          <a:latin typeface="Menlo"/>
                        </a:rPr>
                        <a:t>terraform apply -var="server_name=PROD01"</a:t>
                      </a:r>
                      <a:endParaRPr lang="sv-SE" sz="160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sv-SE" sz="200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Snabba tester och engångskörningar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5582426"/>
                  </a:ext>
                </a:extLst>
              </a:tr>
              <a:tr h="925888"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sv-SE" sz="1600" b="1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Miljövariabel</a:t>
                      </a:r>
                      <a:endParaRPr lang="sv-SE" sz="160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sv-SE" sz="1600" i="0">
                          <a:solidFill>
                            <a:srgbClr val="0F1115"/>
                          </a:solidFill>
                          <a:effectLst/>
                          <a:latin typeface="Menlo"/>
                        </a:rPr>
                        <a:t>export TF_VAR_server_name="PROD01"</a:t>
                      </a:r>
                      <a:endParaRPr lang="sv-SE" sz="160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sv-SE" sz="200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CI/CD-pipelines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9988553"/>
                  </a:ext>
                </a:extLst>
              </a:tr>
              <a:tr h="650092"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sv-SE" sz="1600" b="1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tfvars-fil</a:t>
                      </a:r>
                      <a:endParaRPr lang="sv-SE" sz="160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sv-SE" sz="1600" i="0">
                          <a:solidFill>
                            <a:srgbClr val="0F1115"/>
                          </a:solidFill>
                          <a:effectLst/>
                          <a:latin typeface="Menlo"/>
                        </a:rPr>
                        <a:t>terraform apply -var-file="prod.tfvars"</a:t>
                      </a:r>
                      <a:endParaRPr lang="sv-SE" sz="160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sv-SE" sz="200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Olika miljöer (dev, test, prod)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57652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889387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7">
            <a:extLst>
              <a:ext uri="{FF2B5EF4-FFF2-40B4-BE49-F238E27FC236}">
                <a16:creationId xmlns:a16="http://schemas.microsoft.com/office/drawing/2014/main" id="{A7AE9375-4664-4DB2-922D-2782A6E439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DC6DECE2-A76B-ADAB-9B37-762B93CC85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69925"/>
            <a:ext cx="4508946" cy="1325563"/>
          </a:xfrm>
        </p:spPr>
        <p:txBody>
          <a:bodyPr anchor="b">
            <a:normAutofit/>
          </a:bodyPr>
          <a:lstStyle/>
          <a:p>
            <a:pPr algn="r"/>
            <a:r>
              <a:rPr lang="sv-SE" sz="3400">
                <a:solidFill>
                  <a:schemeClr val="bg1"/>
                </a:solidFill>
                <a:ea typeface="+mj-lt"/>
                <a:cs typeface="+mj-lt"/>
              </a:rPr>
              <a:t>Exempel – tfvars-fil för produktion (prod.tfvars)</a:t>
            </a:r>
            <a:endParaRPr lang="sv-SE" sz="3400">
              <a:solidFill>
                <a:schemeClr val="bg1"/>
              </a:solidFill>
            </a:endParaRPr>
          </a:p>
        </p:txBody>
      </p:sp>
      <p:cxnSp>
        <p:nvCxnSpPr>
          <p:cNvPr id="15" name="Straight Connector 9">
            <a:extLst>
              <a:ext uri="{FF2B5EF4-FFF2-40B4-BE49-F238E27FC236}">
                <a16:creationId xmlns:a16="http://schemas.microsoft.com/office/drawing/2014/main" id="{EE504C98-6397-41C1-A8D8-2D9C4ED30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26210" y="2026340"/>
            <a:ext cx="5220936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6AA973F1-35A0-B965-CAD7-3661DEA74B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4845" y="2398957"/>
            <a:ext cx="11744958" cy="424332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sv-SE" sz="1400">
                <a:solidFill>
                  <a:srgbClr val="0F1115"/>
                </a:solidFill>
                <a:highlight>
                  <a:srgbClr val="F9FAFB"/>
                </a:highlight>
                <a:ea typeface="+mn-lt"/>
                <a:cs typeface="+mn-lt"/>
              </a:rPr>
              <a:t>hcl</a:t>
            </a:r>
            <a:endParaRPr lang="sv-SE" sz="1400">
              <a:solidFill>
                <a:srgbClr val="0F1115"/>
              </a:solidFill>
              <a:ea typeface="+mn-lt"/>
              <a:cs typeface="+mn-lt"/>
            </a:endParaRPr>
          </a:p>
          <a:p>
            <a:r>
              <a:rPr lang="sv-SE" sz="1600" i="1">
                <a:solidFill>
                  <a:srgbClr val="A0A1A7"/>
                </a:solidFill>
                <a:highlight>
                  <a:srgbClr val="F9FAFB"/>
                </a:highlight>
                <a:latin typeface="Consolas"/>
              </a:rPr>
              <a:t># prod.tfvars – specifika värden för produktionsmiljön</a:t>
            </a:r>
            <a:r>
              <a:rPr lang="sv-SE" sz="16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
</a:t>
            </a:r>
            <a:r>
              <a:rPr lang="sv-SE" sz="1600">
                <a:solidFill>
                  <a:srgbClr val="E45649"/>
                </a:solidFill>
                <a:highlight>
                  <a:srgbClr val="F9FAFB"/>
                </a:highlight>
                <a:latin typeface="Consolas"/>
              </a:rPr>
              <a:t>server_name</a:t>
            </a:r>
            <a:r>
              <a:rPr lang="sv-SE" sz="16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  </a:t>
            </a:r>
            <a:r>
              <a:rPr lang="sv-SE" sz="160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=</a:t>
            </a:r>
            <a:r>
              <a:rPr lang="sv-SE" sz="16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</a:t>
            </a:r>
            <a:r>
              <a:rPr lang="sv-SE" sz="1600">
                <a:solidFill>
                  <a:srgbClr val="50A14F"/>
                </a:solidFill>
                <a:highlight>
                  <a:srgbClr val="F9FAFB"/>
                </a:highlight>
                <a:latin typeface="Consolas"/>
              </a:rPr>
              <a:t>"PROD01"</a:t>
            </a:r>
            <a:r>
              <a:rPr lang="sv-SE" sz="16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
</a:t>
            </a:r>
            <a:r>
              <a:rPr lang="sv-SE" sz="1600">
                <a:solidFill>
                  <a:srgbClr val="E45649"/>
                </a:solidFill>
                <a:highlight>
                  <a:srgbClr val="F9FAFB"/>
                </a:highlight>
                <a:latin typeface="Consolas"/>
              </a:rPr>
              <a:t>environment</a:t>
            </a:r>
            <a:r>
              <a:rPr lang="sv-SE" sz="16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  </a:t>
            </a:r>
            <a:r>
              <a:rPr lang="sv-SE" sz="160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=</a:t>
            </a:r>
            <a:r>
              <a:rPr lang="sv-SE" sz="16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</a:t>
            </a:r>
            <a:r>
              <a:rPr lang="sv-SE" sz="1600">
                <a:solidFill>
                  <a:srgbClr val="50A14F"/>
                </a:solidFill>
                <a:highlight>
                  <a:srgbClr val="F9FAFB"/>
                </a:highlight>
                <a:latin typeface="Consolas"/>
              </a:rPr>
              <a:t>"production"</a:t>
            </a:r>
            <a:r>
              <a:rPr lang="sv-SE" sz="16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
</a:t>
            </a:r>
            <a:r>
              <a:rPr lang="sv-SE" sz="1600">
                <a:solidFill>
                  <a:srgbClr val="E45649"/>
                </a:solidFill>
                <a:highlight>
                  <a:srgbClr val="F9FAFB"/>
                </a:highlight>
                <a:latin typeface="Consolas"/>
              </a:rPr>
              <a:t>instance_count</a:t>
            </a:r>
            <a:r>
              <a:rPr lang="sv-SE" sz="16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</a:t>
            </a:r>
            <a:r>
              <a:rPr lang="sv-SE" sz="160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=</a:t>
            </a:r>
            <a:r>
              <a:rPr lang="sv-SE" sz="16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</a:t>
            </a:r>
            <a:r>
              <a:rPr lang="sv-SE" sz="1600">
                <a:solidFill>
                  <a:srgbClr val="B76B01"/>
                </a:solidFill>
                <a:highlight>
                  <a:srgbClr val="F9FAFB"/>
                </a:highlight>
                <a:latin typeface="Consolas"/>
              </a:rPr>
              <a:t>5</a:t>
            </a:r>
            <a:endParaRPr lang="sv-SE" sz="1600">
              <a:solidFill>
                <a:srgbClr val="B76B01"/>
              </a:solidFill>
              <a:highlight>
                <a:srgbClr val="F9FAFB"/>
              </a:highlight>
            </a:endParaRPr>
          </a:p>
          <a:p>
            <a:r>
              <a:rPr lang="sv-SE" sz="2400" b="1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Kör med rätt miljö:</a:t>
            </a:r>
          </a:p>
          <a:p>
            <a:r>
              <a:rPr lang="sv-SE" sz="1400">
                <a:solidFill>
                  <a:srgbClr val="0F1115"/>
                </a:solidFill>
                <a:highlight>
                  <a:srgbClr val="F9FAFB"/>
                </a:highlight>
                <a:ea typeface="+mn-lt"/>
                <a:cs typeface="+mn-lt"/>
              </a:rPr>
              <a:t>bash</a:t>
            </a:r>
            <a:endParaRPr lang="sv-SE" sz="1400" b="1">
              <a:solidFill>
                <a:srgbClr val="0F1115"/>
              </a:solidFill>
              <a:highlight>
                <a:srgbClr val="FFFFFF"/>
              </a:highlight>
              <a:latin typeface="Aptos"/>
            </a:endParaRPr>
          </a:p>
          <a:p>
            <a:r>
              <a:rPr lang="sv-SE" sz="1600">
                <a:solidFill>
                  <a:srgbClr val="0F1115"/>
                </a:solidFill>
                <a:highlight>
                  <a:srgbClr val="FFFFFF"/>
                </a:highlight>
                <a:latin typeface="Consolas"/>
              </a:rPr>
              <a:t>terraform apply -var-file</a:t>
            </a:r>
            <a:r>
              <a:rPr lang="sv-SE" sz="1600">
                <a:solidFill>
                  <a:srgbClr val="4078F2"/>
                </a:solidFill>
                <a:highlight>
                  <a:srgbClr val="FFFFFF"/>
                </a:highlight>
                <a:latin typeface="Consolas"/>
              </a:rPr>
              <a:t>=</a:t>
            </a:r>
            <a:r>
              <a:rPr lang="sv-SE" sz="1600">
                <a:solidFill>
                  <a:srgbClr val="50A14F"/>
                </a:solidFill>
                <a:highlight>
                  <a:srgbClr val="FFFFFF"/>
                </a:highlight>
                <a:latin typeface="Consolas"/>
              </a:rPr>
              <a:t>"prod.tfvars"</a:t>
            </a:r>
          </a:p>
          <a:p>
            <a:r>
              <a:rPr lang="sv-SE" sz="2400" b="1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Viktigt att veta:</a:t>
            </a:r>
            <a:r>
              <a:rPr lang="sv-SE" sz="2400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 Enligt Scalr kan variabler tillhandahållas genom flera metoder: kommandoraden, miljövariabler, interaktiva uppmaningar (om inget värde anges), default-värden, eller via tfvars-filer .</a:t>
            </a:r>
            <a:endParaRPr lang="sv-SE" sz="2400">
              <a:solidFill>
                <a:srgbClr val="50A14F"/>
              </a:solidFill>
              <a:highlight>
                <a:srgbClr val="FFFFFF"/>
              </a:highlight>
              <a:latin typeface="Consolas"/>
            </a:endParaRPr>
          </a:p>
        </p:txBody>
      </p:sp>
      <p:sp>
        <p:nvSpPr>
          <p:cNvPr id="16" name="Rectangle 11">
            <a:extLst>
              <a:ext uri="{FF2B5EF4-FFF2-40B4-BE49-F238E27FC236}">
                <a16:creationId xmlns:a16="http://schemas.microsoft.com/office/drawing/2014/main" id="{9DD005C1-8C51-42D6-9BEE-B9B8384974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6206" y="115193"/>
            <a:ext cx="11939588" cy="6627614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33066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87F4F1C-8D3D-4EC1-B72D-A0470A5A0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1E3DD61-64DB-46AD-B249-E273CD86B0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296011"/>
            <a:ext cx="12192000" cy="3561989"/>
            <a:chOff x="0" y="3296011"/>
            <a:chExt cx="12192000" cy="3561989"/>
          </a:xfrm>
          <a:effectLst>
            <a:outerShdw blurRad="254000" dist="152400" dir="16200000" rotWithShape="0">
              <a:prstClr val="black">
                <a:alpha val="10000"/>
              </a:prstClr>
            </a:outerShdw>
          </a:effectLst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0D7053D3-590A-4E94-B092-C96EAF744C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0" y="3681702"/>
              <a:ext cx="12192000" cy="3176298"/>
              <a:chOff x="0" y="3681702"/>
              <a:chExt cx="12192000" cy="3176298"/>
            </a:xfrm>
          </p:grpSpPr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2EB67199-6FF0-4DED-89D1-BAEA95F9F59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0" y="3681702"/>
                <a:ext cx="12192000" cy="3176298"/>
              </a:xfrm>
              <a:custGeom>
                <a:avLst/>
                <a:gdLst>
                  <a:gd name="connsiteX0" fmla="*/ 12192000 w 12192000"/>
                  <a:gd name="connsiteY0" fmla="*/ 0 h 3176298"/>
                  <a:gd name="connsiteX1" fmla="*/ 12192000 w 12192000"/>
                  <a:gd name="connsiteY1" fmla="*/ 3176298 h 3176298"/>
                  <a:gd name="connsiteX2" fmla="*/ 0 w 12192000"/>
                  <a:gd name="connsiteY2" fmla="*/ 3176298 h 3176298"/>
                  <a:gd name="connsiteX3" fmla="*/ 0 w 12192000"/>
                  <a:gd name="connsiteY3" fmla="*/ 2264980 h 3176298"/>
                  <a:gd name="connsiteX4" fmla="*/ 544 w 12192000"/>
                  <a:gd name="connsiteY4" fmla="*/ 2264980 h 3176298"/>
                  <a:gd name="connsiteX5" fmla="*/ 544 w 12192000"/>
                  <a:gd name="connsiteY5" fmla="*/ 2392219 h 3176298"/>
                  <a:gd name="connsiteX6" fmla="*/ 61197 w 12192000"/>
                  <a:gd name="connsiteY6" fmla="*/ 2387448 h 3176298"/>
                  <a:gd name="connsiteX7" fmla="*/ 119613 w 12192000"/>
                  <a:gd name="connsiteY7" fmla="*/ 2369945 h 3176298"/>
                  <a:gd name="connsiteX8" fmla="*/ 172384 w 12192000"/>
                  <a:gd name="connsiteY8" fmla="*/ 2347084 h 3176298"/>
                  <a:gd name="connsiteX9" fmla="*/ 274873 w 12192000"/>
                  <a:gd name="connsiteY9" fmla="*/ 2336988 h 3176298"/>
                  <a:gd name="connsiteX10" fmla="*/ 307259 w 12192000"/>
                  <a:gd name="connsiteY10" fmla="*/ 2331461 h 3176298"/>
                  <a:gd name="connsiteX11" fmla="*/ 394511 w 12192000"/>
                  <a:gd name="connsiteY11" fmla="*/ 2308601 h 3176298"/>
                  <a:gd name="connsiteX12" fmla="*/ 494337 w 12192000"/>
                  <a:gd name="connsiteY12" fmla="*/ 2268213 h 3176298"/>
                  <a:gd name="connsiteX13" fmla="*/ 546917 w 12192000"/>
                  <a:gd name="connsiteY13" fmla="*/ 2283264 h 3176298"/>
                  <a:gd name="connsiteX14" fmla="*/ 730754 w 12192000"/>
                  <a:gd name="connsiteY14" fmla="*/ 2240780 h 3176298"/>
                  <a:gd name="connsiteX15" fmla="*/ 785432 w 12192000"/>
                  <a:gd name="connsiteY15" fmla="*/ 2218682 h 3176298"/>
                  <a:gd name="connsiteX16" fmla="*/ 801053 w 12192000"/>
                  <a:gd name="connsiteY16" fmla="*/ 2204013 h 3176298"/>
                  <a:gd name="connsiteX17" fmla="*/ 858205 w 12192000"/>
                  <a:gd name="connsiteY17" fmla="*/ 2169532 h 3176298"/>
                  <a:gd name="connsiteX18" fmla="*/ 949646 w 12192000"/>
                  <a:gd name="connsiteY18" fmla="*/ 2157340 h 3176298"/>
                  <a:gd name="connsiteX19" fmla="*/ 960887 w 12192000"/>
                  <a:gd name="connsiteY19" fmla="*/ 2150099 h 3176298"/>
                  <a:gd name="connsiteX20" fmla="*/ 977653 w 12192000"/>
                  <a:gd name="connsiteY20" fmla="*/ 2138480 h 3176298"/>
                  <a:gd name="connsiteX21" fmla="*/ 1071762 w 12192000"/>
                  <a:gd name="connsiteY21" fmla="*/ 2117905 h 3176298"/>
                  <a:gd name="connsiteX22" fmla="*/ 1092527 w 12192000"/>
                  <a:gd name="connsiteY22" fmla="*/ 2111428 h 3176298"/>
                  <a:gd name="connsiteX23" fmla="*/ 1109865 w 12192000"/>
                  <a:gd name="connsiteY23" fmla="*/ 2100568 h 3176298"/>
                  <a:gd name="connsiteX24" fmla="*/ 1162823 w 12192000"/>
                  <a:gd name="connsiteY24" fmla="*/ 2075613 h 3176298"/>
                  <a:gd name="connsiteX25" fmla="*/ 1206641 w 12192000"/>
                  <a:gd name="connsiteY25" fmla="*/ 2074851 h 3176298"/>
                  <a:gd name="connsiteX26" fmla="*/ 1267411 w 12192000"/>
                  <a:gd name="connsiteY26" fmla="*/ 2060753 h 3176298"/>
                  <a:gd name="connsiteX27" fmla="*/ 1380762 w 12192000"/>
                  <a:gd name="connsiteY27" fmla="*/ 2046847 h 3176298"/>
                  <a:gd name="connsiteX28" fmla="*/ 1404006 w 12192000"/>
                  <a:gd name="connsiteY28" fmla="*/ 2038844 h 3176298"/>
                  <a:gd name="connsiteX29" fmla="*/ 1544598 w 12192000"/>
                  <a:gd name="connsiteY29" fmla="*/ 2000932 h 3176298"/>
                  <a:gd name="connsiteX30" fmla="*/ 1657188 w 12192000"/>
                  <a:gd name="connsiteY30" fmla="*/ 2001697 h 3176298"/>
                  <a:gd name="connsiteX31" fmla="*/ 1665950 w 12192000"/>
                  <a:gd name="connsiteY31" fmla="*/ 2003411 h 3176298"/>
                  <a:gd name="connsiteX32" fmla="*/ 1709006 w 12192000"/>
                  <a:gd name="connsiteY32" fmla="*/ 2015983 h 3176298"/>
                  <a:gd name="connsiteX33" fmla="*/ 1775684 w 12192000"/>
                  <a:gd name="connsiteY33" fmla="*/ 2012555 h 3176298"/>
                  <a:gd name="connsiteX34" fmla="*/ 1821596 w 12192000"/>
                  <a:gd name="connsiteY34" fmla="*/ 1995218 h 3176298"/>
                  <a:gd name="connsiteX35" fmla="*/ 1878748 w 12192000"/>
                  <a:gd name="connsiteY35" fmla="*/ 1994457 h 3176298"/>
                  <a:gd name="connsiteX36" fmla="*/ 1944092 w 12192000"/>
                  <a:gd name="connsiteY36" fmla="*/ 2005315 h 3176298"/>
                  <a:gd name="connsiteX37" fmla="*/ 1973429 w 12192000"/>
                  <a:gd name="connsiteY37" fmla="*/ 2007601 h 3176298"/>
                  <a:gd name="connsiteX38" fmla="*/ 2054013 w 12192000"/>
                  <a:gd name="connsiteY38" fmla="*/ 2030082 h 3176298"/>
                  <a:gd name="connsiteX39" fmla="*/ 2102021 w 12192000"/>
                  <a:gd name="connsiteY39" fmla="*/ 2024557 h 3176298"/>
                  <a:gd name="connsiteX40" fmla="*/ 2149267 w 12192000"/>
                  <a:gd name="connsiteY40" fmla="*/ 2009697 h 3176298"/>
                  <a:gd name="connsiteX41" fmla="*/ 2179556 w 12192000"/>
                  <a:gd name="connsiteY41" fmla="*/ 1995409 h 3176298"/>
                  <a:gd name="connsiteX42" fmla="*/ 2240710 w 12192000"/>
                  <a:gd name="connsiteY42" fmla="*/ 1985312 h 3176298"/>
                  <a:gd name="connsiteX43" fmla="*/ 2251948 w 12192000"/>
                  <a:gd name="connsiteY43" fmla="*/ 1986836 h 3176298"/>
                  <a:gd name="connsiteX44" fmla="*/ 2434456 w 12192000"/>
                  <a:gd name="connsiteY44" fmla="*/ 1999410 h 3176298"/>
                  <a:gd name="connsiteX45" fmla="*/ 2506847 w 12192000"/>
                  <a:gd name="connsiteY45" fmla="*/ 2019603 h 3176298"/>
                  <a:gd name="connsiteX46" fmla="*/ 2522279 w 12192000"/>
                  <a:gd name="connsiteY46" fmla="*/ 2022080 h 3176298"/>
                  <a:gd name="connsiteX47" fmla="*/ 2676398 w 12192000"/>
                  <a:gd name="connsiteY47" fmla="*/ 2044751 h 3176298"/>
                  <a:gd name="connsiteX48" fmla="*/ 2693543 w 12192000"/>
                  <a:gd name="connsiteY48" fmla="*/ 2045703 h 3176298"/>
                  <a:gd name="connsiteX49" fmla="*/ 2741360 w 12192000"/>
                  <a:gd name="connsiteY49" fmla="*/ 2041701 h 3176298"/>
                  <a:gd name="connsiteX50" fmla="*/ 2854140 w 12192000"/>
                  <a:gd name="connsiteY50" fmla="*/ 2082851 h 3176298"/>
                  <a:gd name="connsiteX51" fmla="*/ 2967110 w 12192000"/>
                  <a:gd name="connsiteY51" fmla="*/ 2096949 h 3176298"/>
                  <a:gd name="connsiteX52" fmla="*/ 3029216 w 12192000"/>
                  <a:gd name="connsiteY52" fmla="*/ 2096757 h 3176298"/>
                  <a:gd name="connsiteX53" fmla="*/ 3073604 w 12192000"/>
                  <a:gd name="connsiteY53" fmla="*/ 2106856 h 3176298"/>
                  <a:gd name="connsiteX54" fmla="*/ 3182763 w 12192000"/>
                  <a:gd name="connsiteY54" fmla="*/ 2137527 h 3176298"/>
                  <a:gd name="connsiteX55" fmla="*/ 3234202 w 12192000"/>
                  <a:gd name="connsiteY55" fmla="*/ 2142289 h 3176298"/>
                  <a:gd name="connsiteX56" fmla="*/ 3288877 w 12192000"/>
                  <a:gd name="connsiteY56" fmla="*/ 2152578 h 3176298"/>
                  <a:gd name="connsiteX57" fmla="*/ 3424135 w 12192000"/>
                  <a:gd name="connsiteY57" fmla="*/ 2198680 h 3176298"/>
                  <a:gd name="connsiteX58" fmla="*/ 3534629 w 12192000"/>
                  <a:gd name="connsiteY58" fmla="*/ 2196013 h 3176298"/>
                  <a:gd name="connsiteX59" fmla="*/ 3605116 w 12192000"/>
                  <a:gd name="connsiteY59" fmla="*/ 2196583 h 3176298"/>
                  <a:gd name="connsiteX60" fmla="*/ 3689131 w 12192000"/>
                  <a:gd name="connsiteY60" fmla="*/ 2211824 h 3176298"/>
                  <a:gd name="connsiteX61" fmla="*/ 3757902 w 12192000"/>
                  <a:gd name="connsiteY61" fmla="*/ 2234114 h 3176298"/>
                  <a:gd name="connsiteX62" fmla="*/ 3852966 w 12192000"/>
                  <a:gd name="connsiteY62" fmla="*/ 2251831 h 3176298"/>
                  <a:gd name="connsiteX63" fmla="*/ 3947648 w 12192000"/>
                  <a:gd name="connsiteY63" fmla="*/ 2285932 h 3176298"/>
                  <a:gd name="connsiteX64" fmla="*/ 4013753 w 12192000"/>
                  <a:gd name="connsiteY64" fmla="*/ 2312031 h 3176298"/>
                  <a:gd name="connsiteX65" fmla="*/ 4105766 w 12192000"/>
                  <a:gd name="connsiteY65" fmla="*/ 2335082 h 3176298"/>
                  <a:gd name="connsiteX66" fmla="*/ 4246551 w 12192000"/>
                  <a:gd name="connsiteY66" fmla="*/ 2351274 h 3176298"/>
                  <a:gd name="connsiteX67" fmla="*/ 4311323 w 12192000"/>
                  <a:gd name="connsiteY67" fmla="*/ 2352991 h 3176298"/>
                  <a:gd name="connsiteX68" fmla="*/ 4413817 w 12192000"/>
                  <a:gd name="connsiteY68" fmla="*/ 2390899 h 3176298"/>
                  <a:gd name="connsiteX69" fmla="*/ 4457632 w 12192000"/>
                  <a:gd name="connsiteY69" fmla="*/ 2409188 h 3176298"/>
                  <a:gd name="connsiteX70" fmla="*/ 4497068 w 12192000"/>
                  <a:gd name="connsiteY70" fmla="*/ 2393947 h 3176298"/>
                  <a:gd name="connsiteX71" fmla="*/ 4522596 w 12192000"/>
                  <a:gd name="connsiteY71" fmla="*/ 2376421 h 3176298"/>
                  <a:gd name="connsiteX72" fmla="*/ 4603368 w 12192000"/>
                  <a:gd name="connsiteY72" fmla="*/ 2391282 h 3176298"/>
                  <a:gd name="connsiteX73" fmla="*/ 4689098 w 12192000"/>
                  <a:gd name="connsiteY73" fmla="*/ 2406903 h 3176298"/>
                  <a:gd name="connsiteX74" fmla="*/ 4719697 w 12192000"/>
                  <a:gd name="connsiteY74" fmla="*/ 2413428 h 3176298"/>
                  <a:gd name="connsiteX75" fmla="*/ 4726469 w 12192000"/>
                  <a:gd name="connsiteY75" fmla="*/ 2414298 h 3176298"/>
                  <a:gd name="connsiteX76" fmla="*/ 4785776 w 12192000"/>
                  <a:gd name="connsiteY76" fmla="*/ 2414298 h 3176298"/>
                  <a:gd name="connsiteX77" fmla="*/ 4788661 w 12192000"/>
                  <a:gd name="connsiteY77" fmla="*/ 2414047 h 3176298"/>
                  <a:gd name="connsiteX78" fmla="*/ 4827024 w 12192000"/>
                  <a:gd name="connsiteY78" fmla="*/ 2408999 h 3176298"/>
                  <a:gd name="connsiteX79" fmla="*/ 4887415 w 12192000"/>
                  <a:gd name="connsiteY79" fmla="*/ 2405570 h 3176298"/>
                  <a:gd name="connsiteX80" fmla="*/ 4936184 w 12192000"/>
                  <a:gd name="connsiteY80" fmla="*/ 2395853 h 3176298"/>
                  <a:gd name="connsiteX81" fmla="*/ 4953328 w 12192000"/>
                  <a:gd name="connsiteY81" fmla="*/ 2390138 h 3176298"/>
                  <a:gd name="connsiteX82" fmla="*/ 5089162 w 12192000"/>
                  <a:gd name="connsiteY82" fmla="*/ 2345560 h 3176298"/>
                  <a:gd name="connsiteX83" fmla="*/ 5234326 w 12192000"/>
                  <a:gd name="connsiteY83" fmla="*/ 2309935 h 3176298"/>
                  <a:gd name="connsiteX84" fmla="*/ 5328438 w 12192000"/>
                  <a:gd name="connsiteY84" fmla="*/ 2332416 h 3176298"/>
                  <a:gd name="connsiteX85" fmla="*/ 5363491 w 12192000"/>
                  <a:gd name="connsiteY85" fmla="*/ 2332034 h 3176298"/>
                  <a:gd name="connsiteX86" fmla="*/ 5524660 w 12192000"/>
                  <a:gd name="connsiteY86" fmla="*/ 2337178 h 3176298"/>
                  <a:gd name="connsiteX87" fmla="*/ 5553045 w 12192000"/>
                  <a:gd name="connsiteY87" fmla="*/ 2342701 h 3176298"/>
                  <a:gd name="connsiteX88" fmla="*/ 5706401 w 12192000"/>
                  <a:gd name="connsiteY88" fmla="*/ 2320032 h 3176298"/>
                  <a:gd name="connsiteX89" fmla="*/ 5762029 w 12192000"/>
                  <a:gd name="connsiteY89" fmla="*/ 2316221 h 3176298"/>
                  <a:gd name="connsiteX90" fmla="*/ 5813276 w 12192000"/>
                  <a:gd name="connsiteY90" fmla="*/ 2309935 h 3176298"/>
                  <a:gd name="connsiteX91" fmla="*/ 5884906 w 12192000"/>
                  <a:gd name="connsiteY91" fmla="*/ 2308411 h 3176298"/>
                  <a:gd name="connsiteX92" fmla="*/ 5959204 w 12192000"/>
                  <a:gd name="connsiteY92" fmla="*/ 2311269 h 3176298"/>
                  <a:gd name="connsiteX93" fmla="*/ 6042072 w 12192000"/>
                  <a:gd name="connsiteY93" fmla="*/ 2310697 h 3176298"/>
                  <a:gd name="connsiteX94" fmla="*/ 6074842 w 12192000"/>
                  <a:gd name="connsiteY94" fmla="*/ 2305745 h 3176298"/>
                  <a:gd name="connsiteX95" fmla="*/ 6163425 w 12192000"/>
                  <a:gd name="connsiteY95" fmla="*/ 2309172 h 3176298"/>
                  <a:gd name="connsiteX96" fmla="*/ 6209909 w 12192000"/>
                  <a:gd name="connsiteY96" fmla="*/ 2303459 h 3176298"/>
                  <a:gd name="connsiteX97" fmla="*/ 6286493 w 12192000"/>
                  <a:gd name="connsiteY97" fmla="*/ 2302315 h 3176298"/>
                  <a:gd name="connsiteX98" fmla="*/ 6311449 w 12192000"/>
                  <a:gd name="connsiteY98" fmla="*/ 2300980 h 3176298"/>
                  <a:gd name="connsiteX99" fmla="*/ 6333739 w 12192000"/>
                  <a:gd name="connsiteY99" fmla="*/ 2300218 h 3176298"/>
                  <a:gd name="connsiteX100" fmla="*/ 6410131 w 12192000"/>
                  <a:gd name="connsiteY100" fmla="*/ 2315841 h 3176298"/>
                  <a:gd name="connsiteX101" fmla="*/ 6477951 w 12192000"/>
                  <a:gd name="connsiteY101" fmla="*/ 2316793 h 3176298"/>
                  <a:gd name="connsiteX102" fmla="*/ 6596828 w 12192000"/>
                  <a:gd name="connsiteY102" fmla="*/ 2329368 h 3176298"/>
                  <a:gd name="connsiteX103" fmla="*/ 6623118 w 12192000"/>
                  <a:gd name="connsiteY103" fmla="*/ 2324985 h 3176298"/>
                  <a:gd name="connsiteX104" fmla="*/ 6705417 w 12192000"/>
                  <a:gd name="connsiteY104" fmla="*/ 2323272 h 3176298"/>
                  <a:gd name="connsiteX105" fmla="*/ 6752283 w 12192000"/>
                  <a:gd name="connsiteY105" fmla="*/ 2321937 h 3176298"/>
                  <a:gd name="connsiteX106" fmla="*/ 6810195 w 12192000"/>
                  <a:gd name="connsiteY106" fmla="*/ 2331082 h 3176298"/>
                  <a:gd name="connsiteX107" fmla="*/ 6910782 w 12192000"/>
                  <a:gd name="connsiteY107" fmla="*/ 2350512 h 3176298"/>
                  <a:gd name="connsiteX108" fmla="*/ 6937263 w 12192000"/>
                  <a:gd name="connsiteY108" fmla="*/ 2353561 h 3176298"/>
                  <a:gd name="connsiteX109" fmla="*/ 6985653 w 12192000"/>
                  <a:gd name="connsiteY109" fmla="*/ 2362897 h 3176298"/>
                  <a:gd name="connsiteX110" fmla="*/ 6994415 w 12192000"/>
                  <a:gd name="connsiteY110" fmla="*/ 2364611 h 3176298"/>
                  <a:gd name="connsiteX111" fmla="*/ 7068141 w 12192000"/>
                  <a:gd name="connsiteY111" fmla="*/ 2388234 h 3176298"/>
                  <a:gd name="connsiteX112" fmla="*/ 7106432 w 12192000"/>
                  <a:gd name="connsiteY112" fmla="*/ 2390138 h 3176298"/>
                  <a:gd name="connsiteX113" fmla="*/ 7216547 w 12192000"/>
                  <a:gd name="connsiteY113" fmla="*/ 2390330 h 3176298"/>
                  <a:gd name="connsiteX114" fmla="*/ 7263220 w 12192000"/>
                  <a:gd name="connsiteY114" fmla="*/ 2386709 h 3176298"/>
                  <a:gd name="connsiteX115" fmla="*/ 7375428 w 12192000"/>
                  <a:gd name="connsiteY115" fmla="*/ 2372803 h 3176298"/>
                  <a:gd name="connsiteX116" fmla="*/ 7445916 w 12192000"/>
                  <a:gd name="connsiteY116" fmla="*/ 2365945 h 3176298"/>
                  <a:gd name="connsiteX117" fmla="*/ 7526880 w 12192000"/>
                  <a:gd name="connsiteY117" fmla="*/ 2355084 h 3176298"/>
                  <a:gd name="connsiteX118" fmla="*/ 7619655 w 12192000"/>
                  <a:gd name="connsiteY118" fmla="*/ 2348226 h 3176298"/>
                  <a:gd name="connsiteX119" fmla="*/ 7788636 w 12192000"/>
                  <a:gd name="connsiteY119" fmla="*/ 2327461 h 3176298"/>
                  <a:gd name="connsiteX120" fmla="*/ 7952280 w 12192000"/>
                  <a:gd name="connsiteY120" fmla="*/ 2305935 h 3176298"/>
                  <a:gd name="connsiteX121" fmla="*/ 8019339 w 12192000"/>
                  <a:gd name="connsiteY121" fmla="*/ 2286884 h 3176298"/>
                  <a:gd name="connsiteX122" fmla="*/ 8137835 w 12192000"/>
                  <a:gd name="connsiteY122" fmla="*/ 2259832 h 3176298"/>
                  <a:gd name="connsiteX123" fmla="*/ 8189651 w 12192000"/>
                  <a:gd name="connsiteY123" fmla="*/ 2243639 h 3176298"/>
                  <a:gd name="connsiteX124" fmla="*/ 8313671 w 12192000"/>
                  <a:gd name="connsiteY124" fmla="*/ 2209920 h 3176298"/>
                  <a:gd name="connsiteX125" fmla="*/ 8459979 w 12192000"/>
                  <a:gd name="connsiteY125" fmla="*/ 2158864 h 3176298"/>
                  <a:gd name="connsiteX126" fmla="*/ 8516369 w 12192000"/>
                  <a:gd name="connsiteY126" fmla="*/ 2144003 h 3176298"/>
                  <a:gd name="connsiteX127" fmla="*/ 8657726 w 12192000"/>
                  <a:gd name="connsiteY127" fmla="*/ 2106284 h 3176298"/>
                  <a:gd name="connsiteX128" fmla="*/ 8711448 w 12192000"/>
                  <a:gd name="connsiteY128" fmla="*/ 2098664 h 3176298"/>
                  <a:gd name="connsiteX129" fmla="*/ 8772219 w 12192000"/>
                  <a:gd name="connsiteY129" fmla="*/ 2082280 h 3176298"/>
                  <a:gd name="connsiteX130" fmla="*/ 8845565 w 12192000"/>
                  <a:gd name="connsiteY130" fmla="*/ 2053705 h 3176298"/>
                  <a:gd name="connsiteX131" fmla="*/ 8967871 w 12192000"/>
                  <a:gd name="connsiteY131" fmla="*/ 2011221 h 3176298"/>
                  <a:gd name="connsiteX132" fmla="*/ 9015878 w 12192000"/>
                  <a:gd name="connsiteY132" fmla="*/ 2001124 h 3176298"/>
                  <a:gd name="connsiteX133" fmla="*/ 9234579 w 12192000"/>
                  <a:gd name="connsiteY133" fmla="*/ 1935209 h 3176298"/>
                  <a:gd name="connsiteX134" fmla="*/ 9346597 w 12192000"/>
                  <a:gd name="connsiteY134" fmla="*/ 1896917 h 3176298"/>
                  <a:gd name="connsiteX135" fmla="*/ 9416321 w 12192000"/>
                  <a:gd name="connsiteY135" fmla="*/ 1880724 h 3176298"/>
                  <a:gd name="connsiteX136" fmla="*/ 9477283 w 12192000"/>
                  <a:gd name="connsiteY136" fmla="*/ 1856149 h 3176298"/>
                  <a:gd name="connsiteX137" fmla="*/ 9666265 w 12192000"/>
                  <a:gd name="connsiteY137" fmla="*/ 1787186 h 3176298"/>
                  <a:gd name="connsiteX138" fmla="*/ 9754088 w 12192000"/>
                  <a:gd name="connsiteY138" fmla="*/ 1741464 h 3176298"/>
                  <a:gd name="connsiteX139" fmla="*/ 9899446 w 12192000"/>
                  <a:gd name="connsiteY139" fmla="*/ 1656880 h 3176298"/>
                  <a:gd name="connsiteX140" fmla="*/ 9993175 w 12192000"/>
                  <a:gd name="connsiteY140" fmla="*/ 1576487 h 3176298"/>
                  <a:gd name="connsiteX141" fmla="*/ 10044230 w 12192000"/>
                  <a:gd name="connsiteY141" fmla="*/ 1540480 h 3176298"/>
                  <a:gd name="connsiteX142" fmla="*/ 10131863 w 12192000"/>
                  <a:gd name="connsiteY142" fmla="*/ 1485613 h 3176298"/>
                  <a:gd name="connsiteX143" fmla="*/ 10242357 w 12192000"/>
                  <a:gd name="connsiteY143" fmla="*/ 1410555 h 3176298"/>
                  <a:gd name="connsiteX144" fmla="*/ 10363709 w 12192000"/>
                  <a:gd name="connsiteY144" fmla="*/ 1359499 h 3176298"/>
                  <a:gd name="connsiteX145" fmla="*/ 10428291 w 12192000"/>
                  <a:gd name="connsiteY145" fmla="*/ 1314920 h 3176298"/>
                  <a:gd name="connsiteX146" fmla="*/ 10490969 w 12192000"/>
                  <a:gd name="connsiteY146" fmla="*/ 1267104 h 3176298"/>
                  <a:gd name="connsiteX147" fmla="*/ 10523354 w 12192000"/>
                  <a:gd name="connsiteY147" fmla="*/ 1238337 h 3176298"/>
                  <a:gd name="connsiteX148" fmla="*/ 10590031 w 12192000"/>
                  <a:gd name="connsiteY148" fmla="*/ 1191664 h 3176298"/>
                  <a:gd name="connsiteX149" fmla="*/ 10656519 w 12192000"/>
                  <a:gd name="connsiteY149" fmla="*/ 1156038 h 3176298"/>
                  <a:gd name="connsiteX150" fmla="*/ 10703573 w 12192000"/>
                  <a:gd name="connsiteY150" fmla="*/ 1120603 h 3176298"/>
                  <a:gd name="connsiteX151" fmla="*/ 10764534 w 12192000"/>
                  <a:gd name="connsiteY151" fmla="*/ 1067643 h 3176298"/>
                  <a:gd name="connsiteX152" fmla="*/ 10850453 w 12192000"/>
                  <a:gd name="connsiteY152" fmla="*/ 1014301 h 3176298"/>
                  <a:gd name="connsiteX153" fmla="*/ 10929704 w 12192000"/>
                  <a:gd name="connsiteY153" fmla="*/ 980201 h 3176298"/>
                  <a:gd name="connsiteX154" fmla="*/ 10967423 w 12192000"/>
                  <a:gd name="connsiteY154" fmla="*/ 930289 h 3176298"/>
                  <a:gd name="connsiteX155" fmla="*/ 11058869 w 12192000"/>
                  <a:gd name="connsiteY155" fmla="*/ 838084 h 3176298"/>
                  <a:gd name="connsiteX156" fmla="*/ 11172600 w 12192000"/>
                  <a:gd name="connsiteY156" fmla="*/ 762834 h 3176298"/>
                  <a:gd name="connsiteX157" fmla="*/ 11275283 w 12192000"/>
                  <a:gd name="connsiteY157" fmla="*/ 673676 h 3176298"/>
                  <a:gd name="connsiteX158" fmla="*/ 11320623 w 12192000"/>
                  <a:gd name="connsiteY158" fmla="*/ 639195 h 3176298"/>
                  <a:gd name="connsiteX159" fmla="*/ 11374346 w 12192000"/>
                  <a:gd name="connsiteY159" fmla="*/ 601664 h 3176298"/>
                  <a:gd name="connsiteX160" fmla="*/ 11448453 w 12192000"/>
                  <a:gd name="connsiteY160" fmla="*/ 567755 h 3176298"/>
                  <a:gd name="connsiteX161" fmla="*/ 11532275 w 12192000"/>
                  <a:gd name="connsiteY161" fmla="*/ 522605 h 3176298"/>
                  <a:gd name="connsiteX162" fmla="*/ 11562947 w 12192000"/>
                  <a:gd name="connsiteY162" fmla="*/ 486598 h 3176298"/>
                  <a:gd name="connsiteX163" fmla="*/ 11672489 w 12192000"/>
                  <a:gd name="connsiteY163" fmla="*/ 335337 h 3176298"/>
                  <a:gd name="connsiteX164" fmla="*/ 11821656 w 12192000"/>
                  <a:gd name="connsiteY164" fmla="*/ 207889 h 3176298"/>
                  <a:gd name="connsiteX165" fmla="*/ 11986443 w 12192000"/>
                  <a:gd name="connsiteY165" fmla="*/ 104824 h 3176298"/>
                  <a:gd name="connsiteX166" fmla="*/ 12026448 w 12192000"/>
                  <a:gd name="connsiteY166" fmla="*/ 88821 h 3176298"/>
                  <a:gd name="connsiteX167" fmla="*/ 12160947 w 12192000"/>
                  <a:gd name="connsiteY167" fmla="*/ 28621 h 3176298"/>
                  <a:gd name="connsiteX168" fmla="*/ 12192000 w 12192000"/>
                  <a:gd name="connsiteY168" fmla="*/ 0 h 31762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</a:cxnLst>
                <a:rect l="l" t="t" r="r" b="b"/>
                <a:pathLst>
                  <a:path w="12192000" h="3176298">
                    <a:moveTo>
                      <a:pt x="12192000" y="0"/>
                    </a:moveTo>
                    <a:lnTo>
                      <a:pt x="12192000" y="3176298"/>
                    </a:lnTo>
                    <a:lnTo>
                      <a:pt x="0" y="3176298"/>
                    </a:lnTo>
                    <a:lnTo>
                      <a:pt x="0" y="2264980"/>
                    </a:lnTo>
                    <a:lnTo>
                      <a:pt x="544" y="2264980"/>
                    </a:lnTo>
                    <a:lnTo>
                      <a:pt x="544" y="2392219"/>
                    </a:lnTo>
                    <a:lnTo>
                      <a:pt x="61197" y="2387448"/>
                    </a:lnTo>
                    <a:cubicBezTo>
                      <a:pt x="80794" y="2382137"/>
                      <a:pt x="99990" y="2374707"/>
                      <a:pt x="119613" y="2369945"/>
                    </a:cubicBezTo>
                    <a:cubicBezTo>
                      <a:pt x="137898" y="2365563"/>
                      <a:pt x="155046" y="2355466"/>
                      <a:pt x="172384" y="2347084"/>
                    </a:cubicBezTo>
                    <a:cubicBezTo>
                      <a:pt x="205529" y="2331082"/>
                      <a:pt x="240965" y="2341178"/>
                      <a:pt x="274873" y="2336988"/>
                    </a:cubicBezTo>
                    <a:cubicBezTo>
                      <a:pt x="285732" y="2335653"/>
                      <a:pt x="296590" y="2334130"/>
                      <a:pt x="307259" y="2331461"/>
                    </a:cubicBezTo>
                    <a:cubicBezTo>
                      <a:pt x="336408" y="2324413"/>
                      <a:pt x="366127" y="2318317"/>
                      <a:pt x="394511" y="2308601"/>
                    </a:cubicBezTo>
                    <a:cubicBezTo>
                      <a:pt x="426709" y="2297743"/>
                      <a:pt x="457572" y="2283264"/>
                      <a:pt x="494337" y="2268213"/>
                    </a:cubicBezTo>
                    <a:cubicBezTo>
                      <a:pt x="507102" y="2272024"/>
                      <a:pt x="526724" y="2282312"/>
                      <a:pt x="546917" y="2283264"/>
                    </a:cubicBezTo>
                    <a:cubicBezTo>
                      <a:pt x="611880" y="2286503"/>
                      <a:pt x="672650" y="2268786"/>
                      <a:pt x="730754" y="2240780"/>
                    </a:cubicBezTo>
                    <a:cubicBezTo>
                      <a:pt x="748471" y="2232399"/>
                      <a:pt x="767524" y="2226874"/>
                      <a:pt x="785432" y="2218682"/>
                    </a:cubicBezTo>
                    <a:cubicBezTo>
                      <a:pt x="791717" y="2215826"/>
                      <a:pt x="799909" y="2209730"/>
                      <a:pt x="801053" y="2204013"/>
                    </a:cubicBezTo>
                    <a:cubicBezTo>
                      <a:pt x="807719" y="2170866"/>
                      <a:pt x="832486" y="2171436"/>
                      <a:pt x="858205" y="2169532"/>
                    </a:cubicBezTo>
                    <a:cubicBezTo>
                      <a:pt x="888877" y="2167247"/>
                      <a:pt x="919165" y="2161912"/>
                      <a:pt x="949646" y="2157340"/>
                    </a:cubicBezTo>
                    <a:cubicBezTo>
                      <a:pt x="953648" y="2156768"/>
                      <a:pt x="957266" y="2152768"/>
                      <a:pt x="960887" y="2150099"/>
                    </a:cubicBezTo>
                    <a:cubicBezTo>
                      <a:pt x="966411" y="2146099"/>
                      <a:pt x="971554" y="2140003"/>
                      <a:pt x="977653" y="2138480"/>
                    </a:cubicBezTo>
                    <a:cubicBezTo>
                      <a:pt x="1008894" y="2131049"/>
                      <a:pt x="1040327" y="2124763"/>
                      <a:pt x="1071762" y="2117905"/>
                    </a:cubicBezTo>
                    <a:cubicBezTo>
                      <a:pt x="1078810" y="2116380"/>
                      <a:pt x="1086048" y="2114476"/>
                      <a:pt x="1092527" y="2111428"/>
                    </a:cubicBezTo>
                    <a:cubicBezTo>
                      <a:pt x="1098623" y="2108570"/>
                      <a:pt x="1103767" y="2103616"/>
                      <a:pt x="1109865" y="2100568"/>
                    </a:cubicBezTo>
                    <a:cubicBezTo>
                      <a:pt x="1126437" y="2092378"/>
                      <a:pt x="1143394" y="2084757"/>
                      <a:pt x="1162823" y="2075613"/>
                    </a:cubicBezTo>
                    <a:cubicBezTo>
                      <a:pt x="1173681" y="2092757"/>
                      <a:pt x="1188354" y="2083041"/>
                      <a:pt x="1206641" y="2074851"/>
                    </a:cubicBezTo>
                    <a:cubicBezTo>
                      <a:pt x="1225310" y="2066468"/>
                      <a:pt x="1246837" y="2063801"/>
                      <a:pt x="1267411" y="2060753"/>
                    </a:cubicBezTo>
                    <a:cubicBezTo>
                      <a:pt x="1305132" y="2055228"/>
                      <a:pt x="1343044" y="2051799"/>
                      <a:pt x="1380762" y="2046847"/>
                    </a:cubicBezTo>
                    <a:cubicBezTo>
                      <a:pt x="1388765" y="2045703"/>
                      <a:pt x="1397909" y="2043608"/>
                      <a:pt x="1404006" y="2038844"/>
                    </a:cubicBezTo>
                    <a:cubicBezTo>
                      <a:pt x="1445725" y="2006839"/>
                      <a:pt x="1496403" y="1997887"/>
                      <a:pt x="1544598" y="2000932"/>
                    </a:cubicBezTo>
                    <a:cubicBezTo>
                      <a:pt x="1582510" y="2003220"/>
                      <a:pt x="1619658" y="2004935"/>
                      <a:pt x="1657188" y="2001697"/>
                    </a:cubicBezTo>
                    <a:cubicBezTo>
                      <a:pt x="1660046" y="2001505"/>
                      <a:pt x="1663856" y="2001887"/>
                      <a:pt x="1665950" y="2003411"/>
                    </a:cubicBezTo>
                    <a:cubicBezTo>
                      <a:pt x="1678904" y="2013507"/>
                      <a:pt x="1692431" y="2014269"/>
                      <a:pt x="1709006" y="2015983"/>
                    </a:cubicBezTo>
                    <a:cubicBezTo>
                      <a:pt x="1732439" y="2018461"/>
                      <a:pt x="1753965" y="2016745"/>
                      <a:pt x="1775684" y="2012555"/>
                    </a:cubicBezTo>
                    <a:cubicBezTo>
                      <a:pt x="1791496" y="2009507"/>
                      <a:pt x="1807497" y="2003220"/>
                      <a:pt x="1821596" y="1995218"/>
                    </a:cubicBezTo>
                    <a:cubicBezTo>
                      <a:pt x="1841216" y="1983978"/>
                      <a:pt x="1860079" y="1979597"/>
                      <a:pt x="1878748" y="1994457"/>
                    </a:cubicBezTo>
                    <a:cubicBezTo>
                      <a:pt x="1898940" y="2010269"/>
                      <a:pt x="1921800" y="2004745"/>
                      <a:pt x="1944092" y="2005315"/>
                    </a:cubicBezTo>
                    <a:cubicBezTo>
                      <a:pt x="1953806" y="2005507"/>
                      <a:pt x="1964094" y="2005124"/>
                      <a:pt x="1973429" y="2007601"/>
                    </a:cubicBezTo>
                    <a:cubicBezTo>
                      <a:pt x="2000479" y="2014651"/>
                      <a:pt x="2026581" y="2025320"/>
                      <a:pt x="2054013" y="2030082"/>
                    </a:cubicBezTo>
                    <a:cubicBezTo>
                      <a:pt x="2069254" y="2032747"/>
                      <a:pt x="2086208" y="2027986"/>
                      <a:pt x="2102021" y="2024557"/>
                    </a:cubicBezTo>
                    <a:cubicBezTo>
                      <a:pt x="2118023" y="2020937"/>
                      <a:pt x="2133834" y="2015413"/>
                      <a:pt x="2149267" y="2009697"/>
                    </a:cubicBezTo>
                    <a:cubicBezTo>
                      <a:pt x="2159743" y="2005887"/>
                      <a:pt x="2171173" y="2002267"/>
                      <a:pt x="2179556" y="1995409"/>
                    </a:cubicBezTo>
                    <a:cubicBezTo>
                      <a:pt x="2198608" y="1979788"/>
                      <a:pt x="2218229" y="1977120"/>
                      <a:pt x="2240710" y="1985312"/>
                    </a:cubicBezTo>
                    <a:cubicBezTo>
                      <a:pt x="2244137" y="1986647"/>
                      <a:pt x="2248138" y="1986647"/>
                      <a:pt x="2251948" y="1986836"/>
                    </a:cubicBezTo>
                    <a:cubicBezTo>
                      <a:pt x="2312915" y="1990836"/>
                      <a:pt x="2373874" y="1993314"/>
                      <a:pt x="2434456" y="1999410"/>
                    </a:cubicBezTo>
                    <a:cubicBezTo>
                      <a:pt x="2459029" y="2001887"/>
                      <a:pt x="2482652" y="2012745"/>
                      <a:pt x="2506847" y="2019603"/>
                    </a:cubicBezTo>
                    <a:cubicBezTo>
                      <a:pt x="2511800" y="2020937"/>
                      <a:pt x="2517327" y="2023033"/>
                      <a:pt x="2522279" y="2022080"/>
                    </a:cubicBezTo>
                    <a:cubicBezTo>
                      <a:pt x="2576191" y="2012555"/>
                      <a:pt x="2626677" y="2026461"/>
                      <a:pt x="2676398" y="2044751"/>
                    </a:cubicBezTo>
                    <a:cubicBezTo>
                      <a:pt x="2681540" y="2046656"/>
                      <a:pt x="2687827" y="2046084"/>
                      <a:pt x="2693543" y="2045703"/>
                    </a:cubicBezTo>
                    <a:cubicBezTo>
                      <a:pt x="2709548" y="2044370"/>
                      <a:pt x="2726882" y="2037701"/>
                      <a:pt x="2741360" y="2041701"/>
                    </a:cubicBezTo>
                    <a:cubicBezTo>
                      <a:pt x="2779842" y="2052753"/>
                      <a:pt x="2817943" y="2066087"/>
                      <a:pt x="2854140" y="2082851"/>
                    </a:cubicBezTo>
                    <a:cubicBezTo>
                      <a:pt x="2890910" y="2099805"/>
                      <a:pt x="2925008" y="2114095"/>
                      <a:pt x="2967110" y="2096949"/>
                    </a:cubicBezTo>
                    <a:cubicBezTo>
                      <a:pt x="2985016" y="2089709"/>
                      <a:pt x="3008639" y="2094853"/>
                      <a:pt x="3029216" y="2096757"/>
                    </a:cubicBezTo>
                    <a:cubicBezTo>
                      <a:pt x="3044264" y="2098282"/>
                      <a:pt x="3058743" y="2106856"/>
                      <a:pt x="3073604" y="2106856"/>
                    </a:cubicBezTo>
                    <a:cubicBezTo>
                      <a:pt x="3113231" y="2106856"/>
                      <a:pt x="3148472" y="2116953"/>
                      <a:pt x="3182763" y="2137527"/>
                    </a:cubicBezTo>
                    <a:cubicBezTo>
                      <a:pt x="3196102" y="2145528"/>
                      <a:pt x="3216867" y="2140193"/>
                      <a:pt x="3234202" y="2142289"/>
                    </a:cubicBezTo>
                    <a:cubicBezTo>
                      <a:pt x="3252492" y="2144765"/>
                      <a:pt x="3271348" y="2147051"/>
                      <a:pt x="3288877" y="2152578"/>
                    </a:cubicBezTo>
                    <a:cubicBezTo>
                      <a:pt x="3334216" y="2167056"/>
                      <a:pt x="3378986" y="2183439"/>
                      <a:pt x="3424135" y="2198680"/>
                    </a:cubicBezTo>
                    <a:cubicBezTo>
                      <a:pt x="3461282" y="2211253"/>
                      <a:pt x="3497862" y="2201347"/>
                      <a:pt x="3534629" y="2196013"/>
                    </a:cubicBezTo>
                    <a:cubicBezTo>
                      <a:pt x="3557682" y="2192583"/>
                      <a:pt x="3579206" y="2184391"/>
                      <a:pt x="3605116" y="2196583"/>
                    </a:cubicBezTo>
                    <a:cubicBezTo>
                      <a:pt x="3629882" y="2208205"/>
                      <a:pt x="3661315" y="2205537"/>
                      <a:pt x="3689131" y="2211824"/>
                    </a:cubicBezTo>
                    <a:cubicBezTo>
                      <a:pt x="3712565" y="2217157"/>
                      <a:pt x="3735231" y="2225732"/>
                      <a:pt x="3757902" y="2234114"/>
                    </a:cubicBezTo>
                    <a:cubicBezTo>
                      <a:pt x="3788766" y="2245545"/>
                      <a:pt x="3819245" y="2257545"/>
                      <a:pt x="3852966" y="2251831"/>
                    </a:cubicBezTo>
                    <a:cubicBezTo>
                      <a:pt x="3891259" y="2245353"/>
                      <a:pt x="3917546" y="2269738"/>
                      <a:pt x="3947648" y="2285932"/>
                    </a:cubicBezTo>
                    <a:cubicBezTo>
                      <a:pt x="3968414" y="2296980"/>
                      <a:pt x="3991083" y="2305172"/>
                      <a:pt x="4013753" y="2312031"/>
                    </a:cubicBezTo>
                    <a:cubicBezTo>
                      <a:pt x="4044043" y="2320985"/>
                      <a:pt x="4075285" y="2326320"/>
                      <a:pt x="4105766" y="2335082"/>
                    </a:cubicBezTo>
                    <a:cubicBezTo>
                      <a:pt x="4151870" y="2348226"/>
                      <a:pt x="4198546" y="2358514"/>
                      <a:pt x="4246551" y="2351274"/>
                    </a:cubicBezTo>
                    <a:cubicBezTo>
                      <a:pt x="4268649" y="2348036"/>
                      <a:pt x="4289227" y="2348226"/>
                      <a:pt x="4311323" y="2352991"/>
                    </a:cubicBezTo>
                    <a:cubicBezTo>
                      <a:pt x="4347518" y="2360801"/>
                      <a:pt x="4384668" y="2361753"/>
                      <a:pt x="4413817" y="2390899"/>
                    </a:cubicBezTo>
                    <a:cubicBezTo>
                      <a:pt x="4424104" y="2401188"/>
                      <a:pt x="4442581" y="2403853"/>
                      <a:pt x="4457632" y="2409188"/>
                    </a:cubicBezTo>
                    <a:cubicBezTo>
                      <a:pt x="4474969" y="2415476"/>
                      <a:pt x="4487731" y="2412236"/>
                      <a:pt x="4497068" y="2393947"/>
                    </a:cubicBezTo>
                    <a:cubicBezTo>
                      <a:pt x="4501257" y="2385757"/>
                      <a:pt x="4513260" y="2377755"/>
                      <a:pt x="4522596" y="2376421"/>
                    </a:cubicBezTo>
                    <a:cubicBezTo>
                      <a:pt x="4550599" y="2372421"/>
                      <a:pt x="4576318" y="2378327"/>
                      <a:pt x="4603368" y="2391282"/>
                    </a:cubicBezTo>
                    <a:cubicBezTo>
                      <a:pt x="4628705" y="2403474"/>
                      <a:pt x="4660331" y="2402140"/>
                      <a:pt x="4689098" y="2406903"/>
                    </a:cubicBezTo>
                    <a:cubicBezTo>
                      <a:pt x="4699289" y="2408618"/>
                      <a:pt x="4709482" y="2411237"/>
                      <a:pt x="4719697" y="2413428"/>
                    </a:cubicBezTo>
                    <a:lnTo>
                      <a:pt x="4726469" y="2414298"/>
                    </a:lnTo>
                    <a:lnTo>
                      <a:pt x="4785776" y="2414298"/>
                    </a:lnTo>
                    <a:lnTo>
                      <a:pt x="4788661" y="2414047"/>
                    </a:lnTo>
                    <a:cubicBezTo>
                      <a:pt x="4801401" y="2412237"/>
                      <a:pt x="4814166" y="2410142"/>
                      <a:pt x="4827024" y="2408999"/>
                    </a:cubicBezTo>
                    <a:cubicBezTo>
                      <a:pt x="4847027" y="2407095"/>
                      <a:pt x="4867412" y="2407856"/>
                      <a:pt x="4887415" y="2405570"/>
                    </a:cubicBezTo>
                    <a:cubicBezTo>
                      <a:pt x="4903799" y="2403853"/>
                      <a:pt x="4919991" y="2399474"/>
                      <a:pt x="4936184" y="2395853"/>
                    </a:cubicBezTo>
                    <a:cubicBezTo>
                      <a:pt x="4942089" y="2394520"/>
                      <a:pt x="4947996" y="2389376"/>
                      <a:pt x="4953328" y="2390138"/>
                    </a:cubicBezTo>
                    <a:cubicBezTo>
                      <a:pt x="5006292" y="2398330"/>
                      <a:pt x="5044391" y="2361753"/>
                      <a:pt x="5089162" y="2345560"/>
                    </a:cubicBezTo>
                    <a:cubicBezTo>
                      <a:pt x="5136216" y="2328413"/>
                      <a:pt x="5181748" y="2302124"/>
                      <a:pt x="5234326" y="2309935"/>
                    </a:cubicBezTo>
                    <a:cubicBezTo>
                      <a:pt x="5266141" y="2314697"/>
                      <a:pt x="5296812" y="2325747"/>
                      <a:pt x="5328438" y="2332416"/>
                    </a:cubicBezTo>
                    <a:cubicBezTo>
                      <a:pt x="5339677" y="2334701"/>
                      <a:pt x="5352250" y="2334320"/>
                      <a:pt x="5363491" y="2332034"/>
                    </a:cubicBezTo>
                    <a:cubicBezTo>
                      <a:pt x="5417784" y="2321555"/>
                      <a:pt x="5471316" y="2320032"/>
                      <a:pt x="5524660" y="2337178"/>
                    </a:cubicBezTo>
                    <a:cubicBezTo>
                      <a:pt x="5533802" y="2340036"/>
                      <a:pt x="5543518" y="2342701"/>
                      <a:pt x="5553045" y="2342701"/>
                    </a:cubicBezTo>
                    <a:cubicBezTo>
                      <a:pt x="5605244" y="2342701"/>
                      <a:pt x="5656488" y="2338701"/>
                      <a:pt x="5706401" y="2320032"/>
                    </a:cubicBezTo>
                    <a:cubicBezTo>
                      <a:pt x="5723166" y="2313745"/>
                      <a:pt x="5743551" y="2317745"/>
                      <a:pt x="5762029" y="2316221"/>
                    </a:cubicBezTo>
                    <a:cubicBezTo>
                      <a:pt x="5779174" y="2314889"/>
                      <a:pt x="5796702" y="2314317"/>
                      <a:pt x="5813276" y="2309935"/>
                    </a:cubicBezTo>
                    <a:cubicBezTo>
                      <a:pt x="5837472" y="2303459"/>
                      <a:pt x="5859949" y="2302697"/>
                      <a:pt x="5884906" y="2308411"/>
                    </a:cubicBezTo>
                    <a:cubicBezTo>
                      <a:pt x="5908719" y="2313745"/>
                      <a:pt x="5934438" y="2311079"/>
                      <a:pt x="5959204" y="2311269"/>
                    </a:cubicBezTo>
                    <a:cubicBezTo>
                      <a:pt x="5986828" y="2311459"/>
                      <a:pt x="6014449" y="2311649"/>
                      <a:pt x="6042072" y="2310697"/>
                    </a:cubicBezTo>
                    <a:cubicBezTo>
                      <a:pt x="6053124" y="2310317"/>
                      <a:pt x="6065695" y="2302697"/>
                      <a:pt x="6074842" y="2305745"/>
                    </a:cubicBezTo>
                    <a:cubicBezTo>
                      <a:pt x="6104368" y="2316031"/>
                      <a:pt x="6133897" y="2303649"/>
                      <a:pt x="6163425" y="2309172"/>
                    </a:cubicBezTo>
                    <a:cubicBezTo>
                      <a:pt x="6177905" y="2312031"/>
                      <a:pt x="6194288" y="2304220"/>
                      <a:pt x="6209909" y="2303459"/>
                    </a:cubicBezTo>
                    <a:cubicBezTo>
                      <a:pt x="6235437" y="2302124"/>
                      <a:pt x="6260964" y="2302697"/>
                      <a:pt x="6286493" y="2302315"/>
                    </a:cubicBezTo>
                    <a:cubicBezTo>
                      <a:pt x="6294876" y="2302124"/>
                      <a:pt x="6303068" y="2301362"/>
                      <a:pt x="6311449" y="2300980"/>
                    </a:cubicBezTo>
                    <a:cubicBezTo>
                      <a:pt x="6318880" y="2300601"/>
                      <a:pt x="6326691" y="2298887"/>
                      <a:pt x="6333739" y="2300218"/>
                    </a:cubicBezTo>
                    <a:cubicBezTo>
                      <a:pt x="6359268" y="2304983"/>
                      <a:pt x="6384414" y="2312793"/>
                      <a:pt x="6410131" y="2315841"/>
                    </a:cubicBezTo>
                    <a:cubicBezTo>
                      <a:pt x="6432420" y="2318507"/>
                      <a:pt x="6455472" y="2314889"/>
                      <a:pt x="6477951" y="2316793"/>
                    </a:cubicBezTo>
                    <a:cubicBezTo>
                      <a:pt x="6517576" y="2320032"/>
                      <a:pt x="6557201" y="2325747"/>
                      <a:pt x="6596828" y="2329368"/>
                    </a:cubicBezTo>
                    <a:cubicBezTo>
                      <a:pt x="6605401" y="2330130"/>
                      <a:pt x="6614353" y="2325365"/>
                      <a:pt x="6623118" y="2324985"/>
                    </a:cubicBezTo>
                    <a:cubicBezTo>
                      <a:pt x="6650551" y="2324033"/>
                      <a:pt x="6677984" y="2323841"/>
                      <a:pt x="6705417" y="2323272"/>
                    </a:cubicBezTo>
                    <a:cubicBezTo>
                      <a:pt x="6721038" y="2323080"/>
                      <a:pt x="6736851" y="2323651"/>
                      <a:pt x="6752283" y="2321937"/>
                    </a:cubicBezTo>
                    <a:cubicBezTo>
                      <a:pt x="6772665" y="2319651"/>
                      <a:pt x="6791144" y="2316221"/>
                      <a:pt x="6810195" y="2331082"/>
                    </a:cubicBezTo>
                    <a:cubicBezTo>
                      <a:pt x="6839534" y="2354132"/>
                      <a:pt x="6876872" y="2345178"/>
                      <a:pt x="6910782" y="2350512"/>
                    </a:cubicBezTo>
                    <a:cubicBezTo>
                      <a:pt x="6919547" y="2351847"/>
                      <a:pt x="6928501" y="2352036"/>
                      <a:pt x="6937263" y="2353561"/>
                    </a:cubicBezTo>
                    <a:cubicBezTo>
                      <a:pt x="6953457" y="2356418"/>
                      <a:pt x="6969457" y="2359657"/>
                      <a:pt x="6985653" y="2362897"/>
                    </a:cubicBezTo>
                    <a:cubicBezTo>
                      <a:pt x="6988509" y="2363467"/>
                      <a:pt x="6991747" y="2363659"/>
                      <a:pt x="6994415" y="2364611"/>
                    </a:cubicBezTo>
                    <a:cubicBezTo>
                      <a:pt x="7018991" y="2372611"/>
                      <a:pt x="7043184" y="2381755"/>
                      <a:pt x="7068141" y="2388234"/>
                    </a:cubicBezTo>
                    <a:cubicBezTo>
                      <a:pt x="7080334" y="2391472"/>
                      <a:pt x="7093860" y="2391853"/>
                      <a:pt x="7106432" y="2390138"/>
                    </a:cubicBezTo>
                    <a:cubicBezTo>
                      <a:pt x="7143199" y="2385185"/>
                      <a:pt x="7179587" y="2383089"/>
                      <a:pt x="7216547" y="2390330"/>
                    </a:cubicBezTo>
                    <a:cubicBezTo>
                      <a:pt x="7231214" y="2393186"/>
                      <a:pt x="7247599" y="2388424"/>
                      <a:pt x="7263220" y="2386709"/>
                    </a:cubicBezTo>
                    <a:cubicBezTo>
                      <a:pt x="7300559" y="2382137"/>
                      <a:pt x="7337899" y="2377183"/>
                      <a:pt x="7375428" y="2372803"/>
                    </a:cubicBezTo>
                    <a:cubicBezTo>
                      <a:pt x="7398860" y="2370135"/>
                      <a:pt x="7422483" y="2368611"/>
                      <a:pt x="7445916" y="2365945"/>
                    </a:cubicBezTo>
                    <a:cubicBezTo>
                      <a:pt x="7472967" y="2362705"/>
                      <a:pt x="7499828" y="2357753"/>
                      <a:pt x="7526880" y="2355084"/>
                    </a:cubicBezTo>
                    <a:cubicBezTo>
                      <a:pt x="7557742" y="2352036"/>
                      <a:pt x="7588795" y="2351466"/>
                      <a:pt x="7619655" y="2348226"/>
                    </a:cubicBezTo>
                    <a:cubicBezTo>
                      <a:pt x="7676047" y="2341940"/>
                      <a:pt x="7732247" y="2334509"/>
                      <a:pt x="7788636" y="2327461"/>
                    </a:cubicBezTo>
                    <a:cubicBezTo>
                      <a:pt x="7843311" y="2320603"/>
                      <a:pt x="7897987" y="2314507"/>
                      <a:pt x="7952280" y="2305935"/>
                    </a:cubicBezTo>
                    <a:cubicBezTo>
                      <a:pt x="7975142" y="2302315"/>
                      <a:pt x="7996859" y="2292408"/>
                      <a:pt x="8019339" y="2286884"/>
                    </a:cubicBezTo>
                    <a:cubicBezTo>
                      <a:pt x="8058774" y="2277357"/>
                      <a:pt x="8098590" y="2269357"/>
                      <a:pt x="8137835" y="2259832"/>
                    </a:cubicBezTo>
                    <a:cubicBezTo>
                      <a:pt x="8155359" y="2255641"/>
                      <a:pt x="8172124" y="2248593"/>
                      <a:pt x="8189651" y="2243639"/>
                    </a:cubicBezTo>
                    <a:cubicBezTo>
                      <a:pt x="8230992" y="2232208"/>
                      <a:pt x="8272903" y="2222874"/>
                      <a:pt x="8313671" y="2209920"/>
                    </a:cubicBezTo>
                    <a:cubicBezTo>
                      <a:pt x="8362822" y="2194297"/>
                      <a:pt x="8411019" y="2175439"/>
                      <a:pt x="8459979" y="2158864"/>
                    </a:cubicBezTo>
                    <a:cubicBezTo>
                      <a:pt x="8478269" y="2152578"/>
                      <a:pt x="8497511" y="2148957"/>
                      <a:pt x="8516369" y="2144003"/>
                    </a:cubicBezTo>
                    <a:cubicBezTo>
                      <a:pt x="8563425" y="2131431"/>
                      <a:pt x="8610288" y="2118095"/>
                      <a:pt x="8657726" y="2106284"/>
                    </a:cubicBezTo>
                    <a:cubicBezTo>
                      <a:pt x="8675253" y="2101901"/>
                      <a:pt x="8693731" y="2102284"/>
                      <a:pt x="8711448" y="2098664"/>
                    </a:cubicBezTo>
                    <a:cubicBezTo>
                      <a:pt x="8732023" y="2094472"/>
                      <a:pt x="8752407" y="2089138"/>
                      <a:pt x="8772219" y="2082280"/>
                    </a:cubicBezTo>
                    <a:cubicBezTo>
                      <a:pt x="8796985" y="2073707"/>
                      <a:pt x="8820990" y="2062659"/>
                      <a:pt x="8845565" y="2053705"/>
                    </a:cubicBezTo>
                    <a:cubicBezTo>
                      <a:pt x="8886142" y="2039034"/>
                      <a:pt x="8926911" y="2024557"/>
                      <a:pt x="8967871" y="2011221"/>
                    </a:cubicBezTo>
                    <a:cubicBezTo>
                      <a:pt x="8983301" y="2006268"/>
                      <a:pt x="9000257" y="2005697"/>
                      <a:pt x="9015878" y="2001124"/>
                    </a:cubicBezTo>
                    <a:cubicBezTo>
                      <a:pt x="9088840" y="1979597"/>
                      <a:pt x="9161805" y="1957880"/>
                      <a:pt x="9234579" y="1935209"/>
                    </a:cubicBezTo>
                    <a:cubicBezTo>
                      <a:pt x="9272298" y="1923399"/>
                      <a:pt x="9308875" y="1908538"/>
                      <a:pt x="9346597" y="1896917"/>
                    </a:cubicBezTo>
                    <a:cubicBezTo>
                      <a:pt x="9369267" y="1889869"/>
                      <a:pt x="9393650" y="1887773"/>
                      <a:pt x="9416321" y="1880724"/>
                    </a:cubicBezTo>
                    <a:cubicBezTo>
                      <a:pt x="9437278" y="1874247"/>
                      <a:pt x="9456709" y="1863578"/>
                      <a:pt x="9477283" y="1856149"/>
                    </a:cubicBezTo>
                    <a:cubicBezTo>
                      <a:pt x="9540152" y="1833097"/>
                      <a:pt x="9603971" y="1811953"/>
                      <a:pt x="9666265" y="1787186"/>
                    </a:cubicBezTo>
                    <a:cubicBezTo>
                      <a:pt x="9696749" y="1775183"/>
                      <a:pt x="9725323" y="1757849"/>
                      <a:pt x="9754088" y="1741464"/>
                    </a:cubicBezTo>
                    <a:cubicBezTo>
                      <a:pt x="9802858" y="1713841"/>
                      <a:pt x="9850865" y="1685074"/>
                      <a:pt x="9899446" y="1656880"/>
                    </a:cubicBezTo>
                    <a:cubicBezTo>
                      <a:pt x="9935832" y="1635924"/>
                      <a:pt x="9968027" y="1611347"/>
                      <a:pt x="9993175" y="1576487"/>
                    </a:cubicBezTo>
                    <a:cubicBezTo>
                      <a:pt x="10004797" y="1560484"/>
                      <a:pt x="10024990" y="1546768"/>
                      <a:pt x="10044230" y="1540480"/>
                    </a:cubicBezTo>
                    <a:cubicBezTo>
                      <a:pt x="10078713" y="1529241"/>
                      <a:pt x="10104430" y="1507522"/>
                      <a:pt x="10131863" y="1485613"/>
                    </a:cubicBezTo>
                    <a:cubicBezTo>
                      <a:pt x="10166536" y="1457801"/>
                      <a:pt x="10203304" y="1431509"/>
                      <a:pt x="10242357" y="1410555"/>
                    </a:cubicBezTo>
                    <a:cubicBezTo>
                      <a:pt x="10280840" y="1389980"/>
                      <a:pt x="10324086" y="1378549"/>
                      <a:pt x="10363709" y="1359499"/>
                    </a:cubicBezTo>
                    <a:cubicBezTo>
                      <a:pt x="10386952" y="1348259"/>
                      <a:pt x="10407146" y="1330353"/>
                      <a:pt x="10428291" y="1314920"/>
                    </a:cubicBezTo>
                    <a:cubicBezTo>
                      <a:pt x="10449438" y="1299489"/>
                      <a:pt x="10470394" y="1283486"/>
                      <a:pt x="10490969" y="1267104"/>
                    </a:cubicBezTo>
                    <a:cubicBezTo>
                      <a:pt x="10502208" y="1258149"/>
                      <a:pt x="10511734" y="1246909"/>
                      <a:pt x="10523354" y="1238337"/>
                    </a:cubicBezTo>
                    <a:cubicBezTo>
                      <a:pt x="10545263" y="1222334"/>
                      <a:pt x="10569075" y="1208808"/>
                      <a:pt x="10590031" y="1191664"/>
                    </a:cubicBezTo>
                    <a:cubicBezTo>
                      <a:pt x="10610225" y="1175089"/>
                      <a:pt x="10633467" y="1166707"/>
                      <a:pt x="10656519" y="1156038"/>
                    </a:cubicBezTo>
                    <a:cubicBezTo>
                      <a:pt x="10674046" y="1148036"/>
                      <a:pt x="10686617" y="1130320"/>
                      <a:pt x="10703573" y="1120603"/>
                    </a:cubicBezTo>
                    <a:cubicBezTo>
                      <a:pt x="10727767" y="1106697"/>
                      <a:pt x="10746246" y="1089553"/>
                      <a:pt x="10764534" y="1067643"/>
                    </a:cubicBezTo>
                    <a:cubicBezTo>
                      <a:pt x="10785111" y="1043068"/>
                      <a:pt x="10820162" y="1029732"/>
                      <a:pt x="10850453" y="1014301"/>
                    </a:cubicBezTo>
                    <a:cubicBezTo>
                      <a:pt x="10876171" y="1001157"/>
                      <a:pt x="10906081" y="995632"/>
                      <a:pt x="10929704" y="980201"/>
                    </a:cubicBezTo>
                    <a:cubicBezTo>
                      <a:pt x="10946279" y="969342"/>
                      <a:pt x="10958661" y="948957"/>
                      <a:pt x="10967423" y="930289"/>
                    </a:cubicBezTo>
                    <a:cubicBezTo>
                      <a:pt x="10987046" y="887995"/>
                      <a:pt x="11021146" y="861897"/>
                      <a:pt x="11058869" y="838084"/>
                    </a:cubicBezTo>
                    <a:cubicBezTo>
                      <a:pt x="11097350" y="813699"/>
                      <a:pt x="11133927" y="786836"/>
                      <a:pt x="11172600" y="762834"/>
                    </a:cubicBezTo>
                    <a:cubicBezTo>
                      <a:pt x="11211843" y="738638"/>
                      <a:pt x="11243658" y="706443"/>
                      <a:pt x="11275283" y="673676"/>
                    </a:cubicBezTo>
                    <a:cubicBezTo>
                      <a:pt x="11288238" y="660150"/>
                      <a:pt x="11305192" y="650434"/>
                      <a:pt x="11320623" y="639195"/>
                    </a:cubicBezTo>
                    <a:cubicBezTo>
                      <a:pt x="11338339" y="626241"/>
                      <a:pt x="11355296" y="611953"/>
                      <a:pt x="11374346" y="601664"/>
                    </a:cubicBezTo>
                    <a:cubicBezTo>
                      <a:pt x="11398160" y="588709"/>
                      <a:pt x="11424069" y="579757"/>
                      <a:pt x="11448453" y="567755"/>
                    </a:cubicBezTo>
                    <a:cubicBezTo>
                      <a:pt x="11476838" y="553657"/>
                      <a:pt x="11505795" y="539750"/>
                      <a:pt x="11532275" y="522605"/>
                    </a:cubicBezTo>
                    <a:cubicBezTo>
                      <a:pt x="11545039" y="514413"/>
                      <a:pt x="11553613" y="499363"/>
                      <a:pt x="11562947" y="486598"/>
                    </a:cubicBezTo>
                    <a:cubicBezTo>
                      <a:pt x="11599714" y="436305"/>
                      <a:pt x="11635529" y="385441"/>
                      <a:pt x="11672489" y="335337"/>
                    </a:cubicBezTo>
                    <a:cubicBezTo>
                      <a:pt x="11712304" y="281424"/>
                      <a:pt x="11763931" y="241608"/>
                      <a:pt x="11821656" y="207889"/>
                    </a:cubicBezTo>
                    <a:cubicBezTo>
                      <a:pt x="11877664" y="175312"/>
                      <a:pt x="11931195" y="138734"/>
                      <a:pt x="11986443" y="104824"/>
                    </a:cubicBezTo>
                    <a:cubicBezTo>
                      <a:pt x="11998443" y="97395"/>
                      <a:pt x="12013114" y="94347"/>
                      <a:pt x="12026448" y="88821"/>
                    </a:cubicBezTo>
                    <a:cubicBezTo>
                      <a:pt x="12072360" y="69580"/>
                      <a:pt x="12118083" y="50147"/>
                      <a:pt x="12160947" y="28621"/>
                    </a:cubicBezTo>
                    <a:lnTo>
                      <a:pt x="12192000" y="0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D1A0BEEB-C008-4150-A935-C6AAF537DA1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0" y="3681702"/>
                <a:ext cx="12192000" cy="3176298"/>
              </a:xfrm>
              <a:custGeom>
                <a:avLst/>
                <a:gdLst>
                  <a:gd name="connsiteX0" fmla="*/ 12192000 w 12192000"/>
                  <a:gd name="connsiteY0" fmla="*/ 0 h 3176298"/>
                  <a:gd name="connsiteX1" fmla="*/ 12192000 w 12192000"/>
                  <a:gd name="connsiteY1" fmla="*/ 3176298 h 3176298"/>
                  <a:gd name="connsiteX2" fmla="*/ 0 w 12192000"/>
                  <a:gd name="connsiteY2" fmla="*/ 3176298 h 3176298"/>
                  <a:gd name="connsiteX3" fmla="*/ 0 w 12192000"/>
                  <a:gd name="connsiteY3" fmla="*/ 2264980 h 3176298"/>
                  <a:gd name="connsiteX4" fmla="*/ 544 w 12192000"/>
                  <a:gd name="connsiteY4" fmla="*/ 2264980 h 3176298"/>
                  <a:gd name="connsiteX5" fmla="*/ 544 w 12192000"/>
                  <a:gd name="connsiteY5" fmla="*/ 2392219 h 3176298"/>
                  <a:gd name="connsiteX6" fmla="*/ 61197 w 12192000"/>
                  <a:gd name="connsiteY6" fmla="*/ 2387448 h 3176298"/>
                  <a:gd name="connsiteX7" fmla="*/ 119613 w 12192000"/>
                  <a:gd name="connsiteY7" fmla="*/ 2369945 h 3176298"/>
                  <a:gd name="connsiteX8" fmla="*/ 172384 w 12192000"/>
                  <a:gd name="connsiteY8" fmla="*/ 2347084 h 3176298"/>
                  <a:gd name="connsiteX9" fmla="*/ 274873 w 12192000"/>
                  <a:gd name="connsiteY9" fmla="*/ 2336988 h 3176298"/>
                  <a:gd name="connsiteX10" fmla="*/ 307259 w 12192000"/>
                  <a:gd name="connsiteY10" fmla="*/ 2331461 h 3176298"/>
                  <a:gd name="connsiteX11" fmla="*/ 394511 w 12192000"/>
                  <a:gd name="connsiteY11" fmla="*/ 2308601 h 3176298"/>
                  <a:gd name="connsiteX12" fmla="*/ 494337 w 12192000"/>
                  <a:gd name="connsiteY12" fmla="*/ 2268213 h 3176298"/>
                  <a:gd name="connsiteX13" fmla="*/ 546917 w 12192000"/>
                  <a:gd name="connsiteY13" fmla="*/ 2283264 h 3176298"/>
                  <a:gd name="connsiteX14" fmla="*/ 730754 w 12192000"/>
                  <a:gd name="connsiteY14" fmla="*/ 2240780 h 3176298"/>
                  <a:gd name="connsiteX15" fmla="*/ 785432 w 12192000"/>
                  <a:gd name="connsiteY15" fmla="*/ 2218682 h 3176298"/>
                  <a:gd name="connsiteX16" fmla="*/ 801053 w 12192000"/>
                  <a:gd name="connsiteY16" fmla="*/ 2204013 h 3176298"/>
                  <a:gd name="connsiteX17" fmla="*/ 858205 w 12192000"/>
                  <a:gd name="connsiteY17" fmla="*/ 2169532 h 3176298"/>
                  <a:gd name="connsiteX18" fmla="*/ 949646 w 12192000"/>
                  <a:gd name="connsiteY18" fmla="*/ 2157340 h 3176298"/>
                  <a:gd name="connsiteX19" fmla="*/ 960887 w 12192000"/>
                  <a:gd name="connsiteY19" fmla="*/ 2150099 h 3176298"/>
                  <a:gd name="connsiteX20" fmla="*/ 977653 w 12192000"/>
                  <a:gd name="connsiteY20" fmla="*/ 2138480 h 3176298"/>
                  <a:gd name="connsiteX21" fmla="*/ 1071762 w 12192000"/>
                  <a:gd name="connsiteY21" fmla="*/ 2117905 h 3176298"/>
                  <a:gd name="connsiteX22" fmla="*/ 1092527 w 12192000"/>
                  <a:gd name="connsiteY22" fmla="*/ 2111428 h 3176298"/>
                  <a:gd name="connsiteX23" fmla="*/ 1109865 w 12192000"/>
                  <a:gd name="connsiteY23" fmla="*/ 2100568 h 3176298"/>
                  <a:gd name="connsiteX24" fmla="*/ 1162823 w 12192000"/>
                  <a:gd name="connsiteY24" fmla="*/ 2075613 h 3176298"/>
                  <a:gd name="connsiteX25" fmla="*/ 1206641 w 12192000"/>
                  <a:gd name="connsiteY25" fmla="*/ 2074851 h 3176298"/>
                  <a:gd name="connsiteX26" fmla="*/ 1267411 w 12192000"/>
                  <a:gd name="connsiteY26" fmla="*/ 2060753 h 3176298"/>
                  <a:gd name="connsiteX27" fmla="*/ 1380762 w 12192000"/>
                  <a:gd name="connsiteY27" fmla="*/ 2046847 h 3176298"/>
                  <a:gd name="connsiteX28" fmla="*/ 1404006 w 12192000"/>
                  <a:gd name="connsiteY28" fmla="*/ 2038844 h 3176298"/>
                  <a:gd name="connsiteX29" fmla="*/ 1544598 w 12192000"/>
                  <a:gd name="connsiteY29" fmla="*/ 2000932 h 3176298"/>
                  <a:gd name="connsiteX30" fmla="*/ 1657188 w 12192000"/>
                  <a:gd name="connsiteY30" fmla="*/ 2001697 h 3176298"/>
                  <a:gd name="connsiteX31" fmla="*/ 1665950 w 12192000"/>
                  <a:gd name="connsiteY31" fmla="*/ 2003411 h 3176298"/>
                  <a:gd name="connsiteX32" fmla="*/ 1709006 w 12192000"/>
                  <a:gd name="connsiteY32" fmla="*/ 2015983 h 3176298"/>
                  <a:gd name="connsiteX33" fmla="*/ 1775684 w 12192000"/>
                  <a:gd name="connsiteY33" fmla="*/ 2012555 h 3176298"/>
                  <a:gd name="connsiteX34" fmla="*/ 1821596 w 12192000"/>
                  <a:gd name="connsiteY34" fmla="*/ 1995218 h 3176298"/>
                  <a:gd name="connsiteX35" fmla="*/ 1878748 w 12192000"/>
                  <a:gd name="connsiteY35" fmla="*/ 1994457 h 3176298"/>
                  <a:gd name="connsiteX36" fmla="*/ 1944092 w 12192000"/>
                  <a:gd name="connsiteY36" fmla="*/ 2005315 h 3176298"/>
                  <a:gd name="connsiteX37" fmla="*/ 1973429 w 12192000"/>
                  <a:gd name="connsiteY37" fmla="*/ 2007601 h 3176298"/>
                  <a:gd name="connsiteX38" fmla="*/ 2054013 w 12192000"/>
                  <a:gd name="connsiteY38" fmla="*/ 2030082 h 3176298"/>
                  <a:gd name="connsiteX39" fmla="*/ 2102021 w 12192000"/>
                  <a:gd name="connsiteY39" fmla="*/ 2024557 h 3176298"/>
                  <a:gd name="connsiteX40" fmla="*/ 2149267 w 12192000"/>
                  <a:gd name="connsiteY40" fmla="*/ 2009697 h 3176298"/>
                  <a:gd name="connsiteX41" fmla="*/ 2179556 w 12192000"/>
                  <a:gd name="connsiteY41" fmla="*/ 1995409 h 3176298"/>
                  <a:gd name="connsiteX42" fmla="*/ 2240710 w 12192000"/>
                  <a:gd name="connsiteY42" fmla="*/ 1985312 h 3176298"/>
                  <a:gd name="connsiteX43" fmla="*/ 2251948 w 12192000"/>
                  <a:gd name="connsiteY43" fmla="*/ 1986836 h 3176298"/>
                  <a:gd name="connsiteX44" fmla="*/ 2434456 w 12192000"/>
                  <a:gd name="connsiteY44" fmla="*/ 1999410 h 3176298"/>
                  <a:gd name="connsiteX45" fmla="*/ 2506847 w 12192000"/>
                  <a:gd name="connsiteY45" fmla="*/ 2019603 h 3176298"/>
                  <a:gd name="connsiteX46" fmla="*/ 2522279 w 12192000"/>
                  <a:gd name="connsiteY46" fmla="*/ 2022080 h 3176298"/>
                  <a:gd name="connsiteX47" fmla="*/ 2676398 w 12192000"/>
                  <a:gd name="connsiteY47" fmla="*/ 2044751 h 3176298"/>
                  <a:gd name="connsiteX48" fmla="*/ 2693543 w 12192000"/>
                  <a:gd name="connsiteY48" fmla="*/ 2045703 h 3176298"/>
                  <a:gd name="connsiteX49" fmla="*/ 2741360 w 12192000"/>
                  <a:gd name="connsiteY49" fmla="*/ 2041701 h 3176298"/>
                  <a:gd name="connsiteX50" fmla="*/ 2854140 w 12192000"/>
                  <a:gd name="connsiteY50" fmla="*/ 2082851 h 3176298"/>
                  <a:gd name="connsiteX51" fmla="*/ 2967110 w 12192000"/>
                  <a:gd name="connsiteY51" fmla="*/ 2096949 h 3176298"/>
                  <a:gd name="connsiteX52" fmla="*/ 3029216 w 12192000"/>
                  <a:gd name="connsiteY52" fmla="*/ 2096757 h 3176298"/>
                  <a:gd name="connsiteX53" fmla="*/ 3073604 w 12192000"/>
                  <a:gd name="connsiteY53" fmla="*/ 2106856 h 3176298"/>
                  <a:gd name="connsiteX54" fmla="*/ 3182763 w 12192000"/>
                  <a:gd name="connsiteY54" fmla="*/ 2137527 h 3176298"/>
                  <a:gd name="connsiteX55" fmla="*/ 3234202 w 12192000"/>
                  <a:gd name="connsiteY55" fmla="*/ 2142289 h 3176298"/>
                  <a:gd name="connsiteX56" fmla="*/ 3288877 w 12192000"/>
                  <a:gd name="connsiteY56" fmla="*/ 2152578 h 3176298"/>
                  <a:gd name="connsiteX57" fmla="*/ 3424135 w 12192000"/>
                  <a:gd name="connsiteY57" fmla="*/ 2198680 h 3176298"/>
                  <a:gd name="connsiteX58" fmla="*/ 3534629 w 12192000"/>
                  <a:gd name="connsiteY58" fmla="*/ 2196013 h 3176298"/>
                  <a:gd name="connsiteX59" fmla="*/ 3605116 w 12192000"/>
                  <a:gd name="connsiteY59" fmla="*/ 2196583 h 3176298"/>
                  <a:gd name="connsiteX60" fmla="*/ 3689131 w 12192000"/>
                  <a:gd name="connsiteY60" fmla="*/ 2211824 h 3176298"/>
                  <a:gd name="connsiteX61" fmla="*/ 3757902 w 12192000"/>
                  <a:gd name="connsiteY61" fmla="*/ 2234114 h 3176298"/>
                  <a:gd name="connsiteX62" fmla="*/ 3852966 w 12192000"/>
                  <a:gd name="connsiteY62" fmla="*/ 2251831 h 3176298"/>
                  <a:gd name="connsiteX63" fmla="*/ 3947648 w 12192000"/>
                  <a:gd name="connsiteY63" fmla="*/ 2285932 h 3176298"/>
                  <a:gd name="connsiteX64" fmla="*/ 4013753 w 12192000"/>
                  <a:gd name="connsiteY64" fmla="*/ 2312031 h 3176298"/>
                  <a:gd name="connsiteX65" fmla="*/ 4105766 w 12192000"/>
                  <a:gd name="connsiteY65" fmla="*/ 2335082 h 3176298"/>
                  <a:gd name="connsiteX66" fmla="*/ 4246551 w 12192000"/>
                  <a:gd name="connsiteY66" fmla="*/ 2351274 h 3176298"/>
                  <a:gd name="connsiteX67" fmla="*/ 4311323 w 12192000"/>
                  <a:gd name="connsiteY67" fmla="*/ 2352991 h 3176298"/>
                  <a:gd name="connsiteX68" fmla="*/ 4413817 w 12192000"/>
                  <a:gd name="connsiteY68" fmla="*/ 2390899 h 3176298"/>
                  <a:gd name="connsiteX69" fmla="*/ 4457632 w 12192000"/>
                  <a:gd name="connsiteY69" fmla="*/ 2409188 h 3176298"/>
                  <a:gd name="connsiteX70" fmla="*/ 4497068 w 12192000"/>
                  <a:gd name="connsiteY70" fmla="*/ 2393947 h 3176298"/>
                  <a:gd name="connsiteX71" fmla="*/ 4522596 w 12192000"/>
                  <a:gd name="connsiteY71" fmla="*/ 2376421 h 3176298"/>
                  <a:gd name="connsiteX72" fmla="*/ 4603368 w 12192000"/>
                  <a:gd name="connsiteY72" fmla="*/ 2391282 h 3176298"/>
                  <a:gd name="connsiteX73" fmla="*/ 4689098 w 12192000"/>
                  <a:gd name="connsiteY73" fmla="*/ 2406903 h 3176298"/>
                  <a:gd name="connsiteX74" fmla="*/ 4719697 w 12192000"/>
                  <a:gd name="connsiteY74" fmla="*/ 2413428 h 3176298"/>
                  <a:gd name="connsiteX75" fmla="*/ 4726469 w 12192000"/>
                  <a:gd name="connsiteY75" fmla="*/ 2414298 h 3176298"/>
                  <a:gd name="connsiteX76" fmla="*/ 4785776 w 12192000"/>
                  <a:gd name="connsiteY76" fmla="*/ 2414298 h 3176298"/>
                  <a:gd name="connsiteX77" fmla="*/ 4788661 w 12192000"/>
                  <a:gd name="connsiteY77" fmla="*/ 2414047 h 3176298"/>
                  <a:gd name="connsiteX78" fmla="*/ 4827024 w 12192000"/>
                  <a:gd name="connsiteY78" fmla="*/ 2408999 h 3176298"/>
                  <a:gd name="connsiteX79" fmla="*/ 4887415 w 12192000"/>
                  <a:gd name="connsiteY79" fmla="*/ 2405570 h 3176298"/>
                  <a:gd name="connsiteX80" fmla="*/ 4936184 w 12192000"/>
                  <a:gd name="connsiteY80" fmla="*/ 2395853 h 3176298"/>
                  <a:gd name="connsiteX81" fmla="*/ 4953328 w 12192000"/>
                  <a:gd name="connsiteY81" fmla="*/ 2390138 h 3176298"/>
                  <a:gd name="connsiteX82" fmla="*/ 5089162 w 12192000"/>
                  <a:gd name="connsiteY82" fmla="*/ 2345560 h 3176298"/>
                  <a:gd name="connsiteX83" fmla="*/ 5234326 w 12192000"/>
                  <a:gd name="connsiteY83" fmla="*/ 2309935 h 3176298"/>
                  <a:gd name="connsiteX84" fmla="*/ 5328438 w 12192000"/>
                  <a:gd name="connsiteY84" fmla="*/ 2332416 h 3176298"/>
                  <a:gd name="connsiteX85" fmla="*/ 5363491 w 12192000"/>
                  <a:gd name="connsiteY85" fmla="*/ 2332034 h 3176298"/>
                  <a:gd name="connsiteX86" fmla="*/ 5524660 w 12192000"/>
                  <a:gd name="connsiteY86" fmla="*/ 2337178 h 3176298"/>
                  <a:gd name="connsiteX87" fmla="*/ 5553045 w 12192000"/>
                  <a:gd name="connsiteY87" fmla="*/ 2342701 h 3176298"/>
                  <a:gd name="connsiteX88" fmla="*/ 5706401 w 12192000"/>
                  <a:gd name="connsiteY88" fmla="*/ 2320032 h 3176298"/>
                  <a:gd name="connsiteX89" fmla="*/ 5762029 w 12192000"/>
                  <a:gd name="connsiteY89" fmla="*/ 2316221 h 3176298"/>
                  <a:gd name="connsiteX90" fmla="*/ 5813276 w 12192000"/>
                  <a:gd name="connsiteY90" fmla="*/ 2309935 h 3176298"/>
                  <a:gd name="connsiteX91" fmla="*/ 5884906 w 12192000"/>
                  <a:gd name="connsiteY91" fmla="*/ 2308411 h 3176298"/>
                  <a:gd name="connsiteX92" fmla="*/ 5959204 w 12192000"/>
                  <a:gd name="connsiteY92" fmla="*/ 2311269 h 3176298"/>
                  <a:gd name="connsiteX93" fmla="*/ 6042072 w 12192000"/>
                  <a:gd name="connsiteY93" fmla="*/ 2310697 h 3176298"/>
                  <a:gd name="connsiteX94" fmla="*/ 6074842 w 12192000"/>
                  <a:gd name="connsiteY94" fmla="*/ 2305745 h 3176298"/>
                  <a:gd name="connsiteX95" fmla="*/ 6163425 w 12192000"/>
                  <a:gd name="connsiteY95" fmla="*/ 2309172 h 3176298"/>
                  <a:gd name="connsiteX96" fmla="*/ 6209909 w 12192000"/>
                  <a:gd name="connsiteY96" fmla="*/ 2303459 h 3176298"/>
                  <a:gd name="connsiteX97" fmla="*/ 6286493 w 12192000"/>
                  <a:gd name="connsiteY97" fmla="*/ 2302315 h 3176298"/>
                  <a:gd name="connsiteX98" fmla="*/ 6311449 w 12192000"/>
                  <a:gd name="connsiteY98" fmla="*/ 2300980 h 3176298"/>
                  <a:gd name="connsiteX99" fmla="*/ 6333739 w 12192000"/>
                  <a:gd name="connsiteY99" fmla="*/ 2300218 h 3176298"/>
                  <a:gd name="connsiteX100" fmla="*/ 6410131 w 12192000"/>
                  <a:gd name="connsiteY100" fmla="*/ 2315841 h 3176298"/>
                  <a:gd name="connsiteX101" fmla="*/ 6477951 w 12192000"/>
                  <a:gd name="connsiteY101" fmla="*/ 2316793 h 3176298"/>
                  <a:gd name="connsiteX102" fmla="*/ 6596828 w 12192000"/>
                  <a:gd name="connsiteY102" fmla="*/ 2329368 h 3176298"/>
                  <a:gd name="connsiteX103" fmla="*/ 6623118 w 12192000"/>
                  <a:gd name="connsiteY103" fmla="*/ 2324985 h 3176298"/>
                  <a:gd name="connsiteX104" fmla="*/ 6705417 w 12192000"/>
                  <a:gd name="connsiteY104" fmla="*/ 2323272 h 3176298"/>
                  <a:gd name="connsiteX105" fmla="*/ 6752283 w 12192000"/>
                  <a:gd name="connsiteY105" fmla="*/ 2321937 h 3176298"/>
                  <a:gd name="connsiteX106" fmla="*/ 6810195 w 12192000"/>
                  <a:gd name="connsiteY106" fmla="*/ 2331082 h 3176298"/>
                  <a:gd name="connsiteX107" fmla="*/ 6910782 w 12192000"/>
                  <a:gd name="connsiteY107" fmla="*/ 2350512 h 3176298"/>
                  <a:gd name="connsiteX108" fmla="*/ 6937263 w 12192000"/>
                  <a:gd name="connsiteY108" fmla="*/ 2353561 h 3176298"/>
                  <a:gd name="connsiteX109" fmla="*/ 6985653 w 12192000"/>
                  <a:gd name="connsiteY109" fmla="*/ 2362897 h 3176298"/>
                  <a:gd name="connsiteX110" fmla="*/ 6994415 w 12192000"/>
                  <a:gd name="connsiteY110" fmla="*/ 2364611 h 3176298"/>
                  <a:gd name="connsiteX111" fmla="*/ 7068141 w 12192000"/>
                  <a:gd name="connsiteY111" fmla="*/ 2388234 h 3176298"/>
                  <a:gd name="connsiteX112" fmla="*/ 7106432 w 12192000"/>
                  <a:gd name="connsiteY112" fmla="*/ 2390138 h 3176298"/>
                  <a:gd name="connsiteX113" fmla="*/ 7216547 w 12192000"/>
                  <a:gd name="connsiteY113" fmla="*/ 2390330 h 3176298"/>
                  <a:gd name="connsiteX114" fmla="*/ 7263220 w 12192000"/>
                  <a:gd name="connsiteY114" fmla="*/ 2386709 h 3176298"/>
                  <a:gd name="connsiteX115" fmla="*/ 7375428 w 12192000"/>
                  <a:gd name="connsiteY115" fmla="*/ 2372803 h 3176298"/>
                  <a:gd name="connsiteX116" fmla="*/ 7445916 w 12192000"/>
                  <a:gd name="connsiteY116" fmla="*/ 2365945 h 3176298"/>
                  <a:gd name="connsiteX117" fmla="*/ 7526880 w 12192000"/>
                  <a:gd name="connsiteY117" fmla="*/ 2355084 h 3176298"/>
                  <a:gd name="connsiteX118" fmla="*/ 7619655 w 12192000"/>
                  <a:gd name="connsiteY118" fmla="*/ 2348226 h 3176298"/>
                  <a:gd name="connsiteX119" fmla="*/ 7788636 w 12192000"/>
                  <a:gd name="connsiteY119" fmla="*/ 2327461 h 3176298"/>
                  <a:gd name="connsiteX120" fmla="*/ 7952280 w 12192000"/>
                  <a:gd name="connsiteY120" fmla="*/ 2305935 h 3176298"/>
                  <a:gd name="connsiteX121" fmla="*/ 8019339 w 12192000"/>
                  <a:gd name="connsiteY121" fmla="*/ 2286884 h 3176298"/>
                  <a:gd name="connsiteX122" fmla="*/ 8137835 w 12192000"/>
                  <a:gd name="connsiteY122" fmla="*/ 2259832 h 3176298"/>
                  <a:gd name="connsiteX123" fmla="*/ 8189651 w 12192000"/>
                  <a:gd name="connsiteY123" fmla="*/ 2243639 h 3176298"/>
                  <a:gd name="connsiteX124" fmla="*/ 8313671 w 12192000"/>
                  <a:gd name="connsiteY124" fmla="*/ 2209920 h 3176298"/>
                  <a:gd name="connsiteX125" fmla="*/ 8459979 w 12192000"/>
                  <a:gd name="connsiteY125" fmla="*/ 2158864 h 3176298"/>
                  <a:gd name="connsiteX126" fmla="*/ 8516369 w 12192000"/>
                  <a:gd name="connsiteY126" fmla="*/ 2144003 h 3176298"/>
                  <a:gd name="connsiteX127" fmla="*/ 8657726 w 12192000"/>
                  <a:gd name="connsiteY127" fmla="*/ 2106284 h 3176298"/>
                  <a:gd name="connsiteX128" fmla="*/ 8711448 w 12192000"/>
                  <a:gd name="connsiteY128" fmla="*/ 2098664 h 3176298"/>
                  <a:gd name="connsiteX129" fmla="*/ 8772219 w 12192000"/>
                  <a:gd name="connsiteY129" fmla="*/ 2082280 h 3176298"/>
                  <a:gd name="connsiteX130" fmla="*/ 8845565 w 12192000"/>
                  <a:gd name="connsiteY130" fmla="*/ 2053705 h 3176298"/>
                  <a:gd name="connsiteX131" fmla="*/ 8967871 w 12192000"/>
                  <a:gd name="connsiteY131" fmla="*/ 2011221 h 3176298"/>
                  <a:gd name="connsiteX132" fmla="*/ 9015878 w 12192000"/>
                  <a:gd name="connsiteY132" fmla="*/ 2001124 h 3176298"/>
                  <a:gd name="connsiteX133" fmla="*/ 9234579 w 12192000"/>
                  <a:gd name="connsiteY133" fmla="*/ 1935209 h 3176298"/>
                  <a:gd name="connsiteX134" fmla="*/ 9346597 w 12192000"/>
                  <a:gd name="connsiteY134" fmla="*/ 1896917 h 3176298"/>
                  <a:gd name="connsiteX135" fmla="*/ 9416321 w 12192000"/>
                  <a:gd name="connsiteY135" fmla="*/ 1880724 h 3176298"/>
                  <a:gd name="connsiteX136" fmla="*/ 9477283 w 12192000"/>
                  <a:gd name="connsiteY136" fmla="*/ 1856149 h 3176298"/>
                  <a:gd name="connsiteX137" fmla="*/ 9666265 w 12192000"/>
                  <a:gd name="connsiteY137" fmla="*/ 1787186 h 3176298"/>
                  <a:gd name="connsiteX138" fmla="*/ 9754088 w 12192000"/>
                  <a:gd name="connsiteY138" fmla="*/ 1741464 h 3176298"/>
                  <a:gd name="connsiteX139" fmla="*/ 9899446 w 12192000"/>
                  <a:gd name="connsiteY139" fmla="*/ 1656880 h 3176298"/>
                  <a:gd name="connsiteX140" fmla="*/ 9993175 w 12192000"/>
                  <a:gd name="connsiteY140" fmla="*/ 1576487 h 3176298"/>
                  <a:gd name="connsiteX141" fmla="*/ 10044230 w 12192000"/>
                  <a:gd name="connsiteY141" fmla="*/ 1540480 h 3176298"/>
                  <a:gd name="connsiteX142" fmla="*/ 10131863 w 12192000"/>
                  <a:gd name="connsiteY142" fmla="*/ 1485613 h 3176298"/>
                  <a:gd name="connsiteX143" fmla="*/ 10242357 w 12192000"/>
                  <a:gd name="connsiteY143" fmla="*/ 1410555 h 3176298"/>
                  <a:gd name="connsiteX144" fmla="*/ 10363709 w 12192000"/>
                  <a:gd name="connsiteY144" fmla="*/ 1359499 h 3176298"/>
                  <a:gd name="connsiteX145" fmla="*/ 10428291 w 12192000"/>
                  <a:gd name="connsiteY145" fmla="*/ 1314920 h 3176298"/>
                  <a:gd name="connsiteX146" fmla="*/ 10490969 w 12192000"/>
                  <a:gd name="connsiteY146" fmla="*/ 1267104 h 3176298"/>
                  <a:gd name="connsiteX147" fmla="*/ 10523354 w 12192000"/>
                  <a:gd name="connsiteY147" fmla="*/ 1238337 h 3176298"/>
                  <a:gd name="connsiteX148" fmla="*/ 10590031 w 12192000"/>
                  <a:gd name="connsiteY148" fmla="*/ 1191664 h 3176298"/>
                  <a:gd name="connsiteX149" fmla="*/ 10656519 w 12192000"/>
                  <a:gd name="connsiteY149" fmla="*/ 1156038 h 3176298"/>
                  <a:gd name="connsiteX150" fmla="*/ 10703573 w 12192000"/>
                  <a:gd name="connsiteY150" fmla="*/ 1120603 h 3176298"/>
                  <a:gd name="connsiteX151" fmla="*/ 10764534 w 12192000"/>
                  <a:gd name="connsiteY151" fmla="*/ 1067643 h 3176298"/>
                  <a:gd name="connsiteX152" fmla="*/ 10850453 w 12192000"/>
                  <a:gd name="connsiteY152" fmla="*/ 1014301 h 3176298"/>
                  <a:gd name="connsiteX153" fmla="*/ 10929704 w 12192000"/>
                  <a:gd name="connsiteY153" fmla="*/ 980201 h 3176298"/>
                  <a:gd name="connsiteX154" fmla="*/ 10967423 w 12192000"/>
                  <a:gd name="connsiteY154" fmla="*/ 930289 h 3176298"/>
                  <a:gd name="connsiteX155" fmla="*/ 11058869 w 12192000"/>
                  <a:gd name="connsiteY155" fmla="*/ 838084 h 3176298"/>
                  <a:gd name="connsiteX156" fmla="*/ 11172600 w 12192000"/>
                  <a:gd name="connsiteY156" fmla="*/ 762834 h 3176298"/>
                  <a:gd name="connsiteX157" fmla="*/ 11275283 w 12192000"/>
                  <a:gd name="connsiteY157" fmla="*/ 673676 h 3176298"/>
                  <a:gd name="connsiteX158" fmla="*/ 11320623 w 12192000"/>
                  <a:gd name="connsiteY158" fmla="*/ 639195 h 3176298"/>
                  <a:gd name="connsiteX159" fmla="*/ 11374346 w 12192000"/>
                  <a:gd name="connsiteY159" fmla="*/ 601664 h 3176298"/>
                  <a:gd name="connsiteX160" fmla="*/ 11448453 w 12192000"/>
                  <a:gd name="connsiteY160" fmla="*/ 567755 h 3176298"/>
                  <a:gd name="connsiteX161" fmla="*/ 11532275 w 12192000"/>
                  <a:gd name="connsiteY161" fmla="*/ 522605 h 3176298"/>
                  <a:gd name="connsiteX162" fmla="*/ 11562947 w 12192000"/>
                  <a:gd name="connsiteY162" fmla="*/ 486598 h 3176298"/>
                  <a:gd name="connsiteX163" fmla="*/ 11672489 w 12192000"/>
                  <a:gd name="connsiteY163" fmla="*/ 335337 h 3176298"/>
                  <a:gd name="connsiteX164" fmla="*/ 11821656 w 12192000"/>
                  <a:gd name="connsiteY164" fmla="*/ 207889 h 3176298"/>
                  <a:gd name="connsiteX165" fmla="*/ 11986443 w 12192000"/>
                  <a:gd name="connsiteY165" fmla="*/ 104824 h 3176298"/>
                  <a:gd name="connsiteX166" fmla="*/ 12026448 w 12192000"/>
                  <a:gd name="connsiteY166" fmla="*/ 88821 h 3176298"/>
                  <a:gd name="connsiteX167" fmla="*/ 12160947 w 12192000"/>
                  <a:gd name="connsiteY167" fmla="*/ 28621 h 3176298"/>
                  <a:gd name="connsiteX168" fmla="*/ 12192000 w 12192000"/>
                  <a:gd name="connsiteY168" fmla="*/ 0 h 31762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</a:cxnLst>
                <a:rect l="l" t="t" r="r" b="b"/>
                <a:pathLst>
                  <a:path w="12192000" h="3176298">
                    <a:moveTo>
                      <a:pt x="12192000" y="0"/>
                    </a:moveTo>
                    <a:lnTo>
                      <a:pt x="12192000" y="3176298"/>
                    </a:lnTo>
                    <a:lnTo>
                      <a:pt x="0" y="3176298"/>
                    </a:lnTo>
                    <a:lnTo>
                      <a:pt x="0" y="2264980"/>
                    </a:lnTo>
                    <a:lnTo>
                      <a:pt x="544" y="2264980"/>
                    </a:lnTo>
                    <a:lnTo>
                      <a:pt x="544" y="2392219"/>
                    </a:lnTo>
                    <a:lnTo>
                      <a:pt x="61197" y="2387448"/>
                    </a:lnTo>
                    <a:cubicBezTo>
                      <a:pt x="80794" y="2382137"/>
                      <a:pt x="99990" y="2374707"/>
                      <a:pt x="119613" y="2369945"/>
                    </a:cubicBezTo>
                    <a:cubicBezTo>
                      <a:pt x="137898" y="2365563"/>
                      <a:pt x="155046" y="2355466"/>
                      <a:pt x="172384" y="2347084"/>
                    </a:cubicBezTo>
                    <a:cubicBezTo>
                      <a:pt x="205529" y="2331082"/>
                      <a:pt x="240965" y="2341178"/>
                      <a:pt x="274873" y="2336988"/>
                    </a:cubicBezTo>
                    <a:cubicBezTo>
                      <a:pt x="285732" y="2335653"/>
                      <a:pt x="296590" y="2334130"/>
                      <a:pt x="307259" y="2331461"/>
                    </a:cubicBezTo>
                    <a:cubicBezTo>
                      <a:pt x="336408" y="2324413"/>
                      <a:pt x="366127" y="2318317"/>
                      <a:pt x="394511" y="2308601"/>
                    </a:cubicBezTo>
                    <a:cubicBezTo>
                      <a:pt x="426709" y="2297743"/>
                      <a:pt x="457572" y="2283264"/>
                      <a:pt x="494337" y="2268213"/>
                    </a:cubicBezTo>
                    <a:cubicBezTo>
                      <a:pt x="507102" y="2272024"/>
                      <a:pt x="526724" y="2282312"/>
                      <a:pt x="546917" y="2283264"/>
                    </a:cubicBezTo>
                    <a:cubicBezTo>
                      <a:pt x="611880" y="2286503"/>
                      <a:pt x="672650" y="2268786"/>
                      <a:pt x="730754" y="2240780"/>
                    </a:cubicBezTo>
                    <a:cubicBezTo>
                      <a:pt x="748471" y="2232399"/>
                      <a:pt x="767524" y="2226874"/>
                      <a:pt x="785432" y="2218682"/>
                    </a:cubicBezTo>
                    <a:cubicBezTo>
                      <a:pt x="791717" y="2215826"/>
                      <a:pt x="799909" y="2209730"/>
                      <a:pt x="801053" y="2204013"/>
                    </a:cubicBezTo>
                    <a:cubicBezTo>
                      <a:pt x="807719" y="2170866"/>
                      <a:pt x="832486" y="2171436"/>
                      <a:pt x="858205" y="2169532"/>
                    </a:cubicBezTo>
                    <a:cubicBezTo>
                      <a:pt x="888877" y="2167247"/>
                      <a:pt x="919165" y="2161912"/>
                      <a:pt x="949646" y="2157340"/>
                    </a:cubicBezTo>
                    <a:cubicBezTo>
                      <a:pt x="953648" y="2156768"/>
                      <a:pt x="957266" y="2152768"/>
                      <a:pt x="960887" y="2150099"/>
                    </a:cubicBezTo>
                    <a:cubicBezTo>
                      <a:pt x="966411" y="2146099"/>
                      <a:pt x="971554" y="2140003"/>
                      <a:pt x="977653" y="2138480"/>
                    </a:cubicBezTo>
                    <a:cubicBezTo>
                      <a:pt x="1008894" y="2131049"/>
                      <a:pt x="1040327" y="2124763"/>
                      <a:pt x="1071762" y="2117905"/>
                    </a:cubicBezTo>
                    <a:cubicBezTo>
                      <a:pt x="1078810" y="2116380"/>
                      <a:pt x="1086048" y="2114476"/>
                      <a:pt x="1092527" y="2111428"/>
                    </a:cubicBezTo>
                    <a:cubicBezTo>
                      <a:pt x="1098623" y="2108570"/>
                      <a:pt x="1103767" y="2103616"/>
                      <a:pt x="1109865" y="2100568"/>
                    </a:cubicBezTo>
                    <a:cubicBezTo>
                      <a:pt x="1126437" y="2092378"/>
                      <a:pt x="1143394" y="2084757"/>
                      <a:pt x="1162823" y="2075613"/>
                    </a:cubicBezTo>
                    <a:cubicBezTo>
                      <a:pt x="1173681" y="2092757"/>
                      <a:pt x="1188354" y="2083041"/>
                      <a:pt x="1206641" y="2074851"/>
                    </a:cubicBezTo>
                    <a:cubicBezTo>
                      <a:pt x="1225310" y="2066468"/>
                      <a:pt x="1246837" y="2063801"/>
                      <a:pt x="1267411" y="2060753"/>
                    </a:cubicBezTo>
                    <a:cubicBezTo>
                      <a:pt x="1305132" y="2055228"/>
                      <a:pt x="1343044" y="2051799"/>
                      <a:pt x="1380762" y="2046847"/>
                    </a:cubicBezTo>
                    <a:cubicBezTo>
                      <a:pt x="1388765" y="2045703"/>
                      <a:pt x="1397909" y="2043608"/>
                      <a:pt x="1404006" y="2038844"/>
                    </a:cubicBezTo>
                    <a:cubicBezTo>
                      <a:pt x="1445725" y="2006839"/>
                      <a:pt x="1496403" y="1997887"/>
                      <a:pt x="1544598" y="2000932"/>
                    </a:cubicBezTo>
                    <a:cubicBezTo>
                      <a:pt x="1582510" y="2003220"/>
                      <a:pt x="1619658" y="2004935"/>
                      <a:pt x="1657188" y="2001697"/>
                    </a:cubicBezTo>
                    <a:cubicBezTo>
                      <a:pt x="1660046" y="2001505"/>
                      <a:pt x="1663856" y="2001887"/>
                      <a:pt x="1665950" y="2003411"/>
                    </a:cubicBezTo>
                    <a:cubicBezTo>
                      <a:pt x="1678904" y="2013507"/>
                      <a:pt x="1692431" y="2014269"/>
                      <a:pt x="1709006" y="2015983"/>
                    </a:cubicBezTo>
                    <a:cubicBezTo>
                      <a:pt x="1732439" y="2018461"/>
                      <a:pt x="1753965" y="2016745"/>
                      <a:pt x="1775684" y="2012555"/>
                    </a:cubicBezTo>
                    <a:cubicBezTo>
                      <a:pt x="1791496" y="2009507"/>
                      <a:pt x="1807497" y="2003220"/>
                      <a:pt x="1821596" y="1995218"/>
                    </a:cubicBezTo>
                    <a:cubicBezTo>
                      <a:pt x="1841216" y="1983978"/>
                      <a:pt x="1860079" y="1979597"/>
                      <a:pt x="1878748" y="1994457"/>
                    </a:cubicBezTo>
                    <a:cubicBezTo>
                      <a:pt x="1898940" y="2010269"/>
                      <a:pt x="1921800" y="2004745"/>
                      <a:pt x="1944092" y="2005315"/>
                    </a:cubicBezTo>
                    <a:cubicBezTo>
                      <a:pt x="1953806" y="2005507"/>
                      <a:pt x="1964094" y="2005124"/>
                      <a:pt x="1973429" y="2007601"/>
                    </a:cubicBezTo>
                    <a:cubicBezTo>
                      <a:pt x="2000479" y="2014651"/>
                      <a:pt x="2026581" y="2025320"/>
                      <a:pt x="2054013" y="2030082"/>
                    </a:cubicBezTo>
                    <a:cubicBezTo>
                      <a:pt x="2069254" y="2032747"/>
                      <a:pt x="2086208" y="2027986"/>
                      <a:pt x="2102021" y="2024557"/>
                    </a:cubicBezTo>
                    <a:cubicBezTo>
                      <a:pt x="2118023" y="2020937"/>
                      <a:pt x="2133834" y="2015413"/>
                      <a:pt x="2149267" y="2009697"/>
                    </a:cubicBezTo>
                    <a:cubicBezTo>
                      <a:pt x="2159743" y="2005887"/>
                      <a:pt x="2171173" y="2002267"/>
                      <a:pt x="2179556" y="1995409"/>
                    </a:cubicBezTo>
                    <a:cubicBezTo>
                      <a:pt x="2198608" y="1979788"/>
                      <a:pt x="2218229" y="1977120"/>
                      <a:pt x="2240710" y="1985312"/>
                    </a:cubicBezTo>
                    <a:cubicBezTo>
                      <a:pt x="2244137" y="1986647"/>
                      <a:pt x="2248138" y="1986647"/>
                      <a:pt x="2251948" y="1986836"/>
                    </a:cubicBezTo>
                    <a:cubicBezTo>
                      <a:pt x="2312915" y="1990836"/>
                      <a:pt x="2373874" y="1993314"/>
                      <a:pt x="2434456" y="1999410"/>
                    </a:cubicBezTo>
                    <a:cubicBezTo>
                      <a:pt x="2459029" y="2001887"/>
                      <a:pt x="2482652" y="2012745"/>
                      <a:pt x="2506847" y="2019603"/>
                    </a:cubicBezTo>
                    <a:cubicBezTo>
                      <a:pt x="2511800" y="2020937"/>
                      <a:pt x="2517327" y="2023033"/>
                      <a:pt x="2522279" y="2022080"/>
                    </a:cubicBezTo>
                    <a:cubicBezTo>
                      <a:pt x="2576191" y="2012555"/>
                      <a:pt x="2626677" y="2026461"/>
                      <a:pt x="2676398" y="2044751"/>
                    </a:cubicBezTo>
                    <a:cubicBezTo>
                      <a:pt x="2681540" y="2046656"/>
                      <a:pt x="2687827" y="2046084"/>
                      <a:pt x="2693543" y="2045703"/>
                    </a:cubicBezTo>
                    <a:cubicBezTo>
                      <a:pt x="2709548" y="2044370"/>
                      <a:pt x="2726882" y="2037701"/>
                      <a:pt x="2741360" y="2041701"/>
                    </a:cubicBezTo>
                    <a:cubicBezTo>
                      <a:pt x="2779842" y="2052753"/>
                      <a:pt x="2817943" y="2066087"/>
                      <a:pt x="2854140" y="2082851"/>
                    </a:cubicBezTo>
                    <a:cubicBezTo>
                      <a:pt x="2890910" y="2099805"/>
                      <a:pt x="2925008" y="2114095"/>
                      <a:pt x="2967110" y="2096949"/>
                    </a:cubicBezTo>
                    <a:cubicBezTo>
                      <a:pt x="2985016" y="2089709"/>
                      <a:pt x="3008639" y="2094853"/>
                      <a:pt x="3029216" y="2096757"/>
                    </a:cubicBezTo>
                    <a:cubicBezTo>
                      <a:pt x="3044264" y="2098282"/>
                      <a:pt x="3058743" y="2106856"/>
                      <a:pt x="3073604" y="2106856"/>
                    </a:cubicBezTo>
                    <a:cubicBezTo>
                      <a:pt x="3113231" y="2106856"/>
                      <a:pt x="3148472" y="2116953"/>
                      <a:pt x="3182763" y="2137527"/>
                    </a:cubicBezTo>
                    <a:cubicBezTo>
                      <a:pt x="3196102" y="2145528"/>
                      <a:pt x="3216867" y="2140193"/>
                      <a:pt x="3234202" y="2142289"/>
                    </a:cubicBezTo>
                    <a:cubicBezTo>
                      <a:pt x="3252492" y="2144765"/>
                      <a:pt x="3271348" y="2147051"/>
                      <a:pt x="3288877" y="2152578"/>
                    </a:cubicBezTo>
                    <a:cubicBezTo>
                      <a:pt x="3334216" y="2167056"/>
                      <a:pt x="3378986" y="2183439"/>
                      <a:pt x="3424135" y="2198680"/>
                    </a:cubicBezTo>
                    <a:cubicBezTo>
                      <a:pt x="3461282" y="2211253"/>
                      <a:pt x="3497862" y="2201347"/>
                      <a:pt x="3534629" y="2196013"/>
                    </a:cubicBezTo>
                    <a:cubicBezTo>
                      <a:pt x="3557682" y="2192583"/>
                      <a:pt x="3579206" y="2184391"/>
                      <a:pt x="3605116" y="2196583"/>
                    </a:cubicBezTo>
                    <a:cubicBezTo>
                      <a:pt x="3629882" y="2208205"/>
                      <a:pt x="3661315" y="2205537"/>
                      <a:pt x="3689131" y="2211824"/>
                    </a:cubicBezTo>
                    <a:cubicBezTo>
                      <a:pt x="3712565" y="2217157"/>
                      <a:pt x="3735231" y="2225732"/>
                      <a:pt x="3757902" y="2234114"/>
                    </a:cubicBezTo>
                    <a:cubicBezTo>
                      <a:pt x="3788766" y="2245545"/>
                      <a:pt x="3819245" y="2257545"/>
                      <a:pt x="3852966" y="2251831"/>
                    </a:cubicBezTo>
                    <a:cubicBezTo>
                      <a:pt x="3891259" y="2245353"/>
                      <a:pt x="3917546" y="2269738"/>
                      <a:pt x="3947648" y="2285932"/>
                    </a:cubicBezTo>
                    <a:cubicBezTo>
                      <a:pt x="3968414" y="2296980"/>
                      <a:pt x="3991083" y="2305172"/>
                      <a:pt x="4013753" y="2312031"/>
                    </a:cubicBezTo>
                    <a:cubicBezTo>
                      <a:pt x="4044043" y="2320985"/>
                      <a:pt x="4075285" y="2326320"/>
                      <a:pt x="4105766" y="2335082"/>
                    </a:cubicBezTo>
                    <a:cubicBezTo>
                      <a:pt x="4151870" y="2348226"/>
                      <a:pt x="4198546" y="2358514"/>
                      <a:pt x="4246551" y="2351274"/>
                    </a:cubicBezTo>
                    <a:cubicBezTo>
                      <a:pt x="4268649" y="2348036"/>
                      <a:pt x="4289227" y="2348226"/>
                      <a:pt x="4311323" y="2352991"/>
                    </a:cubicBezTo>
                    <a:cubicBezTo>
                      <a:pt x="4347518" y="2360801"/>
                      <a:pt x="4384668" y="2361753"/>
                      <a:pt x="4413817" y="2390899"/>
                    </a:cubicBezTo>
                    <a:cubicBezTo>
                      <a:pt x="4424104" y="2401188"/>
                      <a:pt x="4442581" y="2403853"/>
                      <a:pt x="4457632" y="2409188"/>
                    </a:cubicBezTo>
                    <a:cubicBezTo>
                      <a:pt x="4474969" y="2415476"/>
                      <a:pt x="4487731" y="2412236"/>
                      <a:pt x="4497068" y="2393947"/>
                    </a:cubicBezTo>
                    <a:cubicBezTo>
                      <a:pt x="4501257" y="2385757"/>
                      <a:pt x="4513260" y="2377755"/>
                      <a:pt x="4522596" y="2376421"/>
                    </a:cubicBezTo>
                    <a:cubicBezTo>
                      <a:pt x="4550599" y="2372421"/>
                      <a:pt x="4576318" y="2378327"/>
                      <a:pt x="4603368" y="2391282"/>
                    </a:cubicBezTo>
                    <a:cubicBezTo>
                      <a:pt x="4628705" y="2403474"/>
                      <a:pt x="4660331" y="2402140"/>
                      <a:pt x="4689098" y="2406903"/>
                    </a:cubicBezTo>
                    <a:cubicBezTo>
                      <a:pt x="4699289" y="2408618"/>
                      <a:pt x="4709482" y="2411237"/>
                      <a:pt x="4719697" y="2413428"/>
                    </a:cubicBezTo>
                    <a:lnTo>
                      <a:pt x="4726469" y="2414298"/>
                    </a:lnTo>
                    <a:lnTo>
                      <a:pt x="4785776" y="2414298"/>
                    </a:lnTo>
                    <a:lnTo>
                      <a:pt x="4788661" y="2414047"/>
                    </a:lnTo>
                    <a:cubicBezTo>
                      <a:pt x="4801401" y="2412237"/>
                      <a:pt x="4814166" y="2410142"/>
                      <a:pt x="4827024" y="2408999"/>
                    </a:cubicBezTo>
                    <a:cubicBezTo>
                      <a:pt x="4847027" y="2407095"/>
                      <a:pt x="4867412" y="2407856"/>
                      <a:pt x="4887415" y="2405570"/>
                    </a:cubicBezTo>
                    <a:cubicBezTo>
                      <a:pt x="4903799" y="2403853"/>
                      <a:pt x="4919991" y="2399474"/>
                      <a:pt x="4936184" y="2395853"/>
                    </a:cubicBezTo>
                    <a:cubicBezTo>
                      <a:pt x="4942089" y="2394520"/>
                      <a:pt x="4947996" y="2389376"/>
                      <a:pt x="4953328" y="2390138"/>
                    </a:cubicBezTo>
                    <a:cubicBezTo>
                      <a:pt x="5006292" y="2398330"/>
                      <a:pt x="5044391" y="2361753"/>
                      <a:pt x="5089162" y="2345560"/>
                    </a:cubicBezTo>
                    <a:cubicBezTo>
                      <a:pt x="5136216" y="2328413"/>
                      <a:pt x="5181748" y="2302124"/>
                      <a:pt x="5234326" y="2309935"/>
                    </a:cubicBezTo>
                    <a:cubicBezTo>
                      <a:pt x="5266141" y="2314697"/>
                      <a:pt x="5296812" y="2325747"/>
                      <a:pt x="5328438" y="2332416"/>
                    </a:cubicBezTo>
                    <a:cubicBezTo>
                      <a:pt x="5339677" y="2334701"/>
                      <a:pt x="5352250" y="2334320"/>
                      <a:pt x="5363491" y="2332034"/>
                    </a:cubicBezTo>
                    <a:cubicBezTo>
                      <a:pt x="5417784" y="2321555"/>
                      <a:pt x="5471316" y="2320032"/>
                      <a:pt x="5524660" y="2337178"/>
                    </a:cubicBezTo>
                    <a:cubicBezTo>
                      <a:pt x="5533802" y="2340036"/>
                      <a:pt x="5543518" y="2342701"/>
                      <a:pt x="5553045" y="2342701"/>
                    </a:cubicBezTo>
                    <a:cubicBezTo>
                      <a:pt x="5605244" y="2342701"/>
                      <a:pt x="5656488" y="2338701"/>
                      <a:pt x="5706401" y="2320032"/>
                    </a:cubicBezTo>
                    <a:cubicBezTo>
                      <a:pt x="5723166" y="2313745"/>
                      <a:pt x="5743551" y="2317745"/>
                      <a:pt x="5762029" y="2316221"/>
                    </a:cubicBezTo>
                    <a:cubicBezTo>
                      <a:pt x="5779174" y="2314889"/>
                      <a:pt x="5796702" y="2314317"/>
                      <a:pt x="5813276" y="2309935"/>
                    </a:cubicBezTo>
                    <a:cubicBezTo>
                      <a:pt x="5837472" y="2303459"/>
                      <a:pt x="5859949" y="2302697"/>
                      <a:pt x="5884906" y="2308411"/>
                    </a:cubicBezTo>
                    <a:cubicBezTo>
                      <a:pt x="5908719" y="2313745"/>
                      <a:pt x="5934438" y="2311079"/>
                      <a:pt x="5959204" y="2311269"/>
                    </a:cubicBezTo>
                    <a:cubicBezTo>
                      <a:pt x="5986828" y="2311459"/>
                      <a:pt x="6014449" y="2311649"/>
                      <a:pt x="6042072" y="2310697"/>
                    </a:cubicBezTo>
                    <a:cubicBezTo>
                      <a:pt x="6053124" y="2310317"/>
                      <a:pt x="6065695" y="2302697"/>
                      <a:pt x="6074842" y="2305745"/>
                    </a:cubicBezTo>
                    <a:cubicBezTo>
                      <a:pt x="6104368" y="2316031"/>
                      <a:pt x="6133897" y="2303649"/>
                      <a:pt x="6163425" y="2309172"/>
                    </a:cubicBezTo>
                    <a:cubicBezTo>
                      <a:pt x="6177905" y="2312031"/>
                      <a:pt x="6194288" y="2304220"/>
                      <a:pt x="6209909" y="2303459"/>
                    </a:cubicBezTo>
                    <a:cubicBezTo>
                      <a:pt x="6235437" y="2302124"/>
                      <a:pt x="6260964" y="2302697"/>
                      <a:pt x="6286493" y="2302315"/>
                    </a:cubicBezTo>
                    <a:cubicBezTo>
                      <a:pt x="6294876" y="2302124"/>
                      <a:pt x="6303068" y="2301362"/>
                      <a:pt x="6311449" y="2300980"/>
                    </a:cubicBezTo>
                    <a:cubicBezTo>
                      <a:pt x="6318880" y="2300601"/>
                      <a:pt x="6326691" y="2298887"/>
                      <a:pt x="6333739" y="2300218"/>
                    </a:cubicBezTo>
                    <a:cubicBezTo>
                      <a:pt x="6359268" y="2304983"/>
                      <a:pt x="6384414" y="2312793"/>
                      <a:pt x="6410131" y="2315841"/>
                    </a:cubicBezTo>
                    <a:cubicBezTo>
                      <a:pt x="6432420" y="2318507"/>
                      <a:pt x="6455472" y="2314889"/>
                      <a:pt x="6477951" y="2316793"/>
                    </a:cubicBezTo>
                    <a:cubicBezTo>
                      <a:pt x="6517576" y="2320032"/>
                      <a:pt x="6557201" y="2325747"/>
                      <a:pt x="6596828" y="2329368"/>
                    </a:cubicBezTo>
                    <a:cubicBezTo>
                      <a:pt x="6605401" y="2330130"/>
                      <a:pt x="6614353" y="2325365"/>
                      <a:pt x="6623118" y="2324985"/>
                    </a:cubicBezTo>
                    <a:cubicBezTo>
                      <a:pt x="6650551" y="2324033"/>
                      <a:pt x="6677984" y="2323841"/>
                      <a:pt x="6705417" y="2323272"/>
                    </a:cubicBezTo>
                    <a:cubicBezTo>
                      <a:pt x="6721038" y="2323080"/>
                      <a:pt x="6736851" y="2323651"/>
                      <a:pt x="6752283" y="2321937"/>
                    </a:cubicBezTo>
                    <a:cubicBezTo>
                      <a:pt x="6772665" y="2319651"/>
                      <a:pt x="6791144" y="2316221"/>
                      <a:pt x="6810195" y="2331082"/>
                    </a:cubicBezTo>
                    <a:cubicBezTo>
                      <a:pt x="6839534" y="2354132"/>
                      <a:pt x="6876872" y="2345178"/>
                      <a:pt x="6910782" y="2350512"/>
                    </a:cubicBezTo>
                    <a:cubicBezTo>
                      <a:pt x="6919547" y="2351847"/>
                      <a:pt x="6928501" y="2352036"/>
                      <a:pt x="6937263" y="2353561"/>
                    </a:cubicBezTo>
                    <a:cubicBezTo>
                      <a:pt x="6953457" y="2356418"/>
                      <a:pt x="6969457" y="2359657"/>
                      <a:pt x="6985653" y="2362897"/>
                    </a:cubicBezTo>
                    <a:cubicBezTo>
                      <a:pt x="6988509" y="2363467"/>
                      <a:pt x="6991747" y="2363659"/>
                      <a:pt x="6994415" y="2364611"/>
                    </a:cubicBezTo>
                    <a:cubicBezTo>
                      <a:pt x="7018991" y="2372611"/>
                      <a:pt x="7043184" y="2381755"/>
                      <a:pt x="7068141" y="2388234"/>
                    </a:cubicBezTo>
                    <a:cubicBezTo>
                      <a:pt x="7080334" y="2391472"/>
                      <a:pt x="7093860" y="2391853"/>
                      <a:pt x="7106432" y="2390138"/>
                    </a:cubicBezTo>
                    <a:cubicBezTo>
                      <a:pt x="7143199" y="2385185"/>
                      <a:pt x="7179587" y="2383089"/>
                      <a:pt x="7216547" y="2390330"/>
                    </a:cubicBezTo>
                    <a:cubicBezTo>
                      <a:pt x="7231214" y="2393186"/>
                      <a:pt x="7247599" y="2388424"/>
                      <a:pt x="7263220" y="2386709"/>
                    </a:cubicBezTo>
                    <a:cubicBezTo>
                      <a:pt x="7300559" y="2382137"/>
                      <a:pt x="7337899" y="2377183"/>
                      <a:pt x="7375428" y="2372803"/>
                    </a:cubicBezTo>
                    <a:cubicBezTo>
                      <a:pt x="7398860" y="2370135"/>
                      <a:pt x="7422483" y="2368611"/>
                      <a:pt x="7445916" y="2365945"/>
                    </a:cubicBezTo>
                    <a:cubicBezTo>
                      <a:pt x="7472967" y="2362705"/>
                      <a:pt x="7499828" y="2357753"/>
                      <a:pt x="7526880" y="2355084"/>
                    </a:cubicBezTo>
                    <a:cubicBezTo>
                      <a:pt x="7557742" y="2352036"/>
                      <a:pt x="7588795" y="2351466"/>
                      <a:pt x="7619655" y="2348226"/>
                    </a:cubicBezTo>
                    <a:cubicBezTo>
                      <a:pt x="7676047" y="2341940"/>
                      <a:pt x="7732247" y="2334509"/>
                      <a:pt x="7788636" y="2327461"/>
                    </a:cubicBezTo>
                    <a:cubicBezTo>
                      <a:pt x="7843311" y="2320603"/>
                      <a:pt x="7897987" y="2314507"/>
                      <a:pt x="7952280" y="2305935"/>
                    </a:cubicBezTo>
                    <a:cubicBezTo>
                      <a:pt x="7975142" y="2302315"/>
                      <a:pt x="7996859" y="2292408"/>
                      <a:pt x="8019339" y="2286884"/>
                    </a:cubicBezTo>
                    <a:cubicBezTo>
                      <a:pt x="8058774" y="2277357"/>
                      <a:pt x="8098590" y="2269357"/>
                      <a:pt x="8137835" y="2259832"/>
                    </a:cubicBezTo>
                    <a:cubicBezTo>
                      <a:pt x="8155359" y="2255641"/>
                      <a:pt x="8172124" y="2248593"/>
                      <a:pt x="8189651" y="2243639"/>
                    </a:cubicBezTo>
                    <a:cubicBezTo>
                      <a:pt x="8230992" y="2232208"/>
                      <a:pt x="8272903" y="2222874"/>
                      <a:pt x="8313671" y="2209920"/>
                    </a:cubicBezTo>
                    <a:cubicBezTo>
                      <a:pt x="8362822" y="2194297"/>
                      <a:pt x="8411019" y="2175439"/>
                      <a:pt x="8459979" y="2158864"/>
                    </a:cubicBezTo>
                    <a:cubicBezTo>
                      <a:pt x="8478269" y="2152578"/>
                      <a:pt x="8497511" y="2148957"/>
                      <a:pt x="8516369" y="2144003"/>
                    </a:cubicBezTo>
                    <a:cubicBezTo>
                      <a:pt x="8563425" y="2131431"/>
                      <a:pt x="8610288" y="2118095"/>
                      <a:pt x="8657726" y="2106284"/>
                    </a:cubicBezTo>
                    <a:cubicBezTo>
                      <a:pt x="8675253" y="2101901"/>
                      <a:pt x="8693731" y="2102284"/>
                      <a:pt x="8711448" y="2098664"/>
                    </a:cubicBezTo>
                    <a:cubicBezTo>
                      <a:pt x="8732023" y="2094472"/>
                      <a:pt x="8752407" y="2089138"/>
                      <a:pt x="8772219" y="2082280"/>
                    </a:cubicBezTo>
                    <a:cubicBezTo>
                      <a:pt x="8796985" y="2073707"/>
                      <a:pt x="8820990" y="2062659"/>
                      <a:pt x="8845565" y="2053705"/>
                    </a:cubicBezTo>
                    <a:cubicBezTo>
                      <a:pt x="8886142" y="2039034"/>
                      <a:pt x="8926911" y="2024557"/>
                      <a:pt x="8967871" y="2011221"/>
                    </a:cubicBezTo>
                    <a:cubicBezTo>
                      <a:pt x="8983301" y="2006268"/>
                      <a:pt x="9000257" y="2005697"/>
                      <a:pt x="9015878" y="2001124"/>
                    </a:cubicBezTo>
                    <a:cubicBezTo>
                      <a:pt x="9088840" y="1979597"/>
                      <a:pt x="9161805" y="1957880"/>
                      <a:pt x="9234579" y="1935209"/>
                    </a:cubicBezTo>
                    <a:cubicBezTo>
                      <a:pt x="9272298" y="1923399"/>
                      <a:pt x="9308875" y="1908538"/>
                      <a:pt x="9346597" y="1896917"/>
                    </a:cubicBezTo>
                    <a:cubicBezTo>
                      <a:pt x="9369267" y="1889869"/>
                      <a:pt x="9393650" y="1887773"/>
                      <a:pt x="9416321" y="1880724"/>
                    </a:cubicBezTo>
                    <a:cubicBezTo>
                      <a:pt x="9437278" y="1874247"/>
                      <a:pt x="9456709" y="1863578"/>
                      <a:pt x="9477283" y="1856149"/>
                    </a:cubicBezTo>
                    <a:cubicBezTo>
                      <a:pt x="9540152" y="1833097"/>
                      <a:pt x="9603971" y="1811953"/>
                      <a:pt x="9666265" y="1787186"/>
                    </a:cubicBezTo>
                    <a:cubicBezTo>
                      <a:pt x="9696749" y="1775183"/>
                      <a:pt x="9725323" y="1757849"/>
                      <a:pt x="9754088" y="1741464"/>
                    </a:cubicBezTo>
                    <a:cubicBezTo>
                      <a:pt x="9802858" y="1713841"/>
                      <a:pt x="9850865" y="1685074"/>
                      <a:pt x="9899446" y="1656880"/>
                    </a:cubicBezTo>
                    <a:cubicBezTo>
                      <a:pt x="9935832" y="1635924"/>
                      <a:pt x="9968027" y="1611347"/>
                      <a:pt x="9993175" y="1576487"/>
                    </a:cubicBezTo>
                    <a:cubicBezTo>
                      <a:pt x="10004797" y="1560484"/>
                      <a:pt x="10024990" y="1546768"/>
                      <a:pt x="10044230" y="1540480"/>
                    </a:cubicBezTo>
                    <a:cubicBezTo>
                      <a:pt x="10078713" y="1529241"/>
                      <a:pt x="10104430" y="1507522"/>
                      <a:pt x="10131863" y="1485613"/>
                    </a:cubicBezTo>
                    <a:cubicBezTo>
                      <a:pt x="10166536" y="1457801"/>
                      <a:pt x="10203304" y="1431509"/>
                      <a:pt x="10242357" y="1410555"/>
                    </a:cubicBezTo>
                    <a:cubicBezTo>
                      <a:pt x="10280840" y="1389980"/>
                      <a:pt x="10324086" y="1378549"/>
                      <a:pt x="10363709" y="1359499"/>
                    </a:cubicBezTo>
                    <a:cubicBezTo>
                      <a:pt x="10386952" y="1348259"/>
                      <a:pt x="10407146" y="1330353"/>
                      <a:pt x="10428291" y="1314920"/>
                    </a:cubicBezTo>
                    <a:cubicBezTo>
                      <a:pt x="10449438" y="1299489"/>
                      <a:pt x="10470394" y="1283486"/>
                      <a:pt x="10490969" y="1267104"/>
                    </a:cubicBezTo>
                    <a:cubicBezTo>
                      <a:pt x="10502208" y="1258149"/>
                      <a:pt x="10511734" y="1246909"/>
                      <a:pt x="10523354" y="1238337"/>
                    </a:cubicBezTo>
                    <a:cubicBezTo>
                      <a:pt x="10545263" y="1222334"/>
                      <a:pt x="10569075" y="1208808"/>
                      <a:pt x="10590031" y="1191664"/>
                    </a:cubicBezTo>
                    <a:cubicBezTo>
                      <a:pt x="10610225" y="1175089"/>
                      <a:pt x="10633467" y="1166707"/>
                      <a:pt x="10656519" y="1156038"/>
                    </a:cubicBezTo>
                    <a:cubicBezTo>
                      <a:pt x="10674046" y="1148036"/>
                      <a:pt x="10686617" y="1130320"/>
                      <a:pt x="10703573" y="1120603"/>
                    </a:cubicBezTo>
                    <a:cubicBezTo>
                      <a:pt x="10727767" y="1106697"/>
                      <a:pt x="10746246" y="1089553"/>
                      <a:pt x="10764534" y="1067643"/>
                    </a:cubicBezTo>
                    <a:cubicBezTo>
                      <a:pt x="10785111" y="1043068"/>
                      <a:pt x="10820162" y="1029732"/>
                      <a:pt x="10850453" y="1014301"/>
                    </a:cubicBezTo>
                    <a:cubicBezTo>
                      <a:pt x="10876171" y="1001157"/>
                      <a:pt x="10906081" y="995632"/>
                      <a:pt x="10929704" y="980201"/>
                    </a:cubicBezTo>
                    <a:cubicBezTo>
                      <a:pt x="10946279" y="969342"/>
                      <a:pt x="10958661" y="948957"/>
                      <a:pt x="10967423" y="930289"/>
                    </a:cubicBezTo>
                    <a:cubicBezTo>
                      <a:pt x="10987046" y="887995"/>
                      <a:pt x="11021146" y="861897"/>
                      <a:pt x="11058869" y="838084"/>
                    </a:cubicBezTo>
                    <a:cubicBezTo>
                      <a:pt x="11097350" y="813699"/>
                      <a:pt x="11133927" y="786836"/>
                      <a:pt x="11172600" y="762834"/>
                    </a:cubicBezTo>
                    <a:cubicBezTo>
                      <a:pt x="11211843" y="738638"/>
                      <a:pt x="11243658" y="706443"/>
                      <a:pt x="11275283" y="673676"/>
                    </a:cubicBezTo>
                    <a:cubicBezTo>
                      <a:pt x="11288238" y="660150"/>
                      <a:pt x="11305192" y="650434"/>
                      <a:pt x="11320623" y="639195"/>
                    </a:cubicBezTo>
                    <a:cubicBezTo>
                      <a:pt x="11338339" y="626241"/>
                      <a:pt x="11355296" y="611953"/>
                      <a:pt x="11374346" y="601664"/>
                    </a:cubicBezTo>
                    <a:cubicBezTo>
                      <a:pt x="11398160" y="588709"/>
                      <a:pt x="11424069" y="579757"/>
                      <a:pt x="11448453" y="567755"/>
                    </a:cubicBezTo>
                    <a:cubicBezTo>
                      <a:pt x="11476838" y="553657"/>
                      <a:pt x="11505795" y="539750"/>
                      <a:pt x="11532275" y="522605"/>
                    </a:cubicBezTo>
                    <a:cubicBezTo>
                      <a:pt x="11545039" y="514413"/>
                      <a:pt x="11553613" y="499363"/>
                      <a:pt x="11562947" y="486598"/>
                    </a:cubicBezTo>
                    <a:cubicBezTo>
                      <a:pt x="11599714" y="436305"/>
                      <a:pt x="11635529" y="385441"/>
                      <a:pt x="11672489" y="335337"/>
                    </a:cubicBezTo>
                    <a:cubicBezTo>
                      <a:pt x="11712304" y="281424"/>
                      <a:pt x="11763931" y="241608"/>
                      <a:pt x="11821656" y="207889"/>
                    </a:cubicBezTo>
                    <a:cubicBezTo>
                      <a:pt x="11877664" y="175312"/>
                      <a:pt x="11931195" y="138734"/>
                      <a:pt x="11986443" y="104824"/>
                    </a:cubicBezTo>
                    <a:cubicBezTo>
                      <a:pt x="11998443" y="97395"/>
                      <a:pt x="12013114" y="94347"/>
                      <a:pt x="12026448" y="88821"/>
                    </a:cubicBezTo>
                    <a:cubicBezTo>
                      <a:pt x="12072360" y="69580"/>
                      <a:pt x="12118083" y="50147"/>
                      <a:pt x="12160947" y="28621"/>
                    </a:cubicBezTo>
                    <a:lnTo>
                      <a:pt x="12192000" y="0"/>
                    </a:lnTo>
                    <a:close/>
                  </a:path>
                </a:pathLst>
              </a:custGeom>
              <a:solidFill>
                <a:schemeClr val="bg1">
                  <a:alpha val="14000"/>
                </a:scheme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05148B0F-801C-45A1-80C1-EEC25A22A7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544" y="3296011"/>
              <a:ext cx="12191456" cy="2849975"/>
              <a:chOff x="544" y="3296011"/>
              <a:chExt cx="12191456" cy="2849975"/>
            </a:xfrm>
          </p:grpSpPr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E7715ED9-C8CE-4651-82AA-1C4B5F14A03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44" y="3296011"/>
                <a:ext cx="12191456" cy="2849975"/>
              </a:xfrm>
              <a:custGeom>
                <a:avLst/>
                <a:gdLst>
                  <a:gd name="connsiteX0" fmla="*/ 6095524 w 6095524"/>
                  <a:gd name="connsiteY0" fmla="*/ 0 h 1424940"/>
                  <a:gd name="connsiteX1" fmla="*/ 6095524 w 6095524"/>
                  <a:gd name="connsiteY1" fmla="*/ 17431 h 1424940"/>
                  <a:gd name="connsiteX2" fmla="*/ 6095524 w 6095524"/>
                  <a:gd name="connsiteY2" fmla="*/ 216290 h 1424940"/>
                  <a:gd name="connsiteX3" fmla="*/ 6079998 w 6095524"/>
                  <a:gd name="connsiteY3" fmla="*/ 230600 h 1424940"/>
                  <a:gd name="connsiteX4" fmla="*/ 6012751 w 6095524"/>
                  <a:gd name="connsiteY4" fmla="*/ 260699 h 1424940"/>
                  <a:gd name="connsiteX5" fmla="*/ 5992749 w 6095524"/>
                  <a:gd name="connsiteY5" fmla="*/ 268700 h 1424940"/>
                  <a:gd name="connsiteX6" fmla="*/ 5910358 w 6095524"/>
                  <a:gd name="connsiteY6" fmla="*/ 320231 h 1424940"/>
                  <a:gd name="connsiteX7" fmla="*/ 5835777 w 6095524"/>
                  <a:gd name="connsiteY7" fmla="*/ 383953 h 1424940"/>
                  <a:gd name="connsiteX8" fmla="*/ 5781008 w 6095524"/>
                  <a:gd name="connsiteY8" fmla="*/ 459581 h 1424940"/>
                  <a:gd name="connsiteX9" fmla="*/ 5765673 w 6095524"/>
                  <a:gd name="connsiteY9" fmla="*/ 477584 h 1424940"/>
                  <a:gd name="connsiteX10" fmla="*/ 5723763 w 6095524"/>
                  <a:gd name="connsiteY10" fmla="*/ 500158 h 1424940"/>
                  <a:gd name="connsiteX11" fmla="*/ 5686711 w 6095524"/>
                  <a:gd name="connsiteY11" fmla="*/ 517112 h 1424940"/>
                  <a:gd name="connsiteX12" fmla="*/ 5659850 w 6095524"/>
                  <a:gd name="connsiteY12" fmla="*/ 535877 h 1424940"/>
                  <a:gd name="connsiteX13" fmla="*/ 5637181 w 6095524"/>
                  <a:gd name="connsiteY13" fmla="*/ 553117 h 1424940"/>
                  <a:gd name="connsiteX14" fmla="*/ 5585841 w 6095524"/>
                  <a:gd name="connsiteY14" fmla="*/ 597694 h 1424940"/>
                  <a:gd name="connsiteX15" fmla="*/ 5528977 w 6095524"/>
                  <a:gd name="connsiteY15" fmla="*/ 635318 h 1424940"/>
                  <a:gd name="connsiteX16" fmla="*/ 5483256 w 6095524"/>
                  <a:gd name="connsiteY16" fmla="*/ 681419 h 1424940"/>
                  <a:gd name="connsiteX17" fmla="*/ 5464397 w 6095524"/>
                  <a:gd name="connsiteY17" fmla="*/ 706374 h 1424940"/>
                  <a:gd name="connsiteX18" fmla="*/ 5424773 w 6095524"/>
                  <a:gd name="connsiteY18" fmla="*/ 723424 h 1424940"/>
                  <a:gd name="connsiteX19" fmla="*/ 5381815 w 6095524"/>
                  <a:gd name="connsiteY19" fmla="*/ 750094 h 1424940"/>
                  <a:gd name="connsiteX20" fmla="*/ 5351335 w 6095524"/>
                  <a:gd name="connsiteY20" fmla="*/ 776573 h 1424940"/>
                  <a:gd name="connsiteX21" fmla="*/ 5327809 w 6095524"/>
                  <a:gd name="connsiteY21" fmla="*/ 794290 h 1424940"/>
                  <a:gd name="connsiteX22" fmla="*/ 5294566 w 6095524"/>
                  <a:gd name="connsiteY22" fmla="*/ 812102 h 1424940"/>
                  <a:gd name="connsiteX23" fmla="*/ 5261229 w 6095524"/>
                  <a:gd name="connsiteY23" fmla="*/ 835438 h 1424940"/>
                  <a:gd name="connsiteX24" fmla="*/ 5245037 w 6095524"/>
                  <a:gd name="connsiteY24" fmla="*/ 849821 h 1424940"/>
                  <a:gd name="connsiteX25" fmla="*/ 5213699 w 6095524"/>
                  <a:gd name="connsiteY25" fmla="*/ 873728 h 1424940"/>
                  <a:gd name="connsiteX26" fmla="*/ 5181409 w 6095524"/>
                  <a:gd name="connsiteY26" fmla="*/ 896017 h 1424940"/>
                  <a:gd name="connsiteX27" fmla="*/ 5120735 w 6095524"/>
                  <a:gd name="connsiteY27" fmla="*/ 921544 h 1424940"/>
                  <a:gd name="connsiteX28" fmla="*/ 5065490 w 6095524"/>
                  <a:gd name="connsiteY28" fmla="*/ 959072 h 1424940"/>
                  <a:gd name="connsiteX29" fmla="*/ 5021675 w 6095524"/>
                  <a:gd name="connsiteY29" fmla="*/ 986504 h 1424940"/>
                  <a:gd name="connsiteX30" fmla="*/ 4996148 w 6095524"/>
                  <a:gd name="connsiteY30" fmla="*/ 1004507 h 1424940"/>
                  <a:gd name="connsiteX31" fmla="*/ 4949285 w 6095524"/>
                  <a:gd name="connsiteY31" fmla="*/ 1044702 h 1424940"/>
                  <a:gd name="connsiteX32" fmla="*/ 4876609 w 6095524"/>
                  <a:gd name="connsiteY32" fmla="*/ 1086993 h 1424940"/>
                  <a:gd name="connsiteX33" fmla="*/ 4832699 w 6095524"/>
                  <a:gd name="connsiteY33" fmla="*/ 1109853 h 1424940"/>
                  <a:gd name="connsiteX34" fmla="*/ 4738211 w 6095524"/>
                  <a:gd name="connsiteY34" fmla="*/ 1144334 h 1424940"/>
                  <a:gd name="connsiteX35" fmla="*/ 4707731 w 6095524"/>
                  <a:gd name="connsiteY35" fmla="*/ 1156621 h 1424940"/>
                  <a:gd name="connsiteX36" fmla="*/ 4672870 w 6095524"/>
                  <a:gd name="connsiteY36" fmla="*/ 1164717 h 1424940"/>
                  <a:gd name="connsiteX37" fmla="*/ 4616863 w 6095524"/>
                  <a:gd name="connsiteY37" fmla="*/ 1183862 h 1424940"/>
                  <a:gd name="connsiteX38" fmla="*/ 4507516 w 6095524"/>
                  <a:gd name="connsiteY38" fmla="*/ 1216819 h 1424940"/>
                  <a:gd name="connsiteX39" fmla="*/ 4483513 w 6095524"/>
                  <a:gd name="connsiteY39" fmla="*/ 1221867 h 1424940"/>
                  <a:gd name="connsiteX40" fmla="*/ 4422362 w 6095524"/>
                  <a:gd name="connsiteY40" fmla="*/ 1243108 h 1424940"/>
                  <a:gd name="connsiteX41" fmla="*/ 4385691 w 6095524"/>
                  <a:gd name="connsiteY41" fmla="*/ 1257395 h 1424940"/>
                  <a:gd name="connsiteX42" fmla="*/ 4355306 w 6095524"/>
                  <a:gd name="connsiteY42" fmla="*/ 1265587 h 1424940"/>
                  <a:gd name="connsiteX43" fmla="*/ 4328446 w 6095524"/>
                  <a:gd name="connsiteY43" fmla="*/ 1269397 h 1424940"/>
                  <a:gd name="connsiteX44" fmla="*/ 4257770 w 6095524"/>
                  <a:gd name="connsiteY44" fmla="*/ 1288256 h 1424940"/>
                  <a:gd name="connsiteX45" fmla="*/ 4229576 w 6095524"/>
                  <a:gd name="connsiteY45" fmla="*/ 1295686 h 1424940"/>
                  <a:gd name="connsiteX46" fmla="*/ 4156424 w 6095524"/>
                  <a:gd name="connsiteY46" fmla="*/ 1321213 h 1424940"/>
                  <a:gd name="connsiteX47" fmla="*/ 4094416 w 6095524"/>
                  <a:gd name="connsiteY47" fmla="*/ 1338072 h 1424940"/>
                  <a:gd name="connsiteX48" fmla="*/ 4068509 w 6095524"/>
                  <a:gd name="connsiteY48" fmla="*/ 1346168 h 1424940"/>
                  <a:gd name="connsiteX49" fmla="*/ 4009263 w 6095524"/>
                  <a:gd name="connsiteY49" fmla="*/ 1359694 h 1424940"/>
                  <a:gd name="connsiteX50" fmla="*/ 3975735 w 6095524"/>
                  <a:gd name="connsiteY50" fmla="*/ 1369219 h 1424940"/>
                  <a:gd name="connsiteX51" fmla="*/ 3893915 w 6095524"/>
                  <a:gd name="connsiteY51" fmla="*/ 1379982 h 1424940"/>
                  <a:gd name="connsiteX52" fmla="*/ 3809428 w 6095524"/>
                  <a:gd name="connsiteY52" fmla="*/ 1390364 h 1424940"/>
                  <a:gd name="connsiteX53" fmla="*/ 3763042 w 6095524"/>
                  <a:gd name="connsiteY53" fmla="*/ 1393793 h 1424940"/>
                  <a:gd name="connsiteX54" fmla="*/ 3722561 w 6095524"/>
                  <a:gd name="connsiteY54" fmla="*/ 1399223 h 1424940"/>
                  <a:gd name="connsiteX55" fmla="*/ 3687318 w 6095524"/>
                  <a:gd name="connsiteY55" fmla="*/ 1402652 h 1424940"/>
                  <a:gd name="connsiteX56" fmla="*/ 3631216 w 6095524"/>
                  <a:gd name="connsiteY56" fmla="*/ 1409605 h 1424940"/>
                  <a:gd name="connsiteX57" fmla="*/ 3607880 w 6095524"/>
                  <a:gd name="connsiteY57" fmla="*/ 1411415 h 1424940"/>
                  <a:gd name="connsiteX58" fmla="*/ 3552825 w 6095524"/>
                  <a:gd name="connsiteY58" fmla="*/ 1411319 h 1424940"/>
                  <a:gd name="connsiteX59" fmla="*/ 3533680 w 6095524"/>
                  <a:gd name="connsiteY59" fmla="*/ 1410367 h 1424940"/>
                  <a:gd name="connsiteX60" fmla="*/ 3496818 w 6095524"/>
                  <a:gd name="connsiteY60" fmla="*/ 1398556 h 1424940"/>
                  <a:gd name="connsiteX61" fmla="*/ 3492437 w 6095524"/>
                  <a:gd name="connsiteY61" fmla="*/ 1397699 h 1424940"/>
                  <a:gd name="connsiteX62" fmla="*/ 3468243 w 6095524"/>
                  <a:gd name="connsiteY62" fmla="*/ 1393031 h 1424940"/>
                  <a:gd name="connsiteX63" fmla="*/ 3455003 w 6095524"/>
                  <a:gd name="connsiteY63" fmla="*/ 1391507 h 1424940"/>
                  <a:gd name="connsiteX64" fmla="*/ 3404711 w 6095524"/>
                  <a:gd name="connsiteY64" fmla="*/ 1381792 h 1424940"/>
                  <a:gd name="connsiteX65" fmla="*/ 3375756 w 6095524"/>
                  <a:gd name="connsiteY65" fmla="*/ 1377220 h 1424940"/>
                  <a:gd name="connsiteX66" fmla="*/ 3352324 w 6095524"/>
                  <a:gd name="connsiteY66" fmla="*/ 1377887 h 1424940"/>
                  <a:gd name="connsiteX67" fmla="*/ 3311176 w 6095524"/>
                  <a:gd name="connsiteY67" fmla="*/ 1378744 h 1424940"/>
                  <a:gd name="connsiteX68" fmla="*/ 3298031 w 6095524"/>
                  <a:gd name="connsiteY68" fmla="*/ 1380935 h 1424940"/>
                  <a:gd name="connsiteX69" fmla="*/ 3238595 w 6095524"/>
                  <a:gd name="connsiteY69" fmla="*/ 1374648 h 1424940"/>
                  <a:gd name="connsiteX70" fmla="*/ 3204686 w 6095524"/>
                  <a:gd name="connsiteY70" fmla="*/ 1374172 h 1424940"/>
                  <a:gd name="connsiteX71" fmla="*/ 3166491 w 6095524"/>
                  <a:gd name="connsiteY71" fmla="*/ 1366361 h 1424940"/>
                  <a:gd name="connsiteX72" fmla="*/ 3155347 w 6095524"/>
                  <a:gd name="connsiteY72" fmla="*/ 1366742 h 1424940"/>
                  <a:gd name="connsiteX73" fmla="*/ 3142869 w 6095524"/>
                  <a:gd name="connsiteY73" fmla="*/ 1367409 h 1424940"/>
                  <a:gd name="connsiteX74" fmla="*/ 3104578 w 6095524"/>
                  <a:gd name="connsiteY74" fmla="*/ 1367981 h 1424940"/>
                  <a:gd name="connsiteX75" fmla="*/ 3081337 w 6095524"/>
                  <a:gd name="connsiteY75" fmla="*/ 1370838 h 1424940"/>
                  <a:gd name="connsiteX76" fmla="*/ 3037047 w 6095524"/>
                  <a:gd name="connsiteY76" fmla="*/ 1369124 h 1424940"/>
                  <a:gd name="connsiteX77" fmla="*/ 3020663 w 6095524"/>
                  <a:gd name="connsiteY77" fmla="*/ 1371600 h 1424940"/>
                  <a:gd name="connsiteX78" fmla="*/ 2979230 w 6095524"/>
                  <a:gd name="connsiteY78" fmla="*/ 1371886 h 1424940"/>
                  <a:gd name="connsiteX79" fmla="*/ 2942082 w 6095524"/>
                  <a:gd name="connsiteY79" fmla="*/ 1370457 h 1424940"/>
                  <a:gd name="connsiteX80" fmla="*/ 2906268 w 6095524"/>
                  <a:gd name="connsiteY80" fmla="*/ 1371219 h 1424940"/>
                  <a:gd name="connsiteX81" fmla="*/ 2880646 w 6095524"/>
                  <a:gd name="connsiteY81" fmla="*/ 1374362 h 1424940"/>
                  <a:gd name="connsiteX82" fmla="*/ 2852833 w 6095524"/>
                  <a:gd name="connsiteY82" fmla="*/ 1376267 h 1424940"/>
                  <a:gd name="connsiteX83" fmla="*/ 2776157 w 6095524"/>
                  <a:gd name="connsiteY83" fmla="*/ 1387602 h 1424940"/>
                  <a:gd name="connsiteX84" fmla="*/ 2761965 w 6095524"/>
                  <a:gd name="connsiteY84" fmla="*/ 1384840 h 1424940"/>
                  <a:gd name="connsiteX85" fmla="*/ 2681383 w 6095524"/>
                  <a:gd name="connsiteY85" fmla="*/ 1382268 h 1424940"/>
                  <a:gd name="connsiteX86" fmla="*/ 2663857 w 6095524"/>
                  <a:gd name="connsiteY86" fmla="*/ 1382459 h 1424940"/>
                  <a:gd name="connsiteX87" fmla="*/ 2616803 w 6095524"/>
                  <a:gd name="connsiteY87" fmla="*/ 1371219 h 1424940"/>
                  <a:gd name="connsiteX88" fmla="*/ 2544223 w 6095524"/>
                  <a:gd name="connsiteY88" fmla="*/ 1389031 h 1424940"/>
                  <a:gd name="connsiteX89" fmla="*/ 2476309 w 6095524"/>
                  <a:gd name="connsiteY89" fmla="*/ 1411319 h 1424940"/>
                  <a:gd name="connsiteX90" fmla="*/ 2467737 w 6095524"/>
                  <a:gd name="connsiteY90" fmla="*/ 1414177 h 1424940"/>
                  <a:gd name="connsiteX91" fmla="*/ 2443353 w 6095524"/>
                  <a:gd name="connsiteY91" fmla="*/ 1419035 h 1424940"/>
                  <a:gd name="connsiteX92" fmla="*/ 2413159 w 6095524"/>
                  <a:gd name="connsiteY92" fmla="*/ 1420749 h 1424940"/>
                  <a:gd name="connsiteX93" fmla="*/ 2374868 w 6095524"/>
                  <a:gd name="connsiteY93" fmla="*/ 1424940 h 1424940"/>
                  <a:gd name="connsiteX94" fmla="*/ 2344198 w 6095524"/>
                  <a:gd name="connsiteY94" fmla="*/ 1419701 h 1424940"/>
                  <a:gd name="connsiteX95" fmla="*/ 2301335 w 6095524"/>
                  <a:gd name="connsiteY95" fmla="*/ 1411891 h 1424940"/>
                  <a:gd name="connsiteX96" fmla="*/ 2260949 w 6095524"/>
                  <a:gd name="connsiteY96" fmla="*/ 1404461 h 1424940"/>
                  <a:gd name="connsiteX97" fmla="*/ 2248186 w 6095524"/>
                  <a:gd name="connsiteY97" fmla="*/ 1413224 h 1424940"/>
                  <a:gd name="connsiteX98" fmla="*/ 2228469 w 6095524"/>
                  <a:gd name="connsiteY98" fmla="*/ 1420844 h 1424940"/>
                  <a:gd name="connsiteX99" fmla="*/ 2206562 w 6095524"/>
                  <a:gd name="connsiteY99" fmla="*/ 1411700 h 1424940"/>
                  <a:gd name="connsiteX100" fmla="*/ 2155317 w 6095524"/>
                  <a:gd name="connsiteY100" fmla="*/ 1392746 h 1424940"/>
                  <a:gd name="connsiteX101" fmla="*/ 2122932 w 6095524"/>
                  <a:gd name="connsiteY101" fmla="*/ 1391888 h 1424940"/>
                  <a:gd name="connsiteX102" fmla="*/ 2052542 w 6095524"/>
                  <a:gd name="connsiteY102" fmla="*/ 1383792 h 1424940"/>
                  <a:gd name="connsiteX103" fmla="*/ 2006537 w 6095524"/>
                  <a:gd name="connsiteY103" fmla="*/ 1372267 h 1424940"/>
                  <a:gd name="connsiteX104" fmla="*/ 1973486 w 6095524"/>
                  <a:gd name="connsiteY104" fmla="*/ 1359218 h 1424940"/>
                  <a:gd name="connsiteX105" fmla="*/ 1926146 w 6095524"/>
                  <a:gd name="connsiteY105" fmla="*/ 1342168 h 1424940"/>
                  <a:gd name="connsiteX106" fmla="*/ 1878616 w 6095524"/>
                  <a:gd name="connsiteY106" fmla="*/ 1333310 h 1424940"/>
                  <a:gd name="connsiteX107" fmla="*/ 1844231 w 6095524"/>
                  <a:gd name="connsiteY107" fmla="*/ 1322165 h 1424940"/>
                  <a:gd name="connsiteX108" fmla="*/ 1802225 w 6095524"/>
                  <a:gd name="connsiteY108" fmla="*/ 1314545 h 1424940"/>
                  <a:gd name="connsiteX109" fmla="*/ 1766983 w 6095524"/>
                  <a:gd name="connsiteY109" fmla="*/ 1314260 h 1424940"/>
                  <a:gd name="connsiteX110" fmla="*/ 1711738 w 6095524"/>
                  <a:gd name="connsiteY110" fmla="*/ 1315593 h 1424940"/>
                  <a:gd name="connsiteX111" fmla="*/ 1644111 w 6095524"/>
                  <a:gd name="connsiteY111" fmla="*/ 1292543 h 1424940"/>
                  <a:gd name="connsiteX112" fmla="*/ 1616774 w 6095524"/>
                  <a:gd name="connsiteY112" fmla="*/ 1287399 h 1424940"/>
                  <a:gd name="connsiteX113" fmla="*/ 1591056 w 6095524"/>
                  <a:gd name="connsiteY113" fmla="*/ 1285018 h 1424940"/>
                  <a:gd name="connsiteX114" fmla="*/ 1536478 w 6095524"/>
                  <a:gd name="connsiteY114" fmla="*/ 1269683 h 1424940"/>
                  <a:gd name="connsiteX115" fmla="*/ 1514285 w 6095524"/>
                  <a:gd name="connsiteY115" fmla="*/ 1264634 h 1424940"/>
                  <a:gd name="connsiteX116" fmla="*/ 1483233 w 6095524"/>
                  <a:gd name="connsiteY116" fmla="*/ 1264730 h 1424940"/>
                  <a:gd name="connsiteX117" fmla="*/ 1426750 w 6095524"/>
                  <a:gd name="connsiteY117" fmla="*/ 1257681 h 1424940"/>
                  <a:gd name="connsiteX118" fmla="*/ 1370362 w 6095524"/>
                  <a:gd name="connsiteY118" fmla="*/ 1237107 h 1424940"/>
                  <a:gd name="connsiteX119" fmla="*/ 1346454 w 6095524"/>
                  <a:gd name="connsiteY119" fmla="*/ 1239107 h 1424940"/>
                  <a:gd name="connsiteX120" fmla="*/ 1337882 w 6095524"/>
                  <a:gd name="connsiteY120" fmla="*/ 1238631 h 1424940"/>
                  <a:gd name="connsiteX121" fmla="*/ 1260825 w 6095524"/>
                  <a:gd name="connsiteY121" fmla="*/ 1227296 h 1424940"/>
                  <a:gd name="connsiteX122" fmla="*/ 1253109 w 6095524"/>
                  <a:gd name="connsiteY122" fmla="*/ 1226058 h 1424940"/>
                  <a:gd name="connsiteX123" fmla="*/ 1216915 w 6095524"/>
                  <a:gd name="connsiteY123" fmla="*/ 1215962 h 1424940"/>
                  <a:gd name="connsiteX124" fmla="*/ 1125664 w 6095524"/>
                  <a:gd name="connsiteY124" fmla="*/ 1209675 h 1424940"/>
                  <a:gd name="connsiteX125" fmla="*/ 1120045 w 6095524"/>
                  <a:gd name="connsiteY125" fmla="*/ 1208913 h 1424940"/>
                  <a:gd name="connsiteX126" fmla="*/ 1089469 w 6095524"/>
                  <a:gd name="connsiteY126" fmla="*/ 1213961 h 1424940"/>
                  <a:gd name="connsiteX127" fmla="*/ 1074325 w 6095524"/>
                  <a:gd name="connsiteY127" fmla="*/ 1221105 h 1424940"/>
                  <a:gd name="connsiteX128" fmla="*/ 1050703 w 6095524"/>
                  <a:gd name="connsiteY128" fmla="*/ 1228535 h 1424940"/>
                  <a:gd name="connsiteX129" fmla="*/ 1026700 w 6095524"/>
                  <a:gd name="connsiteY129" fmla="*/ 1231297 h 1424940"/>
                  <a:gd name="connsiteX130" fmla="*/ 986409 w 6095524"/>
                  <a:gd name="connsiteY130" fmla="*/ 1220057 h 1424940"/>
                  <a:gd name="connsiteX131" fmla="*/ 971741 w 6095524"/>
                  <a:gd name="connsiteY131" fmla="*/ 1218914 h 1424940"/>
                  <a:gd name="connsiteX132" fmla="*/ 939070 w 6095524"/>
                  <a:gd name="connsiteY132" fmla="*/ 1213485 h 1424940"/>
                  <a:gd name="connsiteX133" fmla="*/ 910495 w 6095524"/>
                  <a:gd name="connsiteY133" fmla="*/ 1213866 h 1424940"/>
                  <a:gd name="connsiteX134" fmla="*/ 887540 w 6095524"/>
                  <a:gd name="connsiteY134" fmla="*/ 1222534 h 1424940"/>
                  <a:gd name="connsiteX135" fmla="*/ 854202 w 6095524"/>
                  <a:gd name="connsiteY135" fmla="*/ 1224248 h 1424940"/>
                  <a:gd name="connsiteX136" fmla="*/ 832675 w 6095524"/>
                  <a:gd name="connsiteY136" fmla="*/ 1217962 h 1424940"/>
                  <a:gd name="connsiteX137" fmla="*/ 828294 w 6095524"/>
                  <a:gd name="connsiteY137" fmla="*/ 1217105 h 1424940"/>
                  <a:gd name="connsiteX138" fmla="*/ 772001 w 6095524"/>
                  <a:gd name="connsiteY138" fmla="*/ 1216723 h 1424940"/>
                  <a:gd name="connsiteX139" fmla="*/ 701707 w 6095524"/>
                  <a:gd name="connsiteY139" fmla="*/ 1235678 h 1424940"/>
                  <a:gd name="connsiteX140" fmla="*/ 690086 w 6095524"/>
                  <a:gd name="connsiteY140" fmla="*/ 1239679 h 1424940"/>
                  <a:gd name="connsiteX141" fmla="*/ 633412 w 6095524"/>
                  <a:gd name="connsiteY141" fmla="*/ 1246632 h 1424940"/>
                  <a:gd name="connsiteX142" fmla="*/ 603028 w 6095524"/>
                  <a:gd name="connsiteY142" fmla="*/ 1253681 h 1424940"/>
                  <a:gd name="connsiteX143" fmla="*/ 581120 w 6095524"/>
                  <a:gd name="connsiteY143" fmla="*/ 1254062 h 1424940"/>
                  <a:gd name="connsiteX144" fmla="*/ 554642 w 6095524"/>
                  <a:gd name="connsiteY144" fmla="*/ 1266539 h 1424940"/>
                  <a:gd name="connsiteX145" fmla="*/ 545973 w 6095524"/>
                  <a:gd name="connsiteY145" fmla="*/ 1271969 h 1424940"/>
                  <a:gd name="connsiteX146" fmla="*/ 535591 w 6095524"/>
                  <a:gd name="connsiteY146" fmla="*/ 1275207 h 1424940"/>
                  <a:gd name="connsiteX147" fmla="*/ 488538 w 6095524"/>
                  <a:gd name="connsiteY147" fmla="*/ 1285494 h 1424940"/>
                  <a:gd name="connsiteX148" fmla="*/ 480155 w 6095524"/>
                  <a:gd name="connsiteY148" fmla="*/ 1291304 h 1424940"/>
                  <a:gd name="connsiteX149" fmla="*/ 474535 w 6095524"/>
                  <a:gd name="connsiteY149" fmla="*/ 1294924 h 1424940"/>
                  <a:gd name="connsiteX150" fmla="*/ 428816 w 6095524"/>
                  <a:gd name="connsiteY150" fmla="*/ 1301020 h 1424940"/>
                  <a:gd name="connsiteX151" fmla="*/ 400241 w 6095524"/>
                  <a:gd name="connsiteY151" fmla="*/ 1318260 h 1424940"/>
                  <a:gd name="connsiteX152" fmla="*/ 392431 w 6095524"/>
                  <a:gd name="connsiteY152" fmla="*/ 1325594 h 1424940"/>
                  <a:gd name="connsiteX153" fmla="*/ 365093 w 6095524"/>
                  <a:gd name="connsiteY153" fmla="*/ 1336643 h 1424940"/>
                  <a:gd name="connsiteX154" fmla="*/ 273177 w 6095524"/>
                  <a:gd name="connsiteY154" fmla="*/ 1357884 h 1424940"/>
                  <a:gd name="connsiteX155" fmla="*/ 246888 w 6095524"/>
                  <a:gd name="connsiteY155" fmla="*/ 1350359 h 1424940"/>
                  <a:gd name="connsiteX156" fmla="*/ 196977 w 6095524"/>
                  <a:gd name="connsiteY156" fmla="*/ 1370552 h 1424940"/>
                  <a:gd name="connsiteX157" fmla="*/ 153352 w 6095524"/>
                  <a:gd name="connsiteY157" fmla="*/ 1381982 h 1424940"/>
                  <a:gd name="connsiteX158" fmla="*/ 137160 w 6095524"/>
                  <a:gd name="connsiteY158" fmla="*/ 1384745 h 1424940"/>
                  <a:gd name="connsiteX159" fmla="*/ 85917 w 6095524"/>
                  <a:gd name="connsiteY159" fmla="*/ 1389793 h 1424940"/>
                  <a:gd name="connsiteX160" fmla="*/ 59532 w 6095524"/>
                  <a:gd name="connsiteY160" fmla="*/ 1401223 h 1424940"/>
                  <a:gd name="connsiteX161" fmla="*/ 30325 w 6095524"/>
                  <a:gd name="connsiteY161" fmla="*/ 1409974 h 1424940"/>
                  <a:gd name="connsiteX162" fmla="*/ 0 w 6095524"/>
                  <a:gd name="connsiteY162" fmla="*/ 1412360 h 1424940"/>
                  <a:gd name="connsiteX163" fmla="*/ 0 w 6095524"/>
                  <a:gd name="connsiteY163" fmla="*/ 1058622 h 1424940"/>
                  <a:gd name="connsiteX164" fmla="*/ 17145 w 6095524"/>
                  <a:gd name="connsiteY164" fmla="*/ 1060228 h 1424940"/>
                  <a:gd name="connsiteX165" fmla="*/ 44672 w 6095524"/>
                  <a:gd name="connsiteY165" fmla="*/ 1066324 h 1424940"/>
                  <a:gd name="connsiteX166" fmla="*/ 84677 w 6095524"/>
                  <a:gd name="connsiteY166" fmla="*/ 1076230 h 1424940"/>
                  <a:gd name="connsiteX167" fmla="*/ 132017 w 6095524"/>
                  <a:gd name="connsiteY167" fmla="*/ 1064990 h 1424940"/>
                  <a:gd name="connsiteX168" fmla="*/ 136779 w 6095524"/>
                  <a:gd name="connsiteY168" fmla="*/ 1060323 h 1424940"/>
                  <a:gd name="connsiteX169" fmla="*/ 187547 w 6095524"/>
                  <a:gd name="connsiteY169" fmla="*/ 1049179 h 1424940"/>
                  <a:gd name="connsiteX170" fmla="*/ 270891 w 6095524"/>
                  <a:gd name="connsiteY170" fmla="*/ 1036415 h 1424940"/>
                  <a:gd name="connsiteX171" fmla="*/ 276320 w 6095524"/>
                  <a:gd name="connsiteY171" fmla="*/ 1035558 h 1424940"/>
                  <a:gd name="connsiteX172" fmla="*/ 323755 w 6095524"/>
                  <a:gd name="connsiteY172" fmla="*/ 1061561 h 1424940"/>
                  <a:gd name="connsiteX173" fmla="*/ 361855 w 6095524"/>
                  <a:gd name="connsiteY173" fmla="*/ 1057942 h 1424940"/>
                  <a:gd name="connsiteX174" fmla="*/ 379571 w 6095524"/>
                  <a:gd name="connsiteY174" fmla="*/ 1039939 h 1424940"/>
                  <a:gd name="connsiteX175" fmla="*/ 430530 w 6095524"/>
                  <a:gd name="connsiteY175" fmla="*/ 1025747 h 1424940"/>
                  <a:gd name="connsiteX176" fmla="*/ 493300 w 6095524"/>
                  <a:gd name="connsiteY176" fmla="*/ 1027176 h 1424940"/>
                  <a:gd name="connsiteX177" fmla="*/ 537782 w 6095524"/>
                  <a:gd name="connsiteY177" fmla="*/ 1025366 h 1424940"/>
                  <a:gd name="connsiteX178" fmla="*/ 562166 w 6095524"/>
                  <a:gd name="connsiteY178" fmla="*/ 1015746 h 1424940"/>
                  <a:gd name="connsiteX179" fmla="*/ 579596 w 6095524"/>
                  <a:gd name="connsiteY179" fmla="*/ 1016699 h 1424940"/>
                  <a:gd name="connsiteX180" fmla="*/ 612362 w 6095524"/>
                  <a:gd name="connsiteY180" fmla="*/ 1023557 h 1424940"/>
                  <a:gd name="connsiteX181" fmla="*/ 716090 w 6095524"/>
                  <a:gd name="connsiteY181" fmla="*/ 1031653 h 1424940"/>
                  <a:gd name="connsiteX182" fmla="*/ 758381 w 6095524"/>
                  <a:gd name="connsiteY182" fmla="*/ 1018985 h 1424940"/>
                  <a:gd name="connsiteX183" fmla="*/ 771049 w 6095524"/>
                  <a:gd name="connsiteY183" fmla="*/ 1018699 h 1424940"/>
                  <a:gd name="connsiteX184" fmla="*/ 799433 w 6095524"/>
                  <a:gd name="connsiteY184" fmla="*/ 1023652 h 1424940"/>
                  <a:gd name="connsiteX185" fmla="*/ 858012 w 6095524"/>
                  <a:gd name="connsiteY185" fmla="*/ 1020318 h 1424940"/>
                  <a:gd name="connsiteX186" fmla="*/ 879634 w 6095524"/>
                  <a:gd name="connsiteY186" fmla="*/ 1015270 h 1424940"/>
                  <a:gd name="connsiteX187" fmla="*/ 891635 w 6095524"/>
                  <a:gd name="connsiteY187" fmla="*/ 1012031 h 1424940"/>
                  <a:gd name="connsiteX188" fmla="*/ 953262 w 6095524"/>
                  <a:gd name="connsiteY188" fmla="*/ 1003078 h 1424940"/>
                  <a:gd name="connsiteX189" fmla="*/ 980694 w 6095524"/>
                  <a:gd name="connsiteY189" fmla="*/ 993458 h 1424940"/>
                  <a:gd name="connsiteX190" fmla="*/ 988124 w 6095524"/>
                  <a:gd name="connsiteY190" fmla="*/ 992029 h 1424940"/>
                  <a:gd name="connsiteX191" fmla="*/ 1028795 w 6095524"/>
                  <a:gd name="connsiteY191" fmla="*/ 996029 h 1424940"/>
                  <a:gd name="connsiteX192" fmla="*/ 1059275 w 6095524"/>
                  <a:gd name="connsiteY192" fmla="*/ 1011555 h 1424940"/>
                  <a:gd name="connsiteX193" fmla="*/ 1065181 w 6095524"/>
                  <a:gd name="connsiteY193" fmla="*/ 1016794 h 1424940"/>
                  <a:gd name="connsiteX194" fmla="*/ 1150144 w 6095524"/>
                  <a:gd name="connsiteY194" fmla="*/ 1014984 h 1424940"/>
                  <a:gd name="connsiteX195" fmla="*/ 1163193 w 6095524"/>
                  <a:gd name="connsiteY195" fmla="*/ 1012793 h 1424940"/>
                  <a:gd name="connsiteX196" fmla="*/ 1226249 w 6095524"/>
                  <a:gd name="connsiteY196" fmla="*/ 1021937 h 1424940"/>
                  <a:gd name="connsiteX197" fmla="*/ 1244632 w 6095524"/>
                  <a:gd name="connsiteY197" fmla="*/ 1023747 h 1424940"/>
                  <a:gd name="connsiteX198" fmla="*/ 1310545 w 6095524"/>
                  <a:gd name="connsiteY198" fmla="*/ 1031939 h 1424940"/>
                  <a:gd name="connsiteX199" fmla="*/ 1319879 w 6095524"/>
                  <a:gd name="connsiteY199" fmla="*/ 1024319 h 1424940"/>
                  <a:gd name="connsiteX200" fmla="*/ 1346740 w 6095524"/>
                  <a:gd name="connsiteY200" fmla="*/ 1005173 h 1424940"/>
                  <a:gd name="connsiteX201" fmla="*/ 1399699 w 6095524"/>
                  <a:gd name="connsiteY201" fmla="*/ 988219 h 1424940"/>
                  <a:gd name="connsiteX202" fmla="*/ 1414082 w 6095524"/>
                  <a:gd name="connsiteY202" fmla="*/ 989171 h 1424940"/>
                  <a:gd name="connsiteX203" fmla="*/ 1450467 w 6095524"/>
                  <a:gd name="connsiteY203" fmla="*/ 1017461 h 1424940"/>
                  <a:gd name="connsiteX204" fmla="*/ 1468184 w 6095524"/>
                  <a:gd name="connsiteY204" fmla="*/ 1028795 h 1424940"/>
                  <a:gd name="connsiteX205" fmla="*/ 1518476 w 6095524"/>
                  <a:gd name="connsiteY205" fmla="*/ 1049655 h 1424940"/>
                  <a:gd name="connsiteX206" fmla="*/ 1522667 w 6095524"/>
                  <a:gd name="connsiteY206" fmla="*/ 1053465 h 1424940"/>
                  <a:gd name="connsiteX207" fmla="*/ 1559814 w 6095524"/>
                  <a:gd name="connsiteY207" fmla="*/ 1098709 h 1424940"/>
                  <a:gd name="connsiteX208" fmla="*/ 1568196 w 6095524"/>
                  <a:gd name="connsiteY208" fmla="*/ 1106424 h 1424940"/>
                  <a:gd name="connsiteX209" fmla="*/ 1578293 w 6095524"/>
                  <a:gd name="connsiteY209" fmla="*/ 1118426 h 1424940"/>
                  <a:gd name="connsiteX210" fmla="*/ 1609820 w 6095524"/>
                  <a:gd name="connsiteY210" fmla="*/ 1141667 h 1424940"/>
                  <a:gd name="connsiteX211" fmla="*/ 1648873 w 6095524"/>
                  <a:gd name="connsiteY211" fmla="*/ 1149096 h 1424940"/>
                  <a:gd name="connsiteX212" fmla="*/ 1696022 w 6095524"/>
                  <a:gd name="connsiteY212" fmla="*/ 1160431 h 1424940"/>
                  <a:gd name="connsiteX213" fmla="*/ 1715739 w 6095524"/>
                  <a:gd name="connsiteY213" fmla="*/ 1168051 h 1424940"/>
                  <a:gd name="connsiteX214" fmla="*/ 1768602 w 6095524"/>
                  <a:gd name="connsiteY214" fmla="*/ 1182529 h 1424940"/>
                  <a:gd name="connsiteX215" fmla="*/ 1806321 w 6095524"/>
                  <a:gd name="connsiteY215" fmla="*/ 1194721 h 1424940"/>
                  <a:gd name="connsiteX216" fmla="*/ 1860709 w 6095524"/>
                  <a:gd name="connsiteY216" fmla="*/ 1201865 h 1424940"/>
                  <a:gd name="connsiteX217" fmla="*/ 1887093 w 6095524"/>
                  <a:gd name="connsiteY217" fmla="*/ 1202150 h 1424940"/>
                  <a:gd name="connsiteX218" fmla="*/ 1935575 w 6095524"/>
                  <a:gd name="connsiteY218" fmla="*/ 1238726 h 1424940"/>
                  <a:gd name="connsiteX219" fmla="*/ 1974247 w 6095524"/>
                  <a:gd name="connsiteY219" fmla="*/ 1262920 h 1424940"/>
                  <a:gd name="connsiteX220" fmla="*/ 2014919 w 6095524"/>
                  <a:gd name="connsiteY220" fmla="*/ 1251204 h 1424940"/>
                  <a:gd name="connsiteX221" fmla="*/ 2025968 w 6095524"/>
                  <a:gd name="connsiteY221" fmla="*/ 1240155 h 1424940"/>
                  <a:gd name="connsiteX222" fmla="*/ 2092643 w 6095524"/>
                  <a:gd name="connsiteY222" fmla="*/ 1229678 h 1424940"/>
                  <a:gd name="connsiteX223" fmla="*/ 2187893 w 6095524"/>
                  <a:gd name="connsiteY223" fmla="*/ 1229297 h 1424940"/>
                  <a:gd name="connsiteX224" fmla="*/ 2346294 w 6095524"/>
                  <a:gd name="connsiteY224" fmla="*/ 1205484 h 1424940"/>
                  <a:gd name="connsiteX225" fmla="*/ 2373916 w 6095524"/>
                  <a:gd name="connsiteY225" fmla="*/ 1194435 h 1424940"/>
                  <a:gd name="connsiteX226" fmla="*/ 2404967 w 6095524"/>
                  <a:gd name="connsiteY226" fmla="*/ 1191673 h 1424940"/>
                  <a:gd name="connsiteX227" fmla="*/ 2416874 w 6095524"/>
                  <a:gd name="connsiteY227" fmla="*/ 1198436 h 1424940"/>
                  <a:gd name="connsiteX228" fmla="*/ 2468975 w 6095524"/>
                  <a:gd name="connsiteY228" fmla="*/ 1208532 h 1424940"/>
                  <a:gd name="connsiteX229" fmla="*/ 2478882 w 6095524"/>
                  <a:gd name="connsiteY229" fmla="*/ 1208723 h 1424940"/>
                  <a:gd name="connsiteX230" fmla="*/ 2512791 w 6095524"/>
                  <a:gd name="connsiteY230" fmla="*/ 1204436 h 1424940"/>
                  <a:gd name="connsiteX231" fmla="*/ 2544223 w 6095524"/>
                  <a:gd name="connsiteY231" fmla="*/ 1201960 h 1424940"/>
                  <a:gd name="connsiteX232" fmla="*/ 2623471 w 6095524"/>
                  <a:gd name="connsiteY232" fmla="*/ 1210056 h 1424940"/>
                  <a:gd name="connsiteX233" fmla="*/ 2684241 w 6095524"/>
                  <a:gd name="connsiteY233" fmla="*/ 1208151 h 1424940"/>
                  <a:gd name="connsiteX234" fmla="*/ 2712244 w 6095524"/>
                  <a:gd name="connsiteY234" fmla="*/ 1210056 h 1424940"/>
                  <a:gd name="connsiteX235" fmla="*/ 2728055 w 6095524"/>
                  <a:gd name="connsiteY235" fmla="*/ 1212914 h 1424940"/>
                  <a:gd name="connsiteX236" fmla="*/ 2763869 w 6095524"/>
                  <a:gd name="connsiteY236" fmla="*/ 1232821 h 1424940"/>
                  <a:gd name="connsiteX237" fmla="*/ 2783491 w 6095524"/>
                  <a:gd name="connsiteY237" fmla="*/ 1237298 h 1424940"/>
                  <a:gd name="connsiteX238" fmla="*/ 2842546 w 6095524"/>
                  <a:gd name="connsiteY238" fmla="*/ 1236917 h 1424940"/>
                  <a:gd name="connsiteX239" fmla="*/ 2931128 w 6095524"/>
                  <a:gd name="connsiteY239" fmla="*/ 1206913 h 1424940"/>
                  <a:gd name="connsiteX240" fmla="*/ 2940368 w 6095524"/>
                  <a:gd name="connsiteY240" fmla="*/ 1202912 h 1424940"/>
                  <a:gd name="connsiteX241" fmla="*/ 2985421 w 6095524"/>
                  <a:gd name="connsiteY241" fmla="*/ 1197959 h 1424940"/>
                  <a:gd name="connsiteX242" fmla="*/ 3015996 w 6095524"/>
                  <a:gd name="connsiteY242" fmla="*/ 1204722 h 1424940"/>
                  <a:gd name="connsiteX243" fmla="*/ 3057621 w 6095524"/>
                  <a:gd name="connsiteY243" fmla="*/ 1218724 h 1424940"/>
                  <a:gd name="connsiteX244" fmla="*/ 3095054 w 6095524"/>
                  <a:gd name="connsiteY244" fmla="*/ 1230440 h 1424940"/>
                  <a:gd name="connsiteX245" fmla="*/ 3122295 w 6095524"/>
                  <a:gd name="connsiteY245" fmla="*/ 1243679 h 1424940"/>
                  <a:gd name="connsiteX246" fmla="*/ 3184589 w 6095524"/>
                  <a:gd name="connsiteY246" fmla="*/ 1253395 h 1424940"/>
                  <a:gd name="connsiteX247" fmla="*/ 3191066 w 6095524"/>
                  <a:gd name="connsiteY247" fmla="*/ 1255014 h 1424940"/>
                  <a:gd name="connsiteX248" fmla="*/ 3237929 w 6095524"/>
                  <a:gd name="connsiteY248" fmla="*/ 1243203 h 1424940"/>
                  <a:gd name="connsiteX249" fmla="*/ 3294221 w 6095524"/>
                  <a:gd name="connsiteY249" fmla="*/ 1231202 h 1424940"/>
                  <a:gd name="connsiteX250" fmla="*/ 3314319 w 6095524"/>
                  <a:gd name="connsiteY250" fmla="*/ 1235297 h 1424940"/>
                  <a:gd name="connsiteX251" fmla="*/ 3341846 w 6095524"/>
                  <a:gd name="connsiteY251" fmla="*/ 1241108 h 1424940"/>
                  <a:gd name="connsiteX252" fmla="*/ 3367373 w 6095524"/>
                  <a:gd name="connsiteY252" fmla="*/ 1238060 h 1424940"/>
                  <a:gd name="connsiteX253" fmla="*/ 3382899 w 6095524"/>
                  <a:gd name="connsiteY253" fmla="*/ 1237774 h 1424940"/>
                  <a:gd name="connsiteX254" fmla="*/ 3453765 w 6095524"/>
                  <a:gd name="connsiteY254" fmla="*/ 1273397 h 1424940"/>
                  <a:gd name="connsiteX255" fmla="*/ 3471767 w 6095524"/>
                  <a:gd name="connsiteY255" fmla="*/ 1276350 h 1424940"/>
                  <a:gd name="connsiteX256" fmla="*/ 3481959 w 6095524"/>
                  <a:gd name="connsiteY256" fmla="*/ 1280732 h 1424940"/>
                  <a:gd name="connsiteX257" fmla="*/ 3543396 w 6095524"/>
                  <a:gd name="connsiteY257" fmla="*/ 1324928 h 1424940"/>
                  <a:gd name="connsiteX258" fmla="*/ 3569494 w 6095524"/>
                  <a:gd name="connsiteY258" fmla="*/ 1333881 h 1424940"/>
                  <a:gd name="connsiteX259" fmla="*/ 3598164 w 6095524"/>
                  <a:gd name="connsiteY259" fmla="*/ 1332071 h 1424940"/>
                  <a:gd name="connsiteX260" fmla="*/ 3614738 w 6095524"/>
                  <a:gd name="connsiteY260" fmla="*/ 1328833 h 1424940"/>
                  <a:gd name="connsiteX261" fmla="*/ 3655886 w 6095524"/>
                  <a:gd name="connsiteY261" fmla="*/ 1300734 h 1424940"/>
                  <a:gd name="connsiteX262" fmla="*/ 3679317 w 6095524"/>
                  <a:gd name="connsiteY262" fmla="*/ 1301687 h 1424940"/>
                  <a:gd name="connsiteX263" fmla="*/ 3715893 w 6095524"/>
                  <a:gd name="connsiteY263" fmla="*/ 1321022 h 1424940"/>
                  <a:gd name="connsiteX264" fmla="*/ 3782282 w 6095524"/>
                  <a:gd name="connsiteY264" fmla="*/ 1329690 h 1424940"/>
                  <a:gd name="connsiteX265" fmla="*/ 3816001 w 6095524"/>
                  <a:gd name="connsiteY265" fmla="*/ 1302639 h 1424940"/>
                  <a:gd name="connsiteX266" fmla="*/ 3833431 w 6095524"/>
                  <a:gd name="connsiteY266" fmla="*/ 1276636 h 1424940"/>
                  <a:gd name="connsiteX267" fmla="*/ 3883819 w 6095524"/>
                  <a:gd name="connsiteY267" fmla="*/ 1246442 h 1424940"/>
                  <a:gd name="connsiteX268" fmla="*/ 3895821 w 6095524"/>
                  <a:gd name="connsiteY268" fmla="*/ 1257681 h 1424940"/>
                  <a:gd name="connsiteX269" fmla="*/ 3932778 w 6095524"/>
                  <a:gd name="connsiteY269" fmla="*/ 1262444 h 1424940"/>
                  <a:gd name="connsiteX270" fmla="*/ 3972782 w 6095524"/>
                  <a:gd name="connsiteY270" fmla="*/ 1262063 h 1424940"/>
                  <a:gd name="connsiteX271" fmla="*/ 4042505 w 6095524"/>
                  <a:gd name="connsiteY271" fmla="*/ 1267111 h 1424940"/>
                  <a:gd name="connsiteX272" fmla="*/ 4088892 w 6095524"/>
                  <a:gd name="connsiteY272" fmla="*/ 1238250 h 1424940"/>
                  <a:gd name="connsiteX273" fmla="*/ 4106609 w 6095524"/>
                  <a:gd name="connsiteY273" fmla="*/ 1226344 h 1424940"/>
                  <a:gd name="connsiteX274" fmla="*/ 4123182 w 6095524"/>
                  <a:gd name="connsiteY274" fmla="*/ 1218724 h 1424940"/>
                  <a:gd name="connsiteX275" fmla="*/ 4142328 w 6095524"/>
                  <a:gd name="connsiteY275" fmla="*/ 1214438 h 1424940"/>
                  <a:gd name="connsiteX276" fmla="*/ 4188524 w 6095524"/>
                  <a:gd name="connsiteY276" fmla="*/ 1198245 h 1424940"/>
                  <a:gd name="connsiteX277" fmla="*/ 4213860 w 6095524"/>
                  <a:gd name="connsiteY277" fmla="*/ 1182338 h 1424940"/>
                  <a:gd name="connsiteX278" fmla="*/ 4270820 w 6095524"/>
                  <a:gd name="connsiteY278" fmla="*/ 1167003 h 1424940"/>
                  <a:gd name="connsiteX279" fmla="*/ 4309587 w 6095524"/>
                  <a:gd name="connsiteY279" fmla="*/ 1153287 h 1424940"/>
                  <a:gd name="connsiteX280" fmla="*/ 4350449 w 6095524"/>
                  <a:gd name="connsiteY280" fmla="*/ 1129665 h 1424940"/>
                  <a:gd name="connsiteX281" fmla="*/ 4356164 w 6095524"/>
                  <a:gd name="connsiteY281" fmla="*/ 1126046 h 1424940"/>
                  <a:gd name="connsiteX282" fmla="*/ 4369880 w 6095524"/>
                  <a:gd name="connsiteY282" fmla="*/ 1110520 h 1424940"/>
                  <a:gd name="connsiteX283" fmla="*/ 4389787 w 6095524"/>
                  <a:gd name="connsiteY283" fmla="*/ 1057085 h 1424940"/>
                  <a:gd name="connsiteX284" fmla="*/ 4395502 w 6095524"/>
                  <a:gd name="connsiteY284" fmla="*/ 1046226 h 1424940"/>
                  <a:gd name="connsiteX285" fmla="*/ 4447413 w 6095524"/>
                  <a:gd name="connsiteY285" fmla="*/ 1009650 h 1424940"/>
                  <a:gd name="connsiteX286" fmla="*/ 4466654 w 6095524"/>
                  <a:gd name="connsiteY286" fmla="*/ 1013079 h 1424940"/>
                  <a:gd name="connsiteX287" fmla="*/ 4487894 w 6095524"/>
                  <a:gd name="connsiteY287" fmla="*/ 1025081 h 1424940"/>
                  <a:gd name="connsiteX288" fmla="*/ 4534472 w 6095524"/>
                  <a:gd name="connsiteY288" fmla="*/ 1028224 h 1424940"/>
                  <a:gd name="connsiteX289" fmla="*/ 4551903 w 6095524"/>
                  <a:gd name="connsiteY289" fmla="*/ 1022033 h 1424940"/>
                  <a:gd name="connsiteX290" fmla="*/ 4582382 w 6095524"/>
                  <a:gd name="connsiteY290" fmla="*/ 1005364 h 1424940"/>
                  <a:gd name="connsiteX291" fmla="*/ 4605909 w 6095524"/>
                  <a:gd name="connsiteY291" fmla="*/ 979551 h 1424940"/>
                  <a:gd name="connsiteX292" fmla="*/ 4640104 w 6095524"/>
                  <a:gd name="connsiteY292" fmla="*/ 936879 h 1424940"/>
                  <a:gd name="connsiteX293" fmla="*/ 4705731 w 6095524"/>
                  <a:gd name="connsiteY293" fmla="*/ 920591 h 1424940"/>
                  <a:gd name="connsiteX294" fmla="*/ 4730973 w 6095524"/>
                  <a:gd name="connsiteY294" fmla="*/ 915162 h 1424940"/>
                  <a:gd name="connsiteX295" fmla="*/ 4822794 w 6095524"/>
                  <a:gd name="connsiteY295" fmla="*/ 892397 h 1424940"/>
                  <a:gd name="connsiteX296" fmla="*/ 4830794 w 6095524"/>
                  <a:gd name="connsiteY296" fmla="*/ 891635 h 1424940"/>
                  <a:gd name="connsiteX297" fmla="*/ 4894421 w 6095524"/>
                  <a:gd name="connsiteY297" fmla="*/ 865442 h 1424940"/>
                  <a:gd name="connsiteX298" fmla="*/ 4909756 w 6095524"/>
                  <a:gd name="connsiteY298" fmla="*/ 858964 h 1424940"/>
                  <a:gd name="connsiteX299" fmla="*/ 4928521 w 6095524"/>
                  <a:gd name="connsiteY299" fmla="*/ 842391 h 1424940"/>
                  <a:gd name="connsiteX300" fmla="*/ 4945857 w 6095524"/>
                  <a:gd name="connsiteY300" fmla="*/ 795623 h 1424940"/>
                  <a:gd name="connsiteX301" fmla="*/ 4966145 w 6095524"/>
                  <a:gd name="connsiteY301" fmla="*/ 774287 h 1424940"/>
                  <a:gd name="connsiteX302" fmla="*/ 4980909 w 6095524"/>
                  <a:gd name="connsiteY302" fmla="*/ 761333 h 1424940"/>
                  <a:gd name="connsiteX303" fmla="*/ 4993862 w 6095524"/>
                  <a:gd name="connsiteY303" fmla="*/ 741712 h 1424940"/>
                  <a:gd name="connsiteX304" fmla="*/ 5006816 w 6095524"/>
                  <a:gd name="connsiteY304" fmla="*/ 694754 h 1424940"/>
                  <a:gd name="connsiteX305" fmla="*/ 5026724 w 6095524"/>
                  <a:gd name="connsiteY305" fmla="*/ 653129 h 1424940"/>
                  <a:gd name="connsiteX306" fmla="*/ 5062538 w 6095524"/>
                  <a:gd name="connsiteY306" fmla="*/ 630079 h 1424940"/>
                  <a:gd name="connsiteX307" fmla="*/ 5084731 w 6095524"/>
                  <a:gd name="connsiteY307" fmla="*/ 617982 h 1424940"/>
                  <a:gd name="connsiteX308" fmla="*/ 5172647 w 6095524"/>
                  <a:gd name="connsiteY308" fmla="*/ 630174 h 1424940"/>
                  <a:gd name="connsiteX309" fmla="*/ 5232654 w 6095524"/>
                  <a:gd name="connsiteY309" fmla="*/ 642080 h 1424940"/>
                  <a:gd name="connsiteX310" fmla="*/ 5252371 w 6095524"/>
                  <a:gd name="connsiteY310" fmla="*/ 637508 h 1424940"/>
                  <a:gd name="connsiteX311" fmla="*/ 5308092 w 6095524"/>
                  <a:gd name="connsiteY311" fmla="*/ 598646 h 1424940"/>
                  <a:gd name="connsiteX312" fmla="*/ 5363147 w 6095524"/>
                  <a:gd name="connsiteY312" fmla="*/ 581311 h 1424940"/>
                  <a:gd name="connsiteX313" fmla="*/ 5404580 w 6095524"/>
                  <a:gd name="connsiteY313" fmla="*/ 576358 h 1424940"/>
                  <a:gd name="connsiteX314" fmla="*/ 5440203 w 6095524"/>
                  <a:gd name="connsiteY314" fmla="*/ 572548 h 1424940"/>
                  <a:gd name="connsiteX315" fmla="*/ 5482971 w 6095524"/>
                  <a:gd name="connsiteY315" fmla="*/ 561880 h 1424940"/>
                  <a:gd name="connsiteX316" fmla="*/ 5507165 w 6095524"/>
                  <a:gd name="connsiteY316" fmla="*/ 550259 h 1424940"/>
                  <a:gd name="connsiteX317" fmla="*/ 5545645 w 6095524"/>
                  <a:gd name="connsiteY317" fmla="*/ 533591 h 1424940"/>
                  <a:gd name="connsiteX318" fmla="*/ 5585079 w 6095524"/>
                  <a:gd name="connsiteY318" fmla="*/ 511969 h 1424940"/>
                  <a:gd name="connsiteX319" fmla="*/ 5615368 w 6095524"/>
                  <a:gd name="connsiteY319" fmla="*/ 481679 h 1424940"/>
                  <a:gd name="connsiteX320" fmla="*/ 5631656 w 6095524"/>
                  <a:gd name="connsiteY320" fmla="*/ 456152 h 1424940"/>
                  <a:gd name="connsiteX321" fmla="*/ 5679377 w 6095524"/>
                  <a:gd name="connsiteY321" fmla="*/ 419576 h 1424940"/>
                  <a:gd name="connsiteX322" fmla="*/ 5722525 w 6095524"/>
                  <a:gd name="connsiteY322" fmla="*/ 350615 h 1424940"/>
                  <a:gd name="connsiteX323" fmla="*/ 5749576 w 6095524"/>
                  <a:gd name="connsiteY323" fmla="*/ 321945 h 1424940"/>
                  <a:gd name="connsiteX324" fmla="*/ 5764911 w 6095524"/>
                  <a:gd name="connsiteY324" fmla="*/ 313849 h 1424940"/>
                  <a:gd name="connsiteX325" fmla="*/ 5791009 w 6095524"/>
                  <a:gd name="connsiteY325" fmla="*/ 293942 h 1424940"/>
                  <a:gd name="connsiteX326" fmla="*/ 5806440 w 6095524"/>
                  <a:gd name="connsiteY326" fmla="*/ 279178 h 1424940"/>
                  <a:gd name="connsiteX327" fmla="*/ 5848636 w 6095524"/>
                  <a:gd name="connsiteY327" fmla="*/ 224885 h 1424940"/>
                  <a:gd name="connsiteX328" fmla="*/ 5861590 w 6095524"/>
                  <a:gd name="connsiteY328" fmla="*/ 208788 h 1424940"/>
                  <a:gd name="connsiteX329" fmla="*/ 5888355 w 6095524"/>
                  <a:gd name="connsiteY329" fmla="*/ 181166 h 1424940"/>
                  <a:gd name="connsiteX330" fmla="*/ 5900071 w 6095524"/>
                  <a:gd name="connsiteY330" fmla="*/ 172784 h 1424940"/>
                  <a:gd name="connsiteX331" fmla="*/ 5920740 w 6095524"/>
                  <a:gd name="connsiteY331" fmla="*/ 150305 h 1424940"/>
                  <a:gd name="connsiteX332" fmla="*/ 5969985 w 6095524"/>
                  <a:gd name="connsiteY332" fmla="*/ 91345 h 1424940"/>
                  <a:gd name="connsiteX333" fmla="*/ 5991130 w 6095524"/>
                  <a:gd name="connsiteY333" fmla="*/ 58293 h 1424940"/>
                  <a:gd name="connsiteX334" fmla="*/ 6033325 w 6095524"/>
                  <a:gd name="connsiteY334" fmla="*/ 33909 h 1424940"/>
                  <a:gd name="connsiteX335" fmla="*/ 6054376 w 6095524"/>
                  <a:gd name="connsiteY335" fmla="*/ 20955 h 1424940"/>
                  <a:gd name="connsiteX336" fmla="*/ 6095524 w 6095524"/>
                  <a:gd name="connsiteY336" fmla="*/ 0 h 14249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</a:cxnLst>
                <a:rect l="l" t="t" r="r" b="b"/>
                <a:pathLst>
                  <a:path w="6095524" h="1424940">
                    <a:moveTo>
                      <a:pt x="6095524" y="0"/>
                    </a:moveTo>
                    <a:cubicBezTo>
                      <a:pt x="6095524" y="7811"/>
                      <a:pt x="6095524" y="12573"/>
                      <a:pt x="6095524" y="17431"/>
                    </a:cubicBezTo>
                    <a:lnTo>
                      <a:pt x="6095524" y="216290"/>
                    </a:lnTo>
                    <a:lnTo>
                      <a:pt x="6079998" y="230600"/>
                    </a:lnTo>
                    <a:cubicBezTo>
                      <a:pt x="6058567" y="241363"/>
                      <a:pt x="6035706" y="251079"/>
                      <a:pt x="6012751" y="260699"/>
                    </a:cubicBezTo>
                    <a:cubicBezTo>
                      <a:pt x="6006084" y="263462"/>
                      <a:pt x="5998749" y="264986"/>
                      <a:pt x="5992749" y="268700"/>
                    </a:cubicBezTo>
                    <a:cubicBezTo>
                      <a:pt x="5965126" y="285655"/>
                      <a:pt x="5938361" y="303943"/>
                      <a:pt x="5910358" y="320231"/>
                    </a:cubicBezTo>
                    <a:cubicBezTo>
                      <a:pt x="5881497" y="337090"/>
                      <a:pt x="5855684" y="356997"/>
                      <a:pt x="5835777" y="383953"/>
                    </a:cubicBezTo>
                    <a:cubicBezTo>
                      <a:pt x="5817298" y="409004"/>
                      <a:pt x="5799391" y="434435"/>
                      <a:pt x="5781008" y="459581"/>
                    </a:cubicBezTo>
                    <a:cubicBezTo>
                      <a:pt x="5776341" y="465963"/>
                      <a:pt x="5772054" y="473488"/>
                      <a:pt x="5765673" y="477584"/>
                    </a:cubicBezTo>
                    <a:cubicBezTo>
                      <a:pt x="5752433" y="486156"/>
                      <a:pt x="5737955" y="493109"/>
                      <a:pt x="5723763" y="500158"/>
                    </a:cubicBezTo>
                    <a:cubicBezTo>
                      <a:pt x="5711571" y="506159"/>
                      <a:pt x="5698617" y="510635"/>
                      <a:pt x="5686711" y="517112"/>
                    </a:cubicBezTo>
                    <a:cubicBezTo>
                      <a:pt x="5677186" y="522256"/>
                      <a:pt x="5668708" y="529400"/>
                      <a:pt x="5659850" y="535877"/>
                    </a:cubicBezTo>
                    <a:cubicBezTo>
                      <a:pt x="5652135" y="541496"/>
                      <a:pt x="5643658" y="546354"/>
                      <a:pt x="5637181" y="553117"/>
                    </a:cubicBezTo>
                    <a:cubicBezTo>
                      <a:pt x="5621369" y="569500"/>
                      <a:pt x="5605462" y="585597"/>
                      <a:pt x="5585841" y="597694"/>
                    </a:cubicBezTo>
                    <a:cubicBezTo>
                      <a:pt x="5566505" y="609695"/>
                      <a:pt x="5548217" y="623126"/>
                      <a:pt x="5528977" y="635318"/>
                    </a:cubicBezTo>
                    <a:cubicBezTo>
                      <a:pt x="5510117" y="647224"/>
                      <a:pt x="5493067" y="660273"/>
                      <a:pt x="5483256" y="681419"/>
                    </a:cubicBezTo>
                    <a:cubicBezTo>
                      <a:pt x="5478875" y="690753"/>
                      <a:pt x="5472684" y="700945"/>
                      <a:pt x="5464397" y="706374"/>
                    </a:cubicBezTo>
                    <a:cubicBezTo>
                      <a:pt x="5452586" y="714089"/>
                      <a:pt x="5437632" y="716852"/>
                      <a:pt x="5424773" y="723424"/>
                    </a:cubicBezTo>
                    <a:cubicBezTo>
                      <a:pt x="5409628" y="731139"/>
                      <a:pt x="5392103" y="737807"/>
                      <a:pt x="5381815" y="750094"/>
                    </a:cubicBezTo>
                    <a:cubicBezTo>
                      <a:pt x="5372671" y="761048"/>
                      <a:pt x="5363432" y="769620"/>
                      <a:pt x="5351335" y="776573"/>
                    </a:cubicBezTo>
                    <a:cubicBezTo>
                      <a:pt x="5342858" y="781431"/>
                      <a:pt x="5336572" y="790289"/>
                      <a:pt x="5327809" y="794290"/>
                    </a:cubicBezTo>
                    <a:cubicBezTo>
                      <a:pt x="5316284" y="799624"/>
                      <a:pt x="5304663" y="803815"/>
                      <a:pt x="5294566" y="812102"/>
                    </a:cubicBezTo>
                    <a:cubicBezTo>
                      <a:pt x="5284089" y="820674"/>
                      <a:pt x="5272183" y="827437"/>
                      <a:pt x="5261229" y="835438"/>
                    </a:cubicBezTo>
                    <a:cubicBezTo>
                      <a:pt x="5255419" y="839724"/>
                      <a:pt x="5250656" y="845344"/>
                      <a:pt x="5245037" y="849821"/>
                    </a:cubicBezTo>
                    <a:cubicBezTo>
                      <a:pt x="5234750" y="858012"/>
                      <a:pt x="5224272" y="866013"/>
                      <a:pt x="5213699" y="873728"/>
                    </a:cubicBezTo>
                    <a:cubicBezTo>
                      <a:pt x="5203127" y="881444"/>
                      <a:pt x="5193030" y="890397"/>
                      <a:pt x="5181409" y="896017"/>
                    </a:cubicBezTo>
                    <a:cubicBezTo>
                      <a:pt x="5161598" y="905542"/>
                      <a:pt x="5139976" y="911257"/>
                      <a:pt x="5120735" y="921544"/>
                    </a:cubicBezTo>
                    <a:cubicBezTo>
                      <a:pt x="5101209" y="932021"/>
                      <a:pt x="5082826" y="945166"/>
                      <a:pt x="5065490" y="959072"/>
                    </a:cubicBezTo>
                    <a:cubicBezTo>
                      <a:pt x="5051774" y="970026"/>
                      <a:pt x="5038916" y="980885"/>
                      <a:pt x="5021675" y="986504"/>
                    </a:cubicBezTo>
                    <a:cubicBezTo>
                      <a:pt x="5012055" y="989648"/>
                      <a:pt x="5001959" y="996506"/>
                      <a:pt x="4996148" y="1004507"/>
                    </a:cubicBezTo>
                    <a:cubicBezTo>
                      <a:pt x="4983575" y="1021937"/>
                      <a:pt x="4967478" y="1034225"/>
                      <a:pt x="4949285" y="1044702"/>
                    </a:cubicBezTo>
                    <a:cubicBezTo>
                      <a:pt x="4924996" y="1058799"/>
                      <a:pt x="4900993" y="1073182"/>
                      <a:pt x="4876609" y="1086993"/>
                    </a:cubicBezTo>
                    <a:cubicBezTo>
                      <a:pt x="4862227" y="1095185"/>
                      <a:pt x="4847940" y="1103852"/>
                      <a:pt x="4832699" y="1109853"/>
                    </a:cubicBezTo>
                    <a:cubicBezTo>
                      <a:pt x="4801553" y="1122236"/>
                      <a:pt x="4769644" y="1132808"/>
                      <a:pt x="4738211" y="1144334"/>
                    </a:cubicBezTo>
                    <a:cubicBezTo>
                      <a:pt x="4727924" y="1148048"/>
                      <a:pt x="4718209" y="1153382"/>
                      <a:pt x="4707731" y="1156621"/>
                    </a:cubicBezTo>
                    <a:cubicBezTo>
                      <a:pt x="4696396" y="1160145"/>
                      <a:pt x="4684205" y="1161193"/>
                      <a:pt x="4672870" y="1164717"/>
                    </a:cubicBezTo>
                    <a:cubicBezTo>
                      <a:pt x="4654010" y="1170527"/>
                      <a:pt x="4635722" y="1177957"/>
                      <a:pt x="4616863" y="1183862"/>
                    </a:cubicBezTo>
                    <a:cubicBezTo>
                      <a:pt x="4580477" y="1195197"/>
                      <a:pt x="4543996" y="1206056"/>
                      <a:pt x="4507516" y="1216819"/>
                    </a:cubicBezTo>
                    <a:cubicBezTo>
                      <a:pt x="4499706" y="1219105"/>
                      <a:pt x="4491228" y="1219391"/>
                      <a:pt x="4483513" y="1221867"/>
                    </a:cubicBezTo>
                    <a:cubicBezTo>
                      <a:pt x="4463034" y="1228535"/>
                      <a:pt x="4442650" y="1235773"/>
                      <a:pt x="4422362" y="1243108"/>
                    </a:cubicBezTo>
                    <a:cubicBezTo>
                      <a:pt x="4410075" y="1247585"/>
                      <a:pt x="4398073" y="1253109"/>
                      <a:pt x="4385691" y="1257395"/>
                    </a:cubicBezTo>
                    <a:cubicBezTo>
                      <a:pt x="4375785" y="1260824"/>
                      <a:pt x="4365593" y="1263491"/>
                      <a:pt x="4355306" y="1265587"/>
                    </a:cubicBezTo>
                    <a:cubicBezTo>
                      <a:pt x="4346448" y="1267397"/>
                      <a:pt x="4337209" y="1267206"/>
                      <a:pt x="4328446" y="1269397"/>
                    </a:cubicBezTo>
                    <a:cubicBezTo>
                      <a:pt x="4304728" y="1275302"/>
                      <a:pt x="4281297" y="1281970"/>
                      <a:pt x="4257770" y="1288256"/>
                    </a:cubicBezTo>
                    <a:cubicBezTo>
                      <a:pt x="4248341" y="1290733"/>
                      <a:pt x="4238720" y="1292543"/>
                      <a:pt x="4229576" y="1295686"/>
                    </a:cubicBezTo>
                    <a:cubicBezTo>
                      <a:pt x="4205097" y="1303973"/>
                      <a:pt x="4180999" y="1313402"/>
                      <a:pt x="4156424" y="1321213"/>
                    </a:cubicBezTo>
                    <a:cubicBezTo>
                      <a:pt x="4136041" y="1327690"/>
                      <a:pt x="4115086" y="1332357"/>
                      <a:pt x="4094416" y="1338072"/>
                    </a:cubicBezTo>
                    <a:cubicBezTo>
                      <a:pt x="4085653" y="1340549"/>
                      <a:pt x="4077271" y="1344073"/>
                      <a:pt x="4068509" y="1346168"/>
                    </a:cubicBezTo>
                    <a:cubicBezTo>
                      <a:pt x="4048887" y="1350931"/>
                      <a:pt x="4028980" y="1354931"/>
                      <a:pt x="4009263" y="1359694"/>
                    </a:cubicBezTo>
                    <a:cubicBezTo>
                      <a:pt x="3998023" y="1362456"/>
                      <a:pt x="3987165" y="1367409"/>
                      <a:pt x="3975735" y="1369219"/>
                    </a:cubicBezTo>
                    <a:cubicBezTo>
                      <a:pt x="3948589" y="1373505"/>
                      <a:pt x="3921252" y="1376553"/>
                      <a:pt x="3893915" y="1379982"/>
                    </a:cubicBezTo>
                    <a:cubicBezTo>
                      <a:pt x="3865722" y="1383506"/>
                      <a:pt x="3837623" y="1387221"/>
                      <a:pt x="3809428" y="1390364"/>
                    </a:cubicBezTo>
                    <a:cubicBezTo>
                      <a:pt x="3793998" y="1391984"/>
                      <a:pt x="3778472" y="1392269"/>
                      <a:pt x="3763042" y="1393793"/>
                    </a:cubicBezTo>
                    <a:cubicBezTo>
                      <a:pt x="3749516" y="1395127"/>
                      <a:pt x="3736086" y="1397603"/>
                      <a:pt x="3722561" y="1399223"/>
                    </a:cubicBezTo>
                    <a:cubicBezTo>
                      <a:pt x="3710845" y="1400556"/>
                      <a:pt x="3699034" y="1401318"/>
                      <a:pt x="3687318" y="1402652"/>
                    </a:cubicBezTo>
                    <a:cubicBezTo>
                      <a:pt x="3668554" y="1404842"/>
                      <a:pt x="3649885" y="1407319"/>
                      <a:pt x="3631216" y="1409605"/>
                    </a:cubicBezTo>
                    <a:cubicBezTo>
                      <a:pt x="3623406" y="1410462"/>
                      <a:pt x="3615214" y="1412843"/>
                      <a:pt x="3607880" y="1411415"/>
                    </a:cubicBezTo>
                    <a:cubicBezTo>
                      <a:pt x="3589401" y="1407795"/>
                      <a:pt x="3571208" y="1408843"/>
                      <a:pt x="3552825" y="1411319"/>
                    </a:cubicBezTo>
                    <a:cubicBezTo>
                      <a:pt x="3546539" y="1412177"/>
                      <a:pt x="3539776" y="1411986"/>
                      <a:pt x="3533680" y="1410367"/>
                    </a:cubicBezTo>
                    <a:cubicBezTo>
                      <a:pt x="3521202" y="1407128"/>
                      <a:pt x="3509106" y="1402556"/>
                      <a:pt x="3496818" y="1398556"/>
                    </a:cubicBezTo>
                    <a:cubicBezTo>
                      <a:pt x="3495484" y="1398080"/>
                      <a:pt x="3493865" y="1397984"/>
                      <a:pt x="3492437" y="1397699"/>
                    </a:cubicBezTo>
                    <a:cubicBezTo>
                      <a:pt x="3484340" y="1396079"/>
                      <a:pt x="3476340" y="1394460"/>
                      <a:pt x="3468243" y="1393031"/>
                    </a:cubicBezTo>
                    <a:cubicBezTo>
                      <a:pt x="3463862" y="1392269"/>
                      <a:pt x="3459385" y="1392174"/>
                      <a:pt x="3455003" y="1391507"/>
                    </a:cubicBezTo>
                    <a:cubicBezTo>
                      <a:pt x="3438049" y="1388840"/>
                      <a:pt x="3419380" y="1393317"/>
                      <a:pt x="3404711" y="1381792"/>
                    </a:cubicBezTo>
                    <a:cubicBezTo>
                      <a:pt x="3395186" y="1374362"/>
                      <a:pt x="3385947" y="1376077"/>
                      <a:pt x="3375756" y="1377220"/>
                    </a:cubicBezTo>
                    <a:cubicBezTo>
                      <a:pt x="3368040" y="1378077"/>
                      <a:pt x="3360134" y="1377791"/>
                      <a:pt x="3352324" y="1377887"/>
                    </a:cubicBezTo>
                    <a:cubicBezTo>
                      <a:pt x="3338608" y="1378172"/>
                      <a:pt x="3324892" y="1378268"/>
                      <a:pt x="3311176" y="1378744"/>
                    </a:cubicBezTo>
                    <a:cubicBezTo>
                      <a:pt x="3306794" y="1378934"/>
                      <a:pt x="3302318" y="1381316"/>
                      <a:pt x="3298031" y="1380935"/>
                    </a:cubicBezTo>
                    <a:cubicBezTo>
                      <a:pt x="3278219" y="1379125"/>
                      <a:pt x="3258407" y="1376267"/>
                      <a:pt x="3238595" y="1374648"/>
                    </a:cubicBezTo>
                    <a:cubicBezTo>
                      <a:pt x="3227356" y="1373696"/>
                      <a:pt x="3215830" y="1375505"/>
                      <a:pt x="3204686" y="1374172"/>
                    </a:cubicBezTo>
                    <a:cubicBezTo>
                      <a:pt x="3191828" y="1372648"/>
                      <a:pt x="3179255" y="1368743"/>
                      <a:pt x="3166491" y="1366361"/>
                    </a:cubicBezTo>
                    <a:cubicBezTo>
                      <a:pt x="3162967" y="1365695"/>
                      <a:pt x="3159062" y="1366552"/>
                      <a:pt x="3155347" y="1366742"/>
                    </a:cubicBezTo>
                    <a:cubicBezTo>
                      <a:pt x="3151156" y="1366933"/>
                      <a:pt x="3147060" y="1367314"/>
                      <a:pt x="3142869" y="1367409"/>
                    </a:cubicBezTo>
                    <a:cubicBezTo>
                      <a:pt x="3130105" y="1367600"/>
                      <a:pt x="3117342" y="1367314"/>
                      <a:pt x="3104578" y="1367981"/>
                    </a:cubicBezTo>
                    <a:cubicBezTo>
                      <a:pt x="3096768" y="1368362"/>
                      <a:pt x="3088577" y="1372267"/>
                      <a:pt x="3081337" y="1370838"/>
                    </a:cubicBezTo>
                    <a:cubicBezTo>
                      <a:pt x="3066574" y="1368076"/>
                      <a:pt x="3051810" y="1374267"/>
                      <a:pt x="3037047" y="1369124"/>
                    </a:cubicBezTo>
                    <a:cubicBezTo>
                      <a:pt x="3032474" y="1367600"/>
                      <a:pt x="3026188" y="1371410"/>
                      <a:pt x="3020663" y="1371600"/>
                    </a:cubicBezTo>
                    <a:cubicBezTo>
                      <a:pt x="3006852" y="1372076"/>
                      <a:pt x="2993041" y="1371981"/>
                      <a:pt x="2979230" y="1371886"/>
                    </a:cubicBezTo>
                    <a:cubicBezTo>
                      <a:pt x="2966847" y="1371791"/>
                      <a:pt x="2953988" y="1373124"/>
                      <a:pt x="2942082" y="1370457"/>
                    </a:cubicBezTo>
                    <a:cubicBezTo>
                      <a:pt x="2929604" y="1367600"/>
                      <a:pt x="2918365" y="1367981"/>
                      <a:pt x="2906268" y="1371219"/>
                    </a:cubicBezTo>
                    <a:cubicBezTo>
                      <a:pt x="2897981" y="1373410"/>
                      <a:pt x="2889218" y="1373696"/>
                      <a:pt x="2880646" y="1374362"/>
                    </a:cubicBezTo>
                    <a:cubicBezTo>
                      <a:pt x="2871407" y="1375124"/>
                      <a:pt x="2861215" y="1373124"/>
                      <a:pt x="2852833" y="1376267"/>
                    </a:cubicBezTo>
                    <a:cubicBezTo>
                      <a:pt x="2827877" y="1385602"/>
                      <a:pt x="2802255" y="1387602"/>
                      <a:pt x="2776157" y="1387602"/>
                    </a:cubicBezTo>
                    <a:cubicBezTo>
                      <a:pt x="2771394" y="1387602"/>
                      <a:pt x="2766536" y="1386269"/>
                      <a:pt x="2761965" y="1384840"/>
                    </a:cubicBezTo>
                    <a:cubicBezTo>
                      <a:pt x="2735294" y="1376267"/>
                      <a:pt x="2708529" y="1377029"/>
                      <a:pt x="2681383" y="1382268"/>
                    </a:cubicBezTo>
                    <a:cubicBezTo>
                      <a:pt x="2675763" y="1383411"/>
                      <a:pt x="2669477" y="1383602"/>
                      <a:pt x="2663857" y="1382459"/>
                    </a:cubicBezTo>
                    <a:cubicBezTo>
                      <a:pt x="2648045" y="1379125"/>
                      <a:pt x="2632710" y="1373600"/>
                      <a:pt x="2616803" y="1371219"/>
                    </a:cubicBezTo>
                    <a:cubicBezTo>
                      <a:pt x="2590515" y="1367314"/>
                      <a:pt x="2567750" y="1380458"/>
                      <a:pt x="2544223" y="1389031"/>
                    </a:cubicBezTo>
                    <a:cubicBezTo>
                      <a:pt x="2521839" y="1397127"/>
                      <a:pt x="2502789" y="1415415"/>
                      <a:pt x="2476309" y="1411319"/>
                    </a:cubicBezTo>
                    <a:cubicBezTo>
                      <a:pt x="2473643" y="1410938"/>
                      <a:pt x="2470690" y="1413510"/>
                      <a:pt x="2467737" y="1414177"/>
                    </a:cubicBezTo>
                    <a:cubicBezTo>
                      <a:pt x="2459641" y="1415987"/>
                      <a:pt x="2451545" y="1418177"/>
                      <a:pt x="2443353" y="1419035"/>
                    </a:cubicBezTo>
                    <a:cubicBezTo>
                      <a:pt x="2433352" y="1420178"/>
                      <a:pt x="2423160" y="1419797"/>
                      <a:pt x="2413159" y="1420749"/>
                    </a:cubicBezTo>
                    <a:cubicBezTo>
                      <a:pt x="2400300" y="1421892"/>
                      <a:pt x="2387632" y="1424940"/>
                      <a:pt x="2374868" y="1424940"/>
                    </a:cubicBezTo>
                    <a:cubicBezTo>
                      <a:pt x="2364581" y="1424940"/>
                      <a:pt x="2354389" y="1421416"/>
                      <a:pt x="2344198" y="1419701"/>
                    </a:cubicBezTo>
                    <a:cubicBezTo>
                      <a:pt x="2329815" y="1417320"/>
                      <a:pt x="2314003" y="1417987"/>
                      <a:pt x="2301335" y="1411891"/>
                    </a:cubicBezTo>
                    <a:cubicBezTo>
                      <a:pt x="2287810" y="1405414"/>
                      <a:pt x="2274951" y="1402461"/>
                      <a:pt x="2260949" y="1404461"/>
                    </a:cubicBezTo>
                    <a:cubicBezTo>
                      <a:pt x="2256282" y="1405128"/>
                      <a:pt x="2250281" y="1409129"/>
                      <a:pt x="2248186" y="1413224"/>
                    </a:cubicBezTo>
                    <a:cubicBezTo>
                      <a:pt x="2243518" y="1422368"/>
                      <a:pt x="2237137" y="1423988"/>
                      <a:pt x="2228469" y="1420844"/>
                    </a:cubicBezTo>
                    <a:cubicBezTo>
                      <a:pt x="2220944" y="1418177"/>
                      <a:pt x="2211705" y="1416844"/>
                      <a:pt x="2206562" y="1411700"/>
                    </a:cubicBezTo>
                    <a:cubicBezTo>
                      <a:pt x="2191988" y="1397127"/>
                      <a:pt x="2173414" y="1396651"/>
                      <a:pt x="2155317" y="1392746"/>
                    </a:cubicBezTo>
                    <a:cubicBezTo>
                      <a:pt x="2144269" y="1390364"/>
                      <a:pt x="2133981" y="1390269"/>
                      <a:pt x="2122932" y="1391888"/>
                    </a:cubicBezTo>
                    <a:cubicBezTo>
                      <a:pt x="2098930" y="1395508"/>
                      <a:pt x="2075593" y="1390364"/>
                      <a:pt x="2052542" y="1383792"/>
                    </a:cubicBezTo>
                    <a:cubicBezTo>
                      <a:pt x="2037302" y="1379411"/>
                      <a:pt x="2021681" y="1376744"/>
                      <a:pt x="2006537" y="1372267"/>
                    </a:cubicBezTo>
                    <a:cubicBezTo>
                      <a:pt x="1995202" y="1368838"/>
                      <a:pt x="1983868" y="1364742"/>
                      <a:pt x="1973486" y="1359218"/>
                    </a:cubicBezTo>
                    <a:cubicBezTo>
                      <a:pt x="1958435" y="1351121"/>
                      <a:pt x="1945292" y="1338929"/>
                      <a:pt x="1926146" y="1342168"/>
                    </a:cubicBezTo>
                    <a:cubicBezTo>
                      <a:pt x="1909286" y="1345025"/>
                      <a:pt x="1894047" y="1339025"/>
                      <a:pt x="1878616" y="1333310"/>
                    </a:cubicBezTo>
                    <a:cubicBezTo>
                      <a:pt x="1867281" y="1329119"/>
                      <a:pt x="1855948" y="1324832"/>
                      <a:pt x="1844231" y="1322165"/>
                    </a:cubicBezTo>
                    <a:cubicBezTo>
                      <a:pt x="1830324" y="1319022"/>
                      <a:pt x="1814608" y="1320356"/>
                      <a:pt x="1802225" y="1314545"/>
                    </a:cubicBezTo>
                    <a:cubicBezTo>
                      <a:pt x="1789271" y="1308449"/>
                      <a:pt x="1778509" y="1312545"/>
                      <a:pt x="1766983" y="1314260"/>
                    </a:cubicBezTo>
                    <a:cubicBezTo>
                      <a:pt x="1748600" y="1316927"/>
                      <a:pt x="1730311" y="1321880"/>
                      <a:pt x="1711738" y="1315593"/>
                    </a:cubicBezTo>
                    <a:cubicBezTo>
                      <a:pt x="1689164" y="1307973"/>
                      <a:pt x="1666780" y="1299782"/>
                      <a:pt x="1644111" y="1292543"/>
                    </a:cubicBezTo>
                    <a:cubicBezTo>
                      <a:pt x="1635347" y="1289780"/>
                      <a:pt x="1625919" y="1288637"/>
                      <a:pt x="1616774" y="1287399"/>
                    </a:cubicBezTo>
                    <a:cubicBezTo>
                      <a:pt x="1608107" y="1286351"/>
                      <a:pt x="1597725" y="1289018"/>
                      <a:pt x="1591056" y="1285018"/>
                    </a:cubicBezTo>
                    <a:cubicBezTo>
                      <a:pt x="1573911" y="1274731"/>
                      <a:pt x="1556291" y="1269683"/>
                      <a:pt x="1536478" y="1269683"/>
                    </a:cubicBezTo>
                    <a:cubicBezTo>
                      <a:pt x="1529048" y="1269683"/>
                      <a:pt x="1521809" y="1265396"/>
                      <a:pt x="1514285" y="1264634"/>
                    </a:cubicBezTo>
                    <a:cubicBezTo>
                      <a:pt x="1503997" y="1263682"/>
                      <a:pt x="1492186" y="1261110"/>
                      <a:pt x="1483233" y="1264730"/>
                    </a:cubicBezTo>
                    <a:cubicBezTo>
                      <a:pt x="1462183" y="1273302"/>
                      <a:pt x="1445134" y="1266158"/>
                      <a:pt x="1426750" y="1257681"/>
                    </a:cubicBezTo>
                    <a:cubicBezTo>
                      <a:pt x="1408652" y="1249299"/>
                      <a:pt x="1389602" y="1242632"/>
                      <a:pt x="1370362" y="1237107"/>
                    </a:cubicBezTo>
                    <a:cubicBezTo>
                      <a:pt x="1363123" y="1235107"/>
                      <a:pt x="1354456" y="1238441"/>
                      <a:pt x="1346454" y="1239107"/>
                    </a:cubicBezTo>
                    <a:cubicBezTo>
                      <a:pt x="1343596" y="1239298"/>
                      <a:pt x="1340453" y="1239584"/>
                      <a:pt x="1337882" y="1238631"/>
                    </a:cubicBezTo>
                    <a:cubicBezTo>
                      <a:pt x="1313022" y="1229487"/>
                      <a:pt x="1287780" y="1222534"/>
                      <a:pt x="1260825" y="1227296"/>
                    </a:cubicBezTo>
                    <a:cubicBezTo>
                      <a:pt x="1258349" y="1227773"/>
                      <a:pt x="1255586" y="1226725"/>
                      <a:pt x="1253109" y="1226058"/>
                    </a:cubicBezTo>
                    <a:cubicBezTo>
                      <a:pt x="1241012" y="1222629"/>
                      <a:pt x="1229201" y="1217200"/>
                      <a:pt x="1216915" y="1215962"/>
                    </a:cubicBezTo>
                    <a:cubicBezTo>
                      <a:pt x="1186625" y="1212914"/>
                      <a:pt x="1156146" y="1211675"/>
                      <a:pt x="1125664" y="1209675"/>
                    </a:cubicBezTo>
                    <a:cubicBezTo>
                      <a:pt x="1123759" y="1209580"/>
                      <a:pt x="1121759" y="1209580"/>
                      <a:pt x="1120045" y="1208913"/>
                    </a:cubicBezTo>
                    <a:cubicBezTo>
                      <a:pt x="1108805" y="1204817"/>
                      <a:pt x="1098995" y="1206151"/>
                      <a:pt x="1089469" y="1213961"/>
                    </a:cubicBezTo>
                    <a:cubicBezTo>
                      <a:pt x="1085278" y="1217390"/>
                      <a:pt x="1079563" y="1219200"/>
                      <a:pt x="1074325" y="1221105"/>
                    </a:cubicBezTo>
                    <a:cubicBezTo>
                      <a:pt x="1066609" y="1223963"/>
                      <a:pt x="1058704" y="1226725"/>
                      <a:pt x="1050703" y="1228535"/>
                    </a:cubicBezTo>
                    <a:cubicBezTo>
                      <a:pt x="1042797" y="1230249"/>
                      <a:pt x="1034320" y="1232630"/>
                      <a:pt x="1026700" y="1231297"/>
                    </a:cubicBezTo>
                    <a:cubicBezTo>
                      <a:pt x="1012984" y="1228916"/>
                      <a:pt x="999934" y="1223582"/>
                      <a:pt x="986409" y="1220057"/>
                    </a:cubicBezTo>
                    <a:cubicBezTo>
                      <a:pt x="981742" y="1218819"/>
                      <a:pt x="976598" y="1219010"/>
                      <a:pt x="971741" y="1218914"/>
                    </a:cubicBezTo>
                    <a:cubicBezTo>
                      <a:pt x="960596" y="1218629"/>
                      <a:pt x="949166" y="1221391"/>
                      <a:pt x="939070" y="1213485"/>
                    </a:cubicBezTo>
                    <a:cubicBezTo>
                      <a:pt x="929736" y="1206056"/>
                      <a:pt x="920305" y="1208246"/>
                      <a:pt x="910495" y="1213866"/>
                    </a:cubicBezTo>
                    <a:cubicBezTo>
                      <a:pt x="903446" y="1217867"/>
                      <a:pt x="895446" y="1221010"/>
                      <a:pt x="887540" y="1222534"/>
                    </a:cubicBezTo>
                    <a:cubicBezTo>
                      <a:pt x="876681" y="1224629"/>
                      <a:pt x="865918" y="1225487"/>
                      <a:pt x="854202" y="1224248"/>
                    </a:cubicBezTo>
                    <a:cubicBezTo>
                      <a:pt x="845915" y="1223391"/>
                      <a:pt x="839152" y="1223010"/>
                      <a:pt x="832675" y="1217962"/>
                    </a:cubicBezTo>
                    <a:cubicBezTo>
                      <a:pt x="831628" y="1217200"/>
                      <a:pt x="829723" y="1217009"/>
                      <a:pt x="828294" y="1217105"/>
                    </a:cubicBezTo>
                    <a:cubicBezTo>
                      <a:pt x="809530" y="1218724"/>
                      <a:pt x="790956" y="1217867"/>
                      <a:pt x="772001" y="1216723"/>
                    </a:cubicBezTo>
                    <a:cubicBezTo>
                      <a:pt x="747904" y="1215200"/>
                      <a:pt x="722566" y="1219676"/>
                      <a:pt x="701707" y="1235678"/>
                    </a:cubicBezTo>
                    <a:cubicBezTo>
                      <a:pt x="698659" y="1238060"/>
                      <a:pt x="694087" y="1239107"/>
                      <a:pt x="690086" y="1239679"/>
                    </a:cubicBezTo>
                    <a:cubicBezTo>
                      <a:pt x="671227" y="1242155"/>
                      <a:pt x="652272" y="1243870"/>
                      <a:pt x="633412" y="1246632"/>
                    </a:cubicBezTo>
                    <a:cubicBezTo>
                      <a:pt x="623125" y="1248156"/>
                      <a:pt x="612362" y="1249490"/>
                      <a:pt x="603028" y="1253681"/>
                    </a:cubicBezTo>
                    <a:cubicBezTo>
                      <a:pt x="593885" y="1257776"/>
                      <a:pt x="586549" y="1262634"/>
                      <a:pt x="581120" y="1254062"/>
                    </a:cubicBezTo>
                    <a:cubicBezTo>
                      <a:pt x="571406" y="1258634"/>
                      <a:pt x="562927" y="1262444"/>
                      <a:pt x="554642" y="1266539"/>
                    </a:cubicBezTo>
                    <a:cubicBezTo>
                      <a:pt x="551593" y="1268063"/>
                      <a:pt x="549021" y="1270540"/>
                      <a:pt x="545973" y="1271969"/>
                    </a:cubicBezTo>
                    <a:cubicBezTo>
                      <a:pt x="542734" y="1273493"/>
                      <a:pt x="539115" y="1274445"/>
                      <a:pt x="535591" y="1275207"/>
                    </a:cubicBezTo>
                    <a:cubicBezTo>
                      <a:pt x="519874" y="1278636"/>
                      <a:pt x="504158" y="1281779"/>
                      <a:pt x="488538" y="1285494"/>
                    </a:cubicBezTo>
                    <a:cubicBezTo>
                      <a:pt x="485489" y="1286256"/>
                      <a:pt x="482917" y="1289304"/>
                      <a:pt x="480155" y="1291304"/>
                    </a:cubicBezTo>
                    <a:cubicBezTo>
                      <a:pt x="478345" y="1292638"/>
                      <a:pt x="476536" y="1294638"/>
                      <a:pt x="474535" y="1294924"/>
                    </a:cubicBezTo>
                    <a:cubicBezTo>
                      <a:pt x="459295" y="1297210"/>
                      <a:pt x="444151" y="1299877"/>
                      <a:pt x="428816" y="1301020"/>
                    </a:cubicBezTo>
                    <a:cubicBezTo>
                      <a:pt x="415957" y="1301972"/>
                      <a:pt x="403574" y="1301687"/>
                      <a:pt x="400241" y="1318260"/>
                    </a:cubicBezTo>
                    <a:cubicBezTo>
                      <a:pt x="399669" y="1321118"/>
                      <a:pt x="395573" y="1324166"/>
                      <a:pt x="392431" y="1325594"/>
                    </a:cubicBezTo>
                    <a:cubicBezTo>
                      <a:pt x="383477" y="1329690"/>
                      <a:pt x="373951" y="1332452"/>
                      <a:pt x="365093" y="1336643"/>
                    </a:cubicBezTo>
                    <a:cubicBezTo>
                      <a:pt x="336042" y="1350645"/>
                      <a:pt x="305658" y="1359503"/>
                      <a:pt x="273177" y="1357884"/>
                    </a:cubicBezTo>
                    <a:cubicBezTo>
                      <a:pt x="263081" y="1357408"/>
                      <a:pt x="253270" y="1352264"/>
                      <a:pt x="246888" y="1350359"/>
                    </a:cubicBezTo>
                    <a:cubicBezTo>
                      <a:pt x="228506" y="1357884"/>
                      <a:pt x="213075" y="1365123"/>
                      <a:pt x="196977" y="1370552"/>
                    </a:cubicBezTo>
                    <a:cubicBezTo>
                      <a:pt x="182785" y="1375410"/>
                      <a:pt x="167926" y="1378458"/>
                      <a:pt x="153352" y="1381982"/>
                    </a:cubicBezTo>
                    <a:cubicBezTo>
                      <a:pt x="148018" y="1383316"/>
                      <a:pt x="142589" y="1384078"/>
                      <a:pt x="137160" y="1384745"/>
                    </a:cubicBezTo>
                    <a:cubicBezTo>
                      <a:pt x="120206" y="1386840"/>
                      <a:pt x="102489" y="1381792"/>
                      <a:pt x="85917" y="1389793"/>
                    </a:cubicBezTo>
                    <a:cubicBezTo>
                      <a:pt x="77248" y="1393984"/>
                      <a:pt x="68675" y="1399032"/>
                      <a:pt x="59532" y="1401223"/>
                    </a:cubicBezTo>
                    <a:cubicBezTo>
                      <a:pt x="49721" y="1403604"/>
                      <a:pt x="40124" y="1407319"/>
                      <a:pt x="30325" y="1409974"/>
                    </a:cubicBezTo>
                    <a:lnTo>
                      <a:pt x="0" y="1412360"/>
                    </a:lnTo>
                    <a:lnTo>
                      <a:pt x="0" y="1058622"/>
                    </a:lnTo>
                    <a:lnTo>
                      <a:pt x="17145" y="1060228"/>
                    </a:lnTo>
                    <a:cubicBezTo>
                      <a:pt x="26480" y="1061561"/>
                      <a:pt x="35528" y="1066133"/>
                      <a:pt x="44672" y="1066324"/>
                    </a:cubicBezTo>
                    <a:cubicBezTo>
                      <a:pt x="59055" y="1066610"/>
                      <a:pt x="71819" y="1068419"/>
                      <a:pt x="84677" y="1076230"/>
                    </a:cubicBezTo>
                    <a:cubicBezTo>
                      <a:pt x="104108" y="1087946"/>
                      <a:pt x="120110" y="1082993"/>
                      <a:pt x="132017" y="1064990"/>
                    </a:cubicBezTo>
                    <a:cubicBezTo>
                      <a:pt x="133255" y="1063181"/>
                      <a:pt x="134874" y="1060799"/>
                      <a:pt x="136779" y="1060323"/>
                    </a:cubicBezTo>
                    <a:cubicBezTo>
                      <a:pt x="153639" y="1056132"/>
                      <a:pt x="170974" y="1048131"/>
                      <a:pt x="187547" y="1049179"/>
                    </a:cubicBezTo>
                    <a:cubicBezTo>
                      <a:pt x="216789" y="1051084"/>
                      <a:pt x="244316" y="1048798"/>
                      <a:pt x="270891" y="1036415"/>
                    </a:cubicBezTo>
                    <a:cubicBezTo>
                      <a:pt x="272510" y="1035653"/>
                      <a:pt x="274987" y="1034891"/>
                      <a:pt x="276320" y="1035558"/>
                    </a:cubicBezTo>
                    <a:cubicBezTo>
                      <a:pt x="292322" y="1043845"/>
                      <a:pt x="309848" y="1050417"/>
                      <a:pt x="323755" y="1061561"/>
                    </a:cubicBezTo>
                    <a:cubicBezTo>
                      <a:pt x="336995" y="1072134"/>
                      <a:pt x="352997" y="1072229"/>
                      <a:pt x="361855" y="1057942"/>
                    </a:cubicBezTo>
                    <a:cubicBezTo>
                      <a:pt x="366236" y="1050893"/>
                      <a:pt x="372332" y="1042702"/>
                      <a:pt x="379571" y="1039939"/>
                    </a:cubicBezTo>
                    <a:cubicBezTo>
                      <a:pt x="395954" y="1033653"/>
                      <a:pt x="413481" y="1030414"/>
                      <a:pt x="430530" y="1025747"/>
                    </a:cubicBezTo>
                    <a:cubicBezTo>
                      <a:pt x="451581" y="1020032"/>
                      <a:pt x="472345" y="1020032"/>
                      <a:pt x="493300" y="1027176"/>
                    </a:cubicBezTo>
                    <a:cubicBezTo>
                      <a:pt x="508064" y="1032224"/>
                      <a:pt x="523113" y="1032224"/>
                      <a:pt x="537782" y="1025366"/>
                    </a:cubicBezTo>
                    <a:cubicBezTo>
                      <a:pt x="545687" y="1021652"/>
                      <a:pt x="553784" y="1017842"/>
                      <a:pt x="562166" y="1015746"/>
                    </a:cubicBezTo>
                    <a:cubicBezTo>
                      <a:pt x="567595" y="1014412"/>
                      <a:pt x="573881" y="1015651"/>
                      <a:pt x="579596" y="1016699"/>
                    </a:cubicBezTo>
                    <a:cubicBezTo>
                      <a:pt x="590645" y="1018794"/>
                      <a:pt x="602075" y="1025176"/>
                      <a:pt x="612362" y="1023557"/>
                    </a:cubicBezTo>
                    <a:cubicBezTo>
                      <a:pt x="647891" y="1017842"/>
                      <a:pt x="681419" y="1031272"/>
                      <a:pt x="716090" y="1031653"/>
                    </a:cubicBezTo>
                    <a:cubicBezTo>
                      <a:pt x="731806" y="1031843"/>
                      <a:pt x="747332" y="1034891"/>
                      <a:pt x="758381" y="1018985"/>
                    </a:cubicBezTo>
                    <a:cubicBezTo>
                      <a:pt x="759809" y="1016889"/>
                      <a:pt x="766763" y="1018032"/>
                      <a:pt x="771049" y="1018699"/>
                    </a:cubicBezTo>
                    <a:cubicBezTo>
                      <a:pt x="780574" y="1020128"/>
                      <a:pt x="790004" y="1023747"/>
                      <a:pt x="799433" y="1023652"/>
                    </a:cubicBezTo>
                    <a:cubicBezTo>
                      <a:pt x="818960" y="1023557"/>
                      <a:pt x="838581" y="1022033"/>
                      <a:pt x="858012" y="1020318"/>
                    </a:cubicBezTo>
                    <a:cubicBezTo>
                      <a:pt x="865346" y="1019651"/>
                      <a:pt x="872395" y="1017080"/>
                      <a:pt x="879634" y="1015270"/>
                    </a:cubicBezTo>
                    <a:cubicBezTo>
                      <a:pt x="883634" y="1014222"/>
                      <a:pt x="887921" y="1011460"/>
                      <a:pt x="891635" y="1012031"/>
                    </a:cubicBezTo>
                    <a:cubicBezTo>
                      <a:pt x="913162" y="1015365"/>
                      <a:pt x="932879" y="1007174"/>
                      <a:pt x="953262" y="1003078"/>
                    </a:cubicBezTo>
                    <a:cubicBezTo>
                      <a:pt x="962692" y="1001173"/>
                      <a:pt x="971550" y="996601"/>
                      <a:pt x="980694" y="993458"/>
                    </a:cubicBezTo>
                    <a:cubicBezTo>
                      <a:pt x="983075" y="992600"/>
                      <a:pt x="985742" y="991838"/>
                      <a:pt x="988124" y="992029"/>
                    </a:cubicBezTo>
                    <a:cubicBezTo>
                      <a:pt x="1001744" y="993172"/>
                      <a:pt x="1015270" y="994791"/>
                      <a:pt x="1028795" y="996029"/>
                    </a:cubicBezTo>
                    <a:cubicBezTo>
                      <a:pt x="1041083" y="997172"/>
                      <a:pt x="1053465" y="997553"/>
                      <a:pt x="1059275" y="1011555"/>
                    </a:cubicBezTo>
                    <a:cubicBezTo>
                      <a:pt x="1060133" y="1013746"/>
                      <a:pt x="1062990" y="1015365"/>
                      <a:pt x="1065181" y="1016794"/>
                    </a:cubicBezTo>
                    <a:cubicBezTo>
                      <a:pt x="1098995" y="1038797"/>
                      <a:pt x="1117092" y="1038225"/>
                      <a:pt x="1150144" y="1014984"/>
                    </a:cubicBezTo>
                    <a:cubicBezTo>
                      <a:pt x="1153573" y="1012603"/>
                      <a:pt x="1160907" y="1010888"/>
                      <a:pt x="1163193" y="1012793"/>
                    </a:cubicBezTo>
                    <a:cubicBezTo>
                      <a:pt x="1182624" y="1028605"/>
                      <a:pt x="1203865" y="1026890"/>
                      <a:pt x="1226249" y="1021937"/>
                    </a:cubicBezTo>
                    <a:cubicBezTo>
                      <a:pt x="1232059" y="1020604"/>
                      <a:pt x="1240251" y="1020604"/>
                      <a:pt x="1244632" y="1023747"/>
                    </a:cubicBezTo>
                    <a:cubicBezTo>
                      <a:pt x="1265492" y="1038320"/>
                      <a:pt x="1287876" y="1036225"/>
                      <a:pt x="1310545" y="1031939"/>
                    </a:cubicBezTo>
                    <a:cubicBezTo>
                      <a:pt x="1314069" y="1031272"/>
                      <a:pt x="1318356" y="1027652"/>
                      <a:pt x="1319879" y="1024319"/>
                    </a:cubicBezTo>
                    <a:cubicBezTo>
                      <a:pt x="1325309" y="1012508"/>
                      <a:pt x="1335501" y="1008507"/>
                      <a:pt x="1346740" y="1005173"/>
                    </a:cubicBezTo>
                    <a:cubicBezTo>
                      <a:pt x="1364457" y="999744"/>
                      <a:pt x="1381887" y="993362"/>
                      <a:pt x="1399699" y="988219"/>
                    </a:cubicBezTo>
                    <a:cubicBezTo>
                      <a:pt x="1404081" y="986981"/>
                      <a:pt x="1409510" y="987743"/>
                      <a:pt x="1414082" y="989171"/>
                    </a:cubicBezTo>
                    <a:cubicBezTo>
                      <a:pt x="1429703" y="994029"/>
                      <a:pt x="1439609" y="1006221"/>
                      <a:pt x="1450467" y="1017461"/>
                    </a:cubicBezTo>
                    <a:cubicBezTo>
                      <a:pt x="1455230" y="1022414"/>
                      <a:pt x="1461802" y="1025938"/>
                      <a:pt x="1468184" y="1028795"/>
                    </a:cubicBezTo>
                    <a:cubicBezTo>
                      <a:pt x="1484757" y="1036130"/>
                      <a:pt x="1501712" y="1042702"/>
                      <a:pt x="1518476" y="1049655"/>
                    </a:cubicBezTo>
                    <a:cubicBezTo>
                      <a:pt x="1520095" y="1050322"/>
                      <a:pt x="1521428" y="1052036"/>
                      <a:pt x="1522667" y="1053465"/>
                    </a:cubicBezTo>
                    <a:cubicBezTo>
                      <a:pt x="1535049" y="1068515"/>
                      <a:pt x="1547336" y="1083659"/>
                      <a:pt x="1559814" y="1098709"/>
                    </a:cubicBezTo>
                    <a:cubicBezTo>
                      <a:pt x="1562195" y="1101566"/>
                      <a:pt x="1565625" y="1103662"/>
                      <a:pt x="1568196" y="1106424"/>
                    </a:cubicBezTo>
                    <a:cubicBezTo>
                      <a:pt x="1571816" y="1110234"/>
                      <a:pt x="1576388" y="1113854"/>
                      <a:pt x="1578293" y="1118426"/>
                    </a:cubicBezTo>
                    <a:cubicBezTo>
                      <a:pt x="1584198" y="1132808"/>
                      <a:pt x="1595533" y="1139000"/>
                      <a:pt x="1609820" y="1141667"/>
                    </a:cubicBezTo>
                    <a:cubicBezTo>
                      <a:pt x="1622870" y="1144143"/>
                      <a:pt x="1635919" y="1146239"/>
                      <a:pt x="1648873" y="1149096"/>
                    </a:cubicBezTo>
                    <a:cubicBezTo>
                      <a:pt x="1664684" y="1152525"/>
                      <a:pt x="1680401" y="1156240"/>
                      <a:pt x="1696022" y="1160431"/>
                    </a:cubicBezTo>
                    <a:cubicBezTo>
                      <a:pt x="1702784" y="1162241"/>
                      <a:pt x="1709928" y="1164336"/>
                      <a:pt x="1715739" y="1168051"/>
                    </a:cubicBezTo>
                    <a:cubicBezTo>
                      <a:pt x="1732026" y="1178338"/>
                      <a:pt x="1749457" y="1185291"/>
                      <a:pt x="1768602" y="1182529"/>
                    </a:cubicBezTo>
                    <a:cubicBezTo>
                      <a:pt x="1783937" y="1180338"/>
                      <a:pt x="1796796" y="1185958"/>
                      <a:pt x="1806321" y="1194721"/>
                    </a:cubicBezTo>
                    <a:cubicBezTo>
                      <a:pt x="1823657" y="1210628"/>
                      <a:pt x="1842230" y="1207008"/>
                      <a:pt x="1860709" y="1201865"/>
                    </a:cubicBezTo>
                    <a:cubicBezTo>
                      <a:pt x="1870234" y="1199198"/>
                      <a:pt x="1878044" y="1199579"/>
                      <a:pt x="1887093" y="1202150"/>
                    </a:cubicBezTo>
                    <a:cubicBezTo>
                      <a:pt x="1908048" y="1208151"/>
                      <a:pt x="1922050" y="1224439"/>
                      <a:pt x="1935575" y="1238726"/>
                    </a:cubicBezTo>
                    <a:cubicBezTo>
                      <a:pt x="1947101" y="1250918"/>
                      <a:pt x="1960055" y="1257776"/>
                      <a:pt x="1974247" y="1262920"/>
                    </a:cubicBezTo>
                    <a:cubicBezTo>
                      <a:pt x="1992154" y="1269492"/>
                      <a:pt x="2006346" y="1267016"/>
                      <a:pt x="2014919" y="1251204"/>
                    </a:cubicBezTo>
                    <a:cubicBezTo>
                      <a:pt x="2017300" y="1246727"/>
                      <a:pt x="2021491" y="1241488"/>
                      <a:pt x="2025968" y="1240155"/>
                    </a:cubicBezTo>
                    <a:cubicBezTo>
                      <a:pt x="2047589" y="1233488"/>
                      <a:pt x="2069497" y="1223772"/>
                      <a:pt x="2092643" y="1229678"/>
                    </a:cubicBezTo>
                    <a:cubicBezTo>
                      <a:pt x="2124647" y="1237774"/>
                      <a:pt x="2155889" y="1237298"/>
                      <a:pt x="2187893" y="1229297"/>
                    </a:cubicBezTo>
                    <a:cubicBezTo>
                      <a:pt x="2239804" y="1216343"/>
                      <a:pt x="2291715" y="1202627"/>
                      <a:pt x="2346294" y="1205484"/>
                    </a:cubicBezTo>
                    <a:cubicBezTo>
                      <a:pt x="2355342" y="1205960"/>
                      <a:pt x="2366105" y="1200150"/>
                      <a:pt x="2373916" y="1194435"/>
                    </a:cubicBezTo>
                    <a:cubicBezTo>
                      <a:pt x="2388870" y="1183577"/>
                      <a:pt x="2388203" y="1182719"/>
                      <a:pt x="2404967" y="1191673"/>
                    </a:cubicBezTo>
                    <a:cubicBezTo>
                      <a:pt x="2408968" y="1193864"/>
                      <a:pt x="2413921" y="1195197"/>
                      <a:pt x="2416874" y="1198436"/>
                    </a:cubicBezTo>
                    <a:cubicBezTo>
                      <a:pt x="2431923" y="1214914"/>
                      <a:pt x="2450497" y="1210913"/>
                      <a:pt x="2468975" y="1208532"/>
                    </a:cubicBezTo>
                    <a:cubicBezTo>
                      <a:pt x="2472214" y="1208056"/>
                      <a:pt x="2476119" y="1207389"/>
                      <a:pt x="2478882" y="1208723"/>
                    </a:cubicBezTo>
                    <a:cubicBezTo>
                      <a:pt x="2491359" y="1214723"/>
                      <a:pt x="2501932" y="1212628"/>
                      <a:pt x="2512791" y="1204436"/>
                    </a:cubicBezTo>
                    <a:cubicBezTo>
                      <a:pt x="2522220" y="1197388"/>
                      <a:pt x="2533079" y="1193197"/>
                      <a:pt x="2544223" y="1201960"/>
                    </a:cubicBezTo>
                    <a:cubicBezTo>
                      <a:pt x="2568988" y="1221391"/>
                      <a:pt x="2595467" y="1222343"/>
                      <a:pt x="2623471" y="1210056"/>
                    </a:cubicBezTo>
                    <a:cubicBezTo>
                      <a:pt x="2643473" y="1201293"/>
                      <a:pt x="2663190" y="1199293"/>
                      <a:pt x="2684241" y="1208151"/>
                    </a:cubicBezTo>
                    <a:cubicBezTo>
                      <a:pt x="2692337" y="1211580"/>
                      <a:pt x="2702814" y="1209294"/>
                      <a:pt x="2712244" y="1210056"/>
                    </a:cubicBezTo>
                    <a:cubicBezTo>
                      <a:pt x="2717578" y="1210437"/>
                      <a:pt x="2723484" y="1210532"/>
                      <a:pt x="2728055" y="1212914"/>
                    </a:cubicBezTo>
                    <a:cubicBezTo>
                      <a:pt x="2740248" y="1219010"/>
                      <a:pt x="2751582" y="1226820"/>
                      <a:pt x="2763869" y="1232821"/>
                    </a:cubicBezTo>
                    <a:cubicBezTo>
                      <a:pt x="2769775" y="1235678"/>
                      <a:pt x="2776823" y="1237202"/>
                      <a:pt x="2783491" y="1237298"/>
                    </a:cubicBezTo>
                    <a:cubicBezTo>
                      <a:pt x="2803208" y="1237774"/>
                      <a:pt x="2822925" y="1237774"/>
                      <a:pt x="2842546" y="1236917"/>
                    </a:cubicBezTo>
                    <a:cubicBezTo>
                      <a:pt x="2874931" y="1235583"/>
                      <a:pt x="2907792" y="1235297"/>
                      <a:pt x="2931128" y="1206913"/>
                    </a:cubicBezTo>
                    <a:cubicBezTo>
                      <a:pt x="2933034" y="1204627"/>
                      <a:pt x="2937129" y="1203293"/>
                      <a:pt x="2940368" y="1202912"/>
                    </a:cubicBezTo>
                    <a:cubicBezTo>
                      <a:pt x="2955322" y="1201103"/>
                      <a:pt x="2970657" y="1200912"/>
                      <a:pt x="2985421" y="1197959"/>
                    </a:cubicBezTo>
                    <a:cubicBezTo>
                      <a:pt x="2997232" y="1195578"/>
                      <a:pt x="3007043" y="1196340"/>
                      <a:pt x="3015996" y="1204722"/>
                    </a:cubicBezTo>
                    <a:cubicBezTo>
                      <a:pt x="3027712" y="1215771"/>
                      <a:pt x="3042000" y="1222248"/>
                      <a:pt x="3057621" y="1218724"/>
                    </a:cubicBezTo>
                    <a:cubicBezTo>
                      <a:pt x="3073241" y="1215295"/>
                      <a:pt x="3083528" y="1222724"/>
                      <a:pt x="3095054" y="1230440"/>
                    </a:cubicBezTo>
                    <a:cubicBezTo>
                      <a:pt x="3103436" y="1236059"/>
                      <a:pt x="3112961" y="1243108"/>
                      <a:pt x="3122295" y="1243679"/>
                    </a:cubicBezTo>
                    <a:cubicBezTo>
                      <a:pt x="3143441" y="1244917"/>
                      <a:pt x="3161634" y="1264539"/>
                      <a:pt x="3184589" y="1253395"/>
                    </a:cubicBezTo>
                    <a:cubicBezTo>
                      <a:pt x="3186113" y="1252633"/>
                      <a:pt x="3188875" y="1254538"/>
                      <a:pt x="3191066" y="1255014"/>
                    </a:cubicBezTo>
                    <a:cubicBezTo>
                      <a:pt x="3208592" y="1258634"/>
                      <a:pt x="3225070" y="1255109"/>
                      <a:pt x="3237929" y="1243203"/>
                    </a:cubicBezTo>
                    <a:cubicBezTo>
                      <a:pt x="3254788" y="1227677"/>
                      <a:pt x="3273457" y="1226153"/>
                      <a:pt x="3294221" y="1231202"/>
                    </a:cubicBezTo>
                    <a:cubicBezTo>
                      <a:pt x="3300889" y="1232821"/>
                      <a:pt x="3307557" y="1233964"/>
                      <a:pt x="3314319" y="1235297"/>
                    </a:cubicBezTo>
                    <a:cubicBezTo>
                      <a:pt x="3323463" y="1237202"/>
                      <a:pt x="3332703" y="1239203"/>
                      <a:pt x="3341846" y="1241108"/>
                    </a:cubicBezTo>
                    <a:cubicBezTo>
                      <a:pt x="3350705" y="1243013"/>
                      <a:pt x="3360516" y="1246251"/>
                      <a:pt x="3367373" y="1238060"/>
                    </a:cubicBezTo>
                    <a:cubicBezTo>
                      <a:pt x="3373279" y="1231011"/>
                      <a:pt x="3377470" y="1231678"/>
                      <a:pt x="3382899" y="1237774"/>
                    </a:cubicBezTo>
                    <a:cubicBezTo>
                      <a:pt x="3401759" y="1259110"/>
                      <a:pt x="3424619" y="1272445"/>
                      <a:pt x="3453765" y="1273397"/>
                    </a:cubicBezTo>
                    <a:cubicBezTo>
                      <a:pt x="3459766" y="1273588"/>
                      <a:pt x="3465862" y="1274921"/>
                      <a:pt x="3471767" y="1276350"/>
                    </a:cubicBezTo>
                    <a:cubicBezTo>
                      <a:pt x="3475387" y="1277207"/>
                      <a:pt x="3479769" y="1278160"/>
                      <a:pt x="3481959" y="1280732"/>
                    </a:cubicBezTo>
                    <a:cubicBezTo>
                      <a:pt x="3499009" y="1300353"/>
                      <a:pt x="3520250" y="1313974"/>
                      <a:pt x="3543396" y="1324928"/>
                    </a:cubicBezTo>
                    <a:cubicBezTo>
                      <a:pt x="3551682" y="1328833"/>
                      <a:pt x="3560541" y="1332738"/>
                      <a:pt x="3569494" y="1333881"/>
                    </a:cubicBezTo>
                    <a:cubicBezTo>
                      <a:pt x="3578828" y="1335024"/>
                      <a:pt x="3588639" y="1333119"/>
                      <a:pt x="3598164" y="1332071"/>
                    </a:cubicBezTo>
                    <a:cubicBezTo>
                      <a:pt x="3603784" y="1331500"/>
                      <a:pt x="3610261" y="1331595"/>
                      <a:pt x="3614738" y="1328833"/>
                    </a:cubicBezTo>
                    <a:cubicBezTo>
                      <a:pt x="3628930" y="1320165"/>
                      <a:pt x="3642646" y="1310831"/>
                      <a:pt x="3655886" y="1300734"/>
                    </a:cubicBezTo>
                    <a:cubicBezTo>
                      <a:pt x="3667221" y="1292066"/>
                      <a:pt x="3669507" y="1290828"/>
                      <a:pt x="3679317" y="1301687"/>
                    </a:cubicBezTo>
                    <a:cubicBezTo>
                      <a:pt x="3689414" y="1312831"/>
                      <a:pt x="3701987" y="1318641"/>
                      <a:pt x="3715893" y="1321022"/>
                    </a:cubicBezTo>
                    <a:cubicBezTo>
                      <a:pt x="3737896" y="1324737"/>
                      <a:pt x="3760089" y="1327880"/>
                      <a:pt x="3782282" y="1329690"/>
                    </a:cubicBezTo>
                    <a:cubicBezTo>
                      <a:pt x="3802380" y="1331309"/>
                      <a:pt x="3812000" y="1322546"/>
                      <a:pt x="3816001" y="1302639"/>
                    </a:cubicBezTo>
                    <a:cubicBezTo>
                      <a:pt x="3818287" y="1291590"/>
                      <a:pt x="3821240" y="1279588"/>
                      <a:pt x="3833431" y="1276636"/>
                    </a:cubicBezTo>
                    <a:cubicBezTo>
                      <a:pt x="3853339" y="1271873"/>
                      <a:pt x="3874008" y="1269778"/>
                      <a:pt x="3883819" y="1246442"/>
                    </a:cubicBezTo>
                    <a:cubicBezTo>
                      <a:pt x="3889248" y="1251585"/>
                      <a:pt x="3892582" y="1254633"/>
                      <a:pt x="3895821" y="1257681"/>
                    </a:cubicBezTo>
                    <a:cubicBezTo>
                      <a:pt x="3904774" y="1266158"/>
                      <a:pt x="3923347" y="1269778"/>
                      <a:pt x="3932778" y="1262444"/>
                    </a:cubicBezTo>
                    <a:cubicBezTo>
                      <a:pt x="3946684" y="1251776"/>
                      <a:pt x="3959448" y="1253776"/>
                      <a:pt x="3972782" y="1262063"/>
                    </a:cubicBezTo>
                    <a:cubicBezTo>
                      <a:pt x="3995071" y="1275779"/>
                      <a:pt x="4019931" y="1272635"/>
                      <a:pt x="4042505" y="1267111"/>
                    </a:cubicBezTo>
                    <a:cubicBezTo>
                      <a:pt x="4059555" y="1263015"/>
                      <a:pt x="4077748" y="1255490"/>
                      <a:pt x="4088892" y="1238250"/>
                    </a:cubicBezTo>
                    <a:cubicBezTo>
                      <a:pt x="4092416" y="1232726"/>
                      <a:pt x="4100322" y="1229963"/>
                      <a:pt x="4106609" y="1226344"/>
                    </a:cubicBezTo>
                    <a:cubicBezTo>
                      <a:pt x="4111848" y="1223391"/>
                      <a:pt x="4117372" y="1220629"/>
                      <a:pt x="4123182" y="1218724"/>
                    </a:cubicBezTo>
                    <a:cubicBezTo>
                      <a:pt x="4129373" y="1216628"/>
                      <a:pt x="4136232" y="1213580"/>
                      <a:pt x="4142328" y="1214438"/>
                    </a:cubicBezTo>
                    <a:cubicBezTo>
                      <a:pt x="4160806" y="1216914"/>
                      <a:pt x="4175475" y="1212056"/>
                      <a:pt x="4188524" y="1198245"/>
                    </a:cubicBezTo>
                    <a:cubicBezTo>
                      <a:pt x="4195287" y="1191101"/>
                      <a:pt x="4205288" y="1182434"/>
                      <a:pt x="4213860" y="1182338"/>
                    </a:cubicBezTo>
                    <a:cubicBezTo>
                      <a:pt x="4234720" y="1182053"/>
                      <a:pt x="4252055" y="1175195"/>
                      <a:pt x="4270820" y="1167003"/>
                    </a:cubicBezTo>
                    <a:cubicBezTo>
                      <a:pt x="4282916" y="1161764"/>
                      <a:pt x="4296632" y="1158145"/>
                      <a:pt x="4309587" y="1153287"/>
                    </a:cubicBezTo>
                    <a:cubicBezTo>
                      <a:pt x="4324731" y="1147572"/>
                      <a:pt x="4341210" y="1145477"/>
                      <a:pt x="4350449" y="1129665"/>
                    </a:cubicBezTo>
                    <a:cubicBezTo>
                      <a:pt x="4351496" y="1127951"/>
                      <a:pt x="4354640" y="1127665"/>
                      <a:pt x="4356164" y="1126046"/>
                    </a:cubicBezTo>
                    <a:cubicBezTo>
                      <a:pt x="4361021" y="1121093"/>
                      <a:pt x="4367308" y="1116521"/>
                      <a:pt x="4369880" y="1110520"/>
                    </a:cubicBezTo>
                    <a:cubicBezTo>
                      <a:pt x="4377309" y="1092994"/>
                      <a:pt x="4383119" y="1074896"/>
                      <a:pt x="4389787" y="1057085"/>
                    </a:cubicBezTo>
                    <a:cubicBezTo>
                      <a:pt x="4391216" y="1053275"/>
                      <a:pt x="4392549" y="1048417"/>
                      <a:pt x="4395502" y="1046226"/>
                    </a:cubicBezTo>
                    <a:cubicBezTo>
                      <a:pt x="4412552" y="1033653"/>
                      <a:pt x="4429888" y="1021556"/>
                      <a:pt x="4447413" y="1009650"/>
                    </a:cubicBezTo>
                    <a:cubicBezTo>
                      <a:pt x="4454462" y="1004887"/>
                      <a:pt x="4460367" y="1007555"/>
                      <a:pt x="4466654" y="1013079"/>
                    </a:cubicBezTo>
                    <a:cubicBezTo>
                      <a:pt x="4472750" y="1018318"/>
                      <a:pt x="4480275" y="1023747"/>
                      <a:pt x="4487894" y="1025081"/>
                    </a:cubicBezTo>
                    <a:cubicBezTo>
                      <a:pt x="4503135" y="1027652"/>
                      <a:pt x="4518946" y="1028224"/>
                      <a:pt x="4534472" y="1028224"/>
                    </a:cubicBezTo>
                    <a:cubicBezTo>
                      <a:pt x="4540282" y="1028224"/>
                      <a:pt x="4546473" y="1024795"/>
                      <a:pt x="4551903" y="1022033"/>
                    </a:cubicBezTo>
                    <a:cubicBezTo>
                      <a:pt x="4562189" y="1016794"/>
                      <a:pt x="4571714" y="1009745"/>
                      <a:pt x="4582382" y="1005364"/>
                    </a:cubicBezTo>
                    <a:cubicBezTo>
                      <a:pt x="4594765" y="1000316"/>
                      <a:pt x="4602194" y="992219"/>
                      <a:pt x="4605909" y="979551"/>
                    </a:cubicBezTo>
                    <a:cubicBezTo>
                      <a:pt x="4611434" y="960692"/>
                      <a:pt x="4624579" y="947547"/>
                      <a:pt x="4640104" y="936879"/>
                    </a:cubicBezTo>
                    <a:cubicBezTo>
                      <a:pt x="4659821" y="923258"/>
                      <a:pt x="4683348" y="923925"/>
                      <a:pt x="4705731" y="920591"/>
                    </a:cubicBezTo>
                    <a:cubicBezTo>
                      <a:pt x="4714304" y="919353"/>
                      <a:pt x="4723162" y="918305"/>
                      <a:pt x="4730973" y="915162"/>
                    </a:cubicBezTo>
                    <a:cubicBezTo>
                      <a:pt x="4760595" y="903351"/>
                      <a:pt x="4790218" y="892112"/>
                      <a:pt x="4822794" y="892397"/>
                    </a:cubicBezTo>
                    <a:cubicBezTo>
                      <a:pt x="4825460" y="892397"/>
                      <a:pt x="4828128" y="892112"/>
                      <a:pt x="4830794" y="891635"/>
                    </a:cubicBezTo>
                    <a:cubicBezTo>
                      <a:pt x="4853940" y="887730"/>
                      <a:pt x="4877848" y="886206"/>
                      <a:pt x="4894421" y="865442"/>
                    </a:cubicBezTo>
                    <a:cubicBezTo>
                      <a:pt x="4897469" y="861632"/>
                      <a:pt x="4904422" y="860489"/>
                      <a:pt x="4909756" y="858964"/>
                    </a:cubicBezTo>
                    <a:cubicBezTo>
                      <a:pt x="4918996" y="856488"/>
                      <a:pt x="4925188" y="851440"/>
                      <a:pt x="4928521" y="842391"/>
                    </a:cubicBezTo>
                    <a:cubicBezTo>
                      <a:pt x="4934141" y="826770"/>
                      <a:pt x="4940808" y="811435"/>
                      <a:pt x="4945857" y="795623"/>
                    </a:cubicBezTo>
                    <a:cubicBezTo>
                      <a:pt x="4949381" y="784765"/>
                      <a:pt x="4955953" y="778764"/>
                      <a:pt x="4966145" y="774287"/>
                    </a:cubicBezTo>
                    <a:cubicBezTo>
                      <a:pt x="4971860" y="771811"/>
                      <a:pt x="4976813" y="766382"/>
                      <a:pt x="4980909" y="761333"/>
                    </a:cubicBezTo>
                    <a:cubicBezTo>
                      <a:pt x="4985862" y="755237"/>
                      <a:pt x="4988433" y="747141"/>
                      <a:pt x="4993862" y="741712"/>
                    </a:cubicBezTo>
                    <a:cubicBezTo>
                      <a:pt x="5007102" y="728186"/>
                      <a:pt x="5011198" y="713232"/>
                      <a:pt x="5006816" y="694754"/>
                    </a:cubicBezTo>
                    <a:cubicBezTo>
                      <a:pt x="5002911" y="678371"/>
                      <a:pt x="5013198" y="656463"/>
                      <a:pt x="5026724" y="653129"/>
                    </a:cubicBezTo>
                    <a:cubicBezTo>
                      <a:pt x="5041678" y="649414"/>
                      <a:pt x="5051965" y="640271"/>
                      <a:pt x="5062538" y="630079"/>
                    </a:cubicBezTo>
                    <a:cubicBezTo>
                      <a:pt x="5068443" y="624364"/>
                      <a:pt x="5076730" y="619411"/>
                      <a:pt x="5084731" y="617982"/>
                    </a:cubicBezTo>
                    <a:cubicBezTo>
                      <a:pt x="5115116" y="612458"/>
                      <a:pt x="5143786" y="619220"/>
                      <a:pt x="5172647" y="630174"/>
                    </a:cubicBezTo>
                    <a:cubicBezTo>
                      <a:pt x="5191506" y="637318"/>
                      <a:pt x="5212461" y="639223"/>
                      <a:pt x="5232654" y="642080"/>
                    </a:cubicBezTo>
                    <a:cubicBezTo>
                      <a:pt x="5238941" y="642937"/>
                      <a:pt x="5246942" y="641033"/>
                      <a:pt x="5252371" y="637508"/>
                    </a:cubicBezTo>
                    <a:cubicBezTo>
                      <a:pt x="5271421" y="625316"/>
                      <a:pt x="5290376" y="612743"/>
                      <a:pt x="5308092" y="598646"/>
                    </a:cubicBezTo>
                    <a:cubicBezTo>
                      <a:pt x="5324571" y="585407"/>
                      <a:pt x="5343144" y="579882"/>
                      <a:pt x="5363147" y="581311"/>
                    </a:cubicBezTo>
                    <a:cubicBezTo>
                      <a:pt x="5377720" y="582359"/>
                      <a:pt x="5390864" y="579977"/>
                      <a:pt x="5404580" y="576358"/>
                    </a:cubicBezTo>
                    <a:cubicBezTo>
                      <a:pt x="5416010" y="573310"/>
                      <a:pt x="5428583" y="571214"/>
                      <a:pt x="5440203" y="572548"/>
                    </a:cubicBezTo>
                    <a:cubicBezTo>
                      <a:pt x="5456491" y="574453"/>
                      <a:pt x="5469922" y="571691"/>
                      <a:pt x="5482971" y="561880"/>
                    </a:cubicBezTo>
                    <a:cubicBezTo>
                      <a:pt x="5489924" y="556641"/>
                      <a:pt x="5498878" y="553879"/>
                      <a:pt x="5507165" y="550259"/>
                    </a:cubicBezTo>
                    <a:cubicBezTo>
                      <a:pt x="5519928" y="544640"/>
                      <a:pt x="5533168" y="539877"/>
                      <a:pt x="5545645" y="533591"/>
                    </a:cubicBezTo>
                    <a:cubicBezTo>
                      <a:pt x="5559076" y="526923"/>
                      <a:pt x="5571363" y="517684"/>
                      <a:pt x="5585079" y="511969"/>
                    </a:cubicBezTo>
                    <a:cubicBezTo>
                      <a:pt x="5599843" y="505778"/>
                      <a:pt x="5609368" y="496348"/>
                      <a:pt x="5615368" y="481679"/>
                    </a:cubicBezTo>
                    <a:cubicBezTo>
                      <a:pt x="5619179" y="472440"/>
                      <a:pt x="5624417" y="462629"/>
                      <a:pt x="5631656" y="456152"/>
                    </a:cubicBezTo>
                    <a:cubicBezTo>
                      <a:pt x="5646611" y="442913"/>
                      <a:pt x="5664136" y="432625"/>
                      <a:pt x="5679377" y="419576"/>
                    </a:cubicBezTo>
                    <a:cubicBezTo>
                      <a:pt x="5700808" y="401288"/>
                      <a:pt x="5720620" y="381857"/>
                      <a:pt x="5722525" y="350615"/>
                    </a:cubicBezTo>
                    <a:cubicBezTo>
                      <a:pt x="5723572" y="333375"/>
                      <a:pt x="5732716" y="326041"/>
                      <a:pt x="5749576" y="321945"/>
                    </a:cubicBezTo>
                    <a:cubicBezTo>
                      <a:pt x="5755195" y="320612"/>
                      <a:pt x="5763197" y="318040"/>
                      <a:pt x="5764911" y="313849"/>
                    </a:cubicBezTo>
                    <a:cubicBezTo>
                      <a:pt x="5770054" y="301371"/>
                      <a:pt x="5780722" y="298895"/>
                      <a:pt x="5791009" y="293942"/>
                    </a:cubicBezTo>
                    <a:cubicBezTo>
                      <a:pt x="5797201" y="290989"/>
                      <a:pt x="5804821" y="285179"/>
                      <a:pt x="5806440" y="279178"/>
                    </a:cubicBezTo>
                    <a:cubicBezTo>
                      <a:pt x="5813107" y="254889"/>
                      <a:pt x="5831395" y="240602"/>
                      <a:pt x="5848636" y="224885"/>
                    </a:cubicBezTo>
                    <a:cubicBezTo>
                      <a:pt x="5853684" y="220218"/>
                      <a:pt x="5859113" y="214884"/>
                      <a:pt x="5861590" y="208788"/>
                    </a:cubicBezTo>
                    <a:cubicBezTo>
                      <a:pt x="5866829" y="195643"/>
                      <a:pt x="5874639" y="186118"/>
                      <a:pt x="5888355" y="181166"/>
                    </a:cubicBezTo>
                    <a:cubicBezTo>
                      <a:pt x="5892736" y="179642"/>
                      <a:pt x="5896737" y="176117"/>
                      <a:pt x="5900071" y="172784"/>
                    </a:cubicBezTo>
                    <a:cubicBezTo>
                      <a:pt x="5907215" y="165545"/>
                      <a:pt x="5913215" y="157067"/>
                      <a:pt x="5920740" y="150305"/>
                    </a:cubicBezTo>
                    <a:cubicBezTo>
                      <a:pt x="5939885" y="132874"/>
                      <a:pt x="5958840" y="115729"/>
                      <a:pt x="5969985" y="91345"/>
                    </a:cubicBezTo>
                    <a:cubicBezTo>
                      <a:pt x="5975413" y="79439"/>
                      <a:pt x="5981605" y="66485"/>
                      <a:pt x="5991130" y="58293"/>
                    </a:cubicBezTo>
                    <a:cubicBezTo>
                      <a:pt x="6003227" y="47911"/>
                      <a:pt x="6019133" y="42005"/>
                      <a:pt x="6033325" y="33909"/>
                    </a:cubicBezTo>
                    <a:cubicBezTo>
                      <a:pt x="6040469" y="29813"/>
                      <a:pt x="6047137" y="24860"/>
                      <a:pt x="6054376" y="20955"/>
                    </a:cubicBezTo>
                    <a:cubicBezTo>
                      <a:pt x="6067234" y="14097"/>
                      <a:pt x="6080379" y="7715"/>
                      <a:pt x="609552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B911230A-EF3B-4760-9087-E4FBE05BDC5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44" y="3296011"/>
                <a:ext cx="12191456" cy="2849975"/>
              </a:xfrm>
              <a:custGeom>
                <a:avLst/>
                <a:gdLst>
                  <a:gd name="connsiteX0" fmla="*/ 6095524 w 6095524"/>
                  <a:gd name="connsiteY0" fmla="*/ 0 h 1424940"/>
                  <a:gd name="connsiteX1" fmla="*/ 6095524 w 6095524"/>
                  <a:gd name="connsiteY1" fmla="*/ 17431 h 1424940"/>
                  <a:gd name="connsiteX2" fmla="*/ 6095524 w 6095524"/>
                  <a:gd name="connsiteY2" fmla="*/ 216290 h 1424940"/>
                  <a:gd name="connsiteX3" fmla="*/ 6079998 w 6095524"/>
                  <a:gd name="connsiteY3" fmla="*/ 230600 h 1424940"/>
                  <a:gd name="connsiteX4" fmla="*/ 6012751 w 6095524"/>
                  <a:gd name="connsiteY4" fmla="*/ 260699 h 1424940"/>
                  <a:gd name="connsiteX5" fmla="*/ 5992749 w 6095524"/>
                  <a:gd name="connsiteY5" fmla="*/ 268700 h 1424940"/>
                  <a:gd name="connsiteX6" fmla="*/ 5910358 w 6095524"/>
                  <a:gd name="connsiteY6" fmla="*/ 320231 h 1424940"/>
                  <a:gd name="connsiteX7" fmla="*/ 5835777 w 6095524"/>
                  <a:gd name="connsiteY7" fmla="*/ 383953 h 1424940"/>
                  <a:gd name="connsiteX8" fmla="*/ 5781008 w 6095524"/>
                  <a:gd name="connsiteY8" fmla="*/ 459581 h 1424940"/>
                  <a:gd name="connsiteX9" fmla="*/ 5765673 w 6095524"/>
                  <a:gd name="connsiteY9" fmla="*/ 477584 h 1424940"/>
                  <a:gd name="connsiteX10" fmla="*/ 5723763 w 6095524"/>
                  <a:gd name="connsiteY10" fmla="*/ 500158 h 1424940"/>
                  <a:gd name="connsiteX11" fmla="*/ 5686711 w 6095524"/>
                  <a:gd name="connsiteY11" fmla="*/ 517112 h 1424940"/>
                  <a:gd name="connsiteX12" fmla="*/ 5659850 w 6095524"/>
                  <a:gd name="connsiteY12" fmla="*/ 535877 h 1424940"/>
                  <a:gd name="connsiteX13" fmla="*/ 5637181 w 6095524"/>
                  <a:gd name="connsiteY13" fmla="*/ 553117 h 1424940"/>
                  <a:gd name="connsiteX14" fmla="*/ 5585841 w 6095524"/>
                  <a:gd name="connsiteY14" fmla="*/ 597694 h 1424940"/>
                  <a:gd name="connsiteX15" fmla="*/ 5528977 w 6095524"/>
                  <a:gd name="connsiteY15" fmla="*/ 635318 h 1424940"/>
                  <a:gd name="connsiteX16" fmla="*/ 5483256 w 6095524"/>
                  <a:gd name="connsiteY16" fmla="*/ 681419 h 1424940"/>
                  <a:gd name="connsiteX17" fmla="*/ 5464397 w 6095524"/>
                  <a:gd name="connsiteY17" fmla="*/ 706374 h 1424940"/>
                  <a:gd name="connsiteX18" fmla="*/ 5424773 w 6095524"/>
                  <a:gd name="connsiteY18" fmla="*/ 723424 h 1424940"/>
                  <a:gd name="connsiteX19" fmla="*/ 5381815 w 6095524"/>
                  <a:gd name="connsiteY19" fmla="*/ 750094 h 1424940"/>
                  <a:gd name="connsiteX20" fmla="*/ 5351335 w 6095524"/>
                  <a:gd name="connsiteY20" fmla="*/ 776573 h 1424940"/>
                  <a:gd name="connsiteX21" fmla="*/ 5327809 w 6095524"/>
                  <a:gd name="connsiteY21" fmla="*/ 794290 h 1424940"/>
                  <a:gd name="connsiteX22" fmla="*/ 5294566 w 6095524"/>
                  <a:gd name="connsiteY22" fmla="*/ 812102 h 1424940"/>
                  <a:gd name="connsiteX23" fmla="*/ 5261229 w 6095524"/>
                  <a:gd name="connsiteY23" fmla="*/ 835438 h 1424940"/>
                  <a:gd name="connsiteX24" fmla="*/ 5245037 w 6095524"/>
                  <a:gd name="connsiteY24" fmla="*/ 849821 h 1424940"/>
                  <a:gd name="connsiteX25" fmla="*/ 5213699 w 6095524"/>
                  <a:gd name="connsiteY25" fmla="*/ 873728 h 1424940"/>
                  <a:gd name="connsiteX26" fmla="*/ 5181409 w 6095524"/>
                  <a:gd name="connsiteY26" fmla="*/ 896017 h 1424940"/>
                  <a:gd name="connsiteX27" fmla="*/ 5120735 w 6095524"/>
                  <a:gd name="connsiteY27" fmla="*/ 921544 h 1424940"/>
                  <a:gd name="connsiteX28" fmla="*/ 5065490 w 6095524"/>
                  <a:gd name="connsiteY28" fmla="*/ 959072 h 1424940"/>
                  <a:gd name="connsiteX29" fmla="*/ 5021675 w 6095524"/>
                  <a:gd name="connsiteY29" fmla="*/ 986504 h 1424940"/>
                  <a:gd name="connsiteX30" fmla="*/ 4996148 w 6095524"/>
                  <a:gd name="connsiteY30" fmla="*/ 1004507 h 1424940"/>
                  <a:gd name="connsiteX31" fmla="*/ 4949285 w 6095524"/>
                  <a:gd name="connsiteY31" fmla="*/ 1044702 h 1424940"/>
                  <a:gd name="connsiteX32" fmla="*/ 4876609 w 6095524"/>
                  <a:gd name="connsiteY32" fmla="*/ 1086993 h 1424940"/>
                  <a:gd name="connsiteX33" fmla="*/ 4832699 w 6095524"/>
                  <a:gd name="connsiteY33" fmla="*/ 1109853 h 1424940"/>
                  <a:gd name="connsiteX34" fmla="*/ 4738211 w 6095524"/>
                  <a:gd name="connsiteY34" fmla="*/ 1144334 h 1424940"/>
                  <a:gd name="connsiteX35" fmla="*/ 4707731 w 6095524"/>
                  <a:gd name="connsiteY35" fmla="*/ 1156621 h 1424940"/>
                  <a:gd name="connsiteX36" fmla="*/ 4672870 w 6095524"/>
                  <a:gd name="connsiteY36" fmla="*/ 1164717 h 1424940"/>
                  <a:gd name="connsiteX37" fmla="*/ 4616863 w 6095524"/>
                  <a:gd name="connsiteY37" fmla="*/ 1183862 h 1424940"/>
                  <a:gd name="connsiteX38" fmla="*/ 4507516 w 6095524"/>
                  <a:gd name="connsiteY38" fmla="*/ 1216819 h 1424940"/>
                  <a:gd name="connsiteX39" fmla="*/ 4483513 w 6095524"/>
                  <a:gd name="connsiteY39" fmla="*/ 1221867 h 1424940"/>
                  <a:gd name="connsiteX40" fmla="*/ 4422362 w 6095524"/>
                  <a:gd name="connsiteY40" fmla="*/ 1243108 h 1424940"/>
                  <a:gd name="connsiteX41" fmla="*/ 4385691 w 6095524"/>
                  <a:gd name="connsiteY41" fmla="*/ 1257395 h 1424940"/>
                  <a:gd name="connsiteX42" fmla="*/ 4355306 w 6095524"/>
                  <a:gd name="connsiteY42" fmla="*/ 1265587 h 1424940"/>
                  <a:gd name="connsiteX43" fmla="*/ 4328446 w 6095524"/>
                  <a:gd name="connsiteY43" fmla="*/ 1269397 h 1424940"/>
                  <a:gd name="connsiteX44" fmla="*/ 4257770 w 6095524"/>
                  <a:gd name="connsiteY44" fmla="*/ 1288256 h 1424940"/>
                  <a:gd name="connsiteX45" fmla="*/ 4229576 w 6095524"/>
                  <a:gd name="connsiteY45" fmla="*/ 1295686 h 1424940"/>
                  <a:gd name="connsiteX46" fmla="*/ 4156424 w 6095524"/>
                  <a:gd name="connsiteY46" fmla="*/ 1321213 h 1424940"/>
                  <a:gd name="connsiteX47" fmla="*/ 4094416 w 6095524"/>
                  <a:gd name="connsiteY47" fmla="*/ 1338072 h 1424940"/>
                  <a:gd name="connsiteX48" fmla="*/ 4068509 w 6095524"/>
                  <a:gd name="connsiteY48" fmla="*/ 1346168 h 1424940"/>
                  <a:gd name="connsiteX49" fmla="*/ 4009263 w 6095524"/>
                  <a:gd name="connsiteY49" fmla="*/ 1359694 h 1424940"/>
                  <a:gd name="connsiteX50" fmla="*/ 3975735 w 6095524"/>
                  <a:gd name="connsiteY50" fmla="*/ 1369219 h 1424940"/>
                  <a:gd name="connsiteX51" fmla="*/ 3893915 w 6095524"/>
                  <a:gd name="connsiteY51" fmla="*/ 1379982 h 1424940"/>
                  <a:gd name="connsiteX52" fmla="*/ 3809428 w 6095524"/>
                  <a:gd name="connsiteY52" fmla="*/ 1390364 h 1424940"/>
                  <a:gd name="connsiteX53" fmla="*/ 3763042 w 6095524"/>
                  <a:gd name="connsiteY53" fmla="*/ 1393793 h 1424940"/>
                  <a:gd name="connsiteX54" fmla="*/ 3722561 w 6095524"/>
                  <a:gd name="connsiteY54" fmla="*/ 1399223 h 1424940"/>
                  <a:gd name="connsiteX55" fmla="*/ 3687318 w 6095524"/>
                  <a:gd name="connsiteY55" fmla="*/ 1402652 h 1424940"/>
                  <a:gd name="connsiteX56" fmla="*/ 3631216 w 6095524"/>
                  <a:gd name="connsiteY56" fmla="*/ 1409605 h 1424940"/>
                  <a:gd name="connsiteX57" fmla="*/ 3607880 w 6095524"/>
                  <a:gd name="connsiteY57" fmla="*/ 1411415 h 1424940"/>
                  <a:gd name="connsiteX58" fmla="*/ 3552825 w 6095524"/>
                  <a:gd name="connsiteY58" fmla="*/ 1411319 h 1424940"/>
                  <a:gd name="connsiteX59" fmla="*/ 3533680 w 6095524"/>
                  <a:gd name="connsiteY59" fmla="*/ 1410367 h 1424940"/>
                  <a:gd name="connsiteX60" fmla="*/ 3496818 w 6095524"/>
                  <a:gd name="connsiteY60" fmla="*/ 1398556 h 1424940"/>
                  <a:gd name="connsiteX61" fmla="*/ 3492437 w 6095524"/>
                  <a:gd name="connsiteY61" fmla="*/ 1397699 h 1424940"/>
                  <a:gd name="connsiteX62" fmla="*/ 3468243 w 6095524"/>
                  <a:gd name="connsiteY62" fmla="*/ 1393031 h 1424940"/>
                  <a:gd name="connsiteX63" fmla="*/ 3455003 w 6095524"/>
                  <a:gd name="connsiteY63" fmla="*/ 1391507 h 1424940"/>
                  <a:gd name="connsiteX64" fmla="*/ 3404711 w 6095524"/>
                  <a:gd name="connsiteY64" fmla="*/ 1381792 h 1424940"/>
                  <a:gd name="connsiteX65" fmla="*/ 3375756 w 6095524"/>
                  <a:gd name="connsiteY65" fmla="*/ 1377220 h 1424940"/>
                  <a:gd name="connsiteX66" fmla="*/ 3352324 w 6095524"/>
                  <a:gd name="connsiteY66" fmla="*/ 1377887 h 1424940"/>
                  <a:gd name="connsiteX67" fmla="*/ 3311176 w 6095524"/>
                  <a:gd name="connsiteY67" fmla="*/ 1378744 h 1424940"/>
                  <a:gd name="connsiteX68" fmla="*/ 3298031 w 6095524"/>
                  <a:gd name="connsiteY68" fmla="*/ 1380935 h 1424940"/>
                  <a:gd name="connsiteX69" fmla="*/ 3238595 w 6095524"/>
                  <a:gd name="connsiteY69" fmla="*/ 1374648 h 1424940"/>
                  <a:gd name="connsiteX70" fmla="*/ 3204686 w 6095524"/>
                  <a:gd name="connsiteY70" fmla="*/ 1374172 h 1424940"/>
                  <a:gd name="connsiteX71" fmla="*/ 3166491 w 6095524"/>
                  <a:gd name="connsiteY71" fmla="*/ 1366361 h 1424940"/>
                  <a:gd name="connsiteX72" fmla="*/ 3155347 w 6095524"/>
                  <a:gd name="connsiteY72" fmla="*/ 1366742 h 1424940"/>
                  <a:gd name="connsiteX73" fmla="*/ 3142869 w 6095524"/>
                  <a:gd name="connsiteY73" fmla="*/ 1367409 h 1424940"/>
                  <a:gd name="connsiteX74" fmla="*/ 3104578 w 6095524"/>
                  <a:gd name="connsiteY74" fmla="*/ 1367981 h 1424940"/>
                  <a:gd name="connsiteX75" fmla="*/ 3081337 w 6095524"/>
                  <a:gd name="connsiteY75" fmla="*/ 1370838 h 1424940"/>
                  <a:gd name="connsiteX76" fmla="*/ 3037047 w 6095524"/>
                  <a:gd name="connsiteY76" fmla="*/ 1369124 h 1424940"/>
                  <a:gd name="connsiteX77" fmla="*/ 3020663 w 6095524"/>
                  <a:gd name="connsiteY77" fmla="*/ 1371600 h 1424940"/>
                  <a:gd name="connsiteX78" fmla="*/ 2979230 w 6095524"/>
                  <a:gd name="connsiteY78" fmla="*/ 1371886 h 1424940"/>
                  <a:gd name="connsiteX79" fmla="*/ 2942082 w 6095524"/>
                  <a:gd name="connsiteY79" fmla="*/ 1370457 h 1424940"/>
                  <a:gd name="connsiteX80" fmla="*/ 2906268 w 6095524"/>
                  <a:gd name="connsiteY80" fmla="*/ 1371219 h 1424940"/>
                  <a:gd name="connsiteX81" fmla="*/ 2880646 w 6095524"/>
                  <a:gd name="connsiteY81" fmla="*/ 1374362 h 1424940"/>
                  <a:gd name="connsiteX82" fmla="*/ 2852833 w 6095524"/>
                  <a:gd name="connsiteY82" fmla="*/ 1376267 h 1424940"/>
                  <a:gd name="connsiteX83" fmla="*/ 2776157 w 6095524"/>
                  <a:gd name="connsiteY83" fmla="*/ 1387602 h 1424940"/>
                  <a:gd name="connsiteX84" fmla="*/ 2761965 w 6095524"/>
                  <a:gd name="connsiteY84" fmla="*/ 1384840 h 1424940"/>
                  <a:gd name="connsiteX85" fmla="*/ 2681383 w 6095524"/>
                  <a:gd name="connsiteY85" fmla="*/ 1382268 h 1424940"/>
                  <a:gd name="connsiteX86" fmla="*/ 2663857 w 6095524"/>
                  <a:gd name="connsiteY86" fmla="*/ 1382459 h 1424940"/>
                  <a:gd name="connsiteX87" fmla="*/ 2616803 w 6095524"/>
                  <a:gd name="connsiteY87" fmla="*/ 1371219 h 1424940"/>
                  <a:gd name="connsiteX88" fmla="*/ 2544223 w 6095524"/>
                  <a:gd name="connsiteY88" fmla="*/ 1389031 h 1424940"/>
                  <a:gd name="connsiteX89" fmla="*/ 2476309 w 6095524"/>
                  <a:gd name="connsiteY89" fmla="*/ 1411319 h 1424940"/>
                  <a:gd name="connsiteX90" fmla="*/ 2467737 w 6095524"/>
                  <a:gd name="connsiteY90" fmla="*/ 1414177 h 1424940"/>
                  <a:gd name="connsiteX91" fmla="*/ 2443353 w 6095524"/>
                  <a:gd name="connsiteY91" fmla="*/ 1419035 h 1424940"/>
                  <a:gd name="connsiteX92" fmla="*/ 2413159 w 6095524"/>
                  <a:gd name="connsiteY92" fmla="*/ 1420749 h 1424940"/>
                  <a:gd name="connsiteX93" fmla="*/ 2374868 w 6095524"/>
                  <a:gd name="connsiteY93" fmla="*/ 1424940 h 1424940"/>
                  <a:gd name="connsiteX94" fmla="*/ 2344198 w 6095524"/>
                  <a:gd name="connsiteY94" fmla="*/ 1419701 h 1424940"/>
                  <a:gd name="connsiteX95" fmla="*/ 2301335 w 6095524"/>
                  <a:gd name="connsiteY95" fmla="*/ 1411891 h 1424940"/>
                  <a:gd name="connsiteX96" fmla="*/ 2260949 w 6095524"/>
                  <a:gd name="connsiteY96" fmla="*/ 1404461 h 1424940"/>
                  <a:gd name="connsiteX97" fmla="*/ 2248186 w 6095524"/>
                  <a:gd name="connsiteY97" fmla="*/ 1413224 h 1424940"/>
                  <a:gd name="connsiteX98" fmla="*/ 2228469 w 6095524"/>
                  <a:gd name="connsiteY98" fmla="*/ 1420844 h 1424940"/>
                  <a:gd name="connsiteX99" fmla="*/ 2206562 w 6095524"/>
                  <a:gd name="connsiteY99" fmla="*/ 1411700 h 1424940"/>
                  <a:gd name="connsiteX100" fmla="*/ 2155317 w 6095524"/>
                  <a:gd name="connsiteY100" fmla="*/ 1392746 h 1424940"/>
                  <a:gd name="connsiteX101" fmla="*/ 2122932 w 6095524"/>
                  <a:gd name="connsiteY101" fmla="*/ 1391888 h 1424940"/>
                  <a:gd name="connsiteX102" fmla="*/ 2052542 w 6095524"/>
                  <a:gd name="connsiteY102" fmla="*/ 1383792 h 1424940"/>
                  <a:gd name="connsiteX103" fmla="*/ 2006537 w 6095524"/>
                  <a:gd name="connsiteY103" fmla="*/ 1372267 h 1424940"/>
                  <a:gd name="connsiteX104" fmla="*/ 1973486 w 6095524"/>
                  <a:gd name="connsiteY104" fmla="*/ 1359218 h 1424940"/>
                  <a:gd name="connsiteX105" fmla="*/ 1926146 w 6095524"/>
                  <a:gd name="connsiteY105" fmla="*/ 1342168 h 1424940"/>
                  <a:gd name="connsiteX106" fmla="*/ 1878616 w 6095524"/>
                  <a:gd name="connsiteY106" fmla="*/ 1333310 h 1424940"/>
                  <a:gd name="connsiteX107" fmla="*/ 1844231 w 6095524"/>
                  <a:gd name="connsiteY107" fmla="*/ 1322165 h 1424940"/>
                  <a:gd name="connsiteX108" fmla="*/ 1802225 w 6095524"/>
                  <a:gd name="connsiteY108" fmla="*/ 1314545 h 1424940"/>
                  <a:gd name="connsiteX109" fmla="*/ 1766983 w 6095524"/>
                  <a:gd name="connsiteY109" fmla="*/ 1314260 h 1424940"/>
                  <a:gd name="connsiteX110" fmla="*/ 1711738 w 6095524"/>
                  <a:gd name="connsiteY110" fmla="*/ 1315593 h 1424940"/>
                  <a:gd name="connsiteX111" fmla="*/ 1644111 w 6095524"/>
                  <a:gd name="connsiteY111" fmla="*/ 1292543 h 1424940"/>
                  <a:gd name="connsiteX112" fmla="*/ 1616774 w 6095524"/>
                  <a:gd name="connsiteY112" fmla="*/ 1287399 h 1424940"/>
                  <a:gd name="connsiteX113" fmla="*/ 1591056 w 6095524"/>
                  <a:gd name="connsiteY113" fmla="*/ 1285018 h 1424940"/>
                  <a:gd name="connsiteX114" fmla="*/ 1536478 w 6095524"/>
                  <a:gd name="connsiteY114" fmla="*/ 1269683 h 1424940"/>
                  <a:gd name="connsiteX115" fmla="*/ 1514285 w 6095524"/>
                  <a:gd name="connsiteY115" fmla="*/ 1264634 h 1424940"/>
                  <a:gd name="connsiteX116" fmla="*/ 1483233 w 6095524"/>
                  <a:gd name="connsiteY116" fmla="*/ 1264730 h 1424940"/>
                  <a:gd name="connsiteX117" fmla="*/ 1426750 w 6095524"/>
                  <a:gd name="connsiteY117" fmla="*/ 1257681 h 1424940"/>
                  <a:gd name="connsiteX118" fmla="*/ 1370362 w 6095524"/>
                  <a:gd name="connsiteY118" fmla="*/ 1237107 h 1424940"/>
                  <a:gd name="connsiteX119" fmla="*/ 1346454 w 6095524"/>
                  <a:gd name="connsiteY119" fmla="*/ 1239107 h 1424940"/>
                  <a:gd name="connsiteX120" fmla="*/ 1337882 w 6095524"/>
                  <a:gd name="connsiteY120" fmla="*/ 1238631 h 1424940"/>
                  <a:gd name="connsiteX121" fmla="*/ 1260825 w 6095524"/>
                  <a:gd name="connsiteY121" fmla="*/ 1227296 h 1424940"/>
                  <a:gd name="connsiteX122" fmla="*/ 1253109 w 6095524"/>
                  <a:gd name="connsiteY122" fmla="*/ 1226058 h 1424940"/>
                  <a:gd name="connsiteX123" fmla="*/ 1216915 w 6095524"/>
                  <a:gd name="connsiteY123" fmla="*/ 1215962 h 1424940"/>
                  <a:gd name="connsiteX124" fmla="*/ 1125664 w 6095524"/>
                  <a:gd name="connsiteY124" fmla="*/ 1209675 h 1424940"/>
                  <a:gd name="connsiteX125" fmla="*/ 1120045 w 6095524"/>
                  <a:gd name="connsiteY125" fmla="*/ 1208913 h 1424940"/>
                  <a:gd name="connsiteX126" fmla="*/ 1089469 w 6095524"/>
                  <a:gd name="connsiteY126" fmla="*/ 1213961 h 1424940"/>
                  <a:gd name="connsiteX127" fmla="*/ 1074325 w 6095524"/>
                  <a:gd name="connsiteY127" fmla="*/ 1221105 h 1424940"/>
                  <a:gd name="connsiteX128" fmla="*/ 1050703 w 6095524"/>
                  <a:gd name="connsiteY128" fmla="*/ 1228535 h 1424940"/>
                  <a:gd name="connsiteX129" fmla="*/ 1026700 w 6095524"/>
                  <a:gd name="connsiteY129" fmla="*/ 1231297 h 1424940"/>
                  <a:gd name="connsiteX130" fmla="*/ 986409 w 6095524"/>
                  <a:gd name="connsiteY130" fmla="*/ 1220057 h 1424940"/>
                  <a:gd name="connsiteX131" fmla="*/ 971741 w 6095524"/>
                  <a:gd name="connsiteY131" fmla="*/ 1218914 h 1424940"/>
                  <a:gd name="connsiteX132" fmla="*/ 939070 w 6095524"/>
                  <a:gd name="connsiteY132" fmla="*/ 1213485 h 1424940"/>
                  <a:gd name="connsiteX133" fmla="*/ 910495 w 6095524"/>
                  <a:gd name="connsiteY133" fmla="*/ 1213866 h 1424940"/>
                  <a:gd name="connsiteX134" fmla="*/ 887540 w 6095524"/>
                  <a:gd name="connsiteY134" fmla="*/ 1222534 h 1424940"/>
                  <a:gd name="connsiteX135" fmla="*/ 854202 w 6095524"/>
                  <a:gd name="connsiteY135" fmla="*/ 1224248 h 1424940"/>
                  <a:gd name="connsiteX136" fmla="*/ 832675 w 6095524"/>
                  <a:gd name="connsiteY136" fmla="*/ 1217962 h 1424940"/>
                  <a:gd name="connsiteX137" fmla="*/ 828294 w 6095524"/>
                  <a:gd name="connsiteY137" fmla="*/ 1217105 h 1424940"/>
                  <a:gd name="connsiteX138" fmla="*/ 772001 w 6095524"/>
                  <a:gd name="connsiteY138" fmla="*/ 1216723 h 1424940"/>
                  <a:gd name="connsiteX139" fmla="*/ 701707 w 6095524"/>
                  <a:gd name="connsiteY139" fmla="*/ 1235678 h 1424940"/>
                  <a:gd name="connsiteX140" fmla="*/ 690086 w 6095524"/>
                  <a:gd name="connsiteY140" fmla="*/ 1239679 h 1424940"/>
                  <a:gd name="connsiteX141" fmla="*/ 633412 w 6095524"/>
                  <a:gd name="connsiteY141" fmla="*/ 1246632 h 1424940"/>
                  <a:gd name="connsiteX142" fmla="*/ 603028 w 6095524"/>
                  <a:gd name="connsiteY142" fmla="*/ 1253681 h 1424940"/>
                  <a:gd name="connsiteX143" fmla="*/ 581120 w 6095524"/>
                  <a:gd name="connsiteY143" fmla="*/ 1254062 h 1424940"/>
                  <a:gd name="connsiteX144" fmla="*/ 554642 w 6095524"/>
                  <a:gd name="connsiteY144" fmla="*/ 1266539 h 1424940"/>
                  <a:gd name="connsiteX145" fmla="*/ 545973 w 6095524"/>
                  <a:gd name="connsiteY145" fmla="*/ 1271969 h 1424940"/>
                  <a:gd name="connsiteX146" fmla="*/ 535591 w 6095524"/>
                  <a:gd name="connsiteY146" fmla="*/ 1275207 h 1424940"/>
                  <a:gd name="connsiteX147" fmla="*/ 488538 w 6095524"/>
                  <a:gd name="connsiteY147" fmla="*/ 1285494 h 1424940"/>
                  <a:gd name="connsiteX148" fmla="*/ 480155 w 6095524"/>
                  <a:gd name="connsiteY148" fmla="*/ 1291304 h 1424940"/>
                  <a:gd name="connsiteX149" fmla="*/ 474535 w 6095524"/>
                  <a:gd name="connsiteY149" fmla="*/ 1294924 h 1424940"/>
                  <a:gd name="connsiteX150" fmla="*/ 428816 w 6095524"/>
                  <a:gd name="connsiteY150" fmla="*/ 1301020 h 1424940"/>
                  <a:gd name="connsiteX151" fmla="*/ 400241 w 6095524"/>
                  <a:gd name="connsiteY151" fmla="*/ 1318260 h 1424940"/>
                  <a:gd name="connsiteX152" fmla="*/ 392431 w 6095524"/>
                  <a:gd name="connsiteY152" fmla="*/ 1325594 h 1424940"/>
                  <a:gd name="connsiteX153" fmla="*/ 365093 w 6095524"/>
                  <a:gd name="connsiteY153" fmla="*/ 1336643 h 1424940"/>
                  <a:gd name="connsiteX154" fmla="*/ 273177 w 6095524"/>
                  <a:gd name="connsiteY154" fmla="*/ 1357884 h 1424940"/>
                  <a:gd name="connsiteX155" fmla="*/ 246888 w 6095524"/>
                  <a:gd name="connsiteY155" fmla="*/ 1350359 h 1424940"/>
                  <a:gd name="connsiteX156" fmla="*/ 196977 w 6095524"/>
                  <a:gd name="connsiteY156" fmla="*/ 1370552 h 1424940"/>
                  <a:gd name="connsiteX157" fmla="*/ 153352 w 6095524"/>
                  <a:gd name="connsiteY157" fmla="*/ 1381982 h 1424940"/>
                  <a:gd name="connsiteX158" fmla="*/ 137160 w 6095524"/>
                  <a:gd name="connsiteY158" fmla="*/ 1384745 h 1424940"/>
                  <a:gd name="connsiteX159" fmla="*/ 85917 w 6095524"/>
                  <a:gd name="connsiteY159" fmla="*/ 1389793 h 1424940"/>
                  <a:gd name="connsiteX160" fmla="*/ 59532 w 6095524"/>
                  <a:gd name="connsiteY160" fmla="*/ 1401223 h 1424940"/>
                  <a:gd name="connsiteX161" fmla="*/ 30325 w 6095524"/>
                  <a:gd name="connsiteY161" fmla="*/ 1409974 h 1424940"/>
                  <a:gd name="connsiteX162" fmla="*/ 0 w 6095524"/>
                  <a:gd name="connsiteY162" fmla="*/ 1412360 h 1424940"/>
                  <a:gd name="connsiteX163" fmla="*/ 0 w 6095524"/>
                  <a:gd name="connsiteY163" fmla="*/ 1058622 h 1424940"/>
                  <a:gd name="connsiteX164" fmla="*/ 17145 w 6095524"/>
                  <a:gd name="connsiteY164" fmla="*/ 1060228 h 1424940"/>
                  <a:gd name="connsiteX165" fmla="*/ 44672 w 6095524"/>
                  <a:gd name="connsiteY165" fmla="*/ 1066324 h 1424940"/>
                  <a:gd name="connsiteX166" fmla="*/ 84677 w 6095524"/>
                  <a:gd name="connsiteY166" fmla="*/ 1076230 h 1424940"/>
                  <a:gd name="connsiteX167" fmla="*/ 132017 w 6095524"/>
                  <a:gd name="connsiteY167" fmla="*/ 1064990 h 1424940"/>
                  <a:gd name="connsiteX168" fmla="*/ 136779 w 6095524"/>
                  <a:gd name="connsiteY168" fmla="*/ 1060323 h 1424940"/>
                  <a:gd name="connsiteX169" fmla="*/ 187547 w 6095524"/>
                  <a:gd name="connsiteY169" fmla="*/ 1049179 h 1424940"/>
                  <a:gd name="connsiteX170" fmla="*/ 270891 w 6095524"/>
                  <a:gd name="connsiteY170" fmla="*/ 1036415 h 1424940"/>
                  <a:gd name="connsiteX171" fmla="*/ 276320 w 6095524"/>
                  <a:gd name="connsiteY171" fmla="*/ 1035558 h 1424940"/>
                  <a:gd name="connsiteX172" fmla="*/ 323755 w 6095524"/>
                  <a:gd name="connsiteY172" fmla="*/ 1061561 h 1424940"/>
                  <a:gd name="connsiteX173" fmla="*/ 361855 w 6095524"/>
                  <a:gd name="connsiteY173" fmla="*/ 1057942 h 1424940"/>
                  <a:gd name="connsiteX174" fmla="*/ 379571 w 6095524"/>
                  <a:gd name="connsiteY174" fmla="*/ 1039939 h 1424940"/>
                  <a:gd name="connsiteX175" fmla="*/ 430530 w 6095524"/>
                  <a:gd name="connsiteY175" fmla="*/ 1025747 h 1424940"/>
                  <a:gd name="connsiteX176" fmla="*/ 493300 w 6095524"/>
                  <a:gd name="connsiteY176" fmla="*/ 1027176 h 1424940"/>
                  <a:gd name="connsiteX177" fmla="*/ 537782 w 6095524"/>
                  <a:gd name="connsiteY177" fmla="*/ 1025366 h 1424940"/>
                  <a:gd name="connsiteX178" fmla="*/ 562166 w 6095524"/>
                  <a:gd name="connsiteY178" fmla="*/ 1015746 h 1424940"/>
                  <a:gd name="connsiteX179" fmla="*/ 579596 w 6095524"/>
                  <a:gd name="connsiteY179" fmla="*/ 1016699 h 1424940"/>
                  <a:gd name="connsiteX180" fmla="*/ 612362 w 6095524"/>
                  <a:gd name="connsiteY180" fmla="*/ 1023557 h 1424940"/>
                  <a:gd name="connsiteX181" fmla="*/ 716090 w 6095524"/>
                  <a:gd name="connsiteY181" fmla="*/ 1031653 h 1424940"/>
                  <a:gd name="connsiteX182" fmla="*/ 758381 w 6095524"/>
                  <a:gd name="connsiteY182" fmla="*/ 1018985 h 1424940"/>
                  <a:gd name="connsiteX183" fmla="*/ 771049 w 6095524"/>
                  <a:gd name="connsiteY183" fmla="*/ 1018699 h 1424940"/>
                  <a:gd name="connsiteX184" fmla="*/ 799433 w 6095524"/>
                  <a:gd name="connsiteY184" fmla="*/ 1023652 h 1424940"/>
                  <a:gd name="connsiteX185" fmla="*/ 858012 w 6095524"/>
                  <a:gd name="connsiteY185" fmla="*/ 1020318 h 1424940"/>
                  <a:gd name="connsiteX186" fmla="*/ 879634 w 6095524"/>
                  <a:gd name="connsiteY186" fmla="*/ 1015270 h 1424940"/>
                  <a:gd name="connsiteX187" fmla="*/ 891635 w 6095524"/>
                  <a:gd name="connsiteY187" fmla="*/ 1012031 h 1424940"/>
                  <a:gd name="connsiteX188" fmla="*/ 953262 w 6095524"/>
                  <a:gd name="connsiteY188" fmla="*/ 1003078 h 1424940"/>
                  <a:gd name="connsiteX189" fmla="*/ 980694 w 6095524"/>
                  <a:gd name="connsiteY189" fmla="*/ 993458 h 1424940"/>
                  <a:gd name="connsiteX190" fmla="*/ 988124 w 6095524"/>
                  <a:gd name="connsiteY190" fmla="*/ 992029 h 1424940"/>
                  <a:gd name="connsiteX191" fmla="*/ 1028795 w 6095524"/>
                  <a:gd name="connsiteY191" fmla="*/ 996029 h 1424940"/>
                  <a:gd name="connsiteX192" fmla="*/ 1059275 w 6095524"/>
                  <a:gd name="connsiteY192" fmla="*/ 1011555 h 1424940"/>
                  <a:gd name="connsiteX193" fmla="*/ 1065181 w 6095524"/>
                  <a:gd name="connsiteY193" fmla="*/ 1016794 h 1424940"/>
                  <a:gd name="connsiteX194" fmla="*/ 1150144 w 6095524"/>
                  <a:gd name="connsiteY194" fmla="*/ 1014984 h 1424940"/>
                  <a:gd name="connsiteX195" fmla="*/ 1163193 w 6095524"/>
                  <a:gd name="connsiteY195" fmla="*/ 1012793 h 1424940"/>
                  <a:gd name="connsiteX196" fmla="*/ 1226249 w 6095524"/>
                  <a:gd name="connsiteY196" fmla="*/ 1021937 h 1424940"/>
                  <a:gd name="connsiteX197" fmla="*/ 1244632 w 6095524"/>
                  <a:gd name="connsiteY197" fmla="*/ 1023747 h 1424940"/>
                  <a:gd name="connsiteX198" fmla="*/ 1310545 w 6095524"/>
                  <a:gd name="connsiteY198" fmla="*/ 1031939 h 1424940"/>
                  <a:gd name="connsiteX199" fmla="*/ 1319879 w 6095524"/>
                  <a:gd name="connsiteY199" fmla="*/ 1024319 h 1424940"/>
                  <a:gd name="connsiteX200" fmla="*/ 1346740 w 6095524"/>
                  <a:gd name="connsiteY200" fmla="*/ 1005173 h 1424940"/>
                  <a:gd name="connsiteX201" fmla="*/ 1399699 w 6095524"/>
                  <a:gd name="connsiteY201" fmla="*/ 988219 h 1424940"/>
                  <a:gd name="connsiteX202" fmla="*/ 1414082 w 6095524"/>
                  <a:gd name="connsiteY202" fmla="*/ 989171 h 1424940"/>
                  <a:gd name="connsiteX203" fmla="*/ 1450467 w 6095524"/>
                  <a:gd name="connsiteY203" fmla="*/ 1017461 h 1424940"/>
                  <a:gd name="connsiteX204" fmla="*/ 1468184 w 6095524"/>
                  <a:gd name="connsiteY204" fmla="*/ 1028795 h 1424940"/>
                  <a:gd name="connsiteX205" fmla="*/ 1518476 w 6095524"/>
                  <a:gd name="connsiteY205" fmla="*/ 1049655 h 1424940"/>
                  <a:gd name="connsiteX206" fmla="*/ 1522667 w 6095524"/>
                  <a:gd name="connsiteY206" fmla="*/ 1053465 h 1424940"/>
                  <a:gd name="connsiteX207" fmla="*/ 1559814 w 6095524"/>
                  <a:gd name="connsiteY207" fmla="*/ 1098709 h 1424940"/>
                  <a:gd name="connsiteX208" fmla="*/ 1568196 w 6095524"/>
                  <a:gd name="connsiteY208" fmla="*/ 1106424 h 1424940"/>
                  <a:gd name="connsiteX209" fmla="*/ 1578293 w 6095524"/>
                  <a:gd name="connsiteY209" fmla="*/ 1118426 h 1424940"/>
                  <a:gd name="connsiteX210" fmla="*/ 1609820 w 6095524"/>
                  <a:gd name="connsiteY210" fmla="*/ 1141667 h 1424940"/>
                  <a:gd name="connsiteX211" fmla="*/ 1648873 w 6095524"/>
                  <a:gd name="connsiteY211" fmla="*/ 1149096 h 1424940"/>
                  <a:gd name="connsiteX212" fmla="*/ 1696022 w 6095524"/>
                  <a:gd name="connsiteY212" fmla="*/ 1160431 h 1424940"/>
                  <a:gd name="connsiteX213" fmla="*/ 1715739 w 6095524"/>
                  <a:gd name="connsiteY213" fmla="*/ 1168051 h 1424940"/>
                  <a:gd name="connsiteX214" fmla="*/ 1768602 w 6095524"/>
                  <a:gd name="connsiteY214" fmla="*/ 1182529 h 1424940"/>
                  <a:gd name="connsiteX215" fmla="*/ 1806321 w 6095524"/>
                  <a:gd name="connsiteY215" fmla="*/ 1194721 h 1424940"/>
                  <a:gd name="connsiteX216" fmla="*/ 1860709 w 6095524"/>
                  <a:gd name="connsiteY216" fmla="*/ 1201865 h 1424940"/>
                  <a:gd name="connsiteX217" fmla="*/ 1887093 w 6095524"/>
                  <a:gd name="connsiteY217" fmla="*/ 1202150 h 1424940"/>
                  <a:gd name="connsiteX218" fmla="*/ 1935575 w 6095524"/>
                  <a:gd name="connsiteY218" fmla="*/ 1238726 h 1424940"/>
                  <a:gd name="connsiteX219" fmla="*/ 1974247 w 6095524"/>
                  <a:gd name="connsiteY219" fmla="*/ 1262920 h 1424940"/>
                  <a:gd name="connsiteX220" fmla="*/ 2014919 w 6095524"/>
                  <a:gd name="connsiteY220" fmla="*/ 1251204 h 1424940"/>
                  <a:gd name="connsiteX221" fmla="*/ 2025968 w 6095524"/>
                  <a:gd name="connsiteY221" fmla="*/ 1240155 h 1424940"/>
                  <a:gd name="connsiteX222" fmla="*/ 2092643 w 6095524"/>
                  <a:gd name="connsiteY222" fmla="*/ 1229678 h 1424940"/>
                  <a:gd name="connsiteX223" fmla="*/ 2187893 w 6095524"/>
                  <a:gd name="connsiteY223" fmla="*/ 1229297 h 1424940"/>
                  <a:gd name="connsiteX224" fmla="*/ 2346294 w 6095524"/>
                  <a:gd name="connsiteY224" fmla="*/ 1205484 h 1424940"/>
                  <a:gd name="connsiteX225" fmla="*/ 2373916 w 6095524"/>
                  <a:gd name="connsiteY225" fmla="*/ 1194435 h 1424940"/>
                  <a:gd name="connsiteX226" fmla="*/ 2404967 w 6095524"/>
                  <a:gd name="connsiteY226" fmla="*/ 1191673 h 1424940"/>
                  <a:gd name="connsiteX227" fmla="*/ 2416874 w 6095524"/>
                  <a:gd name="connsiteY227" fmla="*/ 1198436 h 1424940"/>
                  <a:gd name="connsiteX228" fmla="*/ 2468975 w 6095524"/>
                  <a:gd name="connsiteY228" fmla="*/ 1208532 h 1424940"/>
                  <a:gd name="connsiteX229" fmla="*/ 2478882 w 6095524"/>
                  <a:gd name="connsiteY229" fmla="*/ 1208723 h 1424940"/>
                  <a:gd name="connsiteX230" fmla="*/ 2512791 w 6095524"/>
                  <a:gd name="connsiteY230" fmla="*/ 1204436 h 1424940"/>
                  <a:gd name="connsiteX231" fmla="*/ 2544223 w 6095524"/>
                  <a:gd name="connsiteY231" fmla="*/ 1201960 h 1424940"/>
                  <a:gd name="connsiteX232" fmla="*/ 2623471 w 6095524"/>
                  <a:gd name="connsiteY232" fmla="*/ 1210056 h 1424940"/>
                  <a:gd name="connsiteX233" fmla="*/ 2684241 w 6095524"/>
                  <a:gd name="connsiteY233" fmla="*/ 1208151 h 1424940"/>
                  <a:gd name="connsiteX234" fmla="*/ 2712244 w 6095524"/>
                  <a:gd name="connsiteY234" fmla="*/ 1210056 h 1424940"/>
                  <a:gd name="connsiteX235" fmla="*/ 2728055 w 6095524"/>
                  <a:gd name="connsiteY235" fmla="*/ 1212914 h 1424940"/>
                  <a:gd name="connsiteX236" fmla="*/ 2763869 w 6095524"/>
                  <a:gd name="connsiteY236" fmla="*/ 1232821 h 1424940"/>
                  <a:gd name="connsiteX237" fmla="*/ 2783491 w 6095524"/>
                  <a:gd name="connsiteY237" fmla="*/ 1237298 h 1424940"/>
                  <a:gd name="connsiteX238" fmla="*/ 2842546 w 6095524"/>
                  <a:gd name="connsiteY238" fmla="*/ 1236917 h 1424940"/>
                  <a:gd name="connsiteX239" fmla="*/ 2931128 w 6095524"/>
                  <a:gd name="connsiteY239" fmla="*/ 1206913 h 1424940"/>
                  <a:gd name="connsiteX240" fmla="*/ 2940368 w 6095524"/>
                  <a:gd name="connsiteY240" fmla="*/ 1202912 h 1424940"/>
                  <a:gd name="connsiteX241" fmla="*/ 2985421 w 6095524"/>
                  <a:gd name="connsiteY241" fmla="*/ 1197959 h 1424940"/>
                  <a:gd name="connsiteX242" fmla="*/ 3015996 w 6095524"/>
                  <a:gd name="connsiteY242" fmla="*/ 1204722 h 1424940"/>
                  <a:gd name="connsiteX243" fmla="*/ 3057621 w 6095524"/>
                  <a:gd name="connsiteY243" fmla="*/ 1218724 h 1424940"/>
                  <a:gd name="connsiteX244" fmla="*/ 3095054 w 6095524"/>
                  <a:gd name="connsiteY244" fmla="*/ 1230440 h 1424940"/>
                  <a:gd name="connsiteX245" fmla="*/ 3122295 w 6095524"/>
                  <a:gd name="connsiteY245" fmla="*/ 1243679 h 1424940"/>
                  <a:gd name="connsiteX246" fmla="*/ 3184589 w 6095524"/>
                  <a:gd name="connsiteY246" fmla="*/ 1253395 h 1424940"/>
                  <a:gd name="connsiteX247" fmla="*/ 3191066 w 6095524"/>
                  <a:gd name="connsiteY247" fmla="*/ 1255014 h 1424940"/>
                  <a:gd name="connsiteX248" fmla="*/ 3237929 w 6095524"/>
                  <a:gd name="connsiteY248" fmla="*/ 1243203 h 1424940"/>
                  <a:gd name="connsiteX249" fmla="*/ 3294221 w 6095524"/>
                  <a:gd name="connsiteY249" fmla="*/ 1231202 h 1424940"/>
                  <a:gd name="connsiteX250" fmla="*/ 3314319 w 6095524"/>
                  <a:gd name="connsiteY250" fmla="*/ 1235297 h 1424940"/>
                  <a:gd name="connsiteX251" fmla="*/ 3341846 w 6095524"/>
                  <a:gd name="connsiteY251" fmla="*/ 1241108 h 1424940"/>
                  <a:gd name="connsiteX252" fmla="*/ 3367373 w 6095524"/>
                  <a:gd name="connsiteY252" fmla="*/ 1238060 h 1424940"/>
                  <a:gd name="connsiteX253" fmla="*/ 3382899 w 6095524"/>
                  <a:gd name="connsiteY253" fmla="*/ 1237774 h 1424940"/>
                  <a:gd name="connsiteX254" fmla="*/ 3453765 w 6095524"/>
                  <a:gd name="connsiteY254" fmla="*/ 1273397 h 1424940"/>
                  <a:gd name="connsiteX255" fmla="*/ 3471767 w 6095524"/>
                  <a:gd name="connsiteY255" fmla="*/ 1276350 h 1424940"/>
                  <a:gd name="connsiteX256" fmla="*/ 3481959 w 6095524"/>
                  <a:gd name="connsiteY256" fmla="*/ 1280732 h 1424940"/>
                  <a:gd name="connsiteX257" fmla="*/ 3543396 w 6095524"/>
                  <a:gd name="connsiteY257" fmla="*/ 1324928 h 1424940"/>
                  <a:gd name="connsiteX258" fmla="*/ 3569494 w 6095524"/>
                  <a:gd name="connsiteY258" fmla="*/ 1333881 h 1424940"/>
                  <a:gd name="connsiteX259" fmla="*/ 3598164 w 6095524"/>
                  <a:gd name="connsiteY259" fmla="*/ 1332071 h 1424940"/>
                  <a:gd name="connsiteX260" fmla="*/ 3614738 w 6095524"/>
                  <a:gd name="connsiteY260" fmla="*/ 1328833 h 1424940"/>
                  <a:gd name="connsiteX261" fmla="*/ 3655886 w 6095524"/>
                  <a:gd name="connsiteY261" fmla="*/ 1300734 h 1424940"/>
                  <a:gd name="connsiteX262" fmla="*/ 3679317 w 6095524"/>
                  <a:gd name="connsiteY262" fmla="*/ 1301687 h 1424940"/>
                  <a:gd name="connsiteX263" fmla="*/ 3715893 w 6095524"/>
                  <a:gd name="connsiteY263" fmla="*/ 1321022 h 1424940"/>
                  <a:gd name="connsiteX264" fmla="*/ 3782282 w 6095524"/>
                  <a:gd name="connsiteY264" fmla="*/ 1329690 h 1424940"/>
                  <a:gd name="connsiteX265" fmla="*/ 3816001 w 6095524"/>
                  <a:gd name="connsiteY265" fmla="*/ 1302639 h 1424940"/>
                  <a:gd name="connsiteX266" fmla="*/ 3833431 w 6095524"/>
                  <a:gd name="connsiteY266" fmla="*/ 1276636 h 1424940"/>
                  <a:gd name="connsiteX267" fmla="*/ 3883819 w 6095524"/>
                  <a:gd name="connsiteY267" fmla="*/ 1246442 h 1424940"/>
                  <a:gd name="connsiteX268" fmla="*/ 3895821 w 6095524"/>
                  <a:gd name="connsiteY268" fmla="*/ 1257681 h 1424940"/>
                  <a:gd name="connsiteX269" fmla="*/ 3932778 w 6095524"/>
                  <a:gd name="connsiteY269" fmla="*/ 1262444 h 1424940"/>
                  <a:gd name="connsiteX270" fmla="*/ 3972782 w 6095524"/>
                  <a:gd name="connsiteY270" fmla="*/ 1262063 h 1424940"/>
                  <a:gd name="connsiteX271" fmla="*/ 4042505 w 6095524"/>
                  <a:gd name="connsiteY271" fmla="*/ 1267111 h 1424940"/>
                  <a:gd name="connsiteX272" fmla="*/ 4088892 w 6095524"/>
                  <a:gd name="connsiteY272" fmla="*/ 1238250 h 1424940"/>
                  <a:gd name="connsiteX273" fmla="*/ 4106609 w 6095524"/>
                  <a:gd name="connsiteY273" fmla="*/ 1226344 h 1424940"/>
                  <a:gd name="connsiteX274" fmla="*/ 4123182 w 6095524"/>
                  <a:gd name="connsiteY274" fmla="*/ 1218724 h 1424940"/>
                  <a:gd name="connsiteX275" fmla="*/ 4142328 w 6095524"/>
                  <a:gd name="connsiteY275" fmla="*/ 1214438 h 1424940"/>
                  <a:gd name="connsiteX276" fmla="*/ 4188524 w 6095524"/>
                  <a:gd name="connsiteY276" fmla="*/ 1198245 h 1424940"/>
                  <a:gd name="connsiteX277" fmla="*/ 4213860 w 6095524"/>
                  <a:gd name="connsiteY277" fmla="*/ 1182338 h 1424940"/>
                  <a:gd name="connsiteX278" fmla="*/ 4270820 w 6095524"/>
                  <a:gd name="connsiteY278" fmla="*/ 1167003 h 1424940"/>
                  <a:gd name="connsiteX279" fmla="*/ 4309587 w 6095524"/>
                  <a:gd name="connsiteY279" fmla="*/ 1153287 h 1424940"/>
                  <a:gd name="connsiteX280" fmla="*/ 4350449 w 6095524"/>
                  <a:gd name="connsiteY280" fmla="*/ 1129665 h 1424940"/>
                  <a:gd name="connsiteX281" fmla="*/ 4356164 w 6095524"/>
                  <a:gd name="connsiteY281" fmla="*/ 1126046 h 1424940"/>
                  <a:gd name="connsiteX282" fmla="*/ 4369880 w 6095524"/>
                  <a:gd name="connsiteY282" fmla="*/ 1110520 h 1424940"/>
                  <a:gd name="connsiteX283" fmla="*/ 4389787 w 6095524"/>
                  <a:gd name="connsiteY283" fmla="*/ 1057085 h 1424940"/>
                  <a:gd name="connsiteX284" fmla="*/ 4395502 w 6095524"/>
                  <a:gd name="connsiteY284" fmla="*/ 1046226 h 1424940"/>
                  <a:gd name="connsiteX285" fmla="*/ 4447413 w 6095524"/>
                  <a:gd name="connsiteY285" fmla="*/ 1009650 h 1424940"/>
                  <a:gd name="connsiteX286" fmla="*/ 4466654 w 6095524"/>
                  <a:gd name="connsiteY286" fmla="*/ 1013079 h 1424940"/>
                  <a:gd name="connsiteX287" fmla="*/ 4487894 w 6095524"/>
                  <a:gd name="connsiteY287" fmla="*/ 1025081 h 1424940"/>
                  <a:gd name="connsiteX288" fmla="*/ 4534472 w 6095524"/>
                  <a:gd name="connsiteY288" fmla="*/ 1028224 h 1424940"/>
                  <a:gd name="connsiteX289" fmla="*/ 4551903 w 6095524"/>
                  <a:gd name="connsiteY289" fmla="*/ 1022033 h 1424940"/>
                  <a:gd name="connsiteX290" fmla="*/ 4582382 w 6095524"/>
                  <a:gd name="connsiteY290" fmla="*/ 1005364 h 1424940"/>
                  <a:gd name="connsiteX291" fmla="*/ 4605909 w 6095524"/>
                  <a:gd name="connsiteY291" fmla="*/ 979551 h 1424940"/>
                  <a:gd name="connsiteX292" fmla="*/ 4640104 w 6095524"/>
                  <a:gd name="connsiteY292" fmla="*/ 936879 h 1424940"/>
                  <a:gd name="connsiteX293" fmla="*/ 4705731 w 6095524"/>
                  <a:gd name="connsiteY293" fmla="*/ 920591 h 1424940"/>
                  <a:gd name="connsiteX294" fmla="*/ 4730973 w 6095524"/>
                  <a:gd name="connsiteY294" fmla="*/ 915162 h 1424940"/>
                  <a:gd name="connsiteX295" fmla="*/ 4822794 w 6095524"/>
                  <a:gd name="connsiteY295" fmla="*/ 892397 h 1424940"/>
                  <a:gd name="connsiteX296" fmla="*/ 4830794 w 6095524"/>
                  <a:gd name="connsiteY296" fmla="*/ 891635 h 1424940"/>
                  <a:gd name="connsiteX297" fmla="*/ 4894421 w 6095524"/>
                  <a:gd name="connsiteY297" fmla="*/ 865442 h 1424940"/>
                  <a:gd name="connsiteX298" fmla="*/ 4909756 w 6095524"/>
                  <a:gd name="connsiteY298" fmla="*/ 858964 h 1424940"/>
                  <a:gd name="connsiteX299" fmla="*/ 4928521 w 6095524"/>
                  <a:gd name="connsiteY299" fmla="*/ 842391 h 1424940"/>
                  <a:gd name="connsiteX300" fmla="*/ 4945857 w 6095524"/>
                  <a:gd name="connsiteY300" fmla="*/ 795623 h 1424940"/>
                  <a:gd name="connsiteX301" fmla="*/ 4966145 w 6095524"/>
                  <a:gd name="connsiteY301" fmla="*/ 774287 h 1424940"/>
                  <a:gd name="connsiteX302" fmla="*/ 4980909 w 6095524"/>
                  <a:gd name="connsiteY302" fmla="*/ 761333 h 1424940"/>
                  <a:gd name="connsiteX303" fmla="*/ 4993862 w 6095524"/>
                  <a:gd name="connsiteY303" fmla="*/ 741712 h 1424940"/>
                  <a:gd name="connsiteX304" fmla="*/ 5006816 w 6095524"/>
                  <a:gd name="connsiteY304" fmla="*/ 694754 h 1424940"/>
                  <a:gd name="connsiteX305" fmla="*/ 5026724 w 6095524"/>
                  <a:gd name="connsiteY305" fmla="*/ 653129 h 1424940"/>
                  <a:gd name="connsiteX306" fmla="*/ 5062538 w 6095524"/>
                  <a:gd name="connsiteY306" fmla="*/ 630079 h 1424940"/>
                  <a:gd name="connsiteX307" fmla="*/ 5084731 w 6095524"/>
                  <a:gd name="connsiteY307" fmla="*/ 617982 h 1424940"/>
                  <a:gd name="connsiteX308" fmla="*/ 5172647 w 6095524"/>
                  <a:gd name="connsiteY308" fmla="*/ 630174 h 1424940"/>
                  <a:gd name="connsiteX309" fmla="*/ 5232654 w 6095524"/>
                  <a:gd name="connsiteY309" fmla="*/ 642080 h 1424940"/>
                  <a:gd name="connsiteX310" fmla="*/ 5252371 w 6095524"/>
                  <a:gd name="connsiteY310" fmla="*/ 637508 h 1424940"/>
                  <a:gd name="connsiteX311" fmla="*/ 5308092 w 6095524"/>
                  <a:gd name="connsiteY311" fmla="*/ 598646 h 1424940"/>
                  <a:gd name="connsiteX312" fmla="*/ 5363147 w 6095524"/>
                  <a:gd name="connsiteY312" fmla="*/ 581311 h 1424940"/>
                  <a:gd name="connsiteX313" fmla="*/ 5404580 w 6095524"/>
                  <a:gd name="connsiteY313" fmla="*/ 576358 h 1424940"/>
                  <a:gd name="connsiteX314" fmla="*/ 5440203 w 6095524"/>
                  <a:gd name="connsiteY314" fmla="*/ 572548 h 1424940"/>
                  <a:gd name="connsiteX315" fmla="*/ 5482971 w 6095524"/>
                  <a:gd name="connsiteY315" fmla="*/ 561880 h 1424940"/>
                  <a:gd name="connsiteX316" fmla="*/ 5507165 w 6095524"/>
                  <a:gd name="connsiteY316" fmla="*/ 550259 h 1424940"/>
                  <a:gd name="connsiteX317" fmla="*/ 5545645 w 6095524"/>
                  <a:gd name="connsiteY317" fmla="*/ 533591 h 1424940"/>
                  <a:gd name="connsiteX318" fmla="*/ 5585079 w 6095524"/>
                  <a:gd name="connsiteY318" fmla="*/ 511969 h 1424940"/>
                  <a:gd name="connsiteX319" fmla="*/ 5615368 w 6095524"/>
                  <a:gd name="connsiteY319" fmla="*/ 481679 h 1424940"/>
                  <a:gd name="connsiteX320" fmla="*/ 5631656 w 6095524"/>
                  <a:gd name="connsiteY320" fmla="*/ 456152 h 1424940"/>
                  <a:gd name="connsiteX321" fmla="*/ 5679377 w 6095524"/>
                  <a:gd name="connsiteY321" fmla="*/ 419576 h 1424940"/>
                  <a:gd name="connsiteX322" fmla="*/ 5722525 w 6095524"/>
                  <a:gd name="connsiteY322" fmla="*/ 350615 h 1424940"/>
                  <a:gd name="connsiteX323" fmla="*/ 5749576 w 6095524"/>
                  <a:gd name="connsiteY323" fmla="*/ 321945 h 1424940"/>
                  <a:gd name="connsiteX324" fmla="*/ 5764911 w 6095524"/>
                  <a:gd name="connsiteY324" fmla="*/ 313849 h 1424940"/>
                  <a:gd name="connsiteX325" fmla="*/ 5791009 w 6095524"/>
                  <a:gd name="connsiteY325" fmla="*/ 293942 h 1424940"/>
                  <a:gd name="connsiteX326" fmla="*/ 5806440 w 6095524"/>
                  <a:gd name="connsiteY326" fmla="*/ 279178 h 1424940"/>
                  <a:gd name="connsiteX327" fmla="*/ 5848636 w 6095524"/>
                  <a:gd name="connsiteY327" fmla="*/ 224885 h 1424940"/>
                  <a:gd name="connsiteX328" fmla="*/ 5861590 w 6095524"/>
                  <a:gd name="connsiteY328" fmla="*/ 208788 h 1424940"/>
                  <a:gd name="connsiteX329" fmla="*/ 5888355 w 6095524"/>
                  <a:gd name="connsiteY329" fmla="*/ 181166 h 1424940"/>
                  <a:gd name="connsiteX330" fmla="*/ 5900071 w 6095524"/>
                  <a:gd name="connsiteY330" fmla="*/ 172784 h 1424940"/>
                  <a:gd name="connsiteX331" fmla="*/ 5920740 w 6095524"/>
                  <a:gd name="connsiteY331" fmla="*/ 150305 h 1424940"/>
                  <a:gd name="connsiteX332" fmla="*/ 5969985 w 6095524"/>
                  <a:gd name="connsiteY332" fmla="*/ 91345 h 1424940"/>
                  <a:gd name="connsiteX333" fmla="*/ 5991130 w 6095524"/>
                  <a:gd name="connsiteY333" fmla="*/ 58293 h 1424940"/>
                  <a:gd name="connsiteX334" fmla="*/ 6033325 w 6095524"/>
                  <a:gd name="connsiteY334" fmla="*/ 33909 h 1424940"/>
                  <a:gd name="connsiteX335" fmla="*/ 6054376 w 6095524"/>
                  <a:gd name="connsiteY335" fmla="*/ 20955 h 1424940"/>
                  <a:gd name="connsiteX336" fmla="*/ 6095524 w 6095524"/>
                  <a:gd name="connsiteY336" fmla="*/ 0 h 14249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</a:cxnLst>
                <a:rect l="l" t="t" r="r" b="b"/>
                <a:pathLst>
                  <a:path w="6095524" h="1424940">
                    <a:moveTo>
                      <a:pt x="6095524" y="0"/>
                    </a:moveTo>
                    <a:cubicBezTo>
                      <a:pt x="6095524" y="7811"/>
                      <a:pt x="6095524" y="12573"/>
                      <a:pt x="6095524" y="17431"/>
                    </a:cubicBezTo>
                    <a:lnTo>
                      <a:pt x="6095524" y="216290"/>
                    </a:lnTo>
                    <a:lnTo>
                      <a:pt x="6079998" y="230600"/>
                    </a:lnTo>
                    <a:cubicBezTo>
                      <a:pt x="6058567" y="241363"/>
                      <a:pt x="6035706" y="251079"/>
                      <a:pt x="6012751" y="260699"/>
                    </a:cubicBezTo>
                    <a:cubicBezTo>
                      <a:pt x="6006084" y="263462"/>
                      <a:pt x="5998749" y="264986"/>
                      <a:pt x="5992749" y="268700"/>
                    </a:cubicBezTo>
                    <a:cubicBezTo>
                      <a:pt x="5965126" y="285655"/>
                      <a:pt x="5938361" y="303943"/>
                      <a:pt x="5910358" y="320231"/>
                    </a:cubicBezTo>
                    <a:cubicBezTo>
                      <a:pt x="5881497" y="337090"/>
                      <a:pt x="5855684" y="356997"/>
                      <a:pt x="5835777" y="383953"/>
                    </a:cubicBezTo>
                    <a:cubicBezTo>
                      <a:pt x="5817298" y="409004"/>
                      <a:pt x="5799391" y="434435"/>
                      <a:pt x="5781008" y="459581"/>
                    </a:cubicBezTo>
                    <a:cubicBezTo>
                      <a:pt x="5776341" y="465963"/>
                      <a:pt x="5772054" y="473488"/>
                      <a:pt x="5765673" y="477584"/>
                    </a:cubicBezTo>
                    <a:cubicBezTo>
                      <a:pt x="5752433" y="486156"/>
                      <a:pt x="5737955" y="493109"/>
                      <a:pt x="5723763" y="500158"/>
                    </a:cubicBezTo>
                    <a:cubicBezTo>
                      <a:pt x="5711571" y="506159"/>
                      <a:pt x="5698617" y="510635"/>
                      <a:pt x="5686711" y="517112"/>
                    </a:cubicBezTo>
                    <a:cubicBezTo>
                      <a:pt x="5677186" y="522256"/>
                      <a:pt x="5668708" y="529400"/>
                      <a:pt x="5659850" y="535877"/>
                    </a:cubicBezTo>
                    <a:cubicBezTo>
                      <a:pt x="5652135" y="541496"/>
                      <a:pt x="5643658" y="546354"/>
                      <a:pt x="5637181" y="553117"/>
                    </a:cubicBezTo>
                    <a:cubicBezTo>
                      <a:pt x="5621369" y="569500"/>
                      <a:pt x="5605462" y="585597"/>
                      <a:pt x="5585841" y="597694"/>
                    </a:cubicBezTo>
                    <a:cubicBezTo>
                      <a:pt x="5566505" y="609695"/>
                      <a:pt x="5548217" y="623126"/>
                      <a:pt x="5528977" y="635318"/>
                    </a:cubicBezTo>
                    <a:cubicBezTo>
                      <a:pt x="5510117" y="647224"/>
                      <a:pt x="5493067" y="660273"/>
                      <a:pt x="5483256" y="681419"/>
                    </a:cubicBezTo>
                    <a:cubicBezTo>
                      <a:pt x="5478875" y="690753"/>
                      <a:pt x="5472684" y="700945"/>
                      <a:pt x="5464397" y="706374"/>
                    </a:cubicBezTo>
                    <a:cubicBezTo>
                      <a:pt x="5452586" y="714089"/>
                      <a:pt x="5437632" y="716852"/>
                      <a:pt x="5424773" y="723424"/>
                    </a:cubicBezTo>
                    <a:cubicBezTo>
                      <a:pt x="5409628" y="731139"/>
                      <a:pt x="5392103" y="737807"/>
                      <a:pt x="5381815" y="750094"/>
                    </a:cubicBezTo>
                    <a:cubicBezTo>
                      <a:pt x="5372671" y="761048"/>
                      <a:pt x="5363432" y="769620"/>
                      <a:pt x="5351335" y="776573"/>
                    </a:cubicBezTo>
                    <a:cubicBezTo>
                      <a:pt x="5342858" y="781431"/>
                      <a:pt x="5336572" y="790289"/>
                      <a:pt x="5327809" y="794290"/>
                    </a:cubicBezTo>
                    <a:cubicBezTo>
                      <a:pt x="5316284" y="799624"/>
                      <a:pt x="5304663" y="803815"/>
                      <a:pt x="5294566" y="812102"/>
                    </a:cubicBezTo>
                    <a:cubicBezTo>
                      <a:pt x="5284089" y="820674"/>
                      <a:pt x="5272183" y="827437"/>
                      <a:pt x="5261229" y="835438"/>
                    </a:cubicBezTo>
                    <a:cubicBezTo>
                      <a:pt x="5255419" y="839724"/>
                      <a:pt x="5250656" y="845344"/>
                      <a:pt x="5245037" y="849821"/>
                    </a:cubicBezTo>
                    <a:cubicBezTo>
                      <a:pt x="5234750" y="858012"/>
                      <a:pt x="5224272" y="866013"/>
                      <a:pt x="5213699" y="873728"/>
                    </a:cubicBezTo>
                    <a:cubicBezTo>
                      <a:pt x="5203127" y="881444"/>
                      <a:pt x="5193030" y="890397"/>
                      <a:pt x="5181409" y="896017"/>
                    </a:cubicBezTo>
                    <a:cubicBezTo>
                      <a:pt x="5161598" y="905542"/>
                      <a:pt x="5139976" y="911257"/>
                      <a:pt x="5120735" y="921544"/>
                    </a:cubicBezTo>
                    <a:cubicBezTo>
                      <a:pt x="5101209" y="932021"/>
                      <a:pt x="5082826" y="945166"/>
                      <a:pt x="5065490" y="959072"/>
                    </a:cubicBezTo>
                    <a:cubicBezTo>
                      <a:pt x="5051774" y="970026"/>
                      <a:pt x="5038916" y="980885"/>
                      <a:pt x="5021675" y="986504"/>
                    </a:cubicBezTo>
                    <a:cubicBezTo>
                      <a:pt x="5012055" y="989648"/>
                      <a:pt x="5001959" y="996506"/>
                      <a:pt x="4996148" y="1004507"/>
                    </a:cubicBezTo>
                    <a:cubicBezTo>
                      <a:pt x="4983575" y="1021937"/>
                      <a:pt x="4967478" y="1034225"/>
                      <a:pt x="4949285" y="1044702"/>
                    </a:cubicBezTo>
                    <a:cubicBezTo>
                      <a:pt x="4924996" y="1058799"/>
                      <a:pt x="4900993" y="1073182"/>
                      <a:pt x="4876609" y="1086993"/>
                    </a:cubicBezTo>
                    <a:cubicBezTo>
                      <a:pt x="4862227" y="1095185"/>
                      <a:pt x="4847940" y="1103852"/>
                      <a:pt x="4832699" y="1109853"/>
                    </a:cubicBezTo>
                    <a:cubicBezTo>
                      <a:pt x="4801553" y="1122236"/>
                      <a:pt x="4769644" y="1132808"/>
                      <a:pt x="4738211" y="1144334"/>
                    </a:cubicBezTo>
                    <a:cubicBezTo>
                      <a:pt x="4727924" y="1148048"/>
                      <a:pt x="4718209" y="1153382"/>
                      <a:pt x="4707731" y="1156621"/>
                    </a:cubicBezTo>
                    <a:cubicBezTo>
                      <a:pt x="4696396" y="1160145"/>
                      <a:pt x="4684205" y="1161193"/>
                      <a:pt x="4672870" y="1164717"/>
                    </a:cubicBezTo>
                    <a:cubicBezTo>
                      <a:pt x="4654010" y="1170527"/>
                      <a:pt x="4635722" y="1177957"/>
                      <a:pt x="4616863" y="1183862"/>
                    </a:cubicBezTo>
                    <a:cubicBezTo>
                      <a:pt x="4580477" y="1195197"/>
                      <a:pt x="4543996" y="1206056"/>
                      <a:pt x="4507516" y="1216819"/>
                    </a:cubicBezTo>
                    <a:cubicBezTo>
                      <a:pt x="4499706" y="1219105"/>
                      <a:pt x="4491228" y="1219391"/>
                      <a:pt x="4483513" y="1221867"/>
                    </a:cubicBezTo>
                    <a:cubicBezTo>
                      <a:pt x="4463034" y="1228535"/>
                      <a:pt x="4442650" y="1235773"/>
                      <a:pt x="4422362" y="1243108"/>
                    </a:cubicBezTo>
                    <a:cubicBezTo>
                      <a:pt x="4410075" y="1247585"/>
                      <a:pt x="4398073" y="1253109"/>
                      <a:pt x="4385691" y="1257395"/>
                    </a:cubicBezTo>
                    <a:cubicBezTo>
                      <a:pt x="4375785" y="1260824"/>
                      <a:pt x="4365593" y="1263491"/>
                      <a:pt x="4355306" y="1265587"/>
                    </a:cubicBezTo>
                    <a:cubicBezTo>
                      <a:pt x="4346448" y="1267397"/>
                      <a:pt x="4337209" y="1267206"/>
                      <a:pt x="4328446" y="1269397"/>
                    </a:cubicBezTo>
                    <a:cubicBezTo>
                      <a:pt x="4304728" y="1275302"/>
                      <a:pt x="4281297" y="1281970"/>
                      <a:pt x="4257770" y="1288256"/>
                    </a:cubicBezTo>
                    <a:cubicBezTo>
                      <a:pt x="4248341" y="1290733"/>
                      <a:pt x="4238720" y="1292543"/>
                      <a:pt x="4229576" y="1295686"/>
                    </a:cubicBezTo>
                    <a:cubicBezTo>
                      <a:pt x="4205097" y="1303973"/>
                      <a:pt x="4180999" y="1313402"/>
                      <a:pt x="4156424" y="1321213"/>
                    </a:cubicBezTo>
                    <a:cubicBezTo>
                      <a:pt x="4136041" y="1327690"/>
                      <a:pt x="4115086" y="1332357"/>
                      <a:pt x="4094416" y="1338072"/>
                    </a:cubicBezTo>
                    <a:cubicBezTo>
                      <a:pt x="4085653" y="1340549"/>
                      <a:pt x="4077271" y="1344073"/>
                      <a:pt x="4068509" y="1346168"/>
                    </a:cubicBezTo>
                    <a:cubicBezTo>
                      <a:pt x="4048887" y="1350931"/>
                      <a:pt x="4028980" y="1354931"/>
                      <a:pt x="4009263" y="1359694"/>
                    </a:cubicBezTo>
                    <a:cubicBezTo>
                      <a:pt x="3998023" y="1362456"/>
                      <a:pt x="3987165" y="1367409"/>
                      <a:pt x="3975735" y="1369219"/>
                    </a:cubicBezTo>
                    <a:cubicBezTo>
                      <a:pt x="3948589" y="1373505"/>
                      <a:pt x="3921252" y="1376553"/>
                      <a:pt x="3893915" y="1379982"/>
                    </a:cubicBezTo>
                    <a:cubicBezTo>
                      <a:pt x="3865722" y="1383506"/>
                      <a:pt x="3837623" y="1387221"/>
                      <a:pt x="3809428" y="1390364"/>
                    </a:cubicBezTo>
                    <a:cubicBezTo>
                      <a:pt x="3793998" y="1391984"/>
                      <a:pt x="3778472" y="1392269"/>
                      <a:pt x="3763042" y="1393793"/>
                    </a:cubicBezTo>
                    <a:cubicBezTo>
                      <a:pt x="3749516" y="1395127"/>
                      <a:pt x="3736086" y="1397603"/>
                      <a:pt x="3722561" y="1399223"/>
                    </a:cubicBezTo>
                    <a:cubicBezTo>
                      <a:pt x="3710845" y="1400556"/>
                      <a:pt x="3699034" y="1401318"/>
                      <a:pt x="3687318" y="1402652"/>
                    </a:cubicBezTo>
                    <a:cubicBezTo>
                      <a:pt x="3668554" y="1404842"/>
                      <a:pt x="3649885" y="1407319"/>
                      <a:pt x="3631216" y="1409605"/>
                    </a:cubicBezTo>
                    <a:cubicBezTo>
                      <a:pt x="3623406" y="1410462"/>
                      <a:pt x="3615214" y="1412843"/>
                      <a:pt x="3607880" y="1411415"/>
                    </a:cubicBezTo>
                    <a:cubicBezTo>
                      <a:pt x="3589401" y="1407795"/>
                      <a:pt x="3571208" y="1408843"/>
                      <a:pt x="3552825" y="1411319"/>
                    </a:cubicBezTo>
                    <a:cubicBezTo>
                      <a:pt x="3546539" y="1412177"/>
                      <a:pt x="3539776" y="1411986"/>
                      <a:pt x="3533680" y="1410367"/>
                    </a:cubicBezTo>
                    <a:cubicBezTo>
                      <a:pt x="3521202" y="1407128"/>
                      <a:pt x="3509106" y="1402556"/>
                      <a:pt x="3496818" y="1398556"/>
                    </a:cubicBezTo>
                    <a:cubicBezTo>
                      <a:pt x="3495484" y="1398080"/>
                      <a:pt x="3493865" y="1397984"/>
                      <a:pt x="3492437" y="1397699"/>
                    </a:cubicBezTo>
                    <a:cubicBezTo>
                      <a:pt x="3484340" y="1396079"/>
                      <a:pt x="3476340" y="1394460"/>
                      <a:pt x="3468243" y="1393031"/>
                    </a:cubicBezTo>
                    <a:cubicBezTo>
                      <a:pt x="3463862" y="1392269"/>
                      <a:pt x="3459385" y="1392174"/>
                      <a:pt x="3455003" y="1391507"/>
                    </a:cubicBezTo>
                    <a:cubicBezTo>
                      <a:pt x="3438049" y="1388840"/>
                      <a:pt x="3419380" y="1393317"/>
                      <a:pt x="3404711" y="1381792"/>
                    </a:cubicBezTo>
                    <a:cubicBezTo>
                      <a:pt x="3395186" y="1374362"/>
                      <a:pt x="3385947" y="1376077"/>
                      <a:pt x="3375756" y="1377220"/>
                    </a:cubicBezTo>
                    <a:cubicBezTo>
                      <a:pt x="3368040" y="1378077"/>
                      <a:pt x="3360134" y="1377791"/>
                      <a:pt x="3352324" y="1377887"/>
                    </a:cubicBezTo>
                    <a:cubicBezTo>
                      <a:pt x="3338608" y="1378172"/>
                      <a:pt x="3324892" y="1378268"/>
                      <a:pt x="3311176" y="1378744"/>
                    </a:cubicBezTo>
                    <a:cubicBezTo>
                      <a:pt x="3306794" y="1378934"/>
                      <a:pt x="3302318" y="1381316"/>
                      <a:pt x="3298031" y="1380935"/>
                    </a:cubicBezTo>
                    <a:cubicBezTo>
                      <a:pt x="3278219" y="1379125"/>
                      <a:pt x="3258407" y="1376267"/>
                      <a:pt x="3238595" y="1374648"/>
                    </a:cubicBezTo>
                    <a:cubicBezTo>
                      <a:pt x="3227356" y="1373696"/>
                      <a:pt x="3215830" y="1375505"/>
                      <a:pt x="3204686" y="1374172"/>
                    </a:cubicBezTo>
                    <a:cubicBezTo>
                      <a:pt x="3191828" y="1372648"/>
                      <a:pt x="3179255" y="1368743"/>
                      <a:pt x="3166491" y="1366361"/>
                    </a:cubicBezTo>
                    <a:cubicBezTo>
                      <a:pt x="3162967" y="1365695"/>
                      <a:pt x="3159062" y="1366552"/>
                      <a:pt x="3155347" y="1366742"/>
                    </a:cubicBezTo>
                    <a:cubicBezTo>
                      <a:pt x="3151156" y="1366933"/>
                      <a:pt x="3147060" y="1367314"/>
                      <a:pt x="3142869" y="1367409"/>
                    </a:cubicBezTo>
                    <a:cubicBezTo>
                      <a:pt x="3130105" y="1367600"/>
                      <a:pt x="3117342" y="1367314"/>
                      <a:pt x="3104578" y="1367981"/>
                    </a:cubicBezTo>
                    <a:cubicBezTo>
                      <a:pt x="3096768" y="1368362"/>
                      <a:pt x="3088577" y="1372267"/>
                      <a:pt x="3081337" y="1370838"/>
                    </a:cubicBezTo>
                    <a:cubicBezTo>
                      <a:pt x="3066574" y="1368076"/>
                      <a:pt x="3051810" y="1374267"/>
                      <a:pt x="3037047" y="1369124"/>
                    </a:cubicBezTo>
                    <a:cubicBezTo>
                      <a:pt x="3032474" y="1367600"/>
                      <a:pt x="3026188" y="1371410"/>
                      <a:pt x="3020663" y="1371600"/>
                    </a:cubicBezTo>
                    <a:cubicBezTo>
                      <a:pt x="3006852" y="1372076"/>
                      <a:pt x="2993041" y="1371981"/>
                      <a:pt x="2979230" y="1371886"/>
                    </a:cubicBezTo>
                    <a:cubicBezTo>
                      <a:pt x="2966847" y="1371791"/>
                      <a:pt x="2953988" y="1373124"/>
                      <a:pt x="2942082" y="1370457"/>
                    </a:cubicBezTo>
                    <a:cubicBezTo>
                      <a:pt x="2929604" y="1367600"/>
                      <a:pt x="2918365" y="1367981"/>
                      <a:pt x="2906268" y="1371219"/>
                    </a:cubicBezTo>
                    <a:cubicBezTo>
                      <a:pt x="2897981" y="1373410"/>
                      <a:pt x="2889218" y="1373696"/>
                      <a:pt x="2880646" y="1374362"/>
                    </a:cubicBezTo>
                    <a:cubicBezTo>
                      <a:pt x="2871407" y="1375124"/>
                      <a:pt x="2861215" y="1373124"/>
                      <a:pt x="2852833" y="1376267"/>
                    </a:cubicBezTo>
                    <a:cubicBezTo>
                      <a:pt x="2827877" y="1385602"/>
                      <a:pt x="2802255" y="1387602"/>
                      <a:pt x="2776157" y="1387602"/>
                    </a:cubicBezTo>
                    <a:cubicBezTo>
                      <a:pt x="2771394" y="1387602"/>
                      <a:pt x="2766536" y="1386269"/>
                      <a:pt x="2761965" y="1384840"/>
                    </a:cubicBezTo>
                    <a:cubicBezTo>
                      <a:pt x="2735294" y="1376267"/>
                      <a:pt x="2708529" y="1377029"/>
                      <a:pt x="2681383" y="1382268"/>
                    </a:cubicBezTo>
                    <a:cubicBezTo>
                      <a:pt x="2675763" y="1383411"/>
                      <a:pt x="2669477" y="1383602"/>
                      <a:pt x="2663857" y="1382459"/>
                    </a:cubicBezTo>
                    <a:cubicBezTo>
                      <a:pt x="2648045" y="1379125"/>
                      <a:pt x="2632710" y="1373600"/>
                      <a:pt x="2616803" y="1371219"/>
                    </a:cubicBezTo>
                    <a:cubicBezTo>
                      <a:pt x="2590515" y="1367314"/>
                      <a:pt x="2567750" y="1380458"/>
                      <a:pt x="2544223" y="1389031"/>
                    </a:cubicBezTo>
                    <a:cubicBezTo>
                      <a:pt x="2521839" y="1397127"/>
                      <a:pt x="2502789" y="1415415"/>
                      <a:pt x="2476309" y="1411319"/>
                    </a:cubicBezTo>
                    <a:cubicBezTo>
                      <a:pt x="2473643" y="1410938"/>
                      <a:pt x="2470690" y="1413510"/>
                      <a:pt x="2467737" y="1414177"/>
                    </a:cubicBezTo>
                    <a:cubicBezTo>
                      <a:pt x="2459641" y="1415987"/>
                      <a:pt x="2451545" y="1418177"/>
                      <a:pt x="2443353" y="1419035"/>
                    </a:cubicBezTo>
                    <a:cubicBezTo>
                      <a:pt x="2433352" y="1420178"/>
                      <a:pt x="2423160" y="1419797"/>
                      <a:pt x="2413159" y="1420749"/>
                    </a:cubicBezTo>
                    <a:cubicBezTo>
                      <a:pt x="2400300" y="1421892"/>
                      <a:pt x="2387632" y="1424940"/>
                      <a:pt x="2374868" y="1424940"/>
                    </a:cubicBezTo>
                    <a:cubicBezTo>
                      <a:pt x="2364581" y="1424940"/>
                      <a:pt x="2354389" y="1421416"/>
                      <a:pt x="2344198" y="1419701"/>
                    </a:cubicBezTo>
                    <a:cubicBezTo>
                      <a:pt x="2329815" y="1417320"/>
                      <a:pt x="2314003" y="1417987"/>
                      <a:pt x="2301335" y="1411891"/>
                    </a:cubicBezTo>
                    <a:cubicBezTo>
                      <a:pt x="2287810" y="1405414"/>
                      <a:pt x="2274951" y="1402461"/>
                      <a:pt x="2260949" y="1404461"/>
                    </a:cubicBezTo>
                    <a:cubicBezTo>
                      <a:pt x="2256282" y="1405128"/>
                      <a:pt x="2250281" y="1409129"/>
                      <a:pt x="2248186" y="1413224"/>
                    </a:cubicBezTo>
                    <a:cubicBezTo>
                      <a:pt x="2243518" y="1422368"/>
                      <a:pt x="2237137" y="1423988"/>
                      <a:pt x="2228469" y="1420844"/>
                    </a:cubicBezTo>
                    <a:cubicBezTo>
                      <a:pt x="2220944" y="1418177"/>
                      <a:pt x="2211705" y="1416844"/>
                      <a:pt x="2206562" y="1411700"/>
                    </a:cubicBezTo>
                    <a:cubicBezTo>
                      <a:pt x="2191988" y="1397127"/>
                      <a:pt x="2173414" y="1396651"/>
                      <a:pt x="2155317" y="1392746"/>
                    </a:cubicBezTo>
                    <a:cubicBezTo>
                      <a:pt x="2144269" y="1390364"/>
                      <a:pt x="2133981" y="1390269"/>
                      <a:pt x="2122932" y="1391888"/>
                    </a:cubicBezTo>
                    <a:cubicBezTo>
                      <a:pt x="2098930" y="1395508"/>
                      <a:pt x="2075593" y="1390364"/>
                      <a:pt x="2052542" y="1383792"/>
                    </a:cubicBezTo>
                    <a:cubicBezTo>
                      <a:pt x="2037302" y="1379411"/>
                      <a:pt x="2021681" y="1376744"/>
                      <a:pt x="2006537" y="1372267"/>
                    </a:cubicBezTo>
                    <a:cubicBezTo>
                      <a:pt x="1995202" y="1368838"/>
                      <a:pt x="1983868" y="1364742"/>
                      <a:pt x="1973486" y="1359218"/>
                    </a:cubicBezTo>
                    <a:cubicBezTo>
                      <a:pt x="1958435" y="1351121"/>
                      <a:pt x="1945292" y="1338929"/>
                      <a:pt x="1926146" y="1342168"/>
                    </a:cubicBezTo>
                    <a:cubicBezTo>
                      <a:pt x="1909286" y="1345025"/>
                      <a:pt x="1894047" y="1339025"/>
                      <a:pt x="1878616" y="1333310"/>
                    </a:cubicBezTo>
                    <a:cubicBezTo>
                      <a:pt x="1867281" y="1329119"/>
                      <a:pt x="1855948" y="1324832"/>
                      <a:pt x="1844231" y="1322165"/>
                    </a:cubicBezTo>
                    <a:cubicBezTo>
                      <a:pt x="1830324" y="1319022"/>
                      <a:pt x="1814608" y="1320356"/>
                      <a:pt x="1802225" y="1314545"/>
                    </a:cubicBezTo>
                    <a:cubicBezTo>
                      <a:pt x="1789271" y="1308449"/>
                      <a:pt x="1778509" y="1312545"/>
                      <a:pt x="1766983" y="1314260"/>
                    </a:cubicBezTo>
                    <a:cubicBezTo>
                      <a:pt x="1748600" y="1316927"/>
                      <a:pt x="1730311" y="1321880"/>
                      <a:pt x="1711738" y="1315593"/>
                    </a:cubicBezTo>
                    <a:cubicBezTo>
                      <a:pt x="1689164" y="1307973"/>
                      <a:pt x="1666780" y="1299782"/>
                      <a:pt x="1644111" y="1292543"/>
                    </a:cubicBezTo>
                    <a:cubicBezTo>
                      <a:pt x="1635347" y="1289780"/>
                      <a:pt x="1625919" y="1288637"/>
                      <a:pt x="1616774" y="1287399"/>
                    </a:cubicBezTo>
                    <a:cubicBezTo>
                      <a:pt x="1608107" y="1286351"/>
                      <a:pt x="1597725" y="1289018"/>
                      <a:pt x="1591056" y="1285018"/>
                    </a:cubicBezTo>
                    <a:cubicBezTo>
                      <a:pt x="1573911" y="1274731"/>
                      <a:pt x="1556291" y="1269683"/>
                      <a:pt x="1536478" y="1269683"/>
                    </a:cubicBezTo>
                    <a:cubicBezTo>
                      <a:pt x="1529048" y="1269683"/>
                      <a:pt x="1521809" y="1265396"/>
                      <a:pt x="1514285" y="1264634"/>
                    </a:cubicBezTo>
                    <a:cubicBezTo>
                      <a:pt x="1503997" y="1263682"/>
                      <a:pt x="1492186" y="1261110"/>
                      <a:pt x="1483233" y="1264730"/>
                    </a:cubicBezTo>
                    <a:cubicBezTo>
                      <a:pt x="1462183" y="1273302"/>
                      <a:pt x="1445134" y="1266158"/>
                      <a:pt x="1426750" y="1257681"/>
                    </a:cubicBezTo>
                    <a:cubicBezTo>
                      <a:pt x="1408652" y="1249299"/>
                      <a:pt x="1389602" y="1242632"/>
                      <a:pt x="1370362" y="1237107"/>
                    </a:cubicBezTo>
                    <a:cubicBezTo>
                      <a:pt x="1363123" y="1235107"/>
                      <a:pt x="1354456" y="1238441"/>
                      <a:pt x="1346454" y="1239107"/>
                    </a:cubicBezTo>
                    <a:cubicBezTo>
                      <a:pt x="1343596" y="1239298"/>
                      <a:pt x="1340453" y="1239584"/>
                      <a:pt x="1337882" y="1238631"/>
                    </a:cubicBezTo>
                    <a:cubicBezTo>
                      <a:pt x="1313022" y="1229487"/>
                      <a:pt x="1287780" y="1222534"/>
                      <a:pt x="1260825" y="1227296"/>
                    </a:cubicBezTo>
                    <a:cubicBezTo>
                      <a:pt x="1258349" y="1227773"/>
                      <a:pt x="1255586" y="1226725"/>
                      <a:pt x="1253109" y="1226058"/>
                    </a:cubicBezTo>
                    <a:cubicBezTo>
                      <a:pt x="1241012" y="1222629"/>
                      <a:pt x="1229201" y="1217200"/>
                      <a:pt x="1216915" y="1215962"/>
                    </a:cubicBezTo>
                    <a:cubicBezTo>
                      <a:pt x="1186625" y="1212914"/>
                      <a:pt x="1156146" y="1211675"/>
                      <a:pt x="1125664" y="1209675"/>
                    </a:cubicBezTo>
                    <a:cubicBezTo>
                      <a:pt x="1123759" y="1209580"/>
                      <a:pt x="1121759" y="1209580"/>
                      <a:pt x="1120045" y="1208913"/>
                    </a:cubicBezTo>
                    <a:cubicBezTo>
                      <a:pt x="1108805" y="1204817"/>
                      <a:pt x="1098995" y="1206151"/>
                      <a:pt x="1089469" y="1213961"/>
                    </a:cubicBezTo>
                    <a:cubicBezTo>
                      <a:pt x="1085278" y="1217390"/>
                      <a:pt x="1079563" y="1219200"/>
                      <a:pt x="1074325" y="1221105"/>
                    </a:cubicBezTo>
                    <a:cubicBezTo>
                      <a:pt x="1066609" y="1223963"/>
                      <a:pt x="1058704" y="1226725"/>
                      <a:pt x="1050703" y="1228535"/>
                    </a:cubicBezTo>
                    <a:cubicBezTo>
                      <a:pt x="1042797" y="1230249"/>
                      <a:pt x="1034320" y="1232630"/>
                      <a:pt x="1026700" y="1231297"/>
                    </a:cubicBezTo>
                    <a:cubicBezTo>
                      <a:pt x="1012984" y="1228916"/>
                      <a:pt x="999934" y="1223582"/>
                      <a:pt x="986409" y="1220057"/>
                    </a:cubicBezTo>
                    <a:cubicBezTo>
                      <a:pt x="981742" y="1218819"/>
                      <a:pt x="976598" y="1219010"/>
                      <a:pt x="971741" y="1218914"/>
                    </a:cubicBezTo>
                    <a:cubicBezTo>
                      <a:pt x="960596" y="1218629"/>
                      <a:pt x="949166" y="1221391"/>
                      <a:pt x="939070" y="1213485"/>
                    </a:cubicBezTo>
                    <a:cubicBezTo>
                      <a:pt x="929736" y="1206056"/>
                      <a:pt x="920305" y="1208246"/>
                      <a:pt x="910495" y="1213866"/>
                    </a:cubicBezTo>
                    <a:cubicBezTo>
                      <a:pt x="903446" y="1217867"/>
                      <a:pt x="895446" y="1221010"/>
                      <a:pt x="887540" y="1222534"/>
                    </a:cubicBezTo>
                    <a:cubicBezTo>
                      <a:pt x="876681" y="1224629"/>
                      <a:pt x="865918" y="1225487"/>
                      <a:pt x="854202" y="1224248"/>
                    </a:cubicBezTo>
                    <a:cubicBezTo>
                      <a:pt x="845915" y="1223391"/>
                      <a:pt x="839152" y="1223010"/>
                      <a:pt x="832675" y="1217962"/>
                    </a:cubicBezTo>
                    <a:cubicBezTo>
                      <a:pt x="831628" y="1217200"/>
                      <a:pt x="829723" y="1217009"/>
                      <a:pt x="828294" y="1217105"/>
                    </a:cubicBezTo>
                    <a:cubicBezTo>
                      <a:pt x="809530" y="1218724"/>
                      <a:pt x="790956" y="1217867"/>
                      <a:pt x="772001" y="1216723"/>
                    </a:cubicBezTo>
                    <a:cubicBezTo>
                      <a:pt x="747904" y="1215200"/>
                      <a:pt x="722566" y="1219676"/>
                      <a:pt x="701707" y="1235678"/>
                    </a:cubicBezTo>
                    <a:cubicBezTo>
                      <a:pt x="698659" y="1238060"/>
                      <a:pt x="694087" y="1239107"/>
                      <a:pt x="690086" y="1239679"/>
                    </a:cubicBezTo>
                    <a:cubicBezTo>
                      <a:pt x="671227" y="1242155"/>
                      <a:pt x="652272" y="1243870"/>
                      <a:pt x="633412" y="1246632"/>
                    </a:cubicBezTo>
                    <a:cubicBezTo>
                      <a:pt x="623125" y="1248156"/>
                      <a:pt x="612362" y="1249490"/>
                      <a:pt x="603028" y="1253681"/>
                    </a:cubicBezTo>
                    <a:cubicBezTo>
                      <a:pt x="593885" y="1257776"/>
                      <a:pt x="586549" y="1262634"/>
                      <a:pt x="581120" y="1254062"/>
                    </a:cubicBezTo>
                    <a:cubicBezTo>
                      <a:pt x="571406" y="1258634"/>
                      <a:pt x="562927" y="1262444"/>
                      <a:pt x="554642" y="1266539"/>
                    </a:cubicBezTo>
                    <a:cubicBezTo>
                      <a:pt x="551593" y="1268063"/>
                      <a:pt x="549021" y="1270540"/>
                      <a:pt x="545973" y="1271969"/>
                    </a:cubicBezTo>
                    <a:cubicBezTo>
                      <a:pt x="542734" y="1273493"/>
                      <a:pt x="539115" y="1274445"/>
                      <a:pt x="535591" y="1275207"/>
                    </a:cubicBezTo>
                    <a:cubicBezTo>
                      <a:pt x="519874" y="1278636"/>
                      <a:pt x="504158" y="1281779"/>
                      <a:pt x="488538" y="1285494"/>
                    </a:cubicBezTo>
                    <a:cubicBezTo>
                      <a:pt x="485489" y="1286256"/>
                      <a:pt x="482917" y="1289304"/>
                      <a:pt x="480155" y="1291304"/>
                    </a:cubicBezTo>
                    <a:cubicBezTo>
                      <a:pt x="478345" y="1292638"/>
                      <a:pt x="476536" y="1294638"/>
                      <a:pt x="474535" y="1294924"/>
                    </a:cubicBezTo>
                    <a:cubicBezTo>
                      <a:pt x="459295" y="1297210"/>
                      <a:pt x="444151" y="1299877"/>
                      <a:pt x="428816" y="1301020"/>
                    </a:cubicBezTo>
                    <a:cubicBezTo>
                      <a:pt x="415957" y="1301972"/>
                      <a:pt x="403574" y="1301687"/>
                      <a:pt x="400241" y="1318260"/>
                    </a:cubicBezTo>
                    <a:cubicBezTo>
                      <a:pt x="399669" y="1321118"/>
                      <a:pt x="395573" y="1324166"/>
                      <a:pt x="392431" y="1325594"/>
                    </a:cubicBezTo>
                    <a:cubicBezTo>
                      <a:pt x="383477" y="1329690"/>
                      <a:pt x="373951" y="1332452"/>
                      <a:pt x="365093" y="1336643"/>
                    </a:cubicBezTo>
                    <a:cubicBezTo>
                      <a:pt x="336042" y="1350645"/>
                      <a:pt x="305658" y="1359503"/>
                      <a:pt x="273177" y="1357884"/>
                    </a:cubicBezTo>
                    <a:cubicBezTo>
                      <a:pt x="263081" y="1357408"/>
                      <a:pt x="253270" y="1352264"/>
                      <a:pt x="246888" y="1350359"/>
                    </a:cubicBezTo>
                    <a:cubicBezTo>
                      <a:pt x="228506" y="1357884"/>
                      <a:pt x="213075" y="1365123"/>
                      <a:pt x="196977" y="1370552"/>
                    </a:cubicBezTo>
                    <a:cubicBezTo>
                      <a:pt x="182785" y="1375410"/>
                      <a:pt x="167926" y="1378458"/>
                      <a:pt x="153352" y="1381982"/>
                    </a:cubicBezTo>
                    <a:cubicBezTo>
                      <a:pt x="148018" y="1383316"/>
                      <a:pt x="142589" y="1384078"/>
                      <a:pt x="137160" y="1384745"/>
                    </a:cubicBezTo>
                    <a:cubicBezTo>
                      <a:pt x="120206" y="1386840"/>
                      <a:pt x="102489" y="1381792"/>
                      <a:pt x="85917" y="1389793"/>
                    </a:cubicBezTo>
                    <a:cubicBezTo>
                      <a:pt x="77248" y="1393984"/>
                      <a:pt x="68675" y="1399032"/>
                      <a:pt x="59532" y="1401223"/>
                    </a:cubicBezTo>
                    <a:cubicBezTo>
                      <a:pt x="49721" y="1403604"/>
                      <a:pt x="40124" y="1407319"/>
                      <a:pt x="30325" y="1409974"/>
                    </a:cubicBezTo>
                    <a:lnTo>
                      <a:pt x="0" y="1412360"/>
                    </a:lnTo>
                    <a:lnTo>
                      <a:pt x="0" y="1058622"/>
                    </a:lnTo>
                    <a:lnTo>
                      <a:pt x="17145" y="1060228"/>
                    </a:lnTo>
                    <a:cubicBezTo>
                      <a:pt x="26480" y="1061561"/>
                      <a:pt x="35528" y="1066133"/>
                      <a:pt x="44672" y="1066324"/>
                    </a:cubicBezTo>
                    <a:cubicBezTo>
                      <a:pt x="59055" y="1066610"/>
                      <a:pt x="71819" y="1068419"/>
                      <a:pt x="84677" y="1076230"/>
                    </a:cubicBezTo>
                    <a:cubicBezTo>
                      <a:pt x="104108" y="1087946"/>
                      <a:pt x="120110" y="1082993"/>
                      <a:pt x="132017" y="1064990"/>
                    </a:cubicBezTo>
                    <a:cubicBezTo>
                      <a:pt x="133255" y="1063181"/>
                      <a:pt x="134874" y="1060799"/>
                      <a:pt x="136779" y="1060323"/>
                    </a:cubicBezTo>
                    <a:cubicBezTo>
                      <a:pt x="153639" y="1056132"/>
                      <a:pt x="170974" y="1048131"/>
                      <a:pt x="187547" y="1049179"/>
                    </a:cubicBezTo>
                    <a:cubicBezTo>
                      <a:pt x="216789" y="1051084"/>
                      <a:pt x="244316" y="1048798"/>
                      <a:pt x="270891" y="1036415"/>
                    </a:cubicBezTo>
                    <a:cubicBezTo>
                      <a:pt x="272510" y="1035653"/>
                      <a:pt x="274987" y="1034891"/>
                      <a:pt x="276320" y="1035558"/>
                    </a:cubicBezTo>
                    <a:cubicBezTo>
                      <a:pt x="292322" y="1043845"/>
                      <a:pt x="309848" y="1050417"/>
                      <a:pt x="323755" y="1061561"/>
                    </a:cubicBezTo>
                    <a:cubicBezTo>
                      <a:pt x="336995" y="1072134"/>
                      <a:pt x="352997" y="1072229"/>
                      <a:pt x="361855" y="1057942"/>
                    </a:cubicBezTo>
                    <a:cubicBezTo>
                      <a:pt x="366236" y="1050893"/>
                      <a:pt x="372332" y="1042702"/>
                      <a:pt x="379571" y="1039939"/>
                    </a:cubicBezTo>
                    <a:cubicBezTo>
                      <a:pt x="395954" y="1033653"/>
                      <a:pt x="413481" y="1030414"/>
                      <a:pt x="430530" y="1025747"/>
                    </a:cubicBezTo>
                    <a:cubicBezTo>
                      <a:pt x="451581" y="1020032"/>
                      <a:pt x="472345" y="1020032"/>
                      <a:pt x="493300" y="1027176"/>
                    </a:cubicBezTo>
                    <a:cubicBezTo>
                      <a:pt x="508064" y="1032224"/>
                      <a:pt x="523113" y="1032224"/>
                      <a:pt x="537782" y="1025366"/>
                    </a:cubicBezTo>
                    <a:cubicBezTo>
                      <a:pt x="545687" y="1021652"/>
                      <a:pt x="553784" y="1017842"/>
                      <a:pt x="562166" y="1015746"/>
                    </a:cubicBezTo>
                    <a:cubicBezTo>
                      <a:pt x="567595" y="1014412"/>
                      <a:pt x="573881" y="1015651"/>
                      <a:pt x="579596" y="1016699"/>
                    </a:cubicBezTo>
                    <a:cubicBezTo>
                      <a:pt x="590645" y="1018794"/>
                      <a:pt x="602075" y="1025176"/>
                      <a:pt x="612362" y="1023557"/>
                    </a:cubicBezTo>
                    <a:cubicBezTo>
                      <a:pt x="647891" y="1017842"/>
                      <a:pt x="681419" y="1031272"/>
                      <a:pt x="716090" y="1031653"/>
                    </a:cubicBezTo>
                    <a:cubicBezTo>
                      <a:pt x="731806" y="1031843"/>
                      <a:pt x="747332" y="1034891"/>
                      <a:pt x="758381" y="1018985"/>
                    </a:cubicBezTo>
                    <a:cubicBezTo>
                      <a:pt x="759809" y="1016889"/>
                      <a:pt x="766763" y="1018032"/>
                      <a:pt x="771049" y="1018699"/>
                    </a:cubicBezTo>
                    <a:cubicBezTo>
                      <a:pt x="780574" y="1020128"/>
                      <a:pt x="790004" y="1023747"/>
                      <a:pt x="799433" y="1023652"/>
                    </a:cubicBezTo>
                    <a:cubicBezTo>
                      <a:pt x="818960" y="1023557"/>
                      <a:pt x="838581" y="1022033"/>
                      <a:pt x="858012" y="1020318"/>
                    </a:cubicBezTo>
                    <a:cubicBezTo>
                      <a:pt x="865346" y="1019651"/>
                      <a:pt x="872395" y="1017080"/>
                      <a:pt x="879634" y="1015270"/>
                    </a:cubicBezTo>
                    <a:cubicBezTo>
                      <a:pt x="883634" y="1014222"/>
                      <a:pt x="887921" y="1011460"/>
                      <a:pt x="891635" y="1012031"/>
                    </a:cubicBezTo>
                    <a:cubicBezTo>
                      <a:pt x="913162" y="1015365"/>
                      <a:pt x="932879" y="1007174"/>
                      <a:pt x="953262" y="1003078"/>
                    </a:cubicBezTo>
                    <a:cubicBezTo>
                      <a:pt x="962692" y="1001173"/>
                      <a:pt x="971550" y="996601"/>
                      <a:pt x="980694" y="993458"/>
                    </a:cubicBezTo>
                    <a:cubicBezTo>
                      <a:pt x="983075" y="992600"/>
                      <a:pt x="985742" y="991838"/>
                      <a:pt x="988124" y="992029"/>
                    </a:cubicBezTo>
                    <a:cubicBezTo>
                      <a:pt x="1001744" y="993172"/>
                      <a:pt x="1015270" y="994791"/>
                      <a:pt x="1028795" y="996029"/>
                    </a:cubicBezTo>
                    <a:cubicBezTo>
                      <a:pt x="1041083" y="997172"/>
                      <a:pt x="1053465" y="997553"/>
                      <a:pt x="1059275" y="1011555"/>
                    </a:cubicBezTo>
                    <a:cubicBezTo>
                      <a:pt x="1060133" y="1013746"/>
                      <a:pt x="1062990" y="1015365"/>
                      <a:pt x="1065181" y="1016794"/>
                    </a:cubicBezTo>
                    <a:cubicBezTo>
                      <a:pt x="1098995" y="1038797"/>
                      <a:pt x="1117092" y="1038225"/>
                      <a:pt x="1150144" y="1014984"/>
                    </a:cubicBezTo>
                    <a:cubicBezTo>
                      <a:pt x="1153573" y="1012603"/>
                      <a:pt x="1160907" y="1010888"/>
                      <a:pt x="1163193" y="1012793"/>
                    </a:cubicBezTo>
                    <a:cubicBezTo>
                      <a:pt x="1182624" y="1028605"/>
                      <a:pt x="1203865" y="1026890"/>
                      <a:pt x="1226249" y="1021937"/>
                    </a:cubicBezTo>
                    <a:cubicBezTo>
                      <a:pt x="1232059" y="1020604"/>
                      <a:pt x="1240251" y="1020604"/>
                      <a:pt x="1244632" y="1023747"/>
                    </a:cubicBezTo>
                    <a:cubicBezTo>
                      <a:pt x="1265492" y="1038320"/>
                      <a:pt x="1287876" y="1036225"/>
                      <a:pt x="1310545" y="1031939"/>
                    </a:cubicBezTo>
                    <a:cubicBezTo>
                      <a:pt x="1314069" y="1031272"/>
                      <a:pt x="1318356" y="1027652"/>
                      <a:pt x="1319879" y="1024319"/>
                    </a:cubicBezTo>
                    <a:cubicBezTo>
                      <a:pt x="1325309" y="1012508"/>
                      <a:pt x="1335501" y="1008507"/>
                      <a:pt x="1346740" y="1005173"/>
                    </a:cubicBezTo>
                    <a:cubicBezTo>
                      <a:pt x="1364457" y="999744"/>
                      <a:pt x="1381887" y="993362"/>
                      <a:pt x="1399699" y="988219"/>
                    </a:cubicBezTo>
                    <a:cubicBezTo>
                      <a:pt x="1404081" y="986981"/>
                      <a:pt x="1409510" y="987743"/>
                      <a:pt x="1414082" y="989171"/>
                    </a:cubicBezTo>
                    <a:cubicBezTo>
                      <a:pt x="1429703" y="994029"/>
                      <a:pt x="1439609" y="1006221"/>
                      <a:pt x="1450467" y="1017461"/>
                    </a:cubicBezTo>
                    <a:cubicBezTo>
                      <a:pt x="1455230" y="1022414"/>
                      <a:pt x="1461802" y="1025938"/>
                      <a:pt x="1468184" y="1028795"/>
                    </a:cubicBezTo>
                    <a:cubicBezTo>
                      <a:pt x="1484757" y="1036130"/>
                      <a:pt x="1501712" y="1042702"/>
                      <a:pt x="1518476" y="1049655"/>
                    </a:cubicBezTo>
                    <a:cubicBezTo>
                      <a:pt x="1520095" y="1050322"/>
                      <a:pt x="1521428" y="1052036"/>
                      <a:pt x="1522667" y="1053465"/>
                    </a:cubicBezTo>
                    <a:cubicBezTo>
                      <a:pt x="1535049" y="1068515"/>
                      <a:pt x="1547336" y="1083659"/>
                      <a:pt x="1559814" y="1098709"/>
                    </a:cubicBezTo>
                    <a:cubicBezTo>
                      <a:pt x="1562195" y="1101566"/>
                      <a:pt x="1565625" y="1103662"/>
                      <a:pt x="1568196" y="1106424"/>
                    </a:cubicBezTo>
                    <a:cubicBezTo>
                      <a:pt x="1571816" y="1110234"/>
                      <a:pt x="1576388" y="1113854"/>
                      <a:pt x="1578293" y="1118426"/>
                    </a:cubicBezTo>
                    <a:cubicBezTo>
                      <a:pt x="1584198" y="1132808"/>
                      <a:pt x="1595533" y="1139000"/>
                      <a:pt x="1609820" y="1141667"/>
                    </a:cubicBezTo>
                    <a:cubicBezTo>
                      <a:pt x="1622870" y="1144143"/>
                      <a:pt x="1635919" y="1146239"/>
                      <a:pt x="1648873" y="1149096"/>
                    </a:cubicBezTo>
                    <a:cubicBezTo>
                      <a:pt x="1664684" y="1152525"/>
                      <a:pt x="1680401" y="1156240"/>
                      <a:pt x="1696022" y="1160431"/>
                    </a:cubicBezTo>
                    <a:cubicBezTo>
                      <a:pt x="1702784" y="1162241"/>
                      <a:pt x="1709928" y="1164336"/>
                      <a:pt x="1715739" y="1168051"/>
                    </a:cubicBezTo>
                    <a:cubicBezTo>
                      <a:pt x="1732026" y="1178338"/>
                      <a:pt x="1749457" y="1185291"/>
                      <a:pt x="1768602" y="1182529"/>
                    </a:cubicBezTo>
                    <a:cubicBezTo>
                      <a:pt x="1783937" y="1180338"/>
                      <a:pt x="1796796" y="1185958"/>
                      <a:pt x="1806321" y="1194721"/>
                    </a:cubicBezTo>
                    <a:cubicBezTo>
                      <a:pt x="1823657" y="1210628"/>
                      <a:pt x="1842230" y="1207008"/>
                      <a:pt x="1860709" y="1201865"/>
                    </a:cubicBezTo>
                    <a:cubicBezTo>
                      <a:pt x="1870234" y="1199198"/>
                      <a:pt x="1878044" y="1199579"/>
                      <a:pt x="1887093" y="1202150"/>
                    </a:cubicBezTo>
                    <a:cubicBezTo>
                      <a:pt x="1908048" y="1208151"/>
                      <a:pt x="1922050" y="1224439"/>
                      <a:pt x="1935575" y="1238726"/>
                    </a:cubicBezTo>
                    <a:cubicBezTo>
                      <a:pt x="1947101" y="1250918"/>
                      <a:pt x="1960055" y="1257776"/>
                      <a:pt x="1974247" y="1262920"/>
                    </a:cubicBezTo>
                    <a:cubicBezTo>
                      <a:pt x="1992154" y="1269492"/>
                      <a:pt x="2006346" y="1267016"/>
                      <a:pt x="2014919" y="1251204"/>
                    </a:cubicBezTo>
                    <a:cubicBezTo>
                      <a:pt x="2017300" y="1246727"/>
                      <a:pt x="2021491" y="1241488"/>
                      <a:pt x="2025968" y="1240155"/>
                    </a:cubicBezTo>
                    <a:cubicBezTo>
                      <a:pt x="2047589" y="1233488"/>
                      <a:pt x="2069497" y="1223772"/>
                      <a:pt x="2092643" y="1229678"/>
                    </a:cubicBezTo>
                    <a:cubicBezTo>
                      <a:pt x="2124647" y="1237774"/>
                      <a:pt x="2155889" y="1237298"/>
                      <a:pt x="2187893" y="1229297"/>
                    </a:cubicBezTo>
                    <a:cubicBezTo>
                      <a:pt x="2239804" y="1216343"/>
                      <a:pt x="2291715" y="1202627"/>
                      <a:pt x="2346294" y="1205484"/>
                    </a:cubicBezTo>
                    <a:cubicBezTo>
                      <a:pt x="2355342" y="1205960"/>
                      <a:pt x="2366105" y="1200150"/>
                      <a:pt x="2373916" y="1194435"/>
                    </a:cubicBezTo>
                    <a:cubicBezTo>
                      <a:pt x="2388870" y="1183577"/>
                      <a:pt x="2388203" y="1182719"/>
                      <a:pt x="2404967" y="1191673"/>
                    </a:cubicBezTo>
                    <a:cubicBezTo>
                      <a:pt x="2408968" y="1193864"/>
                      <a:pt x="2413921" y="1195197"/>
                      <a:pt x="2416874" y="1198436"/>
                    </a:cubicBezTo>
                    <a:cubicBezTo>
                      <a:pt x="2431923" y="1214914"/>
                      <a:pt x="2450497" y="1210913"/>
                      <a:pt x="2468975" y="1208532"/>
                    </a:cubicBezTo>
                    <a:cubicBezTo>
                      <a:pt x="2472214" y="1208056"/>
                      <a:pt x="2476119" y="1207389"/>
                      <a:pt x="2478882" y="1208723"/>
                    </a:cubicBezTo>
                    <a:cubicBezTo>
                      <a:pt x="2491359" y="1214723"/>
                      <a:pt x="2501932" y="1212628"/>
                      <a:pt x="2512791" y="1204436"/>
                    </a:cubicBezTo>
                    <a:cubicBezTo>
                      <a:pt x="2522220" y="1197388"/>
                      <a:pt x="2533079" y="1193197"/>
                      <a:pt x="2544223" y="1201960"/>
                    </a:cubicBezTo>
                    <a:cubicBezTo>
                      <a:pt x="2568988" y="1221391"/>
                      <a:pt x="2595467" y="1222343"/>
                      <a:pt x="2623471" y="1210056"/>
                    </a:cubicBezTo>
                    <a:cubicBezTo>
                      <a:pt x="2643473" y="1201293"/>
                      <a:pt x="2663190" y="1199293"/>
                      <a:pt x="2684241" y="1208151"/>
                    </a:cubicBezTo>
                    <a:cubicBezTo>
                      <a:pt x="2692337" y="1211580"/>
                      <a:pt x="2702814" y="1209294"/>
                      <a:pt x="2712244" y="1210056"/>
                    </a:cubicBezTo>
                    <a:cubicBezTo>
                      <a:pt x="2717578" y="1210437"/>
                      <a:pt x="2723484" y="1210532"/>
                      <a:pt x="2728055" y="1212914"/>
                    </a:cubicBezTo>
                    <a:cubicBezTo>
                      <a:pt x="2740248" y="1219010"/>
                      <a:pt x="2751582" y="1226820"/>
                      <a:pt x="2763869" y="1232821"/>
                    </a:cubicBezTo>
                    <a:cubicBezTo>
                      <a:pt x="2769775" y="1235678"/>
                      <a:pt x="2776823" y="1237202"/>
                      <a:pt x="2783491" y="1237298"/>
                    </a:cubicBezTo>
                    <a:cubicBezTo>
                      <a:pt x="2803208" y="1237774"/>
                      <a:pt x="2822925" y="1237774"/>
                      <a:pt x="2842546" y="1236917"/>
                    </a:cubicBezTo>
                    <a:cubicBezTo>
                      <a:pt x="2874931" y="1235583"/>
                      <a:pt x="2907792" y="1235297"/>
                      <a:pt x="2931128" y="1206913"/>
                    </a:cubicBezTo>
                    <a:cubicBezTo>
                      <a:pt x="2933034" y="1204627"/>
                      <a:pt x="2937129" y="1203293"/>
                      <a:pt x="2940368" y="1202912"/>
                    </a:cubicBezTo>
                    <a:cubicBezTo>
                      <a:pt x="2955322" y="1201103"/>
                      <a:pt x="2970657" y="1200912"/>
                      <a:pt x="2985421" y="1197959"/>
                    </a:cubicBezTo>
                    <a:cubicBezTo>
                      <a:pt x="2997232" y="1195578"/>
                      <a:pt x="3007043" y="1196340"/>
                      <a:pt x="3015996" y="1204722"/>
                    </a:cubicBezTo>
                    <a:cubicBezTo>
                      <a:pt x="3027712" y="1215771"/>
                      <a:pt x="3042000" y="1222248"/>
                      <a:pt x="3057621" y="1218724"/>
                    </a:cubicBezTo>
                    <a:cubicBezTo>
                      <a:pt x="3073241" y="1215295"/>
                      <a:pt x="3083528" y="1222724"/>
                      <a:pt x="3095054" y="1230440"/>
                    </a:cubicBezTo>
                    <a:cubicBezTo>
                      <a:pt x="3103436" y="1236059"/>
                      <a:pt x="3112961" y="1243108"/>
                      <a:pt x="3122295" y="1243679"/>
                    </a:cubicBezTo>
                    <a:cubicBezTo>
                      <a:pt x="3143441" y="1244917"/>
                      <a:pt x="3161634" y="1264539"/>
                      <a:pt x="3184589" y="1253395"/>
                    </a:cubicBezTo>
                    <a:cubicBezTo>
                      <a:pt x="3186113" y="1252633"/>
                      <a:pt x="3188875" y="1254538"/>
                      <a:pt x="3191066" y="1255014"/>
                    </a:cubicBezTo>
                    <a:cubicBezTo>
                      <a:pt x="3208592" y="1258634"/>
                      <a:pt x="3225070" y="1255109"/>
                      <a:pt x="3237929" y="1243203"/>
                    </a:cubicBezTo>
                    <a:cubicBezTo>
                      <a:pt x="3254788" y="1227677"/>
                      <a:pt x="3273457" y="1226153"/>
                      <a:pt x="3294221" y="1231202"/>
                    </a:cubicBezTo>
                    <a:cubicBezTo>
                      <a:pt x="3300889" y="1232821"/>
                      <a:pt x="3307557" y="1233964"/>
                      <a:pt x="3314319" y="1235297"/>
                    </a:cubicBezTo>
                    <a:cubicBezTo>
                      <a:pt x="3323463" y="1237202"/>
                      <a:pt x="3332703" y="1239203"/>
                      <a:pt x="3341846" y="1241108"/>
                    </a:cubicBezTo>
                    <a:cubicBezTo>
                      <a:pt x="3350705" y="1243013"/>
                      <a:pt x="3360516" y="1246251"/>
                      <a:pt x="3367373" y="1238060"/>
                    </a:cubicBezTo>
                    <a:cubicBezTo>
                      <a:pt x="3373279" y="1231011"/>
                      <a:pt x="3377470" y="1231678"/>
                      <a:pt x="3382899" y="1237774"/>
                    </a:cubicBezTo>
                    <a:cubicBezTo>
                      <a:pt x="3401759" y="1259110"/>
                      <a:pt x="3424619" y="1272445"/>
                      <a:pt x="3453765" y="1273397"/>
                    </a:cubicBezTo>
                    <a:cubicBezTo>
                      <a:pt x="3459766" y="1273588"/>
                      <a:pt x="3465862" y="1274921"/>
                      <a:pt x="3471767" y="1276350"/>
                    </a:cubicBezTo>
                    <a:cubicBezTo>
                      <a:pt x="3475387" y="1277207"/>
                      <a:pt x="3479769" y="1278160"/>
                      <a:pt x="3481959" y="1280732"/>
                    </a:cubicBezTo>
                    <a:cubicBezTo>
                      <a:pt x="3499009" y="1300353"/>
                      <a:pt x="3520250" y="1313974"/>
                      <a:pt x="3543396" y="1324928"/>
                    </a:cubicBezTo>
                    <a:cubicBezTo>
                      <a:pt x="3551682" y="1328833"/>
                      <a:pt x="3560541" y="1332738"/>
                      <a:pt x="3569494" y="1333881"/>
                    </a:cubicBezTo>
                    <a:cubicBezTo>
                      <a:pt x="3578828" y="1335024"/>
                      <a:pt x="3588639" y="1333119"/>
                      <a:pt x="3598164" y="1332071"/>
                    </a:cubicBezTo>
                    <a:cubicBezTo>
                      <a:pt x="3603784" y="1331500"/>
                      <a:pt x="3610261" y="1331595"/>
                      <a:pt x="3614738" y="1328833"/>
                    </a:cubicBezTo>
                    <a:cubicBezTo>
                      <a:pt x="3628930" y="1320165"/>
                      <a:pt x="3642646" y="1310831"/>
                      <a:pt x="3655886" y="1300734"/>
                    </a:cubicBezTo>
                    <a:cubicBezTo>
                      <a:pt x="3667221" y="1292066"/>
                      <a:pt x="3669507" y="1290828"/>
                      <a:pt x="3679317" y="1301687"/>
                    </a:cubicBezTo>
                    <a:cubicBezTo>
                      <a:pt x="3689414" y="1312831"/>
                      <a:pt x="3701987" y="1318641"/>
                      <a:pt x="3715893" y="1321022"/>
                    </a:cubicBezTo>
                    <a:cubicBezTo>
                      <a:pt x="3737896" y="1324737"/>
                      <a:pt x="3760089" y="1327880"/>
                      <a:pt x="3782282" y="1329690"/>
                    </a:cubicBezTo>
                    <a:cubicBezTo>
                      <a:pt x="3802380" y="1331309"/>
                      <a:pt x="3812000" y="1322546"/>
                      <a:pt x="3816001" y="1302639"/>
                    </a:cubicBezTo>
                    <a:cubicBezTo>
                      <a:pt x="3818287" y="1291590"/>
                      <a:pt x="3821240" y="1279588"/>
                      <a:pt x="3833431" y="1276636"/>
                    </a:cubicBezTo>
                    <a:cubicBezTo>
                      <a:pt x="3853339" y="1271873"/>
                      <a:pt x="3874008" y="1269778"/>
                      <a:pt x="3883819" y="1246442"/>
                    </a:cubicBezTo>
                    <a:cubicBezTo>
                      <a:pt x="3889248" y="1251585"/>
                      <a:pt x="3892582" y="1254633"/>
                      <a:pt x="3895821" y="1257681"/>
                    </a:cubicBezTo>
                    <a:cubicBezTo>
                      <a:pt x="3904774" y="1266158"/>
                      <a:pt x="3923347" y="1269778"/>
                      <a:pt x="3932778" y="1262444"/>
                    </a:cubicBezTo>
                    <a:cubicBezTo>
                      <a:pt x="3946684" y="1251776"/>
                      <a:pt x="3959448" y="1253776"/>
                      <a:pt x="3972782" y="1262063"/>
                    </a:cubicBezTo>
                    <a:cubicBezTo>
                      <a:pt x="3995071" y="1275779"/>
                      <a:pt x="4019931" y="1272635"/>
                      <a:pt x="4042505" y="1267111"/>
                    </a:cubicBezTo>
                    <a:cubicBezTo>
                      <a:pt x="4059555" y="1263015"/>
                      <a:pt x="4077748" y="1255490"/>
                      <a:pt x="4088892" y="1238250"/>
                    </a:cubicBezTo>
                    <a:cubicBezTo>
                      <a:pt x="4092416" y="1232726"/>
                      <a:pt x="4100322" y="1229963"/>
                      <a:pt x="4106609" y="1226344"/>
                    </a:cubicBezTo>
                    <a:cubicBezTo>
                      <a:pt x="4111848" y="1223391"/>
                      <a:pt x="4117372" y="1220629"/>
                      <a:pt x="4123182" y="1218724"/>
                    </a:cubicBezTo>
                    <a:cubicBezTo>
                      <a:pt x="4129373" y="1216628"/>
                      <a:pt x="4136232" y="1213580"/>
                      <a:pt x="4142328" y="1214438"/>
                    </a:cubicBezTo>
                    <a:cubicBezTo>
                      <a:pt x="4160806" y="1216914"/>
                      <a:pt x="4175475" y="1212056"/>
                      <a:pt x="4188524" y="1198245"/>
                    </a:cubicBezTo>
                    <a:cubicBezTo>
                      <a:pt x="4195287" y="1191101"/>
                      <a:pt x="4205288" y="1182434"/>
                      <a:pt x="4213860" y="1182338"/>
                    </a:cubicBezTo>
                    <a:cubicBezTo>
                      <a:pt x="4234720" y="1182053"/>
                      <a:pt x="4252055" y="1175195"/>
                      <a:pt x="4270820" y="1167003"/>
                    </a:cubicBezTo>
                    <a:cubicBezTo>
                      <a:pt x="4282916" y="1161764"/>
                      <a:pt x="4296632" y="1158145"/>
                      <a:pt x="4309587" y="1153287"/>
                    </a:cubicBezTo>
                    <a:cubicBezTo>
                      <a:pt x="4324731" y="1147572"/>
                      <a:pt x="4341210" y="1145477"/>
                      <a:pt x="4350449" y="1129665"/>
                    </a:cubicBezTo>
                    <a:cubicBezTo>
                      <a:pt x="4351496" y="1127951"/>
                      <a:pt x="4354640" y="1127665"/>
                      <a:pt x="4356164" y="1126046"/>
                    </a:cubicBezTo>
                    <a:cubicBezTo>
                      <a:pt x="4361021" y="1121093"/>
                      <a:pt x="4367308" y="1116521"/>
                      <a:pt x="4369880" y="1110520"/>
                    </a:cubicBezTo>
                    <a:cubicBezTo>
                      <a:pt x="4377309" y="1092994"/>
                      <a:pt x="4383119" y="1074896"/>
                      <a:pt x="4389787" y="1057085"/>
                    </a:cubicBezTo>
                    <a:cubicBezTo>
                      <a:pt x="4391216" y="1053275"/>
                      <a:pt x="4392549" y="1048417"/>
                      <a:pt x="4395502" y="1046226"/>
                    </a:cubicBezTo>
                    <a:cubicBezTo>
                      <a:pt x="4412552" y="1033653"/>
                      <a:pt x="4429888" y="1021556"/>
                      <a:pt x="4447413" y="1009650"/>
                    </a:cubicBezTo>
                    <a:cubicBezTo>
                      <a:pt x="4454462" y="1004887"/>
                      <a:pt x="4460367" y="1007555"/>
                      <a:pt x="4466654" y="1013079"/>
                    </a:cubicBezTo>
                    <a:cubicBezTo>
                      <a:pt x="4472750" y="1018318"/>
                      <a:pt x="4480275" y="1023747"/>
                      <a:pt x="4487894" y="1025081"/>
                    </a:cubicBezTo>
                    <a:cubicBezTo>
                      <a:pt x="4503135" y="1027652"/>
                      <a:pt x="4518946" y="1028224"/>
                      <a:pt x="4534472" y="1028224"/>
                    </a:cubicBezTo>
                    <a:cubicBezTo>
                      <a:pt x="4540282" y="1028224"/>
                      <a:pt x="4546473" y="1024795"/>
                      <a:pt x="4551903" y="1022033"/>
                    </a:cubicBezTo>
                    <a:cubicBezTo>
                      <a:pt x="4562189" y="1016794"/>
                      <a:pt x="4571714" y="1009745"/>
                      <a:pt x="4582382" y="1005364"/>
                    </a:cubicBezTo>
                    <a:cubicBezTo>
                      <a:pt x="4594765" y="1000316"/>
                      <a:pt x="4602194" y="992219"/>
                      <a:pt x="4605909" y="979551"/>
                    </a:cubicBezTo>
                    <a:cubicBezTo>
                      <a:pt x="4611434" y="960692"/>
                      <a:pt x="4624579" y="947547"/>
                      <a:pt x="4640104" y="936879"/>
                    </a:cubicBezTo>
                    <a:cubicBezTo>
                      <a:pt x="4659821" y="923258"/>
                      <a:pt x="4683348" y="923925"/>
                      <a:pt x="4705731" y="920591"/>
                    </a:cubicBezTo>
                    <a:cubicBezTo>
                      <a:pt x="4714304" y="919353"/>
                      <a:pt x="4723162" y="918305"/>
                      <a:pt x="4730973" y="915162"/>
                    </a:cubicBezTo>
                    <a:cubicBezTo>
                      <a:pt x="4760595" y="903351"/>
                      <a:pt x="4790218" y="892112"/>
                      <a:pt x="4822794" y="892397"/>
                    </a:cubicBezTo>
                    <a:cubicBezTo>
                      <a:pt x="4825460" y="892397"/>
                      <a:pt x="4828128" y="892112"/>
                      <a:pt x="4830794" y="891635"/>
                    </a:cubicBezTo>
                    <a:cubicBezTo>
                      <a:pt x="4853940" y="887730"/>
                      <a:pt x="4877848" y="886206"/>
                      <a:pt x="4894421" y="865442"/>
                    </a:cubicBezTo>
                    <a:cubicBezTo>
                      <a:pt x="4897469" y="861632"/>
                      <a:pt x="4904422" y="860489"/>
                      <a:pt x="4909756" y="858964"/>
                    </a:cubicBezTo>
                    <a:cubicBezTo>
                      <a:pt x="4918996" y="856488"/>
                      <a:pt x="4925188" y="851440"/>
                      <a:pt x="4928521" y="842391"/>
                    </a:cubicBezTo>
                    <a:cubicBezTo>
                      <a:pt x="4934141" y="826770"/>
                      <a:pt x="4940808" y="811435"/>
                      <a:pt x="4945857" y="795623"/>
                    </a:cubicBezTo>
                    <a:cubicBezTo>
                      <a:pt x="4949381" y="784765"/>
                      <a:pt x="4955953" y="778764"/>
                      <a:pt x="4966145" y="774287"/>
                    </a:cubicBezTo>
                    <a:cubicBezTo>
                      <a:pt x="4971860" y="771811"/>
                      <a:pt x="4976813" y="766382"/>
                      <a:pt x="4980909" y="761333"/>
                    </a:cubicBezTo>
                    <a:cubicBezTo>
                      <a:pt x="4985862" y="755237"/>
                      <a:pt x="4988433" y="747141"/>
                      <a:pt x="4993862" y="741712"/>
                    </a:cubicBezTo>
                    <a:cubicBezTo>
                      <a:pt x="5007102" y="728186"/>
                      <a:pt x="5011198" y="713232"/>
                      <a:pt x="5006816" y="694754"/>
                    </a:cubicBezTo>
                    <a:cubicBezTo>
                      <a:pt x="5002911" y="678371"/>
                      <a:pt x="5013198" y="656463"/>
                      <a:pt x="5026724" y="653129"/>
                    </a:cubicBezTo>
                    <a:cubicBezTo>
                      <a:pt x="5041678" y="649414"/>
                      <a:pt x="5051965" y="640271"/>
                      <a:pt x="5062538" y="630079"/>
                    </a:cubicBezTo>
                    <a:cubicBezTo>
                      <a:pt x="5068443" y="624364"/>
                      <a:pt x="5076730" y="619411"/>
                      <a:pt x="5084731" y="617982"/>
                    </a:cubicBezTo>
                    <a:cubicBezTo>
                      <a:pt x="5115116" y="612458"/>
                      <a:pt x="5143786" y="619220"/>
                      <a:pt x="5172647" y="630174"/>
                    </a:cubicBezTo>
                    <a:cubicBezTo>
                      <a:pt x="5191506" y="637318"/>
                      <a:pt x="5212461" y="639223"/>
                      <a:pt x="5232654" y="642080"/>
                    </a:cubicBezTo>
                    <a:cubicBezTo>
                      <a:pt x="5238941" y="642937"/>
                      <a:pt x="5246942" y="641033"/>
                      <a:pt x="5252371" y="637508"/>
                    </a:cubicBezTo>
                    <a:cubicBezTo>
                      <a:pt x="5271421" y="625316"/>
                      <a:pt x="5290376" y="612743"/>
                      <a:pt x="5308092" y="598646"/>
                    </a:cubicBezTo>
                    <a:cubicBezTo>
                      <a:pt x="5324571" y="585407"/>
                      <a:pt x="5343144" y="579882"/>
                      <a:pt x="5363147" y="581311"/>
                    </a:cubicBezTo>
                    <a:cubicBezTo>
                      <a:pt x="5377720" y="582359"/>
                      <a:pt x="5390864" y="579977"/>
                      <a:pt x="5404580" y="576358"/>
                    </a:cubicBezTo>
                    <a:cubicBezTo>
                      <a:pt x="5416010" y="573310"/>
                      <a:pt x="5428583" y="571214"/>
                      <a:pt x="5440203" y="572548"/>
                    </a:cubicBezTo>
                    <a:cubicBezTo>
                      <a:pt x="5456491" y="574453"/>
                      <a:pt x="5469922" y="571691"/>
                      <a:pt x="5482971" y="561880"/>
                    </a:cubicBezTo>
                    <a:cubicBezTo>
                      <a:pt x="5489924" y="556641"/>
                      <a:pt x="5498878" y="553879"/>
                      <a:pt x="5507165" y="550259"/>
                    </a:cubicBezTo>
                    <a:cubicBezTo>
                      <a:pt x="5519928" y="544640"/>
                      <a:pt x="5533168" y="539877"/>
                      <a:pt x="5545645" y="533591"/>
                    </a:cubicBezTo>
                    <a:cubicBezTo>
                      <a:pt x="5559076" y="526923"/>
                      <a:pt x="5571363" y="517684"/>
                      <a:pt x="5585079" y="511969"/>
                    </a:cubicBezTo>
                    <a:cubicBezTo>
                      <a:pt x="5599843" y="505778"/>
                      <a:pt x="5609368" y="496348"/>
                      <a:pt x="5615368" y="481679"/>
                    </a:cubicBezTo>
                    <a:cubicBezTo>
                      <a:pt x="5619179" y="472440"/>
                      <a:pt x="5624417" y="462629"/>
                      <a:pt x="5631656" y="456152"/>
                    </a:cubicBezTo>
                    <a:cubicBezTo>
                      <a:pt x="5646611" y="442913"/>
                      <a:pt x="5664136" y="432625"/>
                      <a:pt x="5679377" y="419576"/>
                    </a:cubicBezTo>
                    <a:cubicBezTo>
                      <a:pt x="5700808" y="401288"/>
                      <a:pt x="5720620" y="381857"/>
                      <a:pt x="5722525" y="350615"/>
                    </a:cubicBezTo>
                    <a:cubicBezTo>
                      <a:pt x="5723572" y="333375"/>
                      <a:pt x="5732716" y="326041"/>
                      <a:pt x="5749576" y="321945"/>
                    </a:cubicBezTo>
                    <a:cubicBezTo>
                      <a:pt x="5755195" y="320612"/>
                      <a:pt x="5763197" y="318040"/>
                      <a:pt x="5764911" y="313849"/>
                    </a:cubicBezTo>
                    <a:cubicBezTo>
                      <a:pt x="5770054" y="301371"/>
                      <a:pt x="5780722" y="298895"/>
                      <a:pt x="5791009" y="293942"/>
                    </a:cubicBezTo>
                    <a:cubicBezTo>
                      <a:pt x="5797201" y="290989"/>
                      <a:pt x="5804821" y="285179"/>
                      <a:pt x="5806440" y="279178"/>
                    </a:cubicBezTo>
                    <a:cubicBezTo>
                      <a:pt x="5813107" y="254889"/>
                      <a:pt x="5831395" y="240602"/>
                      <a:pt x="5848636" y="224885"/>
                    </a:cubicBezTo>
                    <a:cubicBezTo>
                      <a:pt x="5853684" y="220218"/>
                      <a:pt x="5859113" y="214884"/>
                      <a:pt x="5861590" y="208788"/>
                    </a:cubicBezTo>
                    <a:cubicBezTo>
                      <a:pt x="5866829" y="195643"/>
                      <a:pt x="5874639" y="186118"/>
                      <a:pt x="5888355" y="181166"/>
                    </a:cubicBezTo>
                    <a:cubicBezTo>
                      <a:pt x="5892736" y="179642"/>
                      <a:pt x="5896737" y="176117"/>
                      <a:pt x="5900071" y="172784"/>
                    </a:cubicBezTo>
                    <a:cubicBezTo>
                      <a:pt x="5907215" y="165545"/>
                      <a:pt x="5913215" y="157067"/>
                      <a:pt x="5920740" y="150305"/>
                    </a:cubicBezTo>
                    <a:cubicBezTo>
                      <a:pt x="5939885" y="132874"/>
                      <a:pt x="5958840" y="115729"/>
                      <a:pt x="5969985" y="91345"/>
                    </a:cubicBezTo>
                    <a:cubicBezTo>
                      <a:pt x="5975413" y="79439"/>
                      <a:pt x="5981605" y="66485"/>
                      <a:pt x="5991130" y="58293"/>
                    </a:cubicBezTo>
                    <a:cubicBezTo>
                      <a:pt x="6003227" y="47911"/>
                      <a:pt x="6019133" y="42005"/>
                      <a:pt x="6033325" y="33909"/>
                    </a:cubicBezTo>
                    <a:cubicBezTo>
                      <a:pt x="6040469" y="29813"/>
                      <a:pt x="6047137" y="24860"/>
                      <a:pt x="6054376" y="20955"/>
                    </a:cubicBezTo>
                    <a:cubicBezTo>
                      <a:pt x="6067234" y="14097"/>
                      <a:pt x="6080379" y="7715"/>
                      <a:pt x="6095524" y="0"/>
                    </a:cubicBezTo>
                    <a:close/>
                  </a:path>
                </a:pathLst>
              </a:custGeom>
              <a:blipFill>
                <a:blip r:embed="rId2">
                  <a:alphaModFix amt="57000"/>
                </a:blip>
                <a:tile tx="0" ty="0" sx="100000" sy="100000" flip="none" algn="tl"/>
              </a:blip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2" name="Rubrik 1">
            <a:extLst>
              <a:ext uri="{FF2B5EF4-FFF2-40B4-BE49-F238E27FC236}">
                <a16:creationId xmlns:a16="http://schemas.microsoft.com/office/drawing/2014/main" id="{4D52F010-C734-E701-70B7-D93CC71A2E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120676"/>
            <a:ext cx="7021513" cy="230832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72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Validera Variabler – </a:t>
            </a:r>
            <a:r>
              <a:rPr lang="en-US" sz="7200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Fånga</a:t>
            </a:r>
            <a:r>
              <a:rPr lang="en-US" sz="72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Fel </a:t>
            </a:r>
            <a:r>
              <a:rPr lang="en-US" sz="7200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Tidigt</a:t>
            </a:r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7543546E-BCE9-24C4-2FCC-EAD264C800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5024" y="3809999"/>
            <a:ext cx="7025753" cy="101277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400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validation-block </a:t>
            </a:r>
            <a:r>
              <a:rPr lang="en-US" sz="2400" kern="1200" dirty="0" err="1">
                <a:solidFill>
                  <a:schemeClr val="bg1"/>
                </a:solidFill>
                <a:latin typeface="+mn-lt"/>
                <a:ea typeface="+mn-ea"/>
                <a:cs typeface="+mn-cs"/>
              </a:rPr>
              <a:t>låter</a:t>
            </a:r>
            <a:r>
              <a:rPr lang="en-US" sz="2400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 dig </a:t>
            </a:r>
            <a:r>
              <a:rPr lang="en-US" sz="2400" kern="1200" dirty="0" err="1">
                <a:solidFill>
                  <a:schemeClr val="bg1"/>
                </a:solidFill>
                <a:latin typeface="+mn-lt"/>
                <a:ea typeface="+mn-ea"/>
                <a:cs typeface="+mn-cs"/>
              </a:rPr>
              <a:t>kontrollera</a:t>
            </a:r>
            <a:r>
              <a:rPr lang="en-US" sz="2400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400" kern="1200" dirty="0" err="1">
                <a:solidFill>
                  <a:schemeClr val="bg1"/>
                </a:solidFill>
                <a:latin typeface="+mn-lt"/>
                <a:ea typeface="+mn-ea"/>
                <a:cs typeface="+mn-cs"/>
              </a:rPr>
              <a:t>att</a:t>
            </a:r>
            <a:r>
              <a:rPr lang="en-US" sz="2400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400" kern="1200" dirty="0" err="1">
                <a:solidFill>
                  <a:schemeClr val="bg1"/>
                </a:solidFill>
                <a:latin typeface="+mn-lt"/>
                <a:ea typeface="+mn-ea"/>
                <a:cs typeface="+mn-cs"/>
              </a:rPr>
              <a:t>variabler</a:t>
            </a:r>
            <a:r>
              <a:rPr lang="en-US" sz="2400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400" kern="1200" dirty="0" err="1">
                <a:solidFill>
                  <a:schemeClr val="bg1"/>
                </a:solidFill>
                <a:latin typeface="+mn-lt"/>
                <a:ea typeface="+mn-ea"/>
                <a:cs typeface="+mn-cs"/>
              </a:rPr>
              <a:t>har</a:t>
            </a:r>
            <a:r>
              <a:rPr lang="en-US" sz="2400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400" kern="1200" dirty="0" err="1">
                <a:solidFill>
                  <a:schemeClr val="bg1"/>
                </a:solidFill>
                <a:latin typeface="+mn-lt"/>
                <a:ea typeface="+mn-ea"/>
                <a:cs typeface="+mn-cs"/>
              </a:rPr>
              <a:t>korrekta</a:t>
            </a:r>
            <a:r>
              <a:rPr lang="en-US" sz="2400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400" kern="1200" dirty="0" err="1">
                <a:solidFill>
                  <a:schemeClr val="bg1"/>
                </a:solidFill>
                <a:latin typeface="+mn-lt"/>
                <a:ea typeface="+mn-ea"/>
                <a:cs typeface="+mn-cs"/>
              </a:rPr>
              <a:t>värden</a:t>
            </a:r>
            <a:endParaRPr lang="en-US" sz="2400" kern="1200">
              <a:solidFill>
                <a:schemeClr val="bg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1113992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ildobjekt 4">
            <a:extLst>
              <a:ext uri="{FF2B5EF4-FFF2-40B4-BE49-F238E27FC236}">
                <a16:creationId xmlns:a16="http://schemas.microsoft.com/office/drawing/2014/main" id="{03FA4F00-F24F-66C7-54C9-EA0412B4501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860" t="8297" r="2941" b="3074"/>
          <a:stretch>
            <a:fillRect/>
          </a:stretch>
        </p:blipFill>
        <p:spPr>
          <a:xfrm>
            <a:off x="7471" y="195299"/>
            <a:ext cx="12184551" cy="6464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22779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95B9BA8-1D69-4796-85F5-B6D0BD5235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5F892E19-92E7-4BB2-8C3F-DBDFE8D9D3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-1"/>
            <a:ext cx="4581527" cy="6858002"/>
            <a:chOff x="-2" y="-1"/>
            <a:chExt cx="4581527" cy="6858002"/>
          </a:xfrm>
          <a:effectLst>
            <a:outerShdw blurRad="381000" dist="50800" algn="ctr" rotWithShape="0">
              <a:srgbClr val="000000">
                <a:alpha val="10000"/>
              </a:srgbClr>
            </a:outerShdw>
          </a:effectLst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81E493D3-31D9-4B80-9798-EEA082E12A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-2" y="-1"/>
              <a:ext cx="4572002" cy="6858002"/>
              <a:chOff x="-2" y="-1"/>
              <a:chExt cx="4572002" cy="6858002"/>
            </a:xfrm>
            <a:effectLst/>
          </p:grpSpPr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62E6AA4D-EC17-45B5-B621-DF0FD91FD4B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-2" y="-1"/>
                <a:ext cx="4572002" cy="6858002"/>
              </a:xfrm>
              <a:custGeom>
                <a:avLst/>
                <a:gdLst>
                  <a:gd name="connsiteX0" fmla="*/ 4214994 w 4572002"/>
                  <a:gd name="connsiteY0" fmla="*/ 6564620 h 6858002"/>
                  <a:gd name="connsiteX1" fmla="*/ 4214994 w 4572002"/>
                  <a:gd name="connsiteY1" fmla="*/ 6564621 h 6858002"/>
                  <a:gd name="connsiteX2" fmla="*/ 4237474 w 4572002"/>
                  <a:gd name="connsiteY2" fmla="*/ 6588626 h 6858002"/>
                  <a:gd name="connsiteX3" fmla="*/ 4254096 w 4572002"/>
                  <a:gd name="connsiteY3" fmla="*/ 6625225 h 6858002"/>
                  <a:gd name="connsiteX4" fmla="*/ 4247001 w 4572002"/>
                  <a:gd name="connsiteY4" fmla="*/ 6662540 h 6858002"/>
                  <a:gd name="connsiteX5" fmla="*/ 4247000 w 4572002"/>
                  <a:gd name="connsiteY5" fmla="*/ 6662541 h 6858002"/>
                  <a:gd name="connsiteX6" fmla="*/ 4246999 w 4572002"/>
                  <a:gd name="connsiteY6" fmla="*/ 6662544 h 6858002"/>
                  <a:gd name="connsiteX7" fmla="*/ 4235550 w 4572002"/>
                  <a:gd name="connsiteY7" fmla="*/ 6683027 h 6858002"/>
                  <a:gd name="connsiteX8" fmla="*/ 4232403 w 4572002"/>
                  <a:gd name="connsiteY8" fmla="*/ 6702976 h 6858002"/>
                  <a:gd name="connsiteX9" fmla="*/ 4232403 w 4572002"/>
                  <a:gd name="connsiteY9" fmla="*/ 6702977 h 6858002"/>
                  <a:gd name="connsiteX10" fmla="*/ 4246238 w 4572002"/>
                  <a:gd name="connsiteY10" fmla="*/ 6742553 h 6858002"/>
                  <a:gd name="connsiteX11" fmla="*/ 4246239 w 4572002"/>
                  <a:gd name="connsiteY11" fmla="*/ 6742555 h 6858002"/>
                  <a:gd name="connsiteX12" fmla="*/ 4265716 w 4572002"/>
                  <a:gd name="connsiteY12" fmla="*/ 6812062 h 6858002"/>
                  <a:gd name="connsiteX13" fmla="*/ 4265717 w 4572002"/>
                  <a:gd name="connsiteY13" fmla="*/ 6812064 h 6858002"/>
                  <a:gd name="connsiteX14" fmla="*/ 4265717 w 4572002"/>
                  <a:gd name="connsiteY14" fmla="*/ 6812063 h 6858002"/>
                  <a:gd name="connsiteX15" fmla="*/ 4265716 w 4572002"/>
                  <a:gd name="connsiteY15" fmla="*/ 6812062 h 6858002"/>
                  <a:gd name="connsiteX16" fmla="*/ 4260942 w 4572002"/>
                  <a:gd name="connsiteY16" fmla="*/ 6776800 h 6858002"/>
                  <a:gd name="connsiteX17" fmla="*/ 4246239 w 4572002"/>
                  <a:gd name="connsiteY17" fmla="*/ 6742555 h 6858002"/>
                  <a:gd name="connsiteX18" fmla="*/ 4246238 w 4572002"/>
                  <a:gd name="connsiteY18" fmla="*/ 6742552 h 6858002"/>
                  <a:gd name="connsiteX19" fmla="*/ 4232403 w 4572002"/>
                  <a:gd name="connsiteY19" fmla="*/ 6702976 h 6858002"/>
                  <a:gd name="connsiteX20" fmla="*/ 4246999 w 4572002"/>
                  <a:gd name="connsiteY20" fmla="*/ 6662544 h 6858002"/>
                  <a:gd name="connsiteX21" fmla="*/ 4247000 w 4572002"/>
                  <a:gd name="connsiteY21" fmla="*/ 6662542 h 6858002"/>
                  <a:gd name="connsiteX22" fmla="*/ 4247001 w 4572002"/>
                  <a:gd name="connsiteY22" fmla="*/ 6662540 h 6858002"/>
                  <a:gd name="connsiteX23" fmla="*/ 4254084 w 4572002"/>
                  <a:gd name="connsiteY23" fmla="*/ 6645552 h 6858002"/>
                  <a:gd name="connsiteX24" fmla="*/ 4254096 w 4572002"/>
                  <a:gd name="connsiteY24" fmla="*/ 6625225 h 6858002"/>
                  <a:gd name="connsiteX25" fmla="*/ 4254096 w 4572002"/>
                  <a:gd name="connsiteY25" fmla="*/ 6625224 h 6858002"/>
                  <a:gd name="connsiteX26" fmla="*/ 4237474 w 4572002"/>
                  <a:gd name="connsiteY26" fmla="*/ 6588625 h 6858002"/>
                  <a:gd name="connsiteX27" fmla="*/ 4295315 w 4572002"/>
                  <a:gd name="connsiteY27" fmla="*/ 6438981 h 6858002"/>
                  <a:gd name="connsiteX28" fmla="*/ 4275385 w 4572002"/>
                  <a:gd name="connsiteY28" fmla="*/ 6463840 h 6858002"/>
                  <a:gd name="connsiteX29" fmla="*/ 4275382 w 4572002"/>
                  <a:gd name="connsiteY29" fmla="*/ 6463849 h 6858002"/>
                  <a:gd name="connsiteX30" fmla="*/ 4261587 w 4572002"/>
                  <a:gd name="connsiteY30" fmla="*/ 6513012 h 6858002"/>
                  <a:gd name="connsiteX31" fmla="*/ 4242781 w 4572002"/>
                  <a:gd name="connsiteY31" fmla="*/ 6546194 h 6858002"/>
                  <a:gd name="connsiteX32" fmla="*/ 4242781 w 4572002"/>
                  <a:gd name="connsiteY32" fmla="*/ 6546195 h 6858002"/>
                  <a:gd name="connsiteX33" fmla="*/ 4259120 w 4572002"/>
                  <a:gd name="connsiteY33" fmla="*/ 6521804 h 6858002"/>
                  <a:gd name="connsiteX34" fmla="*/ 4261587 w 4572002"/>
                  <a:gd name="connsiteY34" fmla="*/ 6513012 h 6858002"/>
                  <a:gd name="connsiteX35" fmla="*/ 4264398 w 4572002"/>
                  <a:gd name="connsiteY35" fmla="*/ 6508052 h 6858002"/>
                  <a:gd name="connsiteX36" fmla="*/ 4275382 w 4572002"/>
                  <a:gd name="connsiteY36" fmla="*/ 6463849 h 6858002"/>
                  <a:gd name="connsiteX37" fmla="*/ 4275385 w 4572002"/>
                  <a:gd name="connsiteY37" fmla="*/ 6463841 h 6858002"/>
                  <a:gd name="connsiteX38" fmla="*/ 4295315 w 4572002"/>
                  <a:gd name="connsiteY38" fmla="*/ 6438981 h 6858002"/>
                  <a:gd name="connsiteX39" fmla="*/ 4381289 w 4572002"/>
                  <a:gd name="connsiteY39" fmla="*/ 6365204 h 6858002"/>
                  <a:gd name="connsiteX40" fmla="*/ 4380008 w 4572002"/>
                  <a:gd name="connsiteY40" fmla="*/ 6387910 h 6858002"/>
                  <a:gd name="connsiteX41" fmla="*/ 4378243 w 4572002"/>
                  <a:gd name="connsiteY41" fmla="*/ 6391549 h 6858002"/>
                  <a:gd name="connsiteX42" fmla="*/ 4370589 w 4572002"/>
                  <a:gd name="connsiteY42" fmla="*/ 6407332 h 6858002"/>
                  <a:gd name="connsiteX43" fmla="*/ 4370589 w 4572002"/>
                  <a:gd name="connsiteY43" fmla="*/ 6407333 h 6858002"/>
                  <a:gd name="connsiteX44" fmla="*/ 4378243 w 4572002"/>
                  <a:gd name="connsiteY44" fmla="*/ 6391549 h 6858002"/>
                  <a:gd name="connsiteX45" fmla="*/ 4380008 w 4572002"/>
                  <a:gd name="connsiteY45" fmla="*/ 6387910 h 6858002"/>
                  <a:gd name="connsiteX46" fmla="*/ 4142220 w 4572002"/>
                  <a:gd name="connsiteY46" fmla="*/ 4221391 h 6858002"/>
                  <a:gd name="connsiteX47" fmla="*/ 4142220 w 4572002"/>
                  <a:gd name="connsiteY47" fmla="*/ 4221392 h 6858002"/>
                  <a:gd name="connsiteX48" fmla="*/ 4147936 w 4572002"/>
                  <a:gd name="connsiteY48" fmla="*/ 4253015 h 6858002"/>
                  <a:gd name="connsiteX49" fmla="*/ 4187752 w 4572002"/>
                  <a:gd name="connsiteY49" fmla="*/ 4324646 h 6858002"/>
                  <a:gd name="connsiteX50" fmla="*/ 4196706 w 4572002"/>
                  <a:gd name="connsiteY50" fmla="*/ 4363891 h 6858002"/>
                  <a:gd name="connsiteX51" fmla="*/ 4195944 w 4572002"/>
                  <a:gd name="connsiteY51" fmla="*/ 4482004 h 6858002"/>
                  <a:gd name="connsiteX52" fmla="*/ 4135934 w 4572002"/>
                  <a:gd name="connsiteY52" fmla="*/ 4659174 h 6858002"/>
                  <a:gd name="connsiteX53" fmla="*/ 4127932 w 4572002"/>
                  <a:gd name="connsiteY53" fmla="*/ 4677655 h 6858002"/>
                  <a:gd name="connsiteX54" fmla="*/ 4118025 w 4572002"/>
                  <a:gd name="connsiteY54" fmla="*/ 4767764 h 6858002"/>
                  <a:gd name="connsiteX55" fmla="*/ 4116716 w 4572002"/>
                  <a:gd name="connsiteY55" fmla="*/ 4800483 h 6858002"/>
                  <a:gd name="connsiteX56" fmla="*/ 4116716 w 4572002"/>
                  <a:gd name="connsiteY56" fmla="*/ 4800484 h 6858002"/>
                  <a:gd name="connsiteX57" fmla="*/ 4131552 w 4572002"/>
                  <a:gd name="connsiteY57" fmla="*/ 4828917 h 6858002"/>
                  <a:gd name="connsiteX58" fmla="*/ 4153733 w 4572002"/>
                  <a:gd name="connsiteY58" fmla="*/ 4863343 h 6858002"/>
                  <a:gd name="connsiteX59" fmla="*/ 4161262 w 4572002"/>
                  <a:gd name="connsiteY59" fmla="*/ 4889275 h 6858002"/>
                  <a:gd name="connsiteX60" fmla="*/ 4159557 w 4572002"/>
                  <a:gd name="connsiteY60" fmla="*/ 4912168 h 6858002"/>
                  <a:gd name="connsiteX61" fmla="*/ 4158155 w 4572002"/>
                  <a:gd name="connsiteY61" fmla="*/ 4933804 h 6858002"/>
                  <a:gd name="connsiteX62" fmla="*/ 4158155 w 4572002"/>
                  <a:gd name="connsiteY62" fmla="*/ 4933805 h 6858002"/>
                  <a:gd name="connsiteX63" fmla="*/ 4162914 w 4572002"/>
                  <a:gd name="connsiteY63" fmla="*/ 4952673 h 6858002"/>
                  <a:gd name="connsiteX64" fmla="*/ 4165707 w 4572002"/>
                  <a:gd name="connsiteY64" fmla="*/ 4957454 h 6858002"/>
                  <a:gd name="connsiteX65" fmla="*/ 4166985 w 4572002"/>
                  <a:gd name="connsiteY65" fmla="*/ 4961456 h 6858002"/>
                  <a:gd name="connsiteX66" fmla="*/ 4182989 w 4572002"/>
                  <a:gd name="connsiteY66" fmla="*/ 4987038 h 6858002"/>
                  <a:gd name="connsiteX67" fmla="*/ 4209468 w 4572002"/>
                  <a:gd name="connsiteY67" fmla="*/ 5041522 h 6858002"/>
                  <a:gd name="connsiteX68" fmla="*/ 4216684 w 4572002"/>
                  <a:gd name="connsiteY68" fmla="*/ 5072376 h 6858002"/>
                  <a:gd name="connsiteX69" fmla="*/ 4222587 w 4572002"/>
                  <a:gd name="connsiteY69" fmla="*/ 5087441 h 6858002"/>
                  <a:gd name="connsiteX70" fmla="*/ 4235615 w 4572002"/>
                  <a:gd name="connsiteY70" fmla="*/ 5133220 h 6858002"/>
                  <a:gd name="connsiteX71" fmla="*/ 4235616 w 4572002"/>
                  <a:gd name="connsiteY71" fmla="*/ 5133225 h 6858002"/>
                  <a:gd name="connsiteX72" fmla="*/ 4228901 w 4572002"/>
                  <a:gd name="connsiteY72" fmla="*/ 5166113 h 6858002"/>
                  <a:gd name="connsiteX73" fmla="*/ 4228901 w 4572002"/>
                  <a:gd name="connsiteY73" fmla="*/ 5166114 h 6858002"/>
                  <a:gd name="connsiteX74" fmla="*/ 4229593 w 4572002"/>
                  <a:gd name="connsiteY74" fmla="*/ 5172091 h 6858002"/>
                  <a:gd name="connsiteX75" fmla="*/ 4232139 w 4572002"/>
                  <a:gd name="connsiteY75" fmla="*/ 5179068 h 6858002"/>
                  <a:gd name="connsiteX76" fmla="*/ 4231973 w 4572002"/>
                  <a:gd name="connsiteY76" fmla="*/ 5229434 h 6858002"/>
                  <a:gd name="connsiteX77" fmla="*/ 4225669 w 4572002"/>
                  <a:gd name="connsiteY77" fmla="*/ 5241089 h 6858002"/>
                  <a:gd name="connsiteX78" fmla="*/ 4208517 w 4572002"/>
                  <a:gd name="connsiteY78" fmla="*/ 5272796 h 6858002"/>
                  <a:gd name="connsiteX79" fmla="*/ 4184613 w 4572002"/>
                  <a:gd name="connsiteY79" fmla="*/ 5312288 h 6858002"/>
                  <a:gd name="connsiteX80" fmla="*/ 4183557 w 4572002"/>
                  <a:gd name="connsiteY80" fmla="*/ 5321350 h 6858002"/>
                  <a:gd name="connsiteX81" fmla="*/ 4181083 w 4572002"/>
                  <a:gd name="connsiteY81" fmla="*/ 5326163 h 6858002"/>
                  <a:gd name="connsiteX82" fmla="*/ 4179637 w 4572002"/>
                  <a:gd name="connsiteY82" fmla="*/ 5355014 h 6858002"/>
                  <a:gd name="connsiteX83" fmla="*/ 4179637 w 4572002"/>
                  <a:gd name="connsiteY83" fmla="*/ 5355015 h 6858002"/>
                  <a:gd name="connsiteX84" fmla="*/ 4184513 w 4572002"/>
                  <a:gd name="connsiteY84" fmla="*/ 5385385 h 6858002"/>
                  <a:gd name="connsiteX85" fmla="*/ 4192704 w 4572002"/>
                  <a:gd name="connsiteY85" fmla="*/ 5425583 h 6858002"/>
                  <a:gd name="connsiteX86" fmla="*/ 4204327 w 4572002"/>
                  <a:gd name="connsiteY86" fmla="*/ 5480638 h 6858002"/>
                  <a:gd name="connsiteX87" fmla="*/ 4208850 w 4572002"/>
                  <a:gd name="connsiteY87" fmla="*/ 5507668 h 6858002"/>
                  <a:gd name="connsiteX88" fmla="*/ 4198232 w 4572002"/>
                  <a:gd name="connsiteY88" fmla="*/ 5531692 h 6858002"/>
                  <a:gd name="connsiteX89" fmla="*/ 4198231 w 4572002"/>
                  <a:gd name="connsiteY89" fmla="*/ 5531693 h 6858002"/>
                  <a:gd name="connsiteX90" fmla="*/ 4188085 w 4572002"/>
                  <a:gd name="connsiteY90" fmla="*/ 5547578 h 6858002"/>
                  <a:gd name="connsiteX91" fmla="*/ 4188085 w 4572002"/>
                  <a:gd name="connsiteY91" fmla="*/ 5547579 h 6858002"/>
                  <a:gd name="connsiteX92" fmla="*/ 4197659 w 4572002"/>
                  <a:gd name="connsiteY92" fmla="*/ 5562747 h 6858002"/>
                  <a:gd name="connsiteX93" fmla="*/ 4268907 w 4572002"/>
                  <a:gd name="connsiteY93" fmla="*/ 5704484 h 6858002"/>
                  <a:gd name="connsiteX94" fmla="*/ 4274812 w 4572002"/>
                  <a:gd name="connsiteY94" fmla="*/ 5740489 h 6858002"/>
                  <a:gd name="connsiteX95" fmla="*/ 4283578 w 4572002"/>
                  <a:gd name="connsiteY95" fmla="*/ 5760874 h 6858002"/>
                  <a:gd name="connsiteX96" fmla="*/ 4371973 w 4572002"/>
                  <a:gd name="connsiteY96" fmla="*/ 5883752 h 6858002"/>
                  <a:gd name="connsiteX97" fmla="*/ 4371974 w 4572002"/>
                  <a:gd name="connsiteY97" fmla="*/ 5883757 h 6858002"/>
                  <a:gd name="connsiteX98" fmla="*/ 4389877 w 4572002"/>
                  <a:gd name="connsiteY98" fmla="*/ 5935946 h 6858002"/>
                  <a:gd name="connsiteX99" fmla="*/ 4389878 w 4572002"/>
                  <a:gd name="connsiteY99" fmla="*/ 5935950 h 6858002"/>
                  <a:gd name="connsiteX100" fmla="*/ 4386259 w 4572002"/>
                  <a:gd name="connsiteY100" fmla="*/ 5993290 h 6858002"/>
                  <a:gd name="connsiteX101" fmla="*/ 4386259 w 4572002"/>
                  <a:gd name="connsiteY101" fmla="*/ 5993291 h 6858002"/>
                  <a:gd name="connsiteX102" fmla="*/ 4379782 w 4572002"/>
                  <a:gd name="connsiteY102" fmla="*/ 6026440 h 6858002"/>
                  <a:gd name="connsiteX103" fmla="*/ 4323583 w 4572002"/>
                  <a:gd name="connsiteY103" fmla="*/ 6108738 h 6858002"/>
                  <a:gd name="connsiteX104" fmla="*/ 4309890 w 4572002"/>
                  <a:gd name="connsiteY104" fmla="*/ 6133314 h 6858002"/>
                  <a:gd name="connsiteX105" fmla="*/ 4309890 w 4572002"/>
                  <a:gd name="connsiteY105" fmla="*/ 6133315 h 6858002"/>
                  <a:gd name="connsiteX106" fmla="*/ 4313591 w 4572002"/>
                  <a:gd name="connsiteY106" fmla="*/ 6143190 h 6858002"/>
                  <a:gd name="connsiteX107" fmla="*/ 4325486 w 4572002"/>
                  <a:gd name="connsiteY107" fmla="*/ 6155600 h 6858002"/>
                  <a:gd name="connsiteX108" fmla="*/ 4325488 w 4572002"/>
                  <a:gd name="connsiteY108" fmla="*/ 6155603 h 6858002"/>
                  <a:gd name="connsiteX109" fmla="*/ 4364160 w 4572002"/>
                  <a:gd name="connsiteY109" fmla="*/ 6228757 h 6858002"/>
                  <a:gd name="connsiteX110" fmla="*/ 4381497 w 4572002"/>
                  <a:gd name="connsiteY110" fmla="*/ 6361540 h 6858002"/>
                  <a:gd name="connsiteX111" fmla="*/ 4381497 w 4572002"/>
                  <a:gd name="connsiteY111" fmla="*/ 6361539 h 6858002"/>
                  <a:gd name="connsiteX112" fmla="*/ 4364160 w 4572002"/>
                  <a:gd name="connsiteY112" fmla="*/ 6228756 h 6858002"/>
                  <a:gd name="connsiteX113" fmla="*/ 4325488 w 4572002"/>
                  <a:gd name="connsiteY113" fmla="*/ 6155602 h 6858002"/>
                  <a:gd name="connsiteX114" fmla="*/ 4325486 w 4572002"/>
                  <a:gd name="connsiteY114" fmla="*/ 6155600 h 6858002"/>
                  <a:gd name="connsiteX115" fmla="*/ 4309890 w 4572002"/>
                  <a:gd name="connsiteY115" fmla="*/ 6133315 h 6858002"/>
                  <a:gd name="connsiteX116" fmla="*/ 4323583 w 4572002"/>
                  <a:gd name="connsiteY116" fmla="*/ 6108739 h 6858002"/>
                  <a:gd name="connsiteX117" fmla="*/ 4379782 w 4572002"/>
                  <a:gd name="connsiteY117" fmla="*/ 6026441 h 6858002"/>
                  <a:gd name="connsiteX118" fmla="*/ 4386259 w 4572002"/>
                  <a:gd name="connsiteY118" fmla="*/ 5993292 h 6858002"/>
                  <a:gd name="connsiteX119" fmla="*/ 4386259 w 4572002"/>
                  <a:gd name="connsiteY119" fmla="*/ 5993290 h 6858002"/>
                  <a:gd name="connsiteX120" fmla="*/ 4389712 w 4572002"/>
                  <a:gd name="connsiteY120" fmla="*/ 5964477 h 6858002"/>
                  <a:gd name="connsiteX121" fmla="*/ 4389878 w 4572002"/>
                  <a:gd name="connsiteY121" fmla="*/ 5935950 h 6858002"/>
                  <a:gd name="connsiteX122" fmla="*/ 4389878 w 4572002"/>
                  <a:gd name="connsiteY122" fmla="*/ 5935949 h 6858002"/>
                  <a:gd name="connsiteX123" fmla="*/ 4389877 w 4572002"/>
                  <a:gd name="connsiteY123" fmla="*/ 5935946 h 6858002"/>
                  <a:gd name="connsiteX124" fmla="*/ 4382997 w 4572002"/>
                  <a:gd name="connsiteY124" fmla="*/ 5909351 h 6858002"/>
                  <a:gd name="connsiteX125" fmla="*/ 4371974 w 4572002"/>
                  <a:gd name="connsiteY125" fmla="*/ 5883757 h 6858002"/>
                  <a:gd name="connsiteX126" fmla="*/ 4371973 w 4572002"/>
                  <a:gd name="connsiteY126" fmla="*/ 5883751 h 6858002"/>
                  <a:gd name="connsiteX127" fmla="*/ 4283578 w 4572002"/>
                  <a:gd name="connsiteY127" fmla="*/ 5760873 h 6858002"/>
                  <a:gd name="connsiteX128" fmla="*/ 4274812 w 4572002"/>
                  <a:gd name="connsiteY128" fmla="*/ 5740488 h 6858002"/>
                  <a:gd name="connsiteX129" fmla="*/ 4268907 w 4572002"/>
                  <a:gd name="connsiteY129" fmla="*/ 5704483 h 6858002"/>
                  <a:gd name="connsiteX130" fmla="*/ 4197659 w 4572002"/>
                  <a:gd name="connsiteY130" fmla="*/ 5562746 h 6858002"/>
                  <a:gd name="connsiteX131" fmla="*/ 4188085 w 4572002"/>
                  <a:gd name="connsiteY131" fmla="*/ 5547578 h 6858002"/>
                  <a:gd name="connsiteX132" fmla="*/ 4198231 w 4572002"/>
                  <a:gd name="connsiteY132" fmla="*/ 5531694 h 6858002"/>
                  <a:gd name="connsiteX133" fmla="*/ 4198232 w 4572002"/>
                  <a:gd name="connsiteY133" fmla="*/ 5531692 h 6858002"/>
                  <a:gd name="connsiteX134" fmla="*/ 4206630 w 4572002"/>
                  <a:gd name="connsiteY134" fmla="*/ 5520422 h 6858002"/>
                  <a:gd name="connsiteX135" fmla="*/ 4208850 w 4572002"/>
                  <a:gd name="connsiteY135" fmla="*/ 5507668 h 6858002"/>
                  <a:gd name="connsiteX136" fmla="*/ 4208850 w 4572002"/>
                  <a:gd name="connsiteY136" fmla="*/ 5507667 h 6858002"/>
                  <a:gd name="connsiteX137" fmla="*/ 4204327 w 4572002"/>
                  <a:gd name="connsiteY137" fmla="*/ 5480637 h 6858002"/>
                  <a:gd name="connsiteX138" fmla="*/ 4192704 w 4572002"/>
                  <a:gd name="connsiteY138" fmla="*/ 5425582 h 6858002"/>
                  <a:gd name="connsiteX139" fmla="*/ 4184513 w 4572002"/>
                  <a:gd name="connsiteY139" fmla="*/ 5385384 h 6858002"/>
                  <a:gd name="connsiteX140" fmla="*/ 4179637 w 4572002"/>
                  <a:gd name="connsiteY140" fmla="*/ 5355014 h 6858002"/>
                  <a:gd name="connsiteX141" fmla="*/ 4183557 w 4572002"/>
                  <a:gd name="connsiteY141" fmla="*/ 5321350 h 6858002"/>
                  <a:gd name="connsiteX142" fmla="*/ 4208517 w 4572002"/>
                  <a:gd name="connsiteY142" fmla="*/ 5272797 h 6858002"/>
                  <a:gd name="connsiteX143" fmla="*/ 4225669 w 4572002"/>
                  <a:gd name="connsiteY143" fmla="*/ 5241089 h 6858002"/>
                  <a:gd name="connsiteX144" fmla="*/ 4231973 w 4572002"/>
                  <a:gd name="connsiteY144" fmla="*/ 5229433 h 6858002"/>
                  <a:gd name="connsiteX145" fmla="*/ 4232139 w 4572002"/>
                  <a:gd name="connsiteY145" fmla="*/ 5179068 h 6858002"/>
                  <a:gd name="connsiteX146" fmla="*/ 4232139 w 4572002"/>
                  <a:gd name="connsiteY146" fmla="*/ 5179067 h 6858002"/>
                  <a:gd name="connsiteX147" fmla="*/ 4229593 w 4572002"/>
                  <a:gd name="connsiteY147" fmla="*/ 5172090 h 6858002"/>
                  <a:gd name="connsiteX148" fmla="*/ 4228901 w 4572002"/>
                  <a:gd name="connsiteY148" fmla="*/ 5166114 h 6858002"/>
                  <a:gd name="connsiteX149" fmla="*/ 4235616 w 4572002"/>
                  <a:gd name="connsiteY149" fmla="*/ 5133225 h 6858002"/>
                  <a:gd name="connsiteX150" fmla="*/ 4235616 w 4572002"/>
                  <a:gd name="connsiteY150" fmla="*/ 5133224 h 6858002"/>
                  <a:gd name="connsiteX151" fmla="*/ 4235615 w 4572002"/>
                  <a:gd name="connsiteY151" fmla="*/ 5133220 h 6858002"/>
                  <a:gd name="connsiteX152" fmla="*/ 4228473 w 4572002"/>
                  <a:gd name="connsiteY152" fmla="*/ 5102461 h 6858002"/>
                  <a:gd name="connsiteX153" fmla="*/ 4222587 w 4572002"/>
                  <a:gd name="connsiteY153" fmla="*/ 5087441 h 6858002"/>
                  <a:gd name="connsiteX154" fmla="*/ 4222582 w 4572002"/>
                  <a:gd name="connsiteY154" fmla="*/ 5087423 h 6858002"/>
                  <a:gd name="connsiteX155" fmla="*/ 4209468 w 4572002"/>
                  <a:gd name="connsiteY155" fmla="*/ 5041521 h 6858002"/>
                  <a:gd name="connsiteX156" fmla="*/ 4182989 w 4572002"/>
                  <a:gd name="connsiteY156" fmla="*/ 4987037 h 6858002"/>
                  <a:gd name="connsiteX157" fmla="*/ 4165707 w 4572002"/>
                  <a:gd name="connsiteY157" fmla="*/ 4957454 h 6858002"/>
                  <a:gd name="connsiteX158" fmla="*/ 4158155 w 4572002"/>
                  <a:gd name="connsiteY158" fmla="*/ 4933805 h 6858002"/>
                  <a:gd name="connsiteX159" fmla="*/ 4159557 w 4572002"/>
                  <a:gd name="connsiteY159" fmla="*/ 4912169 h 6858002"/>
                  <a:gd name="connsiteX160" fmla="*/ 4161262 w 4572002"/>
                  <a:gd name="connsiteY160" fmla="*/ 4889276 h 6858002"/>
                  <a:gd name="connsiteX161" fmla="*/ 4161262 w 4572002"/>
                  <a:gd name="connsiteY161" fmla="*/ 4889275 h 6858002"/>
                  <a:gd name="connsiteX162" fmla="*/ 4156484 w 4572002"/>
                  <a:gd name="connsiteY162" fmla="*/ 4867614 h 6858002"/>
                  <a:gd name="connsiteX163" fmla="*/ 4153733 w 4572002"/>
                  <a:gd name="connsiteY163" fmla="*/ 4863343 h 6858002"/>
                  <a:gd name="connsiteX164" fmla="*/ 4151983 w 4572002"/>
                  <a:gd name="connsiteY164" fmla="*/ 4857317 h 6858002"/>
                  <a:gd name="connsiteX165" fmla="*/ 4131552 w 4572002"/>
                  <a:gd name="connsiteY165" fmla="*/ 4828916 h 6858002"/>
                  <a:gd name="connsiteX166" fmla="*/ 4116716 w 4572002"/>
                  <a:gd name="connsiteY166" fmla="*/ 4800483 h 6858002"/>
                  <a:gd name="connsiteX167" fmla="*/ 4118025 w 4572002"/>
                  <a:gd name="connsiteY167" fmla="*/ 4767765 h 6858002"/>
                  <a:gd name="connsiteX168" fmla="*/ 4127932 w 4572002"/>
                  <a:gd name="connsiteY168" fmla="*/ 4677656 h 6858002"/>
                  <a:gd name="connsiteX169" fmla="*/ 4135934 w 4572002"/>
                  <a:gd name="connsiteY169" fmla="*/ 4659175 h 6858002"/>
                  <a:gd name="connsiteX170" fmla="*/ 4195944 w 4572002"/>
                  <a:gd name="connsiteY170" fmla="*/ 4482005 h 6858002"/>
                  <a:gd name="connsiteX171" fmla="*/ 4196706 w 4572002"/>
                  <a:gd name="connsiteY171" fmla="*/ 4363891 h 6858002"/>
                  <a:gd name="connsiteX172" fmla="*/ 4196706 w 4572002"/>
                  <a:gd name="connsiteY172" fmla="*/ 4363890 h 6858002"/>
                  <a:gd name="connsiteX173" fmla="*/ 4187752 w 4572002"/>
                  <a:gd name="connsiteY173" fmla="*/ 4324645 h 6858002"/>
                  <a:gd name="connsiteX174" fmla="*/ 4147936 w 4572002"/>
                  <a:gd name="connsiteY174" fmla="*/ 4253014 h 6858002"/>
                  <a:gd name="connsiteX175" fmla="*/ 4211111 w 4572002"/>
                  <a:gd name="connsiteY175" fmla="*/ 2836172 h 6858002"/>
                  <a:gd name="connsiteX176" fmla="*/ 4202421 w 4572002"/>
                  <a:gd name="connsiteY176" fmla="*/ 2848793 h 6858002"/>
                  <a:gd name="connsiteX177" fmla="*/ 4186816 w 4572002"/>
                  <a:gd name="connsiteY177" fmla="*/ 2897785 h 6858002"/>
                  <a:gd name="connsiteX178" fmla="*/ 4185787 w 4572002"/>
                  <a:gd name="connsiteY178" fmla="*/ 2903551 h 6858002"/>
                  <a:gd name="connsiteX179" fmla="*/ 4182513 w 4572002"/>
                  <a:gd name="connsiteY179" fmla="*/ 2914328 h 6858002"/>
                  <a:gd name="connsiteX180" fmla="*/ 4177882 w 4572002"/>
                  <a:gd name="connsiteY180" fmla="*/ 2947858 h 6858002"/>
                  <a:gd name="connsiteX181" fmla="*/ 4177881 w 4572002"/>
                  <a:gd name="connsiteY181" fmla="*/ 2947862 h 6858002"/>
                  <a:gd name="connsiteX182" fmla="*/ 4177881 w 4572002"/>
                  <a:gd name="connsiteY182" fmla="*/ 2947863 h 6858002"/>
                  <a:gd name="connsiteX183" fmla="*/ 4181465 w 4572002"/>
                  <a:gd name="connsiteY183" fmla="*/ 2982149 h 6858002"/>
                  <a:gd name="connsiteX184" fmla="*/ 4193158 w 4572002"/>
                  <a:gd name="connsiteY184" fmla="*/ 3077402 h 6858002"/>
                  <a:gd name="connsiteX185" fmla="*/ 4180703 w 4572002"/>
                  <a:gd name="connsiteY185" fmla="*/ 3172654 h 6858002"/>
                  <a:gd name="connsiteX186" fmla="*/ 4133076 w 4572002"/>
                  <a:gd name="connsiteY186" fmla="*/ 3489467 h 6858002"/>
                  <a:gd name="connsiteX187" fmla="*/ 4110977 w 4572002"/>
                  <a:gd name="connsiteY187" fmla="*/ 3544713 h 6858002"/>
                  <a:gd name="connsiteX188" fmla="*/ 4093355 w 4572002"/>
                  <a:gd name="connsiteY188" fmla="*/ 3574408 h 6858002"/>
                  <a:gd name="connsiteX189" fmla="*/ 4093355 w 4572002"/>
                  <a:gd name="connsiteY189" fmla="*/ 3574409 h 6858002"/>
                  <a:gd name="connsiteX190" fmla="*/ 4105453 w 4572002"/>
                  <a:gd name="connsiteY190" fmla="*/ 3606818 h 6858002"/>
                  <a:gd name="connsiteX191" fmla="*/ 4118979 w 4572002"/>
                  <a:gd name="connsiteY191" fmla="*/ 3630633 h 6858002"/>
                  <a:gd name="connsiteX192" fmla="*/ 4136708 w 4572002"/>
                  <a:gd name="connsiteY192" fmla="*/ 3654416 h 6858002"/>
                  <a:gd name="connsiteX193" fmla="*/ 4140382 w 4572002"/>
                  <a:gd name="connsiteY193" fmla="*/ 3668940 h 6858002"/>
                  <a:gd name="connsiteX194" fmla="*/ 4143220 w 4572002"/>
                  <a:gd name="connsiteY194" fmla="*/ 3680164 h 6858002"/>
                  <a:gd name="connsiteX195" fmla="*/ 4139172 w 4572002"/>
                  <a:gd name="connsiteY195" fmla="*/ 3734837 h 6858002"/>
                  <a:gd name="connsiteX196" fmla="*/ 4139172 w 4572002"/>
                  <a:gd name="connsiteY196" fmla="*/ 3734838 h 6858002"/>
                  <a:gd name="connsiteX197" fmla="*/ 4139554 w 4572002"/>
                  <a:gd name="connsiteY197" fmla="*/ 3754653 h 6858002"/>
                  <a:gd name="connsiteX198" fmla="*/ 4145911 w 4572002"/>
                  <a:gd name="connsiteY198" fmla="*/ 3789776 h 6858002"/>
                  <a:gd name="connsiteX199" fmla="*/ 4130980 w 4572002"/>
                  <a:gd name="connsiteY199" fmla="*/ 3822472 h 6858002"/>
                  <a:gd name="connsiteX200" fmla="*/ 4116645 w 4572002"/>
                  <a:gd name="connsiteY200" fmla="*/ 3852619 h 6858002"/>
                  <a:gd name="connsiteX201" fmla="*/ 4116645 w 4572002"/>
                  <a:gd name="connsiteY201" fmla="*/ 3852620 h 6858002"/>
                  <a:gd name="connsiteX202" fmla="*/ 4117425 w 4572002"/>
                  <a:gd name="connsiteY202" fmla="*/ 3868764 h 6858002"/>
                  <a:gd name="connsiteX203" fmla="*/ 4126028 w 4572002"/>
                  <a:gd name="connsiteY203" fmla="*/ 3885337 h 6858002"/>
                  <a:gd name="connsiteX204" fmla="*/ 4126028 w 4572002"/>
                  <a:gd name="connsiteY204" fmla="*/ 3885339 h 6858002"/>
                  <a:gd name="connsiteX205" fmla="*/ 4148409 w 4572002"/>
                  <a:gd name="connsiteY205" fmla="*/ 3923125 h 6858002"/>
                  <a:gd name="connsiteX206" fmla="*/ 4157913 w 4572002"/>
                  <a:gd name="connsiteY206" fmla="*/ 3962160 h 6858002"/>
                  <a:gd name="connsiteX207" fmla="*/ 4142221 w 4572002"/>
                  <a:gd name="connsiteY207" fmla="*/ 4043838 h 6858002"/>
                  <a:gd name="connsiteX208" fmla="*/ 4142220 w 4572002"/>
                  <a:gd name="connsiteY208" fmla="*/ 4043839 h 6858002"/>
                  <a:gd name="connsiteX209" fmla="*/ 4127099 w 4572002"/>
                  <a:gd name="connsiteY209" fmla="*/ 4103825 h 6858002"/>
                  <a:gd name="connsiteX210" fmla="*/ 4127099 w 4572002"/>
                  <a:gd name="connsiteY210" fmla="*/ 4103826 h 6858002"/>
                  <a:gd name="connsiteX211" fmla="*/ 4129066 w 4572002"/>
                  <a:gd name="connsiteY211" fmla="*/ 4134256 h 6858002"/>
                  <a:gd name="connsiteX212" fmla="*/ 4138410 w 4572002"/>
                  <a:gd name="connsiteY212" fmla="*/ 4165382 h 6858002"/>
                  <a:gd name="connsiteX213" fmla="*/ 4138410 w 4572002"/>
                  <a:gd name="connsiteY213" fmla="*/ 4165384 h 6858002"/>
                  <a:gd name="connsiteX214" fmla="*/ 4142315 w 4572002"/>
                  <a:gd name="connsiteY214" fmla="*/ 4192388 h 6858002"/>
                  <a:gd name="connsiteX215" fmla="*/ 4142315 w 4572002"/>
                  <a:gd name="connsiteY215" fmla="*/ 4192387 h 6858002"/>
                  <a:gd name="connsiteX216" fmla="*/ 4138410 w 4572002"/>
                  <a:gd name="connsiteY216" fmla="*/ 4165383 h 6858002"/>
                  <a:gd name="connsiteX217" fmla="*/ 4138410 w 4572002"/>
                  <a:gd name="connsiteY217" fmla="*/ 4165382 h 6858002"/>
                  <a:gd name="connsiteX218" fmla="*/ 4127099 w 4572002"/>
                  <a:gd name="connsiteY218" fmla="*/ 4103826 h 6858002"/>
                  <a:gd name="connsiteX219" fmla="*/ 4142220 w 4572002"/>
                  <a:gd name="connsiteY219" fmla="*/ 4043840 h 6858002"/>
                  <a:gd name="connsiteX220" fmla="*/ 4142221 w 4572002"/>
                  <a:gd name="connsiteY220" fmla="*/ 4043838 h 6858002"/>
                  <a:gd name="connsiteX221" fmla="*/ 4155523 w 4572002"/>
                  <a:gd name="connsiteY221" fmla="*/ 4002410 h 6858002"/>
                  <a:gd name="connsiteX222" fmla="*/ 4157913 w 4572002"/>
                  <a:gd name="connsiteY222" fmla="*/ 3962160 h 6858002"/>
                  <a:gd name="connsiteX223" fmla="*/ 4157913 w 4572002"/>
                  <a:gd name="connsiteY223" fmla="*/ 3962159 h 6858002"/>
                  <a:gd name="connsiteX224" fmla="*/ 4126028 w 4572002"/>
                  <a:gd name="connsiteY224" fmla="*/ 3885338 h 6858002"/>
                  <a:gd name="connsiteX225" fmla="*/ 4126028 w 4572002"/>
                  <a:gd name="connsiteY225" fmla="*/ 3885337 h 6858002"/>
                  <a:gd name="connsiteX226" fmla="*/ 4116645 w 4572002"/>
                  <a:gd name="connsiteY226" fmla="*/ 3852620 h 6858002"/>
                  <a:gd name="connsiteX227" fmla="*/ 4130980 w 4572002"/>
                  <a:gd name="connsiteY227" fmla="*/ 3822473 h 6858002"/>
                  <a:gd name="connsiteX228" fmla="*/ 4145911 w 4572002"/>
                  <a:gd name="connsiteY228" fmla="*/ 3789777 h 6858002"/>
                  <a:gd name="connsiteX229" fmla="*/ 4145911 w 4572002"/>
                  <a:gd name="connsiteY229" fmla="*/ 3789776 h 6858002"/>
                  <a:gd name="connsiteX230" fmla="*/ 4139554 w 4572002"/>
                  <a:gd name="connsiteY230" fmla="*/ 3754652 h 6858002"/>
                  <a:gd name="connsiteX231" fmla="*/ 4139172 w 4572002"/>
                  <a:gd name="connsiteY231" fmla="*/ 3734838 h 6858002"/>
                  <a:gd name="connsiteX232" fmla="*/ 4143220 w 4572002"/>
                  <a:gd name="connsiteY232" fmla="*/ 3680164 h 6858002"/>
                  <a:gd name="connsiteX233" fmla="*/ 4143220 w 4572002"/>
                  <a:gd name="connsiteY233" fmla="*/ 3680163 h 6858002"/>
                  <a:gd name="connsiteX234" fmla="*/ 4140382 w 4572002"/>
                  <a:gd name="connsiteY234" fmla="*/ 3668940 h 6858002"/>
                  <a:gd name="connsiteX235" fmla="*/ 4136708 w 4572002"/>
                  <a:gd name="connsiteY235" fmla="*/ 3654416 h 6858002"/>
                  <a:gd name="connsiteX236" fmla="*/ 4136708 w 4572002"/>
                  <a:gd name="connsiteY236" fmla="*/ 3654416 h 6858002"/>
                  <a:gd name="connsiteX237" fmla="*/ 4136708 w 4572002"/>
                  <a:gd name="connsiteY237" fmla="*/ 3654415 h 6858002"/>
                  <a:gd name="connsiteX238" fmla="*/ 4118979 w 4572002"/>
                  <a:gd name="connsiteY238" fmla="*/ 3630632 h 6858002"/>
                  <a:gd name="connsiteX239" fmla="*/ 4105453 w 4572002"/>
                  <a:gd name="connsiteY239" fmla="*/ 3606817 h 6858002"/>
                  <a:gd name="connsiteX240" fmla="*/ 4095707 w 4572002"/>
                  <a:gd name="connsiteY240" fmla="*/ 3587174 h 6858002"/>
                  <a:gd name="connsiteX241" fmla="*/ 4093355 w 4572002"/>
                  <a:gd name="connsiteY241" fmla="*/ 3574408 h 6858002"/>
                  <a:gd name="connsiteX242" fmla="*/ 4098434 w 4572002"/>
                  <a:gd name="connsiteY242" fmla="*/ 3562321 h 6858002"/>
                  <a:gd name="connsiteX243" fmla="*/ 4110977 w 4572002"/>
                  <a:gd name="connsiteY243" fmla="*/ 3544714 h 6858002"/>
                  <a:gd name="connsiteX244" fmla="*/ 4133076 w 4572002"/>
                  <a:gd name="connsiteY244" fmla="*/ 3489468 h 6858002"/>
                  <a:gd name="connsiteX245" fmla="*/ 4180703 w 4572002"/>
                  <a:gd name="connsiteY245" fmla="*/ 3172655 h 6858002"/>
                  <a:gd name="connsiteX246" fmla="*/ 4193158 w 4572002"/>
                  <a:gd name="connsiteY246" fmla="*/ 3077402 h 6858002"/>
                  <a:gd name="connsiteX247" fmla="*/ 4193158 w 4572002"/>
                  <a:gd name="connsiteY247" fmla="*/ 3077401 h 6858002"/>
                  <a:gd name="connsiteX248" fmla="*/ 4181465 w 4572002"/>
                  <a:gd name="connsiteY248" fmla="*/ 2982148 h 6858002"/>
                  <a:gd name="connsiteX249" fmla="*/ 4177881 w 4572002"/>
                  <a:gd name="connsiteY249" fmla="*/ 2947863 h 6858002"/>
                  <a:gd name="connsiteX250" fmla="*/ 4177882 w 4572002"/>
                  <a:gd name="connsiteY250" fmla="*/ 2947858 h 6858002"/>
                  <a:gd name="connsiteX251" fmla="*/ 4185787 w 4572002"/>
                  <a:gd name="connsiteY251" fmla="*/ 2903551 h 6858002"/>
                  <a:gd name="connsiteX252" fmla="*/ 4202421 w 4572002"/>
                  <a:gd name="connsiteY252" fmla="*/ 2848794 h 6858002"/>
                  <a:gd name="connsiteX253" fmla="*/ 4211111 w 4572002"/>
                  <a:gd name="connsiteY253" fmla="*/ 2836173 h 6858002"/>
                  <a:gd name="connsiteX254" fmla="*/ 3726625 w 4572002"/>
                  <a:gd name="connsiteY254" fmla="*/ 1508458 h 6858002"/>
                  <a:gd name="connsiteX255" fmla="*/ 3698531 w 4572002"/>
                  <a:gd name="connsiteY255" fmla="*/ 1596214 h 6858002"/>
                  <a:gd name="connsiteX256" fmla="*/ 3700436 w 4572002"/>
                  <a:gd name="connsiteY256" fmla="*/ 1624981 h 6858002"/>
                  <a:gd name="connsiteX257" fmla="*/ 3757017 w 4572002"/>
                  <a:gd name="connsiteY257" fmla="*/ 1697754 h 6858002"/>
                  <a:gd name="connsiteX258" fmla="*/ 3779686 w 4572002"/>
                  <a:gd name="connsiteY258" fmla="*/ 1733189 h 6858002"/>
                  <a:gd name="connsiteX259" fmla="*/ 3821407 w 4572002"/>
                  <a:gd name="connsiteY259" fmla="*/ 1833776 h 6858002"/>
                  <a:gd name="connsiteX260" fmla="*/ 3829028 w 4572002"/>
                  <a:gd name="connsiteY260" fmla="*/ 1842159 h 6858002"/>
                  <a:gd name="connsiteX261" fmla="*/ 3919519 w 4572002"/>
                  <a:gd name="connsiteY261" fmla="*/ 1916455 h 6858002"/>
                  <a:gd name="connsiteX262" fmla="*/ 3934949 w 4572002"/>
                  <a:gd name="connsiteY262" fmla="*/ 1933220 h 6858002"/>
                  <a:gd name="connsiteX263" fmla="*/ 3958954 w 4572002"/>
                  <a:gd name="connsiteY263" fmla="*/ 1953414 h 6858002"/>
                  <a:gd name="connsiteX264" fmla="*/ 4005437 w 4572002"/>
                  <a:gd name="connsiteY264" fmla="*/ 2016470 h 6858002"/>
                  <a:gd name="connsiteX265" fmla="*/ 4020296 w 4572002"/>
                  <a:gd name="connsiteY265" fmla="*/ 2094579 h 6858002"/>
                  <a:gd name="connsiteX266" fmla="*/ 4042967 w 4572002"/>
                  <a:gd name="connsiteY266" fmla="*/ 2188880 h 6858002"/>
                  <a:gd name="connsiteX267" fmla="*/ 4058207 w 4572002"/>
                  <a:gd name="connsiteY267" fmla="*/ 2228315 h 6858002"/>
                  <a:gd name="connsiteX268" fmla="*/ 4087164 w 4572002"/>
                  <a:gd name="connsiteY268" fmla="*/ 2334045 h 6858002"/>
                  <a:gd name="connsiteX269" fmla="*/ 4111549 w 4572002"/>
                  <a:gd name="connsiteY269" fmla="*/ 2409486 h 6858002"/>
                  <a:gd name="connsiteX270" fmla="*/ 4128650 w 4572002"/>
                  <a:gd name="connsiteY270" fmla="*/ 2435913 h 6858002"/>
                  <a:gd name="connsiteX271" fmla="*/ 4134481 w 4572002"/>
                  <a:gd name="connsiteY271" fmla="*/ 2463018 h 6858002"/>
                  <a:gd name="connsiteX272" fmla="*/ 4125839 w 4572002"/>
                  <a:gd name="connsiteY272" fmla="*/ 2518262 h 6858002"/>
                  <a:gd name="connsiteX273" fmla="*/ 4125838 w 4572002"/>
                  <a:gd name="connsiteY273" fmla="*/ 2518264 h 6858002"/>
                  <a:gd name="connsiteX274" fmla="*/ 4122194 w 4572002"/>
                  <a:gd name="connsiteY274" fmla="*/ 2545006 h 6858002"/>
                  <a:gd name="connsiteX275" fmla="*/ 4122194 w 4572002"/>
                  <a:gd name="connsiteY275" fmla="*/ 2545007 h 6858002"/>
                  <a:gd name="connsiteX276" fmla="*/ 4126408 w 4572002"/>
                  <a:gd name="connsiteY276" fmla="*/ 2571035 h 6858002"/>
                  <a:gd name="connsiteX277" fmla="*/ 4199563 w 4572002"/>
                  <a:gd name="connsiteY277" fmla="*/ 2668002 h 6858002"/>
                  <a:gd name="connsiteX278" fmla="*/ 4247953 w 4572002"/>
                  <a:gd name="connsiteY278" fmla="*/ 2745349 h 6858002"/>
                  <a:gd name="connsiteX279" fmla="*/ 4247954 w 4572002"/>
                  <a:gd name="connsiteY279" fmla="*/ 2745352 h 6858002"/>
                  <a:gd name="connsiteX280" fmla="*/ 4253873 w 4572002"/>
                  <a:gd name="connsiteY280" fmla="*/ 2778006 h 6858002"/>
                  <a:gd name="connsiteX281" fmla="*/ 4253453 w 4572002"/>
                  <a:gd name="connsiteY281" fmla="*/ 2785440 h 6858002"/>
                  <a:gd name="connsiteX282" fmla="*/ 4243374 w 4572002"/>
                  <a:gd name="connsiteY282" fmla="*/ 2811780 h 6858002"/>
                  <a:gd name="connsiteX283" fmla="*/ 4243371 w 4572002"/>
                  <a:gd name="connsiteY283" fmla="*/ 2811787 h 6858002"/>
                  <a:gd name="connsiteX284" fmla="*/ 4243372 w 4572002"/>
                  <a:gd name="connsiteY284" fmla="*/ 2811787 h 6858002"/>
                  <a:gd name="connsiteX285" fmla="*/ 4243374 w 4572002"/>
                  <a:gd name="connsiteY285" fmla="*/ 2811780 h 6858002"/>
                  <a:gd name="connsiteX286" fmla="*/ 4253025 w 4572002"/>
                  <a:gd name="connsiteY286" fmla="*/ 2793023 h 6858002"/>
                  <a:gd name="connsiteX287" fmla="*/ 4253453 w 4572002"/>
                  <a:gd name="connsiteY287" fmla="*/ 2785440 h 6858002"/>
                  <a:gd name="connsiteX288" fmla="*/ 4254654 w 4572002"/>
                  <a:gd name="connsiteY288" fmla="*/ 2782305 h 6858002"/>
                  <a:gd name="connsiteX289" fmla="*/ 4253873 w 4572002"/>
                  <a:gd name="connsiteY289" fmla="*/ 2778006 h 6858002"/>
                  <a:gd name="connsiteX290" fmla="*/ 4254284 w 4572002"/>
                  <a:gd name="connsiteY290" fmla="*/ 2770758 h 6858002"/>
                  <a:gd name="connsiteX291" fmla="*/ 4247954 w 4572002"/>
                  <a:gd name="connsiteY291" fmla="*/ 2745352 h 6858002"/>
                  <a:gd name="connsiteX292" fmla="*/ 4247953 w 4572002"/>
                  <a:gd name="connsiteY292" fmla="*/ 2745348 h 6858002"/>
                  <a:gd name="connsiteX293" fmla="*/ 4199563 w 4572002"/>
                  <a:gd name="connsiteY293" fmla="*/ 2668001 h 6858002"/>
                  <a:gd name="connsiteX294" fmla="*/ 4126408 w 4572002"/>
                  <a:gd name="connsiteY294" fmla="*/ 2571034 h 6858002"/>
                  <a:gd name="connsiteX295" fmla="*/ 4122194 w 4572002"/>
                  <a:gd name="connsiteY295" fmla="*/ 2545007 h 6858002"/>
                  <a:gd name="connsiteX296" fmla="*/ 4125838 w 4572002"/>
                  <a:gd name="connsiteY296" fmla="*/ 2518265 h 6858002"/>
                  <a:gd name="connsiteX297" fmla="*/ 4125839 w 4572002"/>
                  <a:gd name="connsiteY297" fmla="*/ 2518262 h 6858002"/>
                  <a:gd name="connsiteX298" fmla="*/ 4132419 w 4572002"/>
                  <a:gd name="connsiteY298" fmla="*/ 2490551 h 6858002"/>
                  <a:gd name="connsiteX299" fmla="*/ 4134481 w 4572002"/>
                  <a:gd name="connsiteY299" fmla="*/ 2463018 h 6858002"/>
                  <a:gd name="connsiteX300" fmla="*/ 4134481 w 4572002"/>
                  <a:gd name="connsiteY300" fmla="*/ 2463017 h 6858002"/>
                  <a:gd name="connsiteX301" fmla="*/ 4111549 w 4572002"/>
                  <a:gd name="connsiteY301" fmla="*/ 2409485 h 6858002"/>
                  <a:gd name="connsiteX302" fmla="*/ 4087164 w 4572002"/>
                  <a:gd name="connsiteY302" fmla="*/ 2334044 h 6858002"/>
                  <a:gd name="connsiteX303" fmla="*/ 4058207 w 4572002"/>
                  <a:gd name="connsiteY303" fmla="*/ 2228314 h 6858002"/>
                  <a:gd name="connsiteX304" fmla="*/ 4042967 w 4572002"/>
                  <a:gd name="connsiteY304" fmla="*/ 2188879 h 6858002"/>
                  <a:gd name="connsiteX305" fmla="*/ 4020296 w 4572002"/>
                  <a:gd name="connsiteY305" fmla="*/ 2094578 h 6858002"/>
                  <a:gd name="connsiteX306" fmla="*/ 4005437 w 4572002"/>
                  <a:gd name="connsiteY306" fmla="*/ 2016469 h 6858002"/>
                  <a:gd name="connsiteX307" fmla="*/ 3958954 w 4572002"/>
                  <a:gd name="connsiteY307" fmla="*/ 1953413 h 6858002"/>
                  <a:gd name="connsiteX308" fmla="*/ 3934949 w 4572002"/>
                  <a:gd name="connsiteY308" fmla="*/ 1933219 h 6858002"/>
                  <a:gd name="connsiteX309" fmla="*/ 3919519 w 4572002"/>
                  <a:gd name="connsiteY309" fmla="*/ 1916454 h 6858002"/>
                  <a:gd name="connsiteX310" fmla="*/ 3829028 w 4572002"/>
                  <a:gd name="connsiteY310" fmla="*/ 1842158 h 6858002"/>
                  <a:gd name="connsiteX311" fmla="*/ 3821407 w 4572002"/>
                  <a:gd name="connsiteY311" fmla="*/ 1833775 h 6858002"/>
                  <a:gd name="connsiteX312" fmla="*/ 3779686 w 4572002"/>
                  <a:gd name="connsiteY312" fmla="*/ 1733188 h 6858002"/>
                  <a:gd name="connsiteX313" fmla="*/ 3757018 w 4572002"/>
                  <a:gd name="connsiteY313" fmla="*/ 1697753 h 6858002"/>
                  <a:gd name="connsiteX314" fmla="*/ 3700436 w 4572002"/>
                  <a:gd name="connsiteY314" fmla="*/ 1624980 h 6858002"/>
                  <a:gd name="connsiteX315" fmla="*/ 3698532 w 4572002"/>
                  <a:gd name="connsiteY315" fmla="*/ 1596213 h 6858002"/>
                  <a:gd name="connsiteX316" fmla="*/ 3745230 w 4572002"/>
                  <a:gd name="connsiteY316" fmla="*/ 1459073 h 6858002"/>
                  <a:gd name="connsiteX317" fmla="*/ 3745229 w 4572002"/>
                  <a:gd name="connsiteY317" fmla="*/ 1459074 h 6858002"/>
                  <a:gd name="connsiteX318" fmla="*/ 3736012 w 4572002"/>
                  <a:gd name="connsiteY318" fmla="*/ 1481572 h 6858002"/>
                  <a:gd name="connsiteX319" fmla="*/ 3764423 w 4572002"/>
                  <a:gd name="connsiteY319" fmla="*/ 1268758 h 6858002"/>
                  <a:gd name="connsiteX320" fmla="*/ 3769590 w 4572002"/>
                  <a:gd name="connsiteY320" fmla="*/ 1286070 h 6858002"/>
                  <a:gd name="connsiteX321" fmla="*/ 3791927 w 4572002"/>
                  <a:gd name="connsiteY321" fmla="*/ 1350628 h 6858002"/>
                  <a:gd name="connsiteX322" fmla="*/ 3786333 w 4572002"/>
                  <a:gd name="connsiteY322" fmla="*/ 1413840 h 6858002"/>
                  <a:gd name="connsiteX323" fmla="*/ 3791928 w 4572002"/>
                  <a:gd name="connsiteY323" fmla="*/ 1350627 h 6858002"/>
                  <a:gd name="connsiteX324" fmla="*/ 3769590 w 4572002"/>
                  <a:gd name="connsiteY324" fmla="*/ 1286069 h 6858002"/>
                  <a:gd name="connsiteX325" fmla="*/ 3706152 w 4572002"/>
                  <a:gd name="connsiteY325" fmla="*/ 773035 h 6858002"/>
                  <a:gd name="connsiteX326" fmla="*/ 3706152 w 4572002"/>
                  <a:gd name="connsiteY326" fmla="*/ 773036 h 6858002"/>
                  <a:gd name="connsiteX327" fmla="*/ 3714152 w 4572002"/>
                  <a:gd name="connsiteY327" fmla="*/ 854380 h 6858002"/>
                  <a:gd name="connsiteX328" fmla="*/ 3745205 w 4572002"/>
                  <a:gd name="connsiteY328" fmla="*/ 915344 h 6858002"/>
                  <a:gd name="connsiteX329" fmla="*/ 3755683 w 4572002"/>
                  <a:gd name="connsiteY329" fmla="*/ 927156 h 6858002"/>
                  <a:gd name="connsiteX330" fmla="*/ 3752063 w 4572002"/>
                  <a:gd name="connsiteY330" fmla="*/ 1097088 h 6858002"/>
                  <a:gd name="connsiteX331" fmla="*/ 3747681 w 4572002"/>
                  <a:gd name="connsiteY331" fmla="*/ 1123186 h 6858002"/>
                  <a:gd name="connsiteX332" fmla="*/ 3772400 w 4572002"/>
                  <a:gd name="connsiteY332" fmla="*/ 1184029 h 6858002"/>
                  <a:gd name="connsiteX333" fmla="*/ 3747682 w 4572002"/>
                  <a:gd name="connsiteY333" fmla="*/ 1123185 h 6858002"/>
                  <a:gd name="connsiteX334" fmla="*/ 3752064 w 4572002"/>
                  <a:gd name="connsiteY334" fmla="*/ 1097087 h 6858002"/>
                  <a:gd name="connsiteX335" fmla="*/ 3755684 w 4572002"/>
                  <a:gd name="connsiteY335" fmla="*/ 927155 h 6858002"/>
                  <a:gd name="connsiteX336" fmla="*/ 3745206 w 4572002"/>
                  <a:gd name="connsiteY336" fmla="*/ 915343 h 6858002"/>
                  <a:gd name="connsiteX337" fmla="*/ 3714152 w 4572002"/>
                  <a:gd name="connsiteY337" fmla="*/ 854379 h 6858002"/>
                  <a:gd name="connsiteX338" fmla="*/ 3761553 w 4572002"/>
                  <a:gd name="connsiteY338" fmla="*/ 517851 h 6858002"/>
                  <a:gd name="connsiteX339" fmla="*/ 3752635 w 4572002"/>
                  <a:gd name="connsiteY339" fmla="*/ 556048 h 6858002"/>
                  <a:gd name="connsiteX340" fmla="*/ 3746157 w 4572002"/>
                  <a:gd name="connsiteY340" fmla="*/ 580051 h 6858002"/>
                  <a:gd name="connsiteX341" fmla="*/ 3742776 w 4572002"/>
                  <a:gd name="connsiteY341" fmla="*/ 642538 h 6858002"/>
                  <a:gd name="connsiteX342" fmla="*/ 3730253 w 4572002"/>
                  <a:gd name="connsiteY342" fmla="*/ 694928 h 6858002"/>
                  <a:gd name="connsiteX343" fmla="*/ 3742777 w 4572002"/>
                  <a:gd name="connsiteY343" fmla="*/ 642537 h 6858002"/>
                  <a:gd name="connsiteX344" fmla="*/ 3746158 w 4572002"/>
                  <a:gd name="connsiteY344" fmla="*/ 580050 h 6858002"/>
                  <a:gd name="connsiteX345" fmla="*/ 3752636 w 4572002"/>
                  <a:gd name="connsiteY345" fmla="*/ 556047 h 6858002"/>
                  <a:gd name="connsiteX346" fmla="*/ 3774848 w 4572002"/>
                  <a:gd name="connsiteY346" fmla="*/ 298169 h 6858002"/>
                  <a:gd name="connsiteX347" fmla="*/ 3760065 w 4572002"/>
                  <a:gd name="connsiteY347" fmla="*/ 313534 h 6858002"/>
                  <a:gd name="connsiteX348" fmla="*/ 3759493 w 4572002"/>
                  <a:gd name="connsiteY348" fmla="*/ 338871 h 6858002"/>
                  <a:gd name="connsiteX349" fmla="*/ 3759500 w 4572002"/>
                  <a:gd name="connsiteY349" fmla="*/ 338900 h 6858002"/>
                  <a:gd name="connsiteX350" fmla="*/ 3769400 w 4572002"/>
                  <a:gd name="connsiteY350" fmla="*/ 395640 h 6858002"/>
                  <a:gd name="connsiteX351" fmla="*/ 3765590 w 4572002"/>
                  <a:gd name="connsiteY351" fmla="*/ 367328 h 6858002"/>
                  <a:gd name="connsiteX352" fmla="*/ 3759500 w 4572002"/>
                  <a:gd name="connsiteY352" fmla="*/ 338900 h 6858002"/>
                  <a:gd name="connsiteX353" fmla="*/ 3759494 w 4572002"/>
                  <a:gd name="connsiteY353" fmla="*/ 338870 h 6858002"/>
                  <a:gd name="connsiteX354" fmla="*/ 3760066 w 4572002"/>
                  <a:gd name="connsiteY354" fmla="*/ 313533 h 6858002"/>
                  <a:gd name="connsiteX355" fmla="*/ 3782393 w 4572002"/>
                  <a:gd name="connsiteY355" fmla="*/ 281568 h 6858002"/>
                  <a:gd name="connsiteX356" fmla="*/ 3777498 w 4572002"/>
                  <a:gd name="connsiteY356" fmla="*/ 295415 h 6858002"/>
                  <a:gd name="connsiteX357" fmla="*/ 3777499 w 4572002"/>
                  <a:gd name="connsiteY357" fmla="*/ 295415 h 6858002"/>
                  <a:gd name="connsiteX358" fmla="*/ 3769073 w 4572002"/>
                  <a:gd name="connsiteY358" fmla="*/ 24486 h 6858002"/>
                  <a:gd name="connsiteX359" fmla="*/ 3766810 w 4572002"/>
                  <a:gd name="connsiteY359" fmla="*/ 74129 h 6858002"/>
                  <a:gd name="connsiteX360" fmla="*/ 3772734 w 4572002"/>
                  <a:gd name="connsiteY360" fmla="*/ 125861 h 6858002"/>
                  <a:gd name="connsiteX361" fmla="*/ 3777129 w 4572002"/>
                  <a:gd name="connsiteY361" fmla="*/ 153387 h 6858002"/>
                  <a:gd name="connsiteX362" fmla="*/ 3785402 w 4572002"/>
                  <a:gd name="connsiteY362" fmla="*/ 228944 h 6858002"/>
                  <a:gd name="connsiteX363" fmla="*/ 3780943 w 4572002"/>
                  <a:gd name="connsiteY363" fmla="*/ 177271 h 6858002"/>
                  <a:gd name="connsiteX364" fmla="*/ 3777129 w 4572002"/>
                  <a:gd name="connsiteY364" fmla="*/ 153387 h 6858002"/>
                  <a:gd name="connsiteX365" fmla="*/ 3776930 w 4572002"/>
                  <a:gd name="connsiteY365" fmla="*/ 151569 h 6858002"/>
                  <a:gd name="connsiteX366" fmla="*/ 3766811 w 4572002"/>
                  <a:gd name="connsiteY366" fmla="*/ 74129 h 6858002"/>
                  <a:gd name="connsiteX367" fmla="*/ 3766492 w 4572002"/>
                  <a:gd name="connsiteY367" fmla="*/ 0 h 6858002"/>
                  <a:gd name="connsiteX368" fmla="*/ 4230600 w 4572002"/>
                  <a:gd name="connsiteY368" fmla="*/ 0 h 6858002"/>
                  <a:gd name="connsiteX369" fmla="*/ 4229473 w 4572002"/>
                  <a:gd name="connsiteY369" fmla="*/ 2817 h 6858002"/>
                  <a:gd name="connsiteX370" fmla="*/ 4215375 w 4572002"/>
                  <a:gd name="connsiteY370" fmla="*/ 63587 h 6858002"/>
                  <a:gd name="connsiteX371" fmla="*/ 4201468 w 4572002"/>
                  <a:gd name="connsiteY371" fmla="*/ 176939 h 6858002"/>
                  <a:gd name="connsiteX372" fmla="*/ 4193466 w 4572002"/>
                  <a:gd name="connsiteY372" fmla="*/ 200182 h 6858002"/>
                  <a:gd name="connsiteX373" fmla="*/ 4155554 w 4572002"/>
                  <a:gd name="connsiteY373" fmla="*/ 340774 h 6858002"/>
                  <a:gd name="connsiteX374" fmla="*/ 4156319 w 4572002"/>
                  <a:gd name="connsiteY374" fmla="*/ 453364 h 6858002"/>
                  <a:gd name="connsiteX375" fmla="*/ 4158033 w 4572002"/>
                  <a:gd name="connsiteY375" fmla="*/ 462126 h 6858002"/>
                  <a:gd name="connsiteX376" fmla="*/ 4170605 w 4572002"/>
                  <a:gd name="connsiteY376" fmla="*/ 505182 h 6858002"/>
                  <a:gd name="connsiteX377" fmla="*/ 4167177 w 4572002"/>
                  <a:gd name="connsiteY377" fmla="*/ 571860 h 6858002"/>
                  <a:gd name="connsiteX378" fmla="*/ 4149840 w 4572002"/>
                  <a:gd name="connsiteY378" fmla="*/ 617772 h 6858002"/>
                  <a:gd name="connsiteX379" fmla="*/ 4149078 w 4572002"/>
                  <a:gd name="connsiteY379" fmla="*/ 674923 h 6858002"/>
                  <a:gd name="connsiteX380" fmla="*/ 4159937 w 4572002"/>
                  <a:gd name="connsiteY380" fmla="*/ 740268 h 6858002"/>
                  <a:gd name="connsiteX381" fmla="*/ 4162223 w 4572002"/>
                  <a:gd name="connsiteY381" fmla="*/ 769605 h 6858002"/>
                  <a:gd name="connsiteX382" fmla="*/ 4184703 w 4572002"/>
                  <a:gd name="connsiteY382" fmla="*/ 850189 h 6858002"/>
                  <a:gd name="connsiteX383" fmla="*/ 4179179 w 4572002"/>
                  <a:gd name="connsiteY383" fmla="*/ 898198 h 6858002"/>
                  <a:gd name="connsiteX384" fmla="*/ 4164319 w 4572002"/>
                  <a:gd name="connsiteY384" fmla="*/ 945444 h 6858002"/>
                  <a:gd name="connsiteX385" fmla="*/ 4150030 w 4572002"/>
                  <a:gd name="connsiteY385" fmla="*/ 975733 h 6858002"/>
                  <a:gd name="connsiteX386" fmla="*/ 4139934 w 4572002"/>
                  <a:gd name="connsiteY386" fmla="*/ 1036887 h 6858002"/>
                  <a:gd name="connsiteX387" fmla="*/ 4141458 w 4572002"/>
                  <a:gd name="connsiteY387" fmla="*/ 1048125 h 6858002"/>
                  <a:gd name="connsiteX388" fmla="*/ 4154032 w 4572002"/>
                  <a:gd name="connsiteY388" fmla="*/ 1230633 h 6858002"/>
                  <a:gd name="connsiteX389" fmla="*/ 4174225 w 4572002"/>
                  <a:gd name="connsiteY389" fmla="*/ 1303024 h 6858002"/>
                  <a:gd name="connsiteX390" fmla="*/ 4176701 w 4572002"/>
                  <a:gd name="connsiteY390" fmla="*/ 1318456 h 6858002"/>
                  <a:gd name="connsiteX391" fmla="*/ 4199372 w 4572002"/>
                  <a:gd name="connsiteY391" fmla="*/ 1472575 h 6858002"/>
                  <a:gd name="connsiteX392" fmla="*/ 4200325 w 4572002"/>
                  <a:gd name="connsiteY392" fmla="*/ 1489720 h 6858002"/>
                  <a:gd name="connsiteX393" fmla="*/ 4196324 w 4572002"/>
                  <a:gd name="connsiteY393" fmla="*/ 1537537 h 6858002"/>
                  <a:gd name="connsiteX394" fmla="*/ 4237474 w 4572002"/>
                  <a:gd name="connsiteY394" fmla="*/ 1650317 h 6858002"/>
                  <a:gd name="connsiteX395" fmla="*/ 4251572 w 4572002"/>
                  <a:gd name="connsiteY395" fmla="*/ 1763287 h 6858002"/>
                  <a:gd name="connsiteX396" fmla="*/ 4251380 w 4572002"/>
                  <a:gd name="connsiteY396" fmla="*/ 1825393 h 6858002"/>
                  <a:gd name="connsiteX397" fmla="*/ 4261478 w 4572002"/>
                  <a:gd name="connsiteY397" fmla="*/ 1869780 h 6858002"/>
                  <a:gd name="connsiteX398" fmla="*/ 4292149 w 4572002"/>
                  <a:gd name="connsiteY398" fmla="*/ 1978940 h 6858002"/>
                  <a:gd name="connsiteX399" fmla="*/ 4296911 w 4572002"/>
                  <a:gd name="connsiteY399" fmla="*/ 2030378 h 6858002"/>
                  <a:gd name="connsiteX400" fmla="*/ 4307201 w 4572002"/>
                  <a:gd name="connsiteY400" fmla="*/ 2085054 h 6858002"/>
                  <a:gd name="connsiteX401" fmla="*/ 4353302 w 4572002"/>
                  <a:gd name="connsiteY401" fmla="*/ 2220312 h 6858002"/>
                  <a:gd name="connsiteX402" fmla="*/ 4350636 w 4572002"/>
                  <a:gd name="connsiteY402" fmla="*/ 2330806 h 6858002"/>
                  <a:gd name="connsiteX403" fmla="*/ 4351206 w 4572002"/>
                  <a:gd name="connsiteY403" fmla="*/ 2401292 h 6858002"/>
                  <a:gd name="connsiteX404" fmla="*/ 4366446 w 4572002"/>
                  <a:gd name="connsiteY404" fmla="*/ 2485307 h 6858002"/>
                  <a:gd name="connsiteX405" fmla="*/ 4388736 w 4572002"/>
                  <a:gd name="connsiteY405" fmla="*/ 2554079 h 6858002"/>
                  <a:gd name="connsiteX406" fmla="*/ 4406453 w 4572002"/>
                  <a:gd name="connsiteY406" fmla="*/ 2649143 h 6858002"/>
                  <a:gd name="connsiteX407" fmla="*/ 4440554 w 4572002"/>
                  <a:gd name="connsiteY407" fmla="*/ 2743826 h 6858002"/>
                  <a:gd name="connsiteX408" fmla="*/ 4466653 w 4572002"/>
                  <a:gd name="connsiteY408" fmla="*/ 2809930 h 6858002"/>
                  <a:gd name="connsiteX409" fmla="*/ 4489705 w 4572002"/>
                  <a:gd name="connsiteY409" fmla="*/ 2901943 h 6858002"/>
                  <a:gd name="connsiteX410" fmla="*/ 4505897 w 4572002"/>
                  <a:gd name="connsiteY410" fmla="*/ 3042728 h 6858002"/>
                  <a:gd name="connsiteX411" fmla="*/ 4507613 w 4572002"/>
                  <a:gd name="connsiteY411" fmla="*/ 3107500 h 6858002"/>
                  <a:gd name="connsiteX412" fmla="*/ 4545521 w 4572002"/>
                  <a:gd name="connsiteY412" fmla="*/ 3209993 h 6858002"/>
                  <a:gd name="connsiteX413" fmla="*/ 4563811 w 4572002"/>
                  <a:gd name="connsiteY413" fmla="*/ 3253809 h 6858002"/>
                  <a:gd name="connsiteX414" fmla="*/ 4548570 w 4572002"/>
                  <a:gd name="connsiteY414" fmla="*/ 3293244 h 6858002"/>
                  <a:gd name="connsiteX415" fmla="*/ 4531043 w 4572002"/>
                  <a:gd name="connsiteY415" fmla="*/ 3318771 h 6858002"/>
                  <a:gd name="connsiteX416" fmla="*/ 4545904 w 4572002"/>
                  <a:gd name="connsiteY416" fmla="*/ 3399546 h 6858002"/>
                  <a:gd name="connsiteX417" fmla="*/ 4561524 w 4572002"/>
                  <a:gd name="connsiteY417" fmla="*/ 3485275 h 6858002"/>
                  <a:gd name="connsiteX418" fmla="*/ 4572002 w 4572002"/>
                  <a:gd name="connsiteY418" fmla="*/ 3546617 h 6858002"/>
                  <a:gd name="connsiteX419" fmla="*/ 4563620 w 4572002"/>
                  <a:gd name="connsiteY419" fmla="*/ 3623201 h 6858002"/>
                  <a:gd name="connsiteX420" fmla="*/ 4560192 w 4572002"/>
                  <a:gd name="connsiteY420" fmla="*/ 3683591 h 6858002"/>
                  <a:gd name="connsiteX421" fmla="*/ 4550476 w 4572002"/>
                  <a:gd name="connsiteY421" fmla="*/ 3732361 h 6858002"/>
                  <a:gd name="connsiteX422" fmla="*/ 4544759 w 4572002"/>
                  <a:gd name="connsiteY422" fmla="*/ 3749506 h 6858002"/>
                  <a:gd name="connsiteX423" fmla="*/ 4500182 w 4572002"/>
                  <a:gd name="connsiteY423" fmla="*/ 3885338 h 6858002"/>
                  <a:gd name="connsiteX424" fmla="*/ 4464557 w 4572002"/>
                  <a:gd name="connsiteY424" fmla="*/ 4030503 h 6858002"/>
                  <a:gd name="connsiteX425" fmla="*/ 4487039 w 4572002"/>
                  <a:gd name="connsiteY425" fmla="*/ 4124614 h 6858002"/>
                  <a:gd name="connsiteX426" fmla="*/ 4486656 w 4572002"/>
                  <a:gd name="connsiteY426" fmla="*/ 4159667 h 6858002"/>
                  <a:gd name="connsiteX427" fmla="*/ 4491801 w 4572002"/>
                  <a:gd name="connsiteY427" fmla="*/ 4320837 h 6858002"/>
                  <a:gd name="connsiteX428" fmla="*/ 4497325 w 4572002"/>
                  <a:gd name="connsiteY428" fmla="*/ 4349222 h 6858002"/>
                  <a:gd name="connsiteX429" fmla="*/ 4474653 w 4572002"/>
                  <a:gd name="connsiteY429" fmla="*/ 4502579 h 6858002"/>
                  <a:gd name="connsiteX430" fmla="*/ 4470844 w 4572002"/>
                  <a:gd name="connsiteY430" fmla="*/ 4558207 h 6858002"/>
                  <a:gd name="connsiteX431" fmla="*/ 4464557 w 4572002"/>
                  <a:gd name="connsiteY431" fmla="*/ 4609452 h 6858002"/>
                  <a:gd name="connsiteX432" fmla="*/ 4463033 w 4572002"/>
                  <a:gd name="connsiteY432" fmla="*/ 4681083 h 6858002"/>
                  <a:gd name="connsiteX433" fmla="*/ 4465891 w 4572002"/>
                  <a:gd name="connsiteY433" fmla="*/ 4755381 h 6858002"/>
                  <a:gd name="connsiteX434" fmla="*/ 4465319 w 4572002"/>
                  <a:gd name="connsiteY434" fmla="*/ 4838250 h 6858002"/>
                  <a:gd name="connsiteX435" fmla="*/ 4460367 w 4572002"/>
                  <a:gd name="connsiteY435" fmla="*/ 4871019 h 6858002"/>
                  <a:gd name="connsiteX436" fmla="*/ 4463795 w 4572002"/>
                  <a:gd name="connsiteY436" fmla="*/ 4959602 h 6858002"/>
                  <a:gd name="connsiteX437" fmla="*/ 4458082 w 4572002"/>
                  <a:gd name="connsiteY437" fmla="*/ 5006086 h 6858002"/>
                  <a:gd name="connsiteX438" fmla="*/ 4456937 w 4572002"/>
                  <a:gd name="connsiteY438" fmla="*/ 5082670 h 6858002"/>
                  <a:gd name="connsiteX439" fmla="*/ 4455603 w 4572002"/>
                  <a:gd name="connsiteY439" fmla="*/ 5107627 h 6858002"/>
                  <a:gd name="connsiteX440" fmla="*/ 4454840 w 4572002"/>
                  <a:gd name="connsiteY440" fmla="*/ 5129916 h 6858002"/>
                  <a:gd name="connsiteX441" fmla="*/ 4470464 w 4572002"/>
                  <a:gd name="connsiteY441" fmla="*/ 5206308 h 6858002"/>
                  <a:gd name="connsiteX442" fmla="*/ 4471415 w 4572002"/>
                  <a:gd name="connsiteY442" fmla="*/ 5274129 h 6858002"/>
                  <a:gd name="connsiteX443" fmla="*/ 4483990 w 4572002"/>
                  <a:gd name="connsiteY443" fmla="*/ 5393005 h 6858002"/>
                  <a:gd name="connsiteX444" fmla="*/ 4479607 w 4572002"/>
                  <a:gd name="connsiteY444" fmla="*/ 5419295 h 6858002"/>
                  <a:gd name="connsiteX445" fmla="*/ 4477894 w 4572002"/>
                  <a:gd name="connsiteY445" fmla="*/ 5501594 h 6858002"/>
                  <a:gd name="connsiteX446" fmla="*/ 4476560 w 4572002"/>
                  <a:gd name="connsiteY446" fmla="*/ 5548460 h 6858002"/>
                  <a:gd name="connsiteX447" fmla="*/ 4485703 w 4572002"/>
                  <a:gd name="connsiteY447" fmla="*/ 5606372 h 6858002"/>
                  <a:gd name="connsiteX448" fmla="*/ 4505134 w 4572002"/>
                  <a:gd name="connsiteY448" fmla="*/ 5706959 h 6858002"/>
                  <a:gd name="connsiteX449" fmla="*/ 4508183 w 4572002"/>
                  <a:gd name="connsiteY449" fmla="*/ 5733440 h 6858002"/>
                  <a:gd name="connsiteX450" fmla="*/ 4517519 w 4572002"/>
                  <a:gd name="connsiteY450" fmla="*/ 5781830 h 6858002"/>
                  <a:gd name="connsiteX451" fmla="*/ 4519234 w 4572002"/>
                  <a:gd name="connsiteY451" fmla="*/ 5790592 h 6858002"/>
                  <a:gd name="connsiteX452" fmla="*/ 4542855 w 4572002"/>
                  <a:gd name="connsiteY452" fmla="*/ 5864318 h 6858002"/>
                  <a:gd name="connsiteX453" fmla="*/ 4544759 w 4572002"/>
                  <a:gd name="connsiteY453" fmla="*/ 5902610 h 6858002"/>
                  <a:gd name="connsiteX454" fmla="*/ 4544951 w 4572002"/>
                  <a:gd name="connsiteY454" fmla="*/ 6012723 h 6858002"/>
                  <a:gd name="connsiteX455" fmla="*/ 4541332 w 4572002"/>
                  <a:gd name="connsiteY455" fmla="*/ 6059397 h 6858002"/>
                  <a:gd name="connsiteX456" fmla="*/ 4527426 w 4572002"/>
                  <a:gd name="connsiteY456" fmla="*/ 6171605 h 6858002"/>
                  <a:gd name="connsiteX457" fmla="*/ 4520568 w 4572002"/>
                  <a:gd name="connsiteY457" fmla="*/ 6242093 h 6858002"/>
                  <a:gd name="connsiteX458" fmla="*/ 4509706 w 4572002"/>
                  <a:gd name="connsiteY458" fmla="*/ 6323058 h 6858002"/>
                  <a:gd name="connsiteX459" fmla="*/ 4502848 w 4572002"/>
                  <a:gd name="connsiteY459" fmla="*/ 6415833 h 6858002"/>
                  <a:gd name="connsiteX460" fmla="*/ 4482084 w 4572002"/>
                  <a:gd name="connsiteY460" fmla="*/ 6584812 h 6858002"/>
                  <a:gd name="connsiteX461" fmla="*/ 4460557 w 4572002"/>
                  <a:gd name="connsiteY461" fmla="*/ 6748458 h 6858002"/>
                  <a:gd name="connsiteX462" fmla="*/ 4441507 w 4572002"/>
                  <a:gd name="connsiteY462" fmla="*/ 6815516 h 6858002"/>
                  <a:gd name="connsiteX463" fmla="*/ 4431806 w 4572002"/>
                  <a:gd name="connsiteY463" fmla="*/ 6858001 h 6858002"/>
                  <a:gd name="connsiteX464" fmla="*/ 4259554 w 4572002"/>
                  <a:gd name="connsiteY464" fmla="*/ 6858001 h 6858002"/>
                  <a:gd name="connsiteX465" fmla="*/ 4259554 w 4572002"/>
                  <a:gd name="connsiteY465" fmla="*/ 6858002 h 6858002"/>
                  <a:gd name="connsiteX466" fmla="*/ 0 w 4572002"/>
                  <a:gd name="connsiteY466" fmla="*/ 6858002 h 6858002"/>
                  <a:gd name="connsiteX467" fmla="*/ 0 w 4572002"/>
                  <a:gd name="connsiteY467" fmla="*/ 2 h 6858002"/>
                  <a:gd name="connsiteX468" fmla="*/ 3766492 w 4572002"/>
                  <a:gd name="connsiteY468" fmla="*/ 1 h 6858002"/>
                  <a:gd name="connsiteX469" fmla="*/ 3769210 w 4572002"/>
                  <a:gd name="connsiteY469" fmla="*/ 21486 h 6858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  <a:cxn ang="0">
                    <a:pos x="connsiteX337" y="connsiteY337"/>
                  </a:cxn>
                  <a:cxn ang="0">
                    <a:pos x="connsiteX338" y="connsiteY338"/>
                  </a:cxn>
                  <a:cxn ang="0">
                    <a:pos x="connsiteX339" y="connsiteY339"/>
                  </a:cxn>
                  <a:cxn ang="0">
                    <a:pos x="connsiteX340" y="connsiteY340"/>
                  </a:cxn>
                  <a:cxn ang="0">
                    <a:pos x="connsiteX341" y="connsiteY341"/>
                  </a:cxn>
                  <a:cxn ang="0">
                    <a:pos x="connsiteX342" y="connsiteY342"/>
                  </a:cxn>
                  <a:cxn ang="0">
                    <a:pos x="connsiteX343" y="connsiteY343"/>
                  </a:cxn>
                  <a:cxn ang="0">
                    <a:pos x="connsiteX344" y="connsiteY344"/>
                  </a:cxn>
                  <a:cxn ang="0">
                    <a:pos x="connsiteX345" y="connsiteY345"/>
                  </a:cxn>
                  <a:cxn ang="0">
                    <a:pos x="connsiteX346" y="connsiteY346"/>
                  </a:cxn>
                  <a:cxn ang="0">
                    <a:pos x="connsiteX347" y="connsiteY347"/>
                  </a:cxn>
                  <a:cxn ang="0">
                    <a:pos x="connsiteX348" y="connsiteY348"/>
                  </a:cxn>
                  <a:cxn ang="0">
                    <a:pos x="connsiteX349" y="connsiteY349"/>
                  </a:cxn>
                  <a:cxn ang="0">
                    <a:pos x="connsiteX350" y="connsiteY350"/>
                  </a:cxn>
                  <a:cxn ang="0">
                    <a:pos x="connsiteX351" y="connsiteY351"/>
                  </a:cxn>
                  <a:cxn ang="0">
                    <a:pos x="connsiteX352" y="connsiteY352"/>
                  </a:cxn>
                  <a:cxn ang="0">
                    <a:pos x="connsiteX353" y="connsiteY353"/>
                  </a:cxn>
                  <a:cxn ang="0">
                    <a:pos x="connsiteX354" y="connsiteY354"/>
                  </a:cxn>
                  <a:cxn ang="0">
                    <a:pos x="connsiteX355" y="connsiteY355"/>
                  </a:cxn>
                  <a:cxn ang="0">
                    <a:pos x="connsiteX356" y="connsiteY356"/>
                  </a:cxn>
                  <a:cxn ang="0">
                    <a:pos x="connsiteX357" y="connsiteY357"/>
                  </a:cxn>
                  <a:cxn ang="0">
                    <a:pos x="connsiteX358" y="connsiteY358"/>
                  </a:cxn>
                  <a:cxn ang="0">
                    <a:pos x="connsiteX359" y="connsiteY359"/>
                  </a:cxn>
                  <a:cxn ang="0">
                    <a:pos x="connsiteX360" y="connsiteY360"/>
                  </a:cxn>
                  <a:cxn ang="0">
                    <a:pos x="connsiteX361" y="connsiteY361"/>
                  </a:cxn>
                  <a:cxn ang="0">
                    <a:pos x="connsiteX362" y="connsiteY362"/>
                  </a:cxn>
                  <a:cxn ang="0">
                    <a:pos x="connsiteX363" y="connsiteY363"/>
                  </a:cxn>
                  <a:cxn ang="0">
                    <a:pos x="connsiteX364" y="connsiteY364"/>
                  </a:cxn>
                  <a:cxn ang="0">
                    <a:pos x="connsiteX365" y="connsiteY365"/>
                  </a:cxn>
                  <a:cxn ang="0">
                    <a:pos x="connsiteX366" y="connsiteY366"/>
                  </a:cxn>
                  <a:cxn ang="0">
                    <a:pos x="connsiteX367" y="connsiteY367"/>
                  </a:cxn>
                  <a:cxn ang="0">
                    <a:pos x="connsiteX368" y="connsiteY368"/>
                  </a:cxn>
                  <a:cxn ang="0">
                    <a:pos x="connsiteX369" y="connsiteY369"/>
                  </a:cxn>
                  <a:cxn ang="0">
                    <a:pos x="connsiteX370" y="connsiteY370"/>
                  </a:cxn>
                  <a:cxn ang="0">
                    <a:pos x="connsiteX371" y="connsiteY371"/>
                  </a:cxn>
                  <a:cxn ang="0">
                    <a:pos x="connsiteX372" y="connsiteY372"/>
                  </a:cxn>
                  <a:cxn ang="0">
                    <a:pos x="connsiteX373" y="connsiteY373"/>
                  </a:cxn>
                  <a:cxn ang="0">
                    <a:pos x="connsiteX374" y="connsiteY374"/>
                  </a:cxn>
                  <a:cxn ang="0">
                    <a:pos x="connsiteX375" y="connsiteY375"/>
                  </a:cxn>
                  <a:cxn ang="0">
                    <a:pos x="connsiteX376" y="connsiteY376"/>
                  </a:cxn>
                  <a:cxn ang="0">
                    <a:pos x="connsiteX377" y="connsiteY377"/>
                  </a:cxn>
                  <a:cxn ang="0">
                    <a:pos x="connsiteX378" y="connsiteY378"/>
                  </a:cxn>
                  <a:cxn ang="0">
                    <a:pos x="connsiteX379" y="connsiteY379"/>
                  </a:cxn>
                  <a:cxn ang="0">
                    <a:pos x="connsiteX380" y="connsiteY380"/>
                  </a:cxn>
                  <a:cxn ang="0">
                    <a:pos x="connsiteX381" y="connsiteY381"/>
                  </a:cxn>
                  <a:cxn ang="0">
                    <a:pos x="connsiteX382" y="connsiteY382"/>
                  </a:cxn>
                  <a:cxn ang="0">
                    <a:pos x="connsiteX383" y="connsiteY383"/>
                  </a:cxn>
                  <a:cxn ang="0">
                    <a:pos x="connsiteX384" y="connsiteY384"/>
                  </a:cxn>
                  <a:cxn ang="0">
                    <a:pos x="connsiteX385" y="connsiteY385"/>
                  </a:cxn>
                  <a:cxn ang="0">
                    <a:pos x="connsiteX386" y="connsiteY386"/>
                  </a:cxn>
                  <a:cxn ang="0">
                    <a:pos x="connsiteX387" y="connsiteY387"/>
                  </a:cxn>
                  <a:cxn ang="0">
                    <a:pos x="connsiteX388" y="connsiteY388"/>
                  </a:cxn>
                  <a:cxn ang="0">
                    <a:pos x="connsiteX389" y="connsiteY389"/>
                  </a:cxn>
                  <a:cxn ang="0">
                    <a:pos x="connsiteX390" y="connsiteY390"/>
                  </a:cxn>
                  <a:cxn ang="0">
                    <a:pos x="connsiteX391" y="connsiteY391"/>
                  </a:cxn>
                  <a:cxn ang="0">
                    <a:pos x="connsiteX392" y="connsiteY392"/>
                  </a:cxn>
                  <a:cxn ang="0">
                    <a:pos x="connsiteX393" y="connsiteY393"/>
                  </a:cxn>
                  <a:cxn ang="0">
                    <a:pos x="connsiteX394" y="connsiteY394"/>
                  </a:cxn>
                  <a:cxn ang="0">
                    <a:pos x="connsiteX395" y="connsiteY395"/>
                  </a:cxn>
                  <a:cxn ang="0">
                    <a:pos x="connsiteX396" y="connsiteY396"/>
                  </a:cxn>
                  <a:cxn ang="0">
                    <a:pos x="connsiteX397" y="connsiteY397"/>
                  </a:cxn>
                  <a:cxn ang="0">
                    <a:pos x="connsiteX398" y="connsiteY398"/>
                  </a:cxn>
                  <a:cxn ang="0">
                    <a:pos x="connsiteX399" y="connsiteY399"/>
                  </a:cxn>
                  <a:cxn ang="0">
                    <a:pos x="connsiteX400" y="connsiteY400"/>
                  </a:cxn>
                  <a:cxn ang="0">
                    <a:pos x="connsiteX401" y="connsiteY401"/>
                  </a:cxn>
                  <a:cxn ang="0">
                    <a:pos x="connsiteX402" y="connsiteY402"/>
                  </a:cxn>
                  <a:cxn ang="0">
                    <a:pos x="connsiteX403" y="connsiteY403"/>
                  </a:cxn>
                  <a:cxn ang="0">
                    <a:pos x="connsiteX404" y="connsiteY404"/>
                  </a:cxn>
                  <a:cxn ang="0">
                    <a:pos x="connsiteX405" y="connsiteY405"/>
                  </a:cxn>
                  <a:cxn ang="0">
                    <a:pos x="connsiteX406" y="connsiteY406"/>
                  </a:cxn>
                  <a:cxn ang="0">
                    <a:pos x="connsiteX407" y="connsiteY407"/>
                  </a:cxn>
                  <a:cxn ang="0">
                    <a:pos x="connsiteX408" y="connsiteY408"/>
                  </a:cxn>
                  <a:cxn ang="0">
                    <a:pos x="connsiteX409" y="connsiteY409"/>
                  </a:cxn>
                  <a:cxn ang="0">
                    <a:pos x="connsiteX410" y="connsiteY410"/>
                  </a:cxn>
                  <a:cxn ang="0">
                    <a:pos x="connsiteX411" y="connsiteY411"/>
                  </a:cxn>
                  <a:cxn ang="0">
                    <a:pos x="connsiteX412" y="connsiteY412"/>
                  </a:cxn>
                  <a:cxn ang="0">
                    <a:pos x="connsiteX413" y="connsiteY413"/>
                  </a:cxn>
                  <a:cxn ang="0">
                    <a:pos x="connsiteX414" y="connsiteY414"/>
                  </a:cxn>
                  <a:cxn ang="0">
                    <a:pos x="connsiteX415" y="connsiteY415"/>
                  </a:cxn>
                  <a:cxn ang="0">
                    <a:pos x="connsiteX416" y="connsiteY416"/>
                  </a:cxn>
                  <a:cxn ang="0">
                    <a:pos x="connsiteX417" y="connsiteY417"/>
                  </a:cxn>
                  <a:cxn ang="0">
                    <a:pos x="connsiteX418" y="connsiteY418"/>
                  </a:cxn>
                  <a:cxn ang="0">
                    <a:pos x="connsiteX419" y="connsiteY419"/>
                  </a:cxn>
                  <a:cxn ang="0">
                    <a:pos x="connsiteX420" y="connsiteY420"/>
                  </a:cxn>
                  <a:cxn ang="0">
                    <a:pos x="connsiteX421" y="connsiteY421"/>
                  </a:cxn>
                  <a:cxn ang="0">
                    <a:pos x="connsiteX422" y="connsiteY422"/>
                  </a:cxn>
                  <a:cxn ang="0">
                    <a:pos x="connsiteX423" y="connsiteY423"/>
                  </a:cxn>
                  <a:cxn ang="0">
                    <a:pos x="connsiteX424" y="connsiteY424"/>
                  </a:cxn>
                  <a:cxn ang="0">
                    <a:pos x="connsiteX425" y="connsiteY425"/>
                  </a:cxn>
                  <a:cxn ang="0">
                    <a:pos x="connsiteX426" y="connsiteY426"/>
                  </a:cxn>
                  <a:cxn ang="0">
                    <a:pos x="connsiteX427" y="connsiteY427"/>
                  </a:cxn>
                  <a:cxn ang="0">
                    <a:pos x="connsiteX428" y="connsiteY428"/>
                  </a:cxn>
                  <a:cxn ang="0">
                    <a:pos x="connsiteX429" y="connsiteY429"/>
                  </a:cxn>
                  <a:cxn ang="0">
                    <a:pos x="connsiteX430" y="connsiteY430"/>
                  </a:cxn>
                  <a:cxn ang="0">
                    <a:pos x="connsiteX431" y="connsiteY431"/>
                  </a:cxn>
                  <a:cxn ang="0">
                    <a:pos x="connsiteX432" y="connsiteY432"/>
                  </a:cxn>
                  <a:cxn ang="0">
                    <a:pos x="connsiteX433" y="connsiteY433"/>
                  </a:cxn>
                  <a:cxn ang="0">
                    <a:pos x="connsiteX434" y="connsiteY434"/>
                  </a:cxn>
                  <a:cxn ang="0">
                    <a:pos x="connsiteX435" y="connsiteY435"/>
                  </a:cxn>
                  <a:cxn ang="0">
                    <a:pos x="connsiteX436" y="connsiteY436"/>
                  </a:cxn>
                  <a:cxn ang="0">
                    <a:pos x="connsiteX437" y="connsiteY437"/>
                  </a:cxn>
                  <a:cxn ang="0">
                    <a:pos x="connsiteX438" y="connsiteY438"/>
                  </a:cxn>
                  <a:cxn ang="0">
                    <a:pos x="connsiteX439" y="connsiteY439"/>
                  </a:cxn>
                  <a:cxn ang="0">
                    <a:pos x="connsiteX440" y="connsiteY440"/>
                  </a:cxn>
                  <a:cxn ang="0">
                    <a:pos x="connsiteX441" y="connsiteY441"/>
                  </a:cxn>
                  <a:cxn ang="0">
                    <a:pos x="connsiteX442" y="connsiteY442"/>
                  </a:cxn>
                  <a:cxn ang="0">
                    <a:pos x="connsiteX443" y="connsiteY443"/>
                  </a:cxn>
                  <a:cxn ang="0">
                    <a:pos x="connsiteX444" y="connsiteY444"/>
                  </a:cxn>
                  <a:cxn ang="0">
                    <a:pos x="connsiteX445" y="connsiteY445"/>
                  </a:cxn>
                  <a:cxn ang="0">
                    <a:pos x="connsiteX446" y="connsiteY446"/>
                  </a:cxn>
                  <a:cxn ang="0">
                    <a:pos x="connsiteX447" y="connsiteY447"/>
                  </a:cxn>
                  <a:cxn ang="0">
                    <a:pos x="connsiteX448" y="connsiteY448"/>
                  </a:cxn>
                  <a:cxn ang="0">
                    <a:pos x="connsiteX449" y="connsiteY449"/>
                  </a:cxn>
                  <a:cxn ang="0">
                    <a:pos x="connsiteX450" y="connsiteY450"/>
                  </a:cxn>
                  <a:cxn ang="0">
                    <a:pos x="connsiteX451" y="connsiteY451"/>
                  </a:cxn>
                  <a:cxn ang="0">
                    <a:pos x="connsiteX452" y="connsiteY452"/>
                  </a:cxn>
                  <a:cxn ang="0">
                    <a:pos x="connsiteX453" y="connsiteY453"/>
                  </a:cxn>
                  <a:cxn ang="0">
                    <a:pos x="connsiteX454" y="connsiteY454"/>
                  </a:cxn>
                  <a:cxn ang="0">
                    <a:pos x="connsiteX455" y="connsiteY455"/>
                  </a:cxn>
                  <a:cxn ang="0">
                    <a:pos x="connsiteX456" y="connsiteY456"/>
                  </a:cxn>
                  <a:cxn ang="0">
                    <a:pos x="connsiteX457" y="connsiteY457"/>
                  </a:cxn>
                  <a:cxn ang="0">
                    <a:pos x="connsiteX458" y="connsiteY458"/>
                  </a:cxn>
                  <a:cxn ang="0">
                    <a:pos x="connsiteX459" y="connsiteY459"/>
                  </a:cxn>
                  <a:cxn ang="0">
                    <a:pos x="connsiteX460" y="connsiteY460"/>
                  </a:cxn>
                  <a:cxn ang="0">
                    <a:pos x="connsiteX461" y="connsiteY461"/>
                  </a:cxn>
                  <a:cxn ang="0">
                    <a:pos x="connsiteX462" y="connsiteY462"/>
                  </a:cxn>
                  <a:cxn ang="0">
                    <a:pos x="connsiteX463" y="connsiteY463"/>
                  </a:cxn>
                  <a:cxn ang="0">
                    <a:pos x="connsiteX464" y="connsiteY464"/>
                  </a:cxn>
                  <a:cxn ang="0">
                    <a:pos x="connsiteX465" y="connsiteY465"/>
                  </a:cxn>
                  <a:cxn ang="0">
                    <a:pos x="connsiteX466" y="connsiteY466"/>
                  </a:cxn>
                  <a:cxn ang="0">
                    <a:pos x="connsiteX467" y="connsiteY467"/>
                  </a:cxn>
                  <a:cxn ang="0">
                    <a:pos x="connsiteX468" y="connsiteY468"/>
                  </a:cxn>
                  <a:cxn ang="0">
                    <a:pos x="connsiteX469" y="connsiteY469"/>
                  </a:cxn>
                </a:cxnLst>
                <a:rect l="l" t="t" r="r" b="b"/>
                <a:pathLst>
                  <a:path w="4572002" h="6858002">
                    <a:moveTo>
                      <a:pt x="4214994" y="6564620"/>
                    </a:moveTo>
                    <a:lnTo>
                      <a:pt x="4214994" y="6564621"/>
                    </a:lnTo>
                    <a:cubicBezTo>
                      <a:pt x="4225281" y="6575479"/>
                      <a:pt x="4231378" y="6582147"/>
                      <a:pt x="4237474" y="6588626"/>
                    </a:cubicBezTo>
                    <a:lnTo>
                      <a:pt x="4254096" y="6625225"/>
                    </a:lnTo>
                    <a:lnTo>
                      <a:pt x="4247001" y="6662540"/>
                    </a:lnTo>
                    <a:lnTo>
                      <a:pt x="4247000" y="6662541"/>
                    </a:lnTo>
                    <a:lnTo>
                      <a:pt x="4246999" y="6662544"/>
                    </a:lnTo>
                    <a:lnTo>
                      <a:pt x="4235550" y="6683027"/>
                    </a:lnTo>
                    <a:lnTo>
                      <a:pt x="4232403" y="6702976"/>
                    </a:lnTo>
                    <a:lnTo>
                      <a:pt x="4232403" y="6702977"/>
                    </a:lnTo>
                    <a:cubicBezTo>
                      <a:pt x="4232808" y="6716169"/>
                      <a:pt x="4237951" y="6729219"/>
                      <a:pt x="4246238" y="6742553"/>
                    </a:cubicBezTo>
                    <a:lnTo>
                      <a:pt x="4246239" y="6742555"/>
                    </a:lnTo>
                    <a:lnTo>
                      <a:pt x="4265716" y="6812062"/>
                    </a:lnTo>
                    <a:lnTo>
                      <a:pt x="4265717" y="6812064"/>
                    </a:lnTo>
                    <a:lnTo>
                      <a:pt x="4265717" y="6812063"/>
                    </a:lnTo>
                    <a:lnTo>
                      <a:pt x="4265716" y="6812062"/>
                    </a:lnTo>
                    <a:lnTo>
                      <a:pt x="4260942" y="6776800"/>
                    </a:lnTo>
                    <a:lnTo>
                      <a:pt x="4246239" y="6742555"/>
                    </a:lnTo>
                    <a:lnTo>
                      <a:pt x="4246238" y="6742552"/>
                    </a:lnTo>
                    <a:lnTo>
                      <a:pt x="4232403" y="6702976"/>
                    </a:lnTo>
                    <a:lnTo>
                      <a:pt x="4246999" y="6662544"/>
                    </a:lnTo>
                    <a:lnTo>
                      <a:pt x="4247000" y="6662542"/>
                    </a:lnTo>
                    <a:lnTo>
                      <a:pt x="4247001" y="6662540"/>
                    </a:lnTo>
                    <a:lnTo>
                      <a:pt x="4254084" y="6645552"/>
                    </a:lnTo>
                    <a:lnTo>
                      <a:pt x="4254096" y="6625225"/>
                    </a:lnTo>
                    <a:lnTo>
                      <a:pt x="4254096" y="6625224"/>
                    </a:lnTo>
                    <a:cubicBezTo>
                      <a:pt x="4252000" y="6611341"/>
                      <a:pt x="4245951" y="6597578"/>
                      <a:pt x="4237474" y="6588625"/>
                    </a:cubicBezTo>
                    <a:close/>
                    <a:moveTo>
                      <a:pt x="4295315" y="6438981"/>
                    </a:moveTo>
                    <a:lnTo>
                      <a:pt x="4275385" y="6463840"/>
                    </a:lnTo>
                    <a:lnTo>
                      <a:pt x="4275382" y="6463849"/>
                    </a:lnTo>
                    <a:lnTo>
                      <a:pt x="4261587" y="6513012"/>
                    </a:lnTo>
                    <a:lnTo>
                      <a:pt x="4242781" y="6546194"/>
                    </a:lnTo>
                    <a:lnTo>
                      <a:pt x="4242781" y="6546195"/>
                    </a:lnTo>
                    <a:lnTo>
                      <a:pt x="4259120" y="6521804"/>
                    </a:lnTo>
                    <a:lnTo>
                      <a:pt x="4261587" y="6513012"/>
                    </a:lnTo>
                    <a:lnTo>
                      <a:pt x="4264398" y="6508052"/>
                    </a:lnTo>
                    <a:lnTo>
                      <a:pt x="4275382" y="6463849"/>
                    </a:lnTo>
                    <a:lnTo>
                      <a:pt x="4275385" y="6463841"/>
                    </a:lnTo>
                    <a:cubicBezTo>
                      <a:pt x="4278336" y="6451650"/>
                      <a:pt x="4285813" y="6444077"/>
                      <a:pt x="4295315" y="6438981"/>
                    </a:cubicBezTo>
                    <a:close/>
                    <a:moveTo>
                      <a:pt x="4381289" y="6365204"/>
                    </a:moveTo>
                    <a:lnTo>
                      <a:pt x="4380008" y="6387910"/>
                    </a:lnTo>
                    <a:lnTo>
                      <a:pt x="4378243" y="6391549"/>
                    </a:lnTo>
                    <a:lnTo>
                      <a:pt x="4370589" y="6407332"/>
                    </a:lnTo>
                    <a:lnTo>
                      <a:pt x="4370589" y="6407333"/>
                    </a:lnTo>
                    <a:lnTo>
                      <a:pt x="4378243" y="6391549"/>
                    </a:lnTo>
                    <a:lnTo>
                      <a:pt x="4380008" y="6387910"/>
                    </a:lnTo>
                    <a:close/>
                    <a:moveTo>
                      <a:pt x="4142220" y="4221391"/>
                    </a:moveTo>
                    <a:lnTo>
                      <a:pt x="4142220" y="4221392"/>
                    </a:lnTo>
                    <a:cubicBezTo>
                      <a:pt x="4142982" y="4232061"/>
                      <a:pt x="4143172" y="4243873"/>
                      <a:pt x="4147936" y="4253015"/>
                    </a:cubicBezTo>
                    <a:cubicBezTo>
                      <a:pt x="4160129" y="4277402"/>
                      <a:pt x="4175749" y="4300071"/>
                      <a:pt x="4187752" y="4324646"/>
                    </a:cubicBezTo>
                    <a:lnTo>
                      <a:pt x="4196706" y="4363891"/>
                    </a:lnTo>
                    <a:lnTo>
                      <a:pt x="4195944" y="4482004"/>
                    </a:lnTo>
                    <a:cubicBezTo>
                      <a:pt x="4193276" y="4546776"/>
                      <a:pt x="4192704" y="4612500"/>
                      <a:pt x="4135934" y="4659174"/>
                    </a:cubicBezTo>
                    <a:cubicBezTo>
                      <a:pt x="4131362" y="4662986"/>
                      <a:pt x="4128694" y="4671176"/>
                      <a:pt x="4127932" y="4677655"/>
                    </a:cubicBezTo>
                    <a:cubicBezTo>
                      <a:pt x="4124313" y="4707564"/>
                      <a:pt x="4123931" y="4738235"/>
                      <a:pt x="4118025" y="4767764"/>
                    </a:cubicBezTo>
                    <a:cubicBezTo>
                      <a:pt x="4115644" y="4779575"/>
                      <a:pt x="4114835" y="4790387"/>
                      <a:pt x="4116716" y="4800483"/>
                    </a:cubicBezTo>
                    <a:lnTo>
                      <a:pt x="4116716" y="4800484"/>
                    </a:lnTo>
                    <a:cubicBezTo>
                      <a:pt x="4118597" y="4810581"/>
                      <a:pt x="4123170" y="4819964"/>
                      <a:pt x="4131552" y="4828917"/>
                    </a:cubicBezTo>
                    <a:lnTo>
                      <a:pt x="4153733" y="4863343"/>
                    </a:lnTo>
                    <a:lnTo>
                      <a:pt x="4161262" y="4889275"/>
                    </a:lnTo>
                    <a:lnTo>
                      <a:pt x="4159557" y="4912168"/>
                    </a:lnTo>
                    <a:cubicBezTo>
                      <a:pt x="4157842" y="4919978"/>
                      <a:pt x="4157485" y="4927122"/>
                      <a:pt x="4158155" y="4933804"/>
                    </a:cubicBezTo>
                    <a:lnTo>
                      <a:pt x="4158155" y="4933805"/>
                    </a:lnTo>
                    <a:lnTo>
                      <a:pt x="4162914" y="4952673"/>
                    </a:lnTo>
                    <a:lnTo>
                      <a:pt x="4165707" y="4957454"/>
                    </a:lnTo>
                    <a:lnTo>
                      <a:pt x="4166985" y="4961456"/>
                    </a:lnTo>
                    <a:cubicBezTo>
                      <a:pt x="4171496" y="4970097"/>
                      <a:pt x="4177202" y="4978394"/>
                      <a:pt x="4182989" y="4987038"/>
                    </a:cubicBezTo>
                    <a:cubicBezTo>
                      <a:pt x="4194228" y="5003802"/>
                      <a:pt x="4208326" y="5022853"/>
                      <a:pt x="4209468" y="5041522"/>
                    </a:cubicBezTo>
                    <a:cubicBezTo>
                      <a:pt x="4210087" y="5052096"/>
                      <a:pt x="4213005" y="5062300"/>
                      <a:pt x="4216684" y="5072376"/>
                    </a:cubicBezTo>
                    <a:lnTo>
                      <a:pt x="4222587" y="5087441"/>
                    </a:lnTo>
                    <a:lnTo>
                      <a:pt x="4235615" y="5133220"/>
                    </a:lnTo>
                    <a:lnTo>
                      <a:pt x="4235616" y="5133225"/>
                    </a:lnTo>
                    <a:lnTo>
                      <a:pt x="4228901" y="5166113"/>
                    </a:lnTo>
                    <a:lnTo>
                      <a:pt x="4228901" y="5166114"/>
                    </a:lnTo>
                    <a:cubicBezTo>
                      <a:pt x="4228139" y="5167638"/>
                      <a:pt x="4228712" y="5169781"/>
                      <a:pt x="4229593" y="5172091"/>
                    </a:cubicBezTo>
                    <a:lnTo>
                      <a:pt x="4232139" y="5179068"/>
                    </a:lnTo>
                    <a:cubicBezTo>
                      <a:pt x="4235759" y="5196595"/>
                      <a:pt x="4235807" y="5213598"/>
                      <a:pt x="4231973" y="5229434"/>
                    </a:cubicBezTo>
                    <a:lnTo>
                      <a:pt x="4225669" y="5241089"/>
                    </a:lnTo>
                    <a:lnTo>
                      <a:pt x="4208517" y="5272796"/>
                    </a:lnTo>
                    <a:cubicBezTo>
                      <a:pt x="4196871" y="5285441"/>
                      <a:pt x="4189165" y="5298595"/>
                      <a:pt x="4184613" y="5312288"/>
                    </a:cubicBezTo>
                    <a:lnTo>
                      <a:pt x="4183557" y="5321350"/>
                    </a:lnTo>
                    <a:lnTo>
                      <a:pt x="4181083" y="5326163"/>
                    </a:lnTo>
                    <a:lnTo>
                      <a:pt x="4179637" y="5355014"/>
                    </a:lnTo>
                    <a:lnTo>
                      <a:pt x="4179637" y="5355015"/>
                    </a:lnTo>
                    <a:cubicBezTo>
                      <a:pt x="4180286" y="5364883"/>
                      <a:pt x="4181989" y="5375003"/>
                      <a:pt x="4184513" y="5385385"/>
                    </a:cubicBezTo>
                    <a:cubicBezTo>
                      <a:pt x="4187752" y="5398722"/>
                      <a:pt x="4190038" y="5412058"/>
                      <a:pt x="4192704" y="5425583"/>
                    </a:cubicBezTo>
                    <a:cubicBezTo>
                      <a:pt x="4196514" y="5443871"/>
                      <a:pt x="4200516" y="5462352"/>
                      <a:pt x="4204327" y="5480638"/>
                    </a:cubicBezTo>
                    <a:lnTo>
                      <a:pt x="4208850" y="5507668"/>
                    </a:lnTo>
                    <a:lnTo>
                      <a:pt x="4198232" y="5531692"/>
                    </a:lnTo>
                    <a:lnTo>
                      <a:pt x="4198231" y="5531693"/>
                    </a:lnTo>
                    <a:cubicBezTo>
                      <a:pt x="4191181" y="5537600"/>
                      <a:pt x="4187989" y="5542649"/>
                      <a:pt x="4188085" y="5547578"/>
                    </a:cubicBezTo>
                    <a:lnTo>
                      <a:pt x="4188085" y="5547579"/>
                    </a:lnTo>
                    <a:cubicBezTo>
                      <a:pt x="4188180" y="5552508"/>
                      <a:pt x="4191562" y="5557318"/>
                      <a:pt x="4197659" y="5562747"/>
                    </a:cubicBezTo>
                    <a:cubicBezTo>
                      <a:pt x="4240332" y="5600468"/>
                      <a:pt x="4267003" y="5646190"/>
                      <a:pt x="4268907" y="5704484"/>
                    </a:cubicBezTo>
                    <a:cubicBezTo>
                      <a:pt x="4269289" y="5716486"/>
                      <a:pt x="4271954" y="5728679"/>
                      <a:pt x="4274812" y="5740489"/>
                    </a:cubicBezTo>
                    <a:cubicBezTo>
                      <a:pt x="4276527" y="5747729"/>
                      <a:pt x="4278433" y="5756494"/>
                      <a:pt x="4283578" y="5760874"/>
                    </a:cubicBezTo>
                    <a:cubicBezTo>
                      <a:pt x="4322821" y="5794975"/>
                      <a:pt x="4350063" y="5837458"/>
                      <a:pt x="4371973" y="5883752"/>
                    </a:cubicBezTo>
                    <a:lnTo>
                      <a:pt x="4371974" y="5883757"/>
                    </a:lnTo>
                    <a:lnTo>
                      <a:pt x="4389877" y="5935946"/>
                    </a:lnTo>
                    <a:lnTo>
                      <a:pt x="4389878" y="5935950"/>
                    </a:lnTo>
                    <a:lnTo>
                      <a:pt x="4386259" y="5993290"/>
                    </a:lnTo>
                    <a:lnTo>
                      <a:pt x="4386259" y="5993291"/>
                    </a:lnTo>
                    <a:cubicBezTo>
                      <a:pt x="4385116" y="6004531"/>
                      <a:pt x="4385306" y="6017485"/>
                      <a:pt x="4379782" y="6026440"/>
                    </a:cubicBezTo>
                    <a:cubicBezTo>
                      <a:pt x="4362445" y="6054825"/>
                      <a:pt x="4343778" y="6082258"/>
                      <a:pt x="4323583" y="6108738"/>
                    </a:cubicBezTo>
                    <a:cubicBezTo>
                      <a:pt x="4314914" y="6120074"/>
                      <a:pt x="4309961" y="6126884"/>
                      <a:pt x="4309890" y="6133314"/>
                    </a:cubicBezTo>
                    <a:lnTo>
                      <a:pt x="4309890" y="6133315"/>
                    </a:lnTo>
                    <a:lnTo>
                      <a:pt x="4313591" y="6143190"/>
                    </a:lnTo>
                    <a:lnTo>
                      <a:pt x="4325486" y="6155600"/>
                    </a:lnTo>
                    <a:lnTo>
                      <a:pt x="4325488" y="6155603"/>
                    </a:lnTo>
                    <a:cubicBezTo>
                      <a:pt x="4347778" y="6175798"/>
                      <a:pt x="4359398" y="6200945"/>
                      <a:pt x="4364160" y="6228757"/>
                    </a:cubicBezTo>
                    <a:lnTo>
                      <a:pt x="4381497" y="6361540"/>
                    </a:lnTo>
                    <a:lnTo>
                      <a:pt x="4381497" y="6361539"/>
                    </a:lnTo>
                    <a:cubicBezTo>
                      <a:pt x="4377877" y="6317151"/>
                      <a:pt x="4371590" y="6272764"/>
                      <a:pt x="4364160" y="6228756"/>
                    </a:cubicBezTo>
                    <a:cubicBezTo>
                      <a:pt x="4359398" y="6200944"/>
                      <a:pt x="4347778" y="6175797"/>
                      <a:pt x="4325488" y="6155602"/>
                    </a:cubicBezTo>
                    <a:lnTo>
                      <a:pt x="4325486" y="6155600"/>
                    </a:lnTo>
                    <a:lnTo>
                      <a:pt x="4309890" y="6133315"/>
                    </a:lnTo>
                    <a:lnTo>
                      <a:pt x="4323583" y="6108739"/>
                    </a:lnTo>
                    <a:cubicBezTo>
                      <a:pt x="4343778" y="6082259"/>
                      <a:pt x="4362445" y="6054826"/>
                      <a:pt x="4379782" y="6026441"/>
                    </a:cubicBezTo>
                    <a:cubicBezTo>
                      <a:pt x="4385306" y="6017486"/>
                      <a:pt x="4385116" y="6004532"/>
                      <a:pt x="4386259" y="5993292"/>
                    </a:cubicBezTo>
                    <a:lnTo>
                      <a:pt x="4386259" y="5993290"/>
                    </a:lnTo>
                    <a:lnTo>
                      <a:pt x="4389712" y="5964477"/>
                    </a:lnTo>
                    <a:lnTo>
                      <a:pt x="4389878" y="5935950"/>
                    </a:lnTo>
                    <a:lnTo>
                      <a:pt x="4389878" y="5935949"/>
                    </a:lnTo>
                    <a:lnTo>
                      <a:pt x="4389877" y="5935946"/>
                    </a:lnTo>
                    <a:lnTo>
                      <a:pt x="4382997" y="5909351"/>
                    </a:lnTo>
                    <a:lnTo>
                      <a:pt x="4371974" y="5883757"/>
                    </a:lnTo>
                    <a:lnTo>
                      <a:pt x="4371973" y="5883751"/>
                    </a:lnTo>
                    <a:cubicBezTo>
                      <a:pt x="4350063" y="5837457"/>
                      <a:pt x="4322821" y="5794974"/>
                      <a:pt x="4283578" y="5760873"/>
                    </a:cubicBezTo>
                    <a:cubicBezTo>
                      <a:pt x="4278433" y="5756493"/>
                      <a:pt x="4276527" y="5747728"/>
                      <a:pt x="4274812" y="5740488"/>
                    </a:cubicBezTo>
                    <a:cubicBezTo>
                      <a:pt x="4271954" y="5728678"/>
                      <a:pt x="4269289" y="5716485"/>
                      <a:pt x="4268907" y="5704483"/>
                    </a:cubicBezTo>
                    <a:cubicBezTo>
                      <a:pt x="4267003" y="5646189"/>
                      <a:pt x="4240332" y="5600467"/>
                      <a:pt x="4197659" y="5562746"/>
                    </a:cubicBezTo>
                    <a:lnTo>
                      <a:pt x="4188085" y="5547578"/>
                    </a:lnTo>
                    <a:lnTo>
                      <a:pt x="4198231" y="5531694"/>
                    </a:lnTo>
                    <a:lnTo>
                      <a:pt x="4198232" y="5531692"/>
                    </a:lnTo>
                    <a:lnTo>
                      <a:pt x="4206630" y="5520422"/>
                    </a:lnTo>
                    <a:lnTo>
                      <a:pt x="4208850" y="5507668"/>
                    </a:lnTo>
                    <a:lnTo>
                      <a:pt x="4208850" y="5507667"/>
                    </a:lnTo>
                    <a:cubicBezTo>
                      <a:pt x="4208803" y="5498832"/>
                      <a:pt x="4206231" y="5489497"/>
                      <a:pt x="4204327" y="5480637"/>
                    </a:cubicBezTo>
                    <a:cubicBezTo>
                      <a:pt x="4200516" y="5462351"/>
                      <a:pt x="4196514" y="5443870"/>
                      <a:pt x="4192704" y="5425582"/>
                    </a:cubicBezTo>
                    <a:cubicBezTo>
                      <a:pt x="4190038" y="5412057"/>
                      <a:pt x="4187752" y="5398721"/>
                      <a:pt x="4184513" y="5385384"/>
                    </a:cubicBezTo>
                    <a:lnTo>
                      <a:pt x="4179637" y="5355014"/>
                    </a:lnTo>
                    <a:lnTo>
                      <a:pt x="4183557" y="5321350"/>
                    </a:lnTo>
                    <a:lnTo>
                      <a:pt x="4208517" y="5272797"/>
                    </a:lnTo>
                    <a:lnTo>
                      <a:pt x="4225669" y="5241089"/>
                    </a:lnTo>
                    <a:lnTo>
                      <a:pt x="4231973" y="5229433"/>
                    </a:lnTo>
                    <a:lnTo>
                      <a:pt x="4232139" y="5179068"/>
                    </a:lnTo>
                    <a:lnTo>
                      <a:pt x="4232139" y="5179067"/>
                    </a:lnTo>
                    <a:cubicBezTo>
                      <a:pt x="4231663" y="5176876"/>
                      <a:pt x="4230473" y="5174400"/>
                      <a:pt x="4229593" y="5172090"/>
                    </a:cubicBezTo>
                    <a:lnTo>
                      <a:pt x="4228901" y="5166114"/>
                    </a:lnTo>
                    <a:lnTo>
                      <a:pt x="4235616" y="5133225"/>
                    </a:lnTo>
                    <a:lnTo>
                      <a:pt x="4235616" y="5133224"/>
                    </a:lnTo>
                    <a:lnTo>
                      <a:pt x="4235615" y="5133220"/>
                    </a:lnTo>
                    <a:lnTo>
                      <a:pt x="4228473" y="5102461"/>
                    </a:lnTo>
                    <a:lnTo>
                      <a:pt x="4222587" y="5087441"/>
                    </a:lnTo>
                    <a:lnTo>
                      <a:pt x="4222582" y="5087423"/>
                    </a:lnTo>
                    <a:cubicBezTo>
                      <a:pt x="4216496" y="5072411"/>
                      <a:pt x="4210397" y="5057381"/>
                      <a:pt x="4209468" y="5041521"/>
                    </a:cubicBezTo>
                    <a:cubicBezTo>
                      <a:pt x="4208326" y="5022852"/>
                      <a:pt x="4194228" y="5003801"/>
                      <a:pt x="4182989" y="4987037"/>
                    </a:cubicBezTo>
                    <a:lnTo>
                      <a:pt x="4165707" y="4957454"/>
                    </a:lnTo>
                    <a:lnTo>
                      <a:pt x="4158155" y="4933805"/>
                    </a:lnTo>
                    <a:lnTo>
                      <a:pt x="4159557" y="4912169"/>
                    </a:lnTo>
                    <a:cubicBezTo>
                      <a:pt x="4161319" y="4904358"/>
                      <a:pt x="4161831" y="4896714"/>
                      <a:pt x="4161262" y="4889276"/>
                    </a:cubicBezTo>
                    <a:lnTo>
                      <a:pt x="4161262" y="4889275"/>
                    </a:lnTo>
                    <a:lnTo>
                      <a:pt x="4156484" y="4867614"/>
                    </a:lnTo>
                    <a:lnTo>
                      <a:pt x="4153733" y="4863343"/>
                    </a:lnTo>
                    <a:lnTo>
                      <a:pt x="4151983" y="4857317"/>
                    </a:lnTo>
                    <a:cubicBezTo>
                      <a:pt x="4146840" y="4847214"/>
                      <a:pt x="4139839" y="4837703"/>
                      <a:pt x="4131552" y="4828916"/>
                    </a:cubicBezTo>
                    <a:lnTo>
                      <a:pt x="4116716" y="4800483"/>
                    </a:lnTo>
                    <a:lnTo>
                      <a:pt x="4118025" y="4767765"/>
                    </a:lnTo>
                    <a:cubicBezTo>
                      <a:pt x="4123931" y="4738236"/>
                      <a:pt x="4124313" y="4707565"/>
                      <a:pt x="4127932" y="4677656"/>
                    </a:cubicBezTo>
                    <a:cubicBezTo>
                      <a:pt x="4128694" y="4671177"/>
                      <a:pt x="4131362" y="4662987"/>
                      <a:pt x="4135934" y="4659175"/>
                    </a:cubicBezTo>
                    <a:cubicBezTo>
                      <a:pt x="4192704" y="4612501"/>
                      <a:pt x="4193276" y="4546777"/>
                      <a:pt x="4195944" y="4482005"/>
                    </a:cubicBezTo>
                    <a:cubicBezTo>
                      <a:pt x="4197659" y="4442762"/>
                      <a:pt x="4197659" y="4403326"/>
                      <a:pt x="4196706" y="4363891"/>
                    </a:cubicBezTo>
                    <a:lnTo>
                      <a:pt x="4196706" y="4363890"/>
                    </a:lnTo>
                    <a:cubicBezTo>
                      <a:pt x="4196514" y="4350554"/>
                      <a:pt x="4193466" y="4336457"/>
                      <a:pt x="4187752" y="4324645"/>
                    </a:cubicBezTo>
                    <a:cubicBezTo>
                      <a:pt x="4175749" y="4300070"/>
                      <a:pt x="4160129" y="4277401"/>
                      <a:pt x="4147936" y="4253014"/>
                    </a:cubicBezTo>
                    <a:close/>
                    <a:moveTo>
                      <a:pt x="4211111" y="2836172"/>
                    </a:moveTo>
                    <a:lnTo>
                      <a:pt x="4202421" y="2848793"/>
                    </a:lnTo>
                    <a:cubicBezTo>
                      <a:pt x="4197421" y="2865010"/>
                      <a:pt x="4191562" y="2881307"/>
                      <a:pt x="4186816" y="2897785"/>
                    </a:cubicBezTo>
                    <a:lnTo>
                      <a:pt x="4185787" y="2903551"/>
                    </a:lnTo>
                    <a:lnTo>
                      <a:pt x="4182513" y="2914328"/>
                    </a:lnTo>
                    <a:lnTo>
                      <a:pt x="4177882" y="2947858"/>
                    </a:lnTo>
                    <a:lnTo>
                      <a:pt x="4177881" y="2947862"/>
                    </a:lnTo>
                    <a:lnTo>
                      <a:pt x="4177881" y="2947863"/>
                    </a:lnTo>
                    <a:cubicBezTo>
                      <a:pt x="4177512" y="2959157"/>
                      <a:pt x="4178512" y="2970576"/>
                      <a:pt x="4181465" y="2982149"/>
                    </a:cubicBezTo>
                    <a:lnTo>
                      <a:pt x="4193158" y="3077402"/>
                    </a:lnTo>
                    <a:lnTo>
                      <a:pt x="4180703" y="3172654"/>
                    </a:lnTo>
                    <a:cubicBezTo>
                      <a:pt x="4154794" y="3276480"/>
                      <a:pt x="4127362" y="3380305"/>
                      <a:pt x="4133076" y="3489467"/>
                    </a:cubicBezTo>
                    <a:cubicBezTo>
                      <a:pt x="4134028" y="3507563"/>
                      <a:pt x="4122407" y="3529090"/>
                      <a:pt x="4110977" y="3544713"/>
                    </a:cubicBezTo>
                    <a:cubicBezTo>
                      <a:pt x="4100119" y="3559668"/>
                      <a:pt x="4094260" y="3566812"/>
                      <a:pt x="4093355" y="3574408"/>
                    </a:cubicBezTo>
                    <a:lnTo>
                      <a:pt x="4093355" y="3574409"/>
                    </a:lnTo>
                    <a:cubicBezTo>
                      <a:pt x="4092450" y="3582005"/>
                      <a:pt x="4096499" y="3590054"/>
                      <a:pt x="4105453" y="3606818"/>
                    </a:cubicBezTo>
                    <a:cubicBezTo>
                      <a:pt x="4109835" y="3614820"/>
                      <a:pt x="4112501" y="3624726"/>
                      <a:pt x="4118979" y="3630633"/>
                    </a:cubicBezTo>
                    <a:lnTo>
                      <a:pt x="4136708" y="3654416"/>
                    </a:lnTo>
                    <a:lnTo>
                      <a:pt x="4140382" y="3668940"/>
                    </a:lnTo>
                    <a:lnTo>
                      <a:pt x="4143220" y="3680164"/>
                    </a:lnTo>
                    <a:lnTo>
                      <a:pt x="4139172" y="3734837"/>
                    </a:lnTo>
                    <a:lnTo>
                      <a:pt x="4139172" y="3734838"/>
                    </a:lnTo>
                    <a:cubicBezTo>
                      <a:pt x="4138220" y="3741316"/>
                      <a:pt x="4136886" y="3749126"/>
                      <a:pt x="4139554" y="3754653"/>
                    </a:cubicBezTo>
                    <a:lnTo>
                      <a:pt x="4145911" y="3789776"/>
                    </a:lnTo>
                    <a:lnTo>
                      <a:pt x="4130980" y="3822472"/>
                    </a:lnTo>
                    <a:cubicBezTo>
                      <a:pt x="4123932" y="3831902"/>
                      <a:pt x="4118312" y="3842046"/>
                      <a:pt x="4116645" y="3852619"/>
                    </a:cubicBezTo>
                    <a:lnTo>
                      <a:pt x="4116645" y="3852620"/>
                    </a:lnTo>
                    <a:lnTo>
                      <a:pt x="4117425" y="3868764"/>
                    </a:lnTo>
                    <a:lnTo>
                      <a:pt x="4126028" y="3885337"/>
                    </a:lnTo>
                    <a:lnTo>
                      <a:pt x="4126028" y="3885339"/>
                    </a:lnTo>
                    <a:cubicBezTo>
                      <a:pt x="4135744" y="3897722"/>
                      <a:pt x="4143150" y="3910319"/>
                      <a:pt x="4148409" y="3923125"/>
                    </a:cubicBezTo>
                    <a:lnTo>
                      <a:pt x="4157913" y="3962160"/>
                    </a:lnTo>
                    <a:lnTo>
                      <a:pt x="4142221" y="4043838"/>
                    </a:lnTo>
                    <a:lnTo>
                      <a:pt x="4142220" y="4043839"/>
                    </a:lnTo>
                    <a:cubicBezTo>
                      <a:pt x="4133457" y="4063842"/>
                      <a:pt x="4128075" y="4083702"/>
                      <a:pt x="4127099" y="4103825"/>
                    </a:cubicBezTo>
                    <a:lnTo>
                      <a:pt x="4127099" y="4103826"/>
                    </a:lnTo>
                    <a:lnTo>
                      <a:pt x="4129066" y="4134256"/>
                    </a:lnTo>
                    <a:lnTo>
                      <a:pt x="4138410" y="4165382"/>
                    </a:lnTo>
                    <a:lnTo>
                      <a:pt x="4138410" y="4165384"/>
                    </a:lnTo>
                    <a:lnTo>
                      <a:pt x="4142315" y="4192388"/>
                    </a:lnTo>
                    <a:lnTo>
                      <a:pt x="4142315" y="4192387"/>
                    </a:lnTo>
                    <a:cubicBezTo>
                      <a:pt x="4142411" y="4182767"/>
                      <a:pt x="4141839" y="4173480"/>
                      <a:pt x="4138410" y="4165383"/>
                    </a:cubicBezTo>
                    <a:lnTo>
                      <a:pt x="4138410" y="4165382"/>
                    </a:lnTo>
                    <a:lnTo>
                      <a:pt x="4127099" y="4103826"/>
                    </a:lnTo>
                    <a:lnTo>
                      <a:pt x="4142220" y="4043840"/>
                    </a:lnTo>
                    <a:lnTo>
                      <a:pt x="4142221" y="4043838"/>
                    </a:lnTo>
                    <a:lnTo>
                      <a:pt x="4155523" y="4002410"/>
                    </a:lnTo>
                    <a:lnTo>
                      <a:pt x="4157913" y="3962160"/>
                    </a:lnTo>
                    <a:lnTo>
                      <a:pt x="4157913" y="3962159"/>
                    </a:lnTo>
                    <a:cubicBezTo>
                      <a:pt x="4155651" y="3935727"/>
                      <a:pt x="4145460" y="3910104"/>
                      <a:pt x="4126028" y="3885338"/>
                    </a:cubicBezTo>
                    <a:lnTo>
                      <a:pt x="4126028" y="3885337"/>
                    </a:lnTo>
                    <a:lnTo>
                      <a:pt x="4116645" y="3852620"/>
                    </a:lnTo>
                    <a:lnTo>
                      <a:pt x="4130980" y="3822473"/>
                    </a:lnTo>
                    <a:cubicBezTo>
                      <a:pt x="4139172" y="3811614"/>
                      <a:pt x="4144316" y="3800897"/>
                      <a:pt x="4145911" y="3789777"/>
                    </a:cubicBezTo>
                    <a:lnTo>
                      <a:pt x="4145911" y="3789776"/>
                    </a:lnTo>
                    <a:cubicBezTo>
                      <a:pt x="4147507" y="3778655"/>
                      <a:pt x="4145554" y="3767130"/>
                      <a:pt x="4139554" y="3754652"/>
                    </a:cubicBezTo>
                    <a:lnTo>
                      <a:pt x="4139172" y="3734838"/>
                    </a:lnTo>
                    <a:lnTo>
                      <a:pt x="4143220" y="3680164"/>
                    </a:lnTo>
                    <a:lnTo>
                      <a:pt x="4143220" y="3680163"/>
                    </a:lnTo>
                    <a:lnTo>
                      <a:pt x="4140382" y="3668940"/>
                    </a:lnTo>
                    <a:lnTo>
                      <a:pt x="4136708" y="3654416"/>
                    </a:lnTo>
                    <a:lnTo>
                      <a:pt x="4136708" y="3654416"/>
                    </a:lnTo>
                    <a:lnTo>
                      <a:pt x="4136708" y="3654415"/>
                    </a:lnTo>
                    <a:cubicBezTo>
                      <a:pt x="4132898" y="3646123"/>
                      <a:pt x="4127219" y="3638157"/>
                      <a:pt x="4118979" y="3630632"/>
                    </a:cubicBezTo>
                    <a:cubicBezTo>
                      <a:pt x="4112501" y="3624725"/>
                      <a:pt x="4109835" y="3614819"/>
                      <a:pt x="4105453" y="3606817"/>
                    </a:cubicBezTo>
                    <a:cubicBezTo>
                      <a:pt x="4100976" y="3598435"/>
                      <a:pt x="4097725" y="3592232"/>
                      <a:pt x="4095707" y="3587174"/>
                    </a:cubicBezTo>
                    <a:lnTo>
                      <a:pt x="4093355" y="3574408"/>
                    </a:lnTo>
                    <a:lnTo>
                      <a:pt x="4098434" y="3562321"/>
                    </a:lnTo>
                    <a:cubicBezTo>
                      <a:pt x="4101369" y="3557716"/>
                      <a:pt x="4105548" y="3552191"/>
                      <a:pt x="4110977" y="3544714"/>
                    </a:cubicBezTo>
                    <a:cubicBezTo>
                      <a:pt x="4122407" y="3529091"/>
                      <a:pt x="4134028" y="3507564"/>
                      <a:pt x="4133076" y="3489468"/>
                    </a:cubicBezTo>
                    <a:cubicBezTo>
                      <a:pt x="4127362" y="3380306"/>
                      <a:pt x="4154794" y="3276481"/>
                      <a:pt x="4180703" y="3172655"/>
                    </a:cubicBezTo>
                    <a:cubicBezTo>
                      <a:pt x="4188705" y="3140650"/>
                      <a:pt x="4192943" y="3109026"/>
                      <a:pt x="4193158" y="3077402"/>
                    </a:cubicBezTo>
                    <a:lnTo>
                      <a:pt x="4193158" y="3077401"/>
                    </a:lnTo>
                    <a:cubicBezTo>
                      <a:pt x="4193372" y="3045777"/>
                      <a:pt x="4189562" y="3014153"/>
                      <a:pt x="4181465" y="2982148"/>
                    </a:cubicBezTo>
                    <a:lnTo>
                      <a:pt x="4177881" y="2947863"/>
                    </a:lnTo>
                    <a:lnTo>
                      <a:pt x="4177882" y="2947858"/>
                    </a:lnTo>
                    <a:lnTo>
                      <a:pt x="4185787" y="2903551"/>
                    </a:lnTo>
                    <a:lnTo>
                      <a:pt x="4202421" y="2848794"/>
                    </a:lnTo>
                    <a:cubicBezTo>
                      <a:pt x="4203754" y="2844317"/>
                      <a:pt x="4207040" y="2839983"/>
                      <a:pt x="4211111" y="2836173"/>
                    </a:cubicBezTo>
                    <a:close/>
                    <a:moveTo>
                      <a:pt x="3726625" y="1508458"/>
                    </a:moveTo>
                    <a:lnTo>
                      <a:pt x="3698531" y="1596214"/>
                    </a:lnTo>
                    <a:cubicBezTo>
                      <a:pt x="3696054" y="1604979"/>
                      <a:pt x="3697579" y="1615837"/>
                      <a:pt x="3700436" y="1624981"/>
                    </a:cubicBezTo>
                    <a:cubicBezTo>
                      <a:pt x="3710152" y="1656224"/>
                      <a:pt x="3734537" y="1676037"/>
                      <a:pt x="3757017" y="1697754"/>
                    </a:cubicBezTo>
                    <a:cubicBezTo>
                      <a:pt x="3766924" y="1707280"/>
                      <a:pt x="3773972" y="1720424"/>
                      <a:pt x="3779686" y="1733189"/>
                    </a:cubicBezTo>
                    <a:cubicBezTo>
                      <a:pt x="3794357" y="1766336"/>
                      <a:pt x="3807501" y="1800247"/>
                      <a:pt x="3821407" y="1833776"/>
                    </a:cubicBezTo>
                    <a:cubicBezTo>
                      <a:pt x="3822741" y="1837014"/>
                      <a:pt x="3826170" y="1839680"/>
                      <a:pt x="3829028" y="1842159"/>
                    </a:cubicBezTo>
                    <a:cubicBezTo>
                      <a:pt x="3859129" y="1866923"/>
                      <a:pt x="3889418" y="1891498"/>
                      <a:pt x="3919519" y="1916455"/>
                    </a:cubicBezTo>
                    <a:cubicBezTo>
                      <a:pt x="3925233" y="1921217"/>
                      <a:pt x="3929425" y="1928077"/>
                      <a:pt x="3934949" y="1933220"/>
                    </a:cubicBezTo>
                    <a:cubicBezTo>
                      <a:pt x="3942569" y="1940460"/>
                      <a:pt x="3949810" y="1949604"/>
                      <a:pt x="3958954" y="1953414"/>
                    </a:cubicBezTo>
                    <a:cubicBezTo>
                      <a:pt x="3987719" y="1965225"/>
                      <a:pt x="4000103" y="1987895"/>
                      <a:pt x="4005437" y="2016470"/>
                    </a:cubicBezTo>
                    <a:cubicBezTo>
                      <a:pt x="4010390" y="2042571"/>
                      <a:pt x="4014582" y="2068670"/>
                      <a:pt x="4020296" y="2094579"/>
                    </a:cubicBezTo>
                    <a:cubicBezTo>
                      <a:pt x="4027154" y="2126202"/>
                      <a:pt x="4034584" y="2157637"/>
                      <a:pt x="4042967" y="2188880"/>
                    </a:cubicBezTo>
                    <a:cubicBezTo>
                      <a:pt x="4046587" y="2202405"/>
                      <a:pt x="4050777" y="2216693"/>
                      <a:pt x="4058207" y="2228315"/>
                    </a:cubicBezTo>
                    <a:cubicBezTo>
                      <a:pt x="4078782" y="2260891"/>
                      <a:pt x="4092688" y="2295754"/>
                      <a:pt x="4087164" y="2334045"/>
                    </a:cubicBezTo>
                    <a:cubicBezTo>
                      <a:pt x="4082782" y="2364716"/>
                      <a:pt x="4094022" y="2390435"/>
                      <a:pt x="4111549" y="2409486"/>
                    </a:cubicBezTo>
                    <a:cubicBezTo>
                      <a:pt x="4119503" y="2418155"/>
                      <a:pt x="4125016" y="2426977"/>
                      <a:pt x="4128650" y="2435913"/>
                    </a:cubicBezTo>
                    <a:lnTo>
                      <a:pt x="4134481" y="2463018"/>
                    </a:lnTo>
                    <a:lnTo>
                      <a:pt x="4125839" y="2518262"/>
                    </a:lnTo>
                    <a:lnTo>
                      <a:pt x="4125838" y="2518264"/>
                    </a:lnTo>
                    <a:cubicBezTo>
                      <a:pt x="4123171" y="2527790"/>
                      <a:pt x="4122027" y="2536457"/>
                      <a:pt x="4122194" y="2545006"/>
                    </a:cubicBezTo>
                    <a:lnTo>
                      <a:pt x="4122194" y="2545007"/>
                    </a:lnTo>
                    <a:cubicBezTo>
                      <a:pt x="4122360" y="2553556"/>
                      <a:pt x="4123837" y="2561986"/>
                      <a:pt x="4126408" y="2571035"/>
                    </a:cubicBezTo>
                    <a:cubicBezTo>
                      <a:pt x="4138410" y="2612946"/>
                      <a:pt x="4170987" y="2640951"/>
                      <a:pt x="4199563" y="2668002"/>
                    </a:cubicBezTo>
                    <a:cubicBezTo>
                      <a:pt x="4223947" y="2691055"/>
                      <a:pt x="4237663" y="2716964"/>
                      <a:pt x="4247953" y="2745349"/>
                    </a:cubicBezTo>
                    <a:lnTo>
                      <a:pt x="4247954" y="2745352"/>
                    </a:lnTo>
                    <a:lnTo>
                      <a:pt x="4253873" y="2778006"/>
                    </a:lnTo>
                    <a:lnTo>
                      <a:pt x="4253453" y="2785440"/>
                    </a:lnTo>
                    <a:lnTo>
                      <a:pt x="4243374" y="2811780"/>
                    </a:lnTo>
                    <a:lnTo>
                      <a:pt x="4243371" y="2811787"/>
                    </a:lnTo>
                    <a:lnTo>
                      <a:pt x="4243372" y="2811787"/>
                    </a:lnTo>
                    <a:lnTo>
                      <a:pt x="4243374" y="2811780"/>
                    </a:lnTo>
                    <a:lnTo>
                      <a:pt x="4253025" y="2793023"/>
                    </a:lnTo>
                    <a:lnTo>
                      <a:pt x="4253453" y="2785440"/>
                    </a:lnTo>
                    <a:lnTo>
                      <a:pt x="4254654" y="2782305"/>
                    </a:lnTo>
                    <a:lnTo>
                      <a:pt x="4253873" y="2778006"/>
                    </a:lnTo>
                    <a:lnTo>
                      <a:pt x="4254284" y="2770758"/>
                    </a:lnTo>
                    <a:lnTo>
                      <a:pt x="4247954" y="2745352"/>
                    </a:lnTo>
                    <a:lnTo>
                      <a:pt x="4247953" y="2745348"/>
                    </a:lnTo>
                    <a:cubicBezTo>
                      <a:pt x="4237663" y="2716963"/>
                      <a:pt x="4223947" y="2691054"/>
                      <a:pt x="4199563" y="2668001"/>
                    </a:cubicBezTo>
                    <a:cubicBezTo>
                      <a:pt x="4170987" y="2640950"/>
                      <a:pt x="4138410" y="2612945"/>
                      <a:pt x="4126408" y="2571034"/>
                    </a:cubicBezTo>
                    <a:lnTo>
                      <a:pt x="4122194" y="2545007"/>
                    </a:lnTo>
                    <a:lnTo>
                      <a:pt x="4125838" y="2518265"/>
                    </a:lnTo>
                    <a:lnTo>
                      <a:pt x="4125839" y="2518262"/>
                    </a:lnTo>
                    <a:lnTo>
                      <a:pt x="4132419" y="2490551"/>
                    </a:lnTo>
                    <a:lnTo>
                      <a:pt x="4134481" y="2463018"/>
                    </a:lnTo>
                    <a:lnTo>
                      <a:pt x="4134481" y="2463017"/>
                    </a:lnTo>
                    <a:cubicBezTo>
                      <a:pt x="4133600" y="2444777"/>
                      <a:pt x="4127457" y="2426822"/>
                      <a:pt x="4111549" y="2409485"/>
                    </a:cubicBezTo>
                    <a:cubicBezTo>
                      <a:pt x="4094022" y="2390434"/>
                      <a:pt x="4082782" y="2364715"/>
                      <a:pt x="4087164" y="2334044"/>
                    </a:cubicBezTo>
                    <a:cubicBezTo>
                      <a:pt x="4092688" y="2295753"/>
                      <a:pt x="4078782" y="2260890"/>
                      <a:pt x="4058207" y="2228314"/>
                    </a:cubicBezTo>
                    <a:cubicBezTo>
                      <a:pt x="4050777" y="2216692"/>
                      <a:pt x="4046587" y="2202404"/>
                      <a:pt x="4042967" y="2188879"/>
                    </a:cubicBezTo>
                    <a:cubicBezTo>
                      <a:pt x="4034584" y="2157636"/>
                      <a:pt x="4027154" y="2126201"/>
                      <a:pt x="4020296" y="2094578"/>
                    </a:cubicBezTo>
                    <a:cubicBezTo>
                      <a:pt x="4014582" y="2068669"/>
                      <a:pt x="4010390" y="2042570"/>
                      <a:pt x="4005437" y="2016469"/>
                    </a:cubicBezTo>
                    <a:cubicBezTo>
                      <a:pt x="4000103" y="1987894"/>
                      <a:pt x="3987719" y="1965224"/>
                      <a:pt x="3958954" y="1953413"/>
                    </a:cubicBezTo>
                    <a:cubicBezTo>
                      <a:pt x="3949810" y="1949603"/>
                      <a:pt x="3942569" y="1940459"/>
                      <a:pt x="3934949" y="1933219"/>
                    </a:cubicBezTo>
                    <a:cubicBezTo>
                      <a:pt x="3929425" y="1928076"/>
                      <a:pt x="3925233" y="1921216"/>
                      <a:pt x="3919519" y="1916454"/>
                    </a:cubicBezTo>
                    <a:cubicBezTo>
                      <a:pt x="3889418" y="1891497"/>
                      <a:pt x="3859129" y="1866922"/>
                      <a:pt x="3829028" y="1842158"/>
                    </a:cubicBezTo>
                    <a:cubicBezTo>
                      <a:pt x="3826170" y="1839679"/>
                      <a:pt x="3822741" y="1837013"/>
                      <a:pt x="3821407" y="1833775"/>
                    </a:cubicBezTo>
                    <a:cubicBezTo>
                      <a:pt x="3807501" y="1800246"/>
                      <a:pt x="3794358" y="1766335"/>
                      <a:pt x="3779686" y="1733188"/>
                    </a:cubicBezTo>
                    <a:cubicBezTo>
                      <a:pt x="3773972" y="1720423"/>
                      <a:pt x="3766924" y="1707279"/>
                      <a:pt x="3757018" y="1697753"/>
                    </a:cubicBezTo>
                    <a:cubicBezTo>
                      <a:pt x="3734538" y="1676036"/>
                      <a:pt x="3710152" y="1656223"/>
                      <a:pt x="3700436" y="1624980"/>
                    </a:cubicBezTo>
                    <a:cubicBezTo>
                      <a:pt x="3697580" y="1615836"/>
                      <a:pt x="3696055" y="1604978"/>
                      <a:pt x="3698532" y="1596213"/>
                    </a:cubicBezTo>
                    <a:close/>
                    <a:moveTo>
                      <a:pt x="3745230" y="1459073"/>
                    </a:moveTo>
                    <a:lnTo>
                      <a:pt x="3745229" y="1459074"/>
                    </a:lnTo>
                    <a:lnTo>
                      <a:pt x="3736012" y="1481572"/>
                    </a:lnTo>
                    <a:close/>
                    <a:moveTo>
                      <a:pt x="3764423" y="1268758"/>
                    </a:moveTo>
                    <a:cubicBezTo>
                      <a:pt x="3764875" y="1275402"/>
                      <a:pt x="3766447" y="1281689"/>
                      <a:pt x="3769590" y="1286070"/>
                    </a:cubicBezTo>
                    <a:cubicBezTo>
                      <a:pt x="3784163" y="1306930"/>
                      <a:pt x="3790403" y="1328553"/>
                      <a:pt x="3791927" y="1350628"/>
                    </a:cubicBezTo>
                    <a:lnTo>
                      <a:pt x="3786333" y="1413840"/>
                    </a:lnTo>
                    <a:lnTo>
                      <a:pt x="3791928" y="1350627"/>
                    </a:lnTo>
                    <a:cubicBezTo>
                      <a:pt x="3790403" y="1328552"/>
                      <a:pt x="3784164" y="1306930"/>
                      <a:pt x="3769590" y="1286069"/>
                    </a:cubicBezTo>
                    <a:close/>
                    <a:moveTo>
                      <a:pt x="3706152" y="773035"/>
                    </a:moveTo>
                    <a:lnTo>
                      <a:pt x="3706152" y="773036"/>
                    </a:lnTo>
                    <a:cubicBezTo>
                      <a:pt x="3708438" y="800277"/>
                      <a:pt x="3711676" y="827330"/>
                      <a:pt x="3714152" y="854380"/>
                    </a:cubicBezTo>
                    <a:cubicBezTo>
                      <a:pt x="3716438" y="878957"/>
                      <a:pt x="3717200" y="903723"/>
                      <a:pt x="3745205" y="915344"/>
                    </a:cubicBezTo>
                    <a:cubicBezTo>
                      <a:pt x="3749587" y="917060"/>
                      <a:pt x="3752825" y="922774"/>
                      <a:pt x="3755683" y="927156"/>
                    </a:cubicBezTo>
                    <a:cubicBezTo>
                      <a:pt x="3799691" y="994786"/>
                      <a:pt x="3798547" y="1030981"/>
                      <a:pt x="3752063" y="1097088"/>
                    </a:cubicBezTo>
                    <a:cubicBezTo>
                      <a:pt x="3747301" y="1103946"/>
                      <a:pt x="3743871" y="1118614"/>
                      <a:pt x="3747681" y="1123186"/>
                    </a:cubicBezTo>
                    <a:cubicBezTo>
                      <a:pt x="3763493" y="1142618"/>
                      <a:pt x="3770542" y="1162954"/>
                      <a:pt x="3772400" y="1184029"/>
                    </a:cubicBezTo>
                    <a:cubicBezTo>
                      <a:pt x="3770542" y="1162954"/>
                      <a:pt x="3763494" y="1142617"/>
                      <a:pt x="3747682" y="1123185"/>
                    </a:cubicBezTo>
                    <a:cubicBezTo>
                      <a:pt x="3743872" y="1118613"/>
                      <a:pt x="3747302" y="1103945"/>
                      <a:pt x="3752064" y="1097087"/>
                    </a:cubicBezTo>
                    <a:cubicBezTo>
                      <a:pt x="3798548" y="1030980"/>
                      <a:pt x="3799692" y="994785"/>
                      <a:pt x="3755684" y="927155"/>
                    </a:cubicBezTo>
                    <a:cubicBezTo>
                      <a:pt x="3752826" y="922773"/>
                      <a:pt x="3749588" y="917059"/>
                      <a:pt x="3745206" y="915343"/>
                    </a:cubicBezTo>
                    <a:cubicBezTo>
                      <a:pt x="3717200" y="903722"/>
                      <a:pt x="3716438" y="878956"/>
                      <a:pt x="3714152" y="854379"/>
                    </a:cubicBezTo>
                    <a:close/>
                    <a:moveTo>
                      <a:pt x="3761553" y="517851"/>
                    </a:moveTo>
                    <a:lnTo>
                      <a:pt x="3752635" y="556048"/>
                    </a:lnTo>
                    <a:cubicBezTo>
                      <a:pt x="3750539" y="564049"/>
                      <a:pt x="3745015" y="572623"/>
                      <a:pt x="3746157" y="580051"/>
                    </a:cubicBezTo>
                    <a:cubicBezTo>
                      <a:pt x="3749491" y="601579"/>
                      <a:pt x="3747062" y="622201"/>
                      <a:pt x="3742776" y="642538"/>
                    </a:cubicBezTo>
                    <a:lnTo>
                      <a:pt x="3730253" y="694928"/>
                    </a:lnTo>
                    <a:lnTo>
                      <a:pt x="3742777" y="642537"/>
                    </a:lnTo>
                    <a:cubicBezTo>
                      <a:pt x="3747063" y="622201"/>
                      <a:pt x="3749492" y="601578"/>
                      <a:pt x="3746158" y="580050"/>
                    </a:cubicBezTo>
                    <a:cubicBezTo>
                      <a:pt x="3745016" y="572622"/>
                      <a:pt x="3750540" y="564048"/>
                      <a:pt x="3752636" y="556047"/>
                    </a:cubicBezTo>
                    <a:close/>
                    <a:moveTo>
                      <a:pt x="3774848" y="298169"/>
                    </a:moveTo>
                    <a:lnTo>
                      <a:pt x="3760065" y="313534"/>
                    </a:lnTo>
                    <a:cubicBezTo>
                      <a:pt x="3755873" y="316390"/>
                      <a:pt x="3758159" y="330299"/>
                      <a:pt x="3759493" y="338871"/>
                    </a:cubicBezTo>
                    <a:lnTo>
                      <a:pt x="3759500" y="338900"/>
                    </a:lnTo>
                    <a:lnTo>
                      <a:pt x="3769400" y="395640"/>
                    </a:lnTo>
                    <a:lnTo>
                      <a:pt x="3765590" y="367328"/>
                    </a:lnTo>
                    <a:lnTo>
                      <a:pt x="3759500" y="338900"/>
                    </a:lnTo>
                    <a:lnTo>
                      <a:pt x="3759494" y="338870"/>
                    </a:lnTo>
                    <a:cubicBezTo>
                      <a:pt x="3758160" y="330298"/>
                      <a:pt x="3755874" y="316389"/>
                      <a:pt x="3760066" y="313533"/>
                    </a:cubicBezTo>
                    <a:close/>
                    <a:moveTo>
                      <a:pt x="3782393" y="281568"/>
                    </a:moveTo>
                    <a:lnTo>
                      <a:pt x="3777498" y="295415"/>
                    </a:lnTo>
                    <a:lnTo>
                      <a:pt x="3777499" y="295415"/>
                    </a:lnTo>
                    <a:close/>
                    <a:moveTo>
                      <a:pt x="3769073" y="24486"/>
                    </a:moveTo>
                    <a:lnTo>
                      <a:pt x="3766810" y="74129"/>
                    </a:lnTo>
                    <a:cubicBezTo>
                      <a:pt x="3767733" y="91492"/>
                      <a:pt x="3770043" y="108703"/>
                      <a:pt x="3772734" y="125861"/>
                    </a:cubicBezTo>
                    <a:lnTo>
                      <a:pt x="3777129" y="153387"/>
                    </a:lnTo>
                    <a:lnTo>
                      <a:pt x="3785402" y="228944"/>
                    </a:lnTo>
                    <a:lnTo>
                      <a:pt x="3780943" y="177271"/>
                    </a:lnTo>
                    <a:lnTo>
                      <a:pt x="3777129" y="153387"/>
                    </a:lnTo>
                    <a:lnTo>
                      <a:pt x="3776930" y="151569"/>
                    </a:lnTo>
                    <a:cubicBezTo>
                      <a:pt x="3772700" y="125876"/>
                      <a:pt x="3768195" y="100174"/>
                      <a:pt x="3766811" y="74129"/>
                    </a:cubicBezTo>
                    <a:close/>
                    <a:moveTo>
                      <a:pt x="3766492" y="0"/>
                    </a:moveTo>
                    <a:lnTo>
                      <a:pt x="4230600" y="0"/>
                    </a:lnTo>
                    <a:lnTo>
                      <a:pt x="4229473" y="2817"/>
                    </a:lnTo>
                    <a:cubicBezTo>
                      <a:pt x="4221092" y="21486"/>
                      <a:pt x="4218423" y="43012"/>
                      <a:pt x="4215375" y="63587"/>
                    </a:cubicBezTo>
                    <a:cubicBezTo>
                      <a:pt x="4209851" y="101308"/>
                      <a:pt x="4206421" y="139219"/>
                      <a:pt x="4201468" y="176939"/>
                    </a:cubicBezTo>
                    <a:cubicBezTo>
                      <a:pt x="4200325" y="184941"/>
                      <a:pt x="4198231" y="194085"/>
                      <a:pt x="4193466" y="200182"/>
                    </a:cubicBezTo>
                    <a:cubicBezTo>
                      <a:pt x="4161461" y="241901"/>
                      <a:pt x="4152508" y="292579"/>
                      <a:pt x="4155554" y="340774"/>
                    </a:cubicBezTo>
                    <a:cubicBezTo>
                      <a:pt x="4157843" y="378686"/>
                      <a:pt x="4159557" y="415835"/>
                      <a:pt x="4156319" y="453364"/>
                    </a:cubicBezTo>
                    <a:cubicBezTo>
                      <a:pt x="4156127" y="456222"/>
                      <a:pt x="4156509" y="460032"/>
                      <a:pt x="4158033" y="462126"/>
                    </a:cubicBezTo>
                    <a:cubicBezTo>
                      <a:pt x="4168129" y="475081"/>
                      <a:pt x="4168891" y="488607"/>
                      <a:pt x="4170605" y="505182"/>
                    </a:cubicBezTo>
                    <a:cubicBezTo>
                      <a:pt x="4173083" y="528615"/>
                      <a:pt x="4171367" y="550141"/>
                      <a:pt x="4167177" y="571860"/>
                    </a:cubicBezTo>
                    <a:cubicBezTo>
                      <a:pt x="4164129" y="587672"/>
                      <a:pt x="4157843" y="603673"/>
                      <a:pt x="4149840" y="617772"/>
                    </a:cubicBezTo>
                    <a:cubicBezTo>
                      <a:pt x="4138600" y="637392"/>
                      <a:pt x="4134220" y="656255"/>
                      <a:pt x="4149078" y="674923"/>
                    </a:cubicBezTo>
                    <a:cubicBezTo>
                      <a:pt x="4164891" y="695116"/>
                      <a:pt x="4159367" y="717977"/>
                      <a:pt x="4159937" y="740268"/>
                    </a:cubicBezTo>
                    <a:cubicBezTo>
                      <a:pt x="4160129" y="749982"/>
                      <a:pt x="4159747" y="760270"/>
                      <a:pt x="4162223" y="769605"/>
                    </a:cubicBezTo>
                    <a:cubicBezTo>
                      <a:pt x="4169273" y="796655"/>
                      <a:pt x="4179941" y="822756"/>
                      <a:pt x="4184703" y="850189"/>
                    </a:cubicBezTo>
                    <a:cubicBezTo>
                      <a:pt x="4187370" y="865430"/>
                      <a:pt x="4182607" y="882384"/>
                      <a:pt x="4179179" y="898198"/>
                    </a:cubicBezTo>
                    <a:cubicBezTo>
                      <a:pt x="4175559" y="914200"/>
                      <a:pt x="4170035" y="930011"/>
                      <a:pt x="4164319" y="945444"/>
                    </a:cubicBezTo>
                    <a:cubicBezTo>
                      <a:pt x="4160509" y="955920"/>
                      <a:pt x="4156889" y="967350"/>
                      <a:pt x="4150030" y="975733"/>
                    </a:cubicBezTo>
                    <a:cubicBezTo>
                      <a:pt x="4134410" y="994785"/>
                      <a:pt x="4131742" y="1014406"/>
                      <a:pt x="4139934" y="1036887"/>
                    </a:cubicBezTo>
                    <a:cubicBezTo>
                      <a:pt x="4141268" y="1040315"/>
                      <a:pt x="4141268" y="1044315"/>
                      <a:pt x="4141458" y="1048125"/>
                    </a:cubicBezTo>
                    <a:cubicBezTo>
                      <a:pt x="4145458" y="1109091"/>
                      <a:pt x="4147936" y="1170051"/>
                      <a:pt x="4154032" y="1230633"/>
                    </a:cubicBezTo>
                    <a:cubicBezTo>
                      <a:pt x="4156509" y="1255206"/>
                      <a:pt x="4167367" y="1278829"/>
                      <a:pt x="4174225" y="1303024"/>
                    </a:cubicBezTo>
                    <a:cubicBezTo>
                      <a:pt x="4175559" y="1307978"/>
                      <a:pt x="4177655" y="1313504"/>
                      <a:pt x="4176701" y="1318456"/>
                    </a:cubicBezTo>
                    <a:cubicBezTo>
                      <a:pt x="4167177" y="1372368"/>
                      <a:pt x="4181083" y="1422854"/>
                      <a:pt x="4199372" y="1472575"/>
                    </a:cubicBezTo>
                    <a:cubicBezTo>
                      <a:pt x="4201278" y="1477717"/>
                      <a:pt x="4200706" y="1484004"/>
                      <a:pt x="4200325" y="1489720"/>
                    </a:cubicBezTo>
                    <a:cubicBezTo>
                      <a:pt x="4198993" y="1505724"/>
                      <a:pt x="4192324" y="1523059"/>
                      <a:pt x="4196324" y="1537537"/>
                    </a:cubicBezTo>
                    <a:cubicBezTo>
                      <a:pt x="4207374" y="1576019"/>
                      <a:pt x="4220709" y="1614120"/>
                      <a:pt x="4237474" y="1650317"/>
                    </a:cubicBezTo>
                    <a:cubicBezTo>
                      <a:pt x="4254428" y="1687086"/>
                      <a:pt x="4268716" y="1721185"/>
                      <a:pt x="4251572" y="1763287"/>
                    </a:cubicBezTo>
                    <a:cubicBezTo>
                      <a:pt x="4244332" y="1781194"/>
                      <a:pt x="4249476" y="1804816"/>
                      <a:pt x="4251380" y="1825393"/>
                    </a:cubicBezTo>
                    <a:cubicBezTo>
                      <a:pt x="4252904" y="1840441"/>
                      <a:pt x="4261478" y="1854920"/>
                      <a:pt x="4261478" y="1869780"/>
                    </a:cubicBezTo>
                    <a:cubicBezTo>
                      <a:pt x="4261478" y="1909408"/>
                      <a:pt x="4271574" y="1944649"/>
                      <a:pt x="4292149" y="1978940"/>
                    </a:cubicBezTo>
                    <a:cubicBezTo>
                      <a:pt x="4300150" y="1992279"/>
                      <a:pt x="4294815" y="2013043"/>
                      <a:pt x="4296911" y="2030378"/>
                    </a:cubicBezTo>
                    <a:cubicBezTo>
                      <a:pt x="4299388" y="2048668"/>
                      <a:pt x="4301673" y="2067525"/>
                      <a:pt x="4307201" y="2085054"/>
                    </a:cubicBezTo>
                    <a:cubicBezTo>
                      <a:pt x="4321679" y="2130393"/>
                      <a:pt x="4338062" y="2175163"/>
                      <a:pt x="4353302" y="2220312"/>
                    </a:cubicBezTo>
                    <a:cubicBezTo>
                      <a:pt x="4365877" y="2257459"/>
                      <a:pt x="4355970" y="2294039"/>
                      <a:pt x="4350636" y="2330806"/>
                    </a:cubicBezTo>
                    <a:cubicBezTo>
                      <a:pt x="4347205" y="2353859"/>
                      <a:pt x="4339013" y="2375383"/>
                      <a:pt x="4351206" y="2401292"/>
                    </a:cubicBezTo>
                    <a:cubicBezTo>
                      <a:pt x="4362828" y="2426059"/>
                      <a:pt x="4360160" y="2457492"/>
                      <a:pt x="4366446" y="2485307"/>
                    </a:cubicBezTo>
                    <a:cubicBezTo>
                      <a:pt x="4371781" y="2508742"/>
                      <a:pt x="4380354" y="2531409"/>
                      <a:pt x="4388736" y="2554079"/>
                    </a:cubicBezTo>
                    <a:cubicBezTo>
                      <a:pt x="4400168" y="2584942"/>
                      <a:pt x="4412167" y="2615421"/>
                      <a:pt x="4406453" y="2649143"/>
                    </a:cubicBezTo>
                    <a:cubicBezTo>
                      <a:pt x="4399976" y="2687436"/>
                      <a:pt x="4424359" y="2713723"/>
                      <a:pt x="4440554" y="2743826"/>
                    </a:cubicBezTo>
                    <a:cubicBezTo>
                      <a:pt x="4451603" y="2764590"/>
                      <a:pt x="4459795" y="2787259"/>
                      <a:pt x="4466653" y="2809930"/>
                    </a:cubicBezTo>
                    <a:cubicBezTo>
                      <a:pt x="4475607" y="2840219"/>
                      <a:pt x="4480941" y="2871462"/>
                      <a:pt x="4489705" y="2901943"/>
                    </a:cubicBezTo>
                    <a:cubicBezTo>
                      <a:pt x="4502848" y="2948047"/>
                      <a:pt x="4513137" y="2994722"/>
                      <a:pt x="4505897" y="3042728"/>
                    </a:cubicBezTo>
                    <a:cubicBezTo>
                      <a:pt x="4502659" y="3064827"/>
                      <a:pt x="4502848" y="3085403"/>
                      <a:pt x="4507613" y="3107500"/>
                    </a:cubicBezTo>
                    <a:cubicBezTo>
                      <a:pt x="4515422" y="3143695"/>
                      <a:pt x="4516376" y="3180844"/>
                      <a:pt x="4545521" y="3209993"/>
                    </a:cubicBezTo>
                    <a:cubicBezTo>
                      <a:pt x="4555811" y="3220280"/>
                      <a:pt x="4558477" y="3238758"/>
                      <a:pt x="4563811" y="3253809"/>
                    </a:cubicBezTo>
                    <a:cubicBezTo>
                      <a:pt x="4570099" y="3271145"/>
                      <a:pt x="4566858" y="3283908"/>
                      <a:pt x="4548570" y="3293244"/>
                    </a:cubicBezTo>
                    <a:cubicBezTo>
                      <a:pt x="4540379" y="3297434"/>
                      <a:pt x="4532378" y="3309437"/>
                      <a:pt x="4531043" y="3318771"/>
                    </a:cubicBezTo>
                    <a:cubicBezTo>
                      <a:pt x="4527043" y="3346776"/>
                      <a:pt x="4532950" y="3372495"/>
                      <a:pt x="4545904" y="3399546"/>
                    </a:cubicBezTo>
                    <a:cubicBezTo>
                      <a:pt x="4558096" y="3424883"/>
                      <a:pt x="4556762" y="3456508"/>
                      <a:pt x="4561524" y="3485275"/>
                    </a:cubicBezTo>
                    <a:cubicBezTo>
                      <a:pt x="4564954" y="3505657"/>
                      <a:pt x="4572002" y="3526042"/>
                      <a:pt x="4572002" y="3546617"/>
                    </a:cubicBezTo>
                    <a:cubicBezTo>
                      <a:pt x="4572002" y="3572146"/>
                      <a:pt x="4565907" y="3597482"/>
                      <a:pt x="4563620" y="3623201"/>
                    </a:cubicBezTo>
                    <a:cubicBezTo>
                      <a:pt x="4561716" y="3643204"/>
                      <a:pt x="4562478" y="3663589"/>
                      <a:pt x="4560192" y="3683591"/>
                    </a:cubicBezTo>
                    <a:cubicBezTo>
                      <a:pt x="4558477" y="3699976"/>
                      <a:pt x="4554096" y="3716168"/>
                      <a:pt x="4550476" y="3732361"/>
                    </a:cubicBezTo>
                    <a:cubicBezTo>
                      <a:pt x="4549142" y="3738267"/>
                      <a:pt x="4543998" y="3744173"/>
                      <a:pt x="4544759" y="3749506"/>
                    </a:cubicBezTo>
                    <a:cubicBezTo>
                      <a:pt x="4552953" y="3802467"/>
                      <a:pt x="4516376" y="3840569"/>
                      <a:pt x="4500182" y="3885338"/>
                    </a:cubicBezTo>
                    <a:cubicBezTo>
                      <a:pt x="4483035" y="3932394"/>
                      <a:pt x="4456748" y="3977925"/>
                      <a:pt x="4464557" y="4030503"/>
                    </a:cubicBezTo>
                    <a:cubicBezTo>
                      <a:pt x="4469319" y="4062318"/>
                      <a:pt x="4480369" y="4092989"/>
                      <a:pt x="4487039" y="4124614"/>
                    </a:cubicBezTo>
                    <a:cubicBezTo>
                      <a:pt x="4489324" y="4135854"/>
                      <a:pt x="4488943" y="4148427"/>
                      <a:pt x="4486656" y="4159667"/>
                    </a:cubicBezTo>
                    <a:cubicBezTo>
                      <a:pt x="4476177" y="4213961"/>
                      <a:pt x="4474653" y="4267493"/>
                      <a:pt x="4491801" y="4320837"/>
                    </a:cubicBezTo>
                    <a:cubicBezTo>
                      <a:pt x="4494659" y="4329979"/>
                      <a:pt x="4497325" y="4339695"/>
                      <a:pt x="4497325" y="4349222"/>
                    </a:cubicBezTo>
                    <a:cubicBezTo>
                      <a:pt x="4497325" y="4401419"/>
                      <a:pt x="4493324" y="4452665"/>
                      <a:pt x="4474653" y="4502579"/>
                    </a:cubicBezTo>
                    <a:cubicBezTo>
                      <a:pt x="4468368" y="4519343"/>
                      <a:pt x="4472368" y="4539728"/>
                      <a:pt x="4470844" y="4558207"/>
                    </a:cubicBezTo>
                    <a:cubicBezTo>
                      <a:pt x="4469511" y="4575351"/>
                      <a:pt x="4468940" y="4592878"/>
                      <a:pt x="4464557" y="4609452"/>
                    </a:cubicBezTo>
                    <a:cubicBezTo>
                      <a:pt x="4458082" y="4633647"/>
                      <a:pt x="4457320" y="4656126"/>
                      <a:pt x="4463033" y="4681083"/>
                    </a:cubicBezTo>
                    <a:cubicBezTo>
                      <a:pt x="4468368" y="4704895"/>
                      <a:pt x="4465702" y="4730614"/>
                      <a:pt x="4465891" y="4755381"/>
                    </a:cubicBezTo>
                    <a:cubicBezTo>
                      <a:pt x="4466082" y="4783004"/>
                      <a:pt x="4466272" y="4810627"/>
                      <a:pt x="4465319" y="4838250"/>
                    </a:cubicBezTo>
                    <a:cubicBezTo>
                      <a:pt x="4464940" y="4849300"/>
                      <a:pt x="4457320" y="4861873"/>
                      <a:pt x="4460367" y="4871019"/>
                    </a:cubicBezTo>
                    <a:cubicBezTo>
                      <a:pt x="4470653" y="4900546"/>
                      <a:pt x="4458271" y="4930075"/>
                      <a:pt x="4463795" y="4959602"/>
                    </a:cubicBezTo>
                    <a:cubicBezTo>
                      <a:pt x="4466653" y="4974082"/>
                      <a:pt x="4458844" y="4990465"/>
                      <a:pt x="4458082" y="5006086"/>
                    </a:cubicBezTo>
                    <a:cubicBezTo>
                      <a:pt x="4456748" y="5031614"/>
                      <a:pt x="4457320" y="5057141"/>
                      <a:pt x="4456937" y="5082670"/>
                    </a:cubicBezTo>
                    <a:cubicBezTo>
                      <a:pt x="4456748" y="5091052"/>
                      <a:pt x="4455986" y="5099245"/>
                      <a:pt x="4455603" y="5107627"/>
                    </a:cubicBezTo>
                    <a:cubicBezTo>
                      <a:pt x="4455223" y="5115057"/>
                      <a:pt x="4453508" y="5122867"/>
                      <a:pt x="4454840" y="5129916"/>
                    </a:cubicBezTo>
                    <a:cubicBezTo>
                      <a:pt x="4459605" y="5155445"/>
                      <a:pt x="4467415" y="5180591"/>
                      <a:pt x="4470464" y="5206308"/>
                    </a:cubicBezTo>
                    <a:cubicBezTo>
                      <a:pt x="4473130" y="5228597"/>
                      <a:pt x="4469511" y="5251650"/>
                      <a:pt x="4471415" y="5274129"/>
                    </a:cubicBezTo>
                    <a:cubicBezTo>
                      <a:pt x="4474653" y="5313754"/>
                      <a:pt x="4480369" y="5353379"/>
                      <a:pt x="4483990" y="5393005"/>
                    </a:cubicBezTo>
                    <a:cubicBezTo>
                      <a:pt x="4484752" y="5401579"/>
                      <a:pt x="4479988" y="5410531"/>
                      <a:pt x="4479607" y="5419295"/>
                    </a:cubicBezTo>
                    <a:cubicBezTo>
                      <a:pt x="4478656" y="5446728"/>
                      <a:pt x="4478464" y="5474161"/>
                      <a:pt x="4477894" y="5501594"/>
                    </a:cubicBezTo>
                    <a:cubicBezTo>
                      <a:pt x="4477702" y="5517215"/>
                      <a:pt x="4478273" y="5533027"/>
                      <a:pt x="4476560" y="5548460"/>
                    </a:cubicBezTo>
                    <a:cubicBezTo>
                      <a:pt x="4474273" y="5568842"/>
                      <a:pt x="4470844" y="5587321"/>
                      <a:pt x="4485703" y="5606372"/>
                    </a:cubicBezTo>
                    <a:cubicBezTo>
                      <a:pt x="4508755" y="5635711"/>
                      <a:pt x="4499801" y="5673050"/>
                      <a:pt x="4505134" y="5706959"/>
                    </a:cubicBezTo>
                    <a:cubicBezTo>
                      <a:pt x="4506468" y="5715723"/>
                      <a:pt x="4506659" y="5724678"/>
                      <a:pt x="4508183" y="5733440"/>
                    </a:cubicBezTo>
                    <a:cubicBezTo>
                      <a:pt x="4511041" y="5749634"/>
                      <a:pt x="4514279" y="5765635"/>
                      <a:pt x="4517519" y="5781830"/>
                    </a:cubicBezTo>
                    <a:cubicBezTo>
                      <a:pt x="4518089" y="5784686"/>
                      <a:pt x="4518281" y="5787924"/>
                      <a:pt x="4519234" y="5790592"/>
                    </a:cubicBezTo>
                    <a:cubicBezTo>
                      <a:pt x="4527233" y="5815169"/>
                      <a:pt x="4536378" y="5839361"/>
                      <a:pt x="4542855" y="5864318"/>
                    </a:cubicBezTo>
                    <a:cubicBezTo>
                      <a:pt x="4546095" y="5876511"/>
                      <a:pt x="4546476" y="5890037"/>
                      <a:pt x="4544759" y="5902610"/>
                    </a:cubicBezTo>
                    <a:cubicBezTo>
                      <a:pt x="4539808" y="5939377"/>
                      <a:pt x="4537712" y="5975764"/>
                      <a:pt x="4544951" y="6012723"/>
                    </a:cubicBezTo>
                    <a:cubicBezTo>
                      <a:pt x="4547808" y="6027392"/>
                      <a:pt x="4543045" y="6043776"/>
                      <a:pt x="4541332" y="6059397"/>
                    </a:cubicBezTo>
                    <a:cubicBezTo>
                      <a:pt x="4536759" y="6096736"/>
                      <a:pt x="4531805" y="6134075"/>
                      <a:pt x="4527426" y="6171605"/>
                    </a:cubicBezTo>
                    <a:cubicBezTo>
                      <a:pt x="4524758" y="6195037"/>
                      <a:pt x="4523234" y="6218660"/>
                      <a:pt x="4520568" y="6242093"/>
                    </a:cubicBezTo>
                    <a:cubicBezTo>
                      <a:pt x="4517327" y="6269144"/>
                      <a:pt x="4512375" y="6296005"/>
                      <a:pt x="4509706" y="6323058"/>
                    </a:cubicBezTo>
                    <a:cubicBezTo>
                      <a:pt x="4506659" y="6353919"/>
                      <a:pt x="4506089" y="6384972"/>
                      <a:pt x="4502848" y="6415833"/>
                    </a:cubicBezTo>
                    <a:cubicBezTo>
                      <a:pt x="4496563" y="6472225"/>
                      <a:pt x="4489132" y="6528424"/>
                      <a:pt x="4482084" y="6584812"/>
                    </a:cubicBezTo>
                    <a:cubicBezTo>
                      <a:pt x="4475226" y="6639488"/>
                      <a:pt x="4469129" y="6694164"/>
                      <a:pt x="4460557" y="6748458"/>
                    </a:cubicBezTo>
                    <a:cubicBezTo>
                      <a:pt x="4456937" y="6771319"/>
                      <a:pt x="4447030" y="6793035"/>
                      <a:pt x="4441507" y="6815516"/>
                    </a:cubicBezTo>
                    <a:lnTo>
                      <a:pt x="4431806" y="6858001"/>
                    </a:lnTo>
                    <a:lnTo>
                      <a:pt x="4259554" y="6858001"/>
                    </a:lnTo>
                    <a:lnTo>
                      <a:pt x="4259554" y="6858002"/>
                    </a:lnTo>
                    <a:lnTo>
                      <a:pt x="0" y="6858002"/>
                    </a:lnTo>
                    <a:lnTo>
                      <a:pt x="0" y="2"/>
                    </a:lnTo>
                    <a:lnTo>
                      <a:pt x="3766492" y="1"/>
                    </a:lnTo>
                    <a:lnTo>
                      <a:pt x="3769210" y="21486"/>
                    </a:lnTo>
                    <a:close/>
                  </a:path>
                </a:pathLst>
              </a:custGeom>
              <a:solidFill>
                <a:schemeClr val="tx1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D56F11D0-7966-41FE-AAB9-EC0C54F11F6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-2" y="-1"/>
                <a:ext cx="4572002" cy="6858002"/>
              </a:xfrm>
              <a:custGeom>
                <a:avLst/>
                <a:gdLst>
                  <a:gd name="connsiteX0" fmla="*/ 4214994 w 4572002"/>
                  <a:gd name="connsiteY0" fmla="*/ 6564620 h 6858002"/>
                  <a:gd name="connsiteX1" fmla="*/ 4214994 w 4572002"/>
                  <a:gd name="connsiteY1" fmla="*/ 6564621 h 6858002"/>
                  <a:gd name="connsiteX2" fmla="*/ 4237474 w 4572002"/>
                  <a:gd name="connsiteY2" fmla="*/ 6588626 h 6858002"/>
                  <a:gd name="connsiteX3" fmla="*/ 4254096 w 4572002"/>
                  <a:gd name="connsiteY3" fmla="*/ 6625225 h 6858002"/>
                  <a:gd name="connsiteX4" fmla="*/ 4247001 w 4572002"/>
                  <a:gd name="connsiteY4" fmla="*/ 6662540 h 6858002"/>
                  <a:gd name="connsiteX5" fmla="*/ 4247000 w 4572002"/>
                  <a:gd name="connsiteY5" fmla="*/ 6662541 h 6858002"/>
                  <a:gd name="connsiteX6" fmla="*/ 4246999 w 4572002"/>
                  <a:gd name="connsiteY6" fmla="*/ 6662544 h 6858002"/>
                  <a:gd name="connsiteX7" fmla="*/ 4235550 w 4572002"/>
                  <a:gd name="connsiteY7" fmla="*/ 6683027 h 6858002"/>
                  <a:gd name="connsiteX8" fmla="*/ 4232403 w 4572002"/>
                  <a:gd name="connsiteY8" fmla="*/ 6702976 h 6858002"/>
                  <a:gd name="connsiteX9" fmla="*/ 4232403 w 4572002"/>
                  <a:gd name="connsiteY9" fmla="*/ 6702977 h 6858002"/>
                  <a:gd name="connsiteX10" fmla="*/ 4246238 w 4572002"/>
                  <a:gd name="connsiteY10" fmla="*/ 6742553 h 6858002"/>
                  <a:gd name="connsiteX11" fmla="*/ 4246239 w 4572002"/>
                  <a:gd name="connsiteY11" fmla="*/ 6742555 h 6858002"/>
                  <a:gd name="connsiteX12" fmla="*/ 4265716 w 4572002"/>
                  <a:gd name="connsiteY12" fmla="*/ 6812062 h 6858002"/>
                  <a:gd name="connsiteX13" fmla="*/ 4265717 w 4572002"/>
                  <a:gd name="connsiteY13" fmla="*/ 6812064 h 6858002"/>
                  <a:gd name="connsiteX14" fmla="*/ 4265717 w 4572002"/>
                  <a:gd name="connsiteY14" fmla="*/ 6812063 h 6858002"/>
                  <a:gd name="connsiteX15" fmla="*/ 4265716 w 4572002"/>
                  <a:gd name="connsiteY15" fmla="*/ 6812062 h 6858002"/>
                  <a:gd name="connsiteX16" fmla="*/ 4260942 w 4572002"/>
                  <a:gd name="connsiteY16" fmla="*/ 6776800 h 6858002"/>
                  <a:gd name="connsiteX17" fmla="*/ 4246239 w 4572002"/>
                  <a:gd name="connsiteY17" fmla="*/ 6742555 h 6858002"/>
                  <a:gd name="connsiteX18" fmla="*/ 4246238 w 4572002"/>
                  <a:gd name="connsiteY18" fmla="*/ 6742552 h 6858002"/>
                  <a:gd name="connsiteX19" fmla="*/ 4232403 w 4572002"/>
                  <a:gd name="connsiteY19" fmla="*/ 6702976 h 6858002"/>
                  <a:gd name="connsiteX20" fmla="*/ 4246999 w 4572002"/>
                  <a:gd name="connsiteY20" fmla="*/ 6662544 h 6858002"/>
                  <a:gd name="connsiteX21" fmla="*/ 4247000 w 4572002"/>
                  <a:gd name="connsiteY21" fmla="*/ 6662542 h 6858002"/>
                  <a:gd name="connsiteX22" fmla="*/ 4247001 w 4572002"/>
                  <a:gd name="connsiteY22" fmla="*/ 6662540 h 6858002"/>
                  <a:gd name="connsiteX23" fmla="*/ 4254084 w 4572002"/>
                  <a:gd name="connsiteY23" fmla="*/ 6645552 h 6858002"/>
                  <a:gd name="connsiteX24" fmla="*/ 4254096 w 4572002"/>
                  <a:gd name="connsiteY24" fmla="*/ 6625225 h 6858002"/>
                  <a:gd name="connsiteX25" fmla="*/ 4254096 w 4572002"/>
                  <a:gd name="connsiteY25" fmla="*/ 6625224 h 6858002"/>
                  <a:gd name="connsiteX26" fmla="*/ 4237474 w 4572002"/>
                  <a:gd name="connsiteY26" fmla="*/ 6588625 h 6858002"/>
                  <a:gd name="connsiteX27" fmla="*/ 4295315 w 4572002"/>
                  <a:gd name="connsiteY27" fmla="*/ 6438981 h 6858002"/>
                  <a:gd name="connsiteX28" fmla="*/ 4275385 w 4572002"/>
                  <a:gd name="connsiteY28" fmla="*/ 6463840 h 6858002"/>
                  <a:gd name="connsiteX29" fmla="*/ 4275382 w 4572002"/>
                  <a:gd name="connsiteY29" fmla="*/ 6463849 h 6858002"/>
                  <a:gd name="connsiteX30" fmla="*/ 4261587 w 4572002"/>
                  <a:gd name="connsiteY30" fmla="*/ 6513012 h 6858002"/>
                  <a:gd name="connsiteX31" fmla="*/ 4242781 w 4572002"/>
                  <a:gd name="connsiteY31" fmla="*/ 6546194 h 6858002"/>
                  <a:gd name="connsiteX32" fmla="*/ 4242781 w 4572002"/>
                  <a:gd name="connsiteY32" fmla="*/ 6546195 h 6858002"/>
                  <a:gd name="connsiteX33" fmla="*/ 4259120 w 4572002"/>
                  <a:gd name="connsiteY33" fmla="*/ 6521804 h 6858002"/>
                  <a:gd name="connsiteX34" fmla="*/ 4261587 w 4572002"/>
                  <a:gd name="connsiteY34" fmla="*/ 6513012 h 6858002"/>
                  <a:gd name="connsiteX35" fmla="*/ 4264398 w 4572002"/>
                  <a:gd name="connsiteY35" fmla="*/ 6508052 h 6858002"/>
                  <a:gd name="connsiteX36" fmla="*/ 4275382 w 4572002"/>
                  <a:gd name="connsiteY36" fmla="*/ 6463849 h 6858002"/>
                  <a:gd name="connsiteX37" fmla="*/ 4275385 w 4572002"/>
                  <a:gd name="connsiteY37" fmla="*/ 6463841 h 6858002"/>
                  <a:gd name="connsiteX38" fmla="*/ 4295315 w 4572002"/>
                  <a:gd name="connsiteY38" fmla="*/ 6438981 h 6858002"/>
                  <a:gd name="connsiteX39" fmla="*/ 4381289 w 4572002"/>
                  <a:gd name="connsiteY39" fmla="*/ 6365204 h 6858002"/>
                  <a:gd name="connsiteX40" fmla="*/ 4380008 w 4572002"/>
                  <a:gd name="connsiteY40" fmla="*/ 6387910 h 6858002"/>
                  <a:gd name="connsiteX41" fmla="*/ 4378243 w 4572002"/>
                  <a:gd name="connsiteY41" fmla="*/ 6391549 h 6858002"/>
                  <a:gd name="connsiteX42" fmla="*/ 4370589 w 4572002"/>
                  <a:gd name="connsiteY42" fmla="*/ 6407332 h 6858002"/>
                  <a:gd name="connsiteX43" fmla="*/ 4370589 w 4572002"/>
                  <a:gd name="connsiteY43" fmla="*/ 6407333 h 6858002"/>
                  <a:gd name="connsiteX44" fmla="*/ 4378243 w 4572002"/>
                  <a:gd name="connsiteY44" fmla="*/ 6391549 h 6858002"/>
                  <a:gd name="connsiteX45" fmla="*/ 4380008 w 4572002"/>
                  <a:gd name="connsiteY45" fmla="*/ 6387910 h 6858002"/>
                  <a:gd name="connsiteX46" fmla="*/ 4142220 w 4572002"/>
                  <a:gd name="connsiteY46" fmla="*/ 4221391 h 6858002"/>
                  <a:gd name="connsiteX47" fmla="*/ 4142220 w 4572002"/>
                  <a:gd name="connsiteY47" fmla="*/ 4221392 h 6858002"/>
                  <a:gd name="connsiteX48" fmla="*/ 4147936 w 4572002"/>
                  <a:gd name="connsiteY48" fmla="*/ 4253015 h 6858002"/>
                  <a:gd name="connsiteX49" fmla="*/ 4187752 w 4572002"/>
                  <a:gd name="connsiteY49" fmla="*/ 4324646 h 6858002"/>
                  <a:gd name="connsiteX50" fmla="*/ 4196706 w 4572002"/>
                  <a:gd name="connsiteY50" fmla="*/ 4363891 h 6858002"/>
                  <a:gd name="connsiteX51" fmla="*/ 4195944 w 4572002"/>
                  <a:gd name="connsiteY51" fmla="*/ 4482004 h 6858002"/>
                  <a:gd name="connsiteX52" fmla="*/ 4135934 w 4572002"/>
                  <a:gd name="connsiteY52" fmla="*/ 4659174 h 6858002"/>
                  <a:gd name="connsiteX53" fmla="*/ 4127932 w 4572002"/>
                  <a:gd name="connsiteY53" fmla="*/ 4677655 h 6858002"/>
                  <a:gd name="connsiteX54" fmla="*/ 4118025 w 4572002"/>
                  <a:gd name="connsiteY54" fmla="*/ 4767764 h 6858002"/>
                  <a:gd name="connsiteX55" fmla="*/ 4116716 w 4572002"/>
                  <a:gd name="connsiteY55" fmla="*/ 4800483 h 6858002"/>
                  <a:gd name="connsiteX56" fmla="*/ 4116716 w 4572002"/>
                  <a:gd name="connsiteY56" fmla="*/ 4800484 h 6858002"/>
                  <a:gd name="connsiteX57" fmla="*/ 4131552 w 4572002"/>
                  <a:gd name="connsiteY57" fmla="*/ 4828917 h 6858002"/>
                  <a:gd name="connsiteX58" fmla="*/ 4153733 w 4572002"/>
                  <a:gd name="connsiteY58" fmla="*/ 4863343 h 6858002"/>
                  <a:gd name="connsiteX59" fmla="*/ 4161262 w 4572002"/>
                  <a:gd name="connsiteY59" fmla="*/ 4889275 h 6858002"/>
                  <a:gd name="connsiteX60" fmla="*/ 4159557 w 4572002"/>
                  <a:gd name="connsiteY60" fmla="*/ 4912168 h 6858002"/>
                  <a:gd name="connsiteX61" fmla="*/ 4158155 w 4572002"/>
                  <a:gd name="connsiteY61" fmla="*/ 4933804 h 6858002"/>
                  <a:gd name="connsiteX62" fmla="*/ 4158155 w 4572002"/>
                  <a:gd name="connsiteY62" fmla="*/ 4933805 h 6858002"/>
                  <a:gd name="connsiteX63" fmla="*/ 4162914 w 4572002"/>
                  <a:gd name="connsiteY63" fmla="*/ 4952673 h 6858002"/>
                  <a:gd name="connsiteX64" fmla="*/ 4165707 w 4572002"/>
                  <a:gd name="connsiteY64" fmla="*/ 4957454 h 6858002"/>
                  <a:gd name="connsiteX65" fmla="*/ 4166985 w 4572002"/>
                  <a:gd name="connsiteY65" fmla="*/ 4961456 h 6858002"/>
                  <a:gd name="connsiteX66" fmla="*/ 4182989 w 4572002"/>
                  <a:gd name="connsiteY66" fmla="*/ 4987038 h 6858002"/>
                  <a:gd name="connsiteX67" fmla="*/ 4209468 w 4572002"/>
                  <a:gd name="connsiteY67" fmla="*/ 5041522 h 6858002"/>
                  <a:gd name="connsiteX68" fmla="*/ 4216684 w 4572002"/>
                  <a:gd name="connsiteY68" fmla="*/ 5072376 h 6858002"/>
                  <a:gd name="connsiteX69" fmla="*/ 4222587 w 4572002"/>
                  <a:gd name="connsiteY69" fmla="*/ 5087441 h 6858002"/>
                  <a:gd name="connsiteX70" fmla="*/ 4235615 w 4572002"/>
                  <a:gd name="connsiteY70" fmla="*/ 5133220 h 6858002"/>
                  <a:gd name="connsiteX71" fmla="*/ 4235616 w 4572002"/>
                  <a:gd name="connsiteY71" fmla="*/ 5133225 h 6858002"/>
                  <a:gd name="connsiteX72" fmla="*/ 4228901 w 4572002"/>
                  <a:gd name="connsiteY72" fmla="*/ 5166113 h 6858002"/>
                  <a:gd name="connsiteX73" fmla="*/ 4228901 w 4572002"/>
                  <a:gd name="connsiteY73" fmla="*/ 5166114 h 6858002"/>
                  <a:gd name="connsiteX74" fmla="*/ 4229593 w 4572002"/>
                  <a:gd name="connsiteY74" fmla="*/ 5172091 h 6858002"/>
                  <a:gd name="connsiteX75" fmla="*/ 4232139 w 4572002"/>
                  <a:gd name="connsiteY75" fmla="*/ 5179068 h 6858002"/>
                  <a:gd name="connsiteX76" fmla="*/ 4231973 w 4572002"/>
                  <a:gd name="connsiteY76" fmla="*/ 5229434 h 6858002"/>
                  <a:gd name="connsiteX77" fmla="*/ 4225669 w 4572002"/>
                  <a:gd name="connsiteY77" fmla="*/ 5241089 h 6858002"/>
                  <a:gd name="connsiteX78" fmla="*/ 4208517 w 4572002"/>
                  <a:gd name="connsiteY78" fmla="*/ 5272796 h 6858002"/>
                  <a:gd name="connsiteX79" fmla="*/ 4184613 w 4572002"/>
                  <a:gd name="connsiteY79" fmla="*/ 5312288 h 6858002"/>
                  <a:gd name="connsiteX80" fmla="*/ 4183557 w 4572002"/>
                  <a:gd name="connsiteY80" fmla="*/ 5321350 h 6858002"/>
                  <a:gd name="connsiteX81" fmla="*/ 4181083 w 4572002"/>
                  <a:gd name="connsiteY81" fmla="*/ 5326163 h 6858002"/>
                  <a:gd name="connsiteX82" fmla="*/ 4179637 w 4572002"/>
                  <a:gd name="connsiteY82" fmla="*/ 5355014 h 6858002"/>
                  <a:gd name="connsiteX83" fmla="*/ 4179637 w 4572002"/>
                  <a:gd name="connsiteY83" fmla="*/ 5355015 h 6858002"/>
                  <a:gd name="connsiteX84" fmla="*/ 4184513 w 4572002"/>
                  <a:gd name="connsiteY84" fmla="*/ 5385385 h 6858002"/>
                  <a:gd name="connsiteX85" fmla="*/ 4192704 w 4572002"/>
                  <a:gd name="connsiteY85" fmla="*/ 5425583 h 6858002"/>
                  <a:gd name="connsiteX86" fmla="*/ 4204327 w 4572002"/>
                  <a:gd name="connsiteY86" fmla="*/ 5480638 h 6858002"/>
                  <a:gd name="connsiteX87" fmla="*/ 4208850 w 4572002"/>
                  <a:gd name="connsiteY87" fmla="*/ 5507668 h 6858002"/>
                  <a:gd name="connsiteX88" fmla="*/ 4198232 w 4572002"/>
                  <a:gd name="connsiteY88" fmla="*/ 5531692 h 6858002"/>
                  <a:gd name="connsiteX89" fmla="*/ 4198231 w 4572002"/>
                  <a:gd name="connsiteY89" fmla="*/ 5531693 h 6858002"/>
                  <a:gd name="connsiteX90" fmla="*/ 4188085 w 4572002"/>
                  <a:gd name="connsiteY90" fmla="*/ 5547578 h 6858002"/>
                  <a:gd name="connsiteX91" fmla="*/ 4188085 w 4572002"/>
                  <a:gd name="connsiteY91" fmla="*/ 5547579 h 6858002"/>
                  <a:gd name="connsiteX92" fmla="*/ 4197659 w 4572002"/>
                  <a:gd name="connsiteY92" fmla="*/ 5562747 h 6858002"/>
                  <a:gd name="connsiteX93" fmla="*/ 4268907 w 4572002"/>
                  <a:gd name="connsiteY93" fmla="*/ 5704484 h 6858002"/>
                  <a:gd name="connsiteX94" fmla="*/ 4274812 w 4572002"/>
                  <a:gd name="connsiteY94" fmla="*/ 5740489 h 6858002"/>
                  <a:gd name="connsiteX95" fmla="*/ 4283578 w 4572002"/>
                  <a:gd name="connsiteY95" fmla="*/ 5760874 h 6858002"/>
                  <a:gd name="connsiteX96" fmla="*/ 4371973 w 4572002"/>
                  <a:gd name="connsiteY96" fmla="*/ 5883752 h 6858002"/>
                  <a:gd name="connsiteX97" fmla="*/ 4371974 w 4572002"/>
                  <a:gd name="connsiteY97" fmla="*/ 5883757 h 6858002"/>
                  <a:gd name="connsiteX98" fmla="*/ 4389877 w 4572002"/>
                  <a:gd name="connsiteY98" fmla="*/ 5935946 h 6858002"/>
                  <a:gd name="connsiteX99" fmla="*/ 4389878 w 4572002"/>
                  <a:gd name="connsiteY99" fmla="*/ 5935950 h 6858002"/>
                  <a:gd name="connsiteX100" fmla="*/ 4386259 w 4572002"/>
                  <a:gd name="connsiteY100" fmla="*/ 5993290 h 6858002"/>
                  <a:gd name="connsiteX101" fmla="*/ 4386259 w 4572002"/>
                  <a:gd name="connsiteY101" fmla="*/ 5993291 h 6858002"/>
                  <a:gd name="connsiteX102" fmla="*/ 4379782 w 4572002"/>
                  <a:gd name="connsiteY102" fmla="*/ 6026440 h 6858002"/>
                  <a:gd name="connsiteX103" fmla="*/ 4323583 w 4572002"/>
                  <a:gd name="connsiteY103" fmla="*/ 6108738 h 6858002"/>
                  <a:gd name="connsiteX104" fmla="*/ 4309890 w 4572002"/>
                  <a:gd name="connsiteY104" fmla="*/ 6133314 h 6858002"/>
                  <a:gd name="connsiteX105" fmla="*/ 4309890 w 4572002"/>
                  <a:gd name="connsiteY105" fmla="*/ 6133315 h 6858002"/>
                  <a:gd name="connsiteX106" fmla="*/ 4313591 w 4572002"/>
                  <a:gd name="connsiteY106" fmla="*/ 6143190 h 6858002"/>
                  <a:gd name="connsiteX107" fmla="*/ 4325486 w 4572002"/>
                  <a:gd name="connsiteY107" fmla="*/ 6155600 h 6858002"/>
                  <a:gd name="connsiteX108" fmla="*/ 4325488 w 4572002"/>
                  <a:gd name="connsiteY108" fmla="*/ 6155603 h 6858002"/>
                  <a:gd name="connsiteX109" fmla="*/ 4364160 w 4572002"/>
                  <a:gd name="connsiteY109" fmla="*/ 6228757 h 6858002"/>
                  <a:gd name="connsiteX110" fmla="*/ 4381497 w 4572002"/>
                  <a:gd name="connsiteY110" fmla="*/ 6361540 h 6858002"/>
                  <a:gd name="connsiteX111" fmla="*/ 4381497 w 4572002"/>
                  <a:gd name="connsiteY111" fmla="*/ 6361539 h 6858002"/>
                  <a:gd name="connsiteX112" fmla="*/ 4364160 w 4572002"/>
                  <a:gd name="connsiteY112" fmla="*/ 6228756 h 6858002"/>
                  <a:gd name="connsiteX113" fmla="*/ 4325488 w 4572002"/>
                  <a:gd name="connsiteY113" fmla="*/ 6155602 h 6858002"/>
                  <a:gd name="connsiteX114" fmla="*/ 4325486 w 4572002"/>
                  <a:gd name="connsiteY114" fmla="*/ 6155600 h 6858002"/>
                  <a:gd name="connsiteX115" fmla="*/ 4309890 w 4572002"/>
                  <a:gd name="connsiteY115" fmla="*/ 6133315 h 6858002"/>
                  <a:gd name="connsiteX116" fmla="*/ 4323583 w 4572002"/>
                  <a:gd name="connsiteY116" fmla="*/ 6108739 h 6858002"/>
                  <a:gd name="connsiteX117" fmla="*/ 4379782 w 4572002"/>
                  <a:gd name="connsiteY117" fmla="*/ 6026441 h 6858002"/>
                  <a:gd name="connsiteX118" fmla="*/ 4386259 w 4572002"/>
                  <a:gd name="connsiteY118" fmla="*/ 5993292 h 6858002"/>
                  <a:gd name="connsiteX119" fmla="*/ 4386259 w 4572002"/>
                  <a:gd name="connsiteY119" fmla="*/ 5993290 h 6858002"/>
                  <a:gd name="connsiteX120" fmla="*/ 4389712 w 4572002"/>
                  <a:gd name="connsiteY120" fmla="*/ 5964477 h 6858002"/>
                  <a:gd name="connsiteX121" fmla="*/ 4389878 w 4572002"/>
                  <a:gd name="connsiteY121" fmla="*/ 5935950 h 6858002"/>
                  <a:gd name="connsiteX122" fmla="*/ 4389878 w 4572002"/>
                  <a:gd name="connsiteY122" fmla="*/ 5935949 h 6858002"/>
                  <a:gd name="connsiteX123" fmla="*/ 4389877 w 4572002"/>
                  <a:gd name="connsiteY123" fmla="*/ 5935946 h 6858002"/>
                  <a:gd name="connsiteX124" fmla="*/ 4382997 w 4572002"/>
                  <a:gd name="connsiteY124" fmla="*/ 5909351 h 6858002"/>
                  <a:gd name="connsiteX125" fmla="*/ 4371974 w 4572002"/>
                  <a:gd name="connsiteY125" fmla="*/ 5883757 h 6858002"/>
                  <a:gd name="connsiteX126" fmla="*/ 4371973 w 4572002"/>
                  <a:gd name="connsiteY126" fmla="*/ 5883751 h 6858002"/>
                  <a:gd name="connsiteX127" fmla="*/ 4283578 w 4572002"/>
                  <a:gd name="connsiteY127" fmla="*/ 5760873 h 6858002"/>
                  <a:gd name="connsiteX128" fmla="*/ 4274812 w 4572002"/>
                  <a:gd name="connsiteY128" fmla="*/ 5740488 h 6858002"/>
                  <a:gd name="connsiteX129" fmla="*/ 4268907 w 4572002"/>
                  <a:gd name="connsiteY129" fmla="*/ 5704483 h 6858002"/>
                  <a:gd name="connsiteX130" fmla="*/ 4197659 w 4572002"/>
                  <a:gd name="connsiteY130" fmla="*/ 5562746 h 6858002"/>
                  <a:gd name="connsiteX131" fmla="*/ 4188085 w 4572002"/>
                  <a:gd name="connsiteY131" fmla="*/ 5547578 h 6858002"/>
                  <a:gd name="connsiteX132" fmla="*/ 4198231 w 4572002"/>
                  <a:gd name="connsiteY132" fmla="*/ 5531694 h 6858002"/>
                  <a:gd name="connsiteX133" fmla="*/ 4198232 w 4572002"/>
                  <a:gd name="connsiteY133" fmla="*/ 5531692 h 6858002"/>
                  <a:gd name="connsiteX134" fmla="*/ 4206630 w 4572002"/>
                  <a:gd name="connsiteY134" fmla="*/ 5520422 h 6858002"/>
                  <a:gd name="connsiteX135" fmla="*/ 4208850 w 4572002"/>
                  <a:gd name="connsiteY135" fmla="*/ 5507668 h 6858002"/>
                  <a:gd name="connsiteX136" fmla="*/ 4208850 w 4572002"/>
                  <a:gd name="connsiteY136" fmla="*/ 5507667 h 6858002"/>
                  <a:gd name="connsiteX137" fmla="*/ 4204327 w 4572002"/>
                  <a:gd name="connsiteY137" fmla="*/ 5480637 h 6858002"/>
                  <a:gd name="connsiteX138" fmla="*/ 4192704 w 4572002"/>
                  <a:gd name="connsiteY138" fmla="*/ 5425582 h 6858002"/>
                  <a:gd name="connsiteX139" fmla="*/ 4184513 w 4572002"/>
                  <a:gd name="connsiteY139" fmla="*/ 5385384 h 6858002"/>
                  <a:gd name="connsiteX140" fmla="*/ 4179637 w 4572002"/>
                  <a:gd name="connsiteY140" fmla="*/ 5355014 h 6858002"/>
                  <a:gd name="connsiteX141" fmla="*/ 4183557 w 4572002"/>
                  <a:gd name="connsiteY141" fmla="*/ 5321350 h 6858002"/>
                  <a:gd name="connsiteX142" fmla="*/ 4208517 w 4572002"/>
                  <a:gd name="connsiteY142" fmla="*/ 5272797 h 6858002"/>
                  <a:gd name="connsiteX143" fmla="*/ 4225669 w 4572002"/>
                  <a:gd name="connsiteY143" fmla="*/ 5241089 h 6858002"/>
                  <a:gd name="connsiteX144" fmla="*/ 4231973 w 4572002"/>
                  <a:gd name="connsiteY144" fmla="*/ 5229433 h 6858002"/>
                  <a:gd name="connsiteX145" fmla="*/ 4232139 w 4572002"/>
                  <a:gd name="connsiteY145" fmla="*/ 5179068 h 6858002"/>
                  <a:gd name="connsiteX146" fmla="*/ 4232139 w 4572002"/>
                  <a:gd name="connsiteY146" fmla="*/ 5179067 h 6858002"/>
                  <a:gd name="connsiteX147" fmla="*/ 4229593 w 4572002"/>
                  <a:gd name="connsiteY147" fmla="*/ 5172090 h 6858002"/>
                  <a:gd name="connsiteX148" fmla="*/ 4228901 w 4572002"/>
                  <a:gd name="connsiteY148" fmla="*/ 5166114 h 6858002"/>
                  <a:gd name="connsiteX149" fmla="*/ 4235616 w 4572002"/>
                  <a:gd name="connsiteY149" fmla="*/ 5133225 h 6858002"/>
                  <a:gd name="connsiteX150" fmla="*/ 4235616 w 4572002"/>
                  <a:gd name="connsiteY150" fmla="*/ 5133224 h 6858002"/>
                  <a:gd name="connsiteX151" fmla="*/ 4235615 w 4572002"/>
                  <a:gd name="connsiteY151" fmla="*/ 5133220 h 6858002"/>
                  <a:gd name="connsiteX152" fmla="*/ 4228473 w 4572002"/>
                  <a:gd name="connsiteY152" fmla="*/ 5102461 h 6858002"/>
                  <a:gd name="connsiteX153" fmla="*/ 4222587 w 4572002"/>
                  <a:gd name="connsiteY153" fmla="*/ 5087441 h 6858002"/>
                  <a:gd name="connsiteX154" fmla="*/ 4222582 w 4572002"/>
                  <a:gd name="connsiteY154" fmla="*/ 5087423 h 6858002"/>
                  <a:gd name="connsiteX155" fmla="*/ 4209468 w 4572002"/>
                  <a:gd name="connsiteY155" fmla="*/ 5041521 h 6858002"/>
                  <a:gd name="connsiteX156" fmla="*/ 4182989 w 4572002"/>
                  <a:gd name="connsiteY156" fmla="*/ 4987037 h 6858002"/>
                  <a:gd name="connsiteX157" fmla="*/ 4165707 w 4572002"/>
                  <a:gd name="connsiteY157" fmla="*/ 4957454 h 6858002"/>
                  <a:gd name="connsiteX158" fmla="*/ 4158155 w 4572002"/>
                  <a:gd name="connsiteY158" fmla="*/ 4933805 h 6858002"/>
                  <a:gd name="connsiteX159" fmla="*/ 4159557 w 4572002"/>
                  <a:gd name="connsiteY159" fmla="*/ 4912169 h 6858002"/>
                  <a:gd name="connsiteX160" fmla="*/ 4161262 w 4572002"/>
                  <a:gd name="connsiteY160" fmla="*/ 4889276 h 6858002"/>
                  <a:gd name="connsiteX161" fmla="*/ 4161262 w 4572002"/>
                  <a:gd name="connsiteY161" fmla="*/ 4889275 h 6858002"/>
                  <a:gd name="connsiteX162" fmla="*/ 4156484 w 4572002"/>
                  <a:gd name="connsiteY162" fmla="*/ 4867614 h 6858002"/>
                  <a:gd name="connsiteX163" fmla="*/ 4153733 w 4572002"/>
                  <a:gd name="connsiteY163" fmla="*/ 4863343 h 6858002"/>
                  <a:gd name="connsiteX164" fmla="*/ 4151983 w 4572002"/>
                  <a:gd name="connsiteY164" fmla="*/ 4857317 h 6858002"/>
                  <a:gd name="connsiteX165" fmla="*/ 4131552 w 4572002"/>
                  <a:gd name="connsiteY165" fmla="*/ 4828916 h 6858002"/>
                  <a:gd name="connsiteX166" fmla="*/ 4116716 w 4572002"/>
                  <a:gd name="connsiteY166" fmla="*/ 4800483 h 6858002"/>
                  <a:gd name="connsiteX167" fmla="*/ 4118025 w 4572002"/>
                  <a:gd name="connsiteY167" fmla="*/ 4767765 h 6858002"/>
                  <a:gd name="connsiteX168" fmla="*/ 4127932 w 4572002"/>
                  <a:gd name="connsiteY168" fmla="*/ 4677656 h 6858002"/>
                  <a:gd name="connsiteX169" fmla="*/ 4135934 w 4572002"/>
                  <a:gd name="connsiteY169" fmla="*/ 4659175 h 6858002"/>
                  <a:gd name="connsiteX170" fmla="*/ 4195944 w 4572002"/>
                  <a:gd name="connsiteY170" fmla="*/ 4482005 h 6858002"/>
                  <a:gd name="connsiteX171" fmla="*/ 4196706 w 4572002"/>
                  <a:gd name="connsiteY171" fmla="*/ 4363891 h 6858002"/>
                  <a:gd name="connsiteX172" fmla="*/ 4196706 w 4572002"/>
                  <a:gd name="connsiteY172" fmla="*/ 4363890 h 6858002"/>
                  <a:gd name="connsiteX173" fmla="*/ 4187752 w 4572002"/>
                  <a:gd name="connsiteY173" fmla="*/ 4324645 h 6858002"/>
                  <a:gd name="connsiteX174" fmla="*/ 4147936 w 4572002"/>
                  <a:gd name="connsiteY174" fmla="*/ 4253014 h 6858002"/>
                  <a:gd name="connsiteX175" fmla="*/ 4211111 w 4572002"/>
                  <a:gd name="connsiteY175" fmla="*/ 2836172 h 6858002"/>
                  <a:gd name="connsiteX176" fmla="*/ 4202421 w 4572002"/>
                  <a:gd name="connsiteY176" fmla="*/ 2848793 h 6858002"/>
                  <a:gd name="connsiteX177" fmla="*/ 4186816 w 4572002"/>
                  <a:gd name="connsiteY177" fmla="*/ 2897785 h 6858002"/>
                  <a:gd name="connsiteX178" fmla="*/ 4185787 w 4572002"/>
                  <a:gd name="connsiteY178" fmla="*/ 2903551 h 6858002"/>
                  <a:gd name="connsiteX179" fmla="*/ 4182513 w 4572002"/>
                  <a:gd name="connsiteY179" fmla="*/ 2914328 h 6858002"/>
                  <a:gd name="connsiteX180" fmla="*/ 4177882 w 4572002"/>
                  <a:gd name="connsiteY180" fmla="*/ 2947858 h 6858002"/>
                  <a:gd name="connsiteX181" fmla="*/ 4177881 w 4572002"/>
                  <a:gd name="connsiteY181" fmla="*/ 2947862 h 6858002"/>
                  <a:gd name="connsiteX182" fmla="*/ 4177881 w 4572002"/>
                  <a:gd name="connsiteY182" fmla="*/ 2947863 h 6858002"/>
                  <a:gd name="connsiteX183" fmla="*/ 4181465 w 4572002"/>
                  <a:gd name="connsiteY183" fmla="*/ 2982149 h 6858002"/>
                  <a:gd name="connsiteX184" fmla="*/ 4193158 w 4572002"/>
                  <a:gd name="connsiteY184" fmla="*/ 3077402 h 6858002"/>
                  <a:gd name="connsiteX185" fmla="*/ 4180703 w 4572002"/>
                  <a:gd name="connsiteY185" fmla="*/ 3172654 h 6858002"/>
                  <a:gd name="connsiteX186" fmla="*/ 4133076 w 4572002"/>
                  <a:gd name="connsiteY186" fmla="*/ 3489467 h 6858002"/>
                  <a:gd name="connsiteX187" fmla="*/ 4110977 w 4572002"/>
                  <a:gd name="connsiteY187" fmla="*/ 3544713 h 6858002"/>
                  <a:gd name="connsiteX188" fmla="*/ 4093355 w 4572002"/>
                  <a:gd name="connsiteY188" fmla="*/ 3574408 h 6858002"/>
                  <a:gd name="connsiteX189" fmla="*/ 4093355 w 4572002"/>
                  <a:gd name="connsiteY189" fmla="*/ 3574409 h 6858002"/>
                  <a:gd name="connsiteX190" fmla="*/ 4105453 w 4572002"/>
                  <a:gd name="connsiteY190" fmla="*/ 3606818 h 6858002"/>
                  <a:gd name="connsiteX191" fmla="*/ 4118979 w 4572002"/>
                  <a:gd name="connsiteY191" fmla="*/ 3630633 h 6858002"/>
                  <a:gd name="connsiteX192" fmla="*/ 4136708 w 4572002"/>
                  <a:gd name="connsiteY192" fmla="*/ 3654416 h 6858002"/>
                  <a:gd name="connsiteX193" fmla="*/ 4140382 w 4572002"/>
                  <a:gd name="connsiteY193" fmla="*/ 3668940 h 6858002"/>
                  <a:gd name="connsiteX194" fmla="*/ 4143220 w 4572002"/>
                  <a:gd name="connsiteY194" fmla="*/ 3680164 h 6858002"/>
                  <a:gd name="connsiteX195" fmla="*/ 4139172 w 4572002"/>
                  <a:gd name="connsiteY195" fmla="*/ 3734837 h 6858002"/>
                  <a:gd name="connsiteX196" fmla="*/ 4139172 w 4572002"/>
                  <a:gd name="connsiteY196" fmla="*/ 3734838 h 6858002"/>
                  <a:gd name="connsiteX197" fmla="*/ 4139554 w 4572002"/>
                  <a:gd name="connsiteY197" fmla="*/ 3754653 h 6858002"/>
                  <a:gd name="connsiteX198" fmla="*/ 4145911 w 4572002"/>
                  <a:gd name="connsiteY198" fmla="*/ 3789776 h 6858002"/>
                  <a:gd name="connsiteX199" fmla="*/ 4130980 w 4572002"/>
                  <a:gd name="connsiteY199" fmla="*/ 3822472 h 6858002"/>
                  <a:gd name="connsiteX200" fmla="*/ 4116645 w 4572002"/>
                  <a:gd name="connsiteY200" fmla="*/ 3852619 h 6858002"/>
                  <a:gd name="connsiteX201" fmla="*/ 4116645 w 4572002"/>
                  <a:gd name="connsiteY201" fmla="*/ 3852620 h 6858002"/>
                  <a:gd name="connsiteX202" fmla="*/ 4117425 w 4572002"/>
                  <a:gd name="connsiteY202" fmla="*/ 3868764 h 6858002"/>
                  <a:gd name="connsiteX203" fmla="*/ 4126028 w 4572002"/>
                  <a:gd name="connsiteY203" fmla="*/ 3885337 h 6858002"/>
                  <a:gd name="connsiteX204" fmla="*/ 4126028 w 4572002"/>
                  <a:gd name="connsiteY204" fmla="*/ 3885339 h 6858002"/>
                  <a:gd name="connsiteX205" fmla="*/ 4148409 w 4572002"/>
                  <a:gd name="connsiteY205" fmla="*/ 3923125 h 6858002"/>
                  <a:gd name="connsiteX206" fmla="*/ 4157913 w 4572002"/>
                  <a:gd name="connsiteY206" fmla="*/ 3962160 h 6858002"/>
                  <a:gd name="connsiteX207" fmla="*/ 4142221 w 4572002"/>
                  <a:gd name="connsiteY207" fmla="*/ 4043838 h 6858002"/>
                  <a:gd name="connsiteX208" fmla="*/ 4142220 w 4572002"/>
                  <a:gd name="connsiteY208" fmla="*/ 4043839 h 6858002"/>
                  <a:gd name="connsiteX209" fmla="*/ 4127099 w 4572002"/>
                  <a:gd name="connsiteY209" fmla="*/ 4103825 h 6858002"/>
                  <a:gd name="connsiteX210" fmla="*/ 4127099 w 4572002"/>
                  <a:gd name="connsiteY210" fmla="*/ 4103826 h 6858002"/>
                  <a:gd name="connsiteX211" fmla="*/ 4129066 w 4572002"/>
                  <a:gd name="connsiteY211" fmla="*/ 4134256 h 6858002"/>
                  <a:gd name="connsiteX212" fmla="*/ 4138410 w 4572002"/>
                  <a:gd name="connsiteY212" fmla="*/ 4165382 h 6858002"/>
                  <a:gd name="connsiteX213" fmla="*/ 4138410 w 4572002"/>
                  <a:gd name="connsiteY213" fmla="*/ 4165384 h 6858002"/>
                  <a:gd name="connsiteX214" fmla="*/ 4142315 w 4572002"/>
                  <a:gd name="connsiteY214" fmla="*/ 4192388 h 6858002"/>
                  <a:gd name="connsiteX215" fmla="*/ 4142315 w 4572002"/>
                  <a:gd name="connsiteY215" fmla="*/ 4192387 h 6858002"/>
                  <a:gd name="connsiteX216" fmla="*/ 4138410 w 4572002"/>
                  <a:gd name="connsiteY216" fmla="*/ 4165383 h 6858002"/>
                  <a:gd name="connsiteX217" fmla="*/ 4138410 w 4572002"/>
                  <a:gd name="connsiteY217" fmla="*/ 4165382 h 6858002"/>
                  <a:gd name="connsiteX218" fmla="*/ 4127099 w 4572002"/>
                  <a:gd name="connsiteY218" fmla="*/ 4103826 h 6858002"/>
                  <a:gd name="connsiteX219" fmla="*/ 4142220 w 4572002"/>
                  <a:gd name="connsiteY219" fmla="*/ 4043840 h 6858002"/>
                  <a:gd name="connsiteX220" fmla="*/ 4142221 w 4572002"/>
                  <a:gd name="connsiteY220" fmla="*/ 4043838 h 6858002"/>
                  <a:gd name="connsiteX221" fmla="*/ 4155523 w 4572002"/>
                  <a:gd name="connsiteY221" fmla="*/ 4002410 h 6858002"/>
                  <a:gd name="connsiteX222" fmla="*/ 4157913 w 4572002"/>
                  <a:gd name="connsiteY222" fmla="*/ 3962160 h 6858002"/>
                  <a:gd name="connsiteX223" fmla="*/ 4157913 w 4572002"/>
                  <a:gd name="connsiteY223" fmla="*/ 3962159 h 6858002"/>
                  <a:gd name="connsiteX224" fmla="*/ 4126028 w 4572002"/>
                  <a:gd name="connsiteY224" fmla="*/ 3885338 h 6858002"/>
                  <a:gd name="connsiteX225" fmla="*/ 4126028 w 4572002"/>
                  <a:gd name="connsiteY225" fmla="*/ 3885337 h 6858002"/>
                  <a:gd name="connsiteX226" fmla="*/ 4116645 w 4572002"/>
                  <a:gd name="connsiteY226" fmla="*/ 3852620 h 6858002"/>
                  <a:gd name="connsiteX227" fmla="*/ 4130980 w 4572002"/>
                  <a:gd name="connsiteY227" fmla="*/ 3822473 h 6858002"/>
                  <a:gd name="connsiteX228" fmla="*/ 4145911 w 4572002"/>
                  <a:gd name="connsiteY228" fmla="*/ 3789777 h 6858002"/>
                  <a:gd name="connsiteX229" fmla="*/ 4145911 w 4572002"/>
                  <a:gd name="connsiteY229" fmla="*/ 3789776 h 6858002"/>
                  <a:gd name="connsiteX230" fmla="*/ 4139554 w 4572002"/>
                  <a:gd name="connsiteY230" fmla="*/ 3754652 h 6858002"/>
                  <a:gd name="connsiteX231" fmla="*/ 4139172 w 4572002"/>
                  <a:gd name="connsiteY231" fmla="*/ 3734838 h 6858002"/>
                  <a:gd name="connsiteX232" fmla="*/ 4143220 w 4572002"/>
                  <a:gd name="connsiteY232" fmla="*/ 3680164 h 6858002"/>
                  <a:gd name="connsiteX233" fmla="*/ 4143220 w 4572002"/>
                  <a:gd name="connsiteY233" fmla="*/ 3680163 h 6858002"/>
                  <a:gd name="connsiteX234" fmla="*/ 4140382 w 4572002"/>
                  <a:gd name="connsiteY234" fmla="*/ 3668940 h 6858002"/>
                  <a:gd name="connsiteX235" fmla="*/ 4136708 w 4572002"/>
                  <a:gd name="connsiteY235" fmla="*/ 3654416 h 6858002"/>
                  <a:gd name="connsiteX236" fmla="*/ 4136708 w 4572002"/>
                  <a:gd name="connsiteY236" fmla="*/ 3654416 h 6858002"/>
                  <a:gd name="connsiteX237" fmla="*/ 4136708 w 4572002"/>
                  <a:gd name="connsiteY237" fmla="*/ 3654415 h 6858002"/>
                  <a:gd name="connsiteX238" fmla="*/ 4118979 w 4572002"/>
                  <a:gd name="connsiteY238" fmla="*/ 3630632 h 6858002"/>
                  <a:gd name="connsiteX239" fmla="*/ 4105453 w 4572002"/>
                  <a:gd name="connsiteY239" fmla="*/ 3606817 h 6858002"/>
                  <a:gd name="connsiteX240" fmla="*/ 4095707 w 4572002"/>
                  <a:gd name="connsiteY240" fmla="*/ 3587174 h 6858002"/>
                  <a:gd name="connsiteX241" fmla="*/ 4093355 w 4572002"/>
                  <a:gd name="connsiteY241" fmla="*/ 3574408 h 6858002"/>
                  <a:gd name="connsiteX242" fmla="*/ 4098434 w 4572002"/>
                  <a:gd name="connsiteY242" fmla="*/ 3562321 h 6858002"/>
                  <a:gd name="connsiteX243" fmla="*/ 4110977 w 4572002"/>
                  <a:gd name="connsiteY243" fmla="*/ 3544714 h 6858002"/>
                  <a:gd name="connsiteX244" fmla="*/ 4133076 w 4572002"/>
                  <a:gd name="connsiteY244" fmla="*/ 3489468 h 6858002"/>
                  <a:gd name="connsiteX245" fmla="*/ 4180703 w 4572002"/>
                  <a:gd name="connsiteY245" fmla="*/ 3172655 h 6858002"/>
                  <a:gd name="connsiteX246" fmla="*/ 4193158 w 4572002"/>
                  <a:gd name="connsiteY246" fmla="*/ 3077402 h 6858002"/>
                  <a:gd name="connsiteX247" fmla="*/ 4193158 w 4572002"/>
                  <a:gd name="connsiteY247" fmla="*/ 3077401 h 6858002"/>
                  <a:gd name="connsiteX248" fmla="*/ 4181465 w 4572002"/>
                  <a:gd name="connsiteY248" fmla="*/ 2982148 h 6858002"/>
                  <a:gd name="connsiteX249" fmla="*/ 4177881 w 4572002"/>
                  <a:gd name="connsiteY249" fmla="*/ 2947863 h 6858002"/>
                  <a:gd name="connsiteX250" fmla="*/ 4177882 w 4572002"/>
                  <a:gd name="connsiteY250" fmla="*/ 2947858 h 6858002"/>
                  <a:gd name="connsiteX251" fmla="*/ 4185787 w 4572002"/>
                  <a:gd name="connsiteY251" fmla="*/ 2903551 h 6858002"/>
                  <a:gd name="connsiteX252" fmla="*/ 4202421 w 4572002"/>
                  <a:gd name="connsiteY252" fmla="*/ 2848794 h 6858002"/>
                  <a:gd name="connsiteX253" fmla="*/ 4211111 w 4572002"/>
                  <a:gd name="connsiteY253" fmla="*/ 2836173 h 6858002"/>
                  <a:gd name="connsiteX254" fmla="*/ 3726625 w 4572002"/>
                  <a:gd name="connsiteY254" fmla="*/ 1508458 h 6858002"/>
                  <a:gd name="connsiteX255" fmla="*/ 3698531 w 4572002"/>
                  <a:gd name="connsiteY255" fmla="*/ 1596214 h 6858002"/>
                  <a:gd name="connsiteX256" fmla="*/ 3700436 w 4572002"/>
                  <a:gd name="connsiteY256" fmla="*/ 1624981 h 6858002"/>
                  <a:gd name="connsiteX257" fmla="*/ 3757017 w 4572002"/>
                  <a:gd name="connsiteY257" fmla="*/ 1697754 h 6858002"/>
                  <a:gd name="connsiteX258" fmla="*/ 3779686 w 4572002"/>
                  <a:gd name="connsiteY258" fmla="*/ 1733189 h 6858002"/>
                  <a:gd name="connsiteX259" fmla="*/ 3821407 w 4572002"/>
                  <a:gd name="connsiteY259" fmla="*/ 1833776 h 6858002"/>
                  <a:gd name="connsiteX260" fmla="*/ 3829028 w 4572002"/>
                  <a:gd name="connsiteY260" fmla="*/ 1842159 h 6858002"/>
                  <a:gd name="connsiteX261" fmla="*/ 3919519 w 4572002"/>
                  <a:gd name="connsiteY261" fmla="*/ 1916455 h 6858002"/>
                  <a:gd name="connsiteX262" fmla="*/ 3934949 w 4572002"/>
                  <a:gd name="connsiteY262" fmla="*/ 1933220 h 6858002"/>
                  <a:gd name="connsiteX263" fmla="*/ 3958954 w 4572002"/>
                  <a:gd name="connsiteY263" fmla="*/ 1953414 h 6858002"/>
                  <a:gd name="connsiteX264" fmla="*/ 4005437 w 4572002"/>
                  <a:gd name="connsiteY264" fmla="*/ 2016470 h 6858002"/>
                  <a:gd name="connsiteX265" fmla="*/ 4020296 w 4572002"/>
                  <a:gd name="connsiteY265" fmla="*/ 2094579 h 6858002"/>
                  <a:gd name="connsiteX266" fmla="*/ 4042967 w 4572002"/>
                  <a:gd name="connsiteY266" fmla="*/ 2188880 h 6858002"/>
                  <a:gd name="connsiteX267" fmla="*/ 4058207 w 4572002"/>
                  <a:gd name="connsiteY267" fmla="*/ 2228315 h 6858002"/>
                  <a:gd name="connsiteX268" fmla="*/ 4087164 w 4572002"/>
                  <a:gd name="connsiteY268" fmla="*/ 2334045 h 6858002"/>
                  <a:gd name="connsiteX269" fmla="*/ 4111549 w 4572002"/>
                  <a:gd name="connsiteY269" fmla="*/ 2409486 h 6858002"/>
                  <a:gd name="connsiteX270" fmla="*/ 4128650 w 4572002"/>
                  <a:gd name="connsiteY270" fmla="*/ 2435913 h 6858002"/>
                  <a:gd name="connsiteX271" fmla="*/ 4134481 w 4572002"/>
                  <a:gd name="connsiteY271" fmla="*/ 2463018 h 6858002"/>
                  <a:gd name="connsiteX272" fmla="*/ 4125839 w 4572002"/>
                  <a:gd name="connsiteY272" fmla="*/ 2518262 h 6858002"/>
                  <a:gd name="connsiteX273" fmla="*/ 4125838 w 4572002"/>
                  <a:gd name="connsiteY273" fmla="*/ 2518264 h 6858002"/>
                  <a:gd name="connsiteX274" fmla="*/ 4122194 w 4572002"/>
                  <a:gd name="connsiteY274" fmla="*/ 2545006 h 6858002"/>
                  <a:gd name="connsiteX275" fmla="*/ 4122194 w 4572002"/>
                  <a:gd name="connsiteY275" fmla="*/ 2545007 h 6858002"/>
                  <a:gd name="connsiteX276" fmla="*/ 4126408 w 4572002"/>
                  <a:gd name="connsiteY276" fmla="*/ 2571035 h 6858002"/>
                  <a:gd name="connsiteX277" fmla="*/ 4199563 w 4572002"/>
                  <a:gd name="connsiteY277" fmla="*/ 2668002 h 6858002"/>
                  <a:gd name="connsiteX278" fmla="*/ 4247953 w 4572002"/>
                  <a:gd name="connsiteY278" fmla="*/ 2745349 h 6858002"/>
                  <a:gd name="connsiteX279" fmla="*/ 4247954 w 4572002"/>
                  <a:gd name="connsiteY279" fmla="*/ 2745352 h 6858002"/>
                  <a:gd name="connsiteX280" fmla="*/ 4253873 w 4572002"/>
                  <a:gd name="connsiteY280" fmla="*/ 2778006 h 6858002"/>
                  <a:gd name="connsiteX281" fmla="*/ 4253453 w 4572002"/>
                  <a:gd name="connsiteY281" fmla="*/ 2785440 h 6858002"/>
                  <a:gd name="connsiteX282" fmla="*/ 4243374 w 4572002"/>
                  <a:gd name="connsiteY282" fmla="*/ 2811780 h 6858002"/>
                  <a:gd name="connsiteX283" fmla="*/ 4243371 w 4572002"/>
                  <a:gd name="connsiteY283" fmla="*/ 2811787 h 6858002"/>
                  <a:gd name="connsiteX284" fmla="*/ 4243372 w 4572002"/>
                  <a:gd name="connsiteY284" fmla="*/ 2811787 h 6858002"/>
                  <a:gd name="connsiteX285" fmla="*/ 4243374 w 4572002"/>
                  <a:gd name="connsiteY285" fmla="*/ 2811780 h 6858002"/>
                  <a:gd name="connsiteX286" fmla="*/ 4253025 w 4572002"/>
                  <a:gd name="connsiteY286" fmla="*/ 2793023 h 6858002"/>
                  <a:gd name="connsiteX287" fmla="*/ 4253453 w 4572002"/>
                  <a:gd name="connsiteY287" fmla="*/ 2785440 h 6858002"/>
                  <a:gd name="connsiteX288" fmla="*/ 4254654 w 4572002"/>
                  <a:gd name="connsiteY288" fmla="*/ 2782305 h 6858002"/>
                  <a:gd name="connsiteX289" fmla="*/ 4253873 w 4572002"/>
                  <a:gd name="connsiteY289" fmla="*/ 2778006 h 6858002"/>
                  <a:gd name="connsiteX290" fmla="*/ 4254284 w 4572002"/>
                  <a:gd name="connsiteY290" fmla="*/ 2770758 h 6858002"/>
                  <a:gd name="connsiteX291" fmla="*/ 4247954 w 4572002"/>
                  <a:gd name="connsiteY291" fmla="*/ 2745352 h 6858002"/>
                  <a:gd name="connsiteX292" fmla="*/ 4247953 w 4572002"/>
                  <a:gd name="connsiteY292" fmla="*/ 2745348 h 6858002"/>
                  <a:gd name="connsiteX293" fmla="*/ 4199563 w 4572002"/>
                  <a:gd name="connsiteY293" fmla="*/ 2668001 h 6858002"/>
                  <a:gd name="connsiteX294" fmla="*/ 4126408 w 4572002"/>
                  <a:gd name="connsiteY294" fmla="*/ 2571034 h 6858002"/>
                  <a:gd name="connsiteX295" fmla="*/ 4122194 w 4572002"/>
                  <a:gd name="connsiteY295" fmla="*/ 2545007 h 6858002"/>
                  <a:gd name="connsiteX296" fmla="*/ 4125838 w 4572002"/>
                  <a:gd name="connsiteY296" fmla="*/ 2518265 h 6858002"/>
                  <a:gd name="connsiteX297" fmla="*/ 4125839 w 4572002"/>
                  <a:gd name="connsiteY297" fmla="*/ 2518262 h 6858002"/>
                  <a:gd name="connsiteX298" fmla="*/ 4132419 w 4572002"/>
                  <a:gd name="connsiteY298" fmla="*/ 2490551 h 6858002"/>
                  <a:gd name="connsiteX299" fmla="*/ 4134481 w 4572002"/>
                  <a:gd name="connsiteY299" fmla="*/ 2463018 h 6858002"/>
                  <a:gd name="connsiteX300" fmla="*/ 4134481 w 4572002"/>
                  <a:gd name="connsiteY300" fmla="*/ 2463017 h 6858002"/>
                  <a:gd name="connsiteX301" fmla="*/ 4111549 w 4572002"/>
                  <a:gd name="connsiteY301" fmla="*/ 2409485 h 6858002"/>
                  <a:gd name="connsiteX302" fmla="*/ 4087164 w 4572002"/>
                  <a:gd name="connsiteY302" fmla="*/ 2334044 h 6858002"/>
                  <a:gd name="connsiteX303" fmla="*/ 4058207 w 4572002"/>
                  <a:gd name="connsiteY303" fmla="*/ 2228314 h 6858002"/>
                  <a:gd name="connsiteX304" fmla="*/ 4042967 w 4572002"/>
                  <a:gd name="connsiteY304" fmla="*/ 2188879 h 6858002"/>
                  <a:gd name="connsiteX305" fmla="*/ 4020296 w 4572002"/>
                  <a:gd name="connsiteY305" fmla="*/ 2094578 h 6858002"/>
                  <a:gd name="connsiteX306" fmla="*/ 4005437 w 4572002"/>
                  <a:gd name="connsiteY306" fmla="*/ 2016469 h 6858002"/>
                  <a:gd name="connsiteX307" fmla="*/ 3958954 w 4572002"/>
                  <a:gd name="connsiteY307" fmla="*/ 1953413 h 6858002"/>
                  <a:gd name="connsiteX308" fmla="*/ 3934949 w 4572002"/>
                  <a:gd name="connsiteY308" fmla="*/ 1933219 h 6858002"/>
                  <a:gd name="connsiteX309" fmla="*/ 3919519 w 4572002"/>
                  <a:gd name="connsiteY309" fmla="*/ 1916454 h 6858002"/>
                  <a:gd name="connsiteX310" fmla="*/ 3829028 w 4572002"/>
                  <a:gd name="connsiteY310" fmla="*/ 1842158 h 6858002"/>
                  <a:gd name="connsiteX311" fmla="*/ 3821407 w 4572002"/>
                  <a:gd name="connsiteY311" fmla="*/ 1833775 h 6858002"/>
                  <a:gd name="connsiteX312" fmla="*/ 3779686 w 4572002"/>
                  <a:gd name="connsiteY312" fmla="*/ 1733188 h 6858002"/>
                  <a:gd name="connsiteX313" fmla="*/ 3757018 w 4572002"/>
                  <a:gd name="connsiteY313" fmla="*/ 1697753 h 6858002"/>
                  <a:gd name="connsiteX314" fmla="*/ 3700436 w 4572002"/>
                  <a:gd name="connsiteY314" fmla="*/ 1624980 h 6858002"/>
                  <a:gd name="connsiteX315" fmla="*/ 3698532 w 4572002"/>
                  <a:gd name="connsiteY315" fmla="*/ 1596213 h 6858002"/>
                  <a:gd name="connsiteX316" fmla="*/ 3745230 w 4572002"/>
                  <a:gd name="connsiteY316" fmla="*/ 1459073 h 6858002"/>
                  <a:gd name="connsiteX317" fmla="*/ 3745229 w 4572002"/>
                  <a:gd name="connsiteY317" fmla="*/ 1459074 h 6858002"/>
                  <a:gd name="connsiteX318" fmla="*/ 3736012 w 4572002"/>
                  <a:gd name="connsiteY318" fmla="*/ 1481572 h 6858002"/>
                  <a:gd name="connsiteX319" fmla="*/ 3764423 w 4572002"/>
                  <a:gd name="connsiteY319" fmla="*/ 1268758 h 6858002"/>
                  <a:gd name="connsiteX320" fmla="*/ 3769590 w 4572002"/>
                  <a:gd name="connsiteY320" fmla="*/ 1286070 h 6858002"/>
                  <a:gd name="connsiteX321" fmla="*/ 3791927 w 4572002"/>
                  <a:gd name="connsiteY321" fmla="*/ 1350628 h 6858002"/>
                  <a:gd name="connsiteX322" fmla="*/ 3786333 w 4572002"/>
                  <a:gd name="connsiteY322" fmla="*/ 1413840 h 6858002"/>
                  <a:gd name="connsiteX323" fmla="*/ 3791928 w 4572002"/>
                  <a:gd name="connsiteY323" fmla="*/ 1350627 h 6858002"/>
                  <a:gd name="connsiteX324" fmla="*/ 3769590 w 4572002"/>
                  <a:gd name="connsiteY324" fmla="*/ 1286069 h 6858002"/>
                  <a:gd name="connsiteX325" fmla="*/ 3706152 w 4572002"/>
                  <a:gd name="connsiteY325" fmla="*/ 773035 h 6858002"/>
                  <a:gd name="connsiteX326" fmla="*/ 3706152 w 4572002"/>
                  <a:gd name="connsiteY326" fmla="*/ 773036 h 6858002"/>
                  <a:gd name="connsiteX327" fmla="*/ 3714152 w 4572002"/>
                  <a:gd name="connsiteY327" fmla="*/ 854380 h 6858002"/>
                  <a:gd name="connsiteX328" fmla="*/ 3745205 w 4572002"/>
                  <a:gd name="connsiteY328" fmla="*/ 915344 h 6858002"/>
                  <a:gd name="connsiteX329" fmla="*/ 3755683 w 4572002"/>
                  <a:gd name="connsiteY329" fmla="*/ 927156 h 6858002"/>
                  <a:gd name="connsiteX330" fmla="*/ 3752063 w 4572002"/>
                  <a:gd name="connsiteY330" fmla="*/ 1097088 h 6858002"/>
                  <a:gd name="connsiteX331" fmla="*/ 3747681 w 4572002"/>
                  <a:gd name="connsiteY331" fmla="*/ 1123186 h 6858002"/>
                  <a:gd name="connsiteX332" fmla="*/ 3772400 w 4572002"/>
                  <a:gd name="connsiteY332" fmla="*/ 1184029 h 6858002"/>
                  <a:gd name="connsiteX333" fmla="*/ 3747682 w 4572002"/>
                  <a:gd name="connsiteY333" fmla="*/ 1123185 h 6858002"/>
                  <a:gd name="connsiteX334" fmla="*/ 3752064 w 4572002"/>
                  <a:gd name="connsiteY334" fmla="*/ 1097087 h 6858002"/>
                  <a:gd name="connsiteX335" fmla="*/ 3755684 w 4572002"/>
                  <a:gd name="connsiteY335" fmla="*/ 927155 h 6858002"/>
                  <a:gd name="connsiteX336" fmla="*/ 3745206 w 4572002"/>
                  <a:gd name="connsiteY336" fmla="*/ 915343 h 6858002"/>
                  <a:gd name="connsiteX337" fmla="*/ 3714152 w 4572002"/>
                  <a:gd name="connsiteY337" fmla="*/ 854379 h 6858002"/>
                  <a:gd name="connsiteX338" fmla="*/ 3761553 w 4572002"/>
                  <a:gd name="connsiteY338" fmla="*/ 517851 h 6858002"/>
                  <a:gd name="connsiteX339" fmla="*/ 3752635 w 4572002"/>
                  <a:gd name="connsiteY339" fmla="*/ 556048 h 6858002"/>
                  <a:gd name="connsiteX340" fmla="*/ 3746157 w 4572002"/>
                  <a:gd name="connsiteY340" fmla="*/ 580051 h 6858002"/>
                  <a:gd name="connsiteX341" fmla="*/ 3742776 w 4572002"/>
                  <a:gd name="connsiteY341" fmla="*/ 642538 h 6858002"/>
                  <a:gd name="connsiteX342" fmla="*/ 3730253 w 4572002"/>
                  <a:gd name="connsiteY342" fmla="*/ 694928 h 6858002"/>
                  <a:gd name="connsiteX343" fmla="*/ 3742777 w 4572002"/>
                  <a:gd name="connsiteY343" fmla="*/ 642537 h 6858002"/>
                  <a:gd name="connsiteX344" fmla="*/ 3746158 w 4572002"/>
                  <a:gd name="connsiteY344" fmla="*/ 580050 h 6858002"/>
                  <a:gd name="connsiteX345" fmla="*/ 3752636 w 4572002"/>
                  <a:gd name="connsiteY345" fmla="*/ 556047 h 6858002"/>
                  <a:gd name="connsiteX346" fmla="*/ 3774848 w 4572002"/>
                  <a:gd name="connsiteY346" fmla="*/ 298169 h 6858002"/>
                  <a:gd name="connsiteX347" fmla="*/ 3760065 w 4572002"/>
                  <a:gd name="connsiteY347" fmla="*/ 313534 h 6858002"/>
                  <a:gd name="connsiteX348" fmla="*/ 3759493 w 4572002"/>
                  <a:gd name="connsiteY348" fmla="*/ 338871 h 6858002"/>
                  <a:gd name="connsiteX349" fmla="*/ 3759500 w 4572002"/>
                  <a:gd name="connsiteY349" fmla="*/ 338900 h 6858002"/>
                  <a:gd name="connsiteX350" fmla="*/ 3769400 w 4572002"/>
                  <a:gd name="connsiteY350" fmla="*/ 395640 h 6858002"/>
                  <a:gd name="connsiteX351" fmla="*/ 3765590 w 4572002"/>
                  <a:gd name="connsiteY351" fmla="*/ 367328 h 6858002"/>
                  <a:gd name="connsiteX352" fmla="*/ 3759500 w 4572002"/>
                  <a:gd name="connsiteY352" fmla="*/ 338900 h 6858002"/>
                  <a:gd name="connsiteX353" fmla="*/ 3759494 w 4572002"/>
                  <a:gd name="connsiteY353" fmla="*/ 338870 h 6858002"/>
                  <a:gd name="connsiteX354" fmla="*/ 3760066 w 4572002"/>
                  <a:gd name="connsiteY354" fmla="*/ 313533 h 6858002"/>
                  <a:gd name="connsiteX355" fmla="*/ 3782393 w 4572002"/>
                  <a:gd name="connsiteY355" fmla="*/ 281568 h 6858002"/>
                  <a:gd name="connsiteX356" fmla="*/ 3777498 w 4572002"/>
                  <a:gd name="connsiteY356" fmla="*/ 295415 h 6858002"/>
                  <a:gd name="connsiteX357" fmla="*/ 3777499 w 4572002"/>
                  <a:gd name="connsiteY357" fmla="*/ 295415 h 6858002"/>
                  <a:gd name="connsiteX358" fmla="*/ 3769073 w 4572002"/>
                  <a:gd name="connsiteY358" fmla="*/ 24486 h 6858002"/>
                  <a:gd name="connsiteX359" fmla="*/ 3766810 w 4572002"/>
                  <a:gd name="connsiteY359" fmla="*/ 74129 h 6858002"/>
                  <a:gd name="connsiteX360" fmla="*/ 3772734 w 4572002"/>
                  <a:gd name="connsiteY360" fmla="*/ 125861 h 6858002"/>
                  <a:gd name="connsiteX361" fmla="*/ 3777129 w 4572002"/>
                  <a:gd name="connsiteY361" fmla="*/ 153387 h 6858002"/>
                  <a:gd name="connsiteX362" fmla="*/ 3785402 w 4572002"/>
                  <a:gd name="connsiteY362" fmla="*/ 228944 h 6858002"/>
                  <a:gd name="connsiteX363" fmla="*/ 3780943 w 4572002"/>
                  <a:gd name="connsiteY363" fmla="*/ 177271 h 6858002"/>
                  <a:gd name="connsiteX364" fmla="*/ 3777129 w 4572002"/>
                  <a:gd name="connsiteY364" fmla="*/ 153387 h 6858002"/>
                  <a:gd name="connsiteX365" fmla="*/ 3776930 w 4572002"/>
                  <a:gd name="connsiteY365" fmla="*/ 151569 h 6858002"/>
                  <a:gd name="connsiteX366" fmla="*/ 3766811 w 4572002"/>
                  <a:gd name="connsiteY366" fmla="*/ 74129 h 6858002"/>
                  <a:gd name="connsiteX367" fmla="*/ 3766492 w 4572002"/>
                  <a:gd name="connsiteY367" fmla="*/ 0 h 6858002"/>
                  <a:gd name="connsiteX368" fmla="*/ 4230600 w 4572002"/>
                  <a:gd name="connsiteY368" fmla="*/ 0 h 6858002"/>
                  <a:gd name="connsiteX369" fmla="*/ 4229473 w 4572002"/>
                  <a:gd name="connsiteY369" fmla="*/ 2817 h 6858002"/>
                  <a:gd name="connsiteX370" fmla="*/ 4215375 w 4572002"/>
                  <a:gd name="connsiteY370" fmla="*/ 63587 h 6858002"/>
                  <a:gd name="connsiteX371" fmla="*/ 4201468 w 4572002"/>
                  <a:gd name="connsiteY371" fmla="*/ 176939 h 6858002"/>
                  <a:gd name="connsiteX372" fmla="*/ 4193466 w 4572002"/>
                  <a:gd name="connsiteY372" fmla="*/ 200182 h 6858002"/>
                  <a:gd name="connsiteX373" fmla="*/ 4155554 w 4572002"/>
                  <a:gd name="connsiteY373" fmla="*/ 340774 h 6858002"/>
                  <a:gd name="connsiteX374" fmla="*/ 4156319 w 4572002"/>
                  <a:gd name="connsiteY374" fmla="*/ 453364 h 6858002"/>
                  <a:gd name="connsiteX375" fmla="*/ 4158033 w 4572002"/>
                  <a:gd name="connsiteY375" fmla="*/ 462126 h 6858002"/>
                  <a:gd name="connsiteX376" fmla="*/ 4170605 w 4572002"/>
                  <a:gd name="connsiteY376" fmla="*/ 505182 h 6858002"/>
                  <a:gd name="connsiteX377" fmla="*/ 4167177 w 4572002"/>
                  <a:gd name="connsiteY377" fmla="*/ 571860 h 6858002"/>
                  <a:gd name="connsiteX378" fmla="*/ 4149840 w 4572002"/>
                  <a:gd name="connsiteY378" fmla="*/ 617772 h 6858002"/>
                  <a:gd name="connsiteX379" fmla="*/ 4149078 w 4572002"/>
                  <a:gd name="connsiteY379" fmla="*/ 674923 h 6858002"/>
                  <a:gd name="connsiteX380" fmla="*/ 4159937 w 4572002"/>
                  <a:gd name="connsiteY380" fmla="*/ 740268 h 6858002"/>
                  <a:gd name="connsiteX381" fmla="*/ 4162223 w 4572002"/>
                  <a:gd name="connsiteY381" fmla="*/ 769605 h 6858002"/>
                  <a:gd name="connsiteX382" fmla="*/ 4184703 w 4572002"/>
                  <a:gd name="connsiteY382" fmla="*/ 850189 h 6858002"/>
                  <a:gd name="connsiteX383" fmla="*/ 4179179 w 4572002"/>
                  <a:gd name="connsiteY383" fmla="*/ 898198 h 6858002"/>
                  <a:gd name="connsiteX384" fmla="*/ 4164319 w 4572002"/>
                  <a:gd name="connsiteY384" fmla="*/ 945444 h 6858002"/>
                  <a:gd name="connsiteX385" fmla="*/ 4150030 w 4572002"/>
                  <a:gd name="connsiteY385" fmla="*/ 975733 h 6858002"/>
                  <a:gd name="connsiteX386" fmla="*/ 4139934 w 4572002"/>
                  <a:gd name="connsiteY386" fmla="*/ 1036887 h 6858002"/>
                  <a:gd name="connsiteX387" fmla="*/ 4141458 w 4572002"/>
                  <a:gd name="connsiteY387" fmla="*/ 1048125 h 6858002"/>
                  <a:gd name="connsiteX388" fmla="*/ 4154032 w 4572002"/>
                  <a:gd name="connsiteY388" fmla="*/ 1230633 h 6858002"/>
                  <a:gd name="connsiteX389" fmla="*/ 4174225 w 4572002"/>
                  <a:gd name="connsiteY389" fmla="*/ 1303024 h 6858002"/>
                  <a:gd name="connsiteX390" fmla="*/ 4176701 w 4572002"/>
                  <a:gd name="connsiteY390" fmla="*/ 1318456 h 6858002"/>
                  <a:gd name="connsiteX391" fmla="*/ 4199372 w 4572002"/>
                  <a:gd name="connsiteY391" fmla="*/ 1472575 h 6858002"/>
                  <a:gd name="connsiteX392" fmla="*/ 4200325 w 4572002"/>
                  <a:gd name="connsiteY392" fmla="*/ 1489720 h 6858002"/>
                  <a:gd name="connsiteX393" fmla="*/ 4196324 w 4572002"/>
                  <a:gd name="connsiteY393" fmla="*/ 1537537 h 6858002"/>
                  <a:gd name="connsiteX394" fmla="*/ 4237474 w 4572002"/>
                  <a:gd name="connsiteY394" fmla="*/ 1650317 h 6858002"/>
                  <a:gd name="connsiteX395" fmla="*/ 4251572 w 4572002"/>
                  <a:gd name="connsiteY395" fmla="*/ 1763287 h 6858002"/>
                  <a:gd name="connsiteX396" fmla="*/ 4251380 w 4572002"/>
                  <a:gd name="connsiteY396" fmla="*/ 1825393 h 6858002"/>
                  <a:gd name="connsiteX397" fmla="*/ 4261478 w 4572002"/>
                  <a:gd name="connsiteY397" fmla="*/ 1869780 h 6858002"/>
                  <a:gd name="connsiteX398" fmla="*/ 4292149 w 4572002"/>
                  <a:gd name="connsiteY398" fmla="*/ 1978940 h 6858002"/>
                  <a:gd name="connsiteX399" fmla="*/ 4296911 w 4572002"/>
                  <a:gd name="connsiteY399" fmla="*/ 2030378 h 6858002"/>
                  <a:gd name="connsiteX400" fmla="*/ 4307201 w 4572002"/>
                  <a:gd name="connsiteY400" fmla="*/ 2085054 h 6858002"/>
                  <a:gd name="connsiteX401" fmla="*/ 4353302 w 4572002"/>
                  <a:gd name="connsiteY401" fmla="*/ 2220312 h 6858002"/>
                  <a:gd name="connsiteX402" fmla="*/ 4350636 w 4572002"/>
                  <a:gd name="connsiteY402" fmla="*/ 2330806 h 6858002"/>
                  <a:gd name="connsiteX403" fmla="*/ 4351206 w 4572002"/>
                  <a:gd name="connsiteY403" fmla="*/ 2401292 h 6858002"/>
                  <a:gd name="connsiteX404" fmla="*/ 4366446 w 4572002"/>
                  <a:gd name="connsiteY404" fmla="*/ 2485307 h 6858002"/>
                  <a:gd name="connsiteX405" fmla="*/ 4388736 w 4572002"/>
                  <a:gd name="connsiteY405" fmla="*/ 2554079 h 6858002"/>
                  <a:gd name="connsiteX406" fmla="*/ 4406453 w 4572002"/>
                  <a:gd name="connsiteY406" fmla="*/ 2649143 h 6858002"/>
                  <a:gd name="connsiteX407" fmla="*/ 4440554 w 4572002"/>
                  <a:gd name="connsiteY407" fmla="*/ 2743826 h 6858002"/>
                  <a:gd name="connsiteX408" fmla="*/ 4466653 w 4572002"/>
                  <a:gd name="connsiteY408" fmla="*/ 2809930 h 6858002"/>
                  <a:gd name="connsiteX409" fmla="*/ 4489705 w 4572002"/>
                  <a:gd name="connsiteY409" fmla="*/ 2901943 h 6858002"/>
                  <a:gd name="connsiteX410" fmla="*/ 4505897 w 4572002"/>
                  <a:gd name="connsiteY410" fmla="*/ 3042728 h 6858002"/>
                  <a:gd name="connsiteX411" fmla="*/ 4507613 w 4572002"/>
                  <a:gd name="connsiteY411" fmla="*/ 3107500 h 6858002"/>
                  <a:gd name="connsiteX412" fmla="*/ 4545521 w 4572002"/>
                  <a:gd name="connsiteY412" fmla="*/ 3209993 h 6858002"/>
                  <a:gd name="connsiteX413" fmla="*/ 4563811 w 4572002"/>
                  <a:gd name="connsiteY413" fmla="*/ 3253809 h 6858002"/>
                  <a:gd name="connsiteX414" fmla="*/ 4548570 w 4572002"/>
                  <a:gd name="connsiteY414" fmla="*/ 3293244 h 6858002"/>
                  <a:gd name="connsiteX415" fmla="*/ 4531043 w 4572002"/>
                  <a:gd name="connsiteY415" fmla="*/ 3318771 h 6858002"/>
                  <a:gd name="connsiteX416" fmla="*/ 4545904 w 4572002"/>
                  <a:gd name="connsiteY416" fmla="*/ 3399546 h 6858002"/>
                  <a:gd name="connsiteX417" fmla="*/ 4561524 w 4572002"/>
                  <a:gd name="connsiteY417" fmla="*/ 3485275 h 6858002"/>
                  <a:gd name="connsiteX418" fmla="*/ 4572002 w 4572002"/>
                  <a:gd name="connsiteY418" fmla="*/ 3546617 h 6858002"/>
                  <a:gd name="connsiteX419" fmla="*/ 4563620 w 4572002"/>
                  <a:gd name="connsiteY419" fmla="*/ 3623201 h 6858002"/>
                  <a:gd name="connsiteX420" fmla="*/ 4560192 w 4572002"/>
                  <a:gd name="connsiteY420" fmla="*/ 3683591 h 6858002"/>
                  <a:gd name="connsiteX421" fmla="*/ 4550476 w 4572002"/>
                  <a:gd name="connsiteY421" fmla="*/ 3732361 h 6858002"/>
                  <a:gd name="connsiteX422" fmla="*/ 4544759 w 4572002"/>
                  <a:gd name="connsiteY422" fmla="*/ 3749506 h 6858002"/>
                  <a:gd name="connsiteX423" fmla="*/ 4500182 w 4572002"/>
                  <a:gd name="connsiteY423" fmla="*/ 3885338 h 6858002"/>
                  <a:gd name="connsiteX424" fmla="*/ 4464557 w 4572002"/>
                  <a:gd name="connsiteY424" fmla="*/ 4030503 h 6858002"/>
                  <a:gd name="connsiteX425" fmla="*/ 4487039 w 4572002"/>
                  <a:gd name="connsiteY425" fmla="*/ 4124614 h 6858002"/>
                  <a:gd name="connsiteX426" fmla="*/ 4486656 w 4572002"/>
                  <a:gd name="connsiteY426" fmla="*/ 4159667 h 6858002"/>
                  <a:gd name="connsiteX427" fmla="*/ 4491801 w 4572002"/>
                  <a:gd name="connsiteY427" fmla="*/ 4320837 h 6858002"/>
                  <a:gd name="connsiteX428" fmla="*/ 4497325 w 4572002"/>
                  <a:gd name="connsiteY428" fmla="*/ 4349222 h 6858002"/>
                  <a:gd name="connsiteX429" fmla="*/ 4474653 w 4572002"/>
                  <a:gd name="connsiteY429" fmla="*/ 4502579 h 6858002"/>
                  <a:gd name="connsiteX430" fmla="*/ 4470844 w 4572002"/>
                  <a:gd name="connsiteY430" fmla="*/ 4558207 h 6858002"/>
                  <a:gd name="connsiteX431" fmla="*/ 4464557 w 4572002"/>
                  <a:gd name="connsiteY431" fmla="*/ 4609452 h 6858002"/>
                  <a:gd name="connsiteX432" fmla="*/ 4463033 w 4572002"/>
                  <a:gd name="connsiteY432" fmla="*/ 4681083 h 6858002"/>
                  <a:gd name="connsiteX433" fmla="*/ 4465891 w 4572002"/>
                  <a:gd name="connsiteY433" fmla="*/ 4755381 h 6858002"/>
                  <a:gd name="connsiteX434" fmla="*/ 4465319 w 4572002"/>
                  <a:gd name="connsiteY434" fmla="*/ 4838250 h 6858002"/>
                  <a:gd name="connsiteX435" fmla="*/ 4460367 w 4572002"/>
                  <a:gd name="connsiteY435" fmla="*/ 4871019 h 6858002"/>
                  <a:gd name="connsiteX436" fmla="*/ 4463795 w 4572002"/>
                  <a:gd name="connsiteY436" fmla="*/ 4959602 h 6858002"/>
                  <a:gd name="connsiteX437" fmla="*/ 4458082 w 4572002"/>
                  <a:gd name="connsiteY437" fmla="*/ 5006086 h 6858002"/>
                  <a:gd name="connsiteX438" fmla="*/ 4456937 w 4572002"/>
                  <a:gd name="connsiteY438" fmla="*/ 5082670 h 6858002"/>
                  <a:gd name="connsiteX439" fmla="*/ 4455603 w 4572002"/>
                  <a:gd name="connsiteY439" fmla="*/ 5107627 h 6858002"/>
                  <a:gd name="connsiteX440" fmla="*/ 4454840 w 4572002"/>
                  <a:gd name="connsiteY440" fmla="*/ 5129916 h 6858002"/>
                  <a:gd name="connsiteX441" fmla="*/ 4470464 w 4572002"/>
                  <a:gd name="connsiteY441" fmla="*/ 5206308 h 6858002"/>
                  <a:gd name="connsiteX442" fmla="*/ 4471415 w 4572002"/>
                  <a:gd name="connsiteY442" fmla="*/ 5274129 h 6858002"/>
                  <a:gd name="connsiteX443" fmla="*/ 4483990 w 4572002"/>
                  <a:gd name="connsiteY443" fmla="*/ 5393005 h 6858002"/>
                  <a:gd name="connsiteX444" fmla="*/ 4479607 w 4572002"/>
                  <a:gd name="connsiteY444" fmla="*/ 5419295 h 6858002"/>
                  <a:gd name="connsiteX445" fmla="*/ 4477894 w 4572002"/>
                  <a:gd name="connsiteY445" fmla="*/ 5501594 h 6858002"/>
                  <a:gd name="connsiteX446" fmla="*/ 4476560 w 4572002"/>
                  <a:gd name="connsiteY446" fmla="*/ 5548460 h 6858002"/>
                  <a:gd name="connsiteX447" fmla="*/ 4485703 w 4572002"/>
                  <a:gd name="connsiteY447" fmla="*/ 5606372 h 6858002"/>
                  <a:gd name="connsiteX448" fmla="*/ 4505134 w 4572002"/>
                  <a:gd name="connsiteY448" fmla="*/ 5706959 h 6858002"/>
                  <a:gd name="connsiteX449" fmla="*/ 4508183 w 4572002"/>
                  <a:gd name="connsiteY449" fmla="*/ 5733440 h 6858002"/>
                  <a:gd name="connsiteX450" fmla="*/ 4517519 w 4572002"/>
                  <a:gd name="connsiteY450" fmla="*/ 5781830 h 6858002"/>
                  <a:gd name="connsiteX451" fmla="*/ 4519234 w 4572002"/>
                  <a:gd name="connsiteY451" fmla="*/ 5790592 h 6858002"/>
                  <a:gd name="connsiteX452" fmla="*/ 4542855 w 4572002"/>
                  <a:gd name="connsiteY452" fmla="*/ 5864318 h 6858002"/>
                  <a:gd name="connsiteX453" fmla="*/ 4544759 w 4572002"/>
                  <a:gd name="connsiteY453" fmla="*/ 5902610 h 6858002"/>
                  <a:gd name="connsiteX454" fmla="*/ 4544951 w 4572002"/>
                  <a:gd name="connsiteY454" fmla="*/ 6012723 h 6858002"/>
                  <a:gd name="connsiteX455" fmla="*/ 4541332 w 4572002"/>
                  <a:gd name="connsiteY455" fmla="*/ 6059397 h 6858002"/>
                  <a:gd name="connsiteX456" fmla="*/ 4527426 w 4572002"/>
                  <a:gd name="connsiteY456" fmla="*/ 6171605 h 6858002"/>
                  <a:gd name="connsiteX457" fmla="*/ 4520568 w 4572002"/>
                  <a:gd name="connsiteY457" fmla="*/ 6242093 h 6858002"/>
                  <a:gd name="connsiteX458" fmla="*/ 4509706 w 4572002"/>
                  <a:gd name="connsiteY458" fmla="*/ 6323058 h 6858002"/>
                  <a:gd name="connsiteX459" fmla="*/ 4502848 w 4572002"/>
                  <a:gd name="connsiteY459" fmla="*/ 6415833 h 6858002"/>
                  <a:gd name="connsiteX460" fmla="*/ 4482084 w 4572002"/>
                  <a:gd name="connsiteY460" fmla="*/ 6584812 h 6858002"/>
                  <a:gd name="connsiteX461" fmla="*/ 4460557 w 4572002"/>
                  <a:gd name="connsiteY461" fmla="*/ 6748458 h 6858002"/>
                  <a:gd name="connsiteX462" fmla="*/ 4441507 w 4572002"/>
                  <a:gd name="connsiteY462" fmla="*/ 6815516 h 6858002"/>
                  <a:gd name="connsiteX463" fmla="*/ 4431806 w 4572002"/>
                  <a:gd name="connsiteY463" fmla="*/ 6858001 h 6858002"/>
                  <a:gd name="connsiteX464" fmla="*/ 4259554 w 4572002"/>
                  <a:gd name="connsiteY464" fmla="*/ 6858001 h 6858002"/>
                  <a:gd name="connsiteX465" fmla="*/ 4259554 w 4572002"/>
                  <a:gd name="connsiteY465" fmla="*/ 6858002 h 6858002"/>
                  <a:gd name="connsiteX466" fmla="*/ 0 w 4572002"/>
                  <a:gd name="connsiteY466" fmla="*/ 6858002 h 6858002"/>
                  <a:gd name="connsiteX467" fmla="*/ 0 w 4572002"/>
                  <a:gd name="connsiteY467" fmla="*/ 2 h 6858002"/>
                  <a:gd name="connsiteX468" fmla="*/ 3766492 w 4572002"/>
                  <a:gd name="connsiteY468" fmla="*/ 1 h 6858002"/>
                  <a:gd name="connsiteX469" fmla="*/ 3769210 w 4572002"/>
                  <a:gd name="connsiteY469" fmla="*/ 21486 h 6858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  <a:cxn ang="0">
                    <a:pos x="connsiteX337" y="connsiteY337"/>
                  </a:cxn>
                  <a:cxn ang="0">
                    <a:pos x="connsiteX338" y="connsiteY338"/>
                  </a:cxn>
                  <a:cxn ang="0">
                    <a:pos x="connsiteX339" y="connsiteY339"/>
                  </a:cxn>
                  <a:cxn ang="0">
                    <a:pos x="connsiteX340" y="connsiteY340"/>
                  </a:cxn>
                  <a:cxn ang="0">
                    <a:pos x="connsiteX341" y="connsiteY341"/>
                  </a:cxn>
                  <a:cxn ang="0">
                    <a:pos x="connsiteX342" y="connsiteY342"/>
                  </a:cxn>
                  <a:cxn ang="0">
                    <a:pos x="connsiteX343" y="connsiteY343"/>
                  </a:cxn>
                  <a:cxn ang="0">
                    <a:pos x="connsiteX344" y="connsiteY344"/>
                  </a:cxn>
                  <a:cxn ang="0">
                    <a:pos x="connsiteX345" y="connsiteY345"/>
                  </a:cxn>
                  <a:cxn ang="0">
                    <a:pos x="connsiteX346" y="connsiteY346"/>
                  </a:cxn>
                  <a:cxn ang="0">
                    <a:pos x="connsiteX347" y="connsiteY347"/>
                  </a:cxn>
                  <a:cxn ang="0">
                    <a:pos x="connsiteX348" y="connsiteY348"/>
                  </a:cxn>
                  <a:cxn ang="0">
                    <a:pos x="connsiteX349" y="connsiteY349"/>
                  </a:cxn>
                  <a:cxn ang="0">
                    <a:pos x="connsiteX350" y="connsiteY350"/>
                  </a:cxn>
                  <a:cxn ang="0">
                    <a:pos x="connsiteX351" y="connsiteY351"/>
                  </a:cxn>
                  <a:cxn ang="0">
                    <a:pos x="connsiteX352" y="connsiteY352"/>
                  </a:cxn>
                  <a:cxn ang="0">
                    <a:pos x="connsiteX353" y="connsiteY353"/>
                  </a:cxn>
                  <a:cxn ang="0">
                    <a:pos x="connsiteX354" y="connsiteY354"/>
                  </a:cxn>
                  <a:cxn ang="0">
                    <a:pos x="connsiteX355" y="connsiteY355"/>
                  </a:cxn>
                  <a:cxn ang="0">
                    <a:pos x="connsiteX356" y="connsiteY356"/>
                  </a:cxn>
                  <a:cxn ang="0">
                    <a:pos x="connsiteX357" y="connsiteY357"/>
                  </a:cxn>
                  <a:cxn ang="0">
                    <a:pos x="connsiteX358" y="connsiteY358"/>
                  </a:cxn>
                  <a:cxn ang="0">
                    <a:pos x="connsiteX359" y="connsiteY359"/>
                  </a:cxn>
                  <a:cxn ang="0">
                    <a:pos x="connsiteX360" y="connsiteY360"/>
                  </a:cxn>
                  <a:cxn ang="0">
                    <a:pos x="connsiteX361" y="connsiteY361"/>
                  </a:cxn>
                  <a:cxn ang="0">
                    <a:pos x="connsiteX362" y="connsiteY362"/>
                  </a:cxn>
                  <a:cxn ang="0">
                    <a:pos x="connsiteX363" y="connsiteY363"/>
                  </a:cxn>
                  <a:cxn ang="0">
                    <a:pos x="connsiteX364" y="connsiteY364"/>
                  </a:cxn>
                  <a:cxn ang="0">
                    <a:pos x="connsiteX365" y="connsiteY365"/>
                  </a:cxn>
                  <a:cxn ang="0">
                    <a:pos x="connsiteX366" y="connsiteY366"/>
                  </a:cxn>
                  <a:cxn ang="0">
                    <a:pos x="connsiteX367" y="connsiteY367"/>
                  </a:cxn>
                  <a:cxn ang="0">
                    <a:pos x="connsiteX368" y="connsiteY368"/>
                  </a:cxn>
                  <a:cxn ang="0">
                    <a:pos x="connsiteX369" y="connsiteY369"/>
                  </a:cxn>
                  <a:cxn ang="0">
                    <a:pos x="connsiteX370" y="connsiteY370"/>
                  </a:cxn>
                  <a:cxn ang="0">
                    <a:pos x="connsiteX371" y="connsiteY371"/>
                  </a:cxn>
                  <a:cxn ang="0">
                    <a:pos x="connsiteX372" y="connsiteY372"/>
                  </a:cxn>
                  <a:cxn ang="0">
                    <a:pos x="connsiteX373" y="connsiteY373"/>
                  </a:cxn>
                  <a:cxn ang="0">
                    <a:pos x="connsiteX374" y="connsiteY374"/>
                  </a:cxn>
                  <a:cxn ang="0">
                    <a:pos x="connsiteX375" y="connsiteY375"/>
                  </a:cxn>
                  <a:cxn ang="0">
                    <a:pos x="connsiteX376" y="connsiteY376"/>
                  </a:cxn>
                  <a:cxn ang="0">
                    <a:pos x="connsiteX377" y="connsiteY377"/>
                  </a:cxn>
                  <a:cxn ang="0">
                    <a:pos x="connsiteX378" y="connsiteY378"/>
                  </a:cxn>
                  <a:cxn ang="0">
                    <a:pos x="connsiteX379" y="connsiteY379"/>
                  </a:cxn>
                  <a:cxn ang="0">
                    <a:pos x="connsiteX380" y="connsiteY380"/>
                  </a:cxn>
                  <a:cxn ang="0">
                    <a:pos x="connsiteX381" y="connsiteY381"/>
                  </a:cxn>
                  <a:cxn ang="0">
                    <a:pos x="connsiteX382" y="connsiteY382"/>
                  </a:cxn>
                  <a:cxn ang="0">
                    <a:pos x="connsiteX383" y="connsiteY383"/>
                  </a:cxn>
                  <a:cxn ang="0">
                    <a:pos x="connsiteX384" y="connsiteY384"/>
                  </a:cxn>
                  <a:cxn ang="0">
                    <a:pos x="connsiteX385" y="connsiteY385"/>
                  </a:cxn>
                  <a:cxn ang="0">
                    <a:pos x="connsiteX386" y="connsiteY386"/>
                  </a:cxn>
                  <a:cxn ang="0">
                    <a:pos x="connsiteX387" y="connsiteY387"/>
                  </a:cxn>
                  <a:cxn ang="0">
                    <a:pos x="connsiteX388" y="connsiteY388"/>
                  </a:cxn>
                  <a:cxn ang="0">
                    <a:pos x="connsiteX389" y="connsiteY389"/>
                  </a:cxn>
                  <a:cxn ang="0">
                    <a:pos x="connsiteX390" y="connsiteY390"/>
                  </a:cxn>
                  <a:cxn ang="0">
                    <a:pos x="connsiteX391" y="connsiteY391"/>
                  </a:cxn>
                  <a:cxn ang="0">
                    <a:pos x="connsiteX392" y="connsiteY392"/>
                  </a:cxn>
                  <a:cxn ang="0">
                    <a:pos x="connsiteX393" y="connsiteY393"/>
                  </a:cxn>
                  <a:cxn ang="0">
                    <a:pos x="connsiteX394" y="connsiteY394"/>
                  </a:cxn>
                  <a:cxn ang="0">
                    <a:pos x="connsiteX395" y="connsiteY395"/>
                  </a:cxn>
                  <a:cxn ang="0">
                    <a:pos x="connsiteX396" y="connsiteY396"/>
                  </a:cxn>
                  <a:cxn ang="0">
                    <a:pos x="connsiteX397" y="connsiteY397"/>
                  </a:cxn>
                  <a:cxn ang="0">
                    <a:pos x="connsiteX398" y="connsiteY398"/>
                  </a:cxn>
                  <a:cxn ang="0">
                    <a:pos x="connsiteX399" y="connsiteY399"/>
                  </a:cxn>
                  <a:cxn ang="0">
                    <a:pos x="connsiteX400" y="connsiteY400"/>
                  </a:cxn>
                  <a:cxn ang="0">
                    <a:pos x="connsiteX401" y="connsiteY401"/>
                  </a:cxn>
                  <a:cxn ang="0">
                    <a:pos x="connsiteX402" y="connsiteY402"/>
                  </a:cxn>
                  <a:cxn ang="0">
                    <a:pos x="connsiteX403" y="connsiteY403"/>
                  </a:cxn>
                  <a:cxn ang="0">
                    <a:pos x="connsiteX404" y="connsiteY404"/>
                  </a:cxn>
                  <a:cxn ang="0">
                    <a:pos x="connsiteX405" y="connsiteY405"/>
                  </a:cxn>
                  <a:cxn ang="0">
                    <a:pos x="connsiteX406" y="connsiteY406"/>
                  </a:cxn>
                  <a:cxn ang="0">
                    <a:pos x="connsiteX407" y="connsiteY407"/>
                  </a:cxn>
                  <a:cxn ang="0">
                    <a:pos x="connsiteX408" y="connsiteY408"/>
                  </a:cxn>
                  <a:cxn ang="0">
                    <a:pos x="connsiteX409" y="connsiteY409"/>
                  </a:cxn>
                  <a:cxn ang="0">
                    <a:pos x="connsiteX410" y="connsiteY410"/>
                  </a:cxn>
                  <a:cxn ang="0">
                    <a:pos x="connsiteX411" y="connsiteY411"/>
                  </a:cxn>
                  <a:cxn ang="0">
                    <a:pos x="connsiteX412" y="connsiteY412"/>
                  </a:cxn>
                  <a:cxn ang="0">
                    <a:pos x="connsiteX413" y="connsiteY413"/>
                  </a:cxn>
                  <a:cxn ang="0">
                    <a:pos x="connsiteX414" y="connsiteY414"/>
                  </a:cxn>
                  <a:cxn ang="0">
                    <a:pos x="connsiteX415" y="connsiteY415"/>
                  </a:cxn>
                  <a:cxn ang="0">
                    <a:pos x="connsiteX416" y="connsiteY416"/>
                  </a:cxn>
                  <a:cxn ang="0">
                    <a:pos x="connsiteX417" y="connsiteY417"/>
                  </a:cxn>
                  <a:cxn ang="0">
                    <a:pos x="connsiteX418" y="connsiteY418"/>
                  </a:cxn>
                  <a:cxn ang="0">
                    <a:pos x="connsiteX419" y="connsiteY419"/>
                  </a:cxn>
                  <a:cxn ang="0">
                    <a:pos x="connsiteX420" y="connsiteY420"/>
                  </a:cxn>
                  <a:cxn ang="0">
                    <a:pos x="connsiteX421" y="connsiteY421"/>
                  </a:cxn>
                  <a:cxn ang="0">
                    <a:pos x="connsiteX422" y="connsiteY422"/>
                  </a:cxn>
                  <a:cxn ang="0">
                    <a:pos x="connsiteX423" y="connsiteY423"/>
                  </a:cxn>
                  <a:cxn ang="0">
                    <a:pos x="connsiteX424" y="connsiteY424"/>
                  </a:cxn>
                  <a:cxn ang="0">
                    <a:pos x="connsiteX425" y="connsiteY425"/>
                  </a:cxn>
                  <a:cxn ang="0">
                    <a:pos x="connsiteX426" y="connsiteY426"/>
                  </a:cxn>
                  <a:cxn ang="0">
                    <a:pos x="connsiteX427" y="connsiteY427"/>
                  </a:cxn>
                  <a:cxn ang="0">
                    <a:pos x="connsiteX428" y="connsiteY428"/>
                  </a:cxn>
                  <a:cxn ang="0">
                    <a:pos x="connsiteX429" y="connsiteY429"/>
                  </a:cxn>
                  <a:cxn ang="0">
                    <a:pos x="connsiteX430" y="connsiteY430"/>
                  </a:cxn>
                  <a:cxn ang="0">
                    <a:pos x="connsiteX431" y="connsiteY431"/>
                  </a:cxn>
                  <a:cxn ang="0">
                    <a:pos x="connsiteX432" y="connsiteY432"/>
                  </a:cxn>
                  <a:cxn ang="0">
                    <a:pos x="connsiteX433" y="connsiteY433"/>
                  </a:cxn>
                  <a:cxn ang="0">
                    <a:pos x="connsiteX434" y="connsiteY434"/>
                  </a:cxn>
                  <a:cxn ang="0">
                    <a:pos x="connsiteX435" y="connsiteY435"/>
                  </a:cxn>
                  <a:cxn ang="0">
                    <a:pos x="connsiteX436" y="connsiteY436"/>
                  </a:cxn>
                  <a:cxn ang="0">
                    <a:pos x="connsiteX437" y="connsiteY437"/>
                  </a:cxn>
                  <a:cxn ang="0">
                    <a:pos x="connsiteX438" y="connsiteY438"/>
                  </a:cxn>
                  <a:cxn ang="0">
                    <a:pos x="connsiteX439" y="connsiteY439"/>
                  </a:cxn>
                  <a:cxn ang="0">
                    <a:pos x="connsiteX440" y="connsiteY440"/>
                  </a:cxn>
                  <a:cxn ang="0">
                    <a:pos x="connsiteX441" y="connsiteY441"/>
                  </a:cxn>
                  <a:cxn ang="0">
                    <a:pos x="connsiteX442" y="connsiteY442"/>
                  </a:cxn>
                  <a:cxn ang="0">
                    <a:pos x="connsiteX443" y="connsiteY443"/>
                  </a:cxn>
                  <a:cxn ang="0">
                    <a:pos x="connsiteX444" y="connsiteY444"/>
                  </a:cxn>
                  <a:cxn ang="0">
                    <a:pos x="connsiteX445" y="connsiteY445"/>
                  </a:cxn>
                  <a:cxn ang="0">
                    <a:pos x="connsiteX446" y="connsiteY446"/>
                  </a:cxn>
                  <a:cxn ang="0">
                    <a:pos x="connsiteX447" y="connsiteY447"/>
                  </a:cxn>
                  <a:cxn ang="0">
                    <a:pos x="connsiteX448" y="connsiteY448"/>
                  </a:cxn>
                  <a:cxn ang="0">
                    <a:pos x="connsiteX449" y="connsiteY449"/>
                  </a:cxn>
                  <a:cxn ang="0">
                    <a:pos x="connsiteX450" y="connsiteY450"/>
                  </a:cxn>
                  <a:cxn ang="0">
                    <a:pos x="connsiteX451" y="connsiteY451"/>
                  </a:cxn>
                  <a:cxn ang="0">
                    <a:pos x="connsiteX452" y="connsiteY452"/>
                  </a:cxn>
                  <a:cxn ang="0">
                    <a:pos x="connsiteX453" y="connsiteY453"/>
                  </a:cxn>
                  <a:cxn ang="0">
                    <a:pos x="connsiteX454" y="connsiteY454"/>
                  </a:cxn>
                  <a:cxn ang="0">
                    <a:pos x="connsiteX455" y="connsiteY455"/>
                  </a:cxn>
                  <a:cxn ang="0">
                    <a:pos x="connsiteX456" y="connsiteY456"/>
                  </a:cxn>
                  <a:cxn ang="0">
                    <a:pos x="connsiteX457" y="connsiteY457"/>
                  </a:cxn>
                  <a:cxn ang="0">
                    <a:pos x="connsiteX458" y="connsiteY458"/>
                  </a:cxn>
                  <a:cxn ang="0">
                    <a:pos x="connsiteX459" y="connsiteY459"/>
                  </a:cxn>
                  <a:cxn ang="0">
                    <a:pos x="connsiteX460" y="connsiteY460"/>
                  </a:cxn>
                  <a:cxn ang="0">
                    <a:pos x="connsiteX461" y="connsiteY461"/>
                  </a:cxn>
                  <a:cxn ang="0">
                    <a:pos x="connsiteX462" y="connsiteY462"/>
                  </a:cxn>
                  <a:cxn ang="0">
                    <a:pos x="connsiteX463" y="connsiteY463"/>
                  </a:cxn>
                  <a:cxn ang="0">
                    <a:pos x="connsiteX464" y="connsiteY464"/>
                  </a:cxn>
                  <a:cxn ang="0">
                    <a:pos x="connsiteX465" y="connsiteY465"/>
                  </a:cxn>
                  <a:cxn ang="0">
                    <a:pos x="connsiteX466" y="connsiteY466"/>
                  </a:cxn>
                  <a:cxn ang="0">
                    <a:pos x="connsiteX467" y="connsiteY467"/>
                  </a:cxn>
                  <a:cxn ang="0">
                    <a:pos x="connsiteX468" y="connsiteY468"/>
                  </a:cxn>
                  <a:cxn ang="0">
                    <a:pos x="connsiteX469" y="connsiteY469"/>
                  </a:cxn>
                </a:cxnLst>
                <a:rect l="l" t="t" r="r" b="b"/>
                <a:pathLst>
                  <a:path w="4572002" h="6858002">
                    <a:moveTo>
                      <a:pt x="4214994" y="6564620"/>
                    </a:moveTo>
                    <a:lnTo>
                      <a:pt x="4214994" y="6564621"/>
                    </a:lnTo>
                    <a:cubicBezTo>
                      <a:pt x="4225281" y="6575479"/>
                      <a:pt x="4231378" y="6582147"/>
                      <a:pt x="4237474" y="6588626"/>
                    </a:cubicBezTo>
                    <a:lnTo>
                      <a:pt x="4254096" y="6625225"/>
                    </a:lnTo>
                    <a:lnTo>
                      <a:pt x="4247001" y="6662540"/>
                    </a:lnTo>
                    <a:lnTo>
                      <a:pt x="4247000" y="6662541"/>
                    </a:lnTo>
                    <a:lnTo>
                      <a:pt x="4246999" y="6662544"/>
                    </a:lnTo>
                    <a:lnTo>
                      <a:pt x="4235550" y="6683027"/>
                    </a:lnTo>
                    <a:lnTo>
                      <a:pt x="4232403" y="6702976"/>
                    </a:lnTo>
                    <a:lnTo>
                      <a:pt x="4232403" y="6702977"/>
                    </a:lnTo>
                    <a:cubicBezTo>
                      <a:pt x="4232808" y="6716169"/>
                      <a:pt x="4237951" y="6729219"/>
                      <a:pt x="4246238" y="6742553"/>
                    </a:cubicBezTo>
                    <a:lnTo>
                      <a:pt x="4246239" y="6742555"/>
                    </a:lnTo>
                    <a:lnTo>
                      <a:pt x="4265716" y="6812062"/>
                    </a:lnTo>
                    <a:lnTo>
                      <a:pt x="4265717" y="6812064"/>
                    </a:lnTo>
                    <a:lnTo>
                      <a:pt x="4265717" y="6812063"/>
                    </a:lnTo>
                    <a:lnTo>
                      <a:pt x="4265716" y="6812062"/>
                    </a:lnTo>
                    <a:lnTo>
                      <a:pt x="4260942" y="6776800"/>
                    </a:lnTo>
                    <a:lnTo>
                      <a:pt x="4246239" y="6742555"/>
                    </a:lnTo>
                    <a:lnTo>
                      <a:pt x="4246238" y="6742552"/>
                    </a:lnTo>
                    <a:lnTo>
                      <a:pt x="4232403" y="6702976"/>
                    </a:lnTo>
                    <a:lnTo>
                      <a:pt x="4246999" y="6662544"/>
                    </a:lnTo>
                    <a:lnTo>
                      <a:pt x="4247000" y="6662542"/>
                    </a:lnTo>
                    <a:lnTo>
                      <a:pt x="4247001" y="6662540"/>
                    </a:lnTo>
                    <a:lnTo>
                      <a:pt x="4254084" y="6645552"/>
                    </a:lnTo>
                    <a:lnTo>
                      <a:pt x="4254096" y="6625225"/>
                    </a:lnTo>
                    <a:lnTo>
                      <a:pt x="4254096" y="6625224"/>
                    </a:lnTo>
                    <a:cubicBezTo>
                      <a:pt x="4252000" y="6611341"/>
                      <a:pt x="4245951" y="6597578"/>
                      <a:pt x="4237474" y="6588625"/>
                    </a:cubicBezTo>
                    <a:close/>
                    <a:moveTo>
                      <a:pt x="4295315" y="6438981"/>
                    </a:moveTo>
                    <a:lnTo>
                      <a:pt x="4275385" y="6463840"/>
                    </a:lnTo>
                    <a:lnTo>
                      <a:pt x="4275382" y="6463849"/>
                    </a:lnTo>
                    <a:lnTo>
                      <a:pt x="4261587" y="6513012"/>
                    </a:lnTo>
                    <a:lnTo>
                      <a:pt x="4242781" y="6546194"/>
                    </a:lnTo>
                    <a:lnTo>
                      <a:pt x="4242781" y="6546195"/>
                    </a:lnTo>
                    <a:lnTo>
                      <a:pt x="4259120" y="6521804"/>
                    </a:lnTo>
                    <a:lnTo>
                      <a:pt x="4261587" y="6513012"/>
                    </a:lnTo>
                    <a:lnTo>
                      <a:pt x="4264398" y="6508052"/>
                    </a:lnTo>
                    <a:lnTo>
                      <a:pt x="4275382" y="6463849"/>
                    </a:lnTo>
                    <a:lnTo>
                      <a:pt x="4275385" y="6463841"/>
                    </a:lnTo>
                    <a:cubicBezTo>
                      <a:pt x="4278336" y="6451650"/>
                      <a:pt x="4285813" y="6444077"/>
                      <a:pt x="4295315" y="6438981"/>
                    </a:cubicBezTo>
                    <a:close/>
                    <a:moveTo>
                      <a:pt x="4381289" y="6365204"/>
                    </a:moveTo>
                    <a:lnTo>
                      <a:pt x="4380008" y="6387910"/>
                    </a:lnTo>
                    <a:lnTo>
                      <a:pt x="4378243" y="6391549"/>
                    </a:lnTo>
                    <a:lnTo>
                      <a:pt x="4370589" y="6407332"/>
                    </a:lnTo>
                    <a:lnTo>
                      <a:pt x="4370589" y="6407333"/>
                    </a:lnTo>
                    <a:lnTo>
                      <a:pt x="4378243" y="6391549"/>
                    </a:lnTo>
                    <a:lnTo>
                      <a:pt x="4380008" y="6387910"/>
                    </a:lnTo>
                    <a:close/>
                    <a:moveTo>
                      <a:pt x="4142220" y="4221391"/>
                    </a:moveTo>
                    <a:lnTo>
                      <a:pt x="4142220" y="4221392"/>
                    </a:lnTo>
                    <a:cubicBezTo>
                      <a:pt x="4142982" y="4232061"/>
                      <a:pt x="4143172" y="4243873"/>
                      <a:pt x="4147936" y="4253015"/>
                    </a:cubicBezTo>
                    <a:cubicBezTo>
                      <a:pt x="4160129" y="4277402"/>
                      <a:pt x="4175749" y="4300071"/>
                      <a:pt x="4187752" y="4324646"/>
                    </a:cubicBezTo>
                    <a:lnTo>
                      <a:pt x="4196706" y="4363891"/>
                    </a:lnTo>
                    <a:lnTo>
                      <a:pt x="4195944" y="4482004"/>
                    </a:lnTo>
                    <a:cubicBezTo>
                      <a:pt x="4193276" y="4546776"/>
                      <a:pt x="4192704" y="4612500"/>
                      <a:pt x="4135934" y="4659174"/>
                    </a:cubicBezTo>
                    <a:cubicBezTo>
                      <a:pt x="4131362" y="4662986"/>
                      <a:pt x="4128694" y="4671176"/>
                      <a:pt x="4127932" y="4677655"/>
                    </a:cubicBezTo>
                    <a:cubicBezTo>
                      <a:pt x="4124313" y="4707564"/>
                      <a:pt x="4123931" y="4738235"/>
                      <a:pt x="4118025" y="4767764"/>
                    </a:cubicBezTo>
                    <a:cubicBezTo>
                      <a:pt x="4115644" y="4779575"/>
                      <a:pt x="4114835" y="4790387"/>
                      <a:pt x="4116716" y="4800483"/>
                    </a:cubicBezTo>
                    <a:lnTo>
                      <a:pt x="4116716" y="4800484"/>
                    </a:lnTo>
                    <a:cubicBezTo>
                      <a:pt x="4118597" y="4810581"/>
                      <a:pt x="4123170" y="4819964"/>
                      <a:pt x="4131552" y="4828917"/>
                    </a:cubicBezTo>
                    <a:lnTo>
                      <a:pt x="4153733" y="4863343"/>
                    </a:lnTo>
                    <a:lnTo>
                      <a:pt x="4161262" y="4889275"/>
                    </a:lnTo>
                    <a:lnTo>
                      <a:pt x="4159557" y="4912168"/>
                    </a:lnTo>
                    <a:cubicBezTo>
                      <a:pt x="4157842" y="4919978"/>
                      <a:pt x="4157485" y="4927122"/>
                      <a:pt x="4158155" y="4933804"/>
                    </a:cubicBezTo>
                    <a:lnTo>
                      <a:pt x="4158155" y="4933805"/>
                    </a:lnTo>
                    <a:lnTo>
                      <a:pt x="4162914" y="4952673"/>
                    </a:lnTo>
                    <a:lnTo>
                      <a:pt x="4165707" y="4957454"/>
                    </a:lnTo>
                    <a:lnTo>
                      <a:pt x="4166985" y="4961456"/>
                    </a:lnTo>
                    <a:cubicBezTo>
                      <a:pt x="4171496" y="4970097"/>
                      <a:pt x="4177202" y="4978394"/>
                      <a:pt x="4182989" y="4987038"/>
                    </a:cubicBezTo>
                    <a:cubicBezTo>
                      <a:pt x="4194228" y="5003802"/>
                      <a:pt x="4208326" y="5022853"/>
                      <a:pt x="4209468" y="5041522"/>
                    </a:cubicBezTo>
                    <a:cubicBezTo>
                      <a:pt x="4210087" y="5052096"/>
                      <a:pt x="4213005" y="5062300"/>
                      <a:pt x="4216684" y="5072376"/>
                    </a:cubicBezTo>
                    <a:lnTo>
                      <a:pt x="4222587" y="5087441"/>
                    </a:lnTo>
                    <a:lnTo>
                      <a:pt x="4235615" y="5133220"/>
                    </a:lnTo>
                    <a:lnTo>
                      <a:pt x="4235616" y="5133225"/>
                    </a:lnTo>
                    <a:lnTo>
                      <a:pt x="4228901" y="5166113"/>
                    </a:lnTo>
                    <a:lnTo>
                      <a:pt x="4228901" y="5166114"/>
                    </a:lnTo>
                    <a:cubicBezTo>
                      <a:pt x="4228139" y="5167638"/>
                      <a:pt x="4228712" y="5169781"/>
                      <a:pt x="4229593" y="5172091"/>
                    </a:cubicBezTo>
                    <a:lnTo>
                      <a:pt x="4232139" y="5179068"/>
                    </a:lnTo>
                    <a:cubicBezTo>
                      <a:pt x="4235759" y="5196595"/>
                      <a:pt x="4235807" y="5213598"/>
                      <a:pt x="4231973" y="5229434"/>
                    </a:cubicBezTo>
                    <a:lnTo>
                      <a:pt x="4225669" y="5241089"/>
                    </a:lnTo>
                    <a:lnTo>
                      <a:pt x="4208517" y="5272796"/>
                    </a:lnTo>
                    <a:cubicBezTo>
                      <a:pt x="4196871" y="5285441"/>
                      <a:pt x="4189165" y="5298595"/>
                      <a:pt x="4184613" y="5312288"/>
                    </a:cubicBezTo>
                    <a:lnTo>
                      <a:pt x="4183557" y="5321350"/>
                    </a:lnTo>
                    <a:lnTo>
                      <a:pt x="4181083" y="5326163"/>
                    </a:lnTo>
                    <a:lnTo>
                      <a:pt x="4179637" y="5355014"/>
                    </a:lnTo>
                    <a:lnTo>
                      <a:pt x="4179637" y="5355015"/>
                    </a:lnTo>
                    <a:cubicBezTo>
                      <a:pt x="4180286" y="5364883"/>
                      <a:pt x="4181989" y="5375003"/>
                      <a:pt x="4184513" y="5385385"/>
                    </a:cubicBezTo>
                    <a:cubicBezTo>
                      <a:pt x="4187752" y="5398722"/>
                      <a:pt x="4190038" y="5412058"/>
                      <a:pt x="4192704" y="5425583"/>
                    </a:cubicBezTo>
                    <a:cubicBezTo>
                      <a:pt x="4196514" y="5443871"/>
                      <a:pt x="4200516" y="5462352"/>
                      <a:pt x="4204327" y="5480638"/>
                    </a:cubicBezTo>
                    <a:lnTo>
                      <a:pt x="4208850" y="5507668"/>
                    </a:lnTo>
                    <a:lnTo>
                      <a:pt x="4198232" y="5531692"/>
                    </a:lnTo>
                    <a:lnTo>
                      <a:pt x="4198231" y="5531693"/>
                    </a:lnTo>
                    <a:cubicBezTo>
                      <a:pt x="4191181" y="5537600"/>
                      <a:pt x="4187989" y="5542649"/>
                      <a:pt x="4188085" y="5547578"/>
                    </a:cubicBezTo>
                    <a:lnTo>
                      <a:pt x="4188085" y="5547579"/>
                    </a:lnTo>
                    <a:cubicBezTo>
                      <a:pt x="4188180" y="5552508"/>
                      <a:pt x="4191562" y="5557318"/>
                      <a:pt x="4197659" y="5562747"/>
                    </a:cubicBezTo>
                    <a:cubicBezTo>
                      <a:pt x="4240332" y="5600468"/>
                      <a:pt x="4267003" y="5646190"/>
                      <a:pt x="4268907" y="5704484"/>
                    </a:cubicBezTo>
                    <a:cubicBezTo>
                      <a:pt x="4269289" y="5716486"/>
                      <a:pt x="4271954" y="5728679"/>
                      <a:pt x="4274812" y="5740489"/>
                    </a:cubicBezTo>
                    <a:cubicBezTo>
                      <a:pt x="4276527" y="5747729"/>
                      <a:pt x="4278433" y="5756494"/>
                      <a:pt x="4283578" y="5760874"/>
                    </a:cubicBezTo>
                    <a:cubicBezTo>
                      <a:pt x="4322821" y="5794975"/>
                      <a:pt x="4350063" y="5837458"/>
                      <a:pt x="4371973" y="5883752"/>
                    </a:cubicBezTo>
                    <a:lnTo>
                      <a:pt x="4371974" y="5883757"/>
                    </a:lnTo>
                    <a:lnTo>
                      <a:pt x="4389877" y="5935946"/>
                    </a:lnTo>
                    <a:lnTo>
                      <a:pt x="4389878" y="5935950"/>
                    </a:lnTo>
                    <a:lnTo>
                      <a:pt x="4386259" y="5993290"/>
                    </a:lnTo>
                    <a:lnTo>
                      <a:pt x="4386259" y="5993291"/>
                    </a:lnTo>
                    <a:cubicBezTo>
                      <a:pt x="4385116" y="6004531"/>
                      <a:pt x="4385306" y="6017485"/>
                      <a:pt x="4379782" y="6026440"/>
                    </a:cubicBezTo>
                    <a:cubicBezTo>
                      <a:pt x="4362445" y="6054825"/>
                      <a:pt x="4343778" y="6082258"/>
                      <a:pt x="4323583" y="6108738"/>
                    </a:cubicBezTo>
                    <a:cubicBezTo>
                      <a:pt x="4314914" y="6120074"/>
                      <a:pt x="4309961" y="6126884"/>
                      <a:pt x="4309890" y="6133314"/>
                    </a:cubicBezTo>
                    <a:lnTo>
                      <a:pt x="4309890" y="6133315"/>
                    </a:lnTo>
                    <a:lnTo>
                      <a:pt x="4313591" y="6143190"/>
                    </a:lnTo>
                    <a:lnTo>
                      <a:pt x="4325486" y="6155600"/>
                    </a:lnTo>
                    <a:lnTo>
                      <a:pt x="4325488" y="6155603"/>
                    </a:lnTo>
                    <a:cubicBezTo>
                      <a:pt x="4347778" y="6175798"/>
                      <a:pt x="4359398" y="6200945"/>
                      <a:pt x="4364160" y="6228757"/>
                    </a:cubicBezTo>
                    <a:lnTo>
                      <a:pt x="4381497" y="6361540"/>
                    </a:lnTo>
                    <a:lnTo>
                      <a:pt x="4381497" y="6361539"/>
                    </a:lnTo>
                    <a:cubicBezTo>
                      <a:pt x="4377877" y="6317151"/>
                      <a:pt x="4371590" y="6272764"/>
                      <a:pt x="4364160" y="6228756"/>
                    </a:cubicBezTo>
                    <a:cubicBezTo>
                      <a:pt x="4359398" y="6200944"/>
                      <a:pt x="4347778" y="6175797"/>
                      <a:pt x="4325488" y="6155602"/>
                    </a:cubicBezTo>
                    <a:lnTo>
                      <a:pt x="4325486" y="6155600"/>
                    </a:lnTo>
                    <a:lnTo>
                      <a:pt x="4309890" y="6133315"/>
                    </a:lnTo>
                    <a:lnTo>
                      <a:pt x="4323583" y="6108739"/>
                    </a:lnTo>
                    <a:cubicBezTo>
                      <a:pt x="4343778" y="6082259"/>
                      <a:pt x="4362445" y="6054826"/>
                      <a:pt x="4379782" y="6026441"/>
                    </a:cubicBezTo>
                    <a:cubicBezTo>
                      <a:pt x="4385306" y="6017486"/>
                      <a:pt x="4385116" y="6004532"/>
                      <a:pt x="4386259" y="5993292"/>
                    </a:cubicBezTo>
                    <a:lnTo>
                      <a:pt x="4386259" y="5993290"/>
                    </a:lnTo>
                    <a:lnTo>
                      <a:pt x="4389712" y="5964477"/>
                    </a:lnTo>
                    <a:lnTo>
                      <a:pt x="4389878" y="5935950"/>
                    </a:lnTo>
                    <a:lnTo>
                      <a:pt x="4389878" y="5935949"/>
                    </a:lnTo>
                    <a:lnTo>
                      <a:pt x="4389877" y="5935946"/>
                    </a:lnTo>
                    <a:lnTo>
                      <a:pt x="4382997" y="5909351"/>
                    </a:lnTo>
                    <a:lnTo>
                      <a:pt x="4371974" y="5883757"/>
                    </a:lnTo>
                    <a:lnTo>
                      <a:pt x="4371973" y="5883751"/>
                    </a:lnTo>
                    <a:cubicBezTo>
                      <a:pt x="4350063" y="5837457"/>
                      <a:pt x="4322821" y="5794974"/>
                      <a:pt x="4283578" y="5760873"/>
                    </a:cubicBezTo>
                    <a:cubicBezTo>
                      <a:pt x="4278433" y="5756493"/>
                      <a:pt x="4276527" y="5747728"/>
                      <a:pt x="4274812" y="5740488"/>
                    </a:cubicBezTo>
                    <a:cubicBezTo>
                      <a:pt x="4271954" y="5728678"/>
                      <a:pt x="4269289" y="5716485"/>
                      <a:pt x="4268907" y="5704483"/>
                    </a:cubicBezTo>
                    <a:cubicBezTo>
                      <a:pt x="4267003" y="5646189"/>
                      <a:pt x="4240332" y="5600467"/>
                      <a:pt x="4197659" y="5562746"/>
                    </a:cubicBezTo>
                    <a:lnTo>
                      <a:pt x="4188085" y="5547578"/>
                    </a:lnTo>
                    <a:lnTo>
                      <a:pt x="4198231" y="5531694"/>
                    </a:lnTo>
                    <a:lnTo>
                      <a:pt x="4198232" y="5531692"/>
                    </a:lnTo>
                    <a:lnTo>
                      <a:pt x="4206630" y="5520422"/>
                    </a:lnTo>
                    <a:lnTo>
                      <a:pt x="4208850" y="5507668"/>
                    </a:lnTo>
                    <a:lnTo>
                      <a:pt x="4208850" y="5507667"/>
                    </a:lnTo>
                    <a:cubicBezTo>
                      <a:pt x="4208803" y="5498832"/>
                      <a:pt x="4206231" y="5489497"/>
                      <a:pt x="4204327" y="5480637"/>
                    </a:cubicBezTo>
                    <a:cubicBezTo>
                      <a:pt x="4200516" y="5462351"/>
                      <a:pt x="4196514" y="5443870"/>
                      <a:pt x="4192704" y="5425582"/>
                    </a:cubicBezTo>
                    <a:cubicBezTo>
                      <a:pt x="4190038" y="5412057"/>
                      <a:pt x="4187752" y="5398721"/>
                      <a:pt x="4184513" y="5385384"/>
                    </a:cubicBezTo>
                    <a:lnTo>
                      <a:pt x="4179637" y="5355014"/>
                    </a:lnTo>
                    <a:lnTo>
                      <a:pt x="4183557" y="5321350"/>
                    </a:lnTo>
                    <a:lnTo>
                      <a:pt x="4208517" y="5272797"/>
                    </a:lnTo>
                    <a:lnTo>
                      <a:pt x="4225669" y="5241089"/>
                    </a:lnTo>
                    <a:lnTo>
                      <a:pt x="4231973" y="5229433"/>
                    </a:lnTo>
                    <a:lnTo>
                      <a:pt x="4232139" y="5179068"/>
                    </a:lnTo>
                    <a:lnTo>
                      <a:pt x="4232139" y="5179067"/>
                    </a:lnTo>
                    <a:cubicBezTo>
                      <a:pt x="4231663" y="5176876"/>
                      <a:pt x="4230473" y="5174400"/>
                      <a:pt x="4229593" y="5172090"/>
                    </a:cubicBezTo>
                    <a:lnTo>
                      <a:pt x="4228901" y="5166114"/>
                    </a:lnTo>
                    <a:lnTo>
                      <a:pt x="4235616" y="5133225"/>
                    </a:lnTo>
                    <a:lnTo>
                      <a:pt x="4235616" y="5133224"/>
                    </a:lnTo>
                    <a:lnTo>
                      <a:pt x="4235615" y="5133220"/>
                    </a:lnTo>
                    <a:lnTo>
                      <a:pt x="4228473" y="5102461"/>
                    </a:lnTo>
                    <a:lnTo>
                      <a:pt x="4222587" y="5087441"/>
                    </a:lnTo>
                    <a:lnTo>
                      <a:pt x="4222582" y="5087423"/>
                    </a:lnTo>
                    <a:cubicBezTo>
                      <a:pt x="4216496" y="5072411"/>
                      <a:pt x="4210397" y="5057381"/>
                      <a:pt x="4209468" y="5041521"/>
                    </a:cubicBezTo>
                    <a:cubicBezTo>
                      <a:pt x="4208326" y="5022852"/>
                      <a:pt x="4194228" y="5003801"/>
                      <a:pt x="4182989" y="4987037"/>
                    </a:cubicBezTo>
                    <a:lnTo>
                      <a:pt x="4165707" y="4957454"/>
                    </a:lnTo>
                    <a:lnTo>
                      <a:pt x="4158155" y="4933805"/>
                    </a:lnTo>
                    <a:lnTo>
                      <a:pt x="4159557" y="4912169"/>
                    </a:lnTo>
                    <a:cubicBezTo>
                      <a:pt x="4161319" y="4904358"/>
                      <a:pt x="4161831" y="4896714"/>
                      <a:pt x="4161262" y="4889276"/>
                    </a:cubicBezTo>
                    <a:lnTo>
                      <a:pt x="4161262" y="4889275"/>
                    </a:lnTo>
                    <a:lnTo>
                      <a:pt x="4156484" y="4867614"/>
                    </a:lnTo>
                    <a:lnTo>
                      <a:pt x="4153733" y="4863343"/>
                    </a:lnTo>
                    <a:lnTo>
                      <a:pt x="4151983" y="4857317"/>
                    </a:lnTo>
                    <a:cubicBezTo>
                      <a:pt x="4146840" y="4847214"/>
                      <a:pt x="4139839" y="4837703"/>
                      <a:pt x="4131552" y="4828916"/>
                    </a:cubicBezTo>
                    <a:lnTo>
                      <a:pt x="4116716" y="4800483"/>
                    </a:lnTo>
                    <a:lnTo>
                      <a:pt x="4118025" y="4767765"/>
                    </a:lnTo>
                    <a:cubicBezTo>
                      <a:pt x="4123931" y="4738236"/>
                      <a:pt x="4124313" y="4707565"/>
                      <a:pt x="4127932" y="4677656"/>
                    </a:cubicBezTo>
                    <a:cubicBezTo>
                      <a:pt x="4128694" y="4671177"/>
                      <a:pt x="4131362" y="4662987"/>
                      <a:pt x="4135934" y="4659175"/>
                    </a:cubicBezTo>
                    <a:cubicBezTo>
                      <a:pt x="4192704" y="4612501"/>
                      <a:pt x="4193276" y="4546777"/>
                      <a:pt x="4195944" y="4482005"/>
                    </a:cubicBezTo>
                    <a:cubicBezTo>
                      <a:pt x="4197659" y="4442762"/>
                      <a:pt x="4197659" y="4403326"/>
                      <a:pt x="4196706" y="4363891"/>
                    </a:cubicBezTo>
                    <a:lnTo>
                      <a:pt x="4196706" y="4363890"/>
                    </a:lnTo>
                    <a:cubicBezTo>
                      <a:pt x="4196514" y="4350554"/>
                      <a:pt x="4193466" y="4336457"/>
                      <a:pt x="4187752" y="4324645"/>
                    </a:cubicBezTo>
                    <a:cubicBezTo>
                      <a:pt x="4175749" y="4300070"/>
                      <a:pt x="4160129" y="4277401"/>
                      <a:pt x="4147936" y="4253014"/>
                    </a:cubicBezTo>
                    <a:close/>
                    <a:moveTo>
                      <a:pt x="4211111" y="2836172"/>
                    </a:moveTo>
                    <a:lnTo>
                      <a:pt x="4202421" y="2848793"/>
                    </a:lnTo>
                    <a:cubicBezTo>
                      <a:pt x="4197421" y="2865010"/>
                      <a:pt x="4191562" y="2881307"/>
                      <a:pt x="4186816" y="2897785"/>
                    </a:cubicBezTo>
                    <a:lnTo>
                      <a:pt x="4185787" y="2903551"/>
                    </a:lnTo>
                    <a:lnTo>
                      <a:pt x="4182513" y="2914328"/>
                    </a:lnTo>
                    <a:lnTo>
                      <a:pt x="4177882" y="2947858"/>
                    </a:lnTo>
                    <a:lnTo>
                      <a:pt x="4177881" y="2947862"/>
                    </a:lnTo>
                    <a:lnTo>
                      <a:pt x="4177881" y="2947863"/>
                    </a:lnTo>
                    <a:cubicBezTo>
                      <a:pt x="4177512" y="2959157"/>
                      <a:pt x="4178512" y="2970576"/>
                      <a:pt x="4181465" y="2982149"/>
                    </a:cubicBezTo>
                    <a:lnTo>
                      <a:pt x="4193158" y="3077402"/>
                    </a:lnTo>
                    <a:lnTo>
                      <a:pt x="4180703" y="3172654"/>
                    </a:lnTo>
                    <a:cubicBezTo>
                      <a:pt x="4154794" y="3276480"/>
                      <a:pt x="4127362" y="3380305"/>
                      <a:pt x="4133076" y="3489467"/>
                    </a:cubicBezTo>
                    <a:cubicBezTo>
                      <a:pt x="4134028" y="3507563"/>
                      <a:pt x="4122407" y="3529090"/>
                      <a:pt x="4110977" y="3544713"/>
                    </a:cubicBezTo>
                    <a:cubicBezTo>
                      <a:pt x="4100119" y="3559668"/>
                      <a:pt x="4094260" y="3566812"/>
                      <a:pt x="4093355" y="3574408"/>
                    </a:cubicBezTo>
                    <a:lnTo>
                      <a:pt x="4093355" y="3574409"/>
                    </a:lnTo>
                    <a:cubicBezTo>
                      <a:pt x="4092450" y="3582005"/>
                      <a:pt x="4096499" y="3590054"/>
                      <a:pt x="4105453" y="3606818"/>
                    </a:cubicBezTo>
                    <a:cubicBezTo>
                      <a:pt x="4109835" y="3614820"/>
                      <a:pt x="4112501" y="3624726"/>
                      <a:pt x="4118979" y="3630633"/>
                    </a:cubicBezTo>
                    <a:lnTo>
                      <a:pt x="4136708" y="3654416"/>
                    </a:lnTo>
                    <a:lnTo>
                      <a:pt x="4140382" y="3668940"/>
                    </a:lnTo>
                    <a:lnTo>
                      <a:pt x="4143220" y="3680164"/>
                    </a:lnTo>
                    <a:lnTo>
                      <a:pt x="4139172" y="3734837"/>
                    </a:lnTo>
                    <a:lnTo>
                      <a:pt x="4139172" y="3734838"/>
                    </a:lnTo>
                    <a:cubicBezTo>
                      <a:pt x="4138220" y="3741316"/>
                      <a:pt x="4136886" y="3749126"/>
                      <a:pt x="4139554" y="3754653"/>
                    </a:cubicBezTo>
                    <a:lnTo>
                      <a:pt x="4145911" y="3789776"/>
                    </a:lnTo>
                    <a:lnTo>
                      <a:pt x="4130980" y="3822472"/>
                    </a:lnTo>
                    <a:cubicBezTo>
                      <a:pt x="4123932" y="3831902"/>
                      <a:pt x="4118312" y="3842046"/>
                      <a:pt x="4116645" y="3852619"/>
                    </a:cubicBezTo>
                    <a:lnTo>
                      <a:pt x="4116645" y="3852620"/>
                    </a:lnTo>
                    <a:lnTo>
                      <a:pt x="4117425" y="3868764"/>
                    </a:lnTo>
                    <a:lnTo>
                      <a:pt x="4126028" y="3885337"/>
                    </a:lnTo>
                    <a:lnTo>
                      <a:pt x="4126028" y="3885339"/>
                    </a:lnTo>
                    <a:cubicBezTo>
                      <a:pt x="4135744" y="3897722"/>
                      <a:pt x="4143150" y="3910319"/>
                      <a:pt x="4148409" y="3923125"/>
                    </a:cubicBezTo>
                    <a:lnTo>
                      <a:pt x="4157913" y="3962160"/>
                    </a:lnTo>
                    <a:lnTo>
                      <a:pt x="4142221" y="4043838"/>
                    </a:lnTo>
                    <a:lnTo>
                      <a:pt x="4142220" y="4043839"/>
                    </a:lnTo>
                    <a:cubicBezTo>
                      <a:pt x="4133457" y="4063842"/>
                      <a:pt x="4128075" y="4083702"/>
                      <a:pt x="4127099" y="4103825"/>
                    </a:cubicBezTo>
                    <a:lnTo>
                      <a:pt x="4127099" y="4103826"/>
                    </a:lnTo>
                    <a:lnTo>
                      <a:pt x="4129066" y="4134256"/>
                    </a:lnTo>
                    <a:lnTo>
                      <a:pt x="4138410" y="4165382"/>
                    </a:lnTo>
                    <a:lnTo>
                      <a:pt x="4138410" y="4165384"/>
                    </a:lnTo>
                    <a:lnTo>
                      <a:pt x="4142315" y="4192388"/>
                    </a:lnTo>
                    <a:lnTo>
                      <a:pt x="4142315" y="4192387"/>
                    </a:lnTo>
                    <a:cubicBezTo>
                      <a:pt x="4142411" y="4182767"/>
                      <a:pt x="4141839" y="4173480"/>
                      <a:pt x="4138410" y="4165383"/>
                    </a:cubicBezTo>
                    <a:lnTo>
                      <a:pt x="4138410" y="4165382"/>
                    </a:lnTo>
                    <a:lnTo>
                      <a:pt x="4127099" y="4103826"/>
                    </a:lnTo>
                    <a:lnTo>
                      <a:pt x="4142220" y="4043840"/>
                    </a:lnTo>
                    <a:lnTo>
                      <a:pt x="4142221" y="4043838"/>
                    </a:lnTo>
                    <a:lnTo>
                      <a:pt x="4155523" y="4002410"/>
                    </a:lnTo>
                    <a:lnTo>
                      <a:pt x="4157913" y="3962160"/>
                    </a:lnTo>
                    <a:lnTo>
                      <a:pt x="4157913" y="3962159"/>
                    </a:lnTo>
                    <a:cubicBezTo>
                      <a:pt x="4155651" y="3935727"/>
                      <a:pt x="4145460" y="3910104"/>
                      <a:pt x="4126028" y="3885338"/>
                    </a:cubicBezTo>
                    <a:lnTo>
                      <a:pt x="4126028" y="3885337"/>
                    </a:lnTo>
                    <a:lnTo>
                      <a:pt x="4116645" y="3852620"/>
                    </a:lnTo>
                    <a:lnTo>
                      <a:pt x="4130980" y="3822473"/>
                    </a:lnTo>
                    <a:cubicBezTo>
                      <a:pt x="4139172" y="3811614"/>
                      <a:pt x="4144316" y="3800897"/>
                      <a:pt x="4145911" y="3789777"/>
                    </a:cubicBezTo>
                    <a:lnTo>
                      <a:pt x="4145911" y="3789776"/>
                    </a:lnTo>
                    <a:cubicBezTo>
                      <a:pt x="4147507" y="3778655"/>
                      <a:pt x="4145554" y="3767130"/>
                      <a:pt x="4139554" y="3754652"/>
                    </a:cubicBezTo>
                    <a:lnTo>
                      <a:pt x="4139172" y="3734838"/>
                    </a:lnTo>
                    <a:lnTo>
                      <a:pt x="4143220" y="3680164"/>
                    </a:lnTo>
                    <a:lnTo>
                      <a:pt x="4143220" y="3680163"/>
                    </a:lnTo>
                    <a:lnTo>
                      <a:pt x="4140382" y="3668940"/>
                    </a:lnTo>
                    <a:lnTo>
                      <a:pt x="4136708" y="3654416"/>
                    </a:lnTo>
                    <a:lnTo>
                      <a:pt x="4136708" y="3654416"/>
                    </a:lnTo>
                    <a:lnTo>
                      <a:pt x="4136708" y="3654415"/>
                    </a:lnTo>
                    <a:cubicBezTo>
                      <a:pt x="4132898" y="3646123"/>
                      <a:pt x="4127219" y="3638157"/>
                      <a:pt x="4118979" y="3630632"/>
                    </a:cubicBezTo>
                    <a:cubicBezTo>
                      <a:pt x="4112501" y="3624725"/>
                      <a:pt x="4109835" y="3614819"/>
                      <a:pt x="4105453" y="3606817"/>
                    </a:cubicBezTo>
                    <a:cubicBezTo>
                      <a:pt x="4100976" y="3598435"/>
                      <a:pt x="4097725" y="3592232"/>
                      <a:pt x="4095707" y="3587174"/>
                    </a:cubicBezTo>
                    <a:lnTo>
                      <a:pt x="4093355" y="3574408"/>
                    </a:lnTo>
                    <a:lnTo>
                      <a:pt x="4098434" y="3562321"/>
                    </a:lnTo>
                    <a:cubicBezTo>
                      <a:pt x="4101369" y="3557716"/>
                      <a:pt x="4105548" y="3552191"/>
                      <a:pt x="4110977" y="3544714"/>
                    </a:cubicBezTo>
                    <a:cubicBezTo>
                      <a:pt x="4122407" y="3529091"/>
                      <a:pt x="4134028" y="3507564"/>
                      <a:pt x="4133076" y="3489468"/>
                    </a:cubicBezTo>
                    <a:cubicBezTo>
                      <a:pt x="4127362" y="3380306"/>
                      <a:pt x="4154794" y="3276481"/>
                      <a:pt x="4180703" y="3172655"/>
                    </a:cubicBezTo>
                    <a:cubicBezTo>
                      <a:pt x="4188705" y="3140650"/>
                      <a:pt x="4192943" y="3109026"/>
                      <a:pt x="4193158" y="3077402"/>
                    </a:cubicBezTo>
                    <a:lnTo>
                      <a:pt x="4193158" y="3077401"/>
                    </a:lnTo>
                    <a:cubicBezTo>
                      <a:pt x="4193372" y="3045777"/>
                      <a:pt x="4189562" y="3014153"/>
                      <a:pt x="4181465" y="2982148"/>
                    </a:cubicBezTo>
                    <a:lnTo>
                      <a:pt x="4177881" y="2947863"/>
                    </a:lnTo>
                    <a:lnTo>
                      <a:pt x="4177882" y="2947858"/>
                    </a:lnTo>
                    <a:lnTo>
                      <a:pt x="4185787" y="2903551"/>
                    </a:lnTo>
                    <a:lnTo>
                      <a:pt x="4202421" y="2848794"/>
                    </a:lnTo>
                    <a:cubicBezTo>
                      <a:pt x="4203754" y="2844317"/>
                      <a:pt x="4207040" y="2839983"/>
                      <a:pt x="4211111" y="2836173"/>
                    </a:cubicBezTo>
                    <a:close/>
                    <a:moveTo>
                      <a:pt x="3726625" y="1508458"/>
                    </a:moveTo>
                    <a:lnTo>
                      <a:pt x="3698531" y="1596214"/>
                    </a:lnTo>
                    <a:cubicBezTo>
                      <a:pt x="3696054" y="1604979"/>
                      <a:pt x="3697579" y="1615837"/>
                      <a:pt x="3700436" y="1624981"/>
                    </a:cubicBezTo>
                    <a:cubicBezTo>
                      <a:pt x="3710152" y="1656224"/>
                      <a:pt x="3734537" y="1676037"/>
                      <a:pt x="3757017" y="1697754"/>
                    </a:cubicBezTo>
                    <a:cubicBezTo>
                      <a:pt x="3766924" y="1707280"/>
                      <a:pt x="3773972" y="1720424"/>
                      <a:pt x="3779686" y="1733189"/>
                    </a:cubicBezTo>
                    <a:cubicBezTo>
                      <a:pt x="3794357" y="1766336"/>
                      <a:pt x="3807501" y="1800247"/>
                      <a:pt x="3821407" y="1833776"/>
                    </a:cubicBezTo>
                    <a:cubicBezTo>
                      <a:pt x="3822741" y="1837014"/>
                      <a:pt x="3826170" y="1839680"/>
                      <a:pt x="3829028" y="1842159"/>
                    </a:cubicBezTo>
                    <a:cubicBezTo>
                      <a:pt x="3859129" y="1866923"/>
                      <a:pt x="3889418" y="1891498"/>
                      <a:pt x="3919519" y="1916455"/>
                    </a:cubicBezTo>
                    <a:cubicBezTo>
                      <a:pt x="3925233" y="1921217"/>
                      <a:pt x="3929425" y="1928077"/>
                      <a:pt x="3934949" y="1933220"/>
                    </a:cubicBezTo>
                    <a:cubicBezTo>
                      <a:pt x="3942569" y="1940460"/>
                      <a:pt x="3949810" y="1949604"/>
                      <a:pt x="3958954" y="1953414"/>
                    </a:cubicBezTo>
                    <a:cubicBezTo>
                      <a:pt x="3987719" y="1965225"/>
                      <a:pt x="4000103" y="1987895"/>
                      <a:pt x="4005437" y="2016470"/>
                    </a:cubicBezTo>
                    <a:cubicBezTo>
                      <a:pt x="4010390" y="2042571"/>
                      <a:pt x="4014582" y="2068670"/>
                      <a:pt x="4020296" y="2094579"/>
                    </a:cubicBezTo>
                    <a:cubicBezTo>
                      <a:pt x="4027154" y="2126202"/>
                      <a:pt x="4034584" y="2157637"/>
                      <a:pt x="4042967" y="2188880"/>
                    </a:cubicBezTo>
                    <a:cubicBezTo>
                      <a:pt x="4046587" y="2202405"/>
                      <a:pt x="4050777" y="2216693"/>
                      <a:pt x="4058207" y="2228315"/>
                    </a:cubicBezTo>
                    <a:cubicBezTo>
                      <a:pt x="4078782" y="2260891"/>
                      <a:pt x="4092688" y="2295754"/>
                      <a:pt x="4087164" y="2334045"/>
                    </a:cubicBezTo>
                    <a:cubicBezTo>
                      <a:pt x="4082782" y="2364716"/>
                      <a:pt x="4094022" y="2390435"/>
                      <a:pt x="4111549" y="2409486"/>
                    </a:cubicBezTo>
                    <a:cubicBezTo>
                      <a:pt x="4119503" y="2418155"/>
                      <a:pt x="4125016" y="2426977"/>
                      <a:pt x="4128650" y="2435913"/>
                    </a:cubicBezTo>
                    <a:lnTo>
                      <a:pt x="4134481" y="2463018"/>
                    </a:lnTo>
                    <a:lnTo>
                      <a:pt x="4125839" y="2518262"/>
                    </a:lnTo>
                    <a:lnTo>
                      <a:pt x="4125838" y="2518264"/>
                    </a:lnTo>
                    <a:cubicBezTo>
                      <a:pt x="4123171" y="2527790"/>
                      <a:pt x="4122027" y="2536457"/>
                      <a:pt x="4122194" y="2545006"/>
                    </a:cubicBezTo>
                    <a:lnTo>
                      <a:pt x="4122194" y="2545007"/>
                    </a:lnTo>
                    <a:cubicBezTo>
                      <a:pt x="4122360" y="2553556"/>
                      <a:pt x="4123837" y="2561986"/>
                      <a:pt x="4126408" y="2571035"/>
                    </a:cubicBezTo>
                    <a:cubicBezTo>
                      <a:pt x="4138410" y="2612946"/>
                      <a:pt x="4170987" y="2640951"/>
                      <a:pt x="4199563" y="2668002"/>
                    </a:cubicBezTo>
                    <a:cubicBezTo>
                      <a:pt x="4223947" y="2691055"/>
                      <a:pt x="4237663" y="2716964"/>
                      <a:pt x="4247953" y="2745349"/>
                    </a:cubicBezTo>
                    <a:lnTo>
                      <a:pt x="4247954" y="2745352"/>
                    </a:lnTo>
                    <a:lnTo>
                      <a:pt x="4253873" y="2778006"/>
                    </a:lnTo>
                    <a:lnTo>
                      <a:pt x="4253453" y="2785440"/>
                    </a:lnTo>
                    <a:lnTo>
                      <a:pt x="4243374" y="2811780"/>
                    </a:lnTo>
                    <a:lnTo>
                      <a:pt x="4243371" y="2811787"/>
                    </a:lnTo>
                    <a:lnTo>
                      <a:pt x="4243372" y="2811787"/>
                    </a:lnTo>
                    <a:lnTo>
                      <a:pt x="4243374" y="2811780"/>
                    </a:lnTo>
                    <a:lnTo>
                      <a:pt x="4253025" y="2793023"/>
                    </a:lnTo>
                    <a:lnTo>
                      <a:pt x="4253453" y="2785440"/>
                    </a:lnTo>
                    <a:lnTo>
                      <a:pt x="4254654" y="2782305"/>
                    </a:lnTo>
                    <a:lnTo>
                      <a:pt x="4253873" y="2778006"/>
                    </a:lnTo>
                    <a:lnTo>
                      <a:pt x="4254284" y="2770758"/>
                    </a:lnTo>
                    <a:lnTo>
                      <a:pt x="4247954" y="2745352"/>
                    </a:lnTo>
                    <a:lnTo>
                      <a:pt x="4247953" y="2745348"/>
                    </a:lnTo>
                    <a:cubicBezTo>
                      <a:pt x="4237663" y="2716963"/>
                      <a:pt x="4223947" y="2691054"/>
                      <a:pt x="4199563" y="2668001"/>
                    </a:cubicBezTo>
                    <a:cubicBezTo>
                      <a:pt x="4170987" y="2640950"/>
                      <a:pt x="4138410" y="2612945"/>
                      <a:pt x="4126408" y="2571034"/>
                    </a:cubicBezTo>
                    <a:lnTo>
                      <a:pt x="4122194" y="2545007"/>
                    </a:lnTo>
                    <a:lnTo>
                      <a:pt x="4125838" y="2518265"/>
                    </a:lnTo>
                    <a:lnTo>
                      <a:pt x="4125839" y="2518262"/>
                    </a:lnTo>
                    <a:lnTo>
                      <a:pt x="4132419" y="2490551"/>
                    </a:lnTo>
                    <a:lnTo>
                      <a:pt x="4134481" y="2463018"/>
                    </a:lnTo>
                    <a:lnTo>
                      <a:pt x="4134481" y="2463017"/>
                    </a:lnTo>
                    <a:cubicBezTo>
                      <a:pt x="4133600" y="2444777"/>
                      <a:pt x="4127457" y="2426822"/>
                      <a:pt x="4111549" y="2409485"/>
                    </a:cubicBezTo>
                    <a:cubicBezTo>
                      <a:pt x="4094022" y="2390434"/>
                      <a:pt x="4082782" y="2364715"/>
                      <a:pt x="4087164" y="2334044"/>
                    </a:cubicBezTo>
                    <a:cubicBezTo>
                      <a:pt x="4092688" y="2295753"/>
                      <a:pt x="4078782" y="2260890"/>
                      <a:pt x="4058207" y="2228314"/>
                    </a:cubicBezTo>
                    <a:cubicBezTo>
                      <a:pt x="4050777" y="2216692"/>
                      <a:pt x="4046587" y="2202404"/>
                      <a:pt x="4042967" y="2188879"/>
                    </a:cubicBezTo>
                    <a:cubicBezTo>
                      <a:pt x="4034584" y="2157636"/>
                      <a:pt x="4027154" y="2126201"/>
                      <a:pt x="4020296" y="2094578"/>
                    </a:cubicBezTo>
                    <a:cubicBezTo>
                      <a:pt x="4014582" y="2068669"/>
                      <a:pt x="4010390" y="2042570"/>
                      <a:pt x="4005437" y="2016469"/>
                    </a:cubicBezTo>
                    <a:cubicBezTo>
                      <a:pt x="4000103" y="1987894"/>
                      <a:pt x="3987719" y="1965224"/>
                      <a:pt x="3958954" y="1953413"/>
                    </a:cubicBezTo>
                    <a:cubicBezTo>
                      <a:pt x="3949810" y="1949603"/>
                      <a:pt x="3942569" y="1940459"/>
                      <a:pt x="3934949" y="1933219"/>
                    </a:cubicBezTo>
                    <a:cubicBezTo>
                      <a:pt x="3929425" y="1928076"/>
                      <a:pt x="3925233" y="1921216"/>
                      <a:pt x="3919519" y="1916454"/>
                    </a:cubicBezTo>
                    <a:cubicBezTo>
                      <a:pt x="3889418" y="1891497"/>
                      <a:pt x="3859129" y="1866922"/>
                      <a:pt x="3829028" y="1842158"/>
                    </a:cubicBezTo>
                    <a:cubicBezTo>
                      <a:pt x="3826170" y="1839679"/>
                      <a:pt x="3822741" y="1837013"/>
                      <a:pt x="3821407" y="1833775"/>
                    </a:cubicBezTo>
                    <a:cubicBezTo>
                      <a:pt x="3807501" y="1800246"/>
                      <a:pt x="3794358" y="1766335"/>
                      <a:pt x="3779686" y="1733188"/>
                    </a:cubicBezTo>
                    <a:cubicBezTo>
                      <a:pt x="3773972" y="1720423"/>
                      <a:pt x="3766924" y="1707279"/>
                      <a:pt x="3757018" y="1697753"/>
                    </a:cubicBezTo>
                    <a:cubicBezTo>
                      <a:pt x="3734538" y="1676036"/>
                      <a:pt x="3710152" y="1656223"/>
                      <a:pt x="3700436" y="1624980"/>
                    </a:cubicBezTo>
                    <a:cubicBezTo>
                      <a:pt x="3697580" y="1615836"/>
                      <a:pt x="3696055" y="1604978"/>
                      <a:pt x="3698532" y="1596213"/>
                    </a:cubicBezTo>
                    <a:close/>
                    <a:moveTo>
                      <a:pt x="3745230" y="1459073"/>
                    </a:moveTo>
                    <a:lnTo>
                      <a:pt x="3745229" y="1459074"/>
                    </a:lnTo>
                    <a:lnTo>
                      <a:pt x="3736012" y="1481572"/>
                    </a:lnTo>
                    <a:close/>
                    <a:moveTo>
                      <a:pt x="3764423" y="1268758"/>
                    </a:moveTo>
                    <a:cubicBezTo>
                      <a:pt x="3764875" y="1275402"/>
                      <a:pt x="3766447" y="1281689"/>
                      <a:pt x="3769590" y="1286070"/>
                    </a:cubicBezTo>
                    <a:cubicBezTo>
                      <a:pt x="3784163" y="1306930"/>
                      <a:pt x="3790403" y="1328553"/>
                      <a:pt x="3791927" y="1350628"/>
                    </a:cubicBezTo>
                    <a:lnTo>
                      <a:pt x="3786333" y="1413840"/>
                    </a:lnTo>
                    <a:lnTo>
                      <a:pt x="3791928" y="1350627"/>
                    </a:lnTo>
                    <a:cubicBezTo>
                      <a:pt x="3790403" y="1328552"/>
                      <a:pt x="3784164" y="1306930"/>
                      <a:pt x="3769590" y="1286069"/>
                    </a:cubicBezTo>
                    <a:close/>
                    <a:moveTo>
                      <a:pt x="3706152" y="773035"/>
                    </a:moveTo>
                    <a:lnTo>
                      <a:pt x="3706152" y="773036"/>
                    </a:lnTo>
                    <a:cubicBezTo>
                      <a:pt x="3708438" y="800277"/>
                      <a:pt x="3711676" y="827330"/>
                      <a:pt x="3714152" y="854380"/>
                    </a:cubicBezTo>
                    <a:cubicBezTo>
                      <a:pt x="3716438" y="878957"/>
                      <a:pt x="3717200" y="903723"/>
                      <a:pt x="3745205" y="915344"/>
                    </a:cubicBezTo>
                    <a:cubicBezTo>
                      <a:pt x="3749587" y="917060"/>
                      <a:pt x="3752825" y="922774"/>
                      <a:pt x="3755683" y="927156"/>
                    </a:cubicBezTo>
                    <a:cubicBezTo>
                      <a:pt x="3799691" y="994786"/>
                      <a:pt x="3798547" y="1030981"/>
                      <a:pt x="3752063" y="1097088"/>
                    </a:cubicBezTo>
                    <a:cubicBezTo>
                      <a:pt x="3747301" y="1103946"/>
                      <a:pt x="3743871" y="1118614"/>
                      <a:pt x="3747681" y="1123186"/>
                    </a:cubicBezTo>
                    <a:cubicBezTo>
                      <a:pt x="3763493" y="1142618"/>
                      <a:pt x="3770542" y="1162954"/>
                      <a:pt x="3772400" y="1184029"/>
                    </a:cubicBezTo>
                    <a:cubicBezTo>
                      <a:pt x="3770542" y="1162954"/>
                      <a:pt x="3763494" y="1142617"/>
                      <a:pt x="3747682" y="1123185"/>
                    </a:cubicBezTo>
                    <a:cubicBezTo>
                      <a:pt x="3743872" y="1118613"/>
                      <a:pt x="3747302" y="1103945"/>
                      <a:pt x="3752064" y="1097087"/>
                    </a:cubicBezTo>
                    <a:cubicBezTo>
                      <a:pt x="3798548" y="1030980"/>
                      <a:pt x="3799692" y="994785"/>
                      <a:pt x="3755684" y="927155"/>
                    </a:cubicBezTo>
                    <a:cubicBezTo>
                      <a:pt x="3752826" y="922773"/>
                      <a:pt x="3749588" y="917059"/>
                      <a:pt x="3745206" y="915343"/>
                    </a:cubicBezTo>
                    <a:cubicBezTo>
                      <a:pt x="3717200" y="903722"/>
                      <a:pt x="3716438" y="878956"/>
                      <a:pt x="3714152" y="854379"/>
                    </a:cubicBezTo>
                    <a:close/>
                    <a:moveTo>
                      <a:pt x="3761553" y="517851"/>
                    </a:moveTo>
                    <a:lnTo>
                      <a:pt x="3752635" y="556048"/>
                    </a:lnTo>
                    <a:cubicBezTo>
                      <a:pt x="3750539" y="564049"/>
                      <a:pt x="3745015" y="572623"/>
                      <a:pt x="3746157" y="580051"/>
                    </a:cubicBezTo>
                    <a:cubicBezTo>
                      <a:pt x="3749491" y="601579"/>
                      <a:pt x="3747062" y="622201"/>
                      <a:pt x="3742776" y="642538"/>
                    </a:cubicBezTo>
                    <a:lnTo>
                      <a:pt x="3730253" y="694928"/>
                    </a:lnTo>
                    <a:lnTo>
                      <a:pt x="3742777" y="642537"/>
                    </a:lnTo>
                    <a:cubicBezTo>
                      <a:pt x="3747063" y="622201"/>
                      <a:pt x="3749492" y="601578"/>
                      <a:pt x="3746158" y="580050"/>
                    </a:cubicBezTo>
                    <a:cubicBezTo>
                      <a:pt x="3745016" y="572622"/>
                      <a:pt x="3750540" y="564048"/>
                      <a:pt x="3752636" y="556047"/>
                    </a:cubicBezTo>
                    <a:close/>
                    <a:moveTo>
                      <a:pt x="3774848" y="298169"/>
                    </a:moveTo>
                    <a:lnTo>
                      <a:pt x="3760065" y="313534"/>
                    </a:lnTo>
                    <a:cubicBezTo>
                      <a:pt x="3755873" y="316390"/>
                      <a:pt x="3758159" y="330299"/>
                      <a:pt x="3759493" y="338871"/>
                    </a:cubicBezTo>
                    <a:lnTo>
                      <a:pt x="3759500" y="338900"/>
                    </a:lnTo>
                    <a:lnTo>
                      <a:pt x="3769400" y="395640"/>
                    </a:lnTo>
                    <a:lnTo>
                      <a:pt x="3765590" y="367328"/>
                    </a:lnTo>
                    <a:lnTo>
                      <a:pt x="3759500" y="338900"/>
                    </a:lnTo>
                    <a:lnTo>
                      <a:pt x="3759494" y="338870"/>
                    </a:lnTo>
                    <a:cubicBezTo>
                      <a:pt x="3758160" y="330298"/>
                      <a:pt x="3755874" y="316389"/>
                      <a:pt x="3760066" y="313533"/>
                    </a:cubicBezTo>
                    <a:close/>
                    <a:moveTo>
                      <a:pt x="3782393" y="281568"/>
                    </a:moveTo>
                    <a:lnTo>
                      <a:pt x="3777498" y="295415"/>
                    </a:lnTo>
                    <a:lnTo>
                      <a:pt x="3777499" y="295415"/>
                    </a:lnTo>
                    <a:close/>
                    <a:moveTo>
                      <a:pt x="3769073" y="24486"/>
                    </a:moveTo>
                    <a:lnTo>
                      <a:pt x="3766810" y="74129"/>
                    </a:lnTo>
                    <a:cubicBezTo>
                      <a:pt x="3767733" y="91492"/>
                      <a:pt x="3770043" y="108703"/>
                      <a:pt x="3772734" y="125861"/>
                    </a:cubicBezTo>
                    <a:lnTo>
                      <a:pt x="3777129" y="153387"/>
                    </a:lnTo>
                    <a:lnTo>
                      <a:pt x="3785402" y="228944"/>
                    </a:lnTo>
                    <a:lnTo>
                      <a:pt x="3780943" y="177271"/>
                    </a:lnTo>
                    <a:lnTo>
                      <a:pt x="3777129" y="153387"/>
                    </a:lnTo>
                    <a:lnTo>
                      <a:pt x="3776930" y="151569"/>
                    </a:lnTo>
                    <a:cubicBezTo>
                      <a:pt x="3772700" y="125876"/>
                      <a:pt x="3768195" y="100174"/>
                      <a:pt x="3766811" y="74129"/>
                    </a:cubicBezTo>
                    <a:close/>
                    <a:moveTo>
                      <a:pt x="3766492" y="0"/>
                    </a:moveTo>
                    <a:lnTo>
                      <a:pt x="4230600" y="0"/>
                    </a:lnTo>
                    <a:lnTo>
                      <a:pt x="4229473" y="2817"/>
                    </a:lnTo>
                    <a:cubicBezTo>
                      <a:pt x="4221092" y="21486"/>
                      <a:pt x="4218423" y="43012"/>
                      <a:pt x="4215375" y="63587"/>
                    </a:cubicBezTo>
                    <a:cubicBezTo>
                      <a:pt x="4209851" y="101308"/>
                      <a:pt x="4206421" y="139219"/>
                      <a:pt x="4201468" y="176939"/>
                    </a:cubicBezTo>
                    <a:cubicBezTo>
                      <a:pt x="4200325" y="184941"/>
                      <a:pt x="4198231" y="194085"/>
                      <a:pt x="4193466" y="200182"/>
                    </a:cubicBezTo>
                    <a:cubicBezTo>
                      <a:pt x="4161461" y="241901"/>
                      <a:pt x="4152508" y="292579"/>
                      <a:pt x="4155554" y="340774"/>
                    </a:cubicBezTo>
                    <a:cubicBezTo>
                      <a:pt x="4157843" y="378686"/>
                      <a:pt x="4159557" y="415835"/>
                      <a:pt x="4156319" y="453364"/>
                    </a:cubicBezTo>
                    <a:cubicBezTo>
                      <a:pt x="4156127" y="456222"/>
                      <a:pt x="4156509" y="460032"/>
                      <a:pt x="4158033" y="462126"/>
                    </a:cubicBezTo>
                    <a:cubicBezTo>
                      <a:pt x="4168129" y="475081"/>
                      <a:pt x="4168891" y="488607"/>
                      <a:pt x="4170605" y="505182"/>
                    </a:cubicBezTo>
                    <a:cubicBezTo>
                      <a:pt x="4173083" y="528615"/>
                      <a:pt x="4171367" y="550141"/>
                      <a:pt x="4167177" y="571860"/>
                    </a:cubicBezTo>
                    <a:cubicBezTo>
                      <a:pt x="4164129" y="587672"/>
                      <a:pt x="4157843" y="603673"/>
                      <a:pt x="4149840" y="617772"/>
                    </a:cubicBezTo>
                    <a:cubicBezTo>
                      <a:pt x="4138600" y="637392"/>
                      <a:pt x="4134220" y="656255"/>
                      <a:pt x="4149078" y="674923"/>
                    </a:cubicBezTo>
                    <a:cubicBezTo>
                      <a:pt x="4164891" y="695116"/>
                      <a:pt x="4159367" y="717977"/>
                      <a:pt x="4159937" y="740268"/>
                    </a:cubicBezTo>
                    <a:cubicBezTo>
                      <a:pt x="4160129" y="749982"/>
                      <a:pt x="4159747" y="760270"/>
                      <a:pt x="4162223" y="769605"/>
                    </a:cubicBezTo>
                    <a:cubicBezTo>
                      <a:pt x="4169273" y="796655"/>
                      <a:pt x="4179941" y="822756"/>
                      <a:pt x="4184703" y="850189"/>
                    </a:cubicBezTo>
                    <a:cubicBezTo>
                      <a:pt x="4187370" y="865430"/>
                      <a:pt x="4182607" y="882384"/>
                      <a:pt x="4179179" y="898198"/>
                    </a:cubicBezTo>
                    <a:cubicBezTo>
                      <a:pt x="4175559" y="914200"/>
                      <a:pt x="4170035" y="930011"/>
                      <a:pt x="4164319" y="945444"/>
                    </a:cubicBezTo>
                    <a:cubicBezTo>
                      <a:pt x="4160509" y="955920"/>
                      <a:pt x="4156889" y="967350"/>
                      <a:pt x="4150030" y="975733"/>
                    </a:cubicBezTo>
                    <a:cubicBezTo>
                      <a:pt x="4134410" y="994785"/>
                      <a:pt x="4131742" y="1014406"/>
                      <a:pt x="4139934" y="1036887"/>
                    </a:cubicBezTo>
                    <a:cubicBezTo>
                      <a:pt x="4141268" y="1040315"/>
                      <a:pt x="4141268" y="1044315"/>
                      <a:pt x="4141458" y="1048125"/>
                    </a:cubicBezTo>
                    <a:cubicBezTo>
                      <a:pt x="4145458" y="1109091"/>
                      <a:pt x="4147936" y="1170051"/>
                      <a:pt x="4154032" y="1230633"/>
                    </a:cubicBezTo>
                    <a:cubicBezTo>
                      <a:pt x="4156509" y="1255206"/>
                      <a:pt x="4167367" y="1278829"/>
                      <a:pt x="4174225" y="1303024"/>
                    </a:cubicBezTo>
                    <a:cubicBezTo>
                      <a:pt x="4175559" y="1307978"/>
                      <a:pt x="4177655" y="1313504"/>
                      <a:pt x="4176701" y="1318456"/>
                    </a:cubicBezTo>
                    <a:cubicBezTo>
                      <a:pt x="4167177" y="1372368"/>
                      <a:pt x="4181083" y="1422854"/>
                      <a:pt x="4199372" y="1472575"/>
                    </a:cubicBezTo>
                    <a:cubicBezTo>
                      <a:pt x="4201278" y="1477717"/>
                      <a:pt x="4200706" y="1484004"/>
                      <a:pt x="4200325" y="1489720"/>
                    </a:cubicBezTo>
                    <a:cubicBezTo>
                      <a:pt x="4198993" y="1505724"/>
                      <a:pt x="4192324" y="1523059"/>
                      <a:pt x="4196324" y="1537537"/>
                    </a:cubicBezTo>
                    <a:cubicBezTo>
                      <a:pt x="4207374" y="1576019"/>
                      <a:pt x="4220709" y="1614120"/>
                      <a:pt x="4237474" y="1650317"/>
                    </a:cubicBezTo>
                    <a:cubicBezTo>
                      <a:pt x="4254428" y="1687086"/>
                      <a:pt x="4268716" y="1721185"/>
                      <a:pt x="4251572" y="1763287"/>
                    </a:cubicBezTo>
                    <a:cubicBezTo>
                      <a:pt x="4244332" y="1781194"/>
                      <a:pt x="4249476" y="1804816"/>
                      <a:pt x="4251380" y="1825393"/>
                    </a:cubicBezTo>
                    <a:cubicBezTo>
                      <a:pt x="4252904" y="1840441"/>
                      <a:pt x="4261478" y="1854920"/>
                      <a:pt x="4261478" y="1869780"/>
                    </a:cubicBezTo>
                    <a:cubicBezTo>
                      <a:pt x="4261478" y="1909408"/>
                      <a:pt x="4271574" y="1944649"/>
                      <a:pt x="4292149" y="1978940"/>
                    </a:cubicBezTo>
                    <a:cubicBezTo>
                      <a:pt x="4300150" y="1992279"/>
                      <a:pt x="4294815" y="2013043"/>
                      <a:pt x="4296911" y="2030378"/>
                    </a:cubicBezTo>
                    <a:cubicBezTo>
                      <a:pt x="4299388" y="2048668"/>
                      <a:pt x="4301673" y="2067525"/>
                      <a:pt x="4307201" y="2085054"/>
                    </a:cubicBezTo>
                    <a:cubicBezTo>
                      <a:pt x="4321679" y="2130393"/>
                      <a:pt x="4338062" y="2175163"/>
                      <a:pt x="4353302" y="2220312"/>
                    </a:cubicBezTo>
                    <a:cubicBezTo>
                      <a:pt x="4365877" y="2257459"/>
                      <a:pt x="4355970" y="2294039"/>
                      <a:pt x="4350636" y="2330806"/>
                    </a:cubicBezTo>
                    <a:cubicBezTo>
                      <a:pt x="4347205" y="2353859"/>
                      <a:pt x="4339013" y="2375383"/>
                      <a:pt x="4351206" y="2401292"/>
                    </a:cubicBezTo>
                    <a:cubicBezTo>
                      <a:pt x="4362828" y="2426059"/>
                      <a:pt x="4360160" y="2457492"/>
                      <a:pt x="4366446" y="2485307"/>
                    </a:cubicBezTo>
                    <a:cubicBezTo>
                      <a:pt x="4371781" y="2508742"/>
                      <a:pt x="4380354" y="2531409"/>
                      <a:pt x="4388736" y="2554079"/>
                    </a:cubicBezTo>
                    <a:cubicBezTo>
                      <a:pt x="4400168" y="2584942"/>
                      <a:pt x="4412167" y="2615421"/>
                      <a:pt x="4406453" y="2649143"/>
                    </a:cubicBezTo>
                    <a:cubicBezTo>
                      <a:pt x="4399976" y="2687436"/>
                      <a:pt x="4424359" y="2713723"/>
                      <a:pt x="4440554" y="2743826"/>
                    </a:cubicBezTo>
                    <a:cubicBezTo>
                      <a:pt x="4451603" y="2764590"/>
                      <a:pt x="4459795" y="2787259"/>
                      <a:pt x="4466653" y="2809930"/>
                    </a:cubicBezTo>
                    <a:cubicBezTo>
                      <a:pt x="4475607" y="2840219"/>
                      <a:pt x="4480941" y="2871462"/>
                      <a:pt x="4489705" y="2901943"/>
                    </a:cubicBezTo>
                    <a:cubicBezTo>
                      <a:pt x="4502848" y="2948047"/>
                      <a:pt x="4513137" y="2994722"/>
                      <a:pt x="4505897" y="3042728"/>
                    </a:cubicBezTo>
                    <a:cubicBezTo>
                      <a:pt x="4502659" y="3064827"/>
                      <a:pt x="4502848" y="3085403"/>
                      <a:pt x="4507613" y="3107500"/>
                    </a:cubicBezTo>
                    <a:cubicBezTo>
                      <a:pt x="4515422" y="3143695"/>
                      <a:pt x="4516376" y="3180844"/>
                      <a:pt x="4545521" y="3209993"/>
                    </a:cubicBezTo>
                    <a:cubicBezTo>
                      <a:pt x="4555811" y="3220280"/>
                      <a:pt x="4558477" y="3238758"/>
                      <a:pt x="4563811" y="3253809"/>
                    </a:cubicBezTo>
                    <a:cubicBezTo>
                      <a:pt x="4570099" y="3271145"/>
                      <a:pt x="4566858" y="3283908"/>
                      <a:pt x="4548570" y="3293244"/>
                    </a:cubicBezTo>
                    <a:cubicBezTo>
                      <a:pt x="4540379" y="3297434"/>
                      <a:pt x="4532378" y="3309437"/>
                      <a:pt x="4531043" y="3318771"/>
                    </a:cubicBezTo>
                    <a:cubicBezTo>
                      <a:pt x="4527043" y="3346776"/>
                      <a:pt x="4532950" y="3372495"/>
                      <a:pt x="4545904" y="3399546"/>
                    </a:cubicBezTo>
                    <a:cubicBezTo>
                      <a:pt x="4558096" y="3424883"/>
                      <a:pt x="4556762" y="3456508"/>
                      <a:pt x="4561524" y="3485275"/>
                    </a:cubicBezTo>
                    <a:cubicBezTo>
                      <a:pt x="4564954" y="3505657"/>
                      <a:pt x="4572002" y="3526042"/>
                      <a:pt x="4572002" y="3546617"/>
                    </a:cubicBezTo>
                    <a:cubicBezTo>
                      <a:pt x="4572002" y="3572146"/>
                      <a:pt x="4565907" y="3597482"/>
                      <a:pt x="4563620" y="3623201"/>
                    </a:cubicBezTo>
                    <a:cubicBezTo>
                      <a:pt x="4561716" y="3643204"/>
                      <a:pt x="4562478" y="3663589"/>
                      <a:pt x="4560192" y="3683591"/>
                    </a:cubicBezTo>
                    <a:cubicBezTo>
                      <a:pt x="4558477" y="3699976"/>
                      <a:pt x="4554096" y="3716168"/>
                      <a:pt x="4550476" y="3732361"/>
                    </a:cubicBezTo>
                    <a:cubicBezTo>
                      <a:pt x="4549142" y="3738267"/>
                      <a:pt x="4543998" y="3744173"/>
                      <a:pt x="4544759" y="3749506"/>
                    </a:cubicBezTo>
                    <a:cubicBezTo>
                      <a:pt x="4552953" y="3802467"/>
                      <a:pt x="4516376" y="3840569"/>
                      <a:pt x="4500182" y="3885338"/>
                    </a:cubicBezTo>
                    <a:cubicBezTo>
                      <a:pt x="4483035" y="3932394"/>
                      <a:pt x="4456748" y="3977925"/>
                      <a:pt x="4464557" y="4030503"/>
                    </a:cubicBezTo>
                    <a:cubicBezTo>
                      <a:pt x="4469319" y="4062318"/>
                      <a:pt x="4480369" y="4092989"/>
                      <a:pt x="4487039" y="4124614"/>
                    </a:cubicBezTo>
                    <a:cubicBezTo>
                      <a:pt x="4489324" y="4135854"/>
                      <a:pt x="4488943" y="4148427"/>
                      <a:pt x="4486656" y="4159667"/>
                    </a:cubicBezTo>
                    <a:cubicBezTo>
                      <a:pt x="4476177" y="4213961"/>
                      <a:pt x="4474653" y="4267493"/>
                      <a:pt x="4491801" y="4320837"/>
                    </a:cubicBezTo>
                    <a:cubicBezTo>
                      <a:pt x="4494659" y="4329979"/>
                      <a:pt x="4497325" y="4339695"/>
                      <a:pt x="4497325" y="4349222"/>
                    </a:cubicBezTo>
                    <a:cubicBezTo>
                      <a:pt x="4497325" y="4401419"/>
                      <a:pt x="4493324" y="4452665"/>
                      <a:pt x="4474653" y="4502579"/>
                    </a:cubicBezTo>
                    <a:cubicBezTo>
                      <a:pt x="4468368" y="4519343"/>
                      <a:pt x="4472368" y="4539728"/>
                      <a:pt x="4470844" y="4558207"/>
                    </a:cubicBezTo>
                    <a:cubicBezTo>
                      <a:pt x="4469511" y="4575351"/>
                      <a:pt x="4468940" y="4592878"/>
                      <a:pt x="4464557" y="4609452"/>
                    </a:cubicBezTo>
                    <a:cubicBezTo>
                      <a:pt x="4458082" y="4633647"/>
                      <a:pt x="4457320" y="4656126"/>
                      <a:pt x="4463033" y="4681083"/>
                    </a:cubicBezTo>
                    <a:cubicBezTo>
                      <a:pt x="4468368" y="4704895"/>
                      <a:pt x="4465702" y="4730614"/>
                      <a:pt x="4465891" y="4755381"/>
                    </a:cubicBezTo>
                    <a:cubicBezTo>
                      <a:pt x="4466082" y="4783004"/>
                      <a:pt x="4466272" y="4810627"/>
                      <a:pt x="4465319" y="4838250"/>
                    </a:cubicBezTo>
                    <a:cubicBezTo>
                      <a:pt x="4464940" y="4849300"/>
                      <a:pt x="4457320" y="4861873"/>
                      <a:pt x="4460367" y="4871019"/>
                    </a:cubicBezTo>
                    <a:cubicBezTo>
                      <a:pt x="4470653" y="4900546"/>
                      <a:pt x="4458271" y="4930075"/>
                      <a:pt x="4463795" y="4959602"/>
                    </a:cubicBezTo>
                    <a:cubicBezTo>
                      <a:pt x="4466653" y="4974082"/>
                      <a:pt x="4458844" y="4990465"/>
                      <a:pt x="4458082" y="5006086"/>
                    </a:cubicBezTo>
                    <a:cubicBezTo>
                      <a:pt x="4456748" y="5031614"/>
                      <a:pt x="4457320" y="5057141"/>
                      <a:pt x="4456937" y="5082670"/>
                    </a:cubicBezTo>
                    <a:cubicBezTo>
                      <a:pt x="4456748" y="5091052"/>
                      <a:pt x="4455986" y="5099245"/>
                      <a:pt x="4455603" y="5107627"/>
                    </a:cubicBezTo>
                    <a:cubicBezTo>
                      <a:pt x="4455223" y="5115057"/>
                      <a:pt x="4453508" y="5122867"/>
                      <a:pt x="4454840" y="5129916"/>
                    </a:cubicBezTo>
                    <a:cubicBezTo>
                      <a:pt x="4459605" y="5155445"/>
                      <a:pt x="4467415" y="5180591"/>
                      <a:pt x="4470464" y="5206308"/>
                    </a:cubicBezTo>
                    <a:cubicBezTo>
                      <a:pt x="4473130" y="5228597"/>
                      <a:pt x="4469511" y="5251650"/>
                      <a:pt x="4471415" y="5274129"/>
                    </a:cubicBezTo>
                    <a:cubicBezTo>
                      <a:pt x="4474653" y="5313754"/>
                      <a:pt x="4480369" y="5353379"/>
                      <a:pt x="4483990" y="5393005"/>
                    </a:cubicBezTo>
                    <a:cubicBezTo>
                      <a:pt x="4484752" y="5401579"/>
                      <a:pt x="4479988" y="5410531"/>
                      <a:pt x="4479607" y="5419295"/>
                    </a:cubicBezTo>
                    <a:cubicBezTo>
                      <a:pt x="4478656" y="5446728"/>
                      <a:pt x="4478464" y="5474161"/>
                      <a:pt x="4477894" y="5501594"/>
                    </a:cubicBezTo>
                    <a:cubicBezTo>
                      <a:pt x="4477702" y="5517215"/>
                      <a:pt x="4478273" y="5533027"/>
                      <a:pt x="4476560" y="5548460"/>
                    </a:cubicBezTo>
                    <a:cubicBezTo>
                      <a:pt x="4474273" y="5568842"/>
                      <a:pt x="4470844" y="5587321"/>
                      <a:pt x="4485703" y="5606372"/>
                    </a:cubicBezTo>
                    <a:cubicBezTo>
                      <a:pt x="4508755" y="5635711"/>
                      <a:pt x="4499801" y="5673050"/>
                      <a:pt x="4505134" y="5706959"/>
                    </a:cubicBezTo>
                    <a:cubicBezTo>
                      <a:pt x="4506468" y="5715723"/>
                      <a:pt x="4506659" y="5724678"/>
                      <a:pt x="4508183" y="5733440"/>
                    </a:cubicBezTo>
                    <a:cubicBezTo>
                      <a:pt x="4511041" y="5749634"/>
                      <a:pt x="4514279" y="5765635"/>
                      <a:pt x="4517519" y="5781830"/>
                    </a:cubicBezTo>
                    <a:cubicBezTo>
                      <a:pt x="4518089" y="5784686"/>
                      <a:pt x="4518281" y="5787924"/>
                      <a:pt x="4519234" y="5790592"/>
                    </a:cubicBezTo>
                    <a:cubicBezTo>
                      <a:pt x="4527233" y="5815169"/>
                      <a:pt x="4536378" y="5839361"/>
                      <a:pt x="4542855" y="5864318"/>
                    </a:cubicBezTo>
                    <a:cubicBezTo>
                      <a:pt x="4546095" y="5876511"/>
                      <a:pt x="4546476" y="5890037"/>
                      <a:pt x="4544759" y="5902610"/>
                    </a:cubicBezTo>
                    <a:cubicBezTo>
                      <a:pt x="4539808" y="5939377"/>
                      <a:pt x="4537712" y="5975764"/>
                      <a:pt x="4544951" y="6012723"/>
                    </a:cubicBezTo>
                    <a:cubicBezTo>
                      <a:pt x="4547808" y="6027392"/>
                      <a:pt x="4543045" y="6043776"/>
                      <a:pt x="4541332" y="6059397"/>
                    </a:cubicBezTo>
                    <a:cubicBezTo>
                      <a:pt x="4536759" y="6096736"/>
                      <a:pt x="4531805" y="6134075"/>
                      <a:pt x="4527426" y="6171605"/>
                    </a:cubicBezTo>
                    <a:cubicBezTo>
                      <a:pt x="4524758" y="6195037"/>
                      <a:pt x="4523234" y="6218660"/>
                      <a:pt x="4520568" y="6242093"/>
                    </a:cubicBezTo>
                    <a:cubicBezTo>
                      <a:pt x="4517327" y="6269144"/>
                      <a:pt x="4512375" y="6296005"/>
                      <a:pt x="4509706" y="6323058"/>
                    </a:cubicBezTo>
                    <a:cubicBezTo>
                      <a:pt x="4506659" y="6353919"/>
                      <a:pt x="4506089" y="6384972"/>
                      <a:pt x="4502848" y="6415833"/>
                    </a:cubicBezTo>
                    <a:cubicBezTo>
                      <a:pt x="4496563" y="6472225"/>
                      <a:pt x="4489132" y="6528424"/>
                      <a:pt x="4482084" y="6584812"/>
                    </a:cubicBezTo>
                    <a:cubicBezTo>
                      <a:pt x="4475226" y="6639488"/>
                      <a:pt x="4469129" y="6694164"/>
                      <a:pt x="4460557" y="6748458"/>
                    </a:cubicBezTo>
                    <a:cubicBezTo>
                      <a:pt x="4456937" y="6771319"/>
                      <a:pt x="4447030" y="6793035"/>
                      <a:pt x="4441507" y="6815516"/>
                    </a:cubicBezTo>
                    <a:lnTo>
                      <a:pt x="4431806" y="6858001"/>
                    </a:lnTo>
                    <a:lnTo>
                      <a:pt x="4259554" y="6858001"/>
                    </a:lnTo>
                    <a:lnTo>
                      <a:pt x="4259554" y="6858002"/>
                    </a:lnTo>
                    <a:lnTo>
                      <a:pt x="0" y="6858002"/>
                    </a:lnTo>
                    <a:lnTo>
                      <a:pt x="0" y="2"/>
                    </a:lnTo>
                    <a:lnTo>
                      <a:pt x="3766492" y="1"/>
                    </a:lnTo>
                    <a:lnTo>
                      <a:pt x="3769210" y="21486"/>
                    </a:lnTo>
                    <a:close/>
                  </a:path>
                </a:pathLst>
              </a:custGeom>
              <a:solidFill>
                <a:schemeClr val="bg1">
                  <a:alpha val="86000"/>
                </a:scheme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CEDE579A-0A12-4A10-85D4-A8DA1663B8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3697284" y="-1"/>
              <a:ext cx="884241" cy="6858002"/>
              <a:chOff x="3697284" y="-1"/>
              <a:chExt cx="884241" cy="6858002"/>
            </a:xfrm>
          </p:grpSpPr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15CA79E3-BA58-419A-8541-7498AC2633F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3697284" y="-1"/>
                <a:ext cx="884241" cy="6858001"/>
                <a:chOff x="3697284" y="-1"/>
                <a:chExt cx="884241" cy="6858001"/>
              </a:xfrm>
              <a:solidFill>
                <a:srgbClr val="FFFFFF"/>
              </a:solidFill>
              <a:effectLst/>
            </p:grpSpPr>
            <p:sp>
              <p:nvSpPr>
                <p:cNvPr id="17" name="Freeform: Shape 16">
                  <a:extLst>
                    <a:ext uri="{FF2B5EF4-FFF2-40B4-BE49-F238E27FC236}">
                      <a16:creationId xmlns:a16="http://schemas.microsoft.com/office/drawing/2014/main" id="{2348C622-BC44-4959-B64E-427015FD1FFA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6200000" flipH="1">
                  <a:off x="705641" y="2991642"/>
                  <a:ext cx="6858001" cy="874716"/>
                </a:xfrm>
                <a:custGeom>
                  <a:avLst/>
                  <a:gdLst>
                    <a:gd name="connsiteX0" fmla="*/ 0 w 6858001"/>
                    <a:gd name="connsiteY0" fmla="*/ 533314 h 874716"/>
                    <a:gd name="connsiteX1" fmla="*/ 0 w 6858001"/>
                    <a:gd name="connsiteY1" fmla="*/ 69206 h 874716"/>
                    <a:gd name="connsiteX2" fmla="*/ 21486 w 6858001"/>
                    <a:gd name="connsiteY2" fmla="*/ 71924 h 874716"/>
                    <a:gd name="connsiteX3" fmla="*/ 228948 w 6858001"/>
                    <a:gd name="connsiteY3" fmla="*/ 88116 h 874716"/>
                    <a:gd name="connsiteX4" fmla="*/ 313533 w 6858001"/>
                    <a:gd name="connsiteY4" fmla="*/ 62779 h 874716"/>
                    <a:gd name="connsiteX5" fmla="*/ 338870 w 6858001"/>
                    <a:gd name="connsiteY5" fmla="*/ 62207 h 874716"/>
                    <a:gd name="connsiteX6" fmla="*/ 395640 w 6858001"/>
                    <a:gd name="connsiteY6" fmla="*/ 72114 h 874716"/>
                    <a:gd name="connsiteX7" fmla="*/ 512802 w 6858001"/>
                    <a:gd name="connsiteY7" fmla="*/ 65446 h 874716"/>
                    <a:gd name="connsiteX8" fmla="*/ 556047 w 6858001"/>
                    <a:gd name="connsiteY8" fmla="*/ 55349 h 874716"/>
                    <a:gd name="connsiteX9" fmla="*/ 580050 w 6858001"/>
                    <a:gd name="connsiteY9" fmla="*/ 48871 h 874716"/>
                    <a:gd name="connsiteX10" fmla="*/ 703308 w 6858001"/>
                    <a:gd name="connsiteY10" fmla="*/ 30964 h 874716"/>
                    <a:gd name="connsiteX11" fmla="*/ 758174 w 6858001"/>
                    <a:gd name="connsiteY11" fmla="*/ 11724 h 874716"/>
                    <a:gd name="connsiteX12" fmla="*/ 773035 w 6858001"/>
                    <a:gd name="connsiteY12" fmla="*/ 8866 h 874716"/>
                    <a:gd name="connsiteX13" fmla="*/ 854379 w 6858001"/>
                    <a:gd name="connsiteY13" fmla="*/ 16866 h 874716"/>
                    <a:gd name="connsiteX14" fmla="*/ 915343 w 6858001"/>
                    <a:gd name="connsiteY14" fmla="*/ 47919 h 874716"/>
                    <a:gd name="connsiteX15" fmla="*/ 927155 w 6858001"/>
                    <a:gd name="connsiteY15" fmla="*/ 58397 h 874716"/>
                    <a:gd name="connsiteX16" fmla="*/ 1097087 w 6858001"/>
                    <a:gd name="connsiteY16" fmla="*/ 54777 h 874716"/>
                    <a:gd name="connsiteX17" fmla="*/ 1123185 w 6858001"/>
                    <a:gd name="connsiteY17" fmla="*/ 50395 h 874716"/>
                    <a:gd name="connsiteX18" fmla="*/ 1249302 w 6858001"/>
                    <a:gd name="connsiteY18" fmla="*/ 68684 h 874716"/>
                    <a:gd name="connsiteX19" fmla="*/ 1286069 w 6858001"/>
                    <a:gd name="connsiteY19" fmla="*/ 72304 h 874716"/>
                    <a:gd name="connsiteX20" fmla="*/ 1417899 w 6858001"/>
                    <a:gd name="connsiteY20" fmla="*/ 88688 h 874716"/>
                    <a:gd name="connsiteX21" fmla="*/ 1436568 w 6858001"/>
                    <a:gd name="connsiteY21" fmla="*/ 73448 h 874716"/>
                    <a:gd name="connsiteX22" fmla="*/ 1490292 w 6858001"/>
                    <a:gd name="connsiteY22" fmla="*/ 35154 h 874716"/>
                    <a:gd name="connsiteX23" fmla="*/ 1596213 w 6858001"/>
                    <a:gd name="connsiteY23" fmla="*/ 1245 h 874716"/>
                    <a:gd name="connsiteX24" fmla="*/ 1624980 w 6858001"/>
                    <a:gd name="connsiteY24" fmla="*/ 3150 h 874716"/>
                    <a:gd name="connsiteX25" fmla="*/ 1697753 w 6858001"/>
                    <a:gd name="connsiteY25" fmla="*/ 59731 h 874716"/>
                    <a:gd name="connsiteX26" fmla="*/ 1733188 w 6858001"/>
                    <a:gd name="connsiteY26" fmla="*/ 82400 h 874716"/>
                    <a:gd name="connsiteX27" fmla="*/ 1833775 w 6858001"/>
                    <a:gd name="connsiteY27" fmla="*/ 124121 h 874716"/>
                    <a:gd name="connsiteX28" fmla="*/ 1842158 w 6858001"/>
                    <a:gd name="connsiteY28" fmla="*/ 131742 h 874716"/>
                    <a:gd name="connsiteX29" fmla="*/ 1916454 w 6858001"/>
                    <a:gd name="connsiteY29" fmla="*/ 222233 h 874716"/>
                    <a:gd name="connsiteX30" fmla="*/ 1933219 w 6858001"/>
                    <a:gd name="connsiteY30" fmla="*/ 237663 h 874716"/>
                    <a:gd name="connsiteX31" fmla="*/ 1953413 w 6858001"/>
                    <a:gd name="connsiteY31" fmla="*/ 261668 h 874716"/>
                    <a:gd name="connsiteX32" fmla="*/ 2016469 w 6858001"/>
                    <a:gd name="connsiteY32" fmla="*/ 308151 h 874716"/>
                    <a:gd name="connsiteX33" fmla="*/ 2094578 w 6858001"/>
                    <a:gd name="connsiteY33" fmla="*/ 323010 h 874716"/>
                    <a:gd name="connsiteX34" fmla="*/ 2188879 w 6858001"/>
                    <a:gd name="connsiteY34" fmla="*/ 345681 h 874716"/>
                    <a:gd name="connsiteX35" fmla="*/ 2228314 w 6858001"/>
                    <a:gd name="connsiteY35" fmla="*/ 360921 h 874716"/>
                    <a:gd name="connsiteX36" fmla="*/ 2334044 w 6858001"/>
                    <a:gd name="connsiteY36" fmla="*/ 389878 h 874716"/>
                    <a:gd name="connsiteX37" fmla="*/ 2409485 w 6858001"/>
                    <a:gd name="connsiteY37" fmla="*/ 414263 h 874716"/>
                    <a:gd name="connsiteX38" fmla="*/ 2518264 w 6858001"/>
                    <a:gd name="connsiteY38" fmla="*/ 428552 h 874716"/>
                    <a:gd name="connsiteX39" fmla="*/ 2571034 w 6858001"/>
                    <a:gd name="connsiteY39" fmla="*/ 429122 h 874716"/>
                    <a:gd name="connsiteX40" fmla="*/ 2668001 w 6858001"/>
                    <a:gd name="connsiteY40" fmla="*/ 502276 h 874716"/>
                    <a:gd name="connsiteX41" fmla="*/ 2745348 w 6858001"/>
                    <a:gd name="connsiteY41" fmla="*/ 550666 h 874716"/>
                    <a:gd name="connsiteX42" fmla="*/ 2826694 w 6858001"/>
                    <a:gd name="connsiteY42" fmla="*/ 527233 h 874716"/>
                    <a:gd name="connsiteX43" fmla="*/ 2848793 w 6858001"/>
                    <a:gd name="connsiteY43" fmla="*/ 505134 h 874716"/>
                    <a:gd name="connsiteX44" fmla="*/ 2982148 w 6858001"/>
                    <a:gd name="connsiteY44" fmla="*/ 484179 h 874716"/>
                    <a:gd name="connsiteX45" fmla="*/ 3172654 w 6858001"/>
                    <a:gd name="connsiteY45" fmla="*/ 483417 h 874716"/>
                    <a:gd name="connsiteX46" fmla="*/ 3489467 w 6858001"/>
                    <a:gd name="connsiteY46" fmla="*/ 435790 h 874716"/>
                    <a:gd name="connsiteX47" fmla="*/ 3544713 w 6858001"/>
                    <a:gd name="connsiteY47" fmla="*/ 413691 h 874716"/>
                    <a:gd name="connsiteX48" fmla="*/ 3606817 w 6858001"/>
                    <a:gd name="connsiteY48" fmla="*/ 408167 h 874716"/>
                    <a:gd name="connsiteX49" fmla="*/ 3630632 w 6858001"/>
                    <a:gd name="connsiteY49" fmla="*/ 421693 h 874716"/>
                    <a:gd name="connsiteX50" fmla="*/ 3734837 w 6858001"/>
                    <a:gd name="connsiteY50" fmla="*/ 441886 h 874716"/>
                    <a:gd name="connsiteX51" fmla="*/ 3754652 w 6858001"/>
                    <a:gd name="connsiteY51" fmla="*/ 442268 h 874716"/>
                    <a:gd name="connsiteX52" fmla="*/ 3822472 w 6858001"/>
                    <a:gd name="connsiteY52" fmla="*/ 433694 h 874716"/>
                    <a:gd name="connsiteX53" fmla="*/ 3885338 w 6858001"/>
                    <a:gd name="connsiteY53" fmla="*/ 428742 h 874716"/>
                    <a:gd name="connsiteX54" fmla="*/ 4043839 w 6858001"/>
                    <a:gd name="connsiteY54" fmla="*/ 444934 h 874716"/>
                    <a:gd name="connsiteX55" fmla="*/ 4165383 w 6858001"/>
                    <a:gd name="connsiteY55" fmla="*/ 441124 h 874716"/>
                    <a:gd name="connsiteX56" fmla="*/ 4221391 w 6858001"/>
                    <a:gd name="connsiteY56" fmla="*/ 444934 h 874716"/>
                    <a:gd name="connsiteX57" fmla="*/ 4253014 w 6858001"/>
                    <a:gd name="connsiteY57" fmla="*/ 450650 h 874716"/>
                    <a:gd name="connsiteX58" fmla="*/ 4324645 w 6858001"/>
                    <a:gd name="connsiteY58" fmla="*/ 490466 h 874716"/>
                    <a:gd name="connsiteX59" fmla="*/ 4363890 w 6858001"/>
                    <a:gd name="connsiteY59" fmla="*/ 499420 h 874716"/>
                    <a:gd name="connsiteX60" fmla="*/ 4482004 w 6858001"/>
                    <a:gd name="connsiteY60" fmla="*/ 498658 h 874716"/>
                    <a:gd name="connsiteX61" fmla="*/ 4659174 w 6858001"/>
                    <a:gd name="connsiteY61" fmla="*/ 438648 h 874716"/>
                    <a:gd name="connsiteX62" fmla="*/ 4677655 w 6858001"/>
                    <a:gd name="connsiteY62" fmla="*/ 430646 h 874716"/>
                    <a:gd name="connsiteX63" fmla="*/ 4767764 w 6858001"/>
                    <a:gd name="connsiteY63" fmla="*/ 420739 h 874716"/>
                    <a:gd name="connsiteX64" fmla="*/ 4828916 w 6858001"/>
                    <a:gd name="connsiteY64" fmla="*/ 434266 h 874716"/>
                    <a:gd name="connsiteX65" fmla="*/ 4912168 w 6858001"/>
                    <a:gd name="connsiteY65" fmla="*/ 462271 h 874716"/>
                    <a:gd name="connsiteX66" fmla="*/ 4987037 w 6858001"/>
                    <a:gd name="connsiteY66" fmla="*/ 485703 h 874716"/>
                    <a:gd name="connsiteX67" fmla="*/ 5041521 w 6858001"/>
                    <a:gd name="connsiteY67" fmla="*/ 512182 h 874716"/>
                    <a:gd name="connsiteX68" fmla="*/ 5166113 w 6858001"/>
                    <a:gd name="connsiteY68" fmla="*/ 531615 h 874716"/>
                    <a:gd name="connsiteX69" fmla="*/ 5179067 w 6858001"/>
                    <a:gd name="connsiteY69" fmla="*/ 534853 h 874716"/>
                    <a:gd name="connsiteX70" fmla="*/ 5272796 w 6858001"/>
                    <a:gd name="connsiteY70" fmla="*/ 511230 h 874716"/>
                    <a:gd name="connsiteX71" fmla="*/ 5385384 w 6858001"/>
                    <a:gd name="connsiteY71" fmla="*/ 487227 h 874716"/>
                    <a:gd name="connsiteX72" fmla="*/ 5425582 w 6858001"/>
                    <a:gd name="connsiteY72" fmla="*/ 495418 h 874716"/>
                    <a:gd name="connsiteX73" fmla="*/ 5480637 w 6858001"/>
                    <a:gd name="connsiteY73" fmla="*/ 507040 h 874716"/>
                    <a:gd name="connsiteX74" fmla="*/ 5531693 w 6858001"/>
                    <a:gd name="connsiteY74" fmla="*/ 500944 h 874716"/>
                    <a:gd name="connsiteX75" fmla="*/ 5562746 w 6858001"/>
                    <a:gd name="connsiteY75" fmla="*/ 500372 h 874716"/>
                    <a:gd name="connsiteX76" fmla="*/ 5704483 w 6858001"/>
                    <a:gd name="connsiteY76" fmla="*/ 571620 h 874716"/>
                    <a:gd name="connsiteX77" fmla="*/ 5740488 w 6858001"/>
                    <a:gd name="connsiteY77" fmla="*/ 577526 h 874716"/>
                    <a:gd name="connsiteX78" fmla="*/ 5760873 w 6858001"/>
                    <a:gd name="connsiteY78" fmla="*/ 586291 h 874716"/>
                    <a:gd name="connsiteX79" fmla="*/ 5883751 w 6858001"/>
                    <a:gd name="connsiteY79" fmla="*/ 674686 h 874716"/>
                    <a:gd name="connsiteX80" fmla="*/ 5935949 w 6858001"/>
                    <a:gd name="connsiteY80" fmla="*/ 692592 h 874716"/>
                    <a:gd name="connsiteX81" fmla="*/ 5993291 w 6858001"/>
                    <a:gd name="connsiteY81" fmla="*/ 688972 h 874716"/>
                    <a:gd name="connsiteX82" fmla="*/ 6026440 w 6858001"/>
                    <a:gd name="connsiteY82" fmla="*/ 682496 h 874716"/>
                    <a:gd name="connsiteX83" fmla="*/ 6108738 w 6858001"/>
                    <a:gd name="connsiteY83" fmla="*/ 626296 h 874716"/>
                    <a:gd name="connsiteX84" fmla="*/ 6155602 w 6858001"/>
                    <a:gd name="connsiteY84" fmla="*/ 628202 h 874716"/>
                    <a:gd name="connsiteX85" fmla="*/ 6228756 w 6858001"/>
                    <a:gd name="connsiteY85" fmla="*/ 666873 h 874716"/>
                    <a:gd name="connsiteX86" fmla="*/ 6361539 w 6858001"/>
                    <a:gd name="connsiteY86" fmla="*/ 684210 h 874716"/>
                    <a:gd name="connsiteX87" fmla="*/ 6428979 w 6858001"/>
                    <a:gd name="connsiteY87" fmla="*/ 630106 h 874716"/>
                    <a:gd name="connsiteX88" fmla="*/ 6463840 w 6858001"/>
                    <a:gd name="connsiteY88" fmla="*/ 578098 h 874716"/>
                    <a:gd name="connsiteX89" fmla="*/ 6564620 w 6858001"/>
                    <a:gd name="connsiteY89" fmla="*/ 517708 h 874716"/>
                    <a:gd name="connsiteX90" fmla="*/ 6588625 w 6858001"/>
                    <a:gd name="connsiteY90" fmla="*/ 540187 h 874716"/>
                    <a:gd name="connsiteX91" fmla="*/ 6662541 w 6858001"/>
                    <a:gd name="connsiteY91" fmla="*/ 549714 h 874716"/>
                    <a:gd name="connsiteX92" fmla="*/ 6742552 w 6858001"/>
                    <a:gd name="connsiteY92" fmla="*/ 548952 h 874716"/>
                    <a:gd name="connsiteX93" fmla="*/ 6812063 w 6858001"/>
                    <a:gd name="connsiteY93" fmla="*/ 568430 h 874716"/>
                    <a:gd name="connsiteX94" fmla="*/ 6858001 w 6858001"/>
                    <a:gd name="connsiteY94" fmla="*/ 562267 h 874716"/>
                    <a:gd name="connsiteX95" fmla="*/ 6858001 w 6858001"/>
                    <a:gd name="connsiteY95" fmla="*/ 734520 h 874716"/>
                    <a:gd name="connsiteX96" fmla="*/ 6815516 w 6858001"/>
                    <a:gd name="connsiteY96" fmla="*/ 744220 h 874716"/>
                    <a:gd name="connsiteX97" fmla="*/ 6748458 w 6858001"/>
                    <a:gd name="connsiteY97" fmla="*/ 763271 h 874716"/>
                    <a:gd name="connsiteX98" fmla="*/ 6584812 w 6858001"/>
                    <a:gd name="connsiteY98" fmla="*/ 784797 h 874716"/>
                    <a:gd name="connsiteX99" fmla="*/ 6415833 w 6858001"/>
                    <a:gd name="connsiteY99" fmla="*/ 805562 h 874716"/>
                    <a:gd name="connsiteX100" fmla="*/ 6323058 w 6858001"/>
                    <a:gd name="connsiteY100" fmla="*/ 812420 h 874716"/>
                    <a:gd name="connsiteX101" fmla="*/ 6242093 w 6858001"/>
                    <a:gd name="connsiteY101" fmla="*/ 823281 h 874716"/>
                    <a:gd name="connsiteX102" fmla="*/ 6171605 w 6858001"/>
                    <a:gd name="connsiteY102" fmla="*/ 830139 h 874716"/>
                    <a:gd name="connsiteX103" fmla="*/ 6059397 w 6858001"/>
                    <a:gd name="connsiteY103" fmla="*/ 844045 h 874716"/>
                    <a:gd name="connsiteX104" fmla="*/ 6012723 w 6858001"/>
                    <a:gd name="connsiteY104" fmla="*/ 847665 h 874716"/>
                    <a:gd name="connsiteX105" fmla="*/ 5902610 w 6858001"/>
                    <a:gd name="connsiteY105" fmla="*/ 847473 h 874716"/>
                    <a:gd name="connsiteX106" fmla="*/ 5864318 w 6858001"/>
                    <a:gd name="connsiteY106" fmla="*/ 845569 h 874716"/>
                    <a:gd name="connsiteX107" fmla="*/ 5790592 w 6858001"/>
                    <a:gd name="connsiteY107" fmla="*/ 821947 h 874716"/>
                    <a:gd name="connsiteX108" fmla="*/ 5781830 w 6858001"/>
                    <a:gd name="connsiteY108" fmla="*/ 820233 h 874716"/>
                    <a:gd name="connsiteX109" fmla="*/ 5733440 w 6858001"/>
                    <a:gd name="connsiteY109" fmla="*/ 810896 h 874716"/>
                    <a:gd name="connsiteX110" fmla="*/ 5706959 w 6858001"/>
                    <a:gd name="connsiteY110" fmla="*/ 807848 h 874716"/>
                    <a:gd name="connsiteX111" fmla="*/ 5606372 w 6858001"/>
                    <a:gd name="connsiteY111" fmla="*/ 788417 h 874716"/>
                    <a:gd name="connsiteX112" fmla="*/ 5548460 w 6858001"/>
                    <a:gd name="connsiteY112" fmla="*/ 779273 h 874716"/>
                    <a:gd name="connsiteX113" fmla="*/ 5501594 w 6858001"/>
                    <a:gd name="connsiteY113" fmla="*/ 780607 h 874716"/>
                    <a:gd name="connsiteX114" fmla="*/ 5419295 w 6858001"/>
                    <a:gd name="connsiteY114" fmla="*/ 782321 h 874716"/>
                    <a:gd name="connsiteX115" fmla="*/ 5393005 w 6858001"/>
                    <a:gd name="connsiteY115" fmla="*/ 786703 h 874716"/>
                    <a:gd name="connsiteX116" fmla="*/ 5274129 w 6858001"/>
                    <a:gd name="connsiteY116" fmla="*/ 774129 h 874716"/>
                    <a:gd name="connsiteX117" fmla="*/ 5206308 w 6858001"/>
                    <a:gd name="connsiteY117" fmla="*/ 773177 h 874716"/>
                    <a:gd name="connsiteX118" fmla="*/ 5129916 w 6858001"/>
                    <a:gd name="connsiteY118" fmla="*/ 757554 h 874716"/>
                    <a:gd name="connsiteX119" fmla="*/ 5107627 w 6858001"/>
                    <a:gd name="connsiteY119" fmla="*/ 758316 h 874716"/>
                    <a:gd name="connsiteX120" fmla="*/ 5082670 w 6858001"/>
                    <a:gd name="connsiteY120" fmla="*/ 759651 h 874716"/>
                    <a:gd name="connsiteX121" fmla="*/ 5006086 w 6858001"/>
                    <a:gd name="connsiteY121" fmla="*/ 760795 h 874716"/>
                    <a:gd name="connsiteX122" fmla="*/ 4959602 w 6858001"/>
                    <a:gd name="connsiteY122" fmla="*/ 766509 h 874716"/>
                    <a:gd name="connsiteX123" fmla="*/ 4871019 w 6858001"/>
                    <a:gd name="connsiteY123" fmla="*/ 763081 h 874716"/>
                    <a:gd name="connsiteX124" fmla="*/ 4838250 w 6858001"/>
                    <a:gd name="connsiteY124" fmla="*/ 768033 h 874716"/>
                    <a:gd name="connsiteX125" fmla="*/ 4755381 w 6858001"/>
                    <a:gd name="connsiteY125" fmla="*/ 768605 h 874716"/>
                    <a:gd name="connsiteX126" fmla="*/ 4681083 w 6858001"/>
                    <a:gd name="connsiteY126" fmla="*/ 765747 h 874716"/>
                    <a:gd name="connsiteX127" fmla="*/ 4609452 w 6858001"/>
                    <a:gd name="connsiteY127" fmla="*/ 767271 h 874716"/>
                    <a:gd name="connsiteX128" fmla="*/ 4558207 w 6858001"/>
                    <a:gd name="connsiteY128" fmla="*/ 773557 h 874716"/>
                    <a:gd name="connsiteX129" fmla="*/ 4502579 w 6858001"/>
                    <a:gd name="connsiteY129" fmla="*/ 777367 h 874716"/>
                    <a:gd name="connsiteX130" fmla="*/ 4349222 w 6858001"/>
                    <a:gd name="connsiteY130" fmla="*/ 800038 h 874716"/>
                    <a:gd name="connsiteX131" fmla="*/ 4320837 w 6858001"/>
                    <a:gd name="connsiteY131" fmla="*/ 794514 h 874716"/>
                    <a:gd name="connsiteX132" fmla="*/ 4159667 w 6858001"/>
                    <a:gd name="connsiteY132" fmla="*/ 789370 h 874716"/>
                    <a:gd name="connsiteX133" fmla="*/ 4124614 w 6858001"/>
                    <a:gd name="connsiteY133" fmla="*/ 789752 h 874716"/>
                    <a:gd name="connsiteX134" fmla="*/ 4030503 w 6858001"/>
                    <a:gd name="connsiteY134" fmla="*/ 767271 h 874716"/>
                    <a:gd name="connsiteX135" fmla="*/ 3885338 w 6858001"/>
                    <a:gd name="connsiteY135" fmla="*/ 802896 h 874716"/>
                    <a:gd name="connsiteX136" fmla="*/ 3749506 w 6858001"/>
                    <a:gd name="connsiteY136" fmla="*/ 847473 h 874716"/>
                    <a:gd name="connsiteX137" fmla="*/ 3732361 w 6858001"/>
                    <a:gd name="connsiteY137" fmla="*/ 853190 h 874716"/>
                    <a:gd name="connsiteX138" fmla="*/ 3683591 w 6858001"/>
                    <a:gd name="connsiteY138" fmla="*/ 862906 h 874716"/>
                    <a:gd name="connsiteX139" fmla="*/ 3623201 w 6858001"/>
                    <a:gd name="connsiteY139" fmla="*/ 866334 h 874716"/>
                    <a:gd name="connsiteX140" fmla="*/ 3546617 w 6858001"/>
                    <a:gd name="connsiteY140" fmla="*/ 874716 h 874716"/>
                    <a:gd name="connsiteX141" fmla="*/ 3485275 w 6858001"/>
                    <a:gd name="connsiteY141" fmla="*/ 864238 h 874716"/>
                    <a:gd name="connsiteX142" fmla="*/ 3399546 w 6858001"/>
                    <a:gd name="connsiteY142" fmla="*/ 848618 h 874716"/>
                    <a:gd name="connsiteX143" fmla="*/ 3318771 w 6858001"/>
                    <a:gd name="connsiteY143" fmla="*/ 833757 h 874716"/>
                    <a:gd name="connsiteX144" fmla="*/ 3293244 w 6858001"/>
                    <a:gd name="connsiteY144" fmla="*/ 851284 h 874716"/>
                    <a:gd name="connsiteX145" fmla="*/ 3253809 w 6858001"/>
                    <a:gd name="connsiteY145" fmla="*/ 866524 h 874716"/>
                    <a:gd name="connsiteX146" fmla="*/ 3209993 w 6858001"/>
                    <a:gd name="connsiteY146" fmla="*/ 848235 h 874716"/>
                    <a:gd name="connsiteX147" fmla="*/ 3107500 w 6858001"/>
                    <a:gd name="connsiteY147" fmla="*/ 810326 h 874716"/>
                    <a:gd name="connsiteX148" fmla="*/ 3042728 w 6858001"/>
                    <a:gd name="connsiteY148" fmla="*/ 808610 h 874716"/>
                    <a:gd name="connsiteX149" fmla="*/ 2901943 w 6858001"/>
                    <a:gd name="connsiteY149" fmla="*/ 792418 h 874716"/>
                    <a:gd name="connsiteX150" fmla="*/ 2809930 w 6858001"/>
                    <a:gd name="connsiteY150" fmla="*/ 769367 h 874716"/>
                    <a:gd name="connsiteX151" fmla="*/ 2743826 w 6858001"/>
                    <a:gd name="connsiteY151" fmla="*/ 743268 h 874716"/>
                    <a:gd name="connsiteX152" fmla="*/ 2649143 w 6858001"/>
                    <a:gd name="connsiteY152" fmla="*/ 709167 h 874716"/>
                    <a:gd name="connsiteX153" fmla="*/ 2554079 w 6858001"/>
                    <a:gd name="connsiteY153" fmla="*/ 691450 h 874716"/>
                    <a:gd name="connsiteX154" fmla="*/ 2485307 w 6858001"/>
                    <a:gd name="connsiteY154" fmla="*/ 669160 h 874716"/>
                    <a:gd name="connsiteX155" fmla="*/ 2401292 w 6858001"/>
                    <a:gd name="connsiteY155" fmla="*/ 653919 h 874716"/>
                    <a:gd name="connsiteX156" fmla="*/ 2330806 w 6858001"/>
                    <a:gd name="connsiteY156" fmla="*/ 653349 h 874716"/>
                    <a:gd name="connsiteX157" fmla="*/ 2220312 w 6858001"/>
                    <a:gd name="connsiteY157" fmla="*/ 656015 h 874716"/>
                    <a:gd name="connsiteX158" fmla="*/ 2085054 w 6858001"/>
                    <a:gd name="connsiteY158" fmla="*/ 609914 h 874716"/>
                    <a:gd name="connsiteX159" fmla="*/ 2030378 w 6858001"/>
                    <a:gd name="connsiteY159" fmla="*/ 599625 h 874716"/>
                    <a:gd name="connsiteX160" fmla="*/ 1978940 w 6858001"/>
                    <a:gd name="connsiteY160" fmla="*/ 594863 h 874716"/>
                    <a:gd name="connsiteX161" fmla="*/ 1869780 w 6858001"/>
                    <a:gd name="connsiteY161" fmla="*/ 564192 h 874716"/>
                    <a:gd name="connsiteX162" fmla="*/ 1825393 w 6858001"/>
                    <a:gd name="connsiteY162" fmla="*/ 554094 h 874716"/>
                    <a:gd name="connsiteX163" fmla="*/ 1763287 w 6858001"/>
                    <a:gd name="connsiteY163" fmla="*/ 554286 h 874716"/>
                    <a:gd name="connsiteX164" fmla="*/ 1650317 w 6858001"/>
                    <a:gd name="connsiteY164" fmla="*/ 540187 h 874716"/>
                    <a:gd name="connsiteX165" fmla="*/ 1537537 w 6858001"/>
                    <a:gd name="connsiteY165" fmla="*/ 499038 h 874716"/>
                    <a:gd name="connsiteX166" fmla="*/ 1489720 w 6858001"/>
                    <a:gd name="connsiteY166" fmla="*/ 503038 h 874716"/>
                    <a:gd name="connsiteX167" fmla="*/ 1472575 w 6858001"/>
                    <a:gd name="connsiteY167" fmla="*/ 502086 h 874716"/>
                    <a:gd name="connsiteX168" fmla="*/ 1318456 w 6858001"/>
                    <a:gd name="connsiteY168" fmla="*/ 479415 h 874716"/>
                    <a:gd name="connsiteX169" fmla="*/ 1303024 w 6858001"/>
                    <a:gd name="connsiteY169" fmla="*/ 476939 h 874716"/>
                    <a:gd name="connsiteX170" fmla="*/ 1230633 w 6858001"/>
                    <a:gd name="connsiteY170" fmla="*/ 456746 h 874716"/>
                    <a:gd name="connsiteX171" fmla="*/ 1048125 w 6858001"/>
                    <a:gd name="connsiteY171" fmla="*/ 444172 h 874716"/>
                    <a:gd name="connsiteX172" fmla="*/ 1036887 w 6858001"/>
                    <a:gd name="connsiteY172" fmla="*/ 442648 h 874716"/>
                    <a:gd name="connsiteX173" fmla="*/ 975733 w 6858001"/>
                    <a:gd name="connsiteY173" fmla="*/ 452744 h 874716"/>
                    <a:gd name="connsiteX174" fmla="*/ 945444 w 6858001"/>
                    <a:gd name="connsiteY174" fmla="*/ 467033 h 874716"/>
                    <a:gd name="connsiteX175" fmla="*/ 898198 w 6858001"/>
                    <a:gd name="connsiteY175" fmla="*/ 481893 h 874716"/>
                    <a:gd name="connsiteX176" fmla="*/ 850189 w 6858001"/>
                    <a:gd name="connsiteY176" fmla="*/ 487417 h 874716"/>
                    <a:gd name="connsiteX177" fmla="*/ 769605 w 6858001"/>
                    <a:gd name="connsiteY177" fmla="*/ 464937 h 874716"/>
                    <a:gd name="connsiteX178" fmla="*/ 740268 w 6858001"/>
                    <a:gd name="connsiteY178" fmla="*/ 462651 h 874716"/>
                    <a:gd name="connsiteX179" fmla="*/ 674923 w 6858001"/>
                    <a:gd name="connsiteY179" fmla="*/ 451792 h 874716"/>
                    <a:gd name="connsiteX180" fmla="*/ 617772 w 6858001"/>
                    <a:gd name="connsiteY180" fmla="*/ 452554 h 874716"/>
                    <a:gd name="connsiteX181" fmla="*/ 571860 w 6858001"/>
                    <a:gd name="connsiteY181" fmla="*/ 469891 h 874716"/>
                    <a:gd name="connsiteX182" fmla="*/ 505182 w 6858001"/>
                    <a:gd name="connsiteY182" fmla="*/ 473319 h 874716"/>
                    <a:gd name="connsiteX183" fmla="*/ 462126 w 6858001"/>
                    <a:gd name="connsiteY183" fmla="*/ 460747 h 874716"/>
                    <a:gd name="connsiteX184" fmla="*/ 453364 w 6858001"/>
                    <a:gd name="connsiteY184" fmla="*/ 459033 h 874716"/>
                    <a:gd name="connsiteX185" fmla="*/ 340774 w 6858001"/>
                    <a:gd name="connsiteY185" fmla="*/ 458268 h 874716"/>
                    <a:gd name="connsiteX186" fmla="*/ 200182 w 6858001"/>
                    <a:gd name="connsiteY186" fmla="*/ 496180 h 874716"/>
                    <a:gd name="connsiteX187" fmla="*/ 176939 w 6858001"/>
                    <a:gd name="connsiteY187" fmla="*/ 504182 h 874716"/>
                    <a:gd name="connsiteX188" fmla="*/ 63587 w 6858001"/>
                    <a:gd name="connsiteY188" fmla="*/ 518088 h 874716"/>
                    <a:gd name="connsiteX189" fmla="*/ 2817 w 6858001"/>
                    <a:gd name="connsiteY189" fmla="*/ 532187 h 874716"/>
                    <a:gd name="connsiteX190" fmla="*/ 0 w 6858001"/>
                    <a:gd name="connsiteY190" fmla="*/ 533314 h 87471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</a:cxnLst>
                  <a:rect l="l" t="t" r="r" b="b"/>
                  <a:pathLst>
                    <a:path w="6858001" h="874716">
                      <a:moveTo>
                        <a:pt x="0" y="533314"/>
                      </a:moveTo>
                      <a:lnTo>
                        <a:pt x="0" y="69206"/>
                      </a:lnTo>
                      <a:lnTo>
                        <a:pt x="21486" y="71924"/>
                      </a:lnTo>
                      <a:cubicBezTo>
                        <a:pt x="92546" y="60493"/>
                        <a:pt x="159604" y="87354"/>
                        <a:pt x="228948" y="88116"/>
                      </a:cubicBezTo>
                      <a:cubicBezTo>
                        <a:pt x="260382" y="88496"/>
                        <a:pt x="291435" y="94592"/>
                        <a:pt x="313533" y="62779"/>
                      </a:cubicBezTo>
                      <a:cubicBezTo>
                        <a:pt x="316389" y="58587"/>
                        <a:pt x="330298" y="60873"/>
                        <a:pt x="338870" y="62207"/>
                      </a:cubicBezTo>
                      <a:cubicBezTo>
                        <a:pt x="357921" y="65066"/>
                        <a:pt x="376781" y="72304"/>
                        <a:pt x="395640" y="72114"/>
                      </a:cubicBezTo>
                      <a:cubicBezTo>
                        <a:pt x="434695" y="71924"/>
                        <a:pt x="473939" y="68876"/>
                        <a:pt x="512802" y="65446"/>
                      </a:cubicBezTo>
                      <a:cubicBezTo>
                        <a:pt x="527470" y="64112"/>
                        <a:pt x="541569" y="58969"/>
                        <a:pt x="556047" y="55349"/>
                      </a:cubicBezTo>
                      <a:cubicBezTo>
                        <a:pt x="564048" y="53253"/>
                        <a:pt x="572622" y="47729"/>
                        <a:pt x="580050" y="48871"/>
                      </a:cubicBezTo>
                      <a:cubicBezTo>
                        <a:pt x="623106" y="55539"/>
                        <a:pt x="662541" y="39157"/>
                        <a:pt x="703308" y="30964"/>
                      </a:cubicBezTo>
                      <a:cubicBezTo>
                        <a:pt x="722169" y="27154"/>
                        <a:pt x="739886" y="18010"/>
                        <a:pt x="758174" y="11724"/>
                      </a:cubicBezTo>
                      <a:cubicBezTo>
                        <a:pt x="762936" y="10008"/>
                        <a:pt x="768271" y="8484"/>
                        <a:pt x="773035" y="8866"/>
                      </a:cubicBezTo>
                      <a:cubicBezTo>
                        <a:pt x="800276" y="11152"/>
                        <a:pt x="827329" y="14390"/>
                        <a:pt x="854379" y="16866"/>
                      </a:cubicBezTo>
                      <a:cubicBezTo>
                        <a:pt x="878956" y="19152"/>
                        <a:pt x="903722" y="19914"/>
                        <a:pt x="915343" y="47919"/>
                      </a:cubicBezTo>
                      <a:cubicBezTo>
                        <a:pt x="917059" y="52301"/>
                        <a:pt x="922773" y="55539"/>
                        <a:pt x="927155" y="58397"/>
                      </a:cubicBezTo>
                      <a:cubicBezTo>
                        <a:pt x="994785" y="102405"/>
                        <a:pt x="1030980" y="101261"/>
                        <a:pt x="1097087" y="54777"/>
                      </a:cubicBezTo>
                      <a:cubicBezTo>
                        <a:pt x="1103945" y="50015"/>
                        <a:pt x="1118613" y="46585"/>
                        <a:pt x="1123185" y="50395"/>
                      </a:cubicBezTo>
                      <a:cubicBezTo>
                        <a:pt x="1162049" y="82020"/>
                        <a:pt x="1204532" y="78590"/>
                        <a:pt x="1249302" y="68684"/>
                      </a:cubicBezTo>
                      <a:cubicBezTo>
                        <a:pt x="1260922" y="66018"/>
                        <a:pt x="1277307" y="66018"/>
                        <a:pt x="1286069" y="72304"/>
                      </a:cubicBezTo>
                      <a:cubicBezTo>
                        <a:pt x="1327790" y="101451"/>
                        <a:pt x="1372560" y="97261"/>
                        <a:pt x="1417899" y="88688"/>
                      </a:cubicBezTo>
                      <a:cubicBezTo>
                        <a:pt x="1424948" y="87354"/>
                        <a:pt x="1433522" y="80114"/>
                        <a:pt x="1436568" y="73448"/>
                      </a:cubicBezTo>
                      <a:cubicBezTo>
                        <a:pt x="1447428" y="49825"/>
                        <a:pt x="1467813" y="41823"/>
                        <a:pt x="1490292" y="35154"/>
                      </a:cubicBezTo>
                      <a:cubicBezTo>
                        <a:pt x="1525727" y="24296"/>
                        <a:pt x="1560588" y="11532"/>
                        <a:pt x="1596213" y="1245"/>
                      </a:cubicBezTo>
                      <a:cubicBezTo>
                        <a:pt x="1604978" y="-1231"/>
                        <a:pt x="1615836" y="293"/>
                        <a:pt x="1624980" y="3150"/>
                      </a:cubicBezTo>
                      <a:cubicBezTo>
                        <a:pt x="1656223" y="12866"/>
                        <a:pt x="1676036" y="37251"/>
                        <a:pt x="1697753" y="59731"/>
                      </a:cubicBezTo>
                      <a:cubicBezTo>
                        <a:pt x="1707279" y="69638"/>
                        <a:pt x="1720423" y="76686"/>
                        <a:pt x="1733188" y="82400"/>
                      </a:cubicBezTo>
                      <a:cubicBezTo>
                        <a:pt x="1766335" y="97071"/>
                        <a:pt x="1800246" y="110215"/>
                        <a:pt x="1833775" y="124121"/>
                      </a:cubicBezTo>
                      <a:cubicBezTo>
                        <a:pt x="1837013" y="125455"/>
                        <a:pt x="1839679" y="128884"/>
                        <a:pt x="1842158" y="131742"/>
                      </a:cubicBezTo>
                      <a:cubicBezTo>
                        <a:pt x="1866922" y="161843"/>
                        <a:pt x="1891497" y="192132"/>
                        <a:pt x="1916454" y="222233"/>
                      </a:cubicBezTo>
                      <a:cubicBezTo>
                        <a:pt x="1921216" y="227947"/>
                        <a:pt x="1928076" y="232139"/>
                        <a:pt x="1933219" y="237663"/>
                      </a:cubicBezTo>
                      <a:cubicBezTo>
                        <a:pt x="1940459" y="245283"/>
                        <a:pt x="1949603" y="252524"/>
                        <a:pt x="1953413" y="261668"/>
                      </a:cubicBezTo>
                      <a:cubicBezTo>
                        <a:pt x="1965224" y="290433"/>
                        <a:pt x="1987894" y="302817"/>
                        <a:pt x="2016469" y="308151"/>
                      </a:cubicBezTo>
                      <a:cubicBezTo>
                        <a:pt x="2042570" y="313104"/>
                        <a:pt x="2068669" y="317296"/>
                        <a:pt x="2094578" y="323010"/>
                      </a:cubicBezTo>
                      <a:cubicBezTo>
                        <a:pt x="2126201" y="329868"/>
                        <a:pt x="2157636" y="337298"/>
                        <a:pt x="2188879" y="345681"/>
                      </a:cubicBezTo>
                      <a:cubicBezTo>
                        <a:pt x="2202404" y="349301"/>
                        <a:pt x="2216692" y="353491"/>
                        <a:pt x="2228314" y="360921"/>
                      </a:cubicBezTo>
                      <a:cubicBezTo>
                        <a:pt x="2260890" y="381496"/>
                        <a:pt x="2295753" y="395402"/>
                        <a:pt x="2334044" y="389878"/>
                      </a:cubicBezTo>
                      <a:cubicBezTo>
                        <a:pt x="2364715" y="385496"/>
                        <a:pt x="2390434" y="396736"/>
                        <a:pt x="2409485" y="414263"/>
                      </a:cubicBezTo>
                      <a:cubicBezTo>
                        <a:pt x="2444158" y="446078"/>
                        <a:pt x="2481305" y="438838"/>
                        <a:pt x="2518264" y="428552"/>
                      </a:cubicBezTo>
                      <a:cubicBezTo>
                        <a:pt x="2537315" y="423217"/>
                        <a:pt x="2552935" y="423979"/>
                        <a:pt x="2571034" y="429122"/>
                      </a:cubicBezTo>
                      <a:cubicBezTo>
                        <a:pt x="2612945" y="441124"/>
                        <a:pt x="2640950" y="473701"/>
                        <a:pt x="2668001" y="502276"/>
                      </a:cubicBezTo>
                      <a:cubicBezTo>
                        <a:pt x="2691054" y="526661"/>
                        <a:pt x="2716963" y="540377"/>
                        <a:pt x="2745348" y="550666"/>
                      </a:cubicBezTo>
                      <a:cubicBezTo>
                        <a:pt x="2781163" y="563810"/>
                        <a:pt x="2809548" y="558858"/>
                        <a:pt x="2826694" y="527233"/>
                      </a:cubicBezTo>
                      <a:cubicBezTo>
                        <a:pt x="2831457" y="518278"/>
                        <a:pt x="2839839" y="507800"/>
                        <a:pt x="2848793" y="505134"/>
                      </a:cubicBezTo>
                      <a:cubicBezTo>
                        <a:pt x="2892037" y="491800"/>
                        <a:pt x="2935854" y="472367"/>
                        <a:pt x="2982148" y="484179"/>
                      </a:cubicBezTo>
                      <a:cubicBezTo>
                        <a:pt x="3046158" y="500372"/>
                        <a:pt x="3108644" y="499420"/>
                        <a:pt x="3172654" y="483417"/>
                      </a:cubicBezTo>
                      <a:cubicBezTo>
                        <a:pt x="3276480" y="457508"/>
                        <a:pt x="3380305" y="430076"/>
                        <a:pt x="3489467" y="435790"/>
                      </a:cubicBezTo>
                      <a:cubicBezTo>
                        <a:pt x="3507563" y="436742"/>
                        <a:pt x="3529090" y="425121"/>
                        <a:pt x="3544713" y="413691"/>
                      </a:cubicBezTo>
                      <a:cubicBezTo>
                        <a:pt x="3574622" y="391974"/>
                        <a:pt x="3573288" y="390258"/>
                        <a:pt x="3606817" y="408167"/>
                      </a:cubicBezTo>
                      <a:cubicBezTo>
                        <a:pt x="3614819" y="412549"/>
                        <a:pt x="3624725" y="415215"/>
                        <a:pt x="3630632" y="421693"/>
                      </a:cubicBezTo>
                      <a:cubicBezTo>
                        <a:pt x="3660731" y="454650"/>
                        <a:pt x="3697880" y="446648"/>
                        <a:pt x="3734837" y="441886"/>
                      </a:cubicBezTo>
                      <a:cubicBezTo>
                        <a:pt x="3741315" y="440934"/>
                        <a:pt x="3749125" y="439600"/>
                        <a:pt x="3754652" y="442268"/>
                      </a:cubicBezTo>
                      <a:cubicBezTo>
                        <a:pt x="3779607" y="454268"/>
                        <a:pt x="3800753" y="450078"/>
                        <a:pt x="3822472" y="433694"/>
                      </a:cubicBezTo>
                      <a:cubicBezTo>
                        <a:pt x="3841331" y="419597"/>
                        <a:pt x="3863049" y="411215"/>
                        <a:pt x="3885338" y="428742"/>
                      </a:cubicBezTo>
                      <a:cubicBezTo>
                        <a:pt x="3934870" y="467605"/>
                        <a:pt x="3987829" y="469509"/>
                        <a:pt x="4043839" y="444934"/>
                      </a:cubicBezTo>
                      <a:cubicBezTo>
                        <a:pt x="4083845" y="427407"/>
                        <a:pt x="4123280" y="423407"/>
                        <a:pt x="4165383" y="441124"/>
                      </a:cubicBezTo>
                      <a:cubicBezTo>
                        <a:pt x="4181576" y="447982"/>
                        <a:pt x="4202531" y="443410"/>
                        <a:pt x="4221391" y="444934"/>
                      </a:cubicBezTo>
                      <a:cubicBezTo>
                        <a:pt x="4232060" y="445696"/>
                        <a:pt x="4243872" y="445886"/>
                        <a:pt x="4253014" y="450650"/>
                      </a:cubicBezTo>
                      <a:cubicBezTo>
                        <a:pt x="4277401" y="462843"/>
                        <a:pt x="4300070" y="478463"/>
                        <a:pt x="4324645" y="490466"/>
                      </a:cubicBezTo>
                      <a:cubicBezTo>
                        <a:pt x="4336457" y="496180"/>
                        <a:pt x="4350554" y="499228"/>
                        <a:pt x="4363890" y="499420"/>
                      </a:cubicBezTo>
                      <a:cubicBezTo>
                        <a:pt x="4403325" y="500372"/>
                        <a:pt x="4442761" y="500372"/>
                        <a:pt x="4482004" y="498658"/>
                      </a:cubicBezTo>
                      <a:cubicBezTo>
                        <a:pt x="4546776" y="495990"/>
                        <a:pt x="4612500" y="495418"/>
                        <a:pt x="4659174" y="438648"/>
                      </a:cubicBezTo>
                      <a:cubicBezTo>
                        <a:pt x="4662986" y="434076"/>
                        <a:pt x="4671176" y="431408"/>
                        <a:pt x="4677655" y="430646"/>
                      </a:cubicBezTo>
                      <a:cubicBezTo>
                        <a:pt x="4707564" y="427027"/>
                        <a:pt x="4738235" y="426645"/>
                        <a:pt x="4767764" y="420739"/>
                      </a:cubicBezTo>
                      <a:cubicBezTo>
                        <a:pt x="4791386" y="415977"/>
                        <a:pt x="4811009" y="417501"/>
                        <a:pt x="4828916" y="434266"/>
                      </a:cubicBezTo>
                      <a:cubicBezTo>
                        <a:pt x="4852348" y="456364"/>
                        <a:pt x="4880925" y="469319"/>
                        <a:pt x="4912168" y="462271"/>
                      </a:cubicBezTo>
                      <a:cubicBezTo>
                        <a:pt x="4943409" y="455412"/>
                        <a:pt x="4963984" y="470271"/>
                        <a:pt x="4987037" y="485703"/>
                      </a:cubicBezTo>
                      <a:cubicBezTo>
                        <a:pt x="5003801" y="496942"/>
                        <a:pt x="5022852" y="511040"/>
                        <a:pt x="5041521" y="512182"/>
                      </a:cubicBezTo>
                      <a:cubicBezTo>
                        <a:pt x="5083814" y="514658"/>
                        <a:pt x="5120201" y="553904"/>
                        <a:pt x="5166113" y="531615"/>
                      </a:cubicBezTo>
                      <a:cubicBezTo>
                        <a:pt x="5169161" y="530091"/>
                        <a:pt x="5174685" y="533901"/>
                        <a:pt x="5179067" y="534853"/>
                      </a:cubicBezTo>
                      <a:cubicBezTo>
                        <a:pt x="5214121" y="542093"/>
                        <a:pt x="5247078" y="535043"/>
                        <a:pt x="5272796" y="511230"/>
                      </a:cubicBezTo>
                      <a:cubicBezTo>
                        <a:pt x="5306516" y="480177"/>
                        <a:pt x="5343855" y="477129"/>
                        <a:pt x="5385384" y="487227"/>
                      </a:cubicBezTo>
                      <a:cubicBezTo>
                        <a:pt x="5398721" y="490466"/>
                        <a:pt x="5412057" y="492752"/>
                        <a:pt x="5425582" y="495418"/>
                      </a:cubicBezTo>
                      <a:cubicBezTo>
                        <a:pt x="5443870" y="499228"/>
                        <a:pt x="5462351" y="503230"/>
                        <a:pt x="5480637" y="507040"/>
                      </a:cubicBezTo>
                      <a:cubicBezTo>
                        <a:pt x="5498356" y="510850"/>
                        <a:pt x="5517979" y="517326"/>
                        <a:pt x="5531693" y="500944"/>
                      </a:cubicBezTo>
                      <a:cubicBezTo>
                        <a:pt x="5543506" y="486845"/>
                        <a:pt x="5551888" y="488179"/>
                        <a:pt x="5562746" y="500372"/>
                      </a:cubicBezTo>
                      <a:cubicBezTo>
                        <a:pt x="5600467" y="543045"/>
                        <a:pt x="5646189" y="569716"/>
                        <a:pt x="5704483" y="571620"/>
                      </a:cubicBezTo>
                      <a:cubicBezTo>
                        <a:pt x="5716485" y="572002"/>
                        <a:pt x="5728678" y="574668"/>
                        <a:pt x="5740488" y="577526"/>
                      </a:cubicBezTo>
                      <a:cubicBezTo>
                        <a:pt x="5747728" y="579241"/>
                        <a:pt x="5756493" y="581147"/>
                        <a:pt x="5760873" y="586291"/>
                      </a:cubicBezTo>
                      <a:cubicBezTo>
                        <a:pt x="5794974" y="625534"/>
                        <a:pt x="5837457" y="652777"/>
                        <a:pt x="5883751" y="674686"/>
                      </a:cubicBezTo>
                      <a:cubicBezTo>
                        <a:pt x="5900323" y="682496"/>
                        <a:pt x="5918042" y="690306"/>
                        <a:pt x="5935949" y="692592"/>
                      </a:cubicBezTo>
                      <a:cubicBezTo>
                        <a:pt x="5954617" y="694878"/>
                        <a:pt x="5974240" y="691068"/>
                        <a:pt x="5993291" y="688972"/>
                      </a:cubicBezTo>
                      <a:cubicBezTo>
                        <a:pt x="6004531" y="687830"/>
                        <a:pt x="6017485" y="688020"/>
                        <a:pt x="6026440" y="682496"/>
                      </a:cubicBezTo>
                      <a:cubicBezTo>
                        <a:pt x="6054825" y="665159"/>
                        <a:pt x="6082258" y="646491"/>
                        <a:pt x="6108738" y="626296"/>
                      </a:cubicBezTo>
                      <a:cubicBezTo>
                        <a:pt x="6131409" y="608960"/>
                        <a:pt x="6135981" y="606483"/>
                        <a:pt x="6155602" y="628202"/>
                      </a:cubicBezTo>
                      <a:cubicBezTo>
                        <a:pt x="6175797" y="650491"/>
                        <a:pt x="6200944" y="662111"/>
                        <a:pt x="6228756" y="666873"/>
                      </a:cubicBezTo>
                      <a:cubicBezTo>
                        <a:pt x="6272764" y="674304"/>
                        <a:pt x="6317151" y="680590"/>
                        <a:pt x="6361539" y="684210"/>
                      </a:cubicBezTo>
                      <a:cubicBezTo>
                        <a:pt x="6401736" y="687448"/>
                        <a:pt x="6420977" y="669922"/>
                        <a:pt x="6428979" y="630106"/>
                      </a:cubicBezTo>
                      <a:cubicBezTo>
                        <a:pt x="6433551" y="608007"/>
                        <a:pt x="6439458" y="584003"/>
                        <a:pt x="6463840" y="578098"/>
                      </a:cubicBezTo>
                      <a:cubicBezTo>
                        <a:pt x="6503658" y="568572"/>
                        <a:pt x="6544997" y="564382"/>
                        <a:pt x="6564620" y="517708"/>
                      </a:cubicBezTo>
                      <a:cubicBezTo>
                        <a:pt x="6575478" y="527995"/>
                        <a:pt x="6582146" y="534091"/>
                        <a:pt x="6588625" y="540187"/>
                      </a:cubicBezTo>
                      <a:cubicBezTo>
                        <a:pt x="6606531" y="557142"/>
                        <a:pt x="6643678" y="564382"/>
                        <a:pt x="6662541" y="549714"/>
                      </a:cubicBezTo>
                      <a:cubicBezTo>
                        <a:pt x="6690354" y="528377"/>
                        <a:pt x="6715883" y="532377"/>
                        <a:pt x="6742552" y="548952"/>
                      </a:cubicBezTo>
                      <a:cubicBezTo>
                        <a:pt x="6764841" y="562668"/>
                        <a:pt x="6788417" y="567954"/>
                        <a:pt x="6812063" y="568430"/>
                      </a:cubicBezTo>
                      <a:lnTo>
                        <a:pt x="6858001" y="562267"/>
                      </a:lnTo>
                      <a:lnTo>
                        <a:pt x="6858001" y="734520"/>
                      </a:lnTo>
                      <a:lnTo>
                        <a:pt x="6815516" y="744220"/>
                      </a:lnTo>
                      <a:cubicBezTo>
                        <a:pt x="6793035" y="749744"/>
                        <a:pt x="6771319" y="759651"/>
                        <a:pt x="6748458" y="763271"/>
                      </a:cubicBezTo>
                      <a:cubicBezTo>
                        <a:pt x="6694164" y="771843"/>
                        <a:pt x="6639488" y="777939"/>
                        <a:pt x="6584812" y="784797"/>
                      </a:cubicBezTo>
                      <a:cubicBezTo>
                        <a:pt x="6528424" y="791846"/>
                        <a:pt x="6472225" y="799276"/>
                        <a:pt x="6415833" y="805562"/>
                      </a:cubicBezTo>
                      <a:cubicBezTo>
                        <a:pt x="6384972" y="808802"/>
                        <a:pt x="6353919" y="809372"/>
                        <a:pt x="6323058" y="812420"/>
                      </a:cubicBezTo>
                      <a:cubicBezTo>
                        <a:pt x="6296005" y="815088"/>
                        <a:pt x="6269144" y="820041"/>
                        <a:pt x="6242093" y="823281"/>
                      </a:cubicBezTo>
                      <a:cubicBezTo>
                        <a:pt x="6218660" y="825947"/>
                        <a:pt x="6195037" y="827471"/>
                        <a:pt x="6171605" y="830139"/>
                      </a:cubicBezTo>
                      <a:cubicBezTo>
                        <a:pt x="6134075" y="834519"/>
                        <a:pt x="6096736" y="839473"/>
                        <a:pt x="6059397" y="844045"/>
                      </a:cubicBezTo>
                      <a:cubicBezTo>
                        <a:pt x="6043776" y="845759"/>
                        <a:pt x="6027392" y="850522"/>
                        <a:pt x="6012723" y="847665"/>
                      </a:cubicBezTo>
                      <a:cubicBezTo>
                        <a:pt x="5975764" y="840425"/>
                        <a:pt x="5939377" y="842521"/>
                        <a:pt x="5902610" y="847473"/>
                      </a:cubicBezTo>
                      <a:cubicBezTo>
                        <a:pt x="5890037" y="849190"/>
                        <a:pt x="5876511" y="848808"/>
                        <a:pt x="5864318" y="845569"/>
                      </a:cubicBezTo>
                      <a:cubicBezTo>
                        <a:pt x="5839361" y="839091"/>
                        <a:pt x="5815169" y="829947"/>
                        <a:pt x="5790592" y="821947"/>
                      </a:cubicBezTo>
                      <a:cubicBezTo>
                        <a:pt x="5787924" y="820995"/>
                        <a:pt x="5784686" y="820803"/>
                        <a:pt x="5781830" y="820233"/>
                      </a:cubicBezTo>
                      <a:cubicBezTo>
                        <a:pt x="5765635" y="816992"/>
                        <a:pt x="5749634" y="813754"/>
                        <a:pt x="5733440" y="810896"/>
                      </a:cubicBezTo>
                      <a:cubicBezTo>
                        <a:pt x="5724678" y="809372"/>
                        <a:pt x="5715723" y="809182"/>
                        <a:pt x="5706959" y="807848"/>
                      </a:cubicBezTo>
                      <a:cubicBezTo>
                        <a:pt x="5673050" y="802514"/>
                        <a:pt x="5635711" y="811468"/>
                        <a:pt x="5606372" y="788417"/>
                      </a:cubicBezTo>
                      <a:cubicBezTo>
                        <a:pt x="5587321" y="773557"/>
                        <a:pt x="5568842" y="776987"/>
                        <a:pt x="5548460" y="779273"/>
                      </a:cubicBezTo>
                      <a:cubicBezTo>
                        <a:pt x="5533027" y="780987"/>
                        <a:pt x="5517215" y="780415"/>
                        <a:pt x="5501594" y="780607"/>
                      </a:cubicBezTo>
                      <a:cubicBezTo>
                        <a:pt x="5474161" y="781177"/>
                        <a:pt x="5446728" y="781369"/>
                        <a:pt x="5419295" y="782321"/>
                      </a:cubicBezTo>
                      <a:cubicBezTo>
                        <a:pt x="5410531" y="782701"/>
                        <a:pt x="5401579" y="787465"/>
                        <a:pt x="5393005" y="786703"/>
                      </a:cubicBezTo>
                      <a:cubicBezTo>
                        <a:pt x="5353379" y="783083"/>
                        <a:pt x="5313754" y="777367"/>
                        <a:pt x="5274129" y="774129"/>
                      </a:cubicBezTo>
                      <a:cubicBezTo>
                        <a:pt x="5251650" y="772225"/>
                        <a:pt x="5228597" y="775843"/>
                        <a:pt x="5206308" y="773177"/>
                      </a:cubicBezTo>
                      <a:cubicBezTo>
                        <a:pt x="5180591" y="770129"/>
                        <a:pt x="5155445" y="762319"/>
                        <a:pt x="5129916" y="757554"/>
                      </a:cubicBezTo>
                      <a:cubicBezTo>
                        <a:pt x="5122867" y="756222"/>
                        <a:pt x="5115057" y="757936"/>
                        <a:pt x="5107627" y="758316"/>
                      </a:cubicBezTo>
                      <a:cubicBezTo>
                        <a:pt x="5099245" y="758699"/>
                        <a:pt x="5091052" y="759461"/>
                        <a:pt x="5082670" y="759651"/>
                      </a:cubicBezTo>
                      <a:cubicBezTo>
                        <a:pt x="5057141" y="760033"/>
                        <a:pt x="5031614" y="759461"/>
                        <a:pt x="5006086" y="760795"/>
                      </a:cubicBezTo>
                      <a:cubicBezTo>
                        <a:pt x="4990465" y="761557"/>
                        <a:pt x="4974082" y="769367"/>
                        <a:pt x="4959602" y="766509"/>
                      </a:cubicBezTo>
                      <a:cubicBezTo>
                        <a:pt x="4930075" y="760985"/>
                        <a:pt x="4900546" y="773367"/>
                        <a:pt x="4871019" y="763081"/>
                      </a:cubicBezTo>
                      <a:cubicBezTo>
                        <a:pt x="4861873" y="760033"/>
                        <a:pt x="4849300" y="767653"/>
                        <a:pt x="4838250" y="768033"/>
                      </a:cubicBezTo>
                      <a:cubicBezTo>
                        <a:pt x="4810627" y="768985"/>
                        <a:pt x="4783004" y="768795"/>
                        <a:pt x="4755381" y="768605"/>
                      </a:cubicBezTo>
                      <a:cubicBezTo>
                        <a:pt x="4730614" y="768415"/>
                        <a:pt x="4704895" y="771081"/>
                        <a:pt x="4681083" y="765747"/>
                      </a:cubicBezTo>
                      <a:cubicBezTo>
                        <a:pt x="4656126" y="760033"/>
                        <a:pt x="4633647" y="760795"/>
                        <a:pt x="4609452" y="767271"/>
                      </a:cubicBezTo>
                      <a:cubicBezTo>
                        <a:pt x="4592878" y="771653"/>
                        <a:pt x="4575351" y="772225"/>
                        <a:pt x="4558207" y="773557"/>
                      </a:cubicBezTo>
                      <a:cubicBezTo>
                        <a:pt x="4539728" y="775081"/>
                        <a:pt x="4519343" y="771081"/>
                        <a:pt x="4502579" y="777367"/>
                      </a:cubicBezTo>
                      <a:cubicBezTo>
                        <a:pt x="4452665" y="796038"/>
                        <a:pt x="4401419" y="800038"/>
                        <a:pt x="4349222" y="800038"/>
                      </a:cubicBezTo>
                      <a:cubicBezTo>
                        <a:pt x="4339695" y="800038"/>
                        <a:pt x="4329979" y="797372"/>
                        <a:pt x="4320837" y="794514"/>
                      </a:cubicBezTo>
                      <a:cubicBezTo>
                        <a:pt x="4267493" y="777367"/>
                        <a:pt x="4213961" y="778891"/>
                        <a:pt x="4159667" y="789370"/>
                      </a:cubicBezTo>
                      <a:cubicBezTo>
                        <a:pt x="4148427" y="791656"/>
                        <a:pt x="4135854" y="792038"/>
                        <a:pt x="4124614" y="789752"/>
                      </a:cubicBezTo>
                      <a:cubicBezTo>
                        <a:pt x="4092989" y="783083"/>
                        <a:pt x="4062318" y="772033"/>
                        <a:pt x="4030503" y="767271"/>
                      </a:cubicBezTo>
                      <a:cubicBezTo>
                        <a:pt x="3977925" y="759461"/>
                        <a:pt x="3932394" y="785749"/>
                        <a:pt x="3885338" y="802896"/>
                      </a:cubicBezTo>
                      <a:cubicBezTo>
                        <a:pt x="3840569" y="819089"/>
                        <a:pt x="3802467" y="855666"/>
                        <a:pt x="3749506" y="847473"/>
                      </a:cubicBezTo>
                      <a:cubicBezTo>
                        <a:pt x="3744173" y="846711"/>
                        <a:pt x="3738267" y="851856"/>
                        <a:pt x="3732361" y="853190"/>
                      </a:cubicBezTo>
                      <a:cubicBezTo>
                        <a:pt x="3716168" y="856810"/>
                        <a:pt x="3699976" y="861190"/>
                        <a:pt x="3683591" y="862906"/>
                      </a:cubicBezTo>
                      <a:cubicBezTo>
                        <a:pt x="3663589" y="865192"/>
                        <a:pt x="3643204" y="864430"/>
                        <a:pt x="3623201" y="866334"/>
                      </a:cubicBezTo>
                      <a:cubicBezTo>
                        <a:pt x="3597482" y="868620"/>
                        <a:pt x="3572146" y="874716"/>
                        <a:pt x="3546617" y="874716"/>
                      </a:cubicBezTo>
                      <a:cubicBezTo>
                        <a:pt x="3526042" y="874716"/>
                        <a:pt x="3505657" y="867668"/>
                        <a:pt x="3485275" y="864238"/>
                      </a:cubicBezTo>
                      <a:cubicBezTo>
                        <a:pt x="3456508" y="859476"/>
                        <a:pt x="3424883" y="860810"/>
                        <a:pt x="3399546" y="848618"/>
                      </a:cubicBezTo>
                      <a:cubicBezTo>
                        <a:pt x="3372495" y="835663"/>
                        <a:pt x="3346776" y="829757"/>
                        <a:pt x="3318771" y="833757"/>
                      </a:cubicBezTo>
                      <a:cubicBezTo>
                        <a:pt x="3309437" y="835091"/>
                        <a:pt x="3297434" y="843093"/>
                        <a:pt x="3293244" y="851284"/>
                      </a:cubicBezTo>
                      <a:cubicBezTo>
                        <a:pt x="3283908" y="869572"/>
                        <a:pt x="3271145" y="872812"/>
                        <a:pt x="3253809" y="866524"/>
                      </a:cubicBezTo>
                      <a:cubicBezTo>
                        <a:pt x="3238758" y="861190"/>
                        <a:pt x="3220280" y="858524"/>
                        <a:pt x="3209993" y="848235"/>
                      </a:cubicBezTo>
                      <a:cubicBezTo>
                        <a:pt x="3180844" y="819089"/>
                        <a:pt x="3143695" y="818136"/>
                        <a:pt x="3107500" y="810326"/>
                      </a:cubicBezTo>
                      <a:cubicBezTo>
                        <a:pt x="3085403" y="805562"/>
                        <a:pt x="3064827" y="805372"/>
                        <a:pt x="3042728" y="808610"/>
                      </a:cubicBezTo>
                      <a:cubicBezTo>
                        <a:pt x="2994722" y="815850"/>
                        <a:pt x="2948047" y="805562"/>
                        <a:pt x="2901943" y="792418"/>
                      </a:cubicBezTo>
                      <a:cubicBezTo>
                        <a:pt x="2871462" y="783655"/>
                        <a:pt x="2840219" y="778321"/>
                        <a:pt x="2809930" y="769367"/>
                      </a:cubicBezTo>
                      <a:cubicBezTo>
                        <a:pt x="2787259" y="762509"/>
                        <a:pt x="2764590" y="754316"/>
                        <a:pt x="2743826" y="743268"/>
                      </a:cubicBezTo>
                      <a:cubicBezTo>
                        <a:pt x="2713723" y="727073"/>
                        <a:pt x="2687436" y="702689"/>
                        <a:pt x="2649143" y="709167"/>
                      </a:cubicBezTo>
                      <a:cubicBezTo>
                        <a:pt x="2615421" y="714881"/>
                        <a:pt x="2584942" y="702881"/>
                        <a:pt x="2554079" y="691450"/>
                      </a:cubicBezTo>
                      <a:cubicBezTo>
                        <a:pt x="2531409" y="683068"/>
                        <a:pt x="2508742" y="674494"/>
                        <a:pt x="2485307" y="669160"/>
                      </a:cubicBezTo>
                      <a:cubicBezTo>
                        <a:pt x="2457492" y="662873"/>
                        <a:pt x="2426059" y="665541"/>
                        <a:pt x="2401292" y="653919"/>
                      </a:cubicBezTo>
                      <a:cubicBezTo>
                        <a:pt x="2375383" y="641727"/>
                        <a:pt x="2353859" y="649919"/>
                        <a:pt x="2330806" y="653349"/>
                      </a:cubicBezTo>
                      <a:cubicBezTo>
                        <a:pt x="2294039" y="658683"/>
                        <a:pt x="2257459" y="668590"/>
                        <a:pt x="2220312" y="656015"/>
                      </a:cubicBezTo>
                      <a:cubicBezTo>
                        <a:pt x="2175163" y="640775"/>
                        <a:pt x="2130393" y="624392"/>
                        <a:pt x="2085054" y="609914"/>
                      </a:cubicBezTo>
                      <a:cubicBezTo>
                        <a:pt x="2067525" y="604387"/>
                        <a:pt x="2048668" y="602101"/>
                        <a:pt x="2030378" y="599625"/>
                      </a:cubicBezTo>
                      <a:cubicBezTo>
                        <a:pt x="2013043" y="597529"/>
                        <a:pt x="1992279" y="602863"/>
                        <a:pt x="1978940" y="594863"/>
                      </a:cubicBezTo>
                      <a:cubicBezTo>
                        <a:pt x="1944649" y="574288"/>
                        <a:pt x="1909408" y="564192"/>
                        <a:pt x="1869780" y="564192"/>
                      </a:cubicBezTo>
                      <a:cubicBezTo>
                        <a:pt x="1854920" y="564192"/>
                        <a:pt x="1840441" y="555618"/>
                        <a:pt x="1825393" y="554094"/>
                      </a:cubicBezTo>
                      <a:cubicBezTo>
                        <a:pt x="1804816" y="552190"/>
                        <a:pt x="1781194" y="547045"/>
                        <a:pt x="1763287" y="554286"/>
                      </a:cubicBezTo>
                      <a:cubicBezTo>
                        <a:pt x="1721185" y="571430"/>
                        <a:pt x="1687086" y="557142"/>
                        <a:pt x="1650317" y="540187"/>
                      </a:cubicBezTo>
                      <a:cubicBezTo>
                        <a:pt x="1614120" y="523423"/>
                        <a:pt x="1576019" y="510088"/>
                        <a:pt x="1537537" y="499038"/>
                      </a:cubicBezTo>
                      <a:cubicBezTo>
                        <a:pt x="1523059" y="495038"/>
                        <a:pt x="1505724" y="501706"/>
                        <a:pt x="1489720" y="503038"/>
                      </a:cubicBezTo>
                      <a:cubicBezTo>
                        <a:pt x="1484004" y="503420"/>
                        <a:pt x="1477717" y="503992"/>
                        <a:pt x="1472575" y="502086"/>
                      </a:cubicBezTo>
                      <a:cubicBezTo>
                        <a:pt x="1422854" y="483797"/>
                        <a:pt x="1372368" y="469891"/>
                        <a:pt x="1318456" y="479415"/>
                      </a:cubicBezTo>
                      <a:cubicBezTo>
                        <a:pt x="1313504" y="480369"/>
                        <a:pt x="1307978" y="478273"/>
                        <a:pt x="1303024" y="476939"/>
                      </a:cubicBezTo>
                      <a:cubicBezTo>
                        <a:pt x="1278829" y="470081"/>
                        <a:pt x="1255206" y="459223"/>
                        <a:pt x="1230633" y="456746"/>
                      </a:cubicBezTo>
                      <a:cubicBezTo>
                        <a:pt x="1170051" y="450650"/>
                        <a:pt x="1109091" y="448172"/>
                        <a:pt x="1048125" y="444172"/>
                      </a:cubicBezTo>
                      <a:cubicBezTo>
                        <a:pt x="1044315" y="443982"/>
                        <a:pt x="1040315" y="443982"/>
                        <a:pt x="1036887" y="442648"/>
                      </a:cubicBezTo>
                      <a:cubicBezTo>
                        <a:pt x="1014406" y="434456"/>
                        <a:pt x="994785" y="437124"/>
                        <a:pt x="975733" y="452744"/>
                      </a:cubicBezTo>
                      <a:cubicBezTo>
                        <a:pt x="967350" y="459603"/>
                        <a:pt x="955920" y="463223"/>
                        <a:pt x="945444" y="467033"/>
                      </a:cubicBezTo>
                      <a:cubicBezTo>
                        <a:pt x="930011" y="472749"/>
                        <a:pt x="914200" y="478273"/>
                        <a:pt x="898198" y="481893"/>
                      </a:cubicBezTo>
                      <a:cubicBezTo>
                        <a:pt x="882384" y="485321"/>
                        <a:pt x="865430" y="490084"/>
                        <a:pt x="850189" y="487417"/>
                      </a:cubicBezTo>
                      <a:cubicBezTo>
                        <a:pt x="822756" y="482655"/>
                        <a:pt x="796655" y="471987"/>
                        <a:pt x="769605" y="464937"/>
                      </a:cubicBezTo>
                      <a:cubicBezTo>
                        <a:pt x="760270" y="462461"/>
                        <a:pt x="749982" y="462843"/>
                        <a:pt x="740268" y="462651"/>
                      </a:cubicBezTo>
                      <a:cubicBezTo>
                        <a:pt x="717977" y="462081"/>
                        <a:pt x="695116" y="467605"/>
                        <a:pt x="674923" y="451792"/>
                      </a:cubicBezTo>
                      <a:cubicBezTo>
                        <a:pt x="656255" y="436934"/>
                        <a:pt x="637392" y="441314"/>
                        <a:pt x="617772" y="452554"/>
                      </a:cubicBezTo>
                      <a:cubicBezTo>
                        <a:pt x="603673" y="460557"/>
                        <a:pt x="587672" y="466843"/>
                        <a:pt x="571860" y="469891"/>
                      </a:cubicBezTo>
                      <a:cubicBezTo>
                        <a:pt x="550141" y="474081"/>
                        <a:pt x="528615" y="475797"/>
                        <a:pt x="505182" y="473319"/>
                      </a:cubicBezTo>
                      <a:cubicBezTo>
                        <a:pt x="488607" y="471605"/>
                        <a:pt x="475081" y="470843"/>
                        <a:pt x="462126" y="460747"/>
                      </a:cubicBezTo>
                      <a:cubicBezTo>
                        <a:pt x="460032" y="459223"/>
                        <a:pt x="456222" y="458841"/>
                        <a:pt x="453364" y="459033"/>
                      </a:cubicBezTo>
                      <a:cubicBezTo>
                        <a:pt x="415835" y="462271"/>
                        <a:pt x="378686" y="460557"/>
                        <a:pt x="340774" y="458268"/>
                      </a:cubicBezTo>
                      <a:cubicBezTo>
                        <a:pt x="292579" y="455222"/>
                        <a:pt x="241901" y="464175"/>
                        <a:pt x="200182" y="496180"/>
                      </a:cubicBezTo>
                      <a:cubicBezTo>
                        <a:pt x="194085" y="500944"/>
                        <a:pt x="184941" y="503038"/>
                        <a:pt x="176939" y="504182"/>
                      </a:cubicBezTo>
                      <a:cubicBezTo>
                        <a:pt x="139219" y="509134"/>
                        <a:pt x="101308" y="512564"/>
                        <a:pt x="63587" y="518088"/>
                      </a:cubicBezTo>
                      <a:cubicBezTo>
                        <a:pt x="43012" y="521137"/>
                        <a:pt x="21486" y="523805"/>
                        <a:pt x="2817" y="532187"/>
                      </a:cubicBezTo>
                      <a:lnTo>
                        <a:pt x="0" y="533314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" name="Freeform: Shape 17">
                  <a:extLst>
                    <a:ext uri="{FF2B5EF4-FFF2-40B4-BE49-F238E27FC236}">
                      <a16:creationId xmlns:a16="http://schemas.microsoft.com/office/drawing/2014/main" id="{F8841A98-AA1D-4F65-A368-EF31110B07C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6200000" flipH="1">
                  <a:off x="715166" y="2991642"/>
                  <a:ext cx="6858001" cy="874716"/>
                </a:xfrm>
                <a:custGeom>
                  <a:avLst/>
                  <a:gdLst>
                    <a:gd name="connsiteX0" fmla="*/ 0 w 6858001"/>
                    <a:gd name="connsiteY0" fmla="*/ 533314 h 874716"/>
                    <a:gd name="connsiteX1" fmla="*/ 0 w 6858001"/>
                    <a:gd name="connsiteY1" fmla="*/ 69206 h 874716"/>
                    <a:gd name="connsiteX2" fmla="*/ 21486 w 6858001"/>
                    <a:gd name="connsiteY2" fmla="*/ 71924 h 874716"/>
                    <a:gd name="connsiteX3" fmla="*/ 228948 w 6858001"/>
                    <a:gd name="connsiteY3" fmla="*/ 88116 h 874716"/>
                    <a:gd name="connsiteX4" fmla="*/ 313533 w 6858001"/>
                    <a:gd name="connsiteY4" fmla="*/ 62779 h 874716"/>
                    <a:gd name="connsiteX5" fmla="*/ 338870 w 6858001"/>
                    <a:gd name="connsiteY5" fmla="*/ 62207 h 874716"/>
                    <a:gd name="connsiteX6" fmla="*/ 395640 w 6858001"/>
                    <a:gd name="connsiteY6" fmla="*/ 72114 h 874716"/>
                    <a:gd name="connsiteX7" fmla="*/ 512802 w 6858001"/>
                    <a:gd name="connsiteY7" fmla="*/ 65446 h 874716"/>
                    <a:gd name="connsiteX8" fmla="*/ 556047 w 6858001"/>
                    <a:gd name="connsiteY8" fmla="*/ 55349 h 874716"/>
                    <a:gd name="connsiteX9" fmla="*/ 580050 w 6858001"/>
                    <a:gd name="connsiteY9" fmla="*/ 48871 h 874716"/>
                    <a:gd name="connsiteX10" fmla="*/ 703308 w 6858001"/>
                    <a:gd name="connsiteY10" fmla="*/ 30964 h 874716"/>
                    <a:gd name="connsiteX11" fmla="*/ 758174 w 6858001"/>
                    <a:gd name="connsiteY11" fmla="*/ 11724 h 874716"/>
                    <a:gd name="connsiteX12" fmla="*/ 773035 w 6858001"/>
                    <a:gd name="connsiteY12" fmla="*/ 8866 h 874716"/>
                    <a:gd name="connsiteX13" fmla="*/ 854379 w 6858001"/>
                    <a:gd name="connsiteY13" fmla="*/ 16866 h 874716"/>
                    <a:gd name="connsiteX14" fmla="*/ 915343 w 6858001"/>
                    <a:gd name="connsiteY14" fmla="*/ 47919 h 874716"/>
                    <a:gd name="connsiteX15" fmla="*/ 927155 w 6858001"/>
                    <a:gd name="connsiteY15" fmla="*/ 58397 h 874716"/>
                    <a:gd name="connsiteX16" fmla="*/ 1097087 w 6858001"/>
                    <a:gd name="connsiteY16" fmla="*/ 54777 h 874716"/>
                    <a:gd name="connsiteX17" fmla="*/ 1123185 w 6858001"/>
                    <a:gd name="connsiteY17" fmla="*/ 50395 h 874716"/>
                    <a:gd name="connsiteX18" fmla="*/ 1249302 w 6858001"/>
                    <a:gd name="connsiteY18" fmla="*/ 68684 h 874716"/>
                    <a:gd name="connsiteX19" fmla="*/ 1286069 w 6858001"/>
                    <a:gd name="connsiteY19" fmla="*/ 72304 h 874716"/>
                    <a:gd name="connsiteX20" fmla="*/ 1417899 w 6858001"/>
                    <a:gd name="connsiteY20" fmla="*/ 88688 h 874716"/>
                    <a:gd name="connsiteX21" fmla="*/ 1436568 w 6858001"/>
                    <a:gd name="connsiteY21" fmla="*/ 73448 h 874716"/>
                    <a:gd name="connsiteX22" fmla="*/ 1490292 w 6858001"/>
                    <a:gd name="connsiteY22" fmla="*/ 35154 h 874716"/>
                    <a:gd name="connsiteX23" fmla="*/ 1596213 w 6858001"/>
                    <a:gd name="connsiteY23" fmla="*/ 1245 h 874716"/>
                    <a:gd name="connsiteX24" fmla="*/ 1624980 w 6858001"/>
                    <a:gd name="connsiteY24" fmla="*/ 3150 h 874716"/>
                    <a:gd name="connsiteX25" fmla="*/ 1697753 w 6858001"/>
                    <a:gd name="connsiteY25" fmla="*/ 59731 h 874716"/>
                    <a:gd name="connsiteX26" fmla="*/ 1733188 w 6858001"/>
                    <a:gd name="connsiteY26" fmla="*/ 82400 h 874716"/>
                    <a:gd name="connsiteX27" fmla="*/ 1833775 w 6858001"/>
                    <a:gd name="connsiteY27" fmla="*/ 124121 h 874716"/>
                    <a:gd name="connsiteX28" fmla="*/ 1842158 w 6858001"/>
                    <a:gd name="connsiteY28" fmla="*/ 131742 h 874716"/>
                    <a:gd name="connsiteX29" fmla="*/ 1916454 w 6858001"/>
                    <a:gd name="connsiteY29" fmla="*/ 222233 h 874716"/>
                    <a:gd name="connsiteX30" fmla="*/ 1933219 w 6858001"/>
                    <a:gd name="connsiteY30" fmla="*/ 237663 h 874716"/>
                    <a:gd name="connsiteX31" fmla="*/ 1953413 w 6858001"/>
                    <a:gd name="connsiteY31" fmla="*/ 261668 h 874716"/>
                    <a:gd name="connsiteX32" fmla="*/ 2016469 w 6858001"/>
                    <a:gd name="connsiteY32" fmla="*/ 308151 h 874716"/>
                    <a:gd name="connsiteX33" fmla="*/ 2094578 w 6858001"/>
                    <a:gd name="connsiteY33" fmla="*/ 323010 h 874716"/>
                    <a:gd name="connsiteX34" fmla="*/ 2188879 w 6858001"/>
                    <a:gd name="connsiteY34" fmla="*/ 345681 h 874716"/>
                    <a:gd name="connsiteX35" fmla="*/ 2228314 w 6858001"/>
                    <a:gd name="connsiteY35" fmla="*/ 360921 h 874716"/>
                    <a:gd name="connsiteX36" fmla="*/ 2334044 w 6858001"/>
                    <a:gd name="connsiteY36" fmla="*/ 389878 h 874716"/>
                    <a:gd name="connsiteX37" fmla="*/ 2409485 w 6858001"/>
                    <a:gd name="connsiteY37" fmla="*/ 414263 h 874716"/>
                    <a:gd name="connsiteX38" fmla="*/ 2518264 w 6858001"/>
                    <a:gd name="connsiteY38" fmla="*/ 428552 h 874716"/>
                    <a:gd name="connsiteX39" fmla="*/ 2571034 w 6858001"/>
                    <a:gd name="connsiteY39" fmla="*/ 429122 h 874716"/>
                    <a:gd name="connsiteX40" fmla="*/ 2668001 w 6858001"/>
                    <a:gd name="connsiteY40" fmla="*/ 502276 h 874716"/>
                    <a:gd name="connsiteX41" fmla="*/ 2745348 w 6858001"/>
                    <a:gd name="connsiteY41" fmla="*/ 550666 h 874716"/>
                    <a:gd name="connsiteX42" fmla="*/ 2826694 w 6858001"/>
                    <a:gd name="connsiteY42" fmla="*/ 527233 h 874716"/>
                    <a:gd name="connsiteX43" fmla="*/ 2848793 w 6858001"/>
                    <a:gd name="connsiteY43" fmla="*/ 505134 h 874716"/>
                    <a:gd name="connsiteX44" fmla="*/ 2982148 w 6858001"/>
                    <a:gd name="connsiteY44" fmla="*/ 484179 h 874716"/>
                    <a:gd name="connsiteX45" fmla="*/ 3172654 w 6858001"/>
                    <a:gd name="connsiteY45" fmla="*/ 483417 h 874716"/>
                    <a:gd name="connsiteX46" fmla="*/ 3489467 w 6858001"/>
                    <a:gd name="connsiteY46" fmla="*/ 435790 h 874716"/>
                    <a:gd name="connsiteX47" fmla="*/ 3544713 w 6858001"/>
                    <a:gd name="connsiteY47" fmla="*/ 413691 h 874716"/>
                    <a:gd name="connsiteX48" fmla="*/ 3606817 w 6858001"/>
                    <a:gd name="connsiteY48" fmla="*/ 408167 h 874716"/>
                    <a:gd name="connsiteX49" fmla="*/ 3630632 w 6858001"/>
                    <a:gd name="connsiteY49" fmla="*/ 421693 h 874716"/>
                    <a:gd name="connsiteX50" fmla="*/ 3734837 w 6858001"/>
                    <a:gd name="connsiteY50" fmla="*/ 441886 h 874716"/>
                    <a:gd name="connsiteX51" fmla="*/ 3754652 w 6858001"/>
                    <a:gd name="connsiteY51" fmla="*/ 442268 h 874716"/>
                    <a:gd name="connsiteX52" fmla="*/ 3822472 w 6858001"/>
                    <a:gd name="connsiteY52" fmla="*/ 433694 h 874716"/>
                    <a:gd name="connsiteX53" fmla="*/ 3885338 w 6858001"/>
                    <a:gd name="connsiteY53" fmla="*/ 428742 h 874716"/>
                    <a:gd name="connsiteX54" fmla="*/ 4043839 w 6858001"/>
                    <a:gd name="connsiteY54" fmla="*/ 444934 h 874716"/>
                    <a:gd name="connsiteX55" fmla="*/ 4165383 w 6858001"/>
                    <a:gd name="connsiteY55" fmla="*/ 441124 h 874716"/>
                    <a:gd name="connsiteX56" fmla="*/ 4221391 w 6858001"/>
                    <a:gd name="connsiteY56" fmla="*/ 444934 h 874716"/>
                    <a:gd name="connsiteX57" fmla="*/ 4253014 w 6858001"/>
                    <a:gd name="connsiteY57" fmla="*/ 450650 h 874716"/>
                    <a:gd name="connsiteX58" fmla="*/ 4324645 w 6858001"/>
                    <a:gd name="connsiteY58" fmla="*/ 490466 h 874716"/>
                    <a:gd name="connsiteX59" fmla="*/ 4363890 w 6858001"/>
                    <a:gd name="connsiteY59" fmla="*/ 499420 h 874716"/>
                    <a:gd name="connsiteX60" fmla="*/ 4482004 w 6858001"/>
                    <a:gd name="connsiteY60" fmla="*/ 498658 h 874716"/>
                    <a:gd name="connsiteX61" fmla="*/ 4659174 w 6858001"/>
                    <a:gd name="connsiteY61" fmla="*/ 438648 h 874716"/>
                    <a:gd name="connsiteX62" fmla="*/ 4677655 w 6858001"/>
                    <a:gd name="connsiteY62" fmla="*/ 430646 h 874716"/>
                    <a:gd name="connsiteX63" fmla="*/ 4767764 w 6858001"/>
                    <a:gd name="connsiteY63" fmla="*/ 420739 h 874716"/>
                    <a:gd name="connsiteX64" fmla="*/ 4828916 w 6858001"/>
                    <a:gd name="connsiteY64" fmla="*/ 434266 h 874716"/>
                    <a:gd name="connsiteX65" fmla="*/ 4912168 w 6858001"/>
                    <a:gd name="connsiteY65" fmla="*/ 462271 h 874716"/>
                    <a:gd name="connsiteX66" fmla="*/ 4987037 w 6858001"/>
                    <a:gd name="connsiteY66" fmla="*/ 485703 h 874716"/>
                    <a:gd name="connsiteX67" fmla="*/ 5041521 w 6858001"/>
                    <a:gd name="connsiteY67" fmla="*/ 512182 h 874716"/>
                    <a:gd name="connsiteX68" fmla="*/ 5166113 w 6858001"/>
                    <a:gd name="connsiteY68" fmla="*/ 531615 h 874716"/>
                    <a:gd name="connsiteX69" fmla="*/ 5179067 w 6858001"/>
                    <a:gd name="connsiteY69" fmla="*/ 534853 h 874716"/>
                    <a:gd name="connsiteX70" fmla="*/ 5272796 w 6858001"/>
                    <a:gd name="connsiteY70" fmla="*/ 511230 h 874716"/>
                    <a:gd name="connsiteX71" fmla="*/ 5385384 w 6858001"/>
                    <a:gd name="connsiteY71" fmla="*/ 487227 h 874716"/>
                    <a:gd name="connsiteX72" fmla="*/ 5425582 w 6858001"/>
                    <a:gd name="connsiteY72" fmla="*/ 495418 h 874716"/>
                    <a:gd name="connsiteX73" fmla="*/ 5480637 w 6858001"/>
                    <a:gd name="connsiteY73" fmla="*/ 507040 h 874716"/>
                    <a:gd name="connsiteX74" fmla="*/ 5531693 w 6858001"/>
                    <a:gd name="connsiteY74" fmla="*/ 500944 h 874716"/>
                    <a:gd name="connsiteX75" fmla="*/ 5562746 w 6858001"/>
                    <a:gd name="connsiteY75" fmla="*/ 500372 h 874716"/>
                    <a:gd name="connsiteX76" fmla="*/ 5704483 w 6858001"/>
                    <a:gd name="connsiteY76" fmla="*/ 571620 h 874716"/>
                    <a:gd name="connsiteX77" fmla="*/ 5740488 w 6858001"/>
                    <a:gd name="connsiteY77" fmla="*/ 577526 h 874716"/>
                    <a:gd name="connsiteX78" fmla="*/ 5760873 w 6858001"/>
                    <a:gd name="connsiteY78" fmla="*/ 586291 h 874716"/>
                    <a:gd name="connsiteX79" fmla="*/ 5883751 w 6858001"/>
                    <a:gd name="connsiteY79" fmla="*/ 674686 h 874716"/>
                    <a:gd name="connsiteX80" fmla="*/ 5935949 w 6858001"/>
                    <a:gd name="connsiteY80" fmla="*/ 692592 h 874716"/>
                    <a:gd name="connsiteX81" fmla="*/ 5993291 w 6858001"/>
                    <a:gd name="connsiteY81" fmla="*/ 688972 h 874716"/>
                    <a:gd name="connsiteX82" fmla="*/ 6026440 w 6858001"/>
                    <a:gd name="connsiteY82" fmla="*/ 682496 h 874716"/>
                    <a:gd name="connsiteX83" fmla="*/ 6108738 w 6858001"/>
                    <a:gd name="connsiteY83" fmla="*/ 626296 h 874716"/>
                    <a:gd name="connsiteX84" fmla="*/ 6155602 w 6858001"/>
                    <a:gd name="connsiteY84" fmla="*/ 628202 h 874716"/>
                    <a:gd name="connsiteX85" fmla="*/ 6228756 w 6858001"/>
                    <a:gd name="connsiteY85" fmla="*/ 666873 h 874716"/>
                    <a:gd name="connsiteX86" fmla="*/ 6361539 w 6858001"/>
                    <a:gd name="connsiteY86" fmla="*/ 684210 h 874716"/>
                    <a:gd name="connsiteX87" fmla="*/ 6428979 w 6858001"/>
                    <a:gd name="connsiteY87" fmla="*/ 630106 h 874716"/>
                    <a:gd name="connsiteX88" fmla="*/ 6463840 w 6858001"/>
                    <a:gd name="connsiteY88" fmla="*/ 578098 h 874716"/>
                    <a:gd name="connsiteX89" fmla="*/ 6564620 w 6858001"/>
                    <a:gd name="connsiteY89" fmla="*/ 517708 h 874716"/>
                    <a:gd name="connsiteX90" fmla="*/ 6588625 w 6858001"/>
                    <a:gd name="connsiteY90" fmla="*/ 540187 h 874716"/>
                    <a:gd name="connsiteX91" fmla="*/ 6662541 w 6858001"/>
                    <a:gd name="connsiteY91" fmla="*/ 549714 h 874716"/>
                    <a:gd name="connsiteX92" fmla="*/ 6742552 w 6858001"/>
                    <a:gd name="connsiteY92" fmla="*/ 548952 h 874716"/>
                    <a:gd name="connsiteX93" fmla="*/ 6812063 w 6858001"/>
                    <a:gd name="connsiteY93" fmla="*/ 568430 h 874716"/>
                    <a:gd name="connsiteX94" fmla="*/ 6858001 w 6858001"/>
                    <a:gd name="connsiteY94" fmla="*/ 562267 h 874716"/>
                    <a:gd name="connsiteX95" fmla="*/ 6858001 w 6858001"/>
                    <a:gd name="connsiteY95" fmla="*/ 734520 h 874716"/>
                    <a:gd name="connsiteX96" fmla="*/ 6815516 w 6858001"/>
                    <a:gd name="connsiteY96" fmla="*/ 744220 h 874716"/>
                    <a:gd name="connsiteX97" fmla="*/ 6748458 w 6858001"/>
                    <a:gd name="connsiteY97" fmla="*/ 763271 h 874716"/>
                    <a:gd name="connsiteX98" fmla="*/ 6584812 w 6858001"/>
                    <a:gd name="connsiteY98" fmla="*/ 784797 h 874716"/>
                    <a:gd name="connsiteX99" fmla="*/ 6415833 w 6858001"/>
                    <a:gd name="connsiteY99" fmla="*/ 805562 h 874716"/>
                    <a:gd name="connsiteX100" fmla="*/ 6323058 w 6858001"/>
                    <a:gd name="connsiteY100" fmla="*/ 812420 h 874716"/>
                    <a:gd name="connsiteX101" fmla="*/ 6242093 w 6858001"/>
                    <a:gd name="connsiteY101" fmla="*/ 823281 h 874716"/>
                    <a:gd name="connsiteX102" fmla="*/ 6171605 w 6858001"/>
                    <a:gd name="connsiteY102" fmla="*/ 830139 h 874716"/>
                    <a:gd name="connsiteX103" fmla="*/ 6059397 w 6858001"/>
                    <a:gd name="connsiteY103" fmla="*/ 844045 h 874716"/>
                    <a:gd name="connsiteX104" fmla="*/ 6012723 w 6858001"/>
                    <a:gd name="connsiteY104" fmla="*/ 847665 h 874716"/>
                    <a:gd name="connsiteX105" fmla="*/ 5902610 w 6858001"/>
                    <a:gd name="connsiteY105" fmla="*/ 847473 h 874716"/>
                    <a:gd name="connsiteX106" fmla="*/ 5864318 w 6858001"/>
                    <a:gd name="connsiteY106" fmla="*/ 845569 h 874716"/>
                    <a:gd name="connsiteX107" fmla="*/ 5790592 w 6858001"/>
                    <a:gd name="connsiteY107" fmla="*/ 821947 h 874716"/>
                    <a:gd name="connsiteX108" fmla="*/ 5781830 w 6858001"/>
                    <a:gd name="connsiteY108" fmla="*/ 820233 h 874716"/>
                    <a:gd name="connsiteX109" fmla="*/ 5733440 w 6858001"/>
                    <a:gd name="connsiteY109" fmla="*/ 810896 h 874716"/>
                    <a:gd name="connsiteX110" fmla="*/ 5706959 w 6858001"/>
                    <a:gd name="connsiteY110" fmla="*/ 807848 h 874716"/>
                    <a:gd name="connsiteX111" fmla="*/ 5606372 w 6858001"/>
                    <a:gd name="connsiteY111" fmla="*/ 788417 h 874716"/>
                    <a:gd name="connsiteX112" fmla="*/ 5548460 w 6858001"/>
                    <a:gd name="connsiteY112" fmla="*/ 779273 h 874716"/>
                    <a:gd name="connsiteX113" fmla="*/ 5501594 w 6858001"/>
                    <a:gd name="connsiteY113" fmla="*/ 780607 h 874716"/>
                    <a:gd name="connsiteX114" fmla="*/ 5419295 w 6858001"/>
                    <a:gd name="connsiteY114" fmla="*/ 782321 h 874716"/>
                    <a:gd name="connsiteX115" fmla="*/ 5393005 w 6858001"/>
                    <a:gd name="connsiteY115" fmla="*/ 786703 h 874716"/>
                    <a:gd name="connsiteX116" fmla="*/ 5274129 w 6858001"/>
                    <a:gd name="connsiteY116" fmla="*/ 774129 h 874716"/>
                    <a:gd name="connsiteX117" fmla="*/ 5206308 w 6858001"/>
                    <a:gd name="connsiteY117" fmla="*/ 773177 h 874716"/>
                    <a:gd name="connsiteX118" fmla="*/ 5129916 w 6858001"/>
                    <a:gd name="connsiteY118" fmla="*/ 757554 h 874716"/>
                    <a:gd name="connsiteX119" fmla="*/ 5107627 w 6858001"/>
                    <a:gd name="connsiteY119" fmla="*/ 758316 h 874716"/>
                    <a:gd name="connsiteX120" fmla="*/ 5082670 w 6858001"/>
                    <a:gd name="connsiteY120" fmla="*/ 759651 h 874716"/>
                    <a:gd name="connsiteX121" fmla="*/ 5006086 w 6858001"/>
                    <a:gd name="connsiteY121" fmla="*/ 760795 h 874716"/>
                    <a:gd name="connsiteX122" fmla="*/ 4959602 w 6858001"/>
                    <a:gd name="connsiteY122" fmla="*/ 766509 h 874716"/>
                    <a:gd name="connsiteX123" fmla="*/ 4871019 w 6858001"/>
                    <a:gd name="connsiteY123" fmla="*/ 763081 h 874716"/>
                    <a:gd name="connsiteX124" fmla="*/ 4838250 w 6858001"/>
                    <a:gd name="connsiteY124" fmla="*/ 768033 h 874716"/>
                    <a:gd name="connsiteX125" fmla="*/ 4755381 w 6858001"/>
                    <a:gd name="connsiteY125" fmla="*/ 768605 h 874716"/>
                    <a:gd name="connsiteX126" fmla="*/ 4681083 w 6858001"/>
                    <a:gd name="connsiteY126" fmla="*/ 765747 h 874716"/>
                    <a:gd name="connsiteX127" fmla="*/ 4609452 w 6858001"/>
                    <a:gd name="connsiteY127" fmla="*/ 767271 h 874716"/>
                    <a:gd name="connsiteX128" fmla="*/ 4558207 w 6858001"/>
                    <a:gd name="connsiteY128" fmla="*/ 773557 h 874716"/>
                    <a:gd name="connsiteX129" fmla="*/ 4502579 w 6858001"/>
                    <a:gd name="connsiteY129" fmla="*/ 777367 h 874716"/>
                    <a:gd name="connsiteX130" fmla="*/ 4349222 w 6858001"/>
                    <a:gd name="connsiteY130" fmla="*/ 800038 h 874716"/>
                    <a:gd name="connsiteX131" fmla="*/ 4320837 w 6858001"/>
                    <a:gd name="connsiteY131" fmla="*/ 794514 h 874716"/>
                    <a:gd name="connsiteX132" fmla="*/ 4159667 w 6858001"/>
                    <a:gd name="connsiteY132" fmla="*/ 789370 h 874716"/>
                    <a:gd name="connsiteX133" fmla="*/ 4124614 w 6858001"/>
                    <a:gd name="connsiteY133" fmla="*/ 789752 h 874716"/>
                    <a:gd name="connsiteX134" fmla="*/ 4030503 w 6858001"/>
                    <a:gd name="connsiteY134" fmla="*/ 767271 h 874716"/>
                    <a:gd name="connsiteX135" fmla="*/ 3885338 w 6858001"/>
                    <a:gd name="connsiteY135" fmla="*/ 802896 h 874716"/>
                    <a:gd name="connsiteX136" fmla="*/ 3749506 w 6858001"/>
                    <a:gd name="connsiteY136" fmla="*/ 847473 h 874716"/>
                    <a:gd name="connsiteX137" fmla="*/ 3732361 w 6858001"/>
                    <a:gd name="connsiteY137" fmla="*/ 853190 h 874716"/>
                    <a:gd name="connsiteX138" fmla="*/ 3683591 w 6858001"/>
                    <a:gd name="connsiteY138" fmla="*/ 862906 h 874716"/>
                    <a:gd name="connsiteX139" fmla="*/ 3623201 w 6858001"/>
                    <a:gd name="connsiteY139" fmla="*/ 866334 h 874716"/>
                    <a:gd name="connsiteX140" fmla="*/ 3546617 w 6858001"/>
                    <a:gd name="connsiteY140" fmla="*/ 874716 h 874716"/>
                    <a:gd name="connsiteX141" fmla="*/ 3485275 w 6858001"/>
                    <a:gd name="connsiteY141" fmla="*/ 864238 h 874716"/>
                    <a:gd name="connsiteX142" fmla="*/ 3399546 w 6858001"/>
                    <a:gd name="connsiteY142" fmla="*/ 848618 h 874716"/>
                    <a:gd name="connsiteX143" fmla="*/ 3318771 w 6858001"/>
                    <a:gd name="connsiteY143" fmla="*/ 833757 h 874716"/>
                    <a:gd name="connsiteX144" fmla="*/ 3293244 w 6858001"/>
                    <a:gd name="connsiteY144" fmla="*/ 851284 h 874716"/>
                    <a:gd name="connsiteX145" fmla="*/ 3253809 w 6858001"/>
                    <a:gd name="connsiteY145" fmla="*/ 866524 h 874716"/>
                    <a:gd name="connsiteX146" fmla="*/ 3209993 w 6858001"/>
                    <a:gd name="connsiteY146" fmla="*/ 848235 h 874716"/>
                    <a:gd name="connsiteX147" fmla="*/ 3107500 w 6858001"/>
                    <a:gd name="connsiteY147" fmla="*/ 810326 h 874716"/>
                    <a:gd name="connsiteX148" fmla="*/ 3042728 w 6858001"/>
                    <a:gd name="connsiteY148" fmla="*/ 808610 h 874716"/>
                    <a:gd name="connsiteX149" fmla="*/ 2901943 w 6858001"/>
                    <a:gd name="connsiteY149" fmla="*/ 792418 h 874716"/>
                    <a:gd name="connsiteX150" fmla="*/ 2809930 w 6858001"/>
                    <a:gd name="connsiteY150" fmla="*/ 769367 h 874716"/>
                    <a:gd name="connsiteX151" fmla="*/ 2743826 w 6858001"/>
                    <a:gd name="connsiteY151" fmla="*/ 743268 h 874716"/>
                    <a:gd name="connsiteX152" fmla="*/ 2649143 w 6858001"/>
                    <a:gd name="connsiteY152" fmla="*/ 709167 h 874716"/>
                    <a:gd name="connsiteX153" fmla="*/ 2554079 w 6858001"/>
                    <a:gd name="connsiteY153" fmla="*/ 691450 h 874716"/>
                    <a:gd name="connsiteX154" fmla="*/ 2485307 w 6858001"/>
                    <a:gd name="connsiteY154" fmla="*/ 669160 h 874716"/>
                    <a:gd name="connsiteX155" fmla="*/ 2401292 w 6858001"/>
                    <a:gd name="connsiteY155" fmla="*/ 653919 h 874716"/>
                    <a:gd name="connsiteX156" fmla="*/ 2330806 w 6858001"/>
                    <a:gd name="connsiteY156" fmla="*/ 653349 h 874716"/>
                    <a:gd name="connsiteX157" fmla="*/ 2220312 w 6858001"/>
                    <a:gd name="connsiteY157" fmla="*/ 656015 h 874716"/>
                    <a:gd name="connsiteX158" fmla="*/ 2085054 w 6858001"/>
                    <a:gd name="connsiteY158" fmla="*/ 609914 h 874716"/>
                    <a:gd name="connsiteX159" fmla="*/ 2030378 w 6858001"/>
                    <a:gd name="connsiteY159" fmla="*/ 599625 h 874716"/>
                    <a:gd name="connsiteX160" fmla="*/ 1978940 w 6858001"/>
                    <a:gd name="connsiteY160" fmla="*/ 594863 h 874716"/>
                    <a:gd name="connsiteX161" fmla="*/ 1869780 w 6858001"/>
                    <a:gd name="connsiteY161" fmla="*/ 564192 h 874716"/>
                    <a:gd name="connsiteX162" fmla="*/ 1825393 w 6858001"/>
                    <a:gd name="connsiteY162" fmla="*/ 554094 h 874716"/>
                    <a:gd name="connsiteX163" fmla="*/ 1763287 w 6858001"/>
                    <a:gd name="connsiteY163" fmla="*/ 554286 h 874716"/>
                    <a:gd name="connsiteX164" fmla="*/ 1650317 w 6858001"/>
                    <a:gd name="connsiteY164" fmla="*/ 540187 h 874716"/>
                    <a:gd name="connsiteX165" fmla="*/ 1537537 w 6858001"/>
                    <a:gd name="connsiteY165" fmla="*/ 499038 h 874716"/>
                    <a:gd name="connsiteX166" fmla="*/ 1489720 w 6858001"/>
                    <a:gd name="connsiteY166" fmla="*/ 503038 h 874716"/>
                    <a:gd name="connsiteX167" fmla="*/ 1472575 w 6858001"/>
                    <a:gd name="connsiteY167" fmla="*/ 502086 h 874716"/>
                    <a:gd name="connsiteX168" fmla="*/ 1318456 w 6858001"/>
                    <a:gd name="connsiteY168" fmla="*/ 479415 h 874716"/>
                    <a:gd name="connsiteX169" fmla="*/ 1303024 w 6858001"/>
                    <a:gd name="connsiteY169" fmla="*/ 476939 h 874716"/>
                    <a:gd name="connsiteX170" fmla="*/ 1230633 w 6858001"/>
                    <a:gd name="connsiteY170" fmla="*/ 456746 h 874716"/>
                    <a:gd name="connsiteX171" fmla="*/ 1048125 w 6858001"/>
                    <a:gd name="connsiteY171" fmla="*/ 444172 h 874716"/>
                    <a:gd name="connsiteX172" fmla="*/ 1036887 w 6858001"/>
                    <a:gd name="connsiteY172" fmla="*/ 442648 h 874716"/>
                    <a:gd name="connsiteX173" fmla="*/ 975733 w 6858001"/>
                    <a:gd name="connsiteY173" fmla="*/ 452744 h 874716"/>
                    <a:gd name="connsiteX174" fmla="*/ 945444 w 6858001"/>
                    <a:gd name="connsiteY174" fmla="*/ 467033 h 874716"/>
                    <a:gd name="connsiteX175" fmla="*/ 898198 w 6858001"/>
                    <a:gd name="connsiteY175" fmla="*/ 481893 h 874716"/>
                    <a:gd name="connsiteX176" fmla="*/ 850189 w 6858001"/>
                    <a:gd name="connsiteY176" fmla="*/ 487417 h 874716"/>
                    <a:gd name="connsiteX177" fmla="*/ 769605 w 6858001"/>
                    <a:gd name="connsiteY177" fmla="*/ 464937 h 874716"/>
                    <a:gd name="connsiteX178" fmla="*/ 740268 w 6858001"/>
                    <a:gd name="connsiteY178" fmla="*/ 462651 h 874716"/>
                    <a:gd name="connsiteX179" fmla="*/ 674923 w 6858001"/>
                    <a:gd name="connsiteY179" fmla="*/ 451792 h 874716"/>
                    <a:gd name="connsiteX180" fmla="*/ 617772 w 6858001"/>
                    <a:gd name="connsiteY180" fmla="*/ 452554 h 874716"/>
                    <a:gd name="connsiteX181" fmla="*/ 571860 w 6858001"/>
                    <a:gd name="connsiteY181" fmla="*/ 469891 h 874716"/>
                    <a:gd name="connsiteX182" fmla="*/ 505182 w 6858001"/>
                    <a:gd name="connsiteY182" fmla="*/ 473319 h 874716"/>
                    <a:gd name="connsiteX183" fmla="*/ 462126 w 6858001"/>
                    <a:gd name="connsiteY183" fmla="*/ 460747 h 874716"/>
                    <a:gd name="connsiteX184" fmla="*/ 453364 w 6858001"/>
                    <a:gd name="connsiteY184" fmla="*/ 459033 h 874716"/>
                    <a:gd name="connsiteX185" fmla="*/ 340774 w 6858001"/>
                    <a:gd name="connsiteY185" fmla="*/ 458268 h 874716"/>
                    <a:gd name="connsiteX186" fmla="*/ 200182 w 6858001"/>
                    <a:gd name="connsiteY186" fmla="*/ 496180 h 874716"/>
                    <a:gd name="connsiteX187" fmla="*/ 176939 w 6858001"/>
                    <a:gd name="connsiteY187" fmla="*/ 504182 h 874716"/>
                    <a:gd name="connsiteX188" fmla="*/ 63587 w 6858001"/>
                    <a:gd name="connsiteY188" fmla="*/ 518088 h 874716"/>
                    <a:gd name="connsiteX189" fmla="*/ 2817 w 6858001"/>
                    <a:gd name="connsiteY189" fmla="*/ 532187 h 874716"/>
                    <a:gd name="connsiteX190" fmla="*/ 0 w 6858001"/>
                    <a:gd name="connsiteY190" fmla="*/ 533314 h 87471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</a:cxnLst>
                  <a:rect l="l" t="t" r="r" b="b"/>
                  <a:pathLst>
                    <a:path w="6858001" h="874716">
                      <a:moveTo>
                        <a:pt x="0" y="533314"/>
                      </a:moveTo>
                      <a:lnTo>
                        <a:pt x="0" y="69206"/>
                      </a:lnTo>
                      <a:lnTo>
                        <a:pt x="21486" y="71924"/>
                      </a:lnTo>
                      <a:cubicBezTo>
                        <a:pt x="92546" y="60493"/>
                        <a:pt x="159604" y="87354"/>
                        <a:pt x="228948" y="88116"/>
                      </a:cubicBezTo>
                      <a:cubicBezTo>
                        <a:pt x="260382" y="88496"/>
                        <a:pt x="291435" y="94592"/>
                        <a:pt x="313533" y="62779"/>
                      </a:cubicBezTo>
                      <a:cubicBezTo>
                        <a:pt x="316389" y="58587"/>
                        <a:pt x="330298" y="60873"/>
                        <a:pt x="338870" y="62207"/>
                      </a:cubicBezTo>
                      <a:cubicBezTo>
                        <a:pt x="357921" y="65066"/>
                        <a:pt x="376781" y="72304"/>
                        <a:pt x="395640" y="72114"/>
                      </a:cubicBezTo>
                      <a:cubicBezTo>
                        <a:pt x="434695" y="71924"/>
                        <a:pt x="473939" y="68876"/>
                        <a:pt x="512802" y="65446"/>
                      </a:cubicBezTo>
                      <a:cubicBezTo>
                        <a:pt x="527470" y="64112"/>
                        <a:pt x="541569" y="58969"/>
                        <a:pt x="556047" y="55349"/>
                      </a:cubicBezTo>
                      <a:cubicBezTo>
                        <a:pt x="564048" y="53253"/>
                        <a:pt x="572622" y="47729"/>
                        <a:pt x="580050" y="48871"/>
                      </a:cubicBezTo>
                      <a:cubicBezTo>
                        <a:pt x="623106" y="55539"/>
                        <a:pt x="662541" y="39157"/>
                        <a:pt x="703308" y="30964"/>
                      </a:cubicBezTo>
                      <a:cubicBezTo>
                        <a:pt x="722169" y="27154"/>
                        <a:pt x="739886" y="18010"/>
                        <a:pt x="758174" y="11724"/>
                      </a:cubicBezTo>
                      <a:cubicBezTo>
                        <a:pt x="762936" y="10008"/>
                        <a:pt x="768271" y="8484"/>
                        <a:pt x="773035" y="8866"/>
                      </a:cubicBezTo>
                      <a:cubicBezTo>
                        <a:pt x="800276" y="11152"/>
                        <a:pt x="827329" y="14390"/>
                        <a:pt x="854379" y="16866"/>
                      </a:cubicBezTo>
                      <a:cubicBezTo>
                        <a:pt x="878956" y="19152"/>
                        <a:pt x="903722" y="19914"/>
                        <a:pt x="915343" y="47919"/>
                      </a:cubicBezTo>
                      <a:cubicBezTo>
                        <a:pt x="917059" y="52301"/>
                        <a:pt x="922773" y="55539"/>
                        <a:pt x="927155" y="58397"/>
                      </a:cubicBezTo>
                      <a:cubicBezTo>
                        <a:pt x="994785" y="102405"/>
                        <a:pt x="1030980" y="101261"/>
                        <a:pt x="1097087" y="54777"/>
                      </a:cubicBezTo>
                      <a:cubicBezTo>
                        <a:pt x="1103945" y="50015"/>
                        <a:pt x="1118613" y="46585"/>
                        <a:pt x="1123185" y="50395"/>
                      </a:cubicBezTo>
                      <a:cubicBezTo>
                        <a:pt x="1162049" y="82020"/>
                        <a:pt x="1204532" y="78590"/>
                        <a:pt x="1249302" y="68684"/>
                      </a:cubicBezTo>
                      <a:cubicBezTo>
                        <a:pt x="1260922" y="66018"/>
                        <a:pt x="1277307" y="66018"/>
                        <a:pt x="1286069" y="72304"/>
                      </a:cubicBezTo>
                      <a:cubicBezTo>
                        <a:pt x="1327790" y="101451"/>
                        <a:pt x="1372560" y="97261"/>
                        <a:pt x="1417899" y="88688"/>
                      </a:cubicBezTo>
                      <a:cubicBezTo>
                        <a:pt x="1424948" y="87354"/>
                        <a:pt x="1433522" y="80114"/>
                        <a:pt x="1436568" y="73448"/>
                      </a:cubicBezTo>
                      <a:cubicBezTo>
                        <a:pt x="1447428" y="49825"/>
                        <a:pt x="1467813" y="41823"/>
                        <a:pt x="1490292" y="35154"/>
                      </a:cubicBezTo>
                      <a:cubicBezTo>
                        <a:pt x="1525727" y="24296"/>
                        <a:pt x="1560588" y="11532"/>
                        <a:pt x="1596213" y="1245"/>
                      </a:cubicBezTo>
                      <a:cubicBezTo>
                        <a:pt x="1604978" y="-1231"/>
                        <a:pt x="1615836" y="293"/>
                        <a:pt x="1624980" y="3150"/>
                      </a:cubicBezTo>
                      <a:cubicBezTo>
                        <a:pt x="1656223" y="12866"/>
                        <a:pt x="1676036" y="37251"/>
                        <a:pt x="1697753" y="59731"/>
                      </a:cubicBezTo>
                      <a:cubicBezTo>
                        <a:pt x="1707279" y="69638"/>
                        <a:pt x="1720423" y="76686"/>
                        <a:pt x="1733188" y="82400"/>
                      </a:cubicBezTo>
                      <a:cubicBezTo>
                        <a:pt x="1766335" y="97071"/>
                        <a:pt x="1800246" y="110215"/>
                        <a:pt x="1833775" y="124121"/>
                      </a:cubicBezTo>
                      <a:cubicBezTo>
                        <a:pt x="1837013" y="125455"/>
                        <a:pt x="1839679" y="128884"/>
                        <a:pt x="1842158" y="131742"/>
                      </a:cubicBezTo>
                      <a:cubicBezTo>
                        <a:pt x="1866922" y="161843"/>
                        <a:pt x="1891497" y="192132"/>
                        <a:pt x="1916454" y="222233"/>
                      </a:cubicBezTo>
                      <a:cubicBezTo>
                        <a:pt x="1921216" y="227947"/>
                        <a:pt x="1928076" y="232139"/>
                        <a:pt x="1933219" y="237663"/>
                      </a:cubicBezTo>
                      <a:cubicBezTo>
                        <a:pt x="1940459" y="245283"/>
                        <a:pt x="1949603" y="252524"/>
                        <a:pt x="1953413" y="261668"/>
                      </a:cubicBezTo>
                      <a:cubicBezTo>
                        <a:pt x="1965224" y="290433"/>
                        <a:pt x="1987894" y="302817"/>
                        <a:pt x="2016469" y="308151"/>
                      </a:cubicBezTo>
                      <a:cubicBezTo>
                        <a:pt x="2042570" y="313104"/>
                        <a:pt x="2068669" y="317296"/>
                        <a:pt x="2094578" y="323010"/>
                      </a:cubicBezTo>
                      <a:cubicBezTo>
                        <a:pt x="2126201" y="329868"/>
                        <a:pt x="2157636" y="337298"/>
                        <a:pt x="2188879" y="345681"/>
                      </a:cubicBezTo>
                      <a:cubicBezTo>
                        <a:pt x="2202404" y="349301"/>
                        <a:pt x="2216692" y="353491"/>
                        <a:pt x="2228314" y="360921"/>
                      </a:cubicBezTo>
                      <a:cubicBezTo>
                        <a:pt x="2260890" y="381496"/>
                        <a:pt x="2295753" y="395402"/>
                        <a:pt x="2334044" y="389878"/>
                      </a:cubicBezTo>
                      <a:cubicBezTo>
                        <a:pt x="2364715" y="385496"/>
                        <a:pt x="2390434" y="396736"/>
                        <a:pt x="2409485" y="414263"/>
                      </a:cubicBezTo>
                      <a:cubicBezTo>
                        <a:pt x="2444158" y="446078"/>
                        <a:pt x="2481305" y="438838"/>
                        <a:pt x="2518264" y="428552"/>
                      </a:cubicBezTo>
                      <a:cubicBezTo>
                        <a:pt x="2537315" y="423217"/>
                        <a:pt x="2552935" y="423979"/>
                        <a:pt x="2571034" y="429122"/>
                      </a:cubicBezTo>
                      <a:cubicBezTo>
                        <a:pt x="2612945" y="441124"/>
                        <a:pt x="2640950" y="473701"/>
                        <a:pt x="2668001" y="502276"/>
                      </a:cubicBezTo>
                      <a:cubicBezTo>
                        <a:pt x="2691054" y="526661"/>
                        <a:pt x="2716963" y="540377"/>
                        <a:pt x="2745348" y="550666"/>
                      </a:cubicBezTo>
                      <a:cubicBezTo>
                        <a:pt x="2781163" y="563810"/>
                        <a:pt x="2809548" y="558858"/>
                        <a:pt x="2826694" y="527233"/>
                      </a:cubicBezTo>
                      <a:cubicBezTo>
                        <a:pt x="2831457" y="518278"/>
                        <a:pt x="2839839" y="507800"/>
                        <a:pt x="2848793" y="505134"/>
                      </a:cubicBezTo>
                      <a:cubicBezTo>
                        <a:pt x="2892037" y="491800"/>
                        <a:pt x="2935854" y="472367"/>
                        <a:pt x="2982148" y="484179"/>
                      </a:cubicBezTo>
                      <a:cubicBezTo>
                        <a:pt x="3046158" y="500372"/>
                        <a:pt x="3108644" y="499420"/>
                        <a:pt x="3172654" y="483417"/>
                      </a:cubicBezTo>
                      <a:cubicBezTo>
                        <a:pt x="3276480" y="457508"/>
                        <a:pt x="3380305" y="430076"/>
                        <a:pt x="3489467" y="435790"/>
                      </a:cubicBezTo>
                      <a:cubicBezTo>
                        <a:pt x="3507563" y="436742"/>
                        <a:pt x="3529090" y="425121"/>
                        <a:pt x="3544713" y="413691"/>
                      </a:cubicBezTo>
                      <a:cubicBezTo>
                        <a:pt x="3574622" y="391974"/>
                        <a:pt x="3573288" y="390258"/>
                        <a:pt x="3606817" y="408167"/>
                      </a:cubicBezTo>
                      <a:cubicBezTo>
                        <a:pt x="3614819" y="412549"/>
                        <a:pt x="3624725" y="415215"/>
                        <a:pt x="3630632" y="421693"/>
                      </a:cubicBezTo>
                      <a:cubicBezTo>
                        <a:pt x="3660731" y="454650"/>
                        <a:pt x="3697880" y="446648"/>
                        <a:pt x="3734837" y="441886"/>
                      </a:cubicBezTo>
                      <a:cubicBezTo>
                        <a:pt x="3741315" y="440934"/>
                        <a:pt x="3749125" y="439600"/>
                        <a:pt x="3754652" y="442268"/>
                      </a:cubicBezTo>
                      <a:cubicBezTo>
                        <a:pt x="3779607" y="454268"/>
                        <a:pt x="3800753" y="450078"/>
                        <a:pt x="3822472" y="433694"/>
                      </a:cubicBezTo>
                      <a:cubicBezTo>
                        <a:pt x="3841331" y="419597"/>
                        <a:pt x="3863049" y="411215"/>
                        <a:pt x="3885338" y="428742"/>
                      </a:cubicBezTo>
                      <a:cubicBezTo>
                        <a:pt x="3934870" y="467605"/>
                        <a:pt x="3987829" y="469509"/>
                        <a:pt x="4043839" y="444934"/>
                      </a:cubicBezTo>
                      <a:cubicBezTo>
                        <a:pt x="4083845" y="427407"/>
                        <a:pt x="4123280" y="423407"/>
                        <a:pt x="4165383" y="441124"/>
                      </a:cubicBezTo>
                      <a:cubicBezTo>
                        <a:pt x="4181576" y="447982"/>
                        <a:pt x="4202531" y="443410"/>
                        <a:pt x="4221391" y="444934"/>
                      </a:cubicBezTo>
                      <a:cubicBezTo>
                        <a:pt x="4232060" y="445696"/>
                        <a:pt x="4243872" y="445886"/>
                        <a:pt x="4253014" y="450650"/>
                      </a:cubicBezTo>
                      <a:cubicBezTo>
                        <a:pt x="4277401" y="462843"/>
                        <a:pt x="4300070" y="478463"/>
                        <a:pt x="4324645" y="490466"/>
                      </a:cubicBezTo>
                      <a:cubicBezTo>
                        <a:pt x="4336457" y="496180"/>
                        <a:pt x="4350554" y="499228"/>
                        <a:pt x="4363890" y="499420"/>
                      </a:cubicBezTo>
                      <a:cubicBezTo>
                        <a:pt x="4403325" y="500372"/>
                        <a:pt x="4442761" y="500372"/>
                        <a:pt x="4482004" y="498658"/>
                      </a:cubicBezTo>
                      <a:cubicBezTo>
                        <a:pt x="4546776" y="495990"/>
                        <a:pt x="4612500" y="495418"/>
                        <a:pt x="4659174" y="438648"/>
                      </a:cubicBezTo>
                      <a:cubicBezTo>
                        <a:pt x="4662986" y="434076"/>
                        <a:pt x="4671176" y="431408"/>
                        <a:pt x="4677655" y="430646"/>
                      </a:cubicBezTo>
                      <a:cubicBezTo>
                        <a:pt x="4707564" y="427027"/>
                        <a:pt x="4738235" y="426645"/>
                        <a:pt x="4767764" y="420739"/>
                      </a:cubicBezTo>
                      <a:cubicBezTo>
                        <a:pt x="4791386" y="415977"/>
                        <a:pt x="4811009" y="417501"/>
                        <a:pt x="4828916" y="434266"/>
                      </a:cubicBezTo>
                      <a:cubicBezTo>
                        <a:pt x="4852348" y="456364"/>
                        <a:pt x="4880925" y="469319"/>
                        <a:pt x="4912168" y="462271"/>
                      </a:cubicBezTo>
                      <a:cubicBezTo>
                        <a:pt x="4943409" y="455412"/>
                        <a:pt x="4963984" y="470271"/>
                        <a:pt x="4987037" y="485703"/>
                      </a:cubicBezTo>
                      <a:cubicBezTo>
                        <a:pt x="5003801" y="496942"/>
                        <a:pt x="5022852" y="511040"/>
                        <a:pt x="5041521" y="512182"/>
                      </a:cubicBezTo>
                      <a:cubicBezTo>
                        <a:pt x="5083814" y="514658"/>
                        <a:pt x="5120201" y="553904"/>
                        <a:pt x="5166113" y="531615"/>
                      </a:cubicBezTo>
                      <a:cubicBezTo>
                        <a:pt x="5169161" y="530091"/>
                        <a:pt x="5174685" y="533901"/>
                        <a:pt x="5179067" y="534853"/>
                      </a:cubicBezTo>
                      <a:cubicBezTo>
                        <a:pt x="5214121" y="542093"/>
                        <a:pt x="5247078" y="535043"/>
                        <a:pt x="5272796" y="511230"/>
                      </a:cubicBezTo>
                      <a:cubicBezTo>
                        <a:pt x="5306516" y="480177"/>
                        <a:pt x="5343855" y="477129"/>
                        <a:pt x="5385384" y="487227"/>
                      </a:cubicBezTo>
                      <a:cubicBezTo>
                        <a:pt x="5398721" y="490466"/>
                        <a:pt x="5412057" y="492752"/>
                        <a:pt x="5425582" y="495418"/>
                      </a:cubicBezTo>
                      <a:cubicBezTo>
                        <a:pt x="5443870" y="499228"/>
                        <a:pt x="5462351" y="503230"/>
                        <a:pt x="5480637" y="507040"/>
                      </a:cubicBezTo>
                      <a:cubicBezTo>
                        <a:pt x="5498356" y="510850"/>
                        <a:pt x="5517979" y="517326"/>
                        <a:pt x="5531693" y="500944"/>
                      </a:cubicBezTo>
                      <a:cubicBezTo>
                        <a:pt x="5543506" y="486845"/>
                        <a:pt x="5551888" y="488179"/>
                        <a:pt x="5562746" y="500372"/>
                      </a:cubicBezTo>
                      <a:cubicBezTo>
                        <a:pt x="5600467" y="543045"/>
                        <a:pt x="5646189" y="569716"/>
                        <a:pt x="5704483" y="571620"/>
                      </a:cubicBezTo>
                      <a:cubicBezTo>
                        <a:pt x="5716485" y="572002"/>
                        <a:pt x="5728678" y="574668"/>
                        <a:pt x="5740488" y="577526"/>
                      </a:cubicBezTo>
                      <a:cubicBezTo>
                        <a:pt x="5747728" y="579241"/>
                        <a:pt x="5756493" y="581147"/>
                        <a:pt x="5760873" y="586291"/>
                      </a:cubicBezTo>
                      <a:cubicBezTo>
                        <a:pt x="5794974" y="625534"/>
                        <a:pt x="5837457" y="652777"/>
                        <a:pt x="5883751" y="674686"/>
                      </a:cubicBezTo>
                      <a:cubicBezTo>
                        <a:pt x="5900323" y="682496"/>
                        <a:pt x="5918042" y="690306"/>
                        <a:pt x="5935949" y="692592"/>
                      </a:cubicBezTo>
                      <a:cubicBezTo>
                        <a:pt x="5954617" y="694878"/>
                        <a:pt x="5974240" y="691068"/>
                        <a:pt x="5993291" y="688972"/>
                      </a:cubicBezTo>
                      <a:cubicBezTo>
                        <a:pt x="6004531" y="687830"/>
                        <a:pt x="6017485" y="688020"/>
                        <a:pt x="6026440" y="682496"/>
                      </a:cubicBezTo>
                      <a:cubicBezTo>
                        <a:pt x="6054825" y="665159"/>
                        <a:pt x="6082258" y="646491"/>
                        <a:pt x="6108738" y="626296"/>
                      </a:cubicBezTo>
                      <a:cubicBezTo>
                        <a:pt x="6131409" y="608960"/>
                        <a:pt x="6135981" y="606483"/>
                        <a:pt x="6155602" y="628202"/>
                      </a:cubicBezTo>
                      <a:cubicBezTo>
                        <a:pt x="6175797" y="650491"/>
                        <a:pt x="6200944" y="662111"/>
                        <a:pt x="6228756" y="666873"/>
                      </a:cubicBezTo>
                      <a:cubicBezTo>
                        <a:pt x="6272764" y="674304"/>
                        <a:pt x="6317151" y="680590"/>
                        <a:pt x="6361539" y="684210"/>
                      </a:cubicBezTo>
                      <a:cubicBezTo>
                        <a:pt x="6401736" y="687448"/>
                        <a:pt x="6420977" y="669922"/>
                        <a:pt x="6428979" y="630106"/>
                      </a:cubicBezTo>
                      <a:cubicBezTo>
                        <a:pt x="6433551" y="608007"/>
                        <a:pt x="6439458" y="584003"/>
                        <a:pt x="6463840" y="578098"/>
                      </a:cubicBezTo>
                      <a:cubicBezTo>
                        <a:pt x="6503658" y="568572"/>
                        <a:pt x="6544997" y="564382"/>
                        <a:pt x="6564620" y="517708"/>
                      </a:cubicBezTo>
                      <a:cubicBezTo>
                        <a:pt x="6575478" y="527995"/>
                        <a:pt x="6582146" y="534091"/>
                        <a:pt x="6588625" y="540187"/>
                      </a:cubicBezTo>
                      <a:cubicBezTo>
                        <a:pt x="6606531" y="557142"/>
                        <a:pt x="6643678" y="564382"/>
                        <a:pt x="6662541" y="549714"/>
                      </a:cubicBezTo>
                      <a:cubicBezTo>
                        <a:pt x="6690354" y="528377"/>
                        <a:pt x="6715883" y="532377"/>
                        <a:pt x="6742552" y="548952"/>
                      </a:cubicBezTo>
                      <a:cubicBezTo>
                        <a:pt x="6764841" y="562668"/>
                        <a:pt x="6788417" y="567954"/>
                        <a:pt x="6812063" y="568430"/>
                      </a:cubicBezTo>
                      <a:lnTo>
                        <a:pt x="6858001" y="562267"/>
                      </a:lnTo>
                      <a:lnTo>
                        <a:pt x="6858001" y="734520"/>
                      </a:lnTo>
                      <a:lnTo>
                        <a:pt x="6815516" y="744220"/>
                      </a:lnTo>
                      <a:cubicBezTo>
                        <a:pt x="6793035" y="749744"/>
                        <a:pt x="6771319" y="759651"/>
                        <a:pt x="6748458" y="763271"/>
                      </a:cubicBezTo>
                      <a:cubicBezTo>
                        <a:pt x="6694164" y="771843"/>
                        <a:pt x="6639488" y="777939"/>
                        <a:pt x="6584812" y="784797"/>
                      </a:cubicBezTo>
                      <a:cubicBezTo>
                        <a:pt x="6528424" y="791846"/>
                        <a:pt x="6472225" y="799276"/>
                        <a:pt x="6415833" y="805562"/>
                      </a:cubicBezTo>
                      <a:cubicBezTo>
                        <a:pt x="6384972" y="808802"/>
                        <a:pt x="6353919" y="809372"/>
                        <a:pt x="6323058" y="812420"/>
                      </a:cubicBezTo>
                      <a:cubicBezTo>
                        <a:pt x="6296005" y="815088"/>
                        <a:pt x="6269144" y="820041"/>
                        <a:pt x="6242093" y="823281"/>
                      </a:cubicBezTo>
                      <a:cubicBezTo>
                        <a:pt x="6218660" y="825947"/>
                        <a:pt x="6195037" y="827471"/>
                        <a:pt x="6171605" y="830139"/>
                      </a:cubicBezTo>
                      <a:cubicBezTo>
                        <a:pt x="6134075" y="834519"/>
                        <a:pt x="6096736" y="839473"/>
                        <a:pt x="6059397" y="844045"/>
                      </a:cubicBezTo>
                      <a:cubicBezTo>
                        <a:pt x="6043776" y="845759"/>
                        <a:pt x="6027392" y="850522"/>
                        <a:pt x="6012723" y="847665"/>
                      </a:cubicBezTo>
                      <a:cubicBezTo>
                        <a:pt x="5975764" y="840425"/>
                        <a:pt x="5939377" y="842521"/>
                        <a:pt x="5902610" y="847473"/>
                      </a:cubicBezTo>
                      <a:cubicBezTo>
                        <a:pt x="5890037" y="849190"/>
                        <a:pt x="5876511" y="848808"/>
                        <a:pt x="5864318" y="845569"/>
                      </a:cubicBezTo>
                      <a:cubicBezTo>
                        <a:pt x="5839361" y="839091"/>
                        <a:pt x="5815169" y="829947"/>
                        <a:pt x="5790592" y="821947"/>
                      </a:cubicBezTo>
                      <a:cubicBezTo>
                        <a:pt x="5787924" y="820995"/>
                        <a:pt x="5784686" y="820803"/>
                        <a:pt x="5781830" y="820233"/>
                      </a:cubicBezTo>
                      <a:cubicBezTo>
                        <a:pt x="5765635" y="816992"/>
                        <a:pt x="5749634" y="813754"/>
                        <a:pt x="5733440" y="810896"/>
                      </a:cubicBezTo>
                      <a:cubicBezTo>
                        <a:pt x="5724678" y="809372"/>
                        <a:pt x="5715723" y="809182"/>
                        <a:pt x="5706959" y="807848"/>
                      </a:cubicBezTo>
                      <a:cubicBezTo>
                        <a:pt x="5673050" y="802514"/>
                        <a:pt x="5635711" y="811468"/>
                        <a:pt x="5606372" y="788417"/>
                      </a:cubicBezTo>
                      <a:cubicBezTo>
                        <a:pt x="5587321" y="773557"/>
                        <a:pt x="5568842" y="776987"/>
                        <a:pt x="5548460" y="779273"/>
                      </a:cubicBezTo>
                      <a:cubicBezTo>
                        <a:pt x="5533027" y="780987"/>
                        <a:pt x="5517215" y="780415"/>
                        <a:pt x="5501594" y="780607"/>
                      </a:cubicBezTo>
                      <a:cubicBezTo>
                        <a:pt x="5474161" y="781177"/>
                        <a:pt x="5446728" y="781369"/>
                        <a:pt x="5419295" y="782321"/>
                      </a:cubicBezTo>
                      <a:cubicBezTo>
                        <a:pt x="5410531" y="782701"/>
                        <a:pt x="5401579" y="787465"/>
                        <a:pt x="5393005" y="786703"/>
                      </a:cubicBezTo>
                      <a:cubicBezTo>
                        <a:pt x="5353379" y="783083"/>
                        <a:pt x="5313754" y="777367"/>
                        <a:pt x="5274129" y="774129"/>
                      </a:cubicBezTo>
                      <a:cubicBezTo>
                        <a:pt x="5251650" y="772225"/>
                        <a:pt x="5228597" y="775843"/>
                        <a:pt x="5206308" y="773177"/>
                      </a:cubicBezTo>
                      <a:cubicBezTo>
                        <a:pt x="5180591" y="770129"/>
                        <a:pt x="5155445" y="762319"/>
                        <a:pt x="5129916" y="757554"/>
                      </a:cubicBezTo>
                      <a:cubicBezTo>
                        <a:pt x="5122867" y="756222"/>
                        <a:pt x="5115057" y="757936"/>
                        <a:pt x="5107627" y="758316"/>
                      </a:cubicBezTo>
                      <a:cubicBezTo>
                        <a:pt x="5099245" y="758699"/>
                        <a:pt x="5091052" y="759461"/>
                        <a:pt x="5082670" y="759651"/>
                      </a:cubicBezTo>
                      <a:cubicBezTo>
                        <a:pt x="5057141" y="760033"/>
                        <a:pt x="5031614" y="759461"/>
                        <a:pt x="5006086" y="760795"/>
                      </a:cubicBezTo>
                      <a:cubicBezTo>
                        <a:pt x="4990465" y="761557"/>
                        <a:pt x="4974082" y="769367"/>
                        <a:pt x="4959602" y="766509"/>
                      </a:cubicBezTo>
                      <a:cubicBezTo>
                        <a:pt x="4930075" y="760985"/>
                        <a:pt x="4900546" y="773367"/>
                        <a:pt x="4871019" y="763081"/>
                      </a:cubicBezTo>
                      <a:cubicBezTo>
                        <a:pt x="4861873" y="760033"/>
                        <a:pt x="4849300" y="767653"/>
                        <a:pt x="4838250" y="768033"/>
                      </a:cubicBezTo>
                      <a:cubicBezTo>
                        <a:pt x="4810627" y="768985"/>
                        <a:pt x="4783004" y="768795"/>
                        <a:pt x="4755381" y="768605"/>
                      </a:cubicBezTo>
                      <a:cubicBezTo>
                        <a:pt x="4730614" y="768415"/>
                        <a:pt x="4704895" y="771081"/>
                        <a:pt x="4681083" y="765747"/>
                      </a:cubicBezTo>
                      <a:cubicBezTo>
                        <a:pt x="4656126" y="760033"/>
                        <a:pt x="4633647" y="760795"/>
                        <a:pt x="4609452" y="767271"/>
                      </a:cubicBezTo>
                      <a:cubicBezTo>
                        <a:pt x="4592878" y="771653"/>
                        <a:pt x="4575351" y="772225"/>
                        <a:pt x="4558207" y="773557"/>
                      </a:cubicBezTo>
                      <a:cubicBezTo>
                        <a:pt x="4539728" y="775081"/>
                        <a:pt x="4519343" y="771081"/>
                        <a:pt x="4502579" y="777367"/>
                      </a:cubicBezTo>
                      <a:cubicBezTo>
                        <a:pt x="4452665" y="796038"/>
                        <a:pt x="4401419" y="800038"/>
                        <a:pt x="4349222" y="800038"/>
                      </a:cubicBezTo>
                      <a:cubicBezTo>
                        <a:pt x="4339695" y="800038"/>
                        <a:pt x="4329979" y="797372"/>
                        <a:pt x="4320837" y="794514"/>
                      </a:cubicBezTo>
                      <a:cubicBezTo>
                        <a:pt x="4267493" y="777367"/>
                        <a:pt x="4213961" y="778891"/>
                        <a:pt x="4159667" y="789370"/>
                      </a:cubicBezTo>
                      <a:cubicBezTo>
                        <a:pt x="4148427" y="791656"/>
                        <a:pt x="4135854" y="792038"/>
                        <a:pt x="4124614" y="789752"/>
                      </a:cubicBezTo>
                      <a:cubicBezTo>
                        <a:pt x="4092989" y="783083"/>
                        <a:pt x="4062318" y="772033"/>
                        <a:pt x="4030503" y="767271"/>
                      </a:cubicBezTo>
                      <a:cubicBezTo>
                        <a:pt x="3977925" y="759461"/>
                        <a:pt x="3932394" y="785749"/>
                        <a:pt x="3885338" y="802896"/>
                      </a:cubicBezTo>
                      <a:cubicBezTo>
                        <a:pt x="3840569" y="819089"/>
                        <a:pt x="3802467" y="855666"/>
                        <a:pt x="3749506" y="847473"/>
                      </a:cubicBezTo>
                      <a:cubicBezTo>
                        <a:pt x="3744173" y="846711"/>
                        <a:pt x="3738267" y="851856"/>
                        <a:pt x="3732361" y="853190"/>
                      </a:cubicBezTo>
                      <a:cubicBezTo>
                        <a:pt x="3716168" y="856810"/>
                        <a:pt x="3699976" y="861190"/>
                        <a:pt x="3683591" y="862906"/>
                      </a:cubicBezTo>
                      <a:cubicBezTo>
                        <a:pt x="3663589" y="865192"/>
                        <a:pt x="3643204" y="864430"/>
                        <a:pt x="3623201" y="866334"/>
                      </a:cubicBezTo>
                      <a:cubicBezTo>
                        <a:pt x="3597482" y="868620"/>
                        <a:pt x="3572146" y="874716"/>
                        <a:pt x="3546617" y="874716"/>
                      </a:cubicBezTo>
                      <a:cubicBezTo>
                        <a:pt x="3526042" y="874716"/>
                        <a:pt x="3505657" y="867668"/>
                        <a:pt x="3485275" y="864238"/>
                      </a:cubicBezTo>
                      <a:cubicBezTo>
                        <a:pt x="3456508" y="859476"/>
                        <a:pt x="3424883" y="860810"/>
                        <a:pt x="3399546" y="848618"/>
                      </a:cubicBezTo>
                      <a:cubicBezTo>
                        <a:pt x="3372495" y="835663"/>
                        <a:pt x="3346776" y="829757"/>
                        <a:pt x="3318771" y="833757"/>
                      </a:cubicBezTo>
                      <a:cubicBezTo>
                        <a:pt x="3309437" y="835091"/>
                        <a:pt x="3297434" y="843093"/>
                        <a:pt x="3293244" y="851284"/>
                      </a:cubicBezTo>
                      <a:cubicBezTo>
                        <a:pt x="3283908" y="869572"/>
                        <a:pt x="3271145" y="872812"/>
                        <a:pt x="3253809" y="866524"/>
                      </a:cubicBezTo>
                      <a:cubicBezTo>
                        <a:pt x="3238758" y="861190"/>
                        <a:pt x="3220280" y="858524"/>
                        <a:pt x="3209993" y="848235"/>
                      </a:cubicBezTo>
                      <a:cubicBezTo>
                        <a:pt x="3180844" y="819089"/>
                        <a:pt x="3143695" y="818136"/>
                        <a:pt x="3107500" y="810326"/>
                      </a:cubicBezTo>
                      <a:cubicBezTo>
                        <a:pt x="3085403" y="805562"/>
                        <a:pt x="3064827" y="805372"/>
                        <a:pt x="3042728" y="808610"/>
                      </a:cubicBezTo>
                      <a:cubicBezTo>
                        <a:pt x="2994722" y="815850"/>
                        <a:pt x="2948047" y="805562"/>
                        <a:pt x="2901943" y="792418"/>
                      </a:cubicBezTo>
                      <a:cubicBezTo>
                        <a:pt x="2871462" y="783655"/>
                        <a:pt x="2840219" y="778321"/>
                        <a:pt x="2809930" y="769367"/>
                      </a:cubicBezTo>
                      <a:cubicBezTo>
                        <a:pt x="2787259" y="762509"/>
                        <a:pt x="2764590" y="754316"/>
                        <a:pt x="2743826" y="743268"/>
                      </a:cubicBezTo>
                      <a:cubicBezTo>
                        <a:pt x="2713723" y="727073"/>
                        <a:pt x="2687436" y="702689"/>
                        <a:pt x="2649143" y="709167"/>
                      </a:cubicBezTo>
                      <a:cubicBezTo>
                        <a:pt x="2615421" y="714881"/>
                        <a:pt x="2584942" y="702881"/>
                        <a:pt x="2554079" y="691450"/>
                      </a:cubicBezTo>
                      <a:cubicBezTo>
                        <a:pt x="2531409" y="683068"/>
                        <a:pt x="2508742" y="674494"/>
                        <a:pt x="2485307" y="669160"/>
                      </a:cubicBezTo>
                      <a:cubicBezTo>
                        <a:pt x="2457492" y="662873"/>
                        <a:pt x="2426059" y="665541"/>
                        <a:pt x="2401292" y="653919"/>
                      </a:cubicBezTo>
                      <a:cubicBezTo>
                        <a:pt x="2375383" y="641727"/>
                        <a:pt x="2353859" y="649919"/>
                        <a:pt x="2330806" y="653349"/>
                      </a:cubicBezTo>
                      <a:cubicBezTo>
                        <a:pt x="2294039" y="658683"/>
                        <a:pt x="2257459" y="668590"/>
                        <a:pt x="2220312" y="656015"/>
                      </a:cubicBezTo>
                      <a:cubicBezTo>
                        <a:pt x="2175163" y="640775"/>
                        <a:pt x="2130393" y="624392"/>
                        <a:pt x="2085054" y="609914"/>
                      </a:cubicBezTo>
                      <a:cubicBezTo>
                        <a:pt x="2067525" y="604387"/>
                        <a:pt x="2048668" y="602101"/>
                        <a:pt x="2030378" y="599625"/>
                      </a:cubicBezTo>
                      <a:cubicBezTo>
                        <a:pt x="2013043" y="597529"/>
                        <a:pt x="1992279" y="602863"/>
                        <a:pt x="1978940" y="594863"/>
                      </a:cubicBezTo>
                      <a:cubicBezTo>
                        <a:pt x="1944649" y="574288"/>
                        <a:pt x="1909408" y="564192"/>
                        <a:pt x="1869780" y="564192"/>
                      </a:cubicBezTo>
                      <a:cubicBezTo>
                        <a:pt x="1854920" y="564192"/>
                        <a:pt x="1840441" y="555618"/>
                        <a:pt x="1825393" y="554094"/>
                      </a:cubicBezTo>
                      <a:cubicBezTo>
                        <a:pt x="1804816" y="552190"/>
                        <a:pt x="1781194" y="547045"/>
                        <a:pt x="1763287" y="554286"/>
                      </a:cubicBezTo>
                      <a:cubicBezTo>
                        <a:pt x="1721185" y="571430"/>
                        <a:pt x="1687086" y="557142"/>
                        <a:pt x="1650317" y="540187"/>
                      </a:cubicBezTo>
                      <a:cubicBezTo>
                        <a:pt x="1614120" y="523423"/>
                        <a:pt x="1576019" y="510088"/>
                        <a:pt x="1537537" y="499038"/>
                      </a:cubicBezTo>
                      <a:cubicBezTo>
                        <a:pt x="1523059" y="495038"/>
                        <a:pt x="1505724" y="501706"/>
                        <a:pt x="1489720" y="503038"/>
                      </a:cubicBezTo>
                      <a:cubicBezTo>
                        <a:pt x="1484004" y="503420"/>
                        <a:pt x="1477717" y="503992"/>
                        <a:pt x="1472575" y="502086"/>
                      </a:cubicBezTo>
                      <a:cubicBezTo>
                        <a:pt x="1422854" y="483797"/>
                        <a:pt x="1372368" y="469891"/>
                        <a:pt x="1318456" y="479415"/>
                      </a:cubicBezTo>
                      <a:cubicBezTo>
                        <a:pt x="1313504" y="480369"/>
                        <a:pt x="1307978" y="478273"/>
                        <a:pt x="1303024" y="476939"/>
                      </a:cubicBezTo>
                      <a:cubicBezTo>
                        <a:pt x="1278829" y="470081"/>
                        <a:pt x="1255206" y="459223"/>
                        <a:pt x="1230633" y="456746"/>
                      </a:cubicBezTo>
                      <a:cubicBezTo>
                        <a:pt x="1170051" y="450650"/>
                        <a:pt x="1109091" y="448172"/>
                        <a:pt x="1048125" y="444172"/>
                      </a:cubicBezTo>
                      <a:cubicBezTo>
                        <a:pt x="1044315" y="443982"/>
                        <a:pt x="1040315" y="443982"/>
                        <a:pt x="1036887" y="442648"/>
                      </a:cubicBezTo>
                      <a:cubicBezTo>
                        <a:pt x="1014406" y="434456"/>
                        <a:pt x="994785" y="437124"/>
                        <a:pt x="975733" y="452744"/>
                      </a:cubicBezTo>
                      <a:cubicBezTo>
                        <a:pt x="967350" y="459603"/>
                        <a:pt x="955920" y="463223"/>
                        <a:pt x="945444" y="467033"/>
                      </a:cubicBezTo>
                      <a:cubicBezTo>
                        <a:pt x="930011" y="472749"/>
                        <a:pt x="914200" y="478273"/>
                        <a:pt x="898198" y="481893"/>
                      </a:cubicBezTo>
                      <a:cubicBezTo>
                        <a:pt x="882384" y="485321"/>
                        <a:pt x="865430" y="490084"/>
                        <a:pt x="850189" y="487417"/>
                      </a:cubicBezTo>
                      <a:cubicBezTo>
                        <a:pt x="822756" y="482655"/>
                        <a:pt x="796655" y="471987"/>
                        <a:pt x="769605" y="464937"/>
                      </a:cubicBezTo>
                      <a:cubicBezTo>
                        <a:pt x="760270" y="462461"/>
                        <a:pt x="749982" y="462843"/>
                        <a:pt x="740268" y="462651"/>
                      </a:cubicBezTo>
                      <a:cubicBezTo>
                        <a:pt x="717977" y="462081"/>
                        <a:pt x="695116" y="467605"/>
                        <a:pt x="674923" y="451792"/>
                      </a:cubicBezTo>
                      <a:cubicBezTo>
                        <a:pt x="656255" y="436934"/>
                        <a:pt x="637392" y="441314"/>
                        <a:pt x="617772" y="452554"/>
                      </a:cubicBezTo>
                      <a:cubicBezTo>
                        <a:pt x="603673" y="460557"/>
                        <a:pt x="587672" y="466843"/>
                        <a:pt x="571860" y="469891"/>
                      </a:cubicBezTo>
                      <a:cubicBezTo>
                        <a:pt x="550141" y="474081"/>
                        <a:pt x="528615" y="475797"/>
                        <a:pt x="505182" y="473319"/>
                      </a:cubicBezTo>
                      <a:cubicBezTo>
                        <a:pt x="488607" y="471605"/>
                        <a:pt x="475081" y="470843"/>
                        <a:pt x="462126" y="460747"/>
                      </a:cubicBezTo>
                      <a:cubicBezTo>
                        <a:pt x="460032" y="459223"/>
                        <a:pt x="456222" y="458841"/>
                        <a:pt x="453364" y="459033"/>
                      </a:cubicBezTo>
                      <a:cubicBezTo>
                        <a:pt x="415835" y="462271"/>
                        <a:pt x="378686" y="460557"/>
                        <a:pt x="340774" y="458268"/>
                      </a:cubicBezTo>
                      <a:cubicBezTo>
                        <a:pt x="292579" y="455222"/>
                        <a:pt x="241901" y="464175"/>
                        <a:pt x="200182" y="496180"/>
                      </a:cubicBezTo>
                      <a:cubicBezTo>
                        <a:pt x="194085" y="500944"/>
                        <a:pt x="184941" y="503038"/>
                        <a:pt x="176939" y="504182"/>
                      </a:cubicBezTo>
                      <a:cubicBezTo>
                        <a:pt x="139219" y="509134"/>
                        <a:pt x="101308" y="512564"/>
                        <a:pt x="63587" y="518088"/>
                      </a:cubicBezTo>
                      <a:cubicBezTo>
                        <a:pt x="43012" y="521137"/>
                        <a:pt x="21486" y="523805"/>
                        <a:pt x="2817" y="532187"/>
                      </a:cubicBezTo>
                      <a:lnTo>
                        <a:pt x="0" y="533314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4" name="Group 13">
                <a:extLst>
                  <a:ext uri="{FF2B5EF4-FFF2-40B4-BE49-F238E27FC236}">
                    <a16:creationId xmlns:a16="http://schemas.microsoft.com/office/drawing/2014/main" id="{E6609F08-9B2C-4879-AC68-E3E537BED78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3697284" y="0"/>
                <a:ext cx="884241" cy="6858001"/>
                <a:chOff x="3697284" y="-1"/>
                <a:chExt cx="884241" cy="6858001"/>
              </a:xfrm>
              <a:blipFill>
                <a:blip r:embed="rId2">
                  <a:alphaModFix amt="57000"/>
                </a:blip>
                <a:tile tx="0" ty="0" sx="100000" sy="100000" flip="none" algn="tl"/>
              </a:blipFill>
              <a:effectLst/>
            </p:grpSpPr>
            <p:sp>
              <p:nvSpPr>
                <p:cNvPr id="15" name="Freeform: Shape 14">
                  <a:extLst>
                    <a:ext uri="{FF2B5EF4-FFF2-40B4-BE49-F238E27FC236}">
                      <a16:creationId xmlns:a16="http://schemas.microsoft.com/office/drawing/2014/main" id="{6910EFC9-D70D-42FD-BCCD-AB1F710BFD43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6200000" flipH="1">
                  <a:off x="705641" y="2991642"/>
                  <a:ext cx="6858001" cy="874716"/>
                </a:xfrm>
                <a:custGeom>
                  <a:avLst/>
                  <a:gdLst>
                    <a:gd name="connsiteX0" fmla="*/ 0 w 6858001"/>
                    <a:gd name="connsiteY0" fmla="*/ 533314 h 874716"/>
                    <a:gd name="connsiteX1" fmla="*/ 0 w 6858001"/>
                    <a:gd name="connsiteY1" fmla="*/ 69206 h 874716"/>
                    <a:gd name="connsiteX2" fmla="*/ 21486 w 6858001"/>
                    <a:gd name="connsiteY2" fmla="*/ 71924 h 874716"/>
                    <a:gd name="connsiteX3" fmla="*/ 228948 w 6858001"/>
                    <a:gd name="connsiteY3" fmla="*/ 88116 h 874716"/>
                    <a:gd name="connsiteX4" fmla="*/ 313533 w 6858001"/>
                    <a:gd name="connsiteY4" fmla="*/ 62779 h 874716"/>
                    <a:gd name="connsiteX5" fmla="*/ 338870 w 6858001"/>
                    <a:gd name="connsiteY5" fmla="*/ 62207 h 874716"/>
                    <a:gd name="connsiteX6" fmla="*/ 395640 w 6858001"/>
                    <a:gd name="connsiteY6" fmla="*/ 72114 h 874716"/>
                    <a:gd name="connsiteX7" fmla="*/ 512802 w 6858001"/>
                    <a:gd name="connsiteY7" fmla="*/ 65446 h 874716"/>
                    <a:gd name="connsiteX8" fmla="*/ 556047 w 6858001"/>
                    <a:gd name="connsiteY8" fmla="*/ 55349 h 874716"/>
                    <a:gd name="connsiteX9" fmla="*/ 580050 w 6858001"/>
                    <a:gd name="connsiteY9" fmla="*/ 48871 h 874716"/>
                    <a:gd name="connsiteX10" fmla="*/ 703308 w 6858001"/>
                    <a:gd name="connsiteY10" fmla="*/ 30964 h 874716"/>
                    <a:gd name="connsiteX11" fmla="*/ 758174 w 6858001"/>
                    <a:gd name="connsiteY11" fmla="*/ 11724 h 874716"/>
                    <a:gd name="connsiteX12" fmla="*/ 773035 w 6858001"/>
                    <a:gd name="connsiteY12" fmla="*/ 8866 h 874716"/>
                    <a:gd name="connsiteX13" fmla="*/ 854379 w 6858001"/>
                    <a:gd name="connsiteY13" fmla="*/ 16866 h 874716"/>
                    <a:gd name="connsiteX14" fmla="*/ 915343 w 6858001"/>
                    <a:gd name="connsiteY14" fmla="*/ 47919 h 874716"/>
                    <a:gd name="connsiteX15" fmla="*/ 927155 w 6858001"/>
                    <a:gd name="connsiteY15" fmla="*/ 58397 h 874716"/>
                    <a:gd name="connsiteX16" fmla="*/ 1097087 w 6858001"/>
                    <a:gd name="connsiteY16" fmla="*/ 54777 h 874716"/>
                    <a:gd name="connsiteX17" fmla="*/ 1123185 w 6858001"/>
                    <a:gd name="connsiteY17" fmla="*/ 50395 h 874716"/>
                    <a:gd name="connsiteX18" fmla="*/ 1249302 w 6858001"/>
                    <a:gd name="connsiteY18" fmla="*/ 68684 h 874716"/>
                    <a:gd name="connsiteX19" fmla="*/ 1286069 w 6858001"/>
                    <a:gd name="connsiteY19" fmla="*/ 72304 h 874716"/>
                    <a:gd name="connsiteX20" fmla="*/ 1417899 w 6858001"/>
                    <a:gd name="connsiteY20" fmla="*/ 88688 h 874716"/>
                    <a:gd name="connsiteX21" fmla="*/ 1436568 w 6858001"/>
                    <a:gd name="connsiteY21" fmla="*/ 73448 h 874716"/>
                    <a:gd name="connsiteX22" fmla="*/ 1490292 w 6858001"/>
                    <a:gd name="connsiteY22" fmla="*/ 35154 h 874716"/>
                    <a:gd name="connsiteX23" fmla="*/ 1596213 w 6858001"/>
                    <a:gd name="connsiteY23" fmla="*/ 1245 h 874716"/>
                    <a:gd name="connsiteX24" fmla="*/ 1624980 w 6858001"/>
                    <a:gd name="connsiteY24" fmla="*/ 3150 h 874716"/>
                    <a:gd name="connsiteX25" fmla="*/ 1697753 w 6858001"/>
                    <a:gd name="connsiteY25" fmla="*/ 59731 h 874716"/>
                    <a:gd name="connsiteX26" fmla="*/ 1733188 w 6858001"/>
                    <a:gd name="connsiteY26" fmla="*/ 82400 h 874716"/>
                    <a:gd name="connsiteX27" fmla="*/ 1833775 w 6858001"/>
                    <a:gd name="connsiteY27" fmla="*/ 124121 h 874716"/>
                    <a:gd name="connsiteX28" fmla="*/ 1842158 w 6858001"/>
                    <a:gd name="connsiteY28" fmla="*/ 131742 h 874716"/>
                    <a:gd name="connsiteX29" fmla="*/ 1916454 w 6858001"/>
                    <a:gd name="connsiteY29" fmla="*/ 222233 h 874716"/>
                    <a:gd name="connsiteX30" fmla="*/ 1933219 w 6858001"/>
                    <a:gd name="connsiteY30" fmla="*/ 237663 h 874716"/>
                    <a:gd name="connsiteX31" fmla="*/ 1953413 w 6858001"/>
                    <a:gd name="connsiteY31" fmla="*/ 261668 h 874716"/>
                    <a:gd name="connsiteX32" fmla="*/ 2016469 w 6858001"/>
                    <a:gd name="connsiteY32" fmla="*/ 308151 h 874716"/>
                    <a:gd name="connsiteX33" fmla="*/ 2094578 w 6858001"/>
                    <a:gd name="connsiteY33" fmla="*/ 323010 h 874716"/>
                    <a:gd name="connsiteX34" fmla="*/ 2188879 w 6858001"/>
                    <a:gd name="connsiteY34" fmla="*/ 345681 h 874716"/>
                    <a:gd name="connsiteX35" fmla="*/ 2228314 w 6858001"/>
                    <a:gd name="connsiteY35" fmla="*/ 360921 h 874716"/>
                    <a:gd name="connsiteX36" fmla="*/ 2334044 w 6858001"/>
                    <a:gd name="connsiteY36" fmla="*/ 389878 h 874716"/>
                    <a:gd name="connsiteX37" fmla="*/ 2409485 w 6858001"/>
                    <a:gd name="connsiteY37" fmla="*/ 414263 h 874716"/>
                    <a:gd name="connsiteX38" fmla="*/ 2518264 w 6858001"/>
                    <a:gd name="connsiteY38" fmla="*/ 428552 h 874716"/>
                    <a:gd name="connsiteX39" fmla="*/ 2571034 w 6858001"/>
                    <a:gd name="connsiteY39" fmla="*/ 429122 h 874716"/>
                    <a:gd name="connsiteX40" fmla="*/ 2668001 w 6858001"/>
                    <a:gd name="connsiteY40" fmla="*/ 502276 h 874716"/>
                    <a:gd name="connsiteX41" fmla="*/ 2745348 w 6858001"/>
                    <a:gd name="connsiteY41" fmla="*/ 550666 h 874716"/>
                    <a:gd name="connsiteX42" fmla="*/ 2826694 w 6858001"/>
                    <a:gd name="connsiteY42" fmla="*/ 527233 h 874716"/>
                    <a:gd name="connsiteX43" fmla="*/ 2848793 w 6858001"/>
                    <a:gd name="connsiteY43" fmla="*/ 505134 h 874716"/>
                    <a:gd name="connsiteX44" fmla="*/ 2982148 w 6858001"/>
                    <a:gd name="connsiteY44" fmla="*/ 484179 h 874716"/>
                    <a:gd name="connsiteX45" fmla="*/ 3172654 w 6858001"/>
                    <a:gd name="connsiteY45" fmla="*/ 483417 h 874716"/>
                    <a:gd name="connsiteX46" fmla="*/ 3489467 w 6858001"/>
                    <a:gd name="connsiteY46" fmla="*/ 435790 h 874716"/>
                    <a:gd name="connsiteX47" fmla="*/ 3544713 w 6858001"/>
                    <a:gd name="connsiteY47" fmla="*/ 413691 h 874716"/>
                    <a:gd name="connsiteX48" fmla="*/ 3606817 w 6858001"/>
                    <a:gd name="connsiteY48" fmla="*/ 408167 h 874716"/>
                    <a:gd name="connsiteX49" fmla="*/ 3630632 w 6858001"/>
                    <a:gd name="connsiteY49" fmla="*/ 421693 h 874716"/>
                    <a:gd name="connsiteX50" fmla="*/ 3734837 w 6858001"/>
                    <a:gd name="connsiteY50" fmla="*/ 441886 h 874716"/>
                    <a:gd name="connsiteX51" fmla="*/ 3754652 w 6858001"/>
                    <a:gd name="connsiteY51" fmla="*/ 442268 h 874716"/>
                    <a:gd name="connsiteX52" fmla="*/ 3822472 w 6858001"/>
                    <a:gd name="connsiteY52" fmla="*/ 433694 h 874716"/>
                    <a:gd name="connsiteX53" fmla="*/ 3885338 w 6858001"/>
                    <a:gd name="connsiteY53" fmla="*/ 428742 h 874716"/>
                    <a:gd name="connsiteX54" fmla="*/ 4043839 w 6858001"/>
                    <a:gd name="connsiteY54" fmla="*/ 444934 h 874716"/>
                    <a:gd name="connsiteX55" fmla="*/ 4165383 w 6858001"/>
                    <a:gd name="connsiteY55" fmla="*/ 441124 h 874716"/>
                    <a:gd name="connsiteX56" fmla="*/ 4221391 w 6858001"/>
                    <a:gd name="connsiteY56" fmla="*/ 444934 h 874716"/>
                    <a:gd name="connsiteX57" fmla="*/ 4253014 w 6858001"/>
                    <a:gd name="connsiteY57" fmla="*/ 450650 h 874716"/>
                    <a:gd name="connsiteX58" fmla="*/ 4324645 w 6858001"/>
                    <a:gd name="connsiteY58" fmla="*/ 490466 h 874716"/>
                    <a:gd name="connsiteX59" fmla="*/ 4363890 w 6858001"/>
                    <a:gd name="connsiteY59" fmla="*/ 499420 h 874716"/>
                    <a:gd name="connsiteX60" fmla="*/ 4482004 w 6858001"/>
                    <a:gd name="connsiteY60" fmla="*/ 498658 h 874716"/>
                    <a:gd name="connsiteX61" fmla="*/ 4659174 w 6858001"/>
                    <a:gd name="connsiteY61" fmla="*/ 438648 h 874716"/>
                    <a:gd name="connsiteX62" fmla="*/ 4677655 w 6858001"/>
                    <a:gd name="connsiteY62" fmla="*/ 430646 h 874716"/>
                    <a:gd name="connsiteX63" fmla="*/ 4767764 w 6858001"/>
                    <a:gd name="connsiteY63" fmla="*/ 420739 h 874716"/>
                    <a:gd name="connsiteX64" fmla="*/ 4828916 w 6858001"/>
                    <a:gd name="connsiteY64" fmla="*/ 434266 h 874716"/>
                    <a:gd name="connsiteX65" fmla="*/ 4912168 w 6858001"/>
                    <a:gd name="connsiteY65" fmla="*/ 462271 h 874716"/>
                    <a:gd name="connsiteX66" fmla="*/ 4987037 w 6858001"/>
                    <a:gd name="connsiteY66" fmla="*/ 485703 h 874716"/>
                    <a:gd name="connsiteX67" fmla="*/ 5041521 w 6858001"/>
                    <a:gd name="connsiteY67" fmla="*/ 512182 h 874716"/>
                    <a:gd name="connsiteX68" fmla="*/ 5166113 w 6858001"/>
                    <a:gd name="connsiteY68" fmla="*/ 531615 h 874716"/>
                    <a:gd name="connsiteX69" fmla="*/ 5179067 w 6858001"/>
                    <a:gd name="connsiteY69" fmla="*/ 534853 h 874716"/>
                    <a:gd name="connsiteX70" fmla="*/ 5272796 w 6858001"/>
                    <a:gd name="connsiteY70" fmla="*/ 511230 h 874716"/>
                    <a:gd name="connsiteX71" fmla="*/ 5385384 w 6858001"/>
                    <a:gd name="connsiteY71" fmla="*/ 487227 h 874716"/>
                    <a:gd name="connsiteX72" fmla="*/ 5425582 w 6858001"/>
                    <a:gd name="connsiteY72" fmla="*/ 495418 h 874716"/>
                    <a:gd name="connsiteX73" fmla="*/ 5480637 w 6858001"/>
                    <a:gd name="connsiteY73" fmla="*/ 507040 h 874716"/>
                    <a:gd name="connsiteX74" fmla="*/ 5531693 w 6858001"/>
                    <a:gd name="connsiteY74" fmla="*/ 500944 h 874716"/>
                    <a:gd name="connsiteX75" fmla="*/ 5562746 w 6858001"/>
                    <a:gd name="connsiteY75" fmla="*/ 500372 h 874716"/>
                    <a:gd name="connsiteX76" fmla="*/ 5704483 w 6858001"/>
                    <a:gd name="connsiteY76" fmla="*/ 571620 h 874716"/>
                    <a:gd name="connsiteX77" fmla="*/ 5740488 w 6858001"/>
                    <a:gd name="connsiteY77" fmla="*/ 577526 h 874716"/>
                    <a:gd name="connsiteX78" fmla="*/ 5760873 w 6858001"/>
                    <a:gd name="connsiteY78" fmla="*/ 586291 h 874716"/>
                    <a:gd name="connsiteX79" fmla="*/ 5883751 w 6858001"/>
                    <a:gd name="connsiteY79" fmla="*/ 674686 h 874716"/>
                    <a:gd name="connsiteX80" fmla="*/ 5935949 w 6858001"/>
                    <a:gd name="connsiteY80" fmla="*/ 692592 h 874716"/>
                    <a:gd name="connsiteX81" fmla="*/ 5993291 w 6858001"/>
                    <a:gd name="connsiteY81" fmla="*/ 688972 h 874716"/>
                    <a:gd name="connsiteX82" fmla="*/ 6026440 w 6858001"/>
                    <a:gd name="connsiteY82" fmla="*/ 682496 h 874716"/>
                    <a:gd name="connsiteX83" fmla="*/ 6108738 w 6858001"/>
                    <a:gd name="connsiteY83" fmla="*/ 626296 h 874716"/>
                    <a:gd name="connsiteX84" fmla="*/ 6155602 w 6858001"/>
                    <a:gd name="connsiteY84" fmla="*/ 628202 h 874716"/>
                    <a:gd name="connsiteX85" fmla="*/ 6228756 w 6858001"/>
                    <a:gd name="connsiteY85" fmla="*/ 666873 h 874716"/>
                    <a:gd name="connsiteX86" fmla="*/ 6361539 w 6858001"/>
                    <a:gd name="connsiteY86" fmla="*/ 684210 h 874716"/>
                    <a:gd name="connsiteX87" fmla="*/ 6428979 w 6858001"/>
                    <a:gd name="connsiteY87" fmla="*/ 630106 h 874716"/>
                    <a:gd name="connsiteX88" fmla="*/ 6463840 w 6858001"/>
                    <a:gd name="connsiteY88" fmla="*/ 578098 h 874716"/>
                    <a:gd name="connsiteX89" fmla="*/ 6564620 w 6858001"/>
                    <a:gd name="connsiteY89" fmla="*/ 517708 h 874716"/>
                    <a:gd name="connsiteX90" fmla="*/ 6588625 w 6858001"/>
                    <a:gd name="connsiteY90" fmla="*/ 540187 h 874716"/>
                    <a:gd name="connsiteX91" fmla="*/ 6662541 w 6858001"/>
                    <a:gd name="connsiteY91" fmla="*/ 549714 h 874716"/>
                    <a:gd name="connsiteX92" fmla="*/ 6742552 w 6858001"/>
                    <a:gd name="connsiteY92" fmla="*/ 548952 h 874716"/>
                    <a:gd name="connsiteX93" fmla="*/ 6812063 w 6858001"/>
                    <a:gd name="connsiteY93" fmla="*/ 568430 h 874716"/>
                    <a:gd name="connsiteX94" fmla="*/ 6858001 w 6858001"/>
                    <a:gd name="connsiteY94" fmla="*/ 562267 h 874716"/>
                    <a:gd name="connsiteX95" fmla="*/ 6858001 w 6858001"/>
                    <a:gd name="connsiteY95" fmla="*/ 734520 h 874716"/>
                    <a:gd name="connsiteX96" fmla="*/ 6815516 w 6858001"/>
                    <a:gd name="connsiteY96" fmla="*/ 744220 h 874716"/>
                    <a:gd name="connsiteX97" fmla="*/ 6748458 w 6858001"/>
                    <a:gd name="connsiteY97" fmla="*/ 763271 h 874716"/>
                    <a:gd name="connsiteX98" fmla="*/ 6584812 w 6858001"/>
                    <a:gd name="connsiteY98" fmla="*/ 784797 h 874716"/>
                    <a:gd name="connsiteX99" fmla="*/ 6415833 w 6858001"/>
                    <a:gd name="connsiteY99" fmla="*/ 805562 h 874716"/>
                    <a:gd name="connsiteX100" fmla="*/ 6323058 w 6858001"/>
                    <a:gd name="connsiteY100" fmla="*/ 812420 h 874716"/>
                    <a:gd name="connsiteX101" fmla="*/ 6242093 w 6858001"/>
                    <a:gd name="connsiteY101" fmla="*/ 823281 h 874716"/>
                    <a:gd name="connsiteX102" fmla="*/ 6171605 w 6858001"/>
                    <a:gd name="connsiteY102" fmla="*/ 830139 h 874716"/>
                    <a:gd name="connsiteX103" fmla="*/ 6059397 w 6858001"/>
                    <a:gd name="connsiteY103" fmla="*/ 844045 h 874716"/>
                    <a:gd name="connsiteX104" fmla="*/ 6012723 w 6858001"/>
                    <a:gd name="connsiteY104" fmla="*/ 847665 h 874716"/>
                    <a:gd name="connsiteX105" fmla="*/ 5902610 w 6858001"/>
                    <a:gd name="connsiteY105" fmla="*/ 847473 h 874716"/>
                    <a:gd name="connsiteX106" fmla="*/ 5864318 w 6858001"/>
                    <a:gd name="connsiteY106" fmla="*/ 845569 h 874716"/>
                    <a:gd name="connsiteX107" fmla="*/ 5790592 w 6858001"/>
                    <a:gd name="connsiteY107" fmla="*/ 821947 h 874716"/>
                    <a:gd name="connsiteX108" fmla="*/ 5781830 w 6858001"/>
                    <a:gd name="connsiteY108" fmla="*/ 820233 h 874716"/>
                    <a:gd name="connsiteX109" fmla="*/ 5733440 w 6858001"/>
                    <a:gd name="connsiteY109" fmla="*/ 810896 h 874716"/>
                    <a:gd name="connsiteX110" fmla="*/ 5706959 w 6858001"/>
                    <a:gd name="connsiteY110" fmla="*/ 807848 h 874716"/>
                    <a:gd name="connsiteX111" fmla="*/ 5606372 w 6858001"/>
                    <a:gd name="connsiteY111" fmla="*/ 788417 h 874716"/>
                    <a:gd name="connsiteX112" fmla="*/ 5548460 w 6858001"/>
                    <a:gd name="connsiteY112" fmla="*/ 779273 h 874716"/>
                    <a:gd name="connsiteX113" fmla="*/ 5501594 w 6858001"/>
                    <a:gd name="connsiteY113" fmla="*/ 780607 h 874716"/>
                    <a:gd name="connsiteX114" fmla="*/ 5419295 w 6858001"/>
                    <a:gd name="connsiteY114" fmla="*/ 782321 h 874716"/>
                    <a:gd name="connsiteX115" fmla="*/ 5393005 w 6858001"/>
                    <a:gd name="connsiteY115" fmla="*/ 786703 h 874716"/>
                    <a:gd name="connsiteX116" fmla="*/ 5274129 w 6858001"/>
                    <a:gd name="connsiteY116" fmla="*/ 774129 h 874716"/>
                    <a:gd name="connsiteX117" fmla="*/ 5206308 w 6858001"/>
                    <a:gd name="connsiteY117" fmla="*/ 773177 h 874716"/>
                    <a:gd name="connsiteX118" fmla="*/ 5129916 w 6858001"/>
                    <a:gd name="connsiteY118" fmla="*/ 757554 h 874716"/>
                    <a:gd name="connsiteX119" fmla="*/ 5107627 w 6858001"/>
                    <a:gd name="connsiteY119" fmla="*/ 758316 h 874716"/>
                    <a:gd name="connsiteX120" fmla="*/ 5082670 w 6858001"/>
                    <a:gd name="connsiteY120" fmla="*/ 759651 h 874716"/>
                    <a:gd name="connsiteX121" fmla="*/ 5006086 w 6858001"/>
                    <a:gd name="connsiteY121" fmla="*/ 760795 h 874716"/>
                    <a:gd name="connsiteX122" fmla="*/ 4959602 w 6858001"/>
                    <a:gd name="connsiteY122" fmla="*/ 766509 h 874716"/>
                    <a:gd name="connsiteX123" fmla="*/ 4871019 w 6858001"/>
                    <a:gd name="connsiteY123" fmla="*/ 763081 h 874716"/>
                    <a:gd name="connsiteX124" fmla="*/ 4838250 w 6858001"/>
                    <a:gd name="connsiteY124" fmla="*/ 768033 h 874716"/>
                    <a:gd name="connsiteX125" fmla="*/ 4755381 w 6858001"/>
                    <a:gd name="connsiteY125" fmla="*/ 768605 h 874716"/>
                    <a:gd name="connsiteX126" fmla="*/ 4681083 w 6858001"/>
                    <a:gd name="connsiteY126" fmla="*/ 765747 h 874716"/>
                    <a:gd name="connsiteX127" fmla="*/ 4609452 w 6858001"/>
                    <a:gd name="connsiteY127" fmla="*/ 767271 h 874716"/>
                    <a:gd name="connsiteX128" fmla="*/ 4558207 w 6858001"/>
                    <a:gd name="connsiteY128" fmla="*/ 773557 h 874716"/>
                    <a:gd name="connsiteX129" fmla="*/ 4502579 w 6858001"/>
                    <a:gd name="connsiteY129" fmla="*/ 777367 h 874716"/>
                    <a:gd name="connsiteX130" fmla="*/ 4349222 w 6858001"/>
                    <a:gd name="connsiteY130" fmla="*/ 800038 h 874716"/>
                    <a:gd name="connsiteX131" fmla="*/ 4320837 w 6858001"/>
                    <a:gd name="connsiteY131" fmla="*/ 794514 h 874716"/>
                    <a:gd name="connsiteX132" fmla="*/ 4159667 w 6858001"/>
                    <a:gd name="connsiteY132" fmla="*/ 789370 h 874716"/>
                    <a:gd name="connsiteX133" fmla="*/ 4124614 w 6858001"/>
                    <a:gd name="connsiteY133" fmla="*/ 789752 h 874716"/>
                    <a:gd name="connsiteX134" fmla="*/ 4030503 w 6858001"/>
                    <a:gd name="connsiteY134" fmla="*/ 767271 h 874716"/>
                    <a:gd name="connsiteX135" fmla="*/ 3885338 w 6858001"/>
                    <a:gd name="connsiteY135" fmla="*/ 802896 h 874716"/>
                    <a:gd name="connsiteX136" fmla="*/ 3749506 w 6858001"/>
                    <a:gd name="connsiteY136" fmla="*/ 847473 h 874716"/>
                    <a:gd name="connsiteX137" fmla="*/ 3732361 w 6858001"/>
                    <a:gd name="connsiteY137" fmla="*/ 853190 h 874716"/>
                    <a:gd name="connsiteX138" fmla="*/ 3683591 w 6858001"/>
                    <a:gd name="connsiteY138" fmla="*/ 862906 h 874716"/>
                    <a:gd name="connsiteX139" fmla="*/ 3623201 w 6858001"/>
                    <a:gd name="connsiteY139" fmla="*/ 866334 h 874716"/>
                    <a:gd name="connsiteX140" fmla="*/ 3546617 w 6858001"/>
                    <a:gd name="connsiteY140" fmla="*/ 874716 h 874716"/>
                    <a:gd name="connsiteX141" fmla="*/ 3485275 w 6858001"/>
                    <a:gd name="connsiteY141" fmla="*/ 864238 h 874716"/>
                    <a:gd name="connsiteX142" fmla="*/ 3399546 w 6858001"/>
                    <a:gd name="connsiteY142" fmla="*/ 848618 h 874716"/>
                    <a:gd name="connsiteX143" fmla="*/ 3318771 w 6858001"/>
                    <a:gd name="connsiteY143" fmla="*/ 833757 h 874716"/>
                    <a:gd name="connsiteX144" fmla="*/ 3293244 w 6858001"/>
                    <a:gd name="connsiteY144" fmla="*/ 851284 h 874716"/>
                    <a:gd name="connsiteX145" fmla="*/ 3253809 w 6858001"/>
                    <a:gd name="connsiteY145" fmla="*/ 866524 h 874716"/>
                    <a:gd name="connsiteX146" fmla="*/ 3209993 w 6858001"/>
                    <a:gd name="connsiteY146" fmla="*/ 848235 h 874716"/>
                    <a:gd name="connsiteX147" fmla="*/ 3107500 w 6858001"/>
                    <a:gd name="connsiteY147" fmla="*/ 810326 h 874716"/>
                    <a:gd name="connsiteX148" fmla="*/ 3042728 w 6858001"/>
                    <a:gd name="connsiteY148" fmla="*/ 808610 h 874716"/>
                    <a:gd name="connsiteX149" fmla="*/ 2901943 w 6858001"/>
                    <a:gd name="connsiteY149" fmla="*/ 792418 h 874716"/>
                    <a:gd name="connsiteX150" fmla="*/ 2809930 w 6858001"/>
                    <a:gd name="connsiteY150" fmla="*/ 769367 h 874716"/>
                    <a:gd name="connsiteX151" fmla="*/ 2743826 w 6858001"/>
                    <a:gd name="connsiteY151" fmla="*/ 743268 h 874716"/>
                    <a:gd name="connsiteX152" fmla="*/ 2649143 w 6858001"/>
                    <a:gd name="connsiteY152" fmla="*/ 709167 h 874716"/>
                    <a:gd name="connsiteX153" fmla="*/ 2554079 w 6858001"/>
                    <a:gd name="connsiteY153" fmla="*/ 691450 h 874716"/>
                    <a:gd name="connsiteX154" fmla="*/ 2485307 w 6858001"/>
                    <a:gd name="connsiteY154" fmla="*/ 669160 h 874716"/>
                    <a:gd name="connsiteX155" fmla="*/ 2401292 w 6858001"/>
                    <a:gd name="connsiteY155" fmla="*/ 653919 h 874716"/>
                    <a:gd name="connsiteX156" fmla="*/ 2330806 w 6858001"/>
                    <a:gd name="connsiteY156" fmla="*/ 653349 h 874716"/>
                    <a:gd name="connsiteX157" fmla="*/ 2220312 w 6858001"/>
                    <a:gd name="connsiteY157" fmla="*/ 656015 h 874716"/>
                    <a:gd name="connsiteX158" fmla="*/ 2085054 w 6858001"/>
                    <a:gd name="connsiteY158" fmla="*/ 609914 h 874716"/>
                    <a:gd name="connsiteX159" fmla="*/ 2030378 w 6858001"/>
                    <a:gd name="connsiteY159" fmla="*/ 599625 h 874716"/>
                    <a:gd name="connsiteX160" fmla="*/ 1978940 w 6858001"/>
                    <a:gd name="connsiteY160" fmla="*/ 594863 h 874716"/>
                    <a:gd name="connsiteX161" fmla="*/ 1869780 w 6858001"/>
                    <a:gd name="connsiteY161" fmla="*/ 564192 h 874716"/>
                    <a:gd name="connsiteX162" fmla="*/ 1825393 w 6858001"/>
                    <a:gd name="connsiteY162" fmla="*/ 554094 h 874716"/>
                    <a:gd name="connsiteX163" fmla="*/ 1763287 w 6858001"/>
                    <a:gd name="connsiteY163" fmla="*/ 554286 h 874716"/>
                    <a:gd name="connsiteX164" fmla="*/ 1650317 w 6858001"/>
                    <a:gd name="connsiteY164" fmla="*/ 540187 h 874716"/>
                    <a:gd name="connsiteX165" fmla="*/ 1537537 w 6858001"/>
                    <a:gd name="connsiteY165" fmla="*/ 499038 h 874716"/>
                    <a:gd name="connsiteX166" fmla="*/ 1489720 w 6858001"/>
                    <a:gd name="connsiteY166" fmla="*/ 503038 h 874716"/>
                    <a:gd name="connsiteX167" fmla="*/ 1472575 w 6858001"/>
                    <a:gd name="connsiteY167" fmla="*/ 502086 h 874716"/>
                    <a:gd name="connsiteX168" fmla="*/ 1318456 w 6858001"/>
                    <a:gd name="connsiteY168" fmla="*/ 479415 h 874716"/>
                    <a:gd name="connsiteX169" fmla="*/ 1303024 w 6858001"/>
                    <a:gd name="connsiteY169" fmla="*/ 476939 h 874716"/>
                    <a:gd name="connsiteX170" fmla="*/ 1230633 w 6858001"/>
                    <a:gd name="connsiteY170" fmla="*/ 456746 h 874716"/>
                    <a:gd name="connsiteX171" fmla="*/ 1048125 w 6858001"/>
                    <a:gd name="connsiteY171" fmla="*/ 444172 h 874716"/>
                    <a:gd name="connsiteX172" fmla="*/ 1036887 w 6858001"/>
                    <a:gd name="connsiteY172" fmla="*/ 442648 h 874716"/>
                    <a:gd name="connsiteX173" fmla="*/ 975733 w 6858001"/>
                    <a:gd name="connsiteY173" fmla="*/ 452744 h 874716"/>
                    <a:gd name="connsiteX174" fmla="*/ 945444 w 6858001"/>
                    <a:gd name="connsiteY174" fmla="*/ 467033 h 874716"/>
                    <a:gd name="connsiteX175" fmla="*/ 898198 w 6858001"/>
                    <a:gd name="connsiteY175" fmla="*/ 481893 h 874716"/>
                    <a:gd name="connsiteX176" fmla="*/ 850189 w 6858001"/>
                    <a:gd name="connsiteY176" fmla="*/ 487417 h 874716"/>
                    <a:gd name="connsiteX177" fmla="*/ 769605 w 6858001"/>
                    <a:gd name="connsiteY177" fmla="*/ 464937 h 874716"/>
                    <a:gd name="connsiteX178" fmla="*/ 740268 w 6858001"/>
                    <a:gd name="connsiteY178" fmla="*/ 462651 h 874716"/>
                    <a:gd name="connsiteX179" fmla="*/ 674923 w 6858001"/>
                    <a:gd name="connsiteY179" fmla="*/ 451792 h 874716"/>
                    <a:gd name="connsiteX180" fmla="*/ 617772 w 6858001"/>
                    <a:gd name="connsiteY180" fmla="*/ 452554 h 874716"/>
                    <a:gd name="connsiteX181" fmla="*/ 571860 w 6858001"/>
                    <a:gd name="connsiteY181" fmla="*/ 469891 h 874716"/>
                    <a:gd name="connsiteX182" fmla="*/ 505182 w 6858001"/>
                    <a:gd name="connsiteY182" fmla="*/ 473319 h 874716"/>
                    <a:gd name="connsiteX183" fmla="*/ 462126 w 6858001"/>
                    <a:gd name="connsiteY183" fmla="*/ 460747 h 874716"/>
                    <a:gd name="connsiteX184" fmla="*/ 453364 w 6858001"/>
                    <a:gd name="connsiteY184" fmla="*/ 459033 h 874716"/>
                    <a:gd name="connsiteX185" fmla="*/ 340774 w 6858001"/>
                    <a:gd name="connsiteY185" fmla="*/ 458268 h 874716"/>
                    <a:gd name="connsiteX186" fmla="*/ 200182 w 6858001"/>
                    <a:gd name="connsiteY186" fmla="*/ 496180 h 874716"/>
                    <a:gd name="connsiteX187" fmla="*/ 176939 w 6858001"/>
                    <a:gd name="connsiteY187" fmla="*/ 504182 h 874716"/>
                    <a:gd name="connsiteX188" fmla="*/ 63587 w 6858001"/>
                    <a:gd name="connsiteY188" fmla="*/ 518088 h 874716"/>
                    <a:gd name="connsiteX189" fmla="*/ 2817 w 6858001"/>
                    <a:gd name="connsiteY189" fmla="*/ 532187 h 874716"/>
                    <a:gd name="connsiteX190" fmla="*/ 0 w 6858001"/>
                    <a:gd name="connsiteY190" fmla="*/ 533314 h 87471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</a:cxnLst>
                  <a:rect l="l" t="t" r="r" b="b"/>
                  <a:pathLst>
                    <a:path w="6858001" h="874716">
                      <a:moveTo>
                        <a:pt x="0" y="533314"/>
                      </a:moveTo>
                      <a:lnTo>
                        <a:pt x="0" y="69206"/>
                      </a:lnTo>
                      <a:lnTo>
                        <a:pt x="21486" y="71924"/>
                      </a:lnTo>
                      <a:cubicBezTo>
                        <a:pt x="92546" y="60493"/>
                        <a:pt x="159604" y="87354"/>
                        <a:pt x="228948" y="88116"/>
                      </a:cubicBezTo>
                      <a:cubicBezTo>
                        <a:pt x="260382" y="88496"/>
                        <a:pt x="291435" y="94592"/>
                        <a:pt x="313533" y="62779"/>
                      </a:cubicBezTo>
                      <a:cubicBezTo>
                        <a:pt x="316389" y="58587"/>
                        <a:pt x="330298" y="60873"/>
                        <a:pt x="338870" y="62207"/>
                      </a:cubicBezTo>
                      <a:cubicBezTo>
                        <a:pt x="357921" y="65066"/>
                        <a:pt x="376781" y="72304"/>
                        <a:pt x="395640" y="72114"/>
                      </a:cubicBezTo>
                      <a:cubicBezTo>
                        <a:pt x="434695" y="71924"/>
                        <a:pt x="473939" y="68876"/>
                        <a:pt x="512802" y="65446"/>
                      </a:cubicBezTo>
                      <a:cubicBezTo>
                        <a:pt x="527470" y="64112"/>
                        <a:pt x="541569" y="58969"/>
                        <a:pt x="556047" y="55349"/>
                      </a:cubicBezTo>
                      <a:cubicBezTo>
                        <a:pt x="564048" y="53253"/>
                        <a:pt x="572622" y="47729"/>
                        <a:pt x="580050" y="48871"/>
                      </a:cubicBezTo>
                      <a:cubicBezTo>
                        <a:pt x="623106" y="55539"/>
                        <a:pt x="662541" y="39157"/>
                        <a:pt x="703308" y="30964"/>
                      </a:cubicBezTo>
                      <a:cubicBezTo>
                        <a:pt x="722169" y="27154"/>
                        <a:pt x="739886" y="18010"/>
                        <a:pt x="758174" y="11724"/>
                      </a:cubicBezTo>
                      <a:cubicBezTo>
                        <a:pt x="762936" y="10008"/>
                        <a:pt x="768271" y="8484"/>
                        <a:pt x="773035" y="8866"/>
                      </a:cubicBezTo>
                      <a:cubicBezTo>
                        <a:pt x="800276" y="11152"/>
                        <a:pt x="827329" y="14390"/>
                        <a:pt x="854379" y="16866"/>
                      </a:cubicBezTo>
                      <a:cubicBezTo>
                        <a:pt x="878956" y="19152"/>
                        <a:pt x="903722" y="19914"/>
                        <a:pt x="915343" y="47919"/>
                      </a:cubicBezTo>
                      <a:cubicBezTo>
                        <a:pt x="917059" y="52301"/>
                        <a:pt x="922773" y="55539"/>
                        <a:pt x="927155" y="58397"/>
                      </a:cubicBezTo>
                      <a:cubicBezTo>
                        <a:pt x="994785" y="102405"/>
                        <a:pt x="1030980" y="101261"/>
                        <a:pt x="1097087" y="54777"/>
                      </a:cubicBezTo>
                      <a:cubicBezTo>
                        <a:pt x="1103945" y="50015"/>
                        <a:pt x="1118613" y="46585"/>
                        <a:pt x="1123185" y="50395"/>
                      </a:cubicBezTo>
                      <a:cubicBezTo>
                        <a:pt x="1162049" y="82020"/>
                        <a:pt x="1204532" y="78590"/>
                        <a:pt x="1249302" y="68684"/>
                      </a:cubicBezTo>
                      <a:cubicBezTo>
                        <a:pt x="1260922" y="66018"/>
                        <a:pt x="1277307" y="66018"/>
                        <a:pt x="1286069" y="72304"/>
                      </a:cubicBezTo>
                      <a:cubicBezTo>
                        <a:pt x="1327790" y="101451"/>
                        <a:pt x="1372560" y="97261"/>
                        <a:pt x="1417899" y="88688"/>
                      </a:cubicBezTo>
                      <a:cubicBezTo>
                        <a:pt x="1424948" y="87354"/>
                        <a:pt x="1433522" y="80114"/>
                        <a:pt x="1436568" y="73448"/>
                      </a:cubicBezTo>
                      <a:cubicBezTo>
                        <a:pt x="1447428" y="49825"/>
                        <a:pt x="1467813" y="41823"/>
                        <a:pt x="1490292" y="35154"/>
                      </a:cubicBezTo>
                      <a:cubicBezTo>
                        <a:pt x="1525727" y="24296"/>
                        <a:pt x="1560588" y="11532"/>
                        <a:pt x="1596213" y="1245"/>
                      </a:cubicBezTo>
                      <a:cubicBezTo>
                        <a:pt x="1604978" y="-1231"/>
                        <a:pt x="1615836" y="293"/>
                        <a:pt x="1624980" y="3150"/>
                      </a:cubicBezTo>
                      <a:cubicBezTo>
                        <a:pt x="1656223" y="12866"/>
                        <a:pt x="1676036" y="37251"/>
                        <a:pt x="1697753" y="59731"/>
                      </a:cubicBezTo>
                      <a:cubicBezTo>
                        <a:pt x="1707279" y="69638"/>
                        <a:pt x="1720423" y="76686"/>
                        <a:pt x="1733188" y="82400"/>
                      </a:cubicBezTo>
                      <a:cubicBezTo>
                        <a:pt x="1766335" y="97071"/>
                        <a:pt x="1800246" y="110215"/>
                        <a:pt x="1833775" y="124121"/>
                      </a:cubicBezTo>
                      <a:cubicBezTo>
                        <a:pt x="1837013" y="125455"/>
                        <a:pt x="1839679" y="128884"/>
                        <a:pt x="1842158" y="131742"/>
                      </a:cubicBezTo>
                      <a:cubicBezTo>
                        <a:pt x="1866922" y="161843"/>
                        <a:pt x="1891497" y="192132"/>
                        <a:pt x="1916454" y="222233"/>
                      </a:cubicBezTo>
                      <a:cubicBezTo>
                        <a:pt x="1921216" y="227947"/>
                        <a:pt x="1928076" y="232139"/>
                        <a:pt x="1933219" y="237663"/>
                      </a:cubicBezTo>
                      <a:cubicBezTo>
                        <a:pt x="1940459" y="245283"/>
                        <a:pt x="1949603" y="252524"/>
                        <a:pt x="1953413" y="261668"/>
                      </a:cubicBezTo>
                      <a:cubicBezTo>
                        <a:pt x="1965224" y="290433"/>
                        <a:pt x="1987894" y="302817"/>
                        <a:pt x="2016469" y="308151"/>
                      </a:cubicBezTo>
                      <a:cubicBezTo>
                        <a:pt x="2042570" y="313104"/>
                        <a:pt x="2068669" y="317296"/>
                        <a:pt x="2094578" y="323010"/>
                      </a:cubicBezTo>
                      <a:cubicBezTo>
                        <a:pt x="2126201" y="329868"/>
                        <a:pt x="2157636" y="337298"/>
                        <a:pt x="2188879" y="345681"/>
                      </a:cubicBezTo>
                      <a:cubicBezTo>
                        <a:pt x="2202404" y="349301"/>
                        <a:pt x="2216692" y="353491"/>
                        <a:pt x="2228314" y="360921"/>
                      </a:cubicBezTo>
                      <a:cubicBezTo>
                        <a:pt x="2260890" y="381496"/>
                        <a:pt x="2295753" y="395402"/>
                        <a:pt x="2334044" y="389878"/>
                      </a:cubicBezTo>
                      <a:cubicBezTo>
                        <a:pt x="2364715" y="385496"/>
                        <a:pt x="2390434" y="396736"/>
                        <a:pt x="2409485" y="414263"/>
                      </a:cubicBezTo>
                      <a:cubicBezTo>
                        <a:pt x="2444158" y="446078"/>
                        <a:pt x="2481305" y="438838"/>
                        <a:pt x="2518264" y="428552"/>
                      </a:cubicBezTo>
                      <a:cubicBezTo>
                        <a:pt x="2537315" y="423217"/>
                        <a:pt x="2552935" y="423979"/>
                        <a:pt x="2571034" y="429122"/>
                      </a:cubicBezTo>
                      <a:cubicBezTo>
                        <a:pt x="2612945" y="441124"/>
                        <a:pt x="2640950" y="473701"/>
                        <a:pt x="2668001" y="502276"/>
                      </a:cubicBezTo>
                      <a:cubicBezTo>
                        <a:pt x="2691054" y="526661"/>
                        <a:pt x="2716963" y="540377"/>
                        <a:pt x="2745348" y="550666"/>
                      </a:cubicBezTo>
                      <a:cubicBezTo>
                        <a:pt x="2781163" y="563810"/>
                        <a:pt x="2809548" y="558858"/>
                        <a:pt x="2826694" y="527233"/>
                      </a:cubicBezTo>
                      <a:cubicBezTo>
                        <a:pt x="2831457" y="518278"/>
                        <a:pt x="2839839" y="507800"/>
                        <a:pt x="2848793" y="505134"/>
                      </a:cubicBezTo>
                      <a:cubicBezTo>
                        <a:pt x="2892037" y="491800"/>
                        <a:pt x="2935854" y="472367"/>
                        <a:pt x="2982148" y="484179"/>
                      </a:cubicBezTo>
                      <a:cubicBezTo>
                        <a:pt x="3046158" y="500372"/>
                        <a:pt x="3108644" y="499420"/>
                        <a:pt x="3172654" y="483417"/>
                      </a:cubicBezTo>
                      <a:cubicBezTo>
                        <a:pt x="3276480" y="457508"/>
                        <a:pt x="3380305" y="430076"/>
                        <a:pt x="3489467" y="435790"/>
                      </a:cubicBezTo>
                      <a:cubicBezTo>
                        <a:pt x="3507563" y="436742"/>
                        <a:pt x="3529090" y="425121"/>
                        <a:pt x="3544713" y="413691"/>
                      </a:cubicBezTo>
                      <a:cubicBezTo>
                        <a:pt x="3574622" y="391974"/>
                        <a:pt x="3573288" y="390258"/>
                        <a:pt x="3606817" y="408167"/>
                      </a:cubicBezTo>
                      <a:cubicBezTo>
                        <a:pt x="3614819" y="412549"/>
                        <a:pt x="3624725" y="415215"/>
                        <a:pt x="3630632" y="421693"/>
                      </a:cubicBezTo>
                      <a:cubicBezTo>
                        <a:pt x="3660731" y="454650"/>
                        <a:pt x="3697880" y="446648"/>
                        <a:pt x="3734837" y="441886"/>
                      </a:cubicBezTo>
                      <a:cubicBezTo>
                        <a:pt x="3741315" y="440934"/>
                        <a:pt x="3749125" y="439600"/>
                        <a:pt x="3754652" y="442268"/>
                      </a:cubicBezTo>
                      <a:cubicBezTo>
                        <a:pt x="3779607" y="454268"/>
                        <a:pt x="3800753" y="450078"/>
                        <a:pt x="3822472" y="433694"/>
                      </a:cubicBezTo>
                      <a:cubicBezTo>
                        <a:pt x="3841331" y="419597"/>
                        <a:pt x="3863049" y="411215"/>
                        <a:pt x="3885338" y="428742"/>
                      </a:cubicBezTo>
                      <a:cubicBezTo>
                        <a:pt x="3934870" y="467605"/>
                        <a:pt x="3987829" y="469509"/>
                        <a:pt x="4043839" y="444934"/>
                      </a:cubicBezTo>
                      <a:cubicBezTo>
                        <a:pt x="4083845" y="427407"/>
                        <a:pt x="4123280" y="423407"/>
                        <a:pt x="4165383" y="441124"/>
                      </a:cubicBezTo>
                      <a:cubicBezTo>
                        <a:pt x="4181576" y="447982"/>
                        <a:pt x="4202531" y="443410"/>
                        <a:pt x="4221391" y="444934"/>
                      </a:cubicBezTo>
                      <a:cubicBezTo>
                        <a:pt x="4232060" y="445696"/>
                        <a:pt x="4243872" y="445886"/>
                        <a:pt x="4253014" y="450650"/>
                      </a:cubicBezTo>
                      <a:cubicBezTo>
                        <a:pt x="4277401" y="462843"/>
                        <a:pt x="4300070" y="478463"/>
                        <a:pt x="4324645" y="490466"/>
                      </a:cubicBezTo>
                      <a:cubicBezTo>
                        <a:pt x="4336457" y="496180"/>
                        <a:pt x="4350554" y="499228"/>
                        <a:pt x="4363890" y="499420"/>
                      </a:cubicBezTo>
                      <a:cubicBezTo>
                        <a:pt x="4403325" y="500372"/>
                        <a:pt x="4442761" y="500372"/>
                        <a:pt x="4482004" y="498658"/>
                      </a:cubicBezTo>
                      <a:cubicBezTo>
                        <a:pt x="4546776" y="495990"/>
                        <a:pt x="4612500" y="495418"/>
                        <a:pt x="4659174" y="438648"/>
                      </a:cubicBezTo>
                      <a:cubicBezTo>
                        <a:pt x="4662986" y="434076"/>
                        <a:pt x="4671176" y="431408"/>
                        <a:pt x="4677655" y="430646"/>
                      </a:cubicBezTo>
                      <a:cubicBezTo>
                        <a:pt x="4707564" y="427027"/>
                        <a:pt x="4738235" y="426645"/>
                        <a:pt x="4767764" y="420739"/>
                      </a:cubicBezTo>
                      <a:cubicBezTo>
                        <a:pt x="4791386" y="415977"/>
                        <a:pt x="4811009" y="417501"/>
                        <a:pt x="4828916" y="434266"/>
                      </a:cubicBezTo>
                      <a:cubicBezTo>
                        <a:pt x="4852348" y="456364"/>
                        <a:pt x="4880925" y="469319"/>
                        <a:pt x="4912168" y="462271"/>
                      </a:cubicBezTo>
                      <a:cubicBezTo>
                        <a:pt x="4943409" y="455412"/>
                        <a:pt x="4963984" y="470271"/>
                        <a:pt x="4987037" y="485703"/>
                      </a:cubicBezTo>
                      <a:cubicBezTo>
                        <a:pt x="5003801" y="496942"/>
                        <a:pt x="5022852" y="511040"/>
                        <a:pt x="5041521" y="512182"/>
                      </a:cubicBezTo>
                      <a:cubicBezTo>
                        <a:pt x="5083814" y="514658"/>
                        <a:pt x="5120201" y="553904"/>
                        <a:pt x="5166113" y="531615"/>
                      </a:cubicBezTo>
                      <a:cubicBezTo>
                        <a:pt x="5169161" y="530091"/>
                        <a:pt x="5174685" y="533901"/>
                        <a:pt x="5179067" y="534853"/>
                      </a:cubicBezTo>
                      <a:cubicBezTo>
                        <a:pt x="5214121" y="542093"/>
                        <a:pt x="5247078" y="535043"/>
                        <a:pt x="5272796" y="511230"/>
                      </a:cubicBezTo>
                      <a:cubicBezTo>
                        <a:pt x="5306516" y="480177"/>
                        <a:pt x="5343855" y="477129"/>
                        <a:pt x="5385384" y="487227"/>
                      </a:cubicBezTo>
                      <a:cubicBezTo>
                        <a:pt x="5398721" y="490466"/>
                        <a:pt x="5412057" y="492752"/>
                        <a:pt x="5425582" y="495418"/>
                      </a:cubicBezTo>
                      <a:cubicBezTo>
                        <a:pt x="5443870" y="499228"/>
                        <a:pt x="5462351" y="503230"/>
                        <a:pt x="5480637" y="507040"/>
                      </a:cubicBezTo>
                      <a:cubicBezTo>
                        <a:pt x="5498356" y="510850"/>
                        <a:pt x="5517979" y="517326"/>
                        <a:pt x="5531693" y="500944"/>
                      </a:cubicBezTo>
                      <a:cubicBezTo>
                        <a:pt x="5543506" y="486845"/>
                        <a:pt x="5551888" y="488179"/>
                        <a:pt x="5562746" y="500372"/>
                      </a:cubicBezTo>
                      <a:cubicBezTo>
                        <a:pt x="5600467" y="543045"/>
                        <a:pt x="5646189" y="569716"/>
                        <a:pt x="5704483" y="571620"/>
                      </a:cubicBezTo>
                      <a:cubicBezTo>
                        <a:pt x="5716485" y="572002"/>
                        <a:pt x="5728678" y="574668"/>
                        <a:pt x="5740488" y="577526"/>
                      </a:cubicBezTo>
                      <a:cubicBezTo>
                        <a:pt x="5747728" y="579241"/>
                        <a:pt x="5756493" y="581147"/>
                        <a:pt x="5760873" y="586291"/>
                      </a:cubicBezTo>
                      <a:cubicBezTo>
                        <a:pt x="5794974" y="625534"/>
                        <a:pt x="5837457" y="652777"/>
                        <a:pt x="5883751" y="674686"/>
                      </a:cubicBezTo>
                      <a:cubicBezTo>
                        <a:pt x="5900323" y="682496"/>
                        <a:pt x="5918042" y="690306"/>
                        <a:pt x="5935949" y="692592"/>
                      </a:cubicBezTo>
                      <a:cubicBezTo>
                        <a:pt x="5954617" y="694878"/>
                        <a:pt x="5974240" y="691068"/>
                        <a:pt x="5993291" y="688972"/>
                      </a:cubicBezTo>
                      <a:cubicBezTo>
                        <a:pt x="6004531" y="687830"/>
                        <a:pt x="6017485" y="688020"/>
                        <a:pt x="6026440" y="682496"/>
                      </a:cubicBezTo>
                      <a:cubicBezTo>
                        <a:pt x="6054825" y="665159"/>
                        <a:pt x="6082258" y="646491"/>
                        <a:pt x="6108738" y="626296"/>
                      </a:cubicBezTo>
                      <a:cubicBezTo>
                        <a:pt x="6131409" y="608960"/>
                        <a:pt x="6135981" y="606483"/>
                        <a:pt x="6155602" y="628202"/>
                      </a:cubicBezTo>
                      <a:cubicBezTo>
                        <a:pt x="6175797" y="650491"/>
                        <a:pt x="6200944" y="662111"/>
                        <a:pt x="6228756" y="666873"/>
                      </a:cubicBezTo>
                      <a:cubicBezTo>
                        <a:pt x="6272764" y="674304"/>
                        <a:pt x="6317151" y="680590"/>
                        <a:pt x="6361539" y="684210"/>
                      </a:cubicBezTo>
                      <a:cubicBezTo>
                        <a:pt x="6401736" y="687448"/>
                        <a:pt x="6420977" y="669922"/>
                        <a:pt x="6428979" y="630106"/>
                      </a:cubicBezTo>
                      <a:cubicBezTo>
                        <a:pt x="6433551" y="608007"/>
                        <a:pt x="6439458" y="584003"/>
                        <a:pt x="6463840" y="578098"/>
                      </a:cubicBezTo>
                      <a:cubicBezTo>
                        <a:pt x="6503658" y="568572"/>
                        <a:pt x="6544997" y="564382"/>
                        <a:pt x="6564620" y="517708"/>
                      </a:cubicBezTo>
                      <a:cubicBezTo>
                        <a:pt x="6575478" y="527995"/>
                        <a:pt x="6582146" y="534091"/>
                        <a:pt x="6588625" y="540187"/>
                      </a:cubicBezTo>
                      <a:cubicBezTo>
                        <a:pt x="6606531" y="557142"/>
                        <a:pt x="6643678" y="564382"/>
                        <a:pt x="6662541" y="549714"/>
                      </a:cubicBezTo>
                      <a:cubicBezTo>
                        <a:pt x="6690354" y="528377"/>
                        <a:pt x="6715883" y="532377"/>
                        <a:pt x="6742552" y="548952"/>
                      </a:cubicBezTo>
                      <a:cubicBezTo>
                        <a:pt x="6764841" y="562668"/>
                        <a:pt x="6788417" y="567954"/>
                        <a:pt x="6812063" y="568430"/>
                      </a:cubicBezTo>
                      <a:lnTo>
                        <a:pt x="6858001" y="562267"/>
                      </a:lnTo>
                      <a:lnTo>
                        <a:pt x="6858001" y="734520"/>
                      </a:lnTo>
                      <a:lnTo>
                        <a:pt x="6815516" y="744220"/>
                      </a:lnTo>
                      <a:cubicBezTo>
                        <a:pt x="6793035" y="749744"/>
                        <a:pt x="6771319" y="759651"/>
                        <a:pt x="6748458" y="763271"/>
                      </a:cubicBezTo>
                      <a:cubicBezTo>
                        <a:pt x="6694164" y="771843"/>
                        <a:pt x="6639488" y="777939"/>
                        <a:pt x="6584812" y="784797"/>
                      </a:cubicBezTo>
                      <a:cubicBezTo>
                        <a:pt x="6528424" y="791846"/>
                        <a:pt x="6472225" y="799276"/>
                        <a:pt x="6415833" y="805562"/>
                      </a:cubicBezTo>
                      <a:cubicBezTo>
                        <a:pt x="6384972" y="808802"/>
                        <a:pt x="6353919" y="809372"/>
                        <a:pt x="6323058" y="812420"/>
                      </a:cubicBezTo>
                      <a:cubicBezTo>
                        <a:pt x="6296005" y="815088"/>
                        <a:pt x="6269144" y="820041"/>
                        <a:pt x="6242093" y="823281"/>
                      </a:cubicBezTo>
                      <a:cubicBezTo>
                        <a:pt x="6218660" y="825947"/>
                        <a:pt x="6195037" y="827471"/>
                        <a:pt x="6171605" y="830139"/>
                      </a:cubicBezTo>
                      <a:cubicBezTo>
                        <a:pt x="6134075" y="834519"/>
                        <a:pt x="6096736" y="839473"/>
                        <a:pt x="6059397" y="844045"/>
                      </a:cubicBezTo>
                      <a:cubicBezTo>
                        <a:pt x="6043776" y="845759"/>
                        <a:pt x="6027392" y="850522"/>
                        <a:pt x="6012723" y="847665"/>
                      </a:cubicBezTo>
                      <a:cubicBezTo>
                        <a:pt x="5975764" y="840425"/>
                        <a:pt x="5939377" y="842521"/>
                        <a:pt x="5902610" y="847473"/>
                      </a:cubicBezTo>
                      <a:cubicBezTo>
                        <a:pt x="5890037" y="849190"/>
                        <a:pt x="5876511" y="848808"/>
                        <a:pt x="5864318" y="845569"/>
                      </a:cubicBezTo>
                      <a:cubicBezTo>
                        <a:pt x="5839361" y="839091"/>
                        <a:pt x="5815169" y="829947"/>
                        <a:pt x="5790592" y="821947"/>
                      </a:cubicBezTo>
                      <a:cubicBezTo>
                        <a:pt x="5787924" y="820995"/>
                        <a:pt x="5784686" y="820803"/>
                        <a:pt x="5781830" y="820233"/>
                      </a:cubicBezTo>
                      <a:cubicBezTo>
                        <a:pt x="5765635" y="816992"/>
                        <a:pt x="5749634" y="813754"/>
                        <a:pt x="5733440" y="810896"/>
                      </a:cubicBezTo>
                      <a:cubicBezTo>
                        <a:pt x="5724678" y="809372"/>
                        <a:pt x="5715723" y="809182"/>
                        <a:pt x="5706959" y="807848"/>
                      </a:cubicBezTo>
                      <a:cubicBezTo>
                        <a:pt x="5673050" y="802514"/>
                        <a:pt x="5635711" y="811468"/>
                        <a:pt x="5606372" y="788417"/>
                      </a:cubicBezTo>
                      <a:cubicBezTo>
                        <a:pt x="5587321" y="773557"/>
                        <a:pt x="5568842" y="776987"/>
                        <a:pt x="5548460" y="779273"/>
                      </a:cubicBezTo>
                      <a:cubicBezTo>
                        <a:pt x="5533027" y="780987"/>
                        <a:pt x="5517215" y="780415"/>
                        <a:pt x="5501594" y="780607"/>
                      </a:cubicBezTo>
                      <a:cubicBezTo>
                        <a:pt x="5474161" y="781177"/>
                        <a:pt x="5446728" y="781369"/>
                        <a:pt x="5419295" y="782321"/>
                      </a:cubicBezTo>
                      <a:cubicBezTo>
                        <a:pt x="5410531" y="782701"/>
                        <a:pt x="5401579" y="787465"/>
                        <a:pt x="5393005" y="786703"/>
                      </a:cubicBezTo>
                      <a:cubicBezTo>
                        <a:pt x="5353379" y="783083"/>
                        <a:pt x="5313754" y="777367"/>
                        <a:pt x="5274129" y="774129"/>
                      </a:cubicBezTo>
                      <a:cubicBezTo>
                        <a:pt x="5251650" y="772225"/>
                        <a:pt x="5228597" y="775843"/>
                        <a:pt x="5206308" y="773177"/>
                      </a:cubicBezTo>
                      <a:cubicBezTo>
                        <a:pt x="5180591" y="770129"/>
                        <a:pt x="5155445" y="762319"/>
                        <a:pt x="5129916" y="757554"/>
                      </a:cubicBezTo>
                      <a:cubicBezTo>
                        <a:pt x="5122867" y="756222"/>
                        <a:pt x="5115057" y="757936"/>
                        <a:pt x="5107627" y="758316"/>
                      </a:cubicBezTo>
                      <a:cubicBezTo>
                        <a:pt x="5099245" y="758699"/>
                        <a:pt x="5091052" y="759461"/>
                        <a:pt x="5082670" y="759651"/>
                      </a:cubicBezTo>
                      <a:cubicBezTo>
                        <a:pt x="5057141" y="760033"/>
                        <a:pt x="5031614" y="759461"/>
                        <a:pt x="5006086" y="760795"/>
                      </a:cubicBezTo>
                      <a:cubicBezTo>
                        <a:pt x="4990465" y="761557"/>
                        <a:pt x="4974082" y="769367"/>
                        <a:pt x="4959602" y="766509"/>
                      </a:cubicBezTo>
                      <a:cubicBezTo>
                        <a:pt x="4930075" y="760985"/>
                        <a:pt x="4900546" y="773367"/>
                        <a:pt x="4871019" y="763081"/>
                      </a:cubicBezTo>
                      <a:cubicBezTo>
                        <a:pt x="4861873" y="760033"/>
                        <a:pt x="4849300" y="767653"/>
                        <a:pt x="4838250" y="768033"/>
                      </a:cubicBezTo>
                      <a:cubicBezTo>
                        <a:pt x="4810627" y="768985"/>
                        <a:pt x="4783004" y="768795"/>
                        <a:pt x="4755381" y="768605"/>
                      </a:cubicBezTo>
                      <a:cubicBezTo>
                        <a:pt x="4730614" y="768415"/>
                        <a:pt x="4704895" y="771081"/>
                        <a:pt x="4681083" y="765747"/>
                      </a:cubicBezTo>
                      <a:cubicBezTo>
                        <a:pt x="4656126" y="760033"/>
                        <a:pt x="4633647" y="760795"/>
                        <a:pt x="4609452" y="767271"/>
                      </a:cubicBezTo>
                      <a:cubicBezTo>
                        <a:pt x="4592878" y="771653"/>
                        <a:pt x="4575351" y="772225"/>
                        <a:pt x="4558207" y="773557"/>
                      </a:cubicBezTo>
                      <a:cubicBezTo>
                        <a:pt x="4539728" y="775081"/>
                        <a:pt x="4519343" y="771081"/>
                        <a:pt x="4502579" y="777367"/>
                      </a:cubicBezTo>
                      <a:cubicBezTo>
                        <a:pt x="4452665" y="796038"/>
                        <a:pt x="4401419" y="800038"/>
                        <a:pt x="4349222" y="800038"/>
                      </a:cubicBezTo>
                      <a:cubicBezTo>
                        <a:pt x="4339695" y="800038"/>
                        <a:pt x="4329979" y="797372"/>
                        <a:pt x="4320837" y="794514"/>
                      </a:cubicBezTo>
                      <a:cubicBezTo>
                        <a:pt x="4267493" y="777367"/>
                        <a:pt x="4213961" y="778891"/>
                        <a:pt x="4159667" y="789370"/>
                      </a:cubicBezTo>
                      <a:cubicBezTo>
                        <a:pt x="4148427" y="791656"/>
                        <a:pt x="4135854" y="792038"/>
                        <a:pt x="4124614" y="789752"/>
                      </a:cubicBezTo>
                      <a:cubicBezTo>
                        <a:pt x="4092989" y="783083"/>
                        <a:pt x="4062318" y="772033"/>
                        <a:pt x="4030503" y="767271"/>
                      </a:cubicBezTo>
                      <a:cubicBezTo>
                        <a:pt x="3977925" y="759461"/>
                        <a:pt x="3932394" y="785749"/>
                        <a:pt x="3885338" y="802896"/>
                      </a:cubicBezTo>
                      <a:cubicBezTo>
                        <a:pt x="3840569" y="819089"/>
                        <a:pt x="3802467" y="855666"/>
                        <a:pt x="3749506" y="847473"/>
                      </a:cubicBezTo>
                      <a:cubicBezTo>
                        <a:pt x="3744173" y="846711"/>
                        <a:pt x="3738267" y="851856"/>
                        <a:pt x="3732361" y="853190"/>
                      </a:cubicBezTo>
                      <a:cubicBezTo>
                        <a:pt x="3716168" y="856810"/>
                        <a:pt x="3699976" y="861190"/>
                        <a:pt x="3683591" y="862906"/>
                      </a:cubicBezTo>
                      <a:cubicBezTo>
                        <a:pt x="3663589" y="865192"/>
                        <a:pt x="3643204" y="864430"/>
                        <a:pt x="3623201" y="866334"/>
                      </a:cubicBezTo>
                      <a:cubicBezTo>
                        <a:pt x="3597482" y="868620"/>
                        <a:pt x="3572146" y="874716"/>
                        <a:pt x="3546617" y="874716"/>
                      </a:cubicBezTo>
                      <a:cubicBezTo>
                        <a:pt x="3526042" y="874716"/>
                        <a:pt x="3505657" y="867668"/>
                        <a:pt x="3485275" y="864238"/>
                      </a:cubicBezTo>
                      <a:cubicBezTo>
                        <a:pt x="3456508" y="859476"/>
                        <a:pt x="3424883" y="860810"/>
                        <a:pt x="3399546" y="848618"/>
                      </a:cubicBezTo>
                      <a:cubicBezTo>
                        <a:pt x="3372495" y="835663"/>
                        <a:pt x="3346776" y="829757"/>
                        <a:pt x="3318771" y="833757"/>
                      </a:cubicBezTo>
                      <a:cubicBezTo>
                        <a:pt x="3309437" y="835091"/>
                        <a:pt x="3297434" y="843093"/>
                        <a:pt x="3293244" y="851284"/>
                      </a:cubicBezTo>
                      <a:cubicBezTo>
                        <a:pt x="3283908" y="869572"/>
                        <a:pt x="3271145" y="872812"/>
                        <a:pt x="3253809" y="866524"/>
                      </a:cubicBezTo>
                      <a:cubicBezTo>
                        <a:pt x="3238758" y="861190"/>
                        <a:pt x="3220280" y="858524"/>
                        <a:pt x="3209993" y="848235"/>
                      </a:cubicBezTo>
                      <a:cubicBezTo>
                        <a:pt x="3180844" y="819089"/>
                        <a:pt x="3143695" y="818136"/>
                        <a:pt x="3107500" y="810326"/>
                      </a:cubicBezTo>
                      <a:cubicBezTo>
                        <a:pt x="3085403" y="805562"/>
                        <a:pt x="3064827" y="805372"/>
                        <a:pt x="3042728" y="808610"/>
                      </a:cubicBezTo>
                      <a:cubicBezTo>
                        <a:pt x="2994722" y="815850"/>
                        <a:pt x="2948047" y="805562"/>
                        <a:pt x="2901943" y="792418"/>
                      </a:cubicBezTo>
                      <a:cubicBezTo>
                        <a:pt x="2871462" y="783655"/>
                        <a:pt x="2840219" y="778321"/>
                        <a:pt x="2809930" y="769367"/>
                      </a:cubicBezTo>
                      <a:cubicBezTo>
                        <a:pt x="2787259" y="762509"/>
                        <a:pt x="2764590" y="754316"/>
                        <a:pt x="2743826" y="743268"/>
                      </a:cubicBezTo>
                      <a:cubicBezTo>
                        <a:pt x="2713723" y="727073"/>
                        <a:pt x="2687436" y="702689"/>
                        <a:pt x="2649143" y="709167"/>
                      </a:cubicBezTo>
                      <a:cubicBezTo>
                        <a:pt x="2615421" y="714881"/>
                        <a:pt x="2584942" y="702881"/>
                        <a:pt x="2554079" y="691450"/>
                      </a:cubicBezTo>
                      <a:cubicBezTo>
                        <a:pt x="2531409" y="683068"/>
                        <a:pt x="2508742" y="674494"/>
                        <a:pt x="2485307" y="669160"/>
                      </a:cubicBezTo>
                      <a:cubicBezTo>
                        <a:pt x="2457492" y="662873"/>
                        <a:pt x="2426059" y="665541"/>
                        <a:pt x="2401292" y="653919"/>
                      </a:cubicBezTo>
                      <a:cubicBezTo>
                        <a:pt x="2375383" y="641727"/>
                        <a:pt x="2353859" y="649919"/>
                        <a:pt x="2330806" y="653349"/>
                      </a:cubicBezTo>
                      <a:cubicBezTo>
                        <a:pt x="2294039" y="658683"/>
                        <a:pt x="2257459" y="668590"/>
                        <a:pt x="2220312" y="656015"/>
                      </a:cubicBezTo>
                      <a:cubicBezTo>
                        <a:pt x="2175163" y="640775"/>
                        <a:pt x="2130393" y="624392"/>
                        <a:pt x="2085054" y="609914"/>
                      </a:cubicBezTo>
                      <a:cubicBezTo>
                        <a:pt x="2067525" y="604387"/>
                        <a:pt x="2048668" y="602101"/>
                        <a:pt x="2030378" y="599625"/>
                      </a:cubicBezTo>
                      <a:cubicBezTo>
                        <a:pt x="2013043" y="597529"/>
                        <a:pt x="1992279" y="602863"/>
                        <a:pt x="1978940" y="594863"/>
                      </a:cubicBezTo>
                      <a:cubicBezTo>
                        <a:pt x="1944649" y="574288"/>
                        <a:pt x="1909408" y="564192"/>
                        <a:pt x="1869780" y="564192"/>
                      </a:cubicBezTo>
                      <a:cubicBezTo>
                        <a:pt x="1854920" y="564192"/>
                        <a:pt x="1840441" y="555618"/>
                        <a:pt x="1825393" y="554094"/>
                      </a:cubicBezTo>
                      <a:cubicBezTo>
                        <a:pt x="1804816" y="552190"/>
                        <a:pt x="1781194" y="547045"/>
                        <a:pt x="1763287" y="554286"/>
                      </a:cubicBezTo>
                      <a:cubicBezTo>
                        <a:pt x="1721185" y="571430"/>
                        <a:pt x="1687086" y="557142"/>
                        <a:pt x="1650317" y="540187"/>
                      </a:cubicBezTo>
                      <a:cubicBezTo>
                        <a:pt x="1614120" y="523423"/>
                        <a:pt x="1576019" y="510088"/>
                        <a:pt x="1537537" y="499038"/>
                      </a:cubicBezTo>
                      <a:cubicBezTo>
                        <a:pt x="1523059" y="495038"/>
                        <a:pt x="1505724" y="501706"/>
                        <a:pt x="1489720" y="503038"/>
                      </a:cubicBezTo>
                      <a:cubicBezTo>
                        <a:pt x="1484004" y="503420"/>
                        <a:pt x="1477717" y="503992"/>
                        <a:pt x="1472575" y="502086"/>
                      </a:cubicBezTo>
                      <a:cubicBezTo>
                        <a:pt x="1422854" y="483797"/>
                        <a:pt x="1372368" y="469891"/>
                        <a:pt x="1318456" y="479415"/>
                      </a:cubicBezTo>
                      <a:cubicBezTo>
                        <a:pt x="1313504" y="480369"/>
                        <a:pt x="1307978" y="478273"/>
                        <a:pt x="1303024" y="476939"/>
                      </a:cubicBezTo>
                      <a:cubicBezTo>
                        <a:pt x="1278829" y="470081"/>
                        <a:pt x="1255206" y="459223"/>
                        <a:pt x="1230633" y="456746"/>
                      </a:cubicBezTo>
                      <a:cubicBezTo>
                        <a:pt x="1170051" y="450650"/>
                        <a:pt x="1109091" y="448172"/>
                        <a:pt x="1048125" y="444172"/>
                      </a:cubicBezTo>
                      <a:cubicBezTo>
                        <a:pt x="1044315" y="443982"/>
                        <a:pt x="1040315" y="443982"/>
                        <a:pt x="1036887" y="442648"/>
                      </a:cubicBezTo>
                      <a:cubicBezTo>
                        <a:pt x="1014406" y="434456"/>
                        <a:pt x="994785" y="437124"/>
                        <a:pt x="975733" y="452744"/>
                      </a:cubicBezTo>
                      <a:cubicBezTo>
                        <a:pt x="967350" y="459603"/>
                        <a:pt x="955920" y="463223"/>
                        <a:pt x="945444" y="467033"/>
                      </a:cubicBezTo>
                      <a:cubicBezTo>
                        <a:pt x="930011" y="472749"/>
                        <a:pt x="914200" y="478273"/>
                        <a:pt x="898198" y="481893"/>
                      </a:cubicBezTo>
                      <a:cubicBezTo>
                        <a:pt x="882384" y="485321"/>
                        <a:pt x="865430" y="490084"/>
                        <a:pt x="850189" y="487417"/>
                      </a:cubicBezTo>
                      <a:cubicBezTo>
                        <a:pt x="822756" y="482655"/>
                        <a:pt x="796655" y="471987"/>
                        <a:pt x="769605" y="464937"/>
                      </a:cubicBezTo>
                      <a:cubicBezTo>
                        <a:pt x="760270" y="462461"/>
                        <a:pt x="749982" y="462843"/>
                        <a:pt x="740268" y="462651"/>
                      </a:cubicBezTo>
                      <a:cubicBezTo>
                        <a:pt x="717977" y="462081"/>
                        <a:pt x="695116" y="467605"/>
                        <a:pt x="674923" y="451792"/>
                      </a:cubicBezTo>
                      <a:cubicBezTo>
                        <a:pt x="656255" y="436934"/>
                        <a:pt x="637392" y="441314"/>
                        <a:pt x="617772" y="452554"/>
                      </a:cubicBezTo>
                      <a:cubicBezTo>
                        <a:pt x="603673" y="460557"/>
                        <a:pt x="587672" y="466843"/>
                        <a:pt x="571860" y="469891"/>
                      </a:cubicBezTo>
                      <a:cubicBezTo>
                        <a:pt x="550141" y="474081"/>
                        <a:pt x="528615" y="475797"/>
                        <a:pt x="505182" y="473319"/>
                      </a:cubicBezTo>
                      <a:cubicBezTo>
                        <a:pt x="488607" y="471605"/>
                        <a:pt x="475081" y="470843"/>
                        <a:pt x="462126" y="460747"/>
                      </a:cubicBezTo>
                      <a:cubicBezTo>
                        <a:pt x="460032" y="459223"/>
                        <a:pt x="456222" y="458841"/>
                        <a:pt x="453364" y="459033"/>
                      </a:cubicBezTo>
                      <a:cubicBezTo>
                        <a:pt x="415835" y="462271"/>
                        <a:pt x="378686" y="460557"/>
                        <a:pt x="340774" y="458268"/>
                      </a:cubicBezTo>
                      <a:cubicBezTo>
                        <a:pt x="292579" y="455222"/>
                        <a:pt x="241901" y="464175"/>
                        <a:pt x="200182" y="496180"/>
                      </a:cubicBezTo>
                      <a:cubicBezTo>
                        <a:pt x="194085" y="500944"/>
                        <a:pt x="184941" y="503038"/>
                        <a:pt x="176939" y="504182"/>
                      </a:cubicBezTo>
                      <a:cubicBezTo>
                        <a:pt x="139219" y="509134"/>
                        <a:pt x="101308" y="512564"/>
                        <a:pt x="63587" y="518088"/>
                      </a:cubicBezTo>
                      <a:cubicBezTo>
                        <a:pt x="43012" y="521137"/>
                        <a:pt x="21486" y="523805"/>
                        <a:pt x="2817" y="532187"/>
                      </a:cubicBezTo>
                      <a:lnTo>
                        <a:pt x="0" y="533314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" name="Freeform: Shape 15">
                  <a:extLst>
                    <a:ext uri="{FF2B5EF4-FFF2-40B4-BE49-F238E27FC236}">
                      <a16:creationId xmlns:a16="http://schemas.microsoft.com/office/drawing/2014/main" id="{83BEF371-1E22-4C4F-A62F-AC6B92CAE0B5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6200000" flipH="1">
                  <a:off x="715166" y="2991642"/>
                  <a:ext cx="6858001" cy="874716"/>
                </a:xfrm>
                <a:custGeom>
                  <a:avLst/>
                  <a:gdLst>
                    <a:gd name="connsiteX0" fmla="*/ 0 w 6858001"/>
                    <a:gd name="connsiteY0" fmla="*/ 533314 h 874716"/>
                    <a:gd name="connsiteX1" fmla="*/ 0 w 6858001"/>
                    <a:gd name="connsiteY1" fmla="*/ 69206 h 874716"/>
                    <a:gd name="connsiteX2" fmla="*/ 21486 w 6858001"/>
                    <a:gd name="connsiteY2" fmla="*/ 71924 h 874716"/>
                    <a:gd name="connsiteX3" fmla="*/ 228948 w 6858001"/>
                    <a:gd name="connsiteY3" fmla="*/ 88116 h 874716"/>
                    <a:gd name="connsiteX4" fmla="*/ 313533 w 6858001"/>
                    <a:gd name="connsiteY4" fmla="*/ 62779 h 874716"/>
                    <a:gd name="connsiteX5" fmla="*/ 338870 w 6858001"/>
                    <a:gd name="connsiteY5" fmla="*/ 62207 h 874716"/>
                    <a:gd name="connsiteX6" fmla="*/ 395640 w 6858001"/>
                    <a:gd name="connsiteY6" fmla="*/ 72114 h 874716"/>
                    <a:gd name="connsiteX7" fmla="*/ 512802 w 6858001"/>
                    <a:gd name="connsiteY7" fmla="*/ 65446 h 874716"/>
                    <a:gd name="connsiteX8" fmla="*/ 556047 w 6858001"/>
                    <a:gd name="connsiteY8" fmla="*/ 55349 h 874716"/>
                    <a:gd name="connsiteX9" fmla="*/ 580050 w 6858001"/>
                    <a:gd name="connsiteY9" fmla="*/ 48871 h 874716"/>
                    <a:gd name="connsiteX10" fmla="*/ 703308 w 6858001"/>
                    <a:gd name="connsiteY10" fmla="*/ 30964 h 874716"/>
                    <a:gd name="connsiteX11" fmla="*/ 758174 w 6858001"/>
                    <a:gd name="connsiteY11" fmla="*/ 11724 h 874716"/>
                    <a:gd name="connsiteX12" fmla="*/ 773035 w 6858001"/>
                    <a:gd name="connsiteY12" fmla="*/ 8866 h 874716"/>
                    <a:gd name="connsiteX13" fmla="*/ 854379 w 6858001"/>
                    <a:gd name="connsiteY13" fmla="*/ 16866 h 874716"/>
                    <a:gd name="connsiteX14" fmla="*/ 915343 w 6858001"/>
                    <a:gd name="connsiteY14" fmla="*/ 47919 h 874716"/>
                    <a:gd name="connsiteX15" fmla="*/ 927155 w 6858001"/>
                    <a:gd name="connsiteY15" fmla="*/ 58397 h 874716"/>
                    <a:gd name="connsiteX16" fmla="*/ 1097087 w 6858001"/>
                    <a:gd name="connsiteY16" fmla="*/ 54777 h 874716"/>
                    <a:gd name="connsiteX17" fmla="*/ 1123185 w 6858001"/>
                    <a:gd name="connsiteY17" fmla="*/ 50395 h 874716"/>
                    <a:gd name="connsiteX18" fmla="*/ 1249302 w 6858001"/>
                    <a:gd name="connsiteY18" fmla="*/ 68684 h 874716"/>
                    <a:gd name="connsiteX19" fmla="*/ 1286069 w 6858001"/>
                    <a:gd name="connsiteY19" fmla="*/ 72304 h 874716"/>
                    <a:gd name="connsiteX20" fmla="*/ 1417899 w 6858001"/>
                    <a:gd name="connsiteY20" fmla="*/ 88688 h 874716"/>
                    <a:gd name="connsiteX21" fmla="*/ 1436568 w 6858001"/>
                    <a:gd name="connsiteY21" fmla="*/ 73448 h 874716"/>
                    <a:gd name="connsiteX22" fmla="*/ 1490292 w 6858001"/>
                    <a:gd name="connsiteY22" fmla="*/ 35154 h 874716"/>
                    <a:gd name="connsiteX23" fmla="*/ 1596213 w 6858001"/>
                    <a:gd name="connsiteY23" fmla="*/ 1245 h 874716"/>
                    <a:gd name="connsiteX24" fmla="*/ 1624980 w 6858001"/>
                    <a:gd name="connsiteY24" fmla="*/ 3150 h 874716"/>
                    <a:gd name="connsiteX25" fmla="*/ 1697753 w 6858001"/>
                    <a:gd name="connsiteY25" fmla="*/ 59731 h 874716"/>
                    <a:gd name="connsiteX26" fmla="*/ 1733188 w 6858001"/>
                    <a:gd name="connsiteY26" fmla="*/ 82400 h 874716"/>
                    <a:gd name="connsiteX27" fmla="*/ 1833775 w 6858001"/>
                    <a:gd name="connsiteY27" fmla="*/ 124121 h 874716"/>
                    <a:gd name="connsiteX28" fmla="*/ 1842158 w 6858001"/>
                    <a:gd name="connsiteY28" fmla="*/ 131742 h 874716"/>
                    <a:gd name="connsiteX29" fmla="*/ 1916454 w 6858001"/>
                    <a:gd name="connsiteY29" fmla="*/ 222233 h 874716"/>
                    <a:gd name="connsiteX30" fmla="*/ 1933219 w 6858001"/>
                    <a:gd name="connsiteY30" fmla="*/ 237663 h 874716"/>
                    <a:gd name="connsiteX31" fmla="*/ 1953413 w 6858001"/>
                    <a:gd name="connsiteY31" fmla="*/ 261668 h 874716"/>
                    <a:gd name="connsiteX32" fmla="*/ 2016469 w 6858001"/>
                    <a:gd name="connsiteY32" fmla="*/ 308151 h 874716"/>
                    <a:gd name="connsiteX33" fmla="*/ 2094578 w 6858001"/>
                    <a:gd name="connsiteY33" fmla="*/ 323010 h 874716"/>
                    <a:gd name="connsiteX34" fmla="*/ 2188879 w 6858001"/>
                    <a:gd name="connsiteY34" fmla="*/ 345681 h 874716"/>
                    <a:gd name="connsiteX35" fmla="*/ 2228314 w 6858001"/>
                    <a:gd name="connsiteY35" fmla="*/ 360921 h 874716"/>
                    <a:gd name="connsiteX36" fmla="*/ 2334044 w 6858001"/>
                    <a:gd name="connsiteY36" fmla="*/ 389878 h 874716"/>
                    <a:gd name="connsiteX37" fmla="*/ 2409485 w 6858001"/>
                    <a:gd name="connsiteY37" fmla="*/ 414263 h 874716"/>
                    <a:gd name="connsiteX38" fmla="*/ 2518264 w 6858001"/>
                    <a:gd name="connsiteY38" fmla="*/ 428552 h 874716"/>
                    <a:gd name="connsiteX39" fmla="*/ 2571034 w 6858001"/>
                    <a:gd name="connsiteY39" fmla="*/ 429122 h 874716"/>
                    <a:gd name="connsiteX40" fmla="*/ 2668001 w 6858001"/>
                    <a:gd name="connsiteY40" fmla="*/ 502276 h 874716"/>
                    <a:gd name="connsiteX41" fmla="*/ 2745348 w 6858001"/>
                    <a:gd name="connsiteY41" fmla="*/ 550666 h 874716"/>
                    <a:gd name="connsiteX42" fmla="*/ 2826694 w 6858001"/>
                    <a:gd name="connsiteY42" fmla="*/ 527233 h 874716"/>
                    <a:gd name="connsiteX43" fmla="*/ 2848793 w 6858001"/>
                    <a:gd name="connsiteY43" fmla="*/ 505134 h 874716"/>
                    <a:gd name="connsiteX44" fmla="*/ 2982148 w 6858001"/>
                    <a:gd name="connsiteY44" fmla="*/ 484179 h 874716"/>
                    <a:gd name="connsiteX45" fmla="*/ 3172654 w 6858001"/>
                    <a:gd name="connsiteY45" fmla="*/ 483417 h 874716"/>
                    <a:gd name="connsiteX46" fmla="*/ 3489467 w 6858001"/>
                    <a:gd name="connsiteY46" fmla="*/ 435790 h 874716"/>
                    <a:gd name="connsiteX47" fmla="*/ 3544713 w 6858001"/>
                    <a:gd name="connsiteY47" fmla="*/ 413691 h 874716"/>
                    <a:gd name="connsiteX48" fmla="*/ 3606817 w 6858001"/>
                    <a:gd name="connsiteY48" fmla="*/ 408167 h 874716"/>
                    <a:gd name="connsiteX49" fmla="*/ 3630632 w 6858001"/>
                    <a:gd name="connsiteY49" fmla="*/ 421693 h 874716"/>
                    <a:gd name="connsiteX50" fmla="*/ 3734837 w 6858001"/>
                    <a:gd name="connsiteY50" fmla="*/ 441886 h 874716"/>
                    <a:gd name="connsiteX51" fmla="*/ 3754652 w 6858001"/>
                    <a:gd name="connsiteY51" fmla="*/ 442268 h 874716"/>
                    <a:gd name="connsiteX52" fmla="*/ 3822472 w 6858001"/>
                    <a:gd name="connsiteY52" fmla="*/ 433694 h 874716"/>
                    <a:gd name="connsiteX53" fmla="*/ 3885338 w 6858001"/>
                    <a:gd name="connsiteY53" fmla="*/ 428742 h 874716"/>
                    <a:gd name="connsiteX54" fmla="*/ 4043839 w 6858001"/>
                    <a:gd name="connsiteY54" fmla="*/ 444934 h 874716"/>
                    <a:gd name="connsiteX55" fmla="*/ 4165383 w 6858001"/>
                    <a:gd name="connsiteY55" fmla="*/ 441124 h 874716"/>
                    <a:gd name="connsiteX56" fmla="*/ 4221391 w 6858001"/>
                    <a:gd name="connsiteY56" fmla="*/ 444934 h 874716"/>
                    <a:gd name="connsiteX57" fmla="*/ 4253014 w 6858001"/>
                    <a:gd name="connsiteY57" fmla="*/ 450650 h 874716"/>
                    <a:gd name="connsiteX58" fmla="*/ 4324645 w 6858001"/>
                    <a:gd name="connsiteY58" fmla="*/ 490466 h 874716"/>
                    <a:gd name="connsiteX59" fmla="*/ 4363890 w 6858001"/>
                    <a:gd name="connsiteY59" fmla="*/ 499420 h 874716"/>
                    <a:gd name="connsiteX60" fmla="*/ 4482004 w 6858001"/>
                    <a:gd name="connsiteY60" fmla="*/ 498658 h 874716"/>
                    <a:gd name="connsiteX61" fmla="*/ 4659174 w 6858001"/>
                    <a:gd name="connsiteY61" fmla="*/ 438648 h 874716"/>
                    <a:gd name="connsiteX62" fmla="*/ 4677655 w 6858001"/>
                    <a:gd name="connsiteY62" fmla="*/ 430646 h 874716"/>
                    <a:gd name="connsiteX63" fmla="*/ 4767764 w 6858001"/>
                    <a:gd name="connsiteY63" fmla="*/ 420739 h 874716"/>
                    <a:gd name="connsiteX64" fmla="*/ 4828916 w 6858001"/>
                    <a:gd name="connsiteY64" fmla="*/ 434266 h 874716"/>
                    <a:gd name="connsiteX65" fmla="*/ 4912168 w 6858001"/>
                    <a:gd name="connsiteY65" fmla="*/ 462271 h 874716"/>
                    <a:gd name="connsiteX66" fmla="*/ 4987037 w 6858001"/>
                    <a:gd name="connsiteY66" fmla="*/ 485703 h 874716"/>
                    <a:gd name="connsiteX67" fmla="*/ 5041521 w 6858001"/>
                    <a:gd name="connsiteY67" fmla="*/ 512182 h 874716"/>
                    <a:gd name="connsiteX68" fmla="*/ 5166113 w 6858001"/>
                    <a:gd name="connsiteY68" fmla="*/ 531615 h 874716"/>
                    <a:gd name="connsiteX69" fmla="*/ 5179067 w 6858001"/>
                    <a:gd name="connsiteY69" fmla="*/ 534853 h 874716"/>
                    <a:gd name="connsiteX70" fmla="*/ 5272796 w 6858001"/>
                    <a:gd name="connsiteY70" fmla="*/ 511230 h 874716"/>
                    <a:gd name="connsiteX71" fmla="*/ 5385384 w 6858001"/>
                    <a:gd name="connsiteY71" fmla="*/ 487227 h 874716"/>
                    <a:gd name="connsiteX72" fmla="*/ 5425582 w 6858001"/>
                    <a:gd name="connsiteY72" fmla="*/ 495418 h 874716"/>
                    <a:gd name="connsiteX73" fmla="*/ 5480637 w 6858001"/>
                    <a:gd name="connsiteY73" fmla="*/ 507040 h 874716"/>
                    <a:gd name="connsiteX74" fmla="*/ 5531693 w 6858001"/>
                    <a:gd name="connsiteY74" fmla="*/ 500944 h 874716"/>
                    <a:gd name="connsiteX75" fmla="*/ 5562746 w 6858001"/>
                    <a:gd name="connsiteY75" fmla="*/ 500372 h 874716"/>
                    <a:gd name="connsiteX76" fmla="*/ 5704483 w 6858001"/>
                    <a:gd name="connsiteY76" fmla="*/ 571620 h 874716"/>
                    <a:gd name="connsiteX77" fmla="*/ 5740488 w 6858001"/>
                    <a:gd name="connsiteY77" fmla="*/ 577526 h 874716"/>
                    <a:gd name="connsiteX78" fmla="*/ 5760873 w 6858001"/>
                    <a:gd name="connsiteY78" fmla="*/ 586291 h 874716"/>
                    <a:gd name="connsiteX79" fmla="*/ 5883751 w 6858001"/>
                    <a:gd name="connsiteY79" fmla="*/ 674686 h 874716"/>
                    <a:gd name="connsiteX80" fmla="*/ 5935949 w 6858001"/>
                    <a:gd name="connsiteY80" fmla="*/ 692592 h 874716"/>
                    <a:gd name="connsiteX81" fmla="*/ 5993291 w 6858001"/>
                    <a:gd name="connsiteY81" fmla="*/ 688972 h 874716"/>
                    <a:gd name="connsiteX82" fmla="*/ 6026440 w 6858001"/>
                    <a:gd name="connsiteY82" fmla="*/ 682496 h 874716"/>
                    <a:gd name="connsiteX83" fmla="*/ 6108738 w 6858001"/>
                    <a:gd name="connsiteY83" fmla="*/ 626296 h 874716"/>
                    <a:gd name="connsiteX84" fmla="*/ 6155602 w 6858001"/>
                    <a:gd name="connsiteY84" fmla="*/ 628202 h 874716"/>
                    <a:gd name="connsiteX85" fmla="*/ 6228756 w 6858001"/>
                    <a:gd name="connsiteY85" fmla="*/ 666873 h 874716"/>
                    <a:gd name="connsiteX86" fmla="*/ 6361539 w 6858001"/>
                    <a:gd name="connsiteY86" fmla="*/ 684210 h 874716"/>
                    <a:gd name="connsiteX87" fmla="*/ 6428979 w 6858001"/>
                    <a:gd name="connsiteY87" fmla="*/ 630106 h 874716"/>
                    <a:gd name="connsiteX88" fmla="*/ 6463840 w 6858001"/>
                    <a:gd name="connsiteY88" fmla="*/ 578098 h 874716"/>
                    <a:gd name="connsiteX89" fmla="*/ 6564620 w 6858001"/>
                    <a:gd name="connsiteY89" fmla="*/ 517708 h 874716"/>
                    <a:gd name="connsiteX90" fmla="*/ 6588625 w 6858001"/>
                    <a:gd name="connsiteY90" fmla="*/ 540187 h 874716"/>
                    <a:gd name="connsiteX91" fmla="*/ 6662541 w 6858001"/>
                    <a:gd name="connsiteY91" fmla="*/ 549714 h 874716"/>
                    <a:gd name="connsiteX92" fmla="*/ 6742552 w 6858001"/>
                    <a:gd name="connsiteY92" fmla="*/ 548952 h 874716"/>
                    <a:gd name="connsiteX93" fmla="*/ 6812063 w 6858001"/>
                    <a:gd name="connsiteY93" fmla="*/ 568430 h 874716"/>
                    <a:gd name="connsiteX94" fmla="*/ 6858001 w 6858001"/>
                    <a:gd name="connsiteY94" fmla="*/ 562267 h 874716"/>
                    <a:gd name="connsiteX95" fmla="*/ 6858001 w 6858001"/>
                    <a:gd name="connsiteY95" fmla="*/ 734520 h 874716"/>
                    <a:gd name="connsiteX96" fmla="*/ 6815516 w 6858001"/>
                    <a:gd name="connsiteY96" fmla="*/ 744220 h 874716"/>
                    <a:gd name="connsiteX97" fmla="*/ 6748458 w 6858001"/>
                    <a:gd name="connsiteY97" fmla="*/ 763271 h 874716"/>
                    <a:gd name="connsiteX98" fmla="*/ 6584812 w 6858001"/>
                    <a:gd name="connsiteY98" fmla="*/ 784797 h 874716"/>
                    <a:gd name="connsiteX99" fmla="*/ 6415833 w 6858001"/>
                    <a:gd name="connsiteY99" fmla="*/ 805562 h 874716"/>
                    <a:gd name="connsiteX100" fmla="*/ 6323058 w 6858001"/>
                    <a:gd name="connsiteY100" fmla="*/ 812420 h 874716"/>
                    <a:gd name="connsiteX101" fmla="*/ 6242093 w 6858001"/>
                    <a:gd name="connsiteY101" fmla="*/ 823281 h 874716"/>
                    <a:gd name="connsiteX102" fmla="*/ 6171605 w 6858001"/>
                    <a:gd name="connsiteY102" fmla="*/ 830139 h 874716"/>
                    <a:gd name="connsiteX103" fmla="*/ 6059397 w 6858001"/>
                    <a:gd name="connsiteY103" fmla="*/ 844045 h 874716"/>
                    <a:gd name="connsiteX104" fmla="*/ 6012723 w 6858001"/>
                    <a:gd name="connsiteY104" fmla="*/ 847665 h 874716"/>
                    <a:gd name="connsiteX105" fmla="*/ 5902610 w 6858001"/>
                    <a:gd name="connsiteY105" fmla="*/ 847473 h 874716"/>
                    <a:gd name="connsiteX106" fmla="*/ 5864318 w 6858001"/>
                    <a:gd name="connsiteY106" fmla="*/ 845569 h 874716"/>
                    <a:gd name="connsiteX107" fmla="*/ 5790592 w 6858001"/>
                    <a:gd name="connsiteY107" fmla="*/ 821947 h 874716"/>
                    <a:gd name="connsiteX108" fmla="*/ 5781830 w 6858001"/>
                    <a:gd name="connsiteY108" fmla="*/ 820233 h 874716"/>
                    <a:gd name="connsiteX109" fmla="*/ 5733440 w 6858001"/>
                    <a:gd name="connsiteY109" fmla="*/ 810896 h 874716"/>
                    <a:gd name="connsiteX110" fmla="*/ 5706959 w 6858001"/>
                    <a:gd name="connsiteY110" fmla="*/ 807848 h 874716"/>
                    <a:gd name="connsiteX111" fmla="*/ 5606372 w 6858001"/>
                    <a:gd name="connsiteY111" fmla="*/ 788417 h 874716"/>
                    <a:gd name="connsiteX112" fmla="*/ 5548460 w 6858001"/>
                    <a:gd name="connsiteY112" fmla="*/ 779273 h 874716"/>
                    <a:gd name="connsiteX113" fmla="*/ 5501594 w 6858001"/>
                    <a:gd name="connsiteY113" fmla="*/ 780607 h 874716"/>
                    <a:gd name="connsiteX114" fmla="*/ 5419295 w 6858001"/>
                    <a:gd name="connsiteY114" fmla="*/ 782321 h 874716"/>
                    <a:gd name="connsiteX115" fmla="*/ 5393005 w 6858001"/>
                    <a:gd name="connsiteY115" fmla="*/ 786703 h 874716"/>
                    <a:gd name="connsiteX116" fmla="*/ 5274129 w 6858001"/>
                    <a:gd name="connsiteY116" fmla="*/ 774129 h 874716"/>
                    <a:gd name="connsiteX117" fmla="*/ 5206308 w 6858001"/>
                    <a:gd name="connsiteY117" fmla="*/ 773177 h 874716"/>
                    <a:gd name="connsiteX118" fmla="*/ 5129916 w 6858001"/>
                    <a:gd name="connsiteY118" fmla="*/ 757554 h 874716"/>
                    <a:gd name="connsiteX119" fmla="*/ 5107627 w 6858001"/>
                    <a:gd name="connsiteY119" fmla="*/ 758316 h 874716"/>
                    <a:gd name="connsiteX120" fmla="*/ 5082670 w 6858001"/>
                    <a:gd name="connsiteY120" fmla="*/ 759651 h 874716"/>
                    <a:gd name="connsiteX121" fmla="*/ 5006086 w 6858001"/>
                    <a:gd name="connsiteY121" fmla="*/ 760795 h 874716"/>
                    <a:gd name="connsiteX122" fmla="*/ 4959602 w 6858001"/>
                    <a:gd name="connsiteY122" fmla="*/ 766509 h 874716"/>
                    <a:gd name="connsiteX123" fmla="*/ 4871019 w 6858001"/>
                    <a:gd name="connsiteY123" fmla="*/ 763081 h 874716"/>
                    <a:gd name="connsiteX124" fmla="*/ 4838250 w 6858001"/>
                    <a:gd name="connsiteY124" fmla="*/ 768033 h 874716"/>
                    <a:gd name="connsiteX125" fmla="*/ 4755381 w 6858001"/>
                    <a:gd name="connsiteY125" fmla="*/ 768605 h 874716"/>
                    <a:gd name="connsiteX126" fmla="*/ 4681083 w 6858001"/>
                    <a:gd name="connsiteY126" fmla="*/ 765747 h 874716"/>
                    <a:gd name="connsiteX127" fmla="*/ 4609452 w 6858001"/>
                    <a:gd name="connsiteY127" fmla="*/ 767271 h 874716"/>
                    <a:gd name="connsiteX128" fmla="*/ 4558207 w 6858001"/>
                    <a:gd name="connsiteY128" fmla="*/ 773557 h 874716"/>
                    <a:gd name="connsiteX129" fmla="*/ 4502579 w 6858001"/>
                    <a:gd name="connsiteY129" fmla="*/ 777367 h 874716"/>
                    <a:gd name="connsiteX130" fmla="*/ 4349222 w 6858001"/>
                    <a:gd name="connsiteY130" fmla="*/ 800038 h 874716"/>
                    <a:gd name="connsiteX131" fmla="*/ 4320837 w 6858001"/>
                    <a:gd name="connsiteY131" fmla="*/ 794514 h 874716"/>
                    <a:gd name="connsiteX132" fmla="*/ 4159667 w 6858001"/>
                    <a:gd name="connsiteY132" fmla="*/ 789370 h 874716"/>
                    <a:gd name="connsiteX133" fmla="*/ 4124614 w 6858001"/>
                    <a:gd name="connsiteY133" fmla="*/ 789752 h 874716"/>
                    <a:gd name="connsiteX134" fmla="*/ 4030503 w 6858001"/>
                    <a:gd name="connsiteY134" fmla="*/ 767271 h 874716"/>
                    <a:gd name="connsiteX135" fmla="*/ 3885338 w 6858001"/>
                    <a:gd name="connsiteY135" fmla="*/ 802896 h 874716"/>
                    <a:gd name="connsiteX136" fmla="*/ 3749506 w 6858001"/>
                    <a:gd name="connsiteY136" fmla="*/ 847473 h 874716"/>
                    <a:gd name="connsiteX137" fmla="*/ 3732361 w 6858001"/>
                    <a:gd name="connsiteY137" fmla="*/ 853190 h 874716"/>
                    <a:gd name="connsiteX138" fmla="*/ 3683591 w 6858001"/>
                    <a:gd name="connsiteY138" fmla="*/ 862906 h 874716"/>
                    <a:gd name="connsiteX139" fmla="*/ 3623201 w 6858001"/>
                    <a:gd name="connsiteY139" fmla="*/ 866334 h 874716"/>
                    <a:gd name="connsiteX140" fmla="*/ 3546617 w 6858001"/>
                    <a:gd name="connsiteY140" fmla="*/ 874716 h 874716"/>
                    <a:gd name="connsiteX141" fmla="*/ 3485275 w 6858001"/>
                    <a:gd name="connsiteY141" fmla="*/ 864238 h 874716"/>
                    <a:gd name="connsiteX142" fmla="*/ 3399546 w 6858001"/>
                    <a:gd name="connsiteY142" fmla="*/ 848618 h 874716"/>
                    <a:gd name="connsiteX143" fmla="*/ 3318771 w 6858001"/>
                    <a:gd name="connsiteY143" fmla="*/ 833757 h 874716"/>
                    <a:gd name="connsiteX144" fmla="*/ 3293244 w 6858001"/>
                    <a:gd name="connsiteY144" fmla="*/ 851284 h 874716"/>
                    <a:gd name="connsiteX145" fmla="*/ 3253809 w 6858001"/>
                    <a:gd name="connsiteY145" fmla="*/ 866524 h 874716"/>
                    <a:gd name="connsiteX146" fmla="*/ 3209993 w 6858001"/>
                    <a:gd name="connsiteY146" fmla="*/ 848235 h 874716"/>
                    <a:gd name="connsiteX147" fmla="*/ 3107500 w 6858001"/>
                    <a:gd name="connsiteY147" fmla="*/ 810326 h 874716"/>
                    <a:gd name="connsiteX148" fmla="*/ 3042728 w 6858001"/>
                    <a:gd name="connsiteY148" fmla="*/ 808610 h 874716"/>
                    <a:gd name="connsiteX149" fmla="*/ 2901943 w 6858001"/>
                    <a:gd name="connsiteY149" fmla="*/ 792418 h 874716"/>
                    <a:gd name="connsiteX150" fmla="*/ 2809930 w 6858001"/>
                    <a:gd name="connsiteY150" fmla="*/ 769367 h 874716"/>
                    <a:gd name="connsiteX151" fmla="*/ 2743826 w 6858001"/>
                    <a:gd name="connsiteY151" fmla="*/ 743268 h 874716"/>
                    <a:gd name="connsiteX152" fmla="*/ 2649143 w 6858001"/>
                    <a:gd name="connsiteY152" fmla="*/ 709167 h 874716"/>
                    <a:gd name="connsiteX153" fmla="*/ 2554079 w 6858001"/>
                    <a:gd name="connsiteY153" fmla="*/ 691450 h 874716"/>
                    <a:gd name="connsiteX154" fmla="*/ 2485307 w 6858001"/>
                    <a:gd name="connsiteY154" fmla="*/ 669160 h 874716"/>
                    <a:gd name="connsiteX155" fmla="*/ 2401292 w 6858001"/>
                    <a:gd name="connsiteY155" fmla="*/ 653919 h 874716"/>
                    <a:gd name="connsiteX156" fmla="*/ 2330806 w 6858001"/>
                    <a:gd name="connsiteY156" fmla="*/ 653349 h 874716"/>
                    <a:gd name="connsiteX157" fmla="*/ 2220312 w 6858001"/>
                    <a:gd name="connsiteY157" fmla="*/ 656015 h 874716"/>
                    <a:gd name="connsiteX158" fmla="*/ 2085054 w 6858001"/>
                    <a:gd name="connsiteY158" fmla="*/ 609914 h 874716"/>
                    <a:gd name="connsiteX159" fmla="*/ 2030378 w 6858001"/>
                    <a:gd name="connsiteY159" fmla="*/ 599625 h 874716"/>
                    <a:gd name="connsiteX160" fmla="*/ 1978940 w 6858001"/>
                    <a:gd name="connsiteY160" fmla="*/ 594863 h 874716"/>
                    <a:gd name="connsiteX161" fmla="*/ 1869780 w 6858001"/>
                    <a:gd name="connsiteY161" fmla="*/ 564192 h 874716"/>
                    <a:gd name="connsiteX162" fmla="*/ 1825393 w 6858001"/>
                    <a:gd name="connsiteY162" fmla="*/ 554094 h 874716"/>
                    <a:gd name="connsiteX163" fmla="*/ 1763287 w 6858001"/>
                    <a:gd name="connsiteY163" fmla="*/ 554286 h 874716"/>
                    <a:gd name="connsiteX164" fmla="*/ 1650317 w 6858001"/>
                    <a:gd name="connsiteY164" fmla="*/ 540187 h 874716"/>
                    <a:gd name="connsiteX165" fmla="*/ 1537537 w 6858001"/>
                    <a:gd name="connsiteY165" fmla="*/ 499038 h 874716"/>
                    <a:gd name="connsiteX166" fmla="*/ 1489720 w 6858001"/>
                    <a:gd name="connsiteY166" fmla="*/ 503038 h 874716"/>
                    <a:gd name="connsiteX167" fmla="*/ 1472575 w 6858001"/>
                    <a:gd name="connsiteY167" fmla="*/ 502086 h 874716"/>
                    <a:gd name="connsiteX168" fmla="*/ 1318456 w 6858001"/>
                    <a:gd name="connsiteY168" fmla="*/ 479415 h 874716"/>
                    <a:gd name="connsiteX169" fmla="*/ 1303024 w 6858001"/>
                    <a:gd name="connsiteY169" fmla="*/ 476939 h 874716"/>
                    <a:gd name="connsiteX170" fmla="*/ 1230633 w 6858001"/>
                    <a:gd name="connsiteY170" fmla="*/ 456746 h 874716"/>
                    <a:gd name="connsiteX171" fmla="*/ 1048125 w 6858001"/>
                    <a:gd name="connsiteY171" fmla="*/ 444172 h 874716"/>
                    <a:gd name="connsiteX172" fmla="*/ 1036887 w 6858001"/>
                    <a:gd name="connsiteY172" fmla="*/ 442648 h 874716"/>
                    <a:gd name="connsiteX173" fmla="*/ 975733 w 6858001"/>
                    <a:gd name="connsiteY173" fmla="*/ 452744 h 874716"/>
                    <a:gd name="connsiteX174" fmla="*/ 945444 w 6858001"/>
                    <a:gd name="connsiteY174" fmla="*/ 467033 h 874716"/>
                    <a:gd name="connsiteX175" fmla="*/ 898198 w 6858001"/>
                    <a:gd name="connsiteY175" fmla="*/ 481893 h 874716"/>
                    <a:gd name="connsiteX176" fmla="*/ 850189 w 6858001"/>
                    <a:gd name="connsiteY176" fmla="*/ 487417 h 874716"/>
                    <a:gd name="connsiteX177" fmla="*/ 769605 w 6858001"/>
                    <a:gd name="connsiteY177" fmla="*/ 464937 h 874716"/>
                    <a:gd name="connsiteX178" fmla="*/ 740268 w 6858001"/>
                    <a:gd name="connsiteY178" fmla="*/ 462651 h 874716"/>
                    <a:gd name="connsiteX179" fmla="*/ 674923 w 6858001"/>
                    <a:gd name="connsiteY179" fmla="*/ 451792 h 874716"/>
                    <a:gd name="connsiteX180" fmla="*/ 617772 w 6858001"/>
                    <a:gd name="connsiteY180" fmla="*/ 452554 h 874716"/>
                    <a:gd name="connsiteX181" fmla="*/ 571860 w 6858001"/>
                    <a:gd name="connsiteY181" fmla="*/ 469891 h 874716"/>
                    <a:gd name="connsiteX182" fmla="*/ 505182 w 6858001"/>
                    <a:gd name="connsiteY182" fmla="*/ 473319 h 874716"/>
                    <a:gd name="connsiteX183" fmla="*/ 462126 w 6858001"/>
                    <a:gd name="connsiteY183" fmla="*/ 460747 h 874716"/>
                    <a:gd name="connsiteX184" fmla="*/ 453364 w 6858001"/>
                    <a:gd name="connsiteY184" fmla="*/ 459033 h 874716"/>
                    <a:gd name="connsiteX185" fmla="*/ 340774 w 6858001"/>
                    <a:gd name="connsiteY185" fmla="*/ 458268 h 874716"/>
                    <a:gd name="connsiteX186" fmla="*/ 200182 w 6858001"/>
                    <a:gd name="connsiteY186" fmla="*/ 496180 h 874716"/>
                    <a:gd name="connsiteX187" fmla="*/ 176939 w 6858001"/>
                    <a:gd name="connsiteY187" fmla="*/ 504182 h 874716"/>
                    <a:gd name="connsiteX188" fmla="*/ 63587 w 6858001"/>
                    <a:gd name="connsiteY188" fmla="*/ 518088 h 874716"/>
                    <a:gd name="connsiteX189" fmla="*/ 2817 w 6858001"/>
                    <a:gd name="connsiteY189" fmla="*/ 532187 h 874716"/>
                    <a:gd name="connsiteX190" fmla="*/ 0 w 6858001"/>
                    <a:gd name="connsiteY190" fmla="*/ 533314 h 87471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</a:cxnLst>
                  <a:rect l="l" t="t" r="r" b="b"/>
                  <a:pathLst>
                    <a:path w="6858001" h="874716">
                      <a:moveTo>
                        <a:pt x="0" y="533314"/>
                      </a:moveTo>
                      <a:lnTo>
                        <a:pt x="0" y="69206"/>
                      </a:lnTo>
                      <a:lnTo>
                        <a:pt x="21486" y="71924"/>
                      </a:lnTo>
                      <a:cubicBezTo>
                        <a:pt x="92546" y="60493"/>
                        <a:pt x="159604" y="87354"/>
                        <a:pt x="228948" y="88116"/>
                      </a:cubicBezTo>
                      <a:cubicBezTo>
                        <a:pt x="260382" y="88496"/>
                        <a:pt x="291435" y="94592"/>
                        <a:pt x="313533" y="62779"/>
                      </a:cubicBezTo>
                      <a:cubicBezTo>
                        <a:pt x="316389" y="58587"/>
                        <a:pt x="330298" y="60873"/>
                        <a:pt x="338870" y="62207"/>
                      </a:cubicBezTo>
                      <a:cubicBezTo>
                        <a:pt x="357921" y="65066"/>
                        <a:pt x="376781" y="72304"/>
                        <a:pt x="395640" y="72114"/>
                      </a:cubicBezTo>
                      <a:cubicBezTo>
                        <a:pt x="434695" y="71924"/>
                        <a:pt x="473939" y="68876"/>
                        <a:pt x="512802" y="65446"/>
                      </a:cubicBezTo>
                      <a:cubicBezTo>
                        <a:pt x="527470" y="64112"/>
                        <a:pt x="541569" y="58969"/>
                        <a:pt x="556047" y="55349"/>
                      </a:cubicBezTo>
                      <a:cubicBezTo>
                        <a:pt x="564048" y="53253"/>
                        <a:pt x="572622" y="47729"/>
                        <a:pt x="580050" y="48871"/>
                      </a:cubicBezTo>
                      <a:cubicBezTo>
                        <a:pt x="623106" y="55539"/>
                        <a:pt x="662541" y="39157"/>
                        <a:pt x="703308" y="30964"/>
                      </a:cubicBezTo>
                      <a:cubicBezTo>
                        <a:pt x="722169" y="27154"/>
                        <a:pt x="739886" y="18010"/>
                        <a:pt x="758174" y="11724"/>
                      </a:cubicBezTo>
                      <a:cubicBezTo>
                        <a:pt x="762936" y="10008"/>
                        <a:pt x="768271" y="8484"/>
                        <a:pt x="773035" y="8866"/>
                      </a:cubicBezTo>
                      <a:cubicBezTo>
                        <a:pt x="800276" y="11152"/>
                        <a:pt x="827329" y="14390"/>
                        <a:pt x="854379" y="16866"/>
                      </a:cubicBezTo>
                      <a:cubicBezTo>
                        <a:pt x="878956" y="19152"/>
                        <a:pt x="903722" y="19914"/>
                        <a:pt x="915343" y="47919"/>
                      </a:cubicBezTo>
                      <a:cubicBezTo>
                        <a:pt x="917059" y="52301"/>
                        <a:pt x="922773" y="55539"/>
                        <a:pt x="927155" y="58397"/>
                      </a:cubicBezTo>
                      <a:cubicBezTo>
                        <a:pt x="994785" y="102405"/>
                        <a:pt x="1030980" y="101261"/>
                        <a:pt x="1097087" y="54777"/>
                      </a:cubicBezTo>
                      <a:cubicBezTo>
                        <a:pt x="1103945" y="50015"/>
                        <a:pt x="1118613" y="46585"/>
                        <a:pt x="1123185" y="50395"/>
                      </a:cubicBezTo>
                      <a:cubicBezTo>
                        <a:pt x="1162049" y="82020"/>
                        <a:pt x="1204532" y="78590"/>
                        <a:pt x="1249302" y="68684"/>
                      </a:cubicBezTo>
                      <a:cubicBezTo>
                        <a:pt x="1260922" y="66018"/>
                        <a:pt x="1277307" y="66018"/>
                        <a:pt x="1286069" y="72304"/>
                      </a:cubicBezTo>
                      <a:cubicBezTo>
                        <a:pt x="1327790" y="101451"/>
                        <a:pt x="1372560" y="97261"/>
                        <a:pt x="1417899" y="88688"/>
                      </a:cubicBezTo>
                      <a:cubicBezTo>
                        <a:pt x="1424948" y="87354"/>
                        <a:pt x="1433522" y="80114"/>
                        <a:pt x="1436568" y="73448"/>
                      </a:cubicBezTo>
                      <a:cubicBezTo>
                        <a:pt x="1447428" y="49825"/>
                        <a:pt x="1467813" y="41823"/>
                        <a:pt x="1490292" y="35154"/>
                      </a:cubicBezTo>
                      <a:cubicBezTo>
                        <a:pt x="1525727" y="24296"/>
                        <a:pt x="1560588" y="11532"/>
                        <a:pt x="1596213" y="1245"/>
                      </a:cubicBezTo>
                      <a:cubicBezTo>
                        <a:pt x="1604978" y="-1231"/>
                        <a:pt x="1615836" y="293"/>
                        <a:pt x="1624980" y="3150"/>
                      </a:cubicBezTo>
                      <a:cubicBezTo>
                        <a:pt x="1656223" y="12866"/>
                        <a:pt x="1676036" y="37251"/>
                        <a:pt x="1697753" y="59731"/>
                      </a:cubicBezTo>
                      <a:cubicBezTo>
                        <a:pt x="1707279" y="69638"/>
                        <a:pt x="1720423" y="76686"/>
                        <a:pt x="1733188" y="82400"/>
                      </a:cubicBezTo>
                      <a:cubicBezTo>
                        <a:pt x="1766335" y="97071"/>
                        <a:pt x="1800246" y="110215"/>
                        <a:pt x="1833775" y="124121"/>
                      </a:cubicBezTo>
                      <a:cubicBezTo>
                        <a:pt x="1837013" y="125455"/>
                        <a:pt x="1839679" y="128884"/>
                        <a:pt x="1842158" y="131742"/>
                      </a:cubicBezTo>
                      <a:cubicBezTo>
                        <a:pt x="1866922" y="161843"/>
                        <a:pt x="1891497" y="192132"/>
                        <a:pt x="1916454" y="222233"/>
                      </a:cubicBezTo>
                      <a:cubicBezTo>
                        <a:pt x="1921216" y="227947"/>
                        <a:pt x="1928076" y="232139"/>
                        <a:pt x="1933219" y="237663"/>
                      </a:cubicBezTo>
                      <a:cubicBezTo>
                        <a:pt x="1940459" y="245283"/>
                        <a:pt x="1949603" y="252524"/>
                        <a:pt x="1953413" y="261668"/>
                      </a:cubicBezTo>
                      <a:cubicBezTo>
                        <a:pt x="1965224" y="290433"/>
                        <a:pt x="1987894" y="302817"/>
                        <a:pt x="2016469" y="308151"/>
                      </a:cubicBezTo>
                      <a:cubicBezTo>
                        <a:pt x="2042570" y="313104"/>
                        <a:pt x="2068669" y="317296"/>
                        <a:pt x="2094578" y="323010"/>
                      </a:cubicBezTo>
                      <a:cubicBezTo>
                        <a:pt x="2126201" y="329868"/>
                        <a:pt x="2157636" y="337298"/>
                        <a:pt x="2188879" y="345681"/>
                      </a:cubicBezTo>
                      <a:cubicBezTo>
                        <a:pt x="2202404" y="349301"/>
                        <a:pt x="2216692" y="353491"/>
                        <a:pt x="2228314" y="360921"/>
                      </a:cubicBezTo>
                      <a:cubicBezTo>
                        <a:pt x="2260890" y="381496"/>
                        <a:pt x="2295753" y="395402"/>
                        <a:pt x="2334044" y="389878"/>
                      </a:cubicBezTo>
                      <a:cubicBezTo>
                        <a:pt x="2364715" y="385496"/>
                        <a:pt x="2390434" y="396736"/>
                        <a:pt x="2409485" y="414263"/>
                      </a:cubicBezTo>
                      <a:cubicBezTo>
                        <a:pt x="2444158" y="446078"/>
                        <a:pt x="2481305" y="438838"/>
                        <a:pt x="2518264" y="428552"/>
                      </a:cubicBezTo>
                      <a:cubicBezTo>
                        <a:pt x="2537315" y="423217"/>
                        <a:pt x="2552935" y="423979"/>
                        <a:pt x="2571034" y="429122"/>
                      </a:cubicBezTo>
                      <a:cubicBezTo>
                        <a:pt x="2612945" y="441124"/>
                        <a:pt x="2640950" y="473701"/>
                        <a:pt x="2668001" y="502276"/>
                      </a:cubicBezTo>
                      <a:cubicBezTo>
                        <a:pt x="2691054" y="526661"/>
                        <a:pt x="2716963" y="540377"/>
                        <a:pt x="2745348" y="550666"/>
                      </a:cubicBezTo>
                      <a:cubicBezTo>
                        <a:pt x="2781163" y="563810"/>
                        <a:pt x="2809548" y="558858"/>
                        <a:pt x="2826694" y="527233"/>
                      </a:cubicBezTo>
                      <a:cubicBezTo>
                        <a:pt x="2831457" y="518278"/>
                        <a:pt x="2839839" y="507800"/>
                        <a:pt x="2848793" y="505134"/>
                      </a:cubicBezTo>
                      <a:cubicBezTo>
                        <a:pt x="2892037" y="491800"/>
                        <a:pt x="2935854" y="472367"/>
                        <a:pt x="2982148" y="484179"/>
                      </a:cubicBezTo>
                      <a:cubicBezTo>
                        <a:pt x="3046158" y="500372"/>
                        <a:pt x="3108644" y="499420"/>
                        <a:pt x="3172654" y="483417"/>
                      </a:cubicBezTo>
                      <a:cubicBezTo>
                        <a:pt x="3276480" y="457508"/>
                        <a:pt x="3380305" y="430076"/>
                        <a:pt x="3489467" y="435790"/>
                      </a:cubicBezTo>
                      <a:cubicBezTo>
                        <a:pt x="3507563" y="436742"/>
                        <a:pt x="3529090" y="425121"/>
                        <a:pt x="3544713" y="413691"/>
                      </a:cubicBezTo>
                      <a:cubicBezTo>
                        <a:pt x="3574622" y="391974"/>
                        <a:pt x="3573288" y="390258"/>
                        <a:pt x="3606817" y="408167"/>
                      </a:cubicBezTo>
                      <a:cubicBezTo>
                        <a:pt x="3614819" y="412549"/>
                        <a:pt x="3624725" y="415215"/>
                        <a:pt x="3630632" y="421693"/>
                      </a:cubicBezTo>
                      <a:cubicBezTo>
                        <a:pt x="3660731" y="454650"/>
                        <a:pt x="3697880" y="446648"/>
                        <a:pt x="3734837" y="441886"/>
                      </a:cubicBezTo>
                      <a:cubicBezTo>
                        <a:pt x="3741315" y="440934"/>
                        <a:pt x="3749125" y="439600"/>
                        <a:pt x="3754652" y="442268"/>
                      </a:cubicBezTo>
                      <a:cubicBezTo>
                        <a:pt x="3779607" y="454268"/>
                        <a:pt x="3800753" y="450078"/>
                        <a:pt x="3822472" y="433694"/>
                      </a:cubicBezTo>
                      <a:cubicBezTo>
                        <a:pt x="3841331" y="419597"/>
                        <a:pt x="3863049" y="411215"/>
                        <a:pt x="3885338" y="428742"/>
                      </a:cubicBezTo>
                      <a:cubicBezTo>
                        <a:pt x="3934870" y="467605"/>
                        <a:pt x="3987829" y="469509"/>
                        <a:pt x="4043839" y="444934"/>
                      </a:cubicBezTo>
                      <a:cubicBezTo>
                        <a:pt x="4083845" y="427407"/>
                        <a:pt x="4123280" y="423407"/>
                        <a:pt x="4165383" y="441124"/>
                      </a:cubicBezTo>
                      <a:cubicBezTo>
                        <a:pt x="4181576" y="447982"/>
                        <a:pt x="4202531" y="443410"/>
                        <a:pt x="4221391" y="444934"/>
                      </a:cubicBezTo>
                      <a:cubicBezTo>
                        <a:pt x="4232060" y="445696"/>
                        <a:pt x="4243872" y="445886"/>
                        <a:pt x="4253014" y="450650"/>
                      </a:cubicBezTo>
                      <a:cubicBezTo>
                        <a:pt x="4277401" y="462843"/>
                        <a:pt x="4300070" y="478463"/>
                        <a:pt x="4324645" y="490466"/>
                      </a:cubicBezTo>
                      <a:cubicBezTo>
                        <a:pt x="4336457" y="496180"/>
                        <a:pt x="4350554" y="499228"/>
                        <a:pt x="4363890" y="499420"/>
                      </a:cubicBezTo>
                      <a:cubicBezTo>
                        <a:pt x="4403325" y="500372"/>
                        <a:pt x="4442761" y="500372"/>
                        <a:pt x="4482004" y="498658"/>
                      </a:cubicBezTo>
                      <a:cubicBezTo>
                        <a:pt x="4546776" y="495990"/>
                        <a:pt x="4612500" y="495418"/>
                        <a:pt x="4659174" y="438648"/>
                      </a:cubicBezTo>
                      <a:cubicBezTo>
                        <a:pt x="4662986" y="434076"/>
                        <a:pt x="4671176" y="431408"/>
                        <a:pt x="4677655" y="430646"/>
                      </a:cubicBezTo>
                      <a:cubicBezTo>
                        <a:pt x="4707564" y="427027"/>
                        <a:pt x="4738235" y="426645"/>
                        <a:pt x="4767764" y="420739"/>
                      </a:cubicBezTo>
                      <a:cubicBezTo>
                        <a:pt x="4791386" y="415977"/>
                        <a:pt x="4811009" y="417501"/>
                        <a:pt x="4828916" y="434266"/>
                      </a:cubicBezTo>
                      <a:cubicBezTo>
                        <a:pt x="4852348" y="456364"/>
                        <a:pt x="4880925" y="469319"/>
                        <a:pt x="4912168" y="462271"/>
                      </a:cubicBezTo>
                      <a:cubicBezTo>
                        <a:pt x="4943409" y="455412"/>
                        <a:pt x="4963984" y="470271"/>
                        <a:pt x="4987037" y="485703"/>
                      </a:cubicBezTo>
                      <a:cubicBezTo>
                        <a:pt x="5003801" y="496942"/>
                        <a:pt x="5022852" y="511040"/>
                        <a:pt x="5041521" y="512182"/>
                      </a:cubicBezTo>
                      <a:cubicBezTo>
                        <a:pt x="5083814" y="514658"/>
                        <a:pt x="5120201" y="553904"/>
                        <a:pt x="5166113" y="531615"/>
                      </a:cubicBezTo>
                      <a:cubicBezTo>
                        <a:pt x="5169161" y="530091"/>
                        <a:pt x="5174685" y="533901"/>
                        <a:pt x="5179067" y="534853"/>
                      </a:cubicBezTo>
                      <a:cubicBezTo>
                        <a:pt x="5214121" y="542093"/>
                        <a:pt x="5247078" y="535043"/>
                        <a:pt x="5272796" y="511230"/>
                      </a:cubicBezTo>
                      <a:cubicBezTo>
                        <a:pt x="5306516" y="480177"/>
                        <a:pt x="5343855" y="477129"/>
                        <a:pt x="5385384" y="487227"/>
                      </a:cubicBezTo>
                      <a:cubicBezTo>
                        <a:pt x="5398721" y="490466"/>
                        <a:pt x="5412057" y="492752"/>
                        <a:pt x="5425582" y="495418"/>
                      </a:cubicBezTo>
                      <a:cubicBezTo>
                        <a:pt x="5443870" y="499228"/>
                        <a:pt x="5462351" y="503230"/>
                        <a:pt x="5480637" y="507040"/>
                      </a:cubicBezTo>
                      <a:cubicBezTo>
                        <a:pt x="5498356" y="510850"/>
                        <a:pt x="5517979" y="517326"/>
                        <a:pt x="5531693" y="500944"/>
                      </a:cubicBezTo>
                      <a:cubicBezTo>
                        <a:pt x="5543506" y="486845"/>
                        <a:pt x="5551888" y="488179"/>
                        <a:pt x="5562746" y="500372"/>
                      </a:cubicBezTo>
                      <a:cubicBezTo>
                        <a:pt x="5600467" y="543045"/>
                        <a:pt x="5646189" y="569716"/>
                        <a:pt x="5704483" y="571620"/>
                      </a:cubicBezTo>
                      <a:cubicBezTo>
                        <a:pt x="5716485" y="572002"/>
                        <a:pt x="5728678" y="574668"/>
                        <a:pt x="5740488" y="577526"/>
                      </a:cubicBezTo>
                      <a:cubicBezTo>
                        <a:pt x="5747728" y="579241"/>
                        <a:pt x="5756493" y="581147"/>
                        <a:pt x="5760873" y="586291"/>
                      </a:cubicBezTo>
                      <a:cubicBezTo>
                        <a:pt x="5794974" y="625534"/>
                        <a:pt x="5837457" y="652777"/>
                        <a:pt x="5883751" y="674686"/>
                      </a:cubicBezTo>
                      <a:cubicBezTo>
                        <a:pt x="5900323" y="682496"/>
                        <a:pt x="5918042" y="690306"/>
                        <a:pt x="5935949" y="692592"/>
                      </a:cubicBezTo>
                      <a:cubicBezTo>
                        <a:pt x="5954617" y="694878"/>
                        <a:pt x="5974240" y="691068"/>
                        <a:pt x="5993291" y="688972"/>
                      </a:cubicBezTo>
                      <a:cubicBezTo>
                        <a:pt x="6004531" y="687830"/>
                        <a:pt x="6017485" y="688020"/>
                        <a:pt x="6026440" y="682496"/>
                      </a:cubicBezTo>
                      <a:cubicBezTo>
                        <a:pt x="6054825" y="665159"/>
                        <a:pt x="6082258" y="646491"/>
                        <a:pt x="6108738" y="626296"/>
                      </a:cubicBezTo>
                      <a:cubicBezTo>
                        <a:pt x="6131409" y="608960"/>
                        <a:pt x="6135981" y="606483"/>
                        <a:pt x="6155602" y="628202"/>
                      </a:cubicBezTo>
                      <a:cubicBezTo>
                        <a:pt x="6175797" y="650491"/>
                        <a:pt x="6200944" y="662111"/>
                        <a:pt x="6228756" y="666873"/>
                      </a:cubicBezTo>
                      <a:cubicBezTo>
                        <a:pt x="6272764" y="674304"/>
                        <a:pt x="6317151" y="680590"/>
                        <a:pt x="6361539" y="684210"/>
                      </a:cubicBezTo>
                      <a:cubicBezTo>
                        <a:pt x="6401736" y="687448"/>
                        <a:pt x="6420977" y="669922"/>
                        <a:pt x="6428979" y="630106"/>
                      </a:cubicBezTo>
                      <a:cubicBezTo>
                        <a:pt x="6433551" y="608007"/>
                        <a:pt x="6439458" y="584003"/>
                        <a:pt x="6463840" y="578098"/>
                      </a:cubicBezTo>
                      <a:cubicBezTo>
                        <a:pt x="6503658" y="568572"/>
                        <a:pt x="6544997" y="564382"/>
                        <a:pt x="6564620" y="517708"/>
                      </a:cubicBezTo>
                      <a:cubicBezTo>
                        <a:pt x="6575478" y="527995"/>
                        <a:pt x="6582146" y="534091"/>
                        <a:pt x="6588625" y="540187"/>
                      </a:cubicBezTo>
                      <a:cubicBezTo>
                        <a:pt x="6606531" y="557142"/>
                        <a:pt x="6643678" y="564382"/>
                        <a:pt x="6662541" y="549714"/>
                      </a:cubicBezTo>
                      <a:cubicBezTo>
                        <a:pt x="6690354" y="528377"/>
                        <a:pt x="6715883" y="532377"/>
                        <a:pt x="6742552" y="548952"/>
                      </a:cubicBezTo>
                      <a:cubicBezTo>
                        <a:pt x="6764841" y="562668"/>
                        <a:pt x="6788417" y="567954"/>
                        <a:pt x="6812063" y="568430"/>
                      </a:cubicBezTo>
                      <a:lnTo>
                        <a:pt x="6858001" y="562267"/>
                      </a:lnTo>
                      <a:lnTo>
                        <a:pt x="6858001" y="734520"/>
                      </a:lnTo>
                      <a:lnTo>
                        <a:pt x="6815516" y="744220"/>
                      </a:lnTo>
                      <a:cubicBezTo>
                        <a:pt x="6793035" y="749744"/>
                        <a:pt x="6771319" y="759651"/>
                        <a:pt x="6748458" y="763271"/>
                      </a:cubicBezTo>
                      <a:cubicBezTo>
                        <a:pt x="6694164" y="771843"/>
                        <a:pt x="6639488" y="777939"/>
                        <a:pt x="6584812" y="784797"/>
                      </a:cubicBezTo>
                      <a:cubicBezTo>
                        <a:pt x="6528424" y="791846"/>
                        <a:pt x="6472225" y="799276"/>
                        <a:pt x="6415833" y="805562"/>
                      </a:cubicBezTo>
                      <a:cubicBezTo>
                        <a:pt x="6384972" y="808802"/>
                        <a:pt x="6353919" y="809372"/>
                        <a:pt x="6323058" y="812420"/>
                      </a:cubicBezTo>
                      <a:cubicBezTo>
                        <a:pt x="6296005" y="815088"/>
                        <a:pt x="6269144" y="820041"/>
                        <a:pt x="6242093" y="823281"/>
                      </a:cubicBezTo>
                      <a:cubicBezTo>
                        <a:pt x="6218660" y="825947"/>
                        <a:pt x="6195037" y="827471"/>
                        <a:pt x="6171605" y="830139"/>
                      </a:cubicBezTo>
                      <a:cubicBezTo>
                        <a:pt x="6134075" y="834519"/>
                        <a:pt x="6096736" y="839473"/>
                        <a:pt x="6059397" y="844045"/>
                      </a:cubicBezTo>
                      <a:cubicBezTo>
                        <a:pt x="6043776" y="845759"/>
                        <a:pt x="6027392" y="850522"/>
                        <a:pt x="6012723" y="847665"/>
                      </a:cubicBezTo>
                      <a:cubicBezTo>
                        <a:pt x="5975764" y="840425"/>
                        <a:pt x="5939377" y="842521"/>
                        <a:pt x="5902610" y="847473"/>
                      </a:cubicBezTo>
                      <a:cubicBezTo>
                        <a:pt x="5890037" y="849190"/>
                        <a:pt x="5876511" y="848808"/>
                        <a:pt x="5864318" y="845569"/>
                      </a:cubicBezTo>
                      <a:cubicBezTo>
                        <a:pt x="5839361" y="839091"/>
                        <a:pt x="5815169" y="829947"/>
                        <a:pt x="5790592" y="821947"/>
                      </a:cubicBezTo>
                      <a:cubicBezTo>
                        <a:pt x="5787924" y="820995"/>
                        <a:pt x="5784686" y="820803"/>
                        <a:pt x="5781830" y="820233"/>
                      </a:cubicBezTo>
                      <a:cubicBezTo>
                        <a:pt x="5765635" y="816992"/>
                        <a:pt x="5749634" y="813754"/>
                        <a:pt x="5733440" y="810896"/>
                      </a:cubicBezTo>
                      <a:cubicBezTo>
                        <a:pt x="5724678" y="809372"/>
                        <a:pt x="5715723" y="809182"/>
                        <a:pt x="5706959" y="807848"/>
                      </a:cubicBezTo>
                      <a:cubicBezTo>
                        <a:pt x="5673050" y="802514"/>
                        <a:pt x="5635711" y="811468"/>
                        <a:pt x="5606372" y="788417"/>
                      </a:cubicBezTo>
                      <a:cubicBezTo>
                        <a:pt x="5587321" y="773557"/>
                        <a:pt x="5568842" y="776987"/>
                        <a:pt x="5548460" y="779273"/>
                      </a:cubicBezTo>
                      <a:cubicBezTo>
                        <a:pt x="5533027" y="780987"/>
                        <a:pt x="5517215" y="780415"/>
                        <a:pt x="5501594" y="780607"/>
                      </a:cubicBezTo>
                      <a:cubicBezTo>
                        <a:pt x="5474161" y="781177"/>
                        <a:pt x="5446728" y="781369"/>
                        <a:pt x="5419295" y="782321"/>
                      </a:cubicBezTo>
                      <a:cubicBezTo>
                        <a:pt x="5410531" y="782701"/>
                        <a:pt x="5401579" y="787465"/>
                        <a:pt x="5393005" y="786703"/>
                      </a:cubicBezTo>
                      <a:cubicBezTo>
                        <a:pt x="5353379" y="783083"/>
                        <a:pt x="5313754" y="777367"/>
                        <a:pt x="5274129" y="774129"/>
                      </a:cubicBezTo>
                      <a:cubicBezTo>
                        <a:pt x="5251650" y="772225"/>
                        <a:pt x="5228597" y="775843"/>
                        <a:pt x="5206308" y="773177"/>
                      </a:cubicBezTo>
                      <a:cubicBezTo>
                        <a:pt x="5180591" y="770129"/>
                        <a:pt x="5155445" y="762319"/>
                        <a:pt x="5129916" y="757554"/>
                      </a:cubicBezTo>
                      <a:cubicBezTo>
                        <a:pt x="5122867" y="756222"/>
                        <a:pt x="5115057" y="757936"/>
                        <a:pt x="5107627" y="758316"/>
                      </a:cubicBezTo>
                      <a:cubicBezTo>
                        <a:pt x="5099245" y="758699"/>
                        <a:pt x="5091052" y="759461"/>
                        <a:pt x="5082670" y="759651"/>
                      </a:cubicBezTo>
                      <a:cubicBezTo>
                        <a:pt x="5057141" y="760033"/>
                        <a:pt x="5031614" y="759461"/>
                        <a:pt x="5006086" y="760795"/>
                      </a:cubicBezTo>
                      <a:cubicBezTo>
                        <a:pt x="4990465" y="761557"/>
                        <a:pt x="4974082" y="769367"/>
                        <a:pt x="4959602" y="766509"/>
                      </a:cubicBezTo>
                      <a:cubicBezTo>
                        <a:pt x="4930075" y="760985"/>
                        <a:pt x="4900546" y="773367"/>
                        <a:pt x="4871019" y="763081"/>
                      </a:cubicBezTo>
                      <a:cubicBezTo>
                        <a:pt x="4861873" y="760033"/>
                        <a:pt x="4849300" y="767653"/>
                        <a:pt x="4838250" y="768033"/>
                      </a:cubicBezTo>
                      <a:cubicBezTo>
                        <a:pt x="4810627" y="768985"/>
                        <a:pt x="4783004" y="768795"/>
                        <a:pt x="4755381" y="768605"/>
                      </a:cubicBezTo>
                      <a:cubicBezTo>
                        <a:pt x="4730614" y="768415"/>
                        <a:pt x="4704895" y="771081"/>
                        <a:pt x="4681083" y="765747"/>
                      </a:cubicBezTo>
                      <a:cubicBezTo>
                        <a:pt x="4656126" y="760033"/>
                        <a:pt x="4633647" y="760795"/>
                        <a:pt x="4609452" y="767271"/>
                      </a:cubicBezTo>
                      <a:cubicBezTo>
                        <a:pt x="4592878" y="771653"/>
                        <a:pt x="4575351" y="772225"/>
                        <a:pt x="4558207" y="773557"/>
                      </a:cubicBezTo>
                      <a:cubicBezTo>
                        <a:pt x="4539728" y="775081"/>
                        <a:pt x="4519343" y="771081"/>
                        <a:pt x="4502579" y="777367"/>
                      </a:cubicBezTo>
                      <a:cubicBezTo>
                        <a:pt x="4452665" y="796038"/>
                        <a:pt x="4401419" y="800038"/>
                        <a:pt x="4349222" y="800038"/>
                      </a:cubicBezTo>
                      <a:cubicBezTo>
                        <a:pt x="4339695" y="800038"/>
                        <a:pt x="4329979" y="797372"/>
                        <a:pt x="4320837" y="794514"/>
                      </a:cubicBezTo>
                      <a:cubicBezTo>
                        <a:pt x="4267493" y="777367"/>
                        <a:pt x="4213961" y="778891"/>
                        <a:pt x="4159667" y="789370"/>
                      </a:cubicBezTo>
                      <a:cubicBezTo>
                        <a:pt x="4148427" y="791656"/>
                        <a:pt x="4135854" y="792038"/>
                        <a:pt x="4124614" y="789752"/>
                      </a:cubicBezTo>
                      <a:cubicBezTo>
                        <a:pt x="4092989" y="783083"/>
                        <a:pt x="4062318" y="772033"/>
                        <a:pt x="4030503" y="767271"/>
                      </a:cubicBezTo>
                      <a:cubicBezTo>
                        <a:pt x="3977925" y="759461"/>
                        <a:pt x="3932394" y="785749"/>
                        <a:pt x="3885338" y="802896"/>
                      </a:cubicBezTo>
                      <a:cubicBezTo>
                        <a:pt x="3840569" y="819089"/>
                        <a:pt x="3802467" y="855666"/>
                        <a:pt x="3749506" y="847473"/>
                      </a:cubicBezTo>
                      <a:cubicBezTo>
                        <a:pt x="3744173" y="846711"/>
                        <a:pt x="3738267" y="851856"/>
                        <a:pt x="3732361" y="853190"/>
                      </a:cubicBezTo>
                      <a:cubicBezTo>
                        <a:pt x="3716168" y="856810"/>
                        <a:pt x="3699976" y="861190"/>
                        <a:pt x="3683591" y="862906"/>
                      </a:cubicBezTo>
                      <a:cubicBezTo>
                        <a:pt x="3663589" y="865192"/>
                        <a:pt x="3643204" y="864430"/>
                        <a:pt x="3623201" y="866334"/>
                      </a:cubicBezTo>
                      <a:cubicBezTo>
                        <a:pt x="3597482" y="868620"/>
                        <a:pt x="3572146" y="874716"/>
                        <a:pt x="3546617" y="874716"/>
                      </a:cubicBezTo>
                      <a:cubicBezTo>
                        <a:pt x="3526042" y="874716"/>
                        <a:pt x="3505657" y="867668"/>
                        <a:pt x="3485275" y="864238"/>
                      </a:cubicBezTo>
                      <a:cubicBezTo>
                        <a:pt x="3456508" y="859476"/>
                        <a:pt x="3424883" y="860810"/>
                        <a:pt x="3399546" y="848618"/>
                      </a:cubicBezTo>
                      <a:cubicBezTo>
                        <a:pt x="3372495" y="835663"/>
                        <a:pt x="3346776" y="829757"/>
                        <a:pt x="3318771" y="833757"/>
                      </a:cubicBezTo>
                      <a:cubicBezTo>
                        <a:pt x="3309437" y="835091"/>
                        <a:pt x="3297434" y="843093"/>
                        <a:pt x="3293244" y="851284"/>
                      </a:cubicBezTo>
                      <a:cubicBezTo>
                        <a:pt x="3283908" y="869572"/>
                        <a:pt x="3271145" y="872812"/>
                        <a:pt x="3253809" y="866524"/>
                      </a:cubicBezTo>
                      <a:cubicBezTo>
                        <a:pt x="3238758" y="861190"/>
                        <a:pt x="3220280" y="858524"/>
                        <a:pt x="3209993" y="848235"/>
                      </a:cubicBezTo>
                      <a:cubicBezTo>
                        <a:pt x="3180844" y="819089"/>
                        <a:pt x="3143695" y="818136"/>
                        <a:pt x="3107500" y="810326"/>
                      </a:cubicBezTo>
                      <a:cubicBezTo>
                        <a:pt x="3085403" y="805562"/>
                        <a:pt x="3064827" y="805372"/>
                        <a:pt x="3042728" y="808610"/>
                      </a:cubicBezTo>
                      <a:cubicBezTo>
                        <a:pt x="2994722" y="815850"/>
                        <a:pt x="2948047" y="805562"/>
                        <a:pt x="2901943" y="792418"/>
                      </a:cubicBezTo>
                      <a:cubicBezTo>
                        <a:pt x="2871462" y="783655"/>
                        <a:pt x="2840219" y="778321"/>
                        <a:pt x="2809930" y="769367"/>
                      </a:cubicBezTo>
                      <a:cubicBezTo>
                        <a:pt x="2787259" y="762509"/>
                        <a:pt x="2764590" y="754316"/>
                        <a:pt x="2743826" y="743268"/>
                      </a:cubicBezTo>
                      <a:cubicBezTo>
                        <a:pt x="2713723" y="727073"/>
                        <a:pt x="2687436" y="702689"/>
                        <a:pt x="2649143" y="709167"/>
                      </a:cubicBezTo>
                      <a:cubicBezTo>
                        <a:pt x="2615421" y="714881"/>
                        <a:pt x="2584942" y="702881"/>
                        <a:pt x="2554079" y="691450"/>
                      </a:cubicBezTo>
                      <a:cubicBezTo>
                        <a:pt x="2531409" y="683068"/>
                        <a:pt x="2508742" y="674494"/>
                        <a:pt x="2485307" y="669160"/>
                      </a:cubicBezTo>
                      <a:cubicBezTo>
                        <a:pt x="2457492" y="662873"/>
                        <a:pt x="2426059" y="665541"/>
                        <a:pt x="2401292" y="653919"/>
                      </a:cubicBezTo>
                      <a:cubicBezTo>
                        <a:pt x="2375383" y="641727"/>
                        <a:pt x="2353859" y="649919"/>
                        <a:pt x="2330806" y="653349"/>
                      </a:cubicBezTo>
                      <a:cubicBezTo>
                        <a:pt x="2294039" y="658683"/>
                        <a:pt x="2257459" y="668590"/>
                        <a:pt x="2220312" y="656015"/>
                      </a:cubicBezTo>
                      <a:cubicBezTo>
                        <a:pt x="2175163" y="640775"/>
                        <a:pt x="2130393" y="624392"/>
                        <a:pt x="2085054" y="609914"/>
                      </a:cubicBezTo>
                      <a:cubicBezTo>
                        <a:pt x="2067525" y="604387"/>
                        <a:pt x="2048668" y="602101"/>
                        <a:pt x="2030378" y="599625"/>
                      </a:cubicBezTo>
                      <a:cubicBezTo>
                        <a:pt x="2013043" y="597529"/>
                        <a:pt x="1992279" y="602863"/>
                        <a:pt x="1978940" y="594863"/>
                      </a:cubicBezTo>
                      <a:cubicBezTo>
                        <a:pt x="1944649" y="574288"/>
                        <a:pt x="1909408" y="564192"/>
                        <a:pt x="1869780" y="564192"/>
                      </a:cubicBezTo>
                      <a:cubicBezTo>
                        <a:pt x="1854920" y="564192"/>
                        <a:pt x="1840441" y="555618"/>
                        <a:pt x="1825393" y="554094"/>
                      </a:cubicBezTo>
                      <a:cubicBezTo>
                        <a:pt x="1804816" y="552190"/>
                        <a:pt x="1781194" y="547045"/>
                        <a:pt x="1763287" y="554286"/>
                      </a:cubicBezTo>
                      <a:cubicBezTo>
                        <a:pt x="1721185" y="571430"/>
                        <a:pt x="1687086" y="557142"/>
                        <a:pt x="1650317" y="540187"/>
                      </a:cubicBezTo>
                      <a:cubicBezTo>
                        <a:pt x="1614120" y="523423"/>
                        <a:pt x="1576019" y="510088"/>
                        <a:pt x="1537537" y="499038"/>
                      </a:cubicBezTo>
                      <a:cubicBezTo>
                        <a:pt x="1523059" y="495038"/>
                        <a:pt x="1505724" y="501706"/>
                        <a:pt x="1489720" y="503038"/>
                      </a:cubicBezTo>
                      <a:cubicBezTo>
                        <a:pt x="1484004" y="503420"/>
                        <a:pt x="1477717" y="503992"/>
                        <a:pt x="1472575" y="502086"/>
                      </a:cubicBezTo>
                      <a:cubicBezTo>
                        <a:pt x="1422854" y="483797"/>
                        <a:pt x="1372368" y="469891"/>
                        <a:pt x="1318456" y="479415"/>
                      </a:cubicBezTo>
                      <a:cubicBezTo>
                        <a:pt x="1313504" y="480369"/>
                        <a:pt x="1307978" y="478273"/>
                        <a:pt x="1303024" y="476939"/>
                      </a:cubicBezTo>
                      <a:cubicBezTo>
                        <a:pt x="1278829" y="470081"/>
                        <a:pt x="1255206" y="459223"/>
                        <a:pt x="1230633" y="456746"/>
                      </a:cubicBezTo>
                      <a:cubicBezTo>
                        <a:pt x="1170051" y="450650"/>
                        <a:pt x="1109091" y="448172"/>
                        <a:pt x="1048125" y="444172"/>
                      </a:cubicBezTo>
                      <a:cubicBezTo>
                        <a:pt x="1044315" y="443982"/>
                        <a:pt x="1040315" y="443982"/>
                        <a:pt x="1036887" y="442648"/>
                      </a:cubicBezTo>
                      <a:cubicBezTo>
                        <a:pt x="1014406" y="434456"/>
                        <a:pt x="994785" y="437124"/>
                        <a:pt x="975733" y="452744"/>
                      </a:cubicBezTo>
                      <a:cubicBezTo>
                        <a:pt x="967350" y="459603"/>
                        <a:pt x="955920" y="463223"/>
                        <a:pt x="945444" y="467033"/>
                      </a:cubicBezTo>
                      <a:cubicBezTo>
                        <a:pt x="930011" y="472749"/>
                        <a:pt x="914200" y="478273"/>
                        <a:pt x="898198" y="481893"/>
                      </a:cubicBezTo>
                      <a:cubicBezTo>
                        <a:pt x="882384" y="485321"/>
                        <a:pt x="865430" y="490084"/>
                        <a:pt x="850189" y="487417"/>
                      </a:cubicBezTo>
                      <a:cubicBezTo>
                        <a:pt x="822756" y="482655"/>
                        <a:pt x="796655" y="471987"/>
                        <a:pt x="769605" y="464937"/>
                      </a:cubicBezTo>
                      <a:cubicBezTo>
                        <a:pt x="760270" y="462461"/>
                        <a:pt x="749982" y="462843"/>
                        <a:pt x="740268" y="462651"/>
                      </a:cubicBezTo>
                      <a:cubicBezTo>
                        <a:pt x="717977" y="462081"/>
                        <a:pt x="695116" y="467605"/>
                        <a:pt x="674923" y="451792"/>
                      </a:cubicBezTo>
                      <a:cubicBezTo>
                        <a:pt x="656255" y="436934"/>
                        <a:pt x="637392" y="441314"/>
                        <a:pt x="617772" y="452554"/>
                      </a:cubicBezTo>
                      <a:cubicBezTo>
                        <a:pt x="603673" y="460557"/>
                        <a:pt x="587672" y="466843"/>
                        <a:pt x="571860" y="469891"/>
                      </a:cubicBezTo>
                      <a:cubicBezTo>
                        <a:pt x="550141" y="474081"/>
                        <a:pt x="528615" y="475797"/>
                        <a:pt x="505182" y="473319"/>
                      </a:cubicBezTo>
                      <a:cubicBezTo>
                        <a:pt x="488607" y="471605"/>
                        <a:pt x="475081" y="470843"/>
                        <a:pt x="462126" y="460747"/>
                      </a:cubicBezTo>
                      <a:cubicBezTo>
                        <a:pt x="460032" y="459223"/>
                        <a:pt x="456222" y="458841"/>
                        <a:pt x="453364" y="459033"/>
                      </a:cubicBezTo>
                      <a:cubicBezTo>
                        <a:pt x="415835" y="462271"/>
                        <a:pt x="378686" y="460557"/>
                        <a:pt x="340774" y="458268"/>
                      </a:cubicBezTo>
                      <a:cubicBezTo>
                        <a:pt x="292579" y="455222"/>
                        <a:pt x="241901" y="464175"/>
                        <a:pt x="200182" y="496180"/>
                      </a:cubicBezTo>
                      <a:cubicBezTo>
                        <a:pt x="194085" y="500944"/>
                        <a:pt x="184941" y="503038"/>
                        <a:pt x="176939" y="504182"/>
                      </a:cubicBezTo>
                      <a:cubicBezTo>
                        <a:pt x="139219" y="509134"/>
                        <a:pt x="101308" y="512564"/>
                        <a:pt x="63587" y="518088"/>
                      </a:cubicBezTo>
                      <a:cubicBezTo>
                        <a:pt x="43012" y="521137"/>
                        <a:pt x="21486" y="523805"/>
                        <a:pt x="2817" y="532187"/>
                      </a:cubicBezTo>
                      <a:lnTo>
                        <a:pt x="0" y="533314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</p:grpSp>
        </p:grpSp>
      </p:grpSp>
      <p:sp>
        <p:nvSpPr>
          <p:cNvPr id="2" name="Rubrik 1">
            <a:extLst>
              <a:ext uri="{FF2B5EF4-FFF2-40B4-BE49-F238E27FC236}">
                <a16:creationId xmlns:a16="http://schemas.microsoft.com/office/drawing/2014/main" id="{13E64E7F-B31F-EE41-49AF-00A2F66B2B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7088" y="1641752"/>
            <a:ext cx="2655887" cy="3213277"/>
          </a:xfrm>
        </p:spPr>
        <p:txBody>
          <a:bodyPr anchor="t">
            <a:normAutofit/>
          </a:bodyPr>
          <a:lstStyle/>
          <a:p>
            <a:r>
              <a:rPr lang="sv-SE" sz="4000">
                <a:ea typeface="+mj-lt"/>
                <a:cs typeface="+mj-lt"/>
              </a:rPr>
              <a:t>Exempel – validera miljö och tal:</a:t>
            </a:r>
            <a:endParaRPr lang="sv-SE" sz="4000"/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35A77BF7-72E4-7284-FA4D-E8448F8CFE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24402" y="43250"/>
            <a:ext cx="7388035" cy="6646978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sv-SE" sz="1200" dirty="0">
                <a:solidFill>
                  <a:srgbClr val="0F1115"/>
                </a:solidFill>
                <a:highlight>
                  <a:srgbClr val="F9FAFB"/>
                </a:highlight>
                <a:ea typeface="+mn-lt"/>
                <a:cs typeface="+mn-lt"/>
              </a:rPr>
              <a:t>hcl</a:t>
            </a:r>
            <a:endParaRPr lang="sv-SE" sz="1200" dirty="0">
              <a:solidFill>
                <a:srgbClr val="0F1115"/>
              </a:solidFill>
              <a:ea typeface="+mn-lt"/>
              <a:cs typeface="+mn-lt"/>
            </a:endParaRPr>
          </a:p>
          <a:p>
            <a:pPr marL="0" indent="0">
              <a:buNone/>
            </a:pPr>
            <a:r>
              <a:rPr lang="sv-SE" sz="1400" dirty="0">
                <a:solidFill>
                  <a:srgbClr val="A626A4"/>
                </a:solidFill>
                <a:highlight>
                  <a:srgbClr val="F9FAFB"/>
                </a:highlight>
                <a:latin typeface="Consolas"/>
              </a:rPr>
              <a:t>variable</a:t>
            </a:r>
            <a:r>
              <a:rPr lang="sv-SE" sz="1400" dirty="0">
                <a:solidFill>
                  <a:srgbClr val="4078F2"/>
                </a:solidFill>
                <a:highlight>
                  <a:srgbClr val="F9FAFB"/>
                </a:highlight>
                <a:latin typeface="Consolas"/>
              </a:rPr>
              <a:t> "environment" </a:t>
            </a:r>
            <a:r>
              <a:rPr lang="sv-SE" sz="1400" dirty="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{</a:t>
            </a:r>
            <a:r>
              <a:rPr lang="sv-SE" sz="14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
  </a:t>
            </a:r>
            <a:r>
              <a:rPr lang="sv-SE" sz="1400" dirty="0">
                <a:solidFill>
                  <a:srgbClr val="E45649"/>
                </a:solidFill>
                <a:highlight>
                  <a:srgbClr val="F9FAFB"/>
                </a:highlight>
                <a:latin typeface="Consolas"/>
              </a:rPr>
              <a:t>type</a:t>
            </a:r>
            <a:r>
              <a:rPr lang="sv-SE" sz="14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       </a:t>
            </a:r>
            <a:r>
              <a:rPr lang="sv-SE" sz="1400" dirty="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=</a:t>
            </a:r>
            <a:r>
              <a:rPr lang="sv-SE" sz="14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string
  </a:t>
            </a:r>
            <a:r>
              <a:rPr lang="sv-SE" sz="1400" dirty="0">
                <a:solidFill>
                  <a:srgbClr val="E45649"/>
                </a:solidFill>
                <a:highlight>
                  <a:srgbClr val="F9FAFB"/>
                </a:highlight>
                <a:latin typeface="Consolas"/>
              </a:rPr>
              <a:t>description</a:t>
            </a:r>
            <a:r>
              <a:rPr lang="sv-SE" sz="14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</a:t>
            </a:r>
            <a:r>
              <a:rPr lang="sv-SE" sz="1400" dirty="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=</a:t>
            </a:r>
            <a:r>
              <a:rPr lang="sv-SE" sz="14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</a:t>
            </a:r>
            <a:r>
              <a:rPr lang="sv-SE" sz="1400" dirty="0">
                <a:solidFill>
                  <a:srgbClr val="50A14F"/>
                </a:solidFill>
                <a:highlight>
                  <a:srgbClr val="F9FAFB"/>
                </a:highlight>
                <a:latin typeface="Consolas"/>
              </a:rPr>
              <a:t>"Miljö: dev, test, staging, production"</a:t>
            </a:r>
            <a:r>
              <a:rPr lang="sv-SE" sz="14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
  </a:t>
            </a:r>
            <a:r>
              <a:rPr lang="sv-SE" sz="1400" dirty="0">
                <a:solidFill>
                  <a:srgbClr val="A626A4"/>
                </a:solidFill>
                <a:highlight>
                  <a:srgbClr val="F9FAFB"/>
                </a:highlight>
                <a:latin typeface="Consolas"/>
              </a:rPr>
              <a:t>validation</a:t>
            </a:r>
            <a:r>
              <a:rPr lang="sv-SE" sz="14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</a:t>
            </a:r>
            <a:r>
              <a:rPr lang="sv-SE" sz="1400" dirty="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{</a:t>
            </a:r>
            <a:r>
              <a:rPr lang="sv-SE" sz="14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
    </a:t>
            </a:r>
            <a:r>
              <a:rPr lang="sv-SE" sz="1400" dirty="0">
                <a:solidFill>
                  <a:srgbClr val="E45649"/>
                </a:solidFill>
                <a:highlight>
                  <a:srgbClr val="F9FAFB"/>
                </a:highlight>
                <a:latin typeface="Consolas"/>
              </a:rPr>
              <a:t>condition</a:t>
            </a:r>
            <a:r>
              <a:rPr lang="sv-SE" sz="14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    </a:t>
            </a:r>
            <a:r>
              <a:rPr lang="sv-SE" sz="1400" dirty="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=</a:t>
            </a:r>
            <a:r>
              <a:rPr lang="sv-SE" sz="14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contains(</a:t>
            </a:r>
            <a:r>
              <a:rPr lang="sv-SE" sz="1400" dirty="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[</a:t>
            </a:r>
            <a:r>
              <a:rPr lang="sv-SE" sz="1400" dirty="0">
                <a:solidFill>
                  <a:srgbClr val="50A14F"/>
                </a:solidFill>
                <a:highlight>
                  <a:srgbClr val="F9FAFB"/>
                </a:highlight>
                <a:latin typeface="Consolas"/>
              </a:rPr>
              <a:t>"dev"</a:t>
            </a:r>
            <a:r>
              <a:rPr lang="sv-SE" sz="14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, </a:t>
            </a:r>
            <a:r>
              <a:rPr lang="sv-SE" sz="1400" dirty="0">
                <a:solidFill>
                  <a:srgbClr val="50A14F"/>
                </a:solidFill>
                <a:highlight>
                  <a:srgbClr val="F9FAFB"/>
                </a:highlight>
                <a:latin typeface="Consolas"/>
              </a:rPr>
              <a:t>"test"</a:t>
            </a:r>
            <a:r>
              <a:rPr lang="sv-SE" sz="14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, </a:t>
            </a:r>
            <a:r>
              <a:rPr lang="sv-SE" sz="1400" dirty="0">
                <a:solidFill>
                  <a:srgbClr val="50A14F"/>
                </a:solidFill>
                <a:highlight>
                  <a:srgbClr val="F9FAFB"/>
                </a:highlight>
                <a:latin typeface="Consolas"/>
              </a:rPr>
              <a:t>"staging"</a:t>
            </a:r>
            <a:r>
              <a:rPr lang="sv-SE" sz="14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, </a:t>
            </a:r>
            <a:r>
              <a:rPr lang="sv-SE" sz="1400" dirty="0">
                <a:solidFill>
                  <a:srgbClr val="50A14F"/>
                </a:solidFill>
                <a:highlight>
                  <a:srgbClr val="F9FAFB"/>
                </a:highlight>
                <a:latin typeface="Consolas"/>
              </a:rPr>
              <a:t>"production"</a:t>
            </a:r>
            <a:r>
              <a:rPr lang="sv-SE" sz="1400" dirty="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]</a:t>
            </a:r>
            <a:r>
              <a:rPr lang="sv-SE" sz="14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, var.environment)
    </a:t>
            </a:r>
            <a:r>
              <a:rPr lang="sv-SE" sz="1400" dirty="0">
                <a:solidFill>
                  <a:srgbClr val="E45649"/>
                </a:solidFill>
                <a:highlight>
                  <a:srgbClr val="F9FAFB"/>
                </a:highlight>
                <a:latin typeface="Consolas"/>
              </a:rPr>
              <a:t>error_message</a:t>
            </a:r>
            <a:r>
              <a:rPr lang="sv-SE" sz="14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</a:t>
            </a:r>
            <a:r>
              <a:rPr lang="sv-SE" sz="1400" dirty="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=</a:t>
            </a:r>
            <a:r>
              <a:rPr lang="sv-SE" sz="14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</a:t>
            </a:r>
            <a:r>
              <a:rPr lang="sv-SE" sz="1400" dirty="0">
                <a:solidFill>
                  <a:srgbClr val="50A14F"/>
                </a:solidFill>
                <a:highlight>
                  <a:srgbClr val="F9FAFB"/>
                </a:highlight>
                <a:latin typeface="Consolas"/>
              </a:rPr>
              <a:t>"Environment måste vara dev, test, staging eller production."</a:t>
            </a:r>
            <a:r>
              <a:rPr lang="sv-SE" sz="14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
  </a:t>
            </a:r>
            <a:r>
              <a:rPr lang="sv-SE" sz="1400" dirty="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}</a:t>
            </a:r>
            <a:r>
              <a:rPr lang="sv-SE" sz="14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
</a:t>
            </a:r>
            <a:r>
              <a:rPr lang="sv-SE" sz="1400" dirty="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}</a:t>
            </a:r>
            <a:r>
              <a:rPr lang="sv-SE" sz="14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
</a:t>
            </a:r>
            <a:r>
              <a:rPr lang="sv-SE" sz="1400" dirty="0">
                <a:solidFill>
                  <a:srgbClr val="A626A4"/>
                </a:solidFill>
                <a:highlight>
                  <a:srgbClr val="F9FAFB"/>
                </a:highlight>
                <a:latin typeface="Consolas"/>
              </a:rPr>
              <a:t>variable</a:t>
            </a:r>
            <a:r>
              <a:rPr lang="sv-SE" sz="1400" dirty="0">
                <a:solidFill>
                  <a:srgbClr val="4078F2"/>
                </a:solidFill>
                <a:highlight>
                  <a:srgbClr val="F9FAFB"/>
                </a:highlight>
                <a:latin typeface="Consolas"/>
              </a:rPr>
              <a:t> "instance_count" </a:t>
            </a:r>
            <a:r>
              <a:rPr lang="sv-SE" sz="1400" dirty="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{</a:t>
            </a:r>
            <a:r>
              <a:rPr lang="sv-SE" sz="14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
  </a:t>
            </a:r>
            <a:r>
              <a:rPr lang="sv-SE" sz="1400" dirty="0">
                <a:solidFill>
                  <a:srgbClr val="E45649"/>
                </a:solidFill>
                <a:highlight>
                  <a:srgbClr val="F9FAFB"/>
                </a:highlight>
                <a:latin typeface="Consolas"/>
              </a:rPr>
              <a:t>type</a:t>
            </a:r>
            <a:r>
              <a:rPr lang="sv-SE" sz="14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       </a:t>
            </a:r>
            <a:r>
              <a:rPr lang="sv-SE" sz="1400" dirty="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=</a:t>
            </a:r>
            <a:r>
              <a:rPr lang="sv-SE" sz="14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number
  </a:t>
            </a:r>
            <a:r>
              <a:rPr lang="sv-SE" sz="1400" dirty="0">
                <a:solidFill>
                  <a:srgbClr val="E45649"/>
                </a:solidFill>
                <a:highlight>
                  <a:srgbClr val="F9FAFB"/>
                </a:highlight>
                <a:latin typeface="Consolas"/>
              </a:rPr>
              <a:t>description</a:t>
            </a:r>
            <a:r>
              <a:rPr lang="sv-SE" sz="14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</a:t>
            </a:r>
            <a:r>
              <a:rPr lang="sv-SE" sz="1400" dirty="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=</a:t>
            </a:r>
            <a:r>
              <a:rPr lang="sv-SE" sz="14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</a:t>
            </a:r>
            <a:r>
              <a:rPr lang="sv-SE" sz="1400" dirty="0">
                <a:solidFill>
                  <a:srgbClr val="50A14F"/>
                </a:solidFill>
                <a:highlight>
                  <a:srgbClr val="F9FAFB"/>
                </a:highlight>
                <a:latin typeface="Consolas"/>
              </a:rPr>
              <a:t>"Antal servrar att skapa"</a:t>
            </a:r>
            <a:r>
              <a:rPr lang="sv-SE" sz="14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
  </a:t>
            </a:r>
            <a:r>
              <a:rPr lang="sv-SE" sz="1400" dirty="0">
                <a:solidFill>
                  <a:srgbClr val="A626A4"/>
                </a:solidFill>
                <a:highlight>
                  <a:srgbClr val="F9FAFB"/>
                </a:highlight>
                <a:latin typeface="Consolas"/>
              </a:rPr>
              <a:t>validation</a:t>
            </a:r>
            <a:r>
              <a:rPr lang="sv-SE" sz="14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</a:t>
            </a:r>
            <a:r>
              <a:rPr lang="sv-SE" sz="1400" dirty="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{</a:t>
            </a:r>
            <a:r>
              <a:rPr lang="sv-SE" sz="14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
    </a:t>
            </a:r>
            <a:r>
              <a:rPr lang="sv-SE" sz="1400" dirty="0">
                <a:solidFill>
                  <a:srgbClr val="E45649"/>
                </a:solidFill>
                <a:highlight>
                  <a:srgbClr val="F9FAFB"/>
                </a:highlight>
                <a:latin typeface="Consolas"/>
              </a:rPr>
              <a:t>condition</a:t>
            </a:r>
            <a:r>
              <a:rPr lang="sv-SE" sz="14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    </a:t>
            </a:r>
            <a:r>
              <a:rPr lang="sv-SE" sz="1400" dirty="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=</a:t>
            </a:r>
            <a:r>
              <a:rPr lang="sv-SE" sz="14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var.instance_count &gt; </a:t>
            </a:r>
            <a:r>
              <a:rPr lang="sv-SE" sz="1400" dirty="0">
                <a:solidFill>
                  <a:srgbClr val="B76B01"/>
                </a:solidFill>
                <a:highlight>
                  <a:srgbClr val="F9FAFB"/>
                </a:highlight>
                <a:latin typeface="Consolas"/>
              </a:rPr>
              <a:t>0</a:t>
            </a:r>
            <a:r>
              <a:rPr lang="sv-SE" sz="14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&amp;&amp; var.instance_count &lt;</a:t>
            </a:r>
            <a:r>
              <a:rPr lang="sv-SE" sz="1400" dirty="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=</a:t>
            </a:r>
            <a:r>
              <a:rPr lang="sv-SE" sz="14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</a:t>
            </a:r>
            <a:r>
              <a:rPr lang="sv-SE" sz="1400" dirty="0">
                <a:solidFill>
                  <a:srgbClr val="B76B01"/>
                </a:solidFill>
                <a:highlight>
                  <a:srgbClr val="F9FAFB"/>
                </a:highlight>
                <a:latin typeface="Consolas"/>
              </a:rPr>
              <a:t>10</a:t>
            </a:r>
            <a:r>
              <a:rPr lang="sv-SE" sz="14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
    </a:t>
            </a:r>
            <a:r>
              <a:rPr lang="sv-SE" sz="1400" dirty="0">
                <a:solidFill>
                  <a:srgbClr val="E45649"/>
                </a:solidFill>
                <a:highlight>
                  <a:srgbClr val="F9FAFB"/>
                </a:highlight>
                <a:latin typeface="Consolas"/>
              </a:rPr>
              <a:t>error_message</a:t>
            </a:r>
            <a:r>
              <a:rPr lang="sv-SE" sz="14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</a:t>
            </a:r>
            <a:r>
              <a:rPr lang="sv-SE" sz="1400" dirty="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=</a:t>
            </a:r>
            <a:r>
              <a:rPr lang="sv-SE" sz="14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</a:t>
            </a:r>
            <a:r>
              <a:rPr lang="sv-SE" sz="1400" dirty="0">
                <a:solidFill>
                  <a:srgbClr val="50A14F"/>
                </a:solidFill>
                <a:highlight>
                  <a:srgbClr val="F9FAFB"/>
                </a:highlight>
                <a:latin typeface="Consolas"/>
              </a:rPr>
              <a:t>"Instance count måste vara mellan 1 och 10."</a:t>
            </a:r>
            <a:r>
              <a:rPr lang="sv-SE" sz="14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
  </a:t>
            </a:r>
            <a:r>
              <a:rPr lang="sv-SE" sz="1400" dirty="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}</a:t>
            </a:r>
            <a:r>
              <a:rPr lang="sv-SE" sz="14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
</a:t>
            </a:r>
            <a:r>
              <a:rPr lang="sv-SE" sz="1400" dirty="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}</a:t>
            </a:r>
            <a:endParaRPr lang="sv-SE" sz="1400" dirty="0">
              <a:solidFill>
                <a:srgbClr val="383A42"/>
              </a:solidFill>
              <a:highlight>
                <a:srgbClr val="F9FAFB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25251661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95B9BA8-1D69-4796-85F5-B6D0BD5235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5F892E19-92E7-4BB2-8C3F-DBDFE8D9D3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-1"/>
            <a:ext cx="4581527" cy="6858002"/>
            <a:chOff x="-2" y="-1"/>
            <a:chExt cx="4581527" cy="6858002"/>
          </a:xfrm>
          <a:effectLst>
            <a:outerShdw blurRad="381000" dist="50800" algn="ctr" rotWithShape="0">
              <a:srgbClr val="000000">
                <a:alpha val="10000"/>
              </a:srgbClr>
            </a:outerShdw>
          </a:effectLst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81E493D3-31D9-4B80-9798-EEA082E12A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-2" y="-1"/>
              <a:ext cx="4572002" cy="6858002"/>
              <a:chOff x="-2" y="-1"/>
              <a:chExt cx="4572002" cy="6858002"/>
            </a:xfrm>
            <a:effectLst/>
          </p:grpSpPr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62E6AA4D-EC17-45B5-B621-DF0FD91FD4B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-2" y="-1"/>
                <a:ext cx="4572002" cy="6858002"/>
              </a:xfrm>
              <a:custGeom>
                <a:avLst/>
                <a:gdLst>
                  <a:gd name="connsiteX0" fmla="*/ 4214994 w 4572002"/>
                  <a:gd name="connsiteY0" fmla="*/ 6564620 h 6858002"/>
                  <a:gd name="connsiteX1" fmla="*/ 4214994 w 4572002"/>
                  <a:gd name="connsiteY1" fmla="*/ 6564621 h 6858002"/>
                  <a:gd name="connsiteX2" fmla="*/ 4237474 w 4572002"/>
                  <a:gd name="connsiteY2" fmla="*/ 6588626 h 6858002"/>
                  <a:gd name="connsiteX3" fmla="*/ 4254096 w 4572002"/>
                  <a:gd name="connsiteY3" fmla="*/ 6625225 h 6858002"/>
                  <a:gd name="connsiteX4" fmla="*/ 4247001 w 4572002"/>
                  <a:gd name="connsiteY4" fmla="*/ 6662540 h 6858002"/>
                  <a:gd name="connsiteX5" fmla="*/ 4247000 w 4572002"/>
                  <a:gd name="connsiteY5" fmla="*/ 6662541 h 6858002"/>
                  <a:gd name="connsiteX6" fmla="*/ 4246999 w 4572002"/>
                  <a:gd name="connsiteY6" fmla="*/ 6662544 h 6858002"/>
                  <a:gd name="connsiteX7" fmla="*/ 4235550 w 4572002"/>
                  <a:gd name="connsiteY7" fmla="*/ 6683027 h 6858002"/>
                  <a:gd name="connsiteX8" fmla="*/ 4232403 w 4572002"/>
                  <a:gd name="connsiteY8" fmla="*/ 6702976 h 6858002"/>
                  <a:gd name="connsiteX9" fmla="*/ 4232403 w 4572002"/>
                  <a:gd name="connsiteY9" fmla="*/ 6702977 h 6858002"/>
                  <a:gd name="connsiteX10" fmla="*/ 4246238 w 4572002"/>
                  <a:gd name="connsiteY10" fmla="*/ 6742553 h 6858002"/>
                  <a:gd name="connsiteX11" fmla="*/ 4246239 w 4572002"/>
                  <a:gd name="connsiteY11" fmla="*/ 6742555 h 6858002"/>
                  <a:gd name="connsiteX12" fmla="*/ 4265716 w 4572002"/>
                  <a:gd name="connsiteY12" fmla="*/ 6812062 h 6858002"/>
                  <a:gd name="connsiteX13" fmla="*/ 4265717 w 4572002"/>
                  <a:gd name="connsiteY13" fmla="*/ 6812064 h 6858002"/>
                  <a:gd name="connsiteX14" fmla="*/ 4265717 w 4572002"/>
                  <a:gd name="connsiteY14" fmla="*/ 6812063 h 6858002"/>
                  <a:gd name="connsiteX15" fmla="*/ 4265716 w 4572002"/>
                  <a:gd name="connsiteY15" fmla="*/ 6812062 h 6858002"/>
                  <a:gd name="connsiteX16" fmla="*/ 4260942 w 4572002"/>
                  <a:gd name="connsiteY16" fmla="*/ 6776800 h 6858002"/>
                  <a:gd name="connsiteX17" fmla="*/ 4246239 w 4572002"/>
                  <a:gd name="connsiteY17" fmla="*/ 6742555 h 6858002"/>
                  <a:gd name="connsiteX18" fmla="*/ 4246238 w 4572002"/>
                  <a:gd name="connsiteY18" fmla="*/ 6742552 h 6858002"/>
                  <a:gd name="connsiteX19" fmla="*/ 4232403 w 4572002"/>
                  <a:gd name="connsiteY19" fmla="*/ 6702976 h 6858002"/>
                  <a:gd name="connsiteX20" fmla="*/ 4246999 w 4572002"/>
                  <a:gd name="connsiteY20" fmla="*/ 6662544 h 6858002"/>
                  <a:gd name="connsiteX21" fmla="*/ 4247000 w 4572002"/>
                  <a:gd name="connsiteY21" fmla="*/ 6662542 h 6858002"/>
                  <a:gd name="connsiteX22" fmla="*/ 4247001 w 4572002"/>
                  <a:gd name="connsiteY22" fmla="*/ 6662540 h 6858002"/>
                  <a:gd name="connsiteX23" fmla="*/ 4254084 w 4572002"/>
                  <a:gd name="connsiteY23" fmla="*/ 6645552 h 6858002"/>
                  <a:gd name="connsiteX24" fmla="*/ 4254096 w 4572002"/>
                  <a:gd name="connsiteY24" fmla="*/ 6625225 h 6858002"/>
                  <a:gd name="connsiteX25" fmla="*/ 4254096 w 4572002"/>
                  <a:gd name="connsiteY25" fmla="*/ 6625224 h 6858002"/>
                  <a:gd name="connsiteX26" fmla="*/ 4237474 w 4572002"/>
                  <a:gd name="connsiteY26" fmla="*/ 6588625 h 6858002"/>
                  <a:gd name="connsiteX27" fmla="*/ 4295315 w 4572002"/>
                  <a:gd name="connsiteY27" fmla="*/ 6438981 h 6858002"/>
                  <a:gd name="connsiteX28" fmla="*/ 4275385 w 4572002"/>
                  <a:gd name="connsiteY28" fmla="*/ 6463840 h 6858002"/>
                  <a:gd name="connsiteX29" fmla="*/ 4275382 w 4572002"/>
                  <a:gd name="connsiteY29" fmla="*/ 6463849 h 6858002"/>
                  <a:gd name="connsiteX30" fmla="*/ 4261587 w 4572002"/>
                  <a:gd name="connsiteY30" fmla="*/ 6513012 h 6858002"/>
                  <a:gd name="connsiteX31" fmla="*/ 4242781 w 4572002"/>
                  <a:gd name="connsiteY31" fmla="*/ 6546194 h 6858002"/>
                  <a:gd name="connsiteX32" fmla="*/ 4242781 w 4572002"/>
                  <a:gd name="connsiteY32" fmla="*/ 6546195 h 6858002"/>
                  <a:gd name="connsiteX33" fmla="*/ 4259120 w 4572002"/>
                  <a:gd name="connsiteY33" fmla="*/ 6521804 h 6858002"/>
                  <a:gd name="connsiteX34" fmla="*/ 4261587 w 4572002"/>
                  <a:gd name="connsiteY34" fmla="*/ 6513012 h 6858002"/>
                  <a:gd name="connsiteX35" fmla="*/ 4264398 w 4572002"/>
                  <a:gd name="connsiteY35" fmla="*/ 6508052 h 6858002"/>
                  <a:gd name="connsiteX36" fmla="*/ 4275382 w 4572002"/>
                  <a:gd name="connsiteY36" fmla="*/ 6463849 h 6858002"/>
                  <a:gd name="connsiteX37" fmla="*/ 4275385 w 4572002"/>
                  <a:gd name="connsiteY37" fmla="*/ 6463841 h 6858002"/>
                  <a:gd name="connsiteX38" fmla="*/ 4295315 w 4572002"/>
                  <a:gd name="connsiteY38" fmla="*/ 6438981 h 6858002"/>
                  <a:gd name="connsiteX39" fmla="*/ 4381289 w 4572002"/>
                  <a:gd name="connsiteY39" fmla="*/ 6365204 h 6858002"/>
                  <a:gd name="connsiteX40" fmla="*/ 4380008 w 4572002"/>
                  <a:gd name="connsiteY40" fmla="*/ 6387910 h 6858002"/>
                  <a:gd name="connsiteX41" fmla="*/ 4378243 w 4572002"/>
                  <a:gd name="connsiteY41" fmla="*/ 6391549 h 6858002"/>
                  <a:gd name="connsiteX42" fmla="*/ 4370589 w 4572002"/>
                  <a:gd name="connsiteY42" fmla="*/ 6407332 h 6858002"/>
                  <a:gd name="connsiteX43" fmla="*/ 4370589 w 4572002"/>
                  <a:gd name="connsiteY43" fmla="*/ 6407333 h 6858002"/>
                  <a:gd name="connsiteX44" fmla="*/ 4378243 w 4572002"/>
                  <a:gd name="connsiteY44" fmla="*/ 6391549 h 6858002"/>
                  <a:gd name="connsiteX45" fmla="*/ 4380008 w 4572002"/>
                  <a:gd name="connsiteY45" fmla="*/ 6387910 h 6858002"/>
                  <a:gd name="connsiteX46" fmla="*/ 4142220 w 4572002"/>
                  <a:gd name="connsiteY46" fmla="*/ 4221391 h 6858002"/>
                  <a:gd name="connsiteX47" fmla="*/ 4142220 w 4572002"/>
                  <a:gd name="connsiteY47" fmla="*/ 4221392 h 6858002"/>
                  <a:gd name="connsiteX48" fmla="*/ 4147936 w 4572002"/>
                  <a:gd name="connsiteY48" fmla="*/ 4253015 h 6858002"/>
                  <a:gd name="connsiteX49" fmla="*/ 4187752 w 4572002"/>
                  <a:gd name="connsiteY49" fmla="*/ 4324646 h 6858002"/>
                  <a:gd name="connsiteX50" fmla="*/ 4196706 w 4572002"/>
                  <a:gd name="connsiteY50" fmla="*/ 4363891 h 6858002"/>
                  <a:gd name="connsiteX51" fmla="*/ 4195944 w 4572002"/>
                  <a:gd name="connsiteY51" fmla="*/ 4482004 h 6858002"/>
                  <a:gd name="connsiteX52" fmla="*/ 4135934 w 4572002"/>
                  <a:gd name="connsiteY52" fmla="*/ 4659174 h 6858002"/>
                  <a:gd name="connsiteX53" fmla="*/ 4127932 w 4572002"/>
                  <a:gd name="connsiteY53" fmla="*/ 4677655 h 6858002"/>
                  <a:gd name="connsiteX54" fmla="*/ 4118025 w 4572002"/>
                  <a:gd name="connsiteY54" fmla="*/ 4767764 h 6858002"/>
                  <a:gd name="connsiteX55" fmla="*/ 4116716 w 4572002"/>
                  <a:gd name="connsiteY55" fmla="*/ 4800483 h 6858002"/>
                  <a:gd name="connsiteX56" fmla="*/ 4116716 w 4572002"/>
                  <a:gd name="connsiteY56" fmla="*/ 4800484 h 6858002"/>
                  <a:gd name="connsiteX57" fmla="*/ 4131552 w 4572002"/>
                  <a:gd name="connsiteY57" fmla="*/ 4828917 h 6858002"/>
                  <a:gd name="connsiteX58" fmla="*/ 4153733 w 4572002"/>
                  <a:gd name="connsiteY58" fmla="*/ 4863343 h 6858002"/>
                  <a:gd name="connsiteX59" fmla="*/ 4161262 w 4572002"/>
                  <a:gd name="connsiteY59" fmla="*/ 4889275 h 6858002"/>
                  <a:gd name="connsiteX60" fmla="*/ 4159557 w 4572002"/>
                  <a:gd name="connsiteY60" fmla="*/ 4912168 h 6858002"/>
                  <a:gd name="connsiteX61" fmla="*/ 4158155 w 4572002"/>
                  <a:gd name="connsiteY61" fmla="*/ 4933804 h 6858002"/>
                  <a:gd name="connsiteX62" fmla="*/ 4158155 w 4572002"/>
                  <a:gd name="connsiteY62" fmla="*/ 4933805 h 6858002"/>
                  <a:gd name="connsiteX63" fmla="*/ 4162914 w 4572002"/>
                  <a:gd name="connsiteY63" fmla="*/ 4952673 h 6858002"/>
                  <a:gd name="connsiteX64" fmla="*/ 4165707 w 4572002"/>
                  <a:gd name="connsiteY64" fmla="*/ 4957454 h 6858002"/>
                  <a:gd name="connsiteX65" fmla="*/ 4166985 w 4572002"/>
                  <a:gd name="connsiteY65" fmla="*/ 4961456 h 6858002"/>
                  <a:gd name="connsiteX66" fmla="*/ 4182989 w 4572002"/>
                  <a:gd name="connsiteY66" fmla="*/ 4987038 h 6858002"/>
                  <a:gd name="connsiteX67" fmla="*/ 4209468 w 4572002"/>
                  <a:gd name="connsiteY67" fmla="*/ 5041522 h 6858002"/>
                  <a:gd name="connsiteX68" fmla="*/ 4216684 w 4572002"/>
                  <a:gd name="connsiteY68" fmla="*/ 5072376 h 6858002"/>
                  <a:gd name="connsiteX69" fmla="*/ 4222587 w 4572002"/>
                  <a:gd name="connsiteY69" fmla="*/ 5087441 h 6858002"/>
                  <a:gd name="connsiteX70" fmla="*/ 4235615 w 4572002"/>
                  <a:gd name="connsiteY70" fmla="*/ 5133220 h 6858002"/>
                  <a:gd name="connsiteX71" fmla="*/ 4235616 w 4572002"/>
                  <a:gd name="connsiteY71" fmla="*/ 5133225 h 6858002"/>
                  <a:gd name="connsiteX72" fmla="*/ 4228901 w 4572002"/>
                  <a:gd name="connsiteY72" fmla="*/ 5166113 h 6858002"/>
                  <a:gd name="connsiteX73" fmla="*/ 4228901 w 4572002"/>
                  <a:gd name="connsiteY73" fmla="*/ 5166114 h 6858002"/>
                  <a:gd name="connsiteX74" fmla="*/ 4229593 w 4572002"/>
                  <a:gd name="connsiteY74" fmla="*/ 5172091 h 6858002"/>
                  <a:gd name="connsiteX75" fmla="*/ 4232139 w 4572002"/>
                  <a:gd name="connsiteY75" fmla="*/ 5179068 h 6858002"/>
                  <a:gd name="connsiteX76" fmla="*/ 4231973 w 4572002"/>
                  <a:gd name="connsiteY76" fmla="*/ 5229434 h 6858002"/>
                  <a:gd name="connsiteX77" fmla="*/ 4225669 w 4572002"/>
                  <a:gd name="connsiteY77" fmla="*/ 5241089 h 6858002"/>
                  <a:gd name="connsiteX78" fmla="*/ 4208517 w 4572002"/>
                  <a:gd name="connsiteY78" fmla="*/ 5272796 h 6858002"/>
                  <a:gd name="connsiteX79" fmla="*/ 4184613 w 4572002"/>
                  <a:gd name="connsiteY79" fmla="*/ 5312288 h 6858002"/>
                  <a:gd name="connsiteX80" fmla="*/ 4183557 w 4572002"/>
                  <a:gd name="connsiteY80" fmla="*/ 5321350 h 6858002"/>
                  <a:gd name="connsiteX81" fmla="*/ 4181083 w 4572002"/>
                  <a:gd name="connsiteY81" fmla="*/ 5326163 h 6858002"/>
                  <a:gd name="connsiteX82" fmla="*/ 4179637 w 4572002"/>
                  <a:gd name="connsiteY82" fmla="*/ 5355014 h 6858002"/>
                  <a:gd name="connsiteX83" fmla="*/ 4179637 w 4572002"/>
                  <a:gd name="connsiteY83" fmla="*/ 5355015 h 6858002"/>
                  <a:gd name="connsiteX84" fmla="*/ 4184513 w 4572002"/>
                  <a:gd name="connsiteY84" fmla="*/ 5385385 h 6858002"/>
                  <a:gd name="connsiteX85" fmla="*/ 4192704 w 4572002"/>
                  <a:gd name="connsiteY85" fmla="*/ 5425583 h 6858002"/>
                  <a:gd name="connsiteX86" fmla="*/ 4204327 w 4572002"/>
                  <a:gd name="connsiteY86" fmla="*/ 5480638 h 6858002"/>
                  <a:gd name="connsiteX87" fmla="*/ 4208850 w 4572002"/>
                  <a:gd name="connsiteY87" fmla="*/ 5507668 h 6858002"/>
                  <a:gd name="connsiteX88" fmla="*/ 4198232 w 4572002"/>
                  <a:gd name="connsiteY88" fmla="*/ 5531692 h 6858002"/>
                  <a:gd name="connsiteX89" fmla="*/ 4198231 w 4572002"/>
                  <a:gd name="connsiteY89" fmla="*/ 5531693 h 6858002"/>
                  <a:gd name="connsiteX90" fmla="*/ 4188085 w 4572002"/>
                  <a:gd name="connsiteY90" fmla="*/ 5547578 h 6858002"/>
                  <a:gd name="connsiteX91" fmla="*/ 4188085 w 4572002"/>
                  <a:gd name="connsiteY91" fmla="*/ 5547579 h 6858002"/>
                  <a:gd name="connsiteX92" fmla="*/ 4197659 w 4572002"/>
                  <a:gd name="connsiteY92" fmla="*/ 5562747 h 6858002"/>
                  <a:gd name="connsiteX93" fmla="*/ 4268907 w 4572002"/>
                  <a:gd name="connsiteY93" fmla="*/ 5704484 h 6858002"/>
                  <a:gd name="connsiteX94" fmla="*/ 4274812 w 4572002"/>
                  <a:gd name="connsiteY94" fmla="*/ 5740489 h 6858002"/>
                  <a:gd name="connsiteX95" fmla="*/ 4283578 w 4572002"/>
                  <a:gd name="connsiteY95" fmla="*/ 5760874 h 6858002"/>
                  <a:gd name="connsiteX96" fmla="*/ 4371973 w 4572002"/>
                  <a:gd name="connsiteY96" fmla="*/ 5883752 h 6858002"/>
                  <a:gd name="connsiteX97" fmla="*/ 4371974 w 4572002"/>
                  <a:gd name="connsiteY97" fmla="*/ 5883757 h 6858002"/>
                  <a:gd name="connsiteX98" fmla="*/ 4389877 w 4572002"/>
                  <a:gd name="connsiteY98" fmla="*/ 5935946 h 6858002"/>
                  <a:gd name="connsiteX99" fmla="*/ 4389878 w 4572002"/>
                  <a:gd name="connsiteY99" fmla="*/ 5935950 h 6858002"/>
                  <a:gd name="connsiteX100" fmla="*/ 4386259 w 4572002"/>
                  <a:gd name="connsiteY100" fmla="*/ 5993290 h 6858002"/>
                  <a:gd name="connsiteX101" fmla="*/ 4386259 w 4572002"/>
                  <a:gd name="connsiteY101" fmla="*/ 5993291 h 6858002"/>
                  <a:gd name="connsiteX102" fmla="*/ 4379782 w 4572002"/>
                  <a:gd name="connsiteY102" fmla="*/ 6026440 h 6858002"/>
                  <a:gd name="connsiteX103" fmla="*/ 4323583 w 4572002"/>
                  <a:gd name="connsiteY103" fmla="*/ 6108738 h 6858002"/>
                  <a:gd name="connsiteX104" fmla="*/ 4309890 w 4572002"/>
                  <a:gd name="connsiteY104" fmla="*/ 6133314 h 6858002"/>
                  <a:gd name="connsiteX105" fmla="*/ 4309890 w 4572002"/>
                  <a:gd name="connsiteY105" fmla="*/ 6133315 h 6858002"/>
                  <a:gd name="connsiteX106" fmla="*/ 4313591 w 4572002"/>
                  <a:gd name="connsiteY106" fmla="*/ 6143190 h 6858002"/>
                  <a:gd name="connsiteX107" fmla="*/ 4325486 w 4572002"/>
                  <a:gd name="connsiteY107" fmla="*/ 6155600 h 6858002"/>
                  <a:gd name="connsiteX108" fmla="*/ 4325488 w 4572002"/>
                  <a:gd name="connsiteY108" fmla="*/ 6155603 h 6858002"/>
                  <a:gd name="connsiteX109" fmla="*/ 4364160 w 4572002"/>
                  <a:gd name="connsiteY109" fmla="*/ 6228757 h 6858002"/>
                  <a:gd name="connsiteX110" fmla="*/ 4381497 w 4572002"/>
                  <a:gd name="connsiteY110" fmla="*/ 6361540 h 6858002"/>
                  <a:gd name="connsiteX111" fmla="*/ 4381497 w 4572002"/>
                  <a:gd name="connsiteY111" fmla="*/ 6361539 h 6858002"/>
                  <a:gd name="connsiteX112" fmla="*/ 4364160 w 4572002"/>
                  <a:gd name="connsiteY112" fmla="*/ 6228756 h 6858002"/>
                  <a:gd name="connsiteX113" fmla="*/ 4325488 w 4572002"/>
                  <a:gd name="connsiteY113" fmla="*/ 6155602 h 6858002"/>
                  <a:gd name="connsiteX114" fmla="*/ 4325486 w 4572002"/>
                  <a:gd name="connsiteY114" fmla="*/ 6155600 h 6858002"/>
                  <a:gd name="connsiteX115" fmla="*/ 4309890 w 4572002"/>
                  <a:gd name="connsiteY115" fmla="*/ 6133315 h 6858002"/>
                  <a:gd name="connsiteX116" fmla="*/ 4323583 w 4572002"/>
                  <a:gd name="connsiteY116" fmla="*/ 6108739 h 6858002"/>
                  <a:gd name="connsiteX117" fmla="*/ 4379782 w 4572002"/>
                  <a:gd name="connsiteY117" fmla="*/ 6026441 h 6858002"/>
                  <a:gd name="connsiteX118" fmla="*/ 4386259 w 4572002"/>
                  <a:gd name="connsiteY118" fmla="*/ 5993292 h 6858002"/>
                  <a:gd name="connsiteX119" fmla="*/ 4386259 w 4572002"/>
                  <a:gd name="connsiteY119" fmla="*/ 5993290 h 6858002"/>
                  <a:gd name="connsiteX120" fmla="*/ 4389712 w 4572002"/>
                  <a:gd name="connsiteY120" fmla="*/ 5964477 h 6858002"/>
                  <a:gd name="connsiteX121" fmla="*/ 4389878 w 4572002"/>
                  <a:gd name="connsiteY121" fmla="*/ 5935950 h 6858002"/>
                  <a:gd name="connsiteX122" fmla="*/ 4389878 w 4572002"/>
                  <a:gd name="connsiteY122" fmla="*/ 5935949 h 6858002"/>
                  <a:gd name="connsiteX123" fmla="*/ 4389877 w 4572002"/>
                  <a:gd name="connsiteY123" fmla="*/ 5935946 h 6858002"/>
                  <a:gd name="connsiteX124" fmla="*/ 4382997 w 4572002"/>
                  <a:gd name="connsiteY124" fmla="*/ 5909351 h 6858002"/>
                  <a:gd name="connsiteX125" fmla="*/ 4371974 w 4572002"/>
                  <a:gd name="connsiteY125" fmla="*/ 5883757 h 6858002"/>
                  <a:gd name="connsiteX126" fmla="*/ 4371973 w 4572002"/>
                  <a:gd name="connsiteY126" fmla="*/ 5883751 h 6858002"/>
                  <a:gd name="connsiteX127" fmla="*/ 4283578 w 4572002"/>
                  <a:gd name="connsiteY127" fmla="*/ 5760873 h 6858002"/>
                  <a:gd name="connsiteX128" fmla="*/ 4274812 w 4572002"/>
                  <a:gd name="connsiteY128" fmla="*/ 5740488 h 6858002"/>
                  <a:gd name="connsiteX129" fmla="*/ 4268907 w 4572002"/>
                  <a:gd name="connsiteY129" fmla="*/ 5704483 h 6858002"/>
                  <a:gd name="connsiteX130" fmla="*/ 4197659 w 4572002"/>
                  <a:gd name="connsiteY130" fmla="*/ 5562746 h 6858002"/>
                  <a:gd name="connsiteX131" fmla="*/ 4188085 w 4572002"/>
                  <a:gd name="connsiteY131" fmla="*/ 5547578 h 6858002"/>
                  <a:gd name="connsiteX132" fmla="*/ 4198231 w 4572002"/>
                  <a:gd name="connsiteY132" fmla="*/ 5531694 h 6858002"/>
                  <a:gd name="connsiteX133" fmla="*/ 4198232 w 4572002"/>
                  <a:gd name="connsiteY133" fmla="*/ 5531692 h 6858002"/>
                  <a:gd name="connsiteX134" fmla="*/ 4206630 w 4572002"/>
                  <a:gd name="connsiteY134" fmla="*/ 5520422 h 6858002"/>
                  <a:gd name="connsiteX135" fmla="*/ 4208850 w 4572002"/>
                  <a:gd name="connsiteY135" fmla="*/ 5507668 h 6858002"/>
                  <a:gd name="connsiteX136" fmla="*/ 4208850 w 4572002"/>
                  <a:gd name="connsiteY136" fmla="*/ 5507667 h 6858002"/>
                  <a:gd name="connsiteX137" fmla="*/ 4204327 w 4572002"/>
                  <a:gd name="connsiteY137" fmla="*/ 5480637 h 6858002"/>
                  <a:gd name="connsiteX138" fmla="*/ 4192704 w 4572002"/>
                  <a:gd name="connsiteY138" fmla="*/ 5425582 h 6858002"/>
                  <a:gd name="connsiteX139" fmla="*/ 4184513 w 4572002"/>
                  <a:gd name="connsiteY139" fmla="*/ 5385384 h 6858002"/>
                  <a:gd name="connsiteX140" fmla="*/ 4179637 w 4572002"/>
                  <a:gd name="connsiteY140" fmla="*/ 5355014 h 6858002"/>
                  <a:gd name="connsiteX141" fmla="*/ 4183557 w 4572002"/>
                  <a:gd name="connsiteY141" fmla="*/ 5321350 h 6858002"/>
                  <a:gd name="connsiteX142" fmla="*/ 4208517 w 4572002"/>
                  <a:gd name="connsiteY142" fmla="*/ 5272797 h 6858002"/>
                  <a:gd name="connsiteX143" fmla="*/ 4225669 w 4572002"/>
                  <a:gd name="connsiteY143" fmla="*/ 5241089 h 6858002"/>
                  <a:gd name="connsiteX144" fmla="*/ 4231973 w 4572002"/>
                  <a:gd name="connsiteY144" fmla="*/ 5229433 h 6858002"/>
                  <a:gd name="connsiteX145" fmla="*/ 4232139 w 4572002"/>
                  <a:gd name="connsiteY145" fmla="*/ 5179068 h 6858002"/>
                  <a:gd name="connsiteX146" fmla="*/ 4232139 w 4572002"/>
                  <a:gd name="connsiteY146" fmla="*/ 5179067 h 6858002"/>
                  <a:gd name="connsiteX147" fmla="*/ 4229593 w 4572002"/>
                  <a:gd name="connsiteY147" fmla="*/ 5172090 h 6858002"/>
                  <a:gd name="connsiteX148" fmla="*/ 4228901 w 4572002"/>
                  <a:gd name="connsiteY148" fmla="*/ 5166114 h 6858002"/>
                  <a:gd name="connsiteX149" fmla="*/ 4235616 w 4572002"/>
                  <a:gd name="connsiteY149" fmla="*/ 5133225 h 6858002"/>
                  <a:gd name="connsiteX150" fmla="*/ 4235616 w 4572002"/>
                  <a:gd name="connsiteY150" fmla="*/ 5133224 h 6858002"/>
                  <a:gd name="connsiteX151" fmla="*/ 4235615 w 4572002"/>
                  <a:gd name="connsiteY151" fmla="*/ 5133220 h 6858002"/>
                  <a:gd name="connsiteX152" fmla="*/ 4228473 w 4572002"/>
                  <a:gd name="connsiteY152" fmla="*/ 5102461 h 6858002"/>
                  <a:gd name="connsiteX153" fmla="*/ 4222587 w 4572002"/>
                  <a:gd name="connsiteY153" fmla="*/ 5087441 h 6858002"/>
                  <a:gd name="connsiteX154" fmla="*/ 4222582 w 4572002"/>
                  <a:gd name="connsiteY154" fmla="*/ 5087423 h 6858002"/>
                  <a:gd name="connsiteX155" fmla="*/ 4209468 w 4572002"/>
                  <a:gd name="connsiteY155" fmla="*/ 5041521 h 6858002"/>
                  <a:gd name="connsiteX156" fmla="*/ 4182989 w 4572002"/>
                  <a:gd name="connsiteY156" fmla="*/ 4987037 h 6858002"/>
                  <a:gd name="connsiteX157" fmla="*/ 4165707 w 4572002"/>
                  <a:gd name="connsiteY157" fmla="*/ 4957454 h 6858002"/>
                  <a:gd name="connsiteX158" fmla="*/ 4158155 w 4572002"/>
                  <a:gd name="connsiteY158" fmla="*/ 4933805 h 6858002"/>
                  <a:gd name="connsiteX159" fmla="*/ 4159557 w 4572002"/>
                  <a:gd name="connsiteY159" fmla="*/ 4912169 h 6858002"/>
                  <a:gd name="connsiteX160" fmla="*/ 4161262 w 4572002"/>
                  <a:gd name="connsiteY160" fmla="*/ 4889276 h 6858002"/>
                  <a:gd name="connsiteX161" fmla="*/ 4161262 w 4572002"/>
                  <a:gd name="connsiteY161" fmla="*/ 4889275 h 6858002"/>
                  <a:gd name="connsiteX162" fmla="*/ 4156484 w 4572002"/>
                  <a:gd name="connsiteY162" fmla="*/ 4867614 h 6858002"/>
                  <a:gd name="connsiteX163" fmla="*/ 4153733 w 4572002"/>
                  <a:gd name="connsiteY163" fmla="*/ 4863343 h 6858002"/>
                  <a:gd name="connsiteX164" fmla="*/ 4151983 w 4572002"/>
                  <a:gd name="connsiteY164" fmla="*/ 4857317 h 6858002"/>
                  <a:gd name="connsiteX165" fmla="*/ 4131552 w 4572002"/>
                  <a:gd name="connsiteY165" fmla="*/ 4828916 h 6858002"/>
                  <a:gd name="connsiteX166" fmla="*/ 4116716 w 4572002"/>
                  <a:gd name="connsiteY166" fmla="*/ 4800483 h 6858002"/>
                  <a:gd name="connsiteX167" fmla="*/ 4118025 w 4572002"/>
                  <a:gd name="connsiteY167" fmla="*/ 4767765 h 6858002"/>
                  <a:gd name="connsiteX168" fmla="*/ 4127932 w 4572002"/>
                  <a:gd name="connsiteY168" fmla="*/ 4677656 h 6858002"/>
                  <a:gd name="connsiteX169" fmla="*/ 4135934 w 4572002"/>
                  <a:gd name="connsiteY169" fmla="*/ 4659175 h 6858002"/>
                  <a:gd name="connsiteX170" fmla="*/ 4195944 w 4572002"/>
                  <a:gd name="connsiteY170" fmla="*/ 4482005 h 6858002"/>
                  <a:gd name="connsiteX171" fmla="*/ 4196706 w 4572002"/>
                  <a:gd name="connsiteY171" fmla="*/ 4363891 h 6858002"/>
                  <a:gd name="connsiteX172" fmla="*/ 4196706 w 4572002"/>
                  <a:gd name="connsiteY172" fmla="*/ 4363890 h 6858002"/>
                  <a:gd name="connsiteX173" fmla="*/ 4187752 w 4572002"/>
                  <a:gd name="connsiteY173" fmla="*/ 4324645 h 6858002"/>
                  <a:gd name="connsiteX174" fmla="*/ 4147936 w 4572002"/>
                  <a:gd name="connsiteY174" fmla="*/ 4253014 h 6858002"/>
                  <a:gd name="connsiteX175" fmla="*/ 4211111 w 4572002"/>
                  <a:gd name="connsiteY175" fmla="*/ 2836172 h 6858002"/>
                  <a:gd name="connsiteX176" fmla="*/ 4202421 w 4572002"/>
                  <a:gd name="connsiteY176" fmla="*/ 2848793 h 6858002"/>
                  <a:gd name="connsiteX177" fmla="*/ 4186816 w 4572002"/>
                  <a:gd name="connsiteY177" fmla="*/ 2897785 h 6858002"/>
                  <a:gd name="connsiteX178" fmla="*/ 4185787 w 4572002"/>
                  <a:gd name="connsiteY178" fmla="*/ 2903551 h 6858002"/>
                  <a:gd name="connsiteX179" fmla="*/ 4182513 w 4572002"/>
                  <a:gd name="connsiteY179" fmla="*/ 2914328 h 6858002"/>
                  <a:gd name="connsiteX180" fmla="*/ 4177882 w 4572002"/>
                  <a:gd name="connsiteY180" fmla="*/ 2947858 h 6858002"/>
                  <a:gd name="connsiteX181" fmla="*/ 4177881 w 4572002"/>
                  <a:gd name="connsiteY181" fmla="*/ 2947862 h 6858002"/>
                  <a:gd name="connsiteX182" fmla="*/ 4177881 w 4572002"/>
                  <a:gd name="connsiteY182" fmla="*/ 2947863 h 6858002"/>
                  <a:gd name="connsiteX183" fmla="*/ 4181465 w 4572002"/>
                  <a:gd name="connsiteY183" fmla="*/ 2982149 h 6858002"/>
                  <a:gd name="connsiteX184" fmla="*/ 4193158 w 4572002"/>
                  <a:gd name="connsiteY184" fmla="*/ 3077402 h 6858002"/>
                  <a:gd name="connsiteX185" fmla="*/ 4180703 w 4572002"/>
                  <a:gd name="connsiteY185" fmla="*/ 3172654 h 6858002"/>
                  <a:gd name="connsiteX186" fmla="*/ 4133076 w 4572002"/>
                  <a:gd name="connsiteY186" fmla="*/ 3489467 h 6858002"/>
                  <a:gd name="connsiteX187" fmla="*/ 4110977 w 4572002"/>
                  <a:gd name="connsiteY187" fmla="*/ 3544713 h 6858002"/>
                  <a:gd name="connsiteX188" fmla="*/ 4093355 w 4572002"/>
                  <a:gd name="connsiteY188" fmla="*/ 3574408 h 6858002"/>
                  <a:gd name="connsiteX189" fmla="*/ 4093355 w 4572002"/>
                  <a:gd name="connsiteY189" fmla="*/ 3574409 h 6858002"/>
                  <a:gd name="connsiteX190" fmla="*/ 4105453 w 4572002"/>
                  <a:gd name="connsiteY190" fmla="*/ 3606818 h 6858002"/>
                  <a:gd name="connsiteX191" fmla="*/ 4118979 w 4572002"/>
                  <a:gd name="connsiteY191" fmla="*/ 3630633 h 6858002"/>
                  <a:gd name="connsiteX192" fmla="*/ 4136708 w 4572002"/>
                  <a:gd name="connsiteY192" fmla="*/ 3654416 h 6858002"/>
                  <a:gd name="connsiteX193" fmla="*/ 4140382 w 4572002"/>
                  <a:gd name="connsiteY193" fmla="*/ 3668940 h 6858002"/>
                  <a:gd name="connsiteX194" fmla="*/ 4143220 w 4572002"/>
                  <a:gd name="connsiteY194" fmla="*/ 3680164 h 6858002"/>
                  <a:gd name="connsiteX195" fmla="*/ 4139172 w 4572002"/>
                  <a:gd name="connsiteY195" fmla="*/ 3734837 h 6858002"/>
                  <a:gd name="connsiteX196" fmla="*/ 4139172 w 4572002"/>
                  <a:gd name="connsiteY196" fmla="*/ 3734838 h 6858002"/>
                  <a:gd name="connsiteX197" fmla="*/ 4139554 w 4572002"/>
                  <a:gd name="connsiteY197" fmla="*/ 3754653 h 6858002"/>
                  <a:gd name="connsiteX198" fmla="*/ 4145911 w 4572002"/>
                  <a:gd name="connsiteY198" fmla="*/ 3789776 h 6858002"/>
                  <a:gd name="connsiteX199" fmla="*/ 4130980 w 4572002"/>
                  <a:gd name="connsiteY199" fmla="*/ 3822472 h 6858002"/>
                  <a:gd name="connsiteX200" fmla="*/ 4116645 w 4572002"/>
                  <a:gd name="connsiteY200" fmla="*/ 3852619 h 6858002"/>
                  <a:gd name="connsiteX201" fmla="*/ 4116645 w 4572002"/>
                  <a:gd name="connsiteY201" fmla="*/ 3852620 h 6858002"/>
                  <a:gd name="connsiteX202" fmla="*/ 4117425 w 4572002"/>
                  <a:gd name="connsiteY202" fmla="*/ 3868764 h 6858002"/>
                  <a:gd name="connsiteX203" fmla="*/ 4126028 w 4572002"/>
                  <a:gd name="connsiteY203" fmla="*/ 3885337 h 6858002"/>
                  <a:gd name="connsiteX204" fmla="*/ 4126028 w 4572002"/>
                  <a:gd name="connsiteY204" fmla="*/ 3885339 h 6858002"/>
                  <a:gd name="connsiteX205" fmla="*/ 4148409 w 4572002"/>
                  <a:gd name="connsiteY205" fmla="*/ 3923125 h 6858002"/>
                  <a:gd name="connsiteX206" fmla="*/ 4157913 w 4572002"/>
                  <a:gd name="connsiteY206" fmla="*/ 3962160 h 6858002"/>
                  <a:gd name="connsiteX207" fmla="*/ 4142221 w 4572002"/>
                  <a:gd name="connsiteY207" fmla="*/ 4043838 h 6858002"/>
                  <a:gd name="connsiteX208" fmla="*/ 4142220 w 4572002"/>
                  <a:gd name="connsiteY208" fmla="*/ 4043839 h 6858002"/>
                  <a:gd name="connsiteX209" fmla="*/ 4127099 w 4572002"/>
                  <a:gd name="connsiteY209" fmla="*/ 4103825 h 6858002"/>
                  <a:gd name="connsiteX210" fmla="*/ 4127099 w 4572002"/>
                  <a:gd name="connsiteY210" fmla="*/ 4103826 h 6858002"/>
                  <a:gd name="connsiteX211" fmla="*/ 4129066 w 4572002"/>
                  <a:gd name="connsiteY211" fmla="*/ 4134256 h 6858002"/>
                  <a:gd name="connsiteX212" fmla="*/ 4138410 w 4572002"/>
                  <a:gd name="connsiteY212" fmla="*/ 4165382 h 6858002"/>
                  <a:gd name="connsiteX213" fmla="*/ 4138410 w 4572002"/>
                  <a:gd name="connsiteY213" fmla="*/ 4165384 h 6858002"/>
                  <a:gd name="connsiteX214" fmla="*/ 4142315 w 4572002"/>
                  <a:gd name="connsiteY214" fmla="*/ 4192388 h 6858002"/>
                  <a:gd name="connsiteX215" fmla="*/ 4142315 w 4572002"/>
                  <a:gd name="connsiteY215" fmla="*/ 4192387 h 6858002"/>
                  <a:gd name="connsiteX216" fmla="*/ 4138410 w 4572002"/>
                  <a:gd name="connsiteY216" fmla="*/ 4165383 h 6858002"/>
                  <a:gd name="connsiteX217" fmla="*/ 4138410 w 4572002"/>
                  <a:gd name="connsiteY217" fmla="*/ 4165382 h 6858002"/>
                  <a:gd name="connsiteX218" fmla="*/ 4127099 w 4572002"/>
                  <a:gd name="connsiteY218" fmla="*/ 4103826 h 6858002"/>
                  <a:gd name="connsiteX219" fmla="*/ 4142220 w 4572002"/>
                  <a:gd name="connsiteY219" fmla="*/ 4043840 h 6858002"/>
                  <a:gd name="connsiteX220" fmla="*/ 4142221 w 4572002"/>
                  <a:gd name="connsiteY220" fmla="*/ 4043838 h 6858002"/>
                  <a:gd name="connsiteX221" fmla="*/ 4155523 w 4572002"/>
                  <a:gd name="connsiteY221" fmla="*/ 4002410 h 6858002"/>
                  <a:gd name="connsiteX222" fmla="*/ 4157913 w 4572002"/>
                  <a:gd name="connsiteY222" fmla="*/ 3962160 h 6858002"/>
                  <a:gd name="connsiteX223" fmla="*/ 4157913 w 4572002"/>
                  <a:gd name="connsiteY223" fmla="*/ 3962159 h 6858002"/>
                  <a:gd name="connsiteX224" fmla="*/ 4126028 w 4572002"/>
                  <a:gd name="connsiteY224" fmla="*/ 3885338 h 6858002"/>
                  <a:gd name="connsiteX225" fmla="*/ 4126028 w 4572002"/>
                  <a:gd name="connsiteY225" fmla="*/ 3885337 h 6858002"/>
                  <a:gd name="connsiteX226" fmla="*/ 4116645 w 4572002"/>
                  <a:gd name="connsiteY226" fmla="*/ 3852620 h 6858002"/>
                  <a:gd name="connsiteX227" fmla="*/ 4130980 w 4572002"/>
                  <a:gd name="connsiteY227" fmla="*/ 3822473 h 6858002"/>
                  <a:gd name="connsiteX228" fmla="*/ 4145911 w 4572002"/>
                  <a:gd name="connsiteY228" fmla="*/ 3789777 h 6858002"/>
                  <a:gd name="connsiteX229" fmla="*/ 4145911 w 4572002"/>
                  <a:gd name="connsiteY229" fmla="*/ 3789776 h 6858002"/>
                  <a:gd name="connsiteX230" fmla="*/ 4139554 w 4572002"/>
                  <a:gd name="connsiteY230" fmla="*/ 3754652 h 6858002"/>
                  <a:gd name="connsiteX231" fmla="*/ 4139172 w 4572002"/>
                  <a:gd name="connsiteY231" fmla="*/ 3734838 h 6858002"/>
                  <a:gd name="connsiteX232" fmla="*/ 4143220 w 4572002"/>
                  <a:gd name="connsiteY232" fmla="*/ 3680164 h 6858002"/>
                  <a:gd name="connsiteX233" fmla="*/ 4143220 w 4572002"/>
                  <a:gd name="connsiteY233" fmla="*/ 3680163 h 6858002"/>
                  <a:gd name="connsiteX234" fmla="*/ 4140382 w 4572002"/>
                  <a:gd name="connsiteY234" fmla="*/ 3668940 h 6858002"/>
                  <a:gd name="connsiteX235" fmla="*/ 4136708 w 4572002"/>
                  <a:gd name="connsiteY235" fmla="*/ 3654416 h 6858002"/>
                  <a:gd name="connsiteX236" fmla="*/ 4136708 w 4572002"/>
                  <a:gd name="connsiteY236" fmla="*/ 3654416 h 6858002"/>
                  <a:gd name="connsiteX237" fmla="*/ 4136708 w 4572002"/>
                  <a:gd name="connsiteY237" fmla="*/ 3654415 h 6858002"/>
                  <a:gd name="connsiteX238" fmla="*/ 4118979 w 4572002"/>
                  <a:gd name="connsiteY238" fmla="*/ 3630632 h 6858002"/>
                  <a:gd name="connsiteX239" fmla="*/ 4105453 w 4572002"/>
                  <a:gd name="connsiteY239" fmla="*/ 3606817 h 6858002"/>
                  <a:gd name="connsiteX240" fmla="*/ 4095707 w 4572002"/>
                  <a:gd name="connsiteY240" fmla="*/ 3587174 h 6858002"/>
                  <a:gd name="connsiteX241" fmla="*/ 4093355 w 4572002"/>
                  <a:gd name="connsiteY241" fmla="*/ 3574408 h 6858002"/>
                  <a:gd name="connsiteX242" fmla="*/ 4098434 w 4572002"/>
                  <a:gd name="connsiteY242" fmla="*/ 3562321 h 6858002"/>
                  <a:gd name="connsiteX243" fmla="*/ 4110977 w 4572002"/>
                  <a:gd name="connsiteY243" fmla="*/ 3544714 h 6858002"/>
                  <a:gd name="connsiteX244" fmla="*/ 4133076 w 4572002"/>
                  <a:gd name="connsiteY244" fmla="*/ 3489468 h 6858002"/>
                  <a:gd name="connsiteX245" fmla="*/ 4180703 w 4572002"/>
                  <a:gd name="connsiteY245" fmla="*/ 3172655 h 6858002"/>
                  <a:gd name="connsiteX246" fmla="*/ 4193158 w 4572002"/>
                  <a:gd name="connsiteY246" fmla="*/ 3077402 h 6858002"/>
                  <a:gd name="connsiteX247" fmla="*/ 4193158 w 4572002"/>
                  <a:gd name="connsiteY247" fmla="*/ 3077401 h 6858002"/>
                  <a:gd name="connsiteX248" fmla="*/ 4181465 w 4572002"/>
                  <a:gd name="connsiteY248" fmla="*/ 2982148 h 6858002"/>
                  <a:gd name="connsiteX249" fmla="*/ 4177881 w 4572002"/>
                  <a:gd name="connsiteY249" fmla="*/ 2947863 h 6858002"/>
                  <a:gd name="connsiteX250" fmla="*/ 4177882 w 4572002"/>
                  <a:gd name="connsiteY250" fmla="*/ 2947858 h 6858002"/>
                  <a:gd name="connsiteX251" fmla="*/ 4185787 w 4572002"/>
                  <a:gd name="connsiteY251" fmla="*/ 2903551 h 6858002"/>
                  <a:gd name="connsiteX252" fmla="*/ 4202421 w 4572002"/>
                  <a:gd name="connsiteY252" fmla="*/ 2848794 h 6858002"/>
                  <a:gd name="connsiteX253" fmla="*/ 4211111 w 4572002"/>
                  <a:gd name="connsiteY253" fmla="*/ 2836173 h 6858002"/>
                  <a:gd name="connsiteX254" fmla="*/ 3726625 w 4572002"/>
                  <a:gd name="connsiteY254" fmla="*/ 1508458 h 6858002"/>
                  <a:gd name="connsiteX255" fmla="*/ 3698531 w 4572002"/>
                  <a:gd name="connsiteY255" fmla="*/ 1596214 h 6858002"/>
                  <a:gd name="connsiteX256" fmla="*/ 3700436 w 4572002"/>
                  <a:gd name="connsiteY256" fmla="*/ 1624981 h 6858002"/>
                  <a:gd name="connsiteX257" fmla="*/ 3757017 w 4572002"/>
                  <a:gd name="connsiteY257" fmla="*/ 1697754 h 6858002"/>
                  <a:gd name="connsiteX258" fmla="*/ 3779686 w 4572002"/>
                  <a:gd name="connsiteY258" fmla="*/ 1733189 h 6858002"/>
                  <a:gd name="connsiteX259" fmla="*/ 3821407 w 4572002"/>
                  <a:gd name="connsiteY259" fmla="*/ 1833776 h 6858002"/>
                  <a:gd name="connsiteX260" fmla="*/ 3829028 w 4572002"/>
                  <a:gd name="connsiteY260" fmla="*/ 1842159 h 6858002"/>
                  <a:gd name="connsiteX261" fmla="*/ 3919519 w 4572002"/>
                  <a:gd name="connsiteY261" fmla="*/ 1916455 h 6858002"/>
                  <a:gd name="connsiteX262" fmla="*/ 3934949 w 4572002"/>
                  <a:gd name="connsiteY262" fmla="*/ 1933220 h 6858002"/>
                  <a:gd name="connsiteX263" fmla="*/ 3958954 w 4572002"/>
                  <a:gd name="connsiteY263" fmla="*/ 1953414 h 6858002"/>
                  <a:gd name="connsiteX264" fmla="*/ 4005437 w 4572002"/>
                  <a:gd name="connsiteY264" fmla="*/ 2016470 h 6858002"/>
                  <a:gd name="connsiteX265" fmla="*/ 4020296 w 4572002"/>
                  <a:gd name="connsiteY265" fmla="*/ 2094579 h 6858002"/>
                  <a:gd name="connsiteX266" fmla="*/ 4042967 w 4572002"/>
                  <a:gd name="connsiteY266" fmla="*/ 2188880 h 6858002"/>
                  <a:gd name="connsiteX267" fmla="*/ 4058207 w 4572002"/>
                  <a:gd name="connsiteY267" fmla="*/ 2228315 h 6858002"/>
                  <a:gd name="connsiteX268" fmla="*/ 4087164 w 4572002"/>
                  <a:gd name="connsiteY268" fmla="*/ 2334045 h 6858002"/>
                  <a:gd name="connsiteX269" fmla="*/ 4111549 w 4572002"/>
                  <a:gd name="connsiteY269" fmla="*/ 2409486 h 6858002"/>
                  <a:gd name="connsiteX270" fmla="*/ 4128650 w 4572002"/>
                  <a:gd name="connsiteY270" fmla="*/ 2435913 h 6858002"/>
                  <a:gd name="connsiteX271" fmla="*/ 4134481 w 4572002"/>
                  <a:gd name="connsiteY271" fmla="*/ 2463018 h 6858002"/>
                  <a:gd name="connsiteX272" fmla="*/ 4125839 w 4572002"/>
                  <a:gd name="connsiteY272" fmla="*/ 2518262 h 6858002"/>
                  <a:gd name="connsiteX273" fmla="*/ 4125838 w 4572002"/>
                  <a:gd name="connsiteY273" fmla="*/ 2518264 h 6858002"/>
                  <a:gd name="connsiteX274" fmla="*/ 4122194 w 4572002"/>
                  <a:gd name="connsiteY274" fmla="*/ 2545006 h 6858002"/>
                  <a:gd name="connsiteX275" fmla="*/ 4122194 w 4572002"/>
                  <a:gd name="connsiteY275" fmla="*/ 2545007 h 6858002"/>
                  <a:gd name="connsiteX276" fmla="*/ 4126408 w 4572002"/>
                  <a:gd name="connsiteY276" fmla="*/ 2571035 h 6858002"/>
                  <a:gd name="connsiteX277" fmla="*/ 4199563 w 4572002"/>
                  <a:gd name="connsiteY277" fmla="*/ 2668002 h 6858002"/>
                  <a:gd name="connsiteX278" fmla="*/ 4247953 w 4572002"/>
                  <a:gd name="connsiteY278" fmla="*/ 2745349 h 6858002"/>
                  <a:gd name="connsiteX279" fmla="*/ 4247954 w 4572002"/>
                  <a:gd name="connsiteY279" fmla="*/ 2745352 h 6858002"/>
                  <a:gd name="connsiteX280" fmla="*/ 4253873 w 4572002"/>
                  <a:gd name="connsiteY280" fmla="*/ 2778006 h 6858002"/>
                  <a:gd name="connsiteX281" fmla="*/ 4253453 w 4572002"/>
                  <a:gd name="connsiteY281" fmla="*/ 2785440 h 6858002"/>
                  <a:gd name="connsiteX282" fmla="*/ 4243374 w 4572002"/>
                  <a:gd name="connsiteY282" fmla="*/ 2811780 h 6858002"/>
                  <a:gd name="connsiteX283" fmla="*/ 4243371 w 4572002"/>
                  <a:gd name="connsiteY283" fmla="*/ 2811787 h 6858002"/>
                  <a:gd name="connsiteX284" fmla="*/ 4243372 w 4572002"/>
                  <a:gd name="connsiteY284" fmla="*/ 2811787 h 6858002"/>
                  <a:gd name="connsiteX285" fmla="*/ 4243374 w 4572002"/>
                  <a:gd name="connsiteY285" fmla="*/ 2811780 h 6858002"/>
                  <a:gd name="connsiteX286" fmla="*/ 4253025 w 4572002"/>
                  <a:gd name="connsiteY286" fmla="*/ 2793023 h 6858002"/>
                  <a:gd name="connsiteX287" fmla="*/ 4253453 w 4572002"/>
                  <a:gd name="connsiteY287" fmla="*/ 2785440 h 6858002"/>
                  <a:gd name="connsiteX288" fmla="*/ 4254654 w 4572002"/>
                  <a:gd name="connsiteY288" fmla="*/ 2782305 h 6858002"/>
                  <a:gd name="connsiteX289" fmla="*/ 4253873 w 4572002"/>
                  <a:gd name="connsiteY289" fmla="*/ 2778006 h 6858002"/>
                  <a:gd name="connsiteX290" fmla="*/ 4254284 w 4572002"/>
                  <a:gd name="connsiteY290" fmla="*/ 2770758 h 6858002"/>
                  <a:gd name="connsiteX291" fmla="*/ 4247954 w 4572002"/>
                  <a:gd name="connsiteY291" fmla="*/ 2745352 h 6858002"/>
                  <a:gd name="connsiteX292" fmla="*/ 4247953 w 4572002"/>
                  <a:gd name="connsiteY292" fmla="*/ 2745348 h 6858002"/>
                  <a:gd name="connsiteX293" fmla="*/ 4199563 w 4572002"/>
                  <a:gd name="connsiteY293" fmla="*/ 2668001 h 6858002"/>
                  <a:gd name="connsiteX294" fmla="*/ 4126408 w 4572002"/>
                  <a:gd name="connsiteY294" fmla="*/ 2571034 h 6858002"/>
                  <a:gd name="connsiteX295" fmla="*/ 4122194 w 4572002"/>
                  <a:gd name="connsiteY295" fmla="*/ 2545007 h 6858002"/>
                  <a:gd name="connsiteX296" fmla="*/ 4125838 w 4572002"/>
                  <a:gd name="connsiteY296" fmla="*/ 2518265 h 6858002"/>
                  <a:gd name="connsiteX297" fmla="*/ 4125839 w 4572002"/>
                  <a:gd name="connsiteY297" fmla="*/ 2518262 h 6858002"/>
                  <a:gd name="connsiteX298" fmla="*/ 4132419 w 4572002"/>
                  <a:gd name="connsiteY298" fmla="*/ 2490551 h 6858002"/>
                  <a:gd name="connsiteX299" fmla="*/ 4134481 w 4572002"/>
                  <a:gd name="connsiteY299" fmla="*/ 2463018 h 6858002"/>
                  <a:gd name="connsiteX300" fmla="*/ 4134481 w 4572002"/>
                  <a:gd name="connsiteY300" fmla="*/ 2463017 h 6858002"/>
                  <a:gd name="connsiteX301" fmla="*/ 4111549 w 4572002"/>
                  <a:gd name="connsiteY301" fmla="*/ 2409485 h 6858002"/>
                  <a:gd name="connsiteX302" fmla="*/ 4087164 w 4572002"/>
                  <a:gd name="connsiteY302" fmla="*/ 2334044 h 6858002"/>
                  <a:gd name="connsiteX303" fmla="*/ 4058207 w 4572002"/>
                  <a:gd name="connsiteY303" fmla="*/ 2228314 h 6858002"/>
                  <a:gd name="connsiteX304" fmla="*/ 4042967 w 4572002"/>
                  <a:gd name="connsiteY304" fmla="*/ 2188879 h 6858002"/>
                  <a:gd name="connsiteX305" fmla="*/ 4020296 w 4572002"/>
                  <a:gd name="connsiteY305" fmla="*/ 2094578 h 6858002"/>
                  <a:gd name="connsiteX306" fmla="*/ 4005437 w 4572002"/>
                  <a:gd name="connsiteY306" fmla="*/ 2016469 h 6858002"/>
                  <a:gd name="connsiteX307" fmla="*/ 3958954 w 4572002"/>
                  <a:gd name="connsiteY307" fmla="*/ 1953413 h 6858002"/>
                  <a:gd name="connsiteX308" fmla="*/ 3934949 w 4572002"/>
                  <a:gd name="connsiteY308" fmla="*/ 1933219 h 6858002"/>
                  <a:gd name="connsiteX309" fmla="*/ 3919519 w 4572002"/>
                  <a:gd name="connsiteY309" fmla="*/ 1916454 h 6858002"/>
                  <a:gd name="connsiteX310" fmla="*/ 3829028 w 4572002"/>
                  <a:gd name="connsiteY310" fmla="*/ 1842158 h 6858002"/>
                  <a:gd name="connsiteX311" fmla="*/ 3821407 w 4572002"/>
                  <a:gd name="connsiteY311" fmla="*/ 1833775 h 6858002"/>
                  <a:gd name="connsiteX312" fmla="*/ 3779686 w 4572002"/>
                  <a:gd name="connsiteY312" fmla="*/ 1733188 h 6858002"/>
                  <a:gd name="connsiteX313" fmla="*/ 3757018 w 4572002"/>
                  <a:gd name="connsiteY313" fmla="*/ 1697753 h 6858002"/>
                  <a:gd name="connsiteX314" fmla="*/ 3700436 w 4572002"/>
                  <a:gd name="connsiteY314" fmla="*/ 1624980 h 6858002"/>
                  <a:gd name="connsiteX315" fmla="*/ 3698532 w 4572002"/>
                  <a:gd name="connsiteY315" fmla="*/ 1596213 h 6858002"/>
                  <a:gd name="connsiteX316" fmla="*/ 3745230 w 4572002"/>
                  <a:gd name="connsiteY316" fmla="*/ 1459073 h 6858002"/>
                  <a:gd name="connsiteX317" fmla="*/ 3745229 w 4572002"/>
                  <a:gd name="connsiteY317" fmla="*/ 1459074 h 6858002"/>
                  <a:gd name="connsiteX318" fmla="*/ 3736012 w 4572002"/>
                  <a:gd name="connsiteY318" fmla="*/ 1481572 h 6858002"/>
                  <a:gd name="connsiteX319" fmla="*/ 3764423 w 4572002"/>
                  <a:gd name="connsiteY319" fmla="*/ 1268758 h 6858002"/>
                  <a:gd name="connsiteX320" fmla="*/ 3769590 w 4572002"/>
                  <a:gd name="connsiteY320" fmla="*/ 1286070 h 6858002"/>
                  <a:gd name="connsiteX321" fmla="*/ 3791927 w 4572002"/>
                  <a:gd name="connsiteY321" fmla="*/ 1350628 h 6858002"/>
                  <a:gd name="connsiteX322" fmla="*/ 3786333 w 4572002"/>
                  <a:gd name="connsiteY322" fmla="*/ 1413840 h 6858002"/>
                  <a:gd name="connsiteX323" fmla="*/ 3791928 w 4572002"/>
                  <a:gd name="connsiteY323" fmla="*/ 1350627 h 6858002"/>
                  <a:gd name="connsiteX324" fmla="*/ 3769590 w 4572002"/>
                  <a:gd name="connsiteY324" fmla="*/ 1286069 h 6858002"/>
                  <a:gd name="connsiteX325" fmla="*/ 3706152 w 4572002"/>
                  <a:gd name="connsiteY325" fmla="*/ 773035 h 6858002"/>
                  <a:gd name="connsiteX326" fmla="*/ 3706152 w 4572002"/>
                  <a:gd name="connsiteY326" fmla="*/ 773036 h 6858002"/>
                  <a:gd name="connsiteX327" fmla="*/ 3714152 w 4572002"/>
                  <a:gd name="connsiteY327" fmla="*/ 854380 h 6858002"/>
                  <a:gd name="connsiteX328" fmla="*/ 3745205 w 4572002"/>
                  <a:gd name="connsiteY328" fmla="*/ 915344 h 6858002"/>
                  <a:gd name="connsiteX329" fmla="*/ 3755683 w 4572002"/>
                  <a:gd name="connsiteY329" fmla="*/ 927156 h 6858002"/>
                  <a:gd name="connsiteX330" fmla="*/ 3752063 w 4572002"/>
                  <a:gd name="connsiteY330" fmla="*/ 1097088 h 6858002"/>
                  <a:gd name="connsiteX331" fmla="*/ 3747681 w 4572002"/>
                  <a:gd name="connsiteY331" fmla="*/ 1123186 h 6858002"/>
                  <a:gd name="connsiteX332" fmla="*/ 3772400 w 4572002"/>
                  <a:gd name="connsiteY332" fmla="*/ 1184029 h 6858002"/>
                  <a:gd name="connsiteX333" fmla="*/ 3747682 w 4572002"/>
                  <a:gd name="connsiteY333" fmla="*/ 1123185 h 6858002"/>
                  <a:gd name="connsiteX334" fmla="*/ 3752064 w 4572002"/>
                  <a:gd name="connsiteY334" fmla="*/ 1097087 h 6858002"/>
                  <a:gd name="connsiteX335" fmla="*/ 3755684 w 4572002"/>
                  <a:gd name="connsiteY335" fmla="*/ 927155 h 6858002"/>
                  <a:gd name="connsiteX336" fmla="*/ 3745206 w 4572002"/>
                  <a:gd name="connsiteY336" fmla="*/ 915343 h 6858002"/>
                  <a:gd name="connsiteX337" fmla="*/ 3714152 w 4572002"/>
                  <a:gd name="connsiteY337" fmla="*/ 854379 h 6858002"/>
                  <a:gd name="connsiteX338" fmla="*/ 3761553 w 4572002"/>
                  <a:gd name="connsiteY338" fmla="*/ 517851 h 6858002"/>
                  <a:gd name="connsiteX339" fmla="*/ 3752635 w 4572002"/>
                  <a:gd name="connsiteY339" fmla="*/ 556048 h 6858002"/>
                  <a:gd name="connsiteX340" fmla="*/ 3746157 w 4572002"/>
                  <a:gd name="connsiteY340" fmla="*/ 580051 h 6858002"/>
                  <a:gd name="connsiteX341" fmla="*/ 3742776 w 4572002"/>
                  <a:gd name="connsiteY341" fmla="*/ 642538 h 6858002"/>
                  <a:gd name="connsiteX342" fmla="*/ 3730253 w 4572002"/>
                  <a:gd name="connsiteY342" fmla="*/ 694928 h 6858002"/>
                  <a:gd name="connsiteX343" fmla="*/ 3742777 w 4572002"/>
                  <a:gd name="connsiteY343" fmla="*/ 642537 h 6858002"/>
                  <a:gd name="connsiteX344" fmla="*/ 3746158 w 4572002"/>
                  <a:gd name="connsiteY344" fmla="*/ 580050 h 6858002"/>
                  <a:gd name="connsiteX345" fmla="*/ 3752636 w 4572002"/>
                  <a:gd name="connsiteY345" fmla="*/ 556047 h 6858002"/>
                  <a:gd name="connsiteX346" fmla="*/ 3774848 w 4572002"/>
                  <a:gd name="connsiteY346" fmla="*/ 298169 h 6858002"/>
                  <a:gd name="connsiteX347" fmla="*/ 3760065 w 4572002"/>
                  <a:gd name="connsiteY347" fmla="*/ 313534 h 6858002"/>
                  <a:gd name="connsiteX348" fmla="*/ 3759493 w 4572002"/>
                  <a:gd name="connsiteY348" fmla="*/ 338871 h 6858002"/>
                  <a:gd name="connsiteX349" fmla="*/ 3759500 w 4572002"/>
                  <a:gd name="connsiteY349" fmla="*/ 338900 h 6858002"/>
                  <a:gd name="connsiteX350" fmla="*/ 3769400 w 4572002"/>
                  <a:gd name="connsiteY350" fmla="*/ 395640 h 6858002"/>
                  <a:gd name="connsiteX351" fmla="*/ 3765590 w 4572002"/>
                  <a:gd name="connsiteY351" fmla="*/ 367328 h 6858002"/>
                  <a:gd name="connsiteX352" fmla="*/ 3759500 w 4572002"/>
                  <a:gd name="connsiteY352" fmla="*/ 338900 h 6858002"/>
                  <a:gd name="connsiteX353" fmla="*/ 3759494 w 4572002"/>
                  <a:gd name="connsiteY353" fmla="*/ 338870 h 6858002"/>
                  <a:gd name="connsiteX354" fmla="*/ 3760066 w 4572002"/>
                  <a:gd name="connsiteY354" fmla="*/ 313533 h 6858002"/>
                  <a:gd name="connsiteX355" fmla="*/ 3782393 w 4572002"/>
                  <a:gd name="connsiteY355" fmla="*/ 281568 h 6858002"/>
                  <a:gd name="connsiteX356" fmla="*/ 3777498 w 4572002"/>
                  <a:gd name="connsiteY356" fmla="*/ 295415 h 6858002"/>
                  <a:gd name="connsiteX357" fmla="*/ 3777499 w 4572002"/>
                  <a:gd name="connsiteY357" fmla="*/ 295415 h 6858002"/>
                  <a:gd name="connsiteX358" fmla="*/ 3769073 w 4572002"/>
                  <a:gd name="connsiteY358" fmla="*/ 24486 h 6858002"/>
                  <a:gd name="connsiteX359" fmla="*/ 3766810 w 4572002"/>
                  <a:gd name="connsiteY359" fmla="*/ 74129 h 6858002"/>
                  <a:gd name="connsiteX360" fmla="*/ 3772734 w 4572002"/>
                  <a:gd name="connsiteY360" fmla="*/ 125861 h 6858002"/>
                  <a:gd name="connsiteX361" fmla="*/ 3777129 w 4572002"/>
                  <a:gd name="connsiteY361" fmla="*/ 153387 h 6858002"/>
                  <a:gd name="connsiteX362" fmla="*/ 3785402 w 4572002"/>
                  <a:gd name="connsiteY362" fmla="*/ 228944 h 6858002"/>
                  <a:gd name="connsiteX363" fmla="*/ 3780943 w 4572002"/>
                  <a:gd name="connsiteY363" fmla="*/ 177271 h 6858002"/>
                  <a:gd name="connsiteX364" fmla="*/ 3777129 w 4572002"/>
                  <a:gd name="connsiteY364" fmla="*/ 153387 h 6858002"/>
                  <a:gd name="connsiteX365" fmla="*/ 3776930 w 4572002"/>
                  <a:gd name="connsiteY365" fmla="*/ 151569 h 6858002"/>
                  <a:gd name="connsiteX366" fmla="*/ 3766811 w 4572002"/>
                  <a:gd name="connsiteY366" fmla="*/ 74129 h 6858002"/>
                  <a:gd name="connsiteX367" fmla="*/ 3766492 w 4572002"/>
                  <a:gd name="connsiteY367" fmla="*/ 0 h 6858002"/>
                  <a:gd name="connsiteX368" fmla="*/ 4230600 w 4572002"/>
                  <a:gd name="connsiteY368" fmla="*/ 0 h 6858002"/>
                  <a:gd name="connsiteX369" fmla="*/ 4229473 w 4572002"/>
                  <a:gd name="connsiteY369" fmla="*/ 2817 h 6858002"/>
                  <a:gd name="connsiteX370" fmla="*/ 4215375 w 4572002"/>
                  <a:gd name="connsiteY370" fmla="*/ 63587 h 6858002"/>
                  <a:gd name="connsiteX371" fmla="*/ 4201468 w 4572002"/>
                  <a:gd name="connsiteY371" fmla="*/ 176939 h 6858002"/>
                  <a:gd name="connsiteX372" fmla="*/ 4193466 w 4572002"/>
                  <a:gd name="connsiteY372" fmla="*/ 200182 h 6858002"/>
                  <a:gd name="connsiteX373" fmla="*/ 4155554 w 4572002"/>
                  <a:gd name="connsiteY373" fmla="*/ 340774 h 6858002"/>
                  <a:gd name="connsiteX374" fmla="*/ 4156319 w 4572002"/>
                  <a:gd name="connsiteY374" fmla="*/ 453364 h 6858002"/>
                  <a:gd name="connsiteX375" fmla="*/ 4158033 w 4572002"/>
                  <a:gd name="connsiteY375" fmla="*/ 462126 h 6858002"/>
                  <a:gd name="connsiteX376" fmla="*/ 4170605 w 4572002"/>
                  <a:gd name="connsiteY376" fmla="*/ 505182 h 6858002"/>
                  <a:gd name="connsiteX377" fmla="*/ 4167177 w 4572002"/>
                  <a:gd name="connsiteY377" fmla="*/ 571860 h 6858002"/>
                  <a:gd name="connsiteX378" fmla="*/ 4149840 w 4572002"/>
                  <a:gd name="connsiteY378" fmla="*/ 617772 h 6858002"/>
                  <a:gd name="connsiteX379" fmla="*/ 4149078 w 4572002"/>
                  <a:gd name="connsiteY379" fmla="*/ 674923 h 6858002"/>
                  <a:gd name="connsiteX380" fmla="*/ 4159937 w 4572002"/>
                  <a:gd name="connsiteY380" fmla="*/ 740268 h 6858002"/>
                  <a:gd name="connsiteX381" fmla="*/ 4162223 w 4572002"/>
                  <a:gd name="connsiteY381" fmla="*/ 769605 h 6858002"/>
                  <a:gd name="connsiteX382" fmla="*/ 4184703 w 4572002"/>
                  <a:gd name="connsiteY382" fmla="*/ 850189 h 6858002"/>
                  <a:gd name="connsiteX383" fmla="*/ 4179179 w 4572002"/>
                  <a:gd name="connsiteY383" fmla="*/ 898198 h 6858002"/>
                  <a:gd name="connsiteX384" fmla="*/ 4164319 w 4572002"/>
                  <a:gd name="connsiteY384" fmla="*/ 945444 h 6858002"/>
                  <a:gd name="connsiteX385" fmla="*/ 4150030 w 4572002"/>
                  <a:gd name="connsiteY385" fmla="*/ 975733 h 6858002"/>
                  <a:gd name="connsiteX386" fmla="*/ 4139934 w 4572002"/>
                  <a:gd name="connsiteY386" fmla="*/ 1036887 h 6858002"/>
                  <a:gd name="connsiteX387" fmla="*/ 4141458 w 4572002"/>
                  <a:gd name="connsiteY387" fmla="*/ 1048125 h 6858002"/>
                  <a:gd name="connsiteX388" fmla="*/ 4154032 w 4572002"/>
                  <a:gd name="connsiteY388" fmla="*/ 1230633 h 6858002"/>
                  <a:gd name="connsiteX389" fmla="*/ 4174225 w 4572002"/>
                  <a:gd name="connsiteY389" fmla="*/ 1303024 h 6858002"/>
                  <a:gd name="connsiteX390" fmla="*/ 4176701 w 4572002"/>
                  <a:gd name="connsiteY390" fmla="*/ 1318456 h 6858002"/>
                  <a:gd name="connsiteX391" fmla="*/ 4199372 w 4572002"/>
                  <a:gd name="connsiteY391" fmla="*/ 1472575 h 6858002"/>
                  <a:gd name="connsiteX392" fmla="*/ 4200325 w 4572002"/>
                  <a:gd name="connsiteY392" fmla="*/ 1489720 h 6858002"/>
                  <a:gd name="connsiteX393" fmla="*/ 4196324 w 4572002"/>
                  <a:gd name="connsiteY393" fmla="*/ 1537537 h 6858002"/>
                  <a:gd name="connsiteX394" fmla="*/ 4237474 w 4572002"/>
                  <a:gd name="connsiteY394" fmla="*/ 1650317 h 6858002"/>
                  <a:gd name="connsiteX395" fmla="*/ 4251572 w 4572002"/>
                  <a:gd name="connsiteY395" fmla="*/ 1763287 h 6858002"/>
                  <a:gd name="connsiteX396" fmla="*/ 4251380 w 4572002"/>
                  <a:gd name="connsiteY396" fmla="*/ 1825393 h 6858002"/>
                  <a:gd name="connsiteX397" fmla="*/ 4261478 w 4572002"/>
                  <a:gd name="connsiteY397" fmla="*/ 1869780 h 6858002"/>
                  <a:gd name="connsiteX398" fmla="*/ 4292149 w 4572002"/>
                  <a:gd name="connsiteY398" fmla="*/ 1978940 h 6858002"/>
                  <a:gd name="connsiteX399" fmla="*/ 4296911 w 4572002"/>
                  <a:gd name="connsiteY399" fmla="*/ 2030378 h 6858002"/>
                  <a:gd name="connsiteX400" fmla="*/ 4307201 w 4572002"/>
                  <a:gd name="connsiteY400" fmla="*/ 2085054 h 6858002"/>
                  <a:gd name="connsiteX401" fmla="*/ 4353302 w 4572002"/>
                  <a:gd name="connsiteY401" fmla="*/ 2220312 h 6858002"/>
                  <a:gd name="connsiteX402" fmla="*/ 4350636 w 4572002"/>
                  <a:gd name="connsiteY402" fmla="*/ 2330806 h 6858002"/>
                  <a:gd name="connsiteX403" fmla="*/ 4351206 w 4572002"/>
                  <a:gd name="connsiteY403" fmla="*/ 2401292 h 6858002"/>
                  <a:gd name="connsiteX404" fmla="*/ 4366446 w 4572002"/>
                  <a:gd name="connsiteY404" fmla="*/ 2485307 h 6858002"/>
                  <a:gd name="connsiteX405" fmla="*/ 4388736 w 4572002"/>
                  <a:gd name="connsiteY405" fmla="*/ 2554079 h 6858002"/>
                  <a:gd name="connsiteX406" fmla="*/ 4406453 w 4572002"/>
                  <a:gd name="connsiteY406" fmla="*/ 2649143 h 6858002"/>
                  <a:gd name="connsiteX407" fmla="*/ 4440554 w 4572002"/>
                  <a:gd name="connsiteY407" fmla="*/ 2743826 h 6858002"/>
                  <a:gd name="connsiteX408" fmla="*/ 4466653 w 4572002"/>
                  <a:gd name="connsiteY408" fmla="*/ 2809930 h 6858002"/>
                  <a:gd name="connsiteX409" fmla="*/ 4489705 w 4572002"/>
                  <a:gd name="connsiteY409" fmla="*/ 2901943 h 6858002"/>
                  <a:gd name="connsiteX410" fmla="*/ 4505897 w 4572002"/>
                  <a:gd name="connsiteY410" fmla="*/ 3042728 h 6858002"/>
                  <a:gd name="connsiteX411" fmla="*/ 4507613 w 4572002"/>
                  <a:gd name="connsiteY411" fmla="*/ 3107500 h 6858002"/>
                  <a:gd name="connsiteX412" fmla="*/ 4545521 w 4572002"/>
                  <a:gd name="connsiteY412" fmla="*/ 3209993 h 6858002"/>
                  <a:gd name="connsiteX413" fmla="*/ 4563811 w 4572002"/>
                  <a:gd name="connsiteY413" fmla="*/ 3253809 h 6858002"/>
                  <a:gd name="connsiteX414" fmla="*/ 4548570 w 4572002"/>
                  <a:gd name="connsiteY414" fmla="*/ 3293244 h 6858002"/>
                  <a:gd name="connsiteX415" fmla="*/ 4531043 w 4572002"/>
                  <a:gd name="connsiteY415" fmla="*/ 3318771 h 6858002"/>
                  <a:gd name="connsiteX416" fmla="*/ 4545904 w 4572002"/>
                  <a:gd name="connsiteY416" fmla="*/ 3399546 h 6858002"/>
                  <a:gd name="connsiteX417" fmla="*/ 4561524 w 4572002"/>
                  <a:gd name="connsiteY417" fmla="*/ 3485275 h 6858002"/>
                  <a:gd name="connsiteX418" fmla="*/ 4572002 w 4572002"/>
                  <a:gd name="connsiteY418" fmla="*/ 3546617 h 6858002"/>
                  <a:gd name="connsiteX419" fmla="*/ 4563620 w 4572002"/>
                  <a:gd name="connsiteY419" fmla="*/ 3623201 h 6858002"/>
                  <a:gd name="connsiteX420" fmla="*/ 4560192 w 4572002"/>
                  <a:gd name="connsiteY420" fmla="*/ 3683591 h 6858002"/>
                  <a:gd name="connsiteX421" fmla="*/ 4550476 w 4572002"/>
                  <a:gd name="connsiteY421" fmla="*/ 3732361 h 6858002"/>
                  <a:gd name="connsiteX422" fmla="*/ 4544759 w 4572002"/>
                  <a:gd name="connsiteY422" fmla="*/ 3749506 h 6858002"/>
                  <a:gd name="connsiteX423" fmla="*/ 4500182 w 4572002"/>
                  <a:gd name="connsiteY423" fmla="*/ 3885338 h 6858002"/>
                  <a:gd name="connsiteX424" fmla="*/ 4464557 w 4572002"/>
                  <a:gd name="connsiteY424" fmla="*/ 4030503 h 6858002"/>
                  <a:gd name="connsiteX425" fmla="*/ 4487039 w 4572002"/>
                  <a:gd name="connsiteY425" fmla="*/ 4124614 h 6858002"/>
                  <a:gd name="connsiteX426" fmla="*/ 4486656 w 4572002"/>
                  <a:gd name="connsiteY426" fmla="*/ 4159667 h 6858002"/>
                  <a:gd name="connsiteX427" fmla="*/ 4491801 w 4572002"/>
                  <a:gd name="connsiteY427" fmla="*/ 4320837 h 6858002"/>
                  <a:gd name="connsiteX428" fmla="*/ 4497325 w 4572002"/>
                  <a:gd name="connsiteY428" fmla="*/ 4349222 h 6858002"/>
                  <a:gd name="connsiteX429" fmla="*/ 4474653 w 4572002"/>
                  <a:gd name="connsiteY429" fmla="*/ 4502579 h 6858002"/>
                  <a:gd name="connsiteX430" fmla="*/ 4470844 w 4572002"/>
                  <a:gd name="connsiteY430" fmla="*/ 4558207 h 6858002"/>
                  <a:gd name="connsiteX431" fmla="*/ 4464557 w 4572002"/>
                  <a:gd name="connsiteY431" fmla="*/ 4609452 h 6858002"/>
                  <a:gd name="connsiteX432" fmla="*/ 4463033 w 4572002"/>
                  <a:gd name="connsiteY432" fmla="*/ 4681083 h 6858002"/>
                  <a:gd name="connsiteX433" fmla="*/ 4465891 w 4572002"/>
                  <a:gd name="connsiteY433" fmla="*/ 4755381 h 6858002"/>
                  <a:gd name="connsiteX434" fmla="*/ 4465319 w 4572002"/>
                  <a:gd name="connsiteY434" fmla="*/ 4838250 h 6858002"/>
                  <a:gd name="connsiteX435" fmla="*/ 4460367 w 4572002"/>
                  <a:gd name="connsiteY435" fmla="*/ 4871019 h 6858002"/>
                  <a:gd name="connsiteX436" fmla="*/ 4463795 w 4572002"/>
                  <a:gd name="connsiteY436" fmla="*/ 4959602 h 6858002"/>
                  <a:gd name="connsiteX437" fmla="*/ 4458082 w 4572002"/>
                  <a:gd name="connsiteY437" fmla="*/ 5006086 h 6858002"/>
                  <a:gd name="connsiteX438" fmla="*/ 4456937 w 4572002"/>
                  <a:gd name="connsiteY438" fmla="*/ 5082670 h 6858002"/>
                  <a:gd name="connsiteX439" fmla="*/ 4455603 w 4572002"/>
                  <a:gd name="connsiteY439" fmla="*/ 5107627 h 6858002"/>
                  <a:gd name="connsiteX440" fmla="*/ 4454840 w 4572002"/>
                  <a:gd name="connsiteY440" fmla="*/ 5129916 h 6858002"/>
                  <a:gd name="connsiteX441" fmla="*/ 4470464 w 4572002"/>
                  <a:gd name="connsiteY441" fmla="*/ 5206308 h 6858002"/>
                  <a:gd name="connsiteX442" fmla="*/ 4471415 w 4572002"/>
                  <a:gd name="connsiteY442" fmla="*/ 5274129 h 6858002"/>
                  <a:gd name="connsiteX443" fmla="*/ 4483990 w 4572002"/>
                  <a:gd name="connsiteY443" fmla="*/ 5393005 h 6858002"/>
                  <a:gd name="connsiteX444" fmla="*/ 4479607 w 4572002"/>
                  <a:gd name="connsiteY444" fmla="*/ 5419295 h 6858002"/>
                  <a:gd name="connsiteX445" fmla="*/ 4477894 w 4572002"/>
                  <a:gd name="connsiteY445" fmla="*/ 5501594 h 6858002"/>
                  <a:gd name="connsiteX446" fmla="*/ 4476560 w 4572002"/>
                  <a:gd name="connsiteY446" fmla="*/ 5548460 h 6858002"/>
                  <a:gd name="connsiteX447" fmla="*/ 4485703 w 4572002"/>
                  <a:gd name="connsiteY447" fmla="*/ 5606372 h 6858002"/>
                  <a:gd name="connsiteX448" fmla="*/ 4505134 w 4572002"/>
                  <a:gd name="connsiteY448" fmla="*/ 5706959 h 6858002"/>
                  <a:gd name="connsiteX449" fmla="*/ 4508183 w 4572002"/>
                  <a:gd name="connsiteY449" fmla="*/ 5733440 h 6858002"/>
                  <a:gd name="connsiteX450" fmla="*/ 4517519 w 4572002"/>
                  <a:gd name="connsiteY450" fmla="*/ 5781830 h 6858002"/>
                  <a:gd name="connsiteX451" fmla="*/ 4519234 w 4572002"/>
                  <a:gd name="connsiteY451" fmla="*/ 5790592 h 6858002"/>
                  <a:gd name="connsiteX452" fmla="*/ 4542855 w 4572002"/>
                  <a:gd name="connsiteY452" fmla="*/ 5864318 h 6858002"/>
                  <a:gd name="connsiteX453" fmla="*/ 4544759 w 4572002"/>
                  <a:gd name="connsiteY453" fmla="*/ 5902610 h 6858002"/>
                  <a:gd name="connsiteX454" fmla="*/ 4544951 w 4572002"/>
                  <a:gd name="connsiteY454" fmla="*/ 6012723 h 6858002"/>
                  <a:gd name="connsiteX455" fmla="*/ 4541332 w 4572002"/>
                  <a:gd name="connsiteY455" fmla="*/ 6059397 h 6858002"/>
                  <a:gd name="connsiteX456" fmla="*/ 4527426 w 4572002"/>
                  <a:gd name="connsiteY456" fmla="*/ 6171605 h 6858002"/>
                  <a:gd name="connsiteX457" fmla="*/ 4520568 w 4572002"/>
                  <a:gd name="connsiteY457" fmla="*/ 6242093 h 6858002"/>
                  <a:gd name="connsiteX458" fmla="*/ 4509706 w 4572002"/>
                  <a:gd name="connsiteY458" fmla="*/ 6323058 h 6858002"/>
                  <a:gd name="connsiteX459" fmla="*/ 4502848 w 4572002"/>
                  <a:gd name="connsiteY459" fmla="*/ 6415833 h 6858002"/>
                  <a:gd name="connsiteX460" fmla="*/ 4482084 w 4572002"/>
                  <a:gd name="connsiteY460" fmla="*/ 6584812 h 6858002"/>
                  <a:gd name="connsiteX461" fmla="*/ 4460557 w 4572002"/>
                  <a:gd name="connsiteY461" fmla="*/ 6748458 h 6858002"/>
                  <a:gd name="connsiteX462" fmla="*/ 4441507 w 4572002"/>
                  <a:gd name="connsiteY462" fmla="*/ 6815516 h 6858002"/>
                  <a:gd name="connsiteX463" fmla="*/ 4431806 w 4572002"/>
                  <a:gd name="connsiteY463" fmla="*/ 6858001 h 6858002"/>
                  <a:gd name="connsiteX464" fmla="*/ 4259554 w 4572002"/>
                  <a:gd name="connsiteY464" fmla="*/ 6858001 h 6858002"/>
                  <a:gd name="connsiteX465" fmla="*/ 4259554 w 4572002"/>
                  <a:gd name="connsiteY465" fmla="*/ 6858002 h 6858002"/>
                  <a:gd name="connsiteX466" fmla="*/ 0 w 4572002"/>
                  <a:gd name="connsiteY466" fmla="*/ 6858002 h 6858002"/>
                  <a:gd name="connsiteX467" fmla="*/ 0 w 4572002"/>
                  <a:gd name="connsiteY467" fmla="*/ 2 h 6858002"/>
                  <a:gd name="connsiteX468" fmla="*/ 3766492 w 4572002"/>
                  <a:gd name="connsiteY468" fmla="*/ 1 h 6858002"/>
                  <a:gd name="connsiteX469" fmla="*/ 3769210 w 4572002"/>
                  <a:gd name="connsiteY469" fmla="*/ 21486 h 6858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  <a:cxn ang="0">
                    <a:pos x="connsiteX337" y="connsiteY337"/>
                  </a:cxn>
                  <a:cxn ang="0">
                    <a:pos x="connsiteX338" y="connsiteY338"/>
                  </a:cxn>
                  <a:cxn ang="0">
                    <a:pos x="connsiteX339" y="connsiteY339"/>
                  </a:cxn>
                  <a:cxn ang="0">
                    <a:pos x="connsiteX340" y="connsiteY340"/>
                  </a:cxn>
                  <a:cxn ang="0">
                    <a:pos x="connsiteX341" y="connsiteY341"/>
                  </a:cxn>
                  <a:cxn ang="0">
                    <a:pos x="connsiteX342" y="connsiteY342"/>
                  </a:cxn>
                  <a:cxn ang="0">
                    <a:pos x="connsiteX343" y="connsiteY343"/>
                  </a:cxn>
                  <a:cxn ang="0">
                    <a:pos x="connsiteX344" y="connsiteY344"/>
                  </a:cxn>
                  <a:cxn ang="0">
                    <a:pos x="connsiteX345" y="connsiteY345"/>
                  </a:cxn>
                  <a:cxn ang="0">
                    <a:pos x="connsiteX346" y="connsiteY346"/>
                  </a:cxn>
                  <a:cxn ang="0">
                    <a:pos x="connsiteX347" y="connsiteY347"/>
                  </a:cxn>
                  <a:cxn ang="0">
                    <a:pos x="connsiteX348" y="connsiteY348"/>
                  </a:cxn>
                  <a:cxn ang="0">
                    <a:pos x="connsiteX349" y="connsiteY349"/>
                  </a:cxn>
                  <a:cxn ang="0">
                    <a:pos x="connsiteX350" y="connsiteY350"/>
                  </a:cxn>
                  <a:cxn ang="0">
                    <a:pos x="connsiteX351" y="connsiteY351"/>
                  </a:cxn>
                  <a:cxn ang="0">
                    <a:pos x="connsiteX352" y="connsiteY352"/>
                  </a:cxn>
                  <a:cxn ang="0">
                    <a:pos x="connsiteX353" y="connsiteY353"/>
                  </a:cxn>
                  <a:cxn ang="0">
                    <a:pos x="connsiteX354" y="connsiteY354"/>
                  </a:cxn>
                  <a:cxn ang="0">
                    <a:pos x="connsiteX355" y="connsiteY355"/>
                  </a:cxn>
                  <a:cxn ang="0">
                    <a:pos x="connsiteX356" y="connsiteY356"/>
                  </a:cxn>
                  <a:cxn ang="0">
                    <a:pos x="connsiteX357" y="connsiteY357"/>
                  </a:cxn>
                  <a:cxn ang="0">
                    <a:pos x="connsiteX358" y="connsiteY358"/>
                  </a:cxn>
                  <a:cxn ang="0">
                    <a:pos x="connsiteX359" y="connsiteY359"/>
                  </a:cxn>
                  <a:cxn ang="0">
                    <a:pos x="connsiteX360" y="connsiteY360"/>
                  </a:cxn>
                  <a:cxn ang="0">
                    <a:pos x="connsiteX361" y="connsiteY361"/>
                  </a:cxn>
                  <a:cxn ang="0">
                    <a:pos x="connsiteX362" y="connsiteY362"/>
                  </a:cxn>
                  <a:cxn ang="0">
                    <a:pos x="connsiteX363" y="connsiteY363"/>
                  </a:cxn>
                  <a:cxn ang="0">
                    <a:pos x="connsiteX364" y="connsiteY364"/>
                  </a:cxn>
                  <a:cxn ang="0">
                    <a:pos x="connsiteX365" y="connsiteY365"/>
                  </a:cxn>
                  <a:cxn ang="0">
                    <a:pos x="connsiteX366" y="connsiteY366"/>
                  </a:cxn>
                  <a:cxn ang="0">
                    <a:pos x="connsiteX367" y="connsiteY367"/>
                  </a:cxn>
                  <a:cxn ang="0">
                    <a:pos x="connsiteX368" y="connsiteY368"/>
                  </a:cxn>
                  <a:cxn ang="0">
                    <a:pos x="connsiteX369" y="connsiteY369"/>
                  </a:cxn>
                  <a:cxn ang="0">
                    <a:pos x="connsiteX370" y="connsiteY370"/>
                  </a:cxn>
                  <a:cxn ang="0">
                    <a:pos x="connsiteX371" y="connsiteY371"/>
                  </a:cxn>
                  <a:cxn ang="0">
                    <a:pos x="connsiteX372" y="connsiteY372"/>
                  </a:cxn>
                  <a:cxn ang="0">
                    <a:pos x="connsiteX373" y="connsiteY373"/>
                  </a:cxn>
                  <a:cxn ang="0">
                    <a:pos x="connsiteX374" y="connsiteY374"/>
                  </a:cxn>
                  <a:cxn ang="0">
                    <a:pos x="connsiteX375" y="connsiteY375"/>
                  </a:cxn>
                  <a:cxn ang="0">
                    <a:pos x="connsiteX376" y="connsiteY376"/>
                  </a:cxn>
                  <a:cxn ang="0">
                    <a:pos x="connsiteX377" y="connsiteY377"/>
                  </a:cxn>
                  <a:cxn ang="0">
                    <a:pos x="connsiteX378" y="connsiteY378"/>
                  </a:cxn>
                  <a:cxn ang="0">
                    <a:pos x="connsiteX379" y="connsiteY379"/>
                  </a:cxn>
                  <a:cxn ang="0">
                    <a:pos x="connsiteX380" y="connsiteY380"/>
                  </a:cxn>
                  <a:cxn ang="0">
                    <a:pos x="connsiteX381" y="connsiteY381"/>
                  </a:cxn>
                  <a:cxn ang="0">
                    <a:pos x="connsiteX382" y="connsiteY382"/>
                  </a:cxn>
                  <a:cxn ang="0">
                    <a:pos x="connsiteX383" y="connsiteY383"/>
                  </a:cxn>
                  <a:cxn ang="0">
                    <a:pos x="connsiteX384" y="connsiteY384"/>
                  </a:cxn>
                  <a:cxn ang="0">
                    <a:pos x="connsiteX385" y="connsiteY385"/>
                  </a:cxn>
                  <a:cxn ang="0">
                    <a:pos x="connsiteX386" y="connsiteY386"/>
                  </a:cxn>
                  <a:cxn ang="0">
                    <a:pos x="connsiteX387" y="connsiteY387"/>
                  </a:cxn>
                  <a:cxn ang="0">
                    <a:pos x="connsiteX388" y="connsiteY388"/>
                  </a:cxn>
                  <a:cxn ang="0">
                    <a:pos x="connsiteX389" y="connsiteY389"/>
                  </a:cxn>
                  <a:cxn ang="0">
                    <a:pos x="connsiteX390" y="connsiteY390"/>
                  </a:cxn>
                  <a:cxn ang="0">
                    <a:pos x="connsiteX391" y="connsiteY391"/>
                  </a:cxn>
                  <a:cxn ang="0">
                    <a:pos x="connsiteX392" y="connsiteY392"/>
                  </a:cxn>
                  <a:cxn ang="0">
                    <a:pos x="connsiteX393" y="connsiteY393"/>
                  </a:cxn>
                  <a:cxn ang="0">
                    <a:pos x="connsiteX394" y="connsiteY394"/>
                  </a:cxn>
                  <a:cxn ang="0">
                    <a:pos x="connsiteX395" y="connsiteY395"/>
                  </a:cxn>
                  <a:cxn ang="0">
                    <a:pos x="connsiteX396" y="connsiteY396"/>
                  </a:cxn>
                  <a:cxn ang="0">
                    <a:pos x="connsiteX397" y="connsiteY397"/>
                  </a:cxn>
                  <a:cxn ang="0">
                    <a:pos x="connsiteX398" y="connsiteY398"/>
                  </a:cxn>
                  <a:cxn ang="0">
                    <a:pos x="connsiteX399" y="connsiteY399"/>
                  </a:cxn>
                  <a:cxn ang="0">
                    <a:pos x="connsiteX400" y="connsiteY400"/>
                  </a:cxn>
                  <a:cxn ang="0">
                    <a:pos x="connsiteX401" y="connsiteY401"/>
                  </a:cxn>
                  <a:cxn ang="0">
                    <a:pos x="connsiteX402" y="connsiteY402"/>
                  </a:cxn>
                  <a:cxn ang="0">
                    <a:pos x="connsiteX403" y="connsiteY403"/>
                  </a:cxn>
                  <a:cxn ang="0">
                    <a:pos x="connsiteX404" y="connsiteY404"/>
                  </a:cxn>
                  <a:cxn ang="0">
                    <a:pos x="connsiteX405" y="connsiteY405"/>
                  </a:cxn>
                  <a:cxn ang="0">
                    <a:pos x="connsiteX406" y="connsiteY406"/>
                  </a:cxn>
                  <a:cxn ang="0">
                    <a:pos x="connsiteX407" y="connsiteY407"/>
                  </a:cxn>
                  <a:cxn ang="0">
                    <a:pos x="connsiteX408" y="connsiteY408"/>
                  </a:cxn>
                  <a:cxn ang="0">
                    <a:pos x="connsiteX409" y="connsiteY409"/>
                  </a:cxn>
                  <a:cxn ang="0">
                    <a:pos x="connsiteX410" y="connsiteY410"/>
                  </a:cxn>
                  <a:cxn ang="0">
                    <a:pos x="connsiteX411" y="connsiteY411"/>
                  </a:cxn>
                  <a:cxn ang="0">
                    <a:pos x="connsiteX412" y="connsiteY412"/>
                  </a:cxn>
                  <a:cxn ang="0">
                    <a:pos x="connsiteX413" y="connsiteY413"/>
                  </a:cxn>
                  <a:cxn ang="0">
                    <a:pos x="connsiteX414" y="connsiteY414"/>
                  </a:cxn>
                  <a:cxn ang="0">
                    <a:pos x="connsiteX415" y="connsiteY415"/>
                  </a:cxn>
                  <a:cxn ang="0">
                    <a:pos x="connsiteX416" y="connsiteY416"/>
                  </a:cxn>
                  <a:cxn ang="0">
                    <a:pos x="connsiteX417" y="connsiteY417"/>
                  </a:cxn>
                  <a:cxn ang="0">
                    <a:pos x="connsiteX418" y="connsiteY418"/>
                  </a:cxn>
                  <a:cxn ang="0">
                    <a:pos x="connsiteX419" y="connsiteY419"/>
                  </a:cxn>
                  <a:cxn ang="0">
                    <a:pos x="connsiteX420" y="connsiteY420"/>
                  </a:cxn>
                  <a:cxn ang="0">
                    <a:pos x="connsiteX421" y="connsiteY421"/>
                  </a:cxn>
                  <a:cxn ang="0">
                    <a:pos x="connsiteX422" y="connsiteY422"/>
                  </a:cxn>
                  <a:cxn ang="0">
                    <a:pos x="connsiteX423" y="connsiteY423"/>
                  </a:cxn>
                  <a:cxn ang="0">
                    <a:pos x="connsiteX424" y="connsiteY424"/>
                  </a:cxn>
                  <a:cxn ang="0">
                    <a:pos x="connsiteX425" y="connsiteY425"/>
                  </a:cxn>
                  <a:cxn ang="0">
                    <a:pos x="connsiteX426" y="connsiteY426"/>
                  </a:cxn>
                  <a:cxn ang="0">
                    <a:pos x="connsiteX427" y="connsiteY427"/>
                  </a:cxn>
                  <a:cxn ang="0">
                    <a:pos x="connsiteX428" y="connsiteY428"/>
                  </a:cxn>
                  <a:cxn ang="0">
                    <a:pos x="connsiteX429" y="connsiteY429"/>
                  </a:cxn>
                  <a:cxn ang="0">
                    <a:pos x="connsiteX430" y="connsiteY430"/>
                  </a:cxn>
                  <a:cxn ang="0">
                    <a:pos x="connsiteX431" y="connsiteY431"/>
                  </a:cxn>
                  <a:cxn ang="0">
                    <a:pos x="connsiteX432" y="connsiteY432"/>
                  </a:cxn>
                  <a:cxn ang="0">
                    <a:pos x="connsiteX433" y="connsiteY433"/>
                  </a:cxn>
                  <a:cxn ang="0">
                    <a:pos x="connsiteX434" y="connsiteY434"/>
                  </a:cxn>
                  <a:cxn ang="0">
                    <a:pos x="connsiteX435" y="connsiteY435"/>
                  </a:cxn>
                  <a:cxn ang="0">
                    <a:pos x="connsiteX436" y="connsiteY436"/>
                  </a:cxn>
                  <a:cxn ang="0">
                    <a:pos x="connsiteX437" y="connsiteY437"/>
                  </a:cxn>
                  <a:cxn ang="0">
                    <a:pos x="connsiteX438" y="connsiteY438"/>
                  </a:cxn>
                  <a:cxn ang="0">
                    <a:pos x="connsiteX439" y="connsiteY439"/>
                  </a:cxn>
                  <a:cxn ang="0">
                    <a:pos x="connsiteX440" y="connsiteY440"/>
                  </a:cxn>
                  <a:cxn ang="0">
                    <a:pos x="connsiteX441" y="connsiteY441"/>
                  </a:cxn>
                  <a:cxn ang="0">
                    <a:pos x="connsiteX442" y="connsiteY442"/>
                  </a:cxn>
                  <a:cxn ang="0">
                    <a:pos x="connsiteX443" y="connsiteY443"/>
                  </a:cxn>
                  <a:cxn ang="0">
                    <a:pos x="connsiteX444" y="connsiteY444"/>
                  </a:cxn>
                  <a:cxn ang="0">
                    <a:pos x="connsiteX445" y="connsiteY445"/>
                  </a:cxn>
                  <a:cxn ang="0">
                    <a:pos x="connsiteX446" y="connsiteY446"/>
                  </a:cxn>
                  <a:cxn ang="0">
                    <a:pos x="connsiteX447" y="connsiteY447"/>
                  </a:cxn>
                  <a:cxn ang="0">
                    <a:pos x="connsiteX448" y="connsiteY448"/>
                  </a:cxn>
                  <a:cxn ang="0">
                    <a:pos x="connsiteX449" y="connsiteY449"/>
                  </a:cxn>
                  <a:cxn ang="0">
                    <a:pos x="connsiteX450" y="connsiteY450"/>
                  </a:cxn>
                  <a:cxn ang="0">
                    <a:pos x="connsiteX451" y="connsiteY451"/>
                  </a:cxn>
                  <a:cxn ang="0">
                    <a:pos x="connsiteX452" y="connsiteY452"/>
                  </a:cxn>
                  <a:cxn ang="0">
                    <a:pos x="connsiteX453" y="connsiteY453"/>
                  </a:cxn>
                  <a:cxn ang="0">
                    <a:pos x="connsiteX454" y="connsiteY454"/>
                  </a:cxn>
                  <a:cxn ang="0">
                    <a:pos x="connsiteX455" y="connsiteY455"/>
                  </a:cxn>
                  <a:cxn ang="0">
                    <a:pos x="connsiteX456" y="connsiteY456"/>
                  </a:cxn>
                  <a:cxn ang="0">
                    <a:pos x="connsiteX457" y="connsiteY457"/>
                  </a:cxn>
                  <a:cxn ang="0">
                    <a:pos x="connsiteX458" y="connsiteY458"/>
                  </a:cxn>
                  <a:cxn ang="0">
                    <a:pos x="connsiteX459" y="connsiteY459"/>
                  </a:cxn>
                  <a:cxn ang="0">
                    <a:pos x="connsiteX460" y="connsiteY460"/>
                  </a:cxn>
                  <a:cxn ang="0">
                    <a:pos x="connsiteX461" y="connsiteY461"/>
                  </a:cxn>
                  <a:cxn ang="0">
                    <a:pos x="connsiteX462" y="connsiteY462"/>
                  </a:cxn>
                  <a:cxn ang="0">
                    <a:pos x="connsiteX463" y="connsiteY463"/>
                  </a:cxn>
                  <a:cxn ang="0">
                    <a:pos x="connsiteX464" y="connsiteY464"/>
                  </a:cxn>
                  <a:cxn ang="0">
                    <a:pos x="connsiteX465" y="connsiteY465"/>
                  </a:cxn>
                  <a:cxn ang="0">
                    <a:pos x="connsiteX466" y="connsiteY466"/>
                  </a:cxn>
                  <a:cxn ang="0">
                    <a:pos x="connsiteX467" y="connsiteY467"/>
                  </a:cxn>
                  <a:cxn ang="0">
                    <a:pos x="connsiteX468" y="connsiteY468"/>
                  </a:cxn>
                  <a:cxn ang="0">
                    <a:pos x="connsiteX469" y="connsiteY469"/>
                  </a:cxn>
                </a:cxnLst>
                <a:rect l="l" t="t" r="r" b="b"/>
                <a:pathLst>
                  <a:path w="4572002" h="6858002">
                    <a:moveTo>
                      <a:pt x="4214994" y="6564620"/>
                    </a:moveTo>
                    <a:lnTo>
                      <a:pt x="4214994" y="6564621"/>
                    </a:lnTo>
                    <a:cubicBezTo>
                      <a:pt x="4225281" y="6575479"/>
                      <a:pt x="4231378" y="6582147"/>
                      <a:pt x="4237474" y="6588626"/>
                    </a:cubicBezTo>
                    <a:lnTo>
                      <a:pt x="4254096" y="6625225"/>
                    </a:lnTo>
                    <a:lnTo>
                      <a:pt x="4247001" y="6662540"/>
                    </a:lnTo>
                    <a:lnTo>
                      <a:pt x="4247000" y="6662541"/>
                    </a:lnTo>
                    <a:lnTo>
                      <a:pt x="4246999" y="6662544"/>
                    </a:lnTo>
                    <a:lnTo>
                      <a:pt x="4235550" y="6683027"/>
                    </a:lnTo>
                    <a:lnTo>
                      <a:pt x="4232403" y="6702976"/>
                    </a:lnTo>
                    <a:lnTo>
                      <a:pt x="4232403" y="6702977"/>
                    </a:lnTo>
                    <a:cubicBezTo>
                      <a:pt x="4232808" y="6716169"/>
                      <a:pt x="4237951" y="6729219"/>
                      <a:pt x="4246238" y="6742553"/>
                    </a:cubicBezTo>
                    <a:lnTo>
                      <a:pt x="4246239" y="6742555"/>
                    </a:lnTo>
                    <a:lnTo>
                      <a:pt x="4265716" y="6812062"/>
                    </a:lnTo>
                    <a:lnTo>
                      <a:pt x="4265717" y="6812064"/>
                    </a:lnTo>
                    <a:lnTo>
                      <a:pt x="4265717" y="6812063"/>
                    </a:lnTo>
                    <a:lnTo>
                      <a:pt x="4265716" y="6812062"/>
                    </a:lnTo>
                    <a:lnTo>
                      <a:pt x="4260942" y="6776800"/>
                    </a:lnTo>
                    <a:lnTo>
                      <a:pt x="4246239" y="6742555"/>
                    </a:lnTo>
                    <a:lnTo>
                      <a:pt x="4246238" y="6742552"/>
                    </a:lnTo>
                    <a:lnTo>
                      <a:pt x="4232403" y="6702976"/>
                    </a:lnTo>
                    <a:lnTo>
                      <a:pt x="4246999" y="6662544"/>
                    </a:lnTo>
                    <a:lnTo>
                      <a:pt x="4247000" y="6662542"/>
                    </a:lnTo>
                    <a:lnTo>
                      <a:pt x="4247001" y="6662540"/>
                    </a:lnTo>
                    <a:lnTo>
                      <a:pt x="4254084" y="6645552"/>
                    </a:lnTo>
                    <a:lnTo>
                      <a:pt x="4254096" y="6625225"/>
                    </a:lnTo>
                    <a:lnTo>
                      <a:pt x="4254096" y="6625224"/>
                    </a:lnTo>
                    <a:cubicBezTo>
                      <a:pt x="4252000" y="6611341"/>
                      <a:pt x="4245951" y="6597578"/>
                      <a:pt x="4237474" y="6588625"/>
                    </a:cubicBezTo>
                    <a:close/>
                    <a:moveTo>
                      <a:pt x="4295315" y="6438981"/>
                    </a:moveTo>
                    <a:lnTo>
                      <a:pt x="4275385" y="6463840"/>
                    </a:lnTo>
                    <a:lnTo>
                      <a:pt x="4275382" y="6463849"/>
                    </a:lnTo>
                    <a:lnTo>
                      <a:pt x="4261587" y="6513012"/>
                    </a:lnTo>
                    <a:lnTo>
                      <a:pt x="4242781" y="6546194"/>
                    </a:lnTo>
                    <a:lnTo>
                      <a:pt x="4242781" y="6546195"/>
                    </a:lnTo>
                    <a:lnTo>
                      <a:pt x="4259120" y="6521804"/>
                    </a:lnTo>
                    <a:lnTo>
                      <a:pt x="4261587" y="6513012"/>
                    </a:lnTo>
                    <a:lnTo>
                      <a:pt x="4264398" y="6508052"/>
                    </a:lnTo>
                    <a:lnTo>
                      <a:pt x="4275382" y="6463849"/>
                    </a:lnTo>
                    <a:lnTo>
                      <a:pt x="4275385" y="6463841"/>
                    </a:lnTo>
                    <a:cubicBezTo>
                      <a:pt x="4278336" y="6451650"/>
                      <a:pt x="4285813" y="6444077"/>
                      <a:pt x="4295315" y="6438981"/>
                    </a:cubicBezTo>
                    <a:close/>
                    <a:moveTo>
                      <a:pt x="4381289" y="6365204"/>
                    </a:moveTo>
                    <a:lnTo>
                      <a:pt x="4380008" y="6387910"/>
                    </a:lnTo>
                    <a:lnTo>
                      <a:pt x="4378243" y="6391549"/>
                    </a:lnTo>
                    <a:lnTo>
                      <a:pt x="4370589" y="6407332"/>
                    </a:lnTo>
                    <a:lnTo>
                      <a:pt x="4370589" y="6407333"/>
                    </a:lnTo>
                    <a:lnTo>
                      <a:pt x="4378243" y="6391549"/>
                    </a:lnTo>
                    <a:lnTo>
                      <a:pt x="4380008" y="6387910"/>
                    </a:lnTo>
                    <a:close/>
                    <a:moveTo>
                      <a:pt x="4142220" y="4221391"/>
                    </a:moveTo>
                    <a:lnTo>
                      <a:pt x="4142220" y="4221392"/>
                    </a:lnTo>
                    <a:cubicBezTo>
                      <a:pt x="4142982" y="4232061"/>
                      <a:pt x="4143172" y="4243873"/>
                      <a:pt x="4147936" y="4253015"/>
                    </a:cubicBezTo>
                    <a:cubicBezTo>
                      <a:pt x="4160129" y="4277402"/>
                      <a:pt x="4175749" y="4300071"/>
                      <a:pt x="4187752" y="4324646"/>
                    </a:cubicBezTo>
                    <a:lnTo>
                      <a:pt x="4196706" y="4363891"/>
                    </a:lnTo>
                    <a:lnTo>
                      <a:pt x="4195944" y="4482004"/>
                    </a:lnTo>
                    <a:cubicBezTo>
                      <a:pt x="4193276" y="4546776"/>
                      <a:pt x="4192704" y="4612500"/>
                      <a:pt x="4135934" y="4659174"/>
                    </a:cubicBezTo>
                    <a:cubicBezTo>
                      <a:pt x="4131362" y="4662986"/>
                      <a:pt x="4128694" y="4671176"/>
                      <a:pt x="4127932" y="4677655"/>
                    </a:cubicBezTo>
                    <a:cubicBezTo>
                      <a:pt x="4124313" y="4707564"/>
                      <a:pt x="4123931" y="4738235"/>
                      <a:pt x="4118025" y="4767764"/>
                    </a:cubicBezTo>
                    <a:cubicBezTo>
                      <a:pt x="4115644" y="4779575"/>
                      <a:pt x="4114835" y="4790387"/>
                      <a:pt x="4116716" y="4800483"/>
                    </a:cubicBezTo>
                    <a:lnTo>
                      <a:pt x="4116716" y="4800484"/>
                    </a:lnTo>
                    <a:cubicBezTo>
                      <a:pt x="4118597" y="4810581"/>
                      <a:pt x="4123170" y="4819964"/>
                      <a:pt x="4131552" y="4828917"/>
                    </a:cubicBezTo>
                    <a:lnTo>
                      <a:pt x="4153733" y="4863343"/>
                    </a:lnTo>
                    <a:lnTo>
                      <a:pt x="4161262" y="4889275"/>
                    </a:lnTo>
                    <a:lnTo>
                      <a:pt x="4159557" y="4912168"/>
                    </a:lnTo>
                    <a:cubicBezTo>
                      <a:pt x="4157842" y="4919978"/>
                      <a:pt x="4157485" y="4927122"/>
                      <a:pt x="4158155" y="4933804"/>
                    </a:cubicBezTo>
                    <a:lnTo>
                      <a:pt x="4158155" y="4933805"/>
                    </a:lnTo>
                    <a:lnTo>
                      <a:pt x="4162914" y="4952673"/>
                    </a:lnTo>
                    <a:lnTo>
                      <a:pt x="4165707" y="4957454"/>
                    </a:lnTo>
                    <a:lnTo>
                      <a:pt x="4166985" y="4961456"/>
                    </a:lnTo>
                    <a:cubicBezTo>
                      <a:pt x="4171496" y="4970097"/>
                      <a:pt x="4177202" y="4978394"/>
                      <a:pt x="4182989" y="4987038"/>
                    </a:cubicBezTo>
                    <a:cubicBezTo>
                      <a:pt x="4194228" y="5003802"/>
                      <a:pt x="4208326" y="5022853"/>
                      <a:pt x="4209468" y="5041522"/>
                    </a:cubicBezTo>
                    <a:cubicBezTo>
                      <a:pt x="4210087" y="5052096"/>
                      <a:pt x="4213005" y="5062300"/>
                      <a:pt x="4216684" y="5072376"/>
                    </a:cubicBezTo>
                    <a:lnTo>
                      <a:pt x="4222587" y="5087441"/>
                    </a:lnTo>
                    <a:lnTo>
                      <a:pt x="4235615" y="5133220"/>
                    </a:lnTo>
                    <a:lnTo>
                      <a:pt x="4235616" y="5133225"/>
                    </a:lnTo>
                    <a:lnTo>
                      <a:pt x="4228901" y="5166113"/>
                    </a:lnTo>
                    <a:lnTo>
                      <a:pt x="4228901" y="5166114"/>
                    </a:lnTo>
                    <a:cubicBezTo>
                      <a:pt x="4228139" y="5167638"/>
                      <a:pt x="4228712" y="5169781"/>
                      <a:pt x="4229593" y="5172091"/>
                    </a:cubicBezTo>
                    <a:lnTo>
                      <a:pt x="4232139" y="5179068"/>
                    </a:lnTo>
                    <a:cubicBezTo>
                      <a:pt x="4235759" y="5196595"/>
                      <a:pt x="4235807" y="5213598"/>
                      <a:pt x="4231973" y="5229434"/>
                    </a:cubicBezTo>
                    <a:lnTo>
                      <a:pt x="4225669" y="5241089"/>
                    </a:lnTo>
                    <a:lnTo>
                      <a:pt x="4208517" y="5272796"/>
                    </a:lnTo>
                    <a:cubicBezTo>
                      <a:pt x="4196871" y="5285441"/>
                      <a:pt x="4189165" y="5298595"/>
                      <a:pt x="4184613" y="5312288"/>
                    </a:cubicBezTo>
                    <a:lnTo>
                      <a:pt x="4183557" y="5321350"/>
                    </a:lnTo>
                    <a:lnTo>
                      <a:pt x="4181083" y="5326163"/>
                    </a:lnTo>
                    <a:lnTo>
                      <a:pt x="4179637" y="5355014"/>
                    </a:lnTo>
                    <a:lnTo>
                      <a:pt x="4179637" y="5355015"/>
                    </a:lnTo>
                    <a:cubicBezTo>
                      <a:pt x="4180286" y="5364883"/>
                      <a:pt x="4181989" y="5375003"/>
                      <a:pt x="4184513" y="5385385"/>
                    </a:cubicBezTo>
                    <a:cubicBezTo>
                      <a:pt x="4187752" y="5398722"/>
                      <a:pt x="4190038" y="5412058"/>
                      <a:pt x="4192704" y="5425583"/>
                    </a:cubicBezTo>
                    <a:cubicBezTo>
                      <a:pt x="4196514" y="5443871"/>
                      <a:pt x="4200516" y="5462352"/>
                      <a:pt x="4204327" y="5480638"/>
                    </a:cubicBezTo>
                    <a:lnTo>
                      <a:pt x="4208850" y="5507668"/>
                    </a:lnTo>
                    <a:lnTo>
                      <a:pt x="4198232" y="5531692"/>
                    </a:lnTo>
                    <a:lnTo>
                      <a:pt x="4198231" y="5531693"/>
                    </a:lnTo>
                    <a:cubicBezTo>
                      <a:pt x="4191181" y="5537600"/>
                      <a:pt x="4187989" y="5542649"/>
                      <a:pt x="4188085" y="5547578"/>
                    </a:cubicBezTo>
                    <a:lnTo>
                      <a:pt x="4188085" y="5547579"/>
                    </a:lnTo>
                    <a:cubicBezTo>
                      <a:pt x="4188180" y="5552508"/>
                      <a:pt x="4191562" y="5557318"/>
                      <a:pt x="4197659" y="5562747"/>
                    </a:cubicBezTo>
                    <a:cubicBezTo>
                      <a:pt x="4240332" y="5600468"/>
                      <a:pt x="4267003" y="5646190"/>
                      <a:pt x="4268907" y="5704484"/>
                    </a:cubicBezTo>
                    <a:cubicBezTo>
                      <a:pt x="4269289" y="5716486"/>
                      <a:pt x="4271954" y="5728679"/>
                      <a:pt x="4274812" y="5740489"/>
                    </a:cubicBezTo>
                    <a:cubicBezTo>
                      <a:pt x="4276527" y="5747729"/>
                      <a:pt x="4278433" y="5756494"/>
                      <a:pt x="4283578" y="5760874"/>
                    </a:cubicBezTo>
                    <a:cubicBezTo>
                      <a:pt x="4322821" y="5794975"/>
                      <a:pt x="4350063" y="5837458"/>
                      <a:pt x="4371973" y="5883752"/>
                    </a:cubicBezTo>
                    <a:lnTo>
                      <a:pt x="4371974" y="5883757"/>
                    </a:lnTo>
                    <a:lnTo>
                      <a:pt x="4389877" y="5935946"/>
                    </a:lnTo>
                    <a:lnTo>
                      <a:pt x="4389878" y="5935950"/>
                    </a:lnTo>
                    <a:lnTo>
                      <a:pt x="4386259" y="5993290"/>
                    </a:lnTo>
                    <a:lnTo>
                      <a:pt x="4386259" y="5993291"/>
                    </a:lnTo>
                    <a:cubicBezTo>
                      <a:pt x="4385116" y="6004531"/>
                      <a:pt x="4385306" y="6017485"/>
                      <a:pt x="4379782" y="6026440"/>
                    </a:cubicBezTo>
                    <a:cubicBezTo>
                      <a:pt x="4362445" y="6054825"/>
                      <a:pt x="4343778" y="6082258"/>
                      <a:pt x="4323583" y="6108738"/>
                    </a:cubicBezTo>
                    <a:cubicBezTo>
                      <a:pt x="4314914" y="6120074"/>
                      <a:pt x="4309961" y="6126884"/>
                      <a:pt x="4309890" y="6133314"/>
                    </a:cubicBezTo>
                    <a:lnTo>
                      <a:pt x="4309890" y="6133315"/>
                    </a:lnTo>
                    <a:lnTo>
                      <a:pt x="4313591" y="6143190"/>
                    </a:lnTo>
                    <a:lnTo>
                      <a:pt x="4325486" y="6155600"/>
                    </a:lnTo>
                    <a:lnTo>
                      <a:pt x="4325488" y="6155603"/>
                    </a:lnTo>
                    <a:cubicBezTo>
                      <a:pt x="4347778" y="6175798"/>
                      <a:pt x="4359398" y="6200945"/>
                      <a:pt x="4364160" y="6228757"/>
                    </a:cubicBezTo>
                    <a:lnTo>
                      <a:pt x="4381497" y="6361540"/>
                    </a:lnTo>
                    <a:lnTo>
                      <a:pt x="4381497" y="6361539"/>
                    </a:lnTo>
                    <a:cubicBezTo>
                      <a:pt x="4377877" y="6317151"/>
                      <a:pt x="4371590" y="6272764"/>
                      <a:pt x="4364160" y="6228756"/>
                    </a:cubicBezTo>
                    <a:cubicBezTo>
                      <a:pt x="4359398" y="6200944"/>
                      <a:pt x="4347778" y="6175797"/>
                      <a:pt x="4325488" y="6155602"/>
                    </a:cubicBezTo>
                    <a:lnTo>
                      <a:pt x="4325486" y="6155600"/>
                    </a:lnTo>
                    <a:lnTo>
                      <a:pt x="4309890" y="6133315"/>
                    </a:lnTo>
                    <a:lnTo>
                      <a:pt x="4323583" y="6108739"/>
                    </a:lnTo>
                    <a:cubicBezTo>
                      <a:pt x="4343778" y="6082259"/>
                      <a:pt x="4362445" y="6054826"/>
                      <a:pt x="4379782" y="6026441"/>
                    </a:cubicBezTo>
                    <a:cubicBezTo>
                      <a:pt x="4385306" y="6017486"/>
                      <a:pt x="4385116" y="6004532"/>
                      <a:pt x="4386259" y="5993292"/>
                    </a:cubicBezTo>
                    <a:lnTo>
                      <a:pt x="4386259" y="5993290"/>
                    </a:lnTo>
                    <a:lnTo>
                      <a:pt x="4389712" y="5964477"/>
                    </a:lnTo>
                    <a:lnTo>
                      <a:pt x="4389878" y="5935950"/>
                    </a:lnTo>
                    <a:lnTo>
                      <a:pt x="4389878" y="5935949"/>
                    </a:lnTo>
                    <a:lnTo>
                      <a:pt x="4389877" y="5935946"/>
                    </a:lnTo>
                    <a:lnTo>
                      <a:pt x="4382997" y="5909351"/>
                    </a:lnTo>
                    <a:lnTo>
                      <a:pt x="4371974" y="5883757"/>
                    </a:lnTo>
                    <a:lnTo>
                      <a:pt x="4371973" y="5883751"/>
                    </a:lnTo>
                    <a:cubicBezTo>
                      <a:pt x="4350063" y="5837457"/>
                      <a:pt x="4322821" y="5794974"/>
                      <a:pt x="4283578" y="5760873"/>
                    </a:cubicBezTo>
                    <a:cubicBezTo>
                      <a:pt x="4278433" y="5756493"/>
                      <a:pt x="4276527" y="5747728"/>
                      <a:pt x="4274812" y="5740488"/>
                    </a:cubicBezTo>
                    <a:cubicBezTo>
                      <a:pt x="4271954" y="5728678"/>
                      <a:pt x="4269289" y="5716485"/>
                      <a:pt x="4268907" y="5704483"/>
                    </a:cubicBezTo>
                    <a:cubicBezTo>
                      <a:pt x="4267003" y="5646189"/>
                      <a:pt x="4240332" y="5600467"/>
                      <a:pt x="4197659" y="5562746"/>
                    </a:cubicBezTo>
                    <a:lnTo>
                      <a:pt x="4188085" y="5547578"/>
                    </a:lnTo>
                    <a:lnTo>
                      <a:pt x="4198231" y="5531694"/>
                    </a:lnTo>
                    <a:lnTo>
                      <a:pt x="4198232" y="5531692"/>
                    </a:lnTo>
                    <a:lnTo>
                      <a:pt x="4206630" y="5520422"/>
                    </a:lnTo>
                    <a:lnTo>
                      <a:pt x="4208850" y="5507668"/>
                    </a:lnTo>
                    <a:lnTo>
                      <a:pt x="4208850" y="5507667"/>
                    </a:lnTo>
                    <a:cubicBezTo>
                      <a:pt x="4208803" y="5498832"/>
                      <a:pt x="4206231" y="5489497"/>
                      <a:pt x="4204327" y="5480637"/>
                    </a:cubicBezTo>
                    <a:cubicBezTo>
                      <a:pt x="4200516" y="5462351"/>
                      <a:pt x="4196514" y="5443870"/>
                      <a:pt x="4192704" y="5425582"/>
                    </a:cubicBezTo>
                    <a:cubicBezTo>
                      <a:pt x="4190038" y="5412057"/>
                      <a:pt x="4187752" y="5398721"/>
                      <a:pt x="4184513" y="5385384"/>
                    </a:cubicBezTo>
                    <a:lnTo>
                      <a:pt x="4179637" y="5355014"/>
                    </a:lnTo>
                    <a:lnTo>
                      <a:pt x="4183557" y="5321350"/>
                    </a:lnTo>
                    <a:lnTo>
                      <a:pt x="4208517" y="5272797"/>
                    </a:lnTo>
                    <a:lnTo>
                      <a:pt x="4225669" y="5241089"/>
                    </a:lnTo>
                    <a:lnTo>
                      <a:pt x="4231973" y="5229433"/>
                    </a:lnTo>
                    <a:lnTo>
                      <a:pt x="4232139" y="5179068"/>
                    </a:lnTo>
                    <a:lnTo>
                      <a:pt x="4232139" y="5179067"/>
                    </a:lnTo>
                    <a:cubicBezTo>
                      <a:pt x="4231663" y="5176876"/>
                      <a:pt x="4230473" y="5174400"/>
                      <a:pt x="4229593" y="5172090"/>
                    </a:cubicBezTo>
                    <a:lnTo>
                      <a:pt x="4228901" y="5166114"/>
                    </a:lnTo>
                    <a:lnTo>
                      <a:pt x="4235616" y="5133225"/>
                    </a:lnTo>
                    <a:lnTo>
                      <a:pt x="4235616" y="5133224"/>
                    </a:lnTo>
                    <a:lnTo>
                      <a:pt x="4235615" y="5133220"/>
                    </a:lnTo>
                    <a:lnTo>
                      <a:pt x="4228473" y="5102461"/>
                    </a:lnTo>
                    <a:lnTo>
                      <a:pt x="4222587" y="5087441"/>
                    </a:lnTo>
                    <a:lnTo>
                      <a:pt x="4222582" y="5087423"/>
                    </a:lnTo>
                    <a:cubicBezTo>
                      <a:pt x="4216496" y="5072411"/>
                      <a:pt x="4210397" y="5057381"/>
                      <a:pt x="4209468" y="5041521"/>
                    </a:cubicBezTo>
                    <a:cubicBezTo>
                      <a:pt x="4208326" y="5022852"/>
                      <a:pt x="4194228" y="5003801"/>
                      <a:pt x="4182989" y="4987037"/>
                    </a:cubicBezTo>
                    <a:lnTo>
                      <a:pt x="4165707" y="4957454"/>
                    </a:lnTo>
                    <a:lnTo>
                      <a:pt x="4158155" y="4933805"/>
                    </a:lnTo>
                    <a:lnTo>
                      <a:pt x="4159557" y="4912169"/>
                    </a:lnTo>
                    <a:cubicBezTo>
                      <a:pt x="4161319" y="4904358"/>
                      <a:pt x="4161831" y="4896714"/>
                      <a:pt x="4161262" y="4889276"/>
                    </a:cubicBezTo>
                    <a:lnTo>
                      <a:pt x="4161262" y="4889275"/>
                    </a:lnTo>
                    <a:lnTo>
                      <a:pt x="4156484" y="4867614"/>
                    </a:lnTo>
                    <a:lnTo>
                      <a:pt x="4153733" y="4863343"/>
                    </a:lnTo>
                    <a:lnTo>
                      <a:pt x="4151983" y="4857317"/>
                    </a:lnTo>
                    <a:cubicBezTo>
                      <a:pt x="4146840" y="4847214"/>
                      <a:pt x="4139839" y="4837703"/>
                      <a:pt x="4131552" y="4828916"/>
                    </a:cubicBezTo>
                    <a:lnTo>
                      <a:pt x="4116716" y="4800483"/>
                    </a:lnTo>
                    <a:lnTo>
                      <a:pt x="4118025" y="4767765"/>
                    </a:lnTo>
                    <a:cubicBezTo>
                      <a:pt x="4123931" y="4738236"/>
                      <a:pt x="4124313" y="4707565"/>
                      <a:pt x="4127932" y="4677656"/>
                    </a:cubicBezTo>
                    <a:cubicBezTo>
                      <a:pt x="4128694" y="4671177"/>
                      <a:pt x="4131362" y="4662987"/>
                      <a:pt x="4135934" y="4659175"/>
                    </a:cubicBezTo>
                    <a:cubicBezTo>
                      <a:pt x="4192704" y="4612501"/>
                      <a:pt x="4193276" y="4546777"/>
                      <a:pt x="4195944" y="4482005"/>
                    </a:cubicBezTo>
                    <a:cubicBezTo>
                      <a:pt x="4197659" y="4442762"/>
                      <a:pt x="4197659" y="4403326"/>
                      <a:pt x="4196706" y="4363891"/>
                    </a:cubicBezTo>
                    <a:lnTo>
                      <a:pt x="4196706" y="4363890"/>
                    </a:lnTo>
                    <a:cubicBezTo>
                      <a:pt x="4196514" y="4350554"/>
                      <a:pt x="4193466" y="4336457"/>
                      <a:pt x="4187752" y="4324645"/>
                    </a:cubicBezTo>
                    <a:cubicBezTo>
                      <a:pt x="4175749" y="4300070"/>
                      <a:pt x="4160129" y="4277401"/>
                      <a:pt x="4147936" y="4253014"/>
                    </a:cubicBezTo>
                    <a:close/>
                    <a:moveTo>
                      <a:pt x="4211111" y="2836172"/>
                    </a:moveTo>
                    <a:lnTo>
                      <a:pt x="4202421" y="2848793"/>
                    </a:lnTo>
                    <a:cubicBezTo>
                      <a:pt x="4197421" y="2865010"/>
                      <a:pt x="4191562" y="2881307"/>
                      <a:pt x="4186816" y="2897785"/>
                    </a:cubicBezTo>
                    <a:lnTo>
                      <a:pt x="4185787" y="2903551"/>
                    </a:lnTo>
                    <a:lnTo>
                      <a:pt x="4182513" y="2914328"/>
                    </a:lnTo>
                    <a:lnTo>
                      <a:pt x="4177882" y="2947858"/>
                    </a:lnTo>
                    <a:lnTo>
                      <a:pt x="4177881" y="2947862"/>
                    </a:lnTo>
                    <a:lnTo>
                      <a:pt x="4177881" y="2947863"/>
                    </a:lnTo>
                    <a:cubicBezTo>
                      <a:pt x="4177512" y="2959157"/>
                      <a:pt x="4178512" y="2970576"/>
                      <a:pt x="4181465" y="2982149"/>
                    </a:cubicBezTo>
                    <a:lnTo>
                      <a:pt x="4193158" y="3077402"/>
                    </a:lnTo>
                    <a:lnTo>
                      <a:pt x="4180703" y="3172654"/>
                    </a:lnTo>
                    <a:cubicBezTo>
                      <a:pt x="4154794" y="3276480"/>
                      <a:pt x="4127362" y="3380305"/>
                      <a:pt x="4133076" y="3489467"/>
                    </a:cubicBezTo>
                    <a:cubicBezTo>
                      <a:pt x="4134028" y="3507563"/>
                      <a:pt x="4122407" y="3529090"/>
                      <a:pt x="4110977" y="3544713"/>
                    </a:cubicBezTo>
                    <a:cubicBezTo>
                      <a:pt x="4100119" y="3559668"/>
                      <a:pt x="4094260" y="3566812"/>
                      <a:pt x="4093355" y="3574408"/>
                    </a:cubicBezTo>
                    <a:lnTo>
                      <a:pt x="4093355" y="3574409"/>
                    </a:lnTo>
                    <a:cubicBezTo>
                      <a:pt x="4092450" y="3582005"/>
                      <a:pt x="4096499" y="3590054"/>
                      <a:pt x="4105453" y="3606818"/>
                    </a:cubicBezTo>
                    <a:cubicBezTo>
                      <a:pt x="4109835" y="3614820"/>
                      <a:pt x="4112501" y="3624726"/>
                      <a:pt x="4118979" y="3630633"/>
                    </a:cubicBezTo>
                    <a:lnTo>
                      <a:pt x="4136708" y="3654416"/>
                    </a:lnTo>
                    <a:lnTo>
                      <a:pt x="4140382" y="3668940"/>
                    </a:lnTo>
                    <a:lnTo>
                      <a:pt x="4143220" y="3680164"/>
                    </a:lnTo>
                    <a:lnTo>
                      <a:pt x="4139172" y="3734837"/>
                    </a:lnTo>
                    <a:lnTo>
                      <a:pt x="4139172" y="3734838"/>
                    </a:lnTo>
                    <a:cubicBezTo>
                      <a:pt x="4138220" y="3741316"/>
                      <a:pt x="4136886" y="3749126"/>
                      <a:pt x="4139554" y="3754653"/>
                    </a:cubicBezTo>
                    <a:lnTo>
                      <a:pt x="4145911" y="3789776"/>
                    </a:lnTo>
                    <a:lnTo>
                      <a:pt x="4130980" y="3822472"/>
                    </a:lnTo>
                    <a:cubicBezTo>
                      <a:pt x="4123932" y="3831902"/>
                      <a:pt x="4118312" y="3842046"/>
                      <a:pt x="4116645" y="3852619"/>
                    </a:cubicBezTo>
                    <a:lnTo>
                      <a:pt x="4116645" y="3852620"/>
                    </a:lnTo>
                    <a:lnTo>
                      <a:pt x="4117425" y="3868764"/>
                    </a:lnTo>
                    <a:lnTo>
                      <a:pt x="4126028" y="3885337"/>
                    </a:lnTo>
                    <a:lnTo>
                      <a:pt x="4126028" y="3885339"/>
                    </a:lnTo>
                    <a:cubicBezTo>
                      <a:pt x="4135744" y="3897722"/>
                      <a:pt x="4143150" y="3910319"/>
                      <a:pt x="4148409" y="3923125"/>
                    </a:cubicBezTo>
                    <a:lnTo>
                      <a:pt x="4157913" y="3962160"/>
                    </a:lnTo>
                    <a:lnTo>
                      <a:pt x="4142221" y="4043838"/>
                    </a:lnTo>
                    <a:lnTo>
                      <a:pt x="4142220" y="4043839"/>
                    </a:lnTo>
                    <a:cubicBezTo>
                      <a:pt x="4133457" y="4063842"/>
                      <a:pt x="4128075" y="4083702"/>
                      <a:pt x="4127099" y="4103825"/>
                    </a:cubicBezTo>
                    <a:lnTo>
                      <a:pt x="4127099" y="4103826"/>
                    </a:lnTo>
                    <a:lnTo>
                      <a:pt x="4129066" y="4134256"/>
                    </a:lnTo>
                    <a:lnTo>
                      <a:pt x="4138410" y="4165382"/>
                    </a:lnTo>
                    <a:lnTo>
                      <a:pt x="4138410" y="4165384"/>
                    </a:lnTo>
                    <a:lnTo>
                      <a:pt x="4142315" y="4192388"/>
                    </a:lnTo>
                    <a:lnTo>
                      <a:pt x="4142315" y="4192387"/>
                    </a:lnTo>
                    <a:cubicBezTo>
                      <a:pt x="4142411" y="4182767"/>
                      <a:pt x="4141839" y="4173480"/>
                      <a:pt x="4138410" y="4165383"/>
                    </a:cubicBezTo>
                    <a:lnTo>
                      <a:pt x="4138410" y="4165382"/>
                    </a:lnTo>
                    <a:lnTo>
                      <a:pt x="4127099" y="4103826"/>
                    </a:lnTo>
                    <a:lnTo>
                      <a:pt x="4142220" y="4043840"/>
                    </a:lnTo>
                    <a:lnTo>
                      <a:pt x="4142221" y="4043838"/>
                    </a:lnTo>
                    <a:lnTo>
                      <a:pt x="4155523" y="4002410"/>
                    </a:lnTo>
                    <a:lnTo>
                      <a:pt x="4157913" y="3962160"/>
                    </a:lnTo>
                    <a:lnTo>
                      <a:pt x="4157913" y="3962159"/>
                    </a:lnTo>
                    <a:cubicBezTo>
                      <a:pt x="4155651" y="3935727"/>
                      <a:pt x="4145460" y="3910104"/>
                      <a:pt x="4126028" y="3885338"/>
                    </a:cubicBezTo>
                    <a:lnTo>
                      <a:pt x="4126028" y="3885337"/>
                    </a:lnTo>
                    <a:lnTo>
                      <a:pt x="4116645" y="3852620"/>
                    </a:lnTo>
                    <a:lnTo>
                      <a:pt x="4130980" y="3822473"/>
                    </a:lnTo>
                    <a:cubicBezTo>
                      <a:pt x="4139172" y="3811614"/>
                      <a:pt x="4144316" y="3800897"/>
                      <a:pt x="4145911" y="3789777"/>
                    </a:cubicBezTo>
                    <a:lnTo>
                      <a:pt x="4145911" y="3789776"/>
                    </a:lnTo>
                    <a:cubicBezTo>
                      <a:pt x="4147507" y="3778655"/>
                      <a:pt x="4145554" y="3767130"/>
                      <a:pt x="4139554" y="3754652"/>
                    </a:cubicBezTo>
                    <a:lnTo>
                      <a:pt x="4139172" y="3734838"/>
                    </a:lnTo>
                    <a:lnTo>
                      <a:pt x="4143220" y="3680164"/>
                    </a:lnTo>
                    <a:lnTo>
                      <a:pt x="4143220" y="3680163"/>
                    </a:lnTo>
                    <a:lnTo>
                      <a:pt x="4140382" y="3668940"/>
                    </a:lnTo>
                    <a:lnTo>
                      <a:pt x="4136708" y="3654416"/>
                    </a:lnTo>
                    <a:lnTo>
                      <a:pt x="4136708" y="3654416"/>
                    </a:lnTo>
                    <a:lnTo>
                      <a:pt x="4136708" y="3654415"/>
                    </a:lnTo>
                    <a:cubicBezTo>
                      <a:pt x="4132898" y="3646123"/>
                      <a:pt x="4127219" y="3638157"/>
                      <a:pt x="4118979" y="3630632"/>
                    </a:cubicBezTo>
                    <a:cubicBezTo>
                      <a:pt x="4112501" y="3624725"/>
                      <a:pt x="4109835" y="3614819"/>
                      <a:pt x="4105453" y="3606817"/>
                    </a:cubicBezTo>
                    <a:cubicBezTo>
                      <a:pt x="4100976" y="3598435"/>
                      <a:pt x="4097725" y="3592232"/>
                      <a:pt x="4095707" y="3587174"/>
                    </a:cubicBezTo>
                    <a:lnTo>
                      <a:pt x="4093355" y="3574408"/>
                    </a:lnTo>
                    <a:lnTo>
                      <a:pt x="4098434" y="3562321"/>
                    </a:lnTo>
                    <a:cubicBezTo>
                      <a:pt x="4101369" y="3557716"/>
                      <a:pt x="4105548" y="3552191"/>
                      <a:pt x="4110977" y="3544714"/>
                    </a:cubicBezTo>
                    <a:cubicBezTo>
                      <a:pt x="4122407" y="3529091"/>
                      <a:pt x="4134028" y="3507564"/>
                      <a:pt x="4133076" y="3489468"/>
                    </a:cubicBezTo>
                    <a:cubicBezTo>
                      <a:pt x="4127362" y="3380306"/>
                      <a:pt x="4154794" y="3276481"/>
                      <a:pt x="4180703" y="3172655"/>
                    </a:cubicBezTo>
                    <a:cubicBezTo>
                      <a:pt x="4188705" y="3140650"/>
                      <a:pt x="4192943" y="3109026"/>
                      <a:pt x="4193158" y="3077402"/>
                    </a:cubicBezTo>
                    <a:lnTo>
                      <a:pt x="4193158" y="3077401"/>
                    </a:lnTo>
                    <a:cubicBezTo>
                      <a:pt x="4193372" y="3045777"/>
                      <a:pt x="4189562" y="3014153"/>
                      <a:pt x="4181465" y="2982148"/>
                    </a:cubicBezTo>
                    <a:lnTo>
                      <a:pt x="4177881" y="2947863"/>
                    </a:lnTo>
                    <a:lnTo>
                      <a:pt x="4177882" y="2947858"/>
                    </a:lnTo>
                    <a:lnTo>
                      <a:pt x="4185787" y="2903551"/>
                    </a:lnTo>
                    <a:lnTo>
                      <a:pt x="4202421" y="2848794"/>
                    </a:lnTo>
                    <a:cubicBezTo>
                      <a:pt x="4203754" y="2844317"/>
                      <a:pt x="4207040" y="2839983"/>
                      <a:pt x="4211111" y="2836173"/>
                    </a:cubicBezTo>
                    <a:close/>
                    <a:moveTo>
                      <a:pt x="3726625" y="1508458"/>
                    </a:moveTo>
                    <a:lnTo>
                      <a:pt x="3698531" y="1596214"/>
                    </a:lnTo>
                    <a:cubicBezTo>
                      <a:pt x="3696054" y="1604979"/>
                      <a:pt x="3697579" y="1615837"/>
                      <a:pt x="3700436" y="1624981"/>
                    </a:cubicBezTo>
                    <a:cubicBezTo>
                      <a:pt x="3710152" y="1656224"/>
                      <a:pt x="3734537" y="1676037"/>
                      <a:pt x="3757017" y="1697754"/>
                    </a:cubicBezTo>
                    <a:cubicBezTo>
                      <a:pt x="3766924" y="1707280"/>
                      <a:pt x="3773972" y="1720424"/>
                      <a:pt x="3779686" y="1733189"/>
                    </a:cubicBezTo>
                    <a:cubicBezTo>
                      <a:pt x="3794357" y="1766336"/>
                      <a:pt x="3807501" y="1800247"/>
                      <a:pt x="3821407" y="1833776"/>
                    </a:cubicBezTo>
                    <a:cubicBezTo>
                      <a:pt x="3822741" y="1837014"/>
                      <a:pt x="3826170" y="1839680"/>
                      <a:pt x="3829028" y="1842159"/>
                    </a:cubicBezTo>
                    <a:cubicBezTo>
                      <a:pt x="3859129" y="1866923"/>
                      <a:pt x="3889418" y="1891498"/>
                      <a:pt x="3919519" y="1916455"/>
                    </a:cubicBezTo>
                    <a:cubicBezTo>
                      <a:pt x="3925233" y="1921217"/>
                      <a:pt x="3929425" y="1928077"/>
                      <a:pt x="3934949" y="1933220"/>
                    </a:cubicBezTo>
                    <a:cubicBezTo>
                      <a:pt x="3942569" y="1940460"/>
                      <a:pt x="3949810" y="1949604"/>
                      <a:pt x="3958954" y="1953414"/>
                    </a:cubicBezTo>
                    <a:cubicBezTo>
                      <a:pt x="3987719" y="1965225"/>
                      <a:pt x="4000103" y="1987895"/>
                      <a:pt x="4005437" y="2016470"/>
                    </a:cubicBezTo>
                    <a:cubicBezTo>
                      <a:pt x="4010390" y="2042571"/>
                      <a:pt x="4014582" y="2068670"/>
                      <a:pt x="4020296" y="2094579"/>
                    </a:cubicBezTo>
                    <a:cubicBezTo>
                      <a:pt x="4027154" y="2126202"/>
                      <a:pt x="4034584" y="2157637"/>
                      <a:pt x="4042967" y="2188880"/>
                    </a:cubicBezTo>
                    <a:cubicBezTo>
                      <a:pt x="4046587" y="2202405"/>
                      <a:pt x="4050777" y="2216693"/>
                      <a:pt x="4058207" y="2228315"/>
                    </a:cubicBezTo>
                    <a:cubicBezTo>
                      <a:pt x="4078782" y="2260891"/>
                      <a:pt x="4092688" y="2295754"/>
                      <a:pt x="4087164" y="2334045"/>
                    </a:cubicBezTo>
                    <a:cubicBezTo>
                      <a:pt x="4082782" y="2364716"/>
                      <a:pt x="4094022" y="2390435"/>
                      <a:pt x="4111549" y="2409486"/>
                    </a:cubicBezTo>
                    <a:cubicBezTo>
                      <a:pt x="4119503" y="2418155"/>
                      <a:pt x="4125016" y="2426977"/>
                      <a:pt x="4128650" y="2435913"/>
                    </a:cubicBezTo>
                    <a:lnTo>
                      <a:pt x="4134481" y="2463018"/>
                    </a:lnTo>
                    <a:lnTo>
                      <a:pt x="4125839" y="2518262"/>
                    </a:lnTo>
                    <a:lnTo>
                      <a:pt x="4125838" y="2518264"/>
                    </a:lnTo>
                    <a:cubicBezTo>
                      <a:pt x="4123171" y="2527790"/>
                      <a:pt x="4122027" y="2536457"/>
                      <a:pt x="4122194" y="2545006"/>
                    </a:cubicBezTo>
                    <a:lnTo>
                      <a:pt x="4122194" y="2545007"/>
                    </a:lnTo>
                    <a:cubicBezTo>
                      <a:pt x="4122360" y="2553556"/>
                      <a:pt x="4123837" y="2561986"/>
                      <a:pt x="4126408" y="2571035"/>
                    </a:cubicBezTo>
                    <a:cubicBezTo>
                      <a:pt x="4138410" y="2612946"/>
                      <a:pt x="4170987" y="2640951"/>
                      <a:pt x="4199563" y="2668002"/>
                    </a:cubicBezTo>
                    <a:cubicBezTo>
                      <a:pt x="4223947" y="2691055"/>
                      <a:pt x="4237663" y="2716964"/>
                      <a:pt x="4247953" y="2745349"/>
                    </a:cubicBezTo>
                    <a:lnTo>
                      <a:pt x="4247954" y="2745352"/>
                    </a:lnTo>
                    <a:lnTo>
                      <a:pt x="4253873" y="2778006"/>
                    </a:lnTo>
                    <a:lnTo>
                      <a:pt x="4253453" y="2785440"/>
                    </a:lnTo>
                    <a:lnTo>
                      <a:pt x="4243374" y="2811780"/>
                    </a:lnTo>
                    <a:lnTo>
                      <a:pt x="4243371" y="2811787"/>
                    </a:lnTo>
                    <a:lnTo>
                      <a:pt x="4243372" y="2811787"/>
                    </a:lnTo>
                    <a:lnTo>
                      <a:pt x="4243374" y="2811780"/>
                    </a:lnTo>
                    <a:lnTo>
                      <a:pt x="4253025" y="2793023"/>
                    </a:lnTo>
                    <a:lnTo>
                      <a:pt x="4253453" y="2785440"/>
                    </a:lnTo>
                    <a:lnTo>
                      <a:pt x="4254654" y="2782305"/>
                    </a:lnTo>
                    <a:lnTo>
                      <a:pt x="4253873" y="2778006"/>
                    </a:lnTo>
                    <a:lnTo>
                      <a:pt x="4254284" y="2770758"/>
                    </a:lnTo>
                    <a:lnTo>
                      <a:pt x="4247954" y="2745352"/>
                    </a:lnTo>
                    <a:lnTo>
                      <a:pt x="4247953" y="2745348"/>
                    </a:lnTo>
                    <a:cubicBezTo>
                      <a:pt x="4237663" y="2716963"/>
                      <a:pt x="4223947" y="2691054"/>
                      <a:pt x="4199563" y="2668001"/>
                    </a:cubicBezTo>
                    <a:cubicBezTo>
                      <a:pt x="4170987" y="2640950"/>
                      <a:pt x="4138410" y="2612945"/>
                      <a:pt x="4126408" y="2571034"/>
                    </a:cubicBezTo>
                    <a:lnTo>
                      <a:pt x="4122194" y="2545007"/>
                    </a:lnTo>
                    <a:lnTo>
                      <a:pt x="4125838" y="2518265"/>
                    </a:lnTo>
                    <a:lnTo>
                      <a:pt x="4125839" y="2518262"/>
                    </a:lnTo>
                    <a:lnTo>
                      <a:pt x="4132419" y="2490551"/>
                    </a:lnTo>
                    <a:lnTo>
                      <a:pt x="4134481" y="2463018"/>
                    </a:lnTo>
                    <a:lnTo>
                      <a:pt x="4134481" y="2463017"/>
                    </a:lnTo>
                    <a:cubicBezTo>
                      <a:pt x="4133600" y="2444777"/>
                      <a:pt x="4127457" y="2426822"/>
                      <a:pt x="4111549" y="2409485"/>
                    </a:cubicBezTo>
                    <a:cubicBezTo>
                      <a:pt x="4094022" y="2390434"/>
                      <a:pt x="4082782" y="2364715"/>
                      <a:pt x="4087164" y="2334044"/>
                    </a:cubicBezTo>
                    <a:cubicBezTo>
                      <a:pt x="4092688" y="2295753"/>
                      <a:pt x="4078782" y="2260890"/>
                      <a:pt x="4058207" y="2228314"/>
                    </a:cubicBezTo>
                    <a:cubicBezTo>
                      <a:pt x="4050777" y="2216692"/>
                      <a:pt x="4046587" y="2202404"/>
                      <a:pt x="4042967" y="2188879"/>
                    </a:cubicBezTo>
                    <a:cubicBezTo>
                      <a:pt x="4034584" y="2157636"/>
                      <a:pt x="4027154" y="2126201"/>
                      <a:pt x="4020296" y="2094578"/>
                    </a:cubicBezTo>
                    <a:cubicBezTo>
                      <a:pt x="4014582" y="2068669"/>
                      <a:pt x="4010390" y="2042570"/>
                      <a:pt x="4005437" y="2016469"/>
                    </a:cubicBezTo>
                    <a:cubicBezTo>
                      <a:pt x="4000103" y="1987894"/>
                      <a:pt x="3987719" y="1965224"/>
                      <a:pt x="3958954" y="1953413"/>
                    </a:cubicBezTo>
                    <a:cubicBezTo>
                      <a:pt x="3949810" y="1949603"/>
                      <a:pt x="3942569" y="1940459"/>
                      <a:pt x="3934949" y="1933219"/>
                    </a:cubicBezTo>
                    <a:cubicBezTo>
                      <a:pt x="3929425" y="1928076"/>
                      <a:pt x="3925233" y="1921216"/>
                      <a:pt x="3919519" y="1916454"/>
                    </a:cubicBezTo>
                    <a:cubicBezTo>
                      <a:pt x="3889418" y="1891497"/>
                      <a:pt x="3859129" y="1866922"/>
                      <a:pt x="3829028" y="1842158"/>
                    </a:cubicBezTo>
                    <a:cubicBezTo>
                      <a:pt x="3826170" y="1839679"/>
                      <a:pt x="3822741" y="1837013"/>
                      <a:pt x="3821407" y="1833775"/>
                    </a:cubicBezTo>
                    <a:cubicBezTo>
                      <a:pt x="3807501" y="1800246"/>
                      <a:pt x="3794358" y="1766335"/>
                      <a:pt x="3779686" y="1733188"/>
                    </a:cubicBezTo>
                    <a:cubicBezTo>
                      <a:pt x="3773972" y="1720423"/>
                      <a:pt x="3766924" y="1707279"/>
                      <a:pt x="3757018" y="1697753"/>
                    </a:cubicBezTo>
                    <a:cubicBezTo>
                      <a:pt x="3734538" y="1676036"/>
                      <a:pt x="3710152" y="1656223"/>
                      <a:pt x="3700436" y="1624980"/>
                    </a:cubicBezTo>
                    <a:cubicBezTo>
                      <a:pt x="3697580" y="1615836"/>
                      <a:pt x="3696055" y="1604978"/>
                      <a:pt x="3698532" y="1596213"/>
                    </a:cubicBezTo>
                    <a:close/>
                    <a:moveTo>
                      <a:pt x="3745230" y="1459073"/>
                    </a:moveTo>
                    <a:lnTo>
                      <a:pt x="3745229" y="1459074"/>
                    </a:lnTo>
                    <a:lnTo>
                      <a:pt x="3736012" y="1481572"/>
                    </a:lnTo>
                    <a:close/>
                    <a:moveTo>
                      <a:pt x="3764423" y="1268758"/>
                    </a:moveTo>
                    <a:cubicBezTo>
                      <a:pt x="3764875" y="1275402"/>
                      <a:pt x="3766447" y="1281689"/>
                      <a:pt x="3769590" y="1286070"/>
                    </a:cubicBezTo>
                    <a:cubicBezTo>
                      <a:pt x="3784163" y="1306930"/>
                      <a:pt x="3790403" y="1328553"/>
                      <a:pt x="3791927" y="1350628"/>
                    </a:cubicBezTo>
                    <a:lnTo>
                      <a:pt x="3786333" y="1413840"/>
                    </a:lnTo>
                    <a:lnTo>
                      <a:pt x="3791928" y="1350627"/>
                    </a:lnTo>
                    <a:cubicBezTo>
                      <a:pt x="3790403" y="1328552"/>
                      <a:pt x="3784164" y="1306930"/>
                      <a:pt x="3769590" y="1286069"/>
                    </a:cubicBezTo>
                    <a:close/>
                    <a:moveTo>
                      <a:pt x="3706152" y="773035"/>
                    </a:moveTo>
                    <a:lnTo>
                      <a:pt x="3706152" y="773036"/>
                    </a:lnTo>
                    <a:cubicBezTo>
                      <a:pt x="3708438" y="800277"/>
                      <a:pt x="3711676" y="827330"/>
                      <a:pt x="3714152" y="854380"/>
                    </a:cubicBezTo>
                    <a:cubicBezTo>
                      <a:pt x="3716438" y="878957"/>
                      <a:pt x="3717200" y="903723"/>
                      <a:pt x="3745205" y="915344"/>
                    </a:cubicBezTo>
                    <a:cubicBezTo>
                      <a:pt x="3749587" y="917060"/>
                      <a:pt x="3752825" y="922774"/>
                      <a:pt x="3755683" y="927156"/>
                    </a:cubicBezTo>
                    <a:cubicBezTo>
                      <a:pt x="3799691" y="994786"/>
                      <a:pt x="3798547" y="1030981"/>
                      <a:pt x="3752063" y="1097088"/>
                    </a:cubicBezTo>
                    <a:cubicBezTo>
                      <a:pt x="3747301" y="1103946"/>
                      <a:pt x="3743871" y="1118614"/>
                      <a:pt x="3747681" y="1123186"/>
                    </a:cubicBezTo>
                    <a:cubicBezTo>
                      <a:pt x="3763493" y="1142618"/>
                      <a:pt x="3770542" y="1162954"/>
                      <a:pt x="3772400" y="1184029"/>
                    </a:cubicBezTo>
                    <a:cubicBezTo>
                      <a:pt x="3770542" y="1162954"/>
                      <a:pt x="3763494" y="1142617"/>
                      <a:pt x="3747682" y="1123185"/>
                    </a:cubicBezTo>
                    <a:cubicBezTo>
                      <a:pt x="3743872" y="1118613"/>
                      <a:pt x="3747302" y="1103945"/>
                      <a:pt x="3752064" y="1097087"/>
                    </a:cubicBezTo>
                    <a:cubicBezTo>
                      <a:pt x="3798548" y="1030980"/>
                      <a:pt x="3799692" y="994785"/>
                      <a:pt x="3755684" y="927155"/>
                    </a:cubicBezTo>
                    <a:cubicBezTo>
                      <a:pt x="3752826" y="922773"/>
                      <a:pt x="3749588" y="917059"/>
                      <a:pt x="3745206" y="915343"/>
                    </a:cubicBezTo>
                    <a:cubicBezTo>
                      <a:pt x="3717200" y="903722"/>
                      <a:pt x="3716438" y="878956"/>
                      <a:pt x="3714152" y="854379"/>
                    </a:cubicBezTo>
                    <a:close/>
                    <a:moveTo>
                      <a:pt x="3761553" y="517851"/>
                    </a:moveTo>
                    <a:lnTo>
                      <a:pt x="3752635" y="556048"/>
                    </a:lnTo>
                    <a:cubicBezTo>
                      <a:pt x="3750539" y="564049"/>
                      <a:pt x="3745015" y="572623"/>
                      <a:pt x="3746157" y="580051"/>
                    </a:cubicBezTo>
                    <a:cubicBezTo>
                      <a:pt x="3749491" y="601579"/>
                      <a:pt x="3747062" y="622201"/>
                      <a:pt x="3742776" y="642538"/>
                    </a:cubicBezTo>
                    <a:lnTo>
                      <a:pt x="3730253" y="694928"/>
                    </a:lnTo>
                    <a:lnTo>
                      <a:pt x="3742777" y="642537"/>
                    </a:lnTo>
                    <a:cubicBezTo>
                      <a:pt x="3747063" y="622201"/>
                      <a:pt x="3749492" y="601578"/>
                      <a:pt x="3746158" y="580050"/>
                    </a:cubicBezTo>
                    <a:cubicBezTo>
                      <a:pt x="3745016" y="572622"/>
                      <a:pt x="3750540" y="564048"/>
                      <a:pt x="3752636" y="556047"/>
                    </a:cubicBezTo>
                    <a:close/>
                    <a:moveTo>
                      <a:pt x="3774848" y="298169"/>
                    </a:moveTo>
                    <a:lnTo>
                      <a:pt x="3760065" y="313534"/>
                    </a:lnTo>
                    <a:cubicBezTo>
                      <a:pt x="3755873" y="316390"/>
                      <a:pt x="3758159" y="330299"/>
                      <a:pt x="3759493" y="338871"/>
                    </a:cubicBezTo>
                    <a:lnTo>
                      <a:pt x="3759500" y="338900"/>
                    </a:lnTo>
                    <a:lnTo>
                      <a:pt x="3769400" y="395640"/>
                    </a:lnTo>
                    <a:lnTo>
                      <a:pt x="3765590" y="367328"/>
                    </a:lnTo>
                    <a:lnTo>
                      <a:pt x="3759500" y="338900"/>
                    </a:lnTo>
                    <a:lnTo>
                      <a:pt x="3759494" y="338870"/>
                    </a:lnTo>
                    <a:cubicBezTo>
                      <a:pt x="3758160" y="330298"/>
                      <a:pt x="3755874" y="316389"/>
                      <a:pt x="3760066" y="313533"/>
                    </a:cubicBezTo>
                    <a:close/>
                    <a:moveTo>
                      <a:pt x="3782393" y="281568"/>
                    </a:moveTo>
                    <a:lnTo>
                      <a:pt x="3777498" y="295415"/>
                    </a:lnTo>
                    <a:lnTo>
                      <a:pt x="3777499" y="295415"/>
                    </a:lnTo>
                    <a:close/>
                    <a:moveTo>
                      <a:pt x="3769073" y="24486"/>
                    </a:moveTo>
                    <a:lnTo>
                      <a:pt x="3766810" y="74129"/>
                    </a:lnTo>
                    <a:cubicBezTo>
                      <a:pt x="3767733" y="91492"/>
                      <a:pt x="3770043" y="108703"/>
                      <a:pt x="3772734" y="125861"/>
                    </a:cubicBezTo>
                    <a:lnTo>
                      <a:pt x="3777129" y="153387"/>
                    </a:lnTo>
                    <a:lnTo>
                      <a:pt x="3785402" y="228944"/>
                    </a:lnTo>
                    <a:lnTo>
                      <a:pt x="3780943" y="177271"/>
                    </a:lnTo>
                    <a:lnTo>
                      <a:pt x="3777129" y="153387"/>
                    </a:lnTo>
                    <a:lnTo>
                      <a:pt x="3776930" y="151569"/>
                    </a:lnTo>
                    <a:cubicBezTo>
                      <a:pt x="3772700" y="125876"/>
                      <a:pt x="3768195" y="100174"/>
                      <a:pt x="3766811" y="74129"/>
                    </a:cubicBezTo>
                    <a:close/>
                    <a:moveTo>
                      <a:pt x="3766492" y="0"/>
                    </a:moveTo>
                    <a:lnTo>
                      <a:pt x="4230600" y="0"/>
                    </a:lnTo>
                    <a:lnTo>
                      <a:pt x="4229473" y="2817"/>
                    </a:lnTo>
                    <a:cubicBezTo>
                      <a:pt x="4221092" y="21486"/>
                      <a:pt x="4218423" y="43012"/>
                      <a:pt x="4215375" y="63587"/>
                    </a:cubicBezTo>
                    <a:cubicBezTo>
                      <a:pt x="4209851" y="101308"/>
                      <a:pt x="4206421" y="139219"/>
                      <a:pt x="4201468" y="176939"/>
                    </a:cubicBezTo>
                    <a:cubicBezTo>
                      <a:pt x="4200325" y="184941"/>
                      <a:pt x="4198231" y="194085"/>
                      <a:pt x="4193466" y="200182"/>
                    </a:cubicBezTo>
                    <a:cubicBezTo>
                      <a:pt x="4161461" y="241901"/>
                      <a:pt x="4152508" y="292579"/>
                      <a:pt x="4155554" y="340774"/>
                    </a:cubicBezTo>
                    <a:cubicBezTo>
                      <a:pt x="4157843" y="378686"/>
                      <a:pt x="4159557" y="415835"/>
                      <a:pt x="4156319" y="453364"/>
                    </a:cubicBezTo>
                    <a:cubicBezTo>
                      <a:pt x="4156127" y="456222"/>
                      <a:pt x="4156509" y="460032"/>
                      <a:pt x="4158033" y="462126"/>
                    </a:cubicBezTo>
                    <a:cubicBezTo>
                      <a:pt x="4168129" y="475081"/>
                      <a:pt x="4168891" y="488607"/>
                      <a:pt x="4170605" y="505182"/>
                    </a:cubicBezTo>
                    <a:cubicBezTo>
                      <a:pt x="4173083" y="528615"/>
                      <a:pt x="4171367" y="550141"/>
                      <a:pt x="4167177" y="571860"/>
                    </a:cubicBezTo>
                    <a:cubicBezTo>
                      <a:pt x="4164129" y="587672"/>
                      <a:pt x="4157843" y="603673"/>
                      <a:pt x="4149840" y="617772"/>
                    </a:cubicBezTo>
                    <a:cubicBezTo>
                      <a:pt x="4138600" y="637392"/>
                      <a:pt x="4134220" y="656255"/>
                      <a:pt x="4149078" y="674923"/>
                    </a:cubicBezTo>
                    <a:cubicBezTo>
                      <a:pt x="4164891" y="695116"/>
                      <a:pt x="4159367" y="717977"/>
                      <a:pt x="4159937" y="740268"/>
                    </a:cubicBezTo>
                    <a:cubicBezTo>
                      <a:pt x="4160129" y="749982"/>
                      <a:pt x="4159747" y="760270"/>
                      <a:pt x="4162223" y="769605"/>
                    </a:cubicBezTo>
                    <a:cubicBezTo>
                      <a:pt x="4169273" y="796655"/>
                      <a:pt x="4179941" y="822756"/>
                      <a:pt x="4184703" y="850189"/>
                    </a:cubicBezTo>
                    <a:cubicBezTo>
                      <a:pt x="4187370" y="865430"/>
                      <a:pt x="4182607" y="882384"/>
                      <a:pt x="4179179" y="898198"/>
                    </a:cubicBezTo>
                    <a:cubicBezTo>
                      <a:pt x="4175559" y="914200"/>
                      <a:pt x="4170035" y="930011"/>
                      <a:pt x="4164319" y="945444"/>
                    </a:cubicBezTo>
                    <a:cubicBezTo>
                      <a:pt x="4160509" y="955920"/>
                      <a:pt x="4156889" y="967350"/>
                      <a:pt x="4150030" y="975733"/>
                    </a:cubicBezTo>
                    <a:cubicBezTo>
                      <a:pt x="4134410" y="994785"/>
                      <a:pt x="4131742" y="1014406"/>
                      <a:pt x="4139934" y="1036887"/>
                    </a:cubicBezTo>
                    <a:cubicBezTo>
                      <a:pt x="4141268" y="1040315"/>
                      <a:pt x="4141268" y="1044315"/>
                      <a:pt x="4141458" y="1048125"/>
                    </a:cubicBezTo>
                    <a:cubicBezTo>
                      <a:pt x="4145458" y="1109091"/>
                      <a:pt x="4147936" y="1170051"/>
                      <a:pt x="4154032" y="1230633"/>
                    </a:cubicBezTo>
                    <a:cubicBezTo>
                      <a:pt x="4156509" y="1255206"/>
                      <a:pt x="4167367" y="1278829"/>
                      <a:pt x="4174225" y="1303024"/>
                    </a:cubicBezTo>
                    <a:cubicBezTo>
                      <a:pt x="4175559" y="1307978"/>
                      <a:pt x="4177655" y="1313504"/>
                      <a:pt x="4176701" y="1318456"/>
                    </a:cubicBezTo>
                    <a:cubicBezTo>
                      <a:pt x="4167177" y="1372368"/>
                      <a:pt x="4181083" y="1422854"/>
                      <a:pt x="4199372" y="1472575"/>
                    </a:cubicBezTo>
                    <a:cubicBezTo>
                      <a:pt x="4201278" y="1477717"/>
                      <a:pt x="4200706" y="1484004"/>
                      <a:pt x="4200325" y="1489720"/>
                    </a:cubicBezTo>
                    <a:cubicBezTo>
                      <a:pt x="4198993" y="1505724"/>
                      <a:pt x="4192324" y="1523059"/>
                      <a:pt x="4196324" y="1537537"/>
                    </a:cubicBezTo>
                    <a:cubicBezTo>
                      <a:pt x="4207374" y="1576019"/>
                      <a:pt x="4220709" y="1614120"/>
                      <a:pt x="4237474" y="1650317"/>
                    </a:cubicBezTo>
                    <a:cubicBezTo>
                      <a:pt x="4254428" y="1687086"/>
                      <a:pt x="4268716" y="1721185"/>
                      <a:pt x="4251572" y="1763287"/>
                    </a:cubicBezTo>
                    <a:cubicBezTo>
                      <a:pt x="4244332" y="1781194"/>
                      <a:pt x="4249476" y="1804816"/>
                      <a:pt x="4251380" y="1825393"/>
                    </a:cubicBezTo>
                    <a:cubicBezTo>
                      <a:pt x="4252904" y="1840441"/>
                      <a:pt x="4261478" y="1854920"/>
                      <a:pt x="4261478" y="1869780"/>
                    </a:cubicBezTo>
                    <a:cubicBezTo>
                      <a:pt x="4261478" y="1909408"/>
                      <a:pt x="4271574" y="1944649"/>
                      <a:pt x="4292149" y="1978940"/>
                    </a:cubicBezTo>
                    <a:cubicBezTo>
                      <a:pt x="4300150" y="1992279"/>
                      <a:pt x="4294815" y="2013043"/>
                      <a:pt x="4296911" y="2030378"/>
                    </a:cubicBezTo>
                    <a:cubicBezTo>
                      <a:pt x="4299388" y="2048668"/>
                      <a:pt x="4301673" y="2067525"/>
                      <a:pt x="4307201" y="2085054"/>
                    </a:cubicBezTo>
                    <a:cubicBezTo>
                      <a:pt x="4321679" y="2130393"/>
                      <a:pt x="4338062" y="2175163"/>
                      <a:pt x="4353302" y="2220312"/>
                    </a:cubicBezTo>
                    <a:cubicBezTo>
                      <a:pt x="4365877" y="2257459"/>
                      <a:pt x="4355970" y="2294039"/>
                      <a:pt x="4350636" y="2330806"/>
                    </a:cubicBezTo>
                    <a:cubicBezTo>
                      <a:pt x="4347205" y="2353859"/>
                      <a:pt x="4339013" y="2375383"/>
                      <a:pt x="4351206" y="2401292"/>
                    </a:cubicBezTo>
                    <a:cubicBezTo>
                      <a:pt x="4362828" y="2426059"/>
                      <a:pt x="4360160" y="2457492"/>
                      <a:pt x="4366446" y="2485307"/>
                    </a:cubicBezTo>
                    <a:cubicBezTo>
                      <a:pt x="4371781" y="2508742"/>
                      <a:pt x="4380354" y="2531409"/>
                      <a:pt x="4388736" y="2554079"/>
                    </a:cubicBezTo>
                    <a:cubicBezTo>
                      <a:pt x="4400168" y="2584942"/>
                      <a:pt x="4412167" y="2615421"/>
                      <a:pt x="4406453" y="2649143"/>
                    </a:cubicBezTo>
                    <a:cubicBezTo>
                      <a:pt x="4399976" y="2687436"/>
                      <a:pt x="4424359" y="2713723"/>
                      <a:pt x="4440554" y="2743826"/>
                    </a:cubicBezTo>
                    <a:cubicBezTo>
                      <a:pt x="4451603" y="2764590"/>
                      <a:pt x="4459795" y="2787259"/>
                      <a:pt x="4466653" y="2809930"/>
                    </a:cubicBezTo>
                    <a:cubicBezTo>
                      <a:pt x="4475607" y="2840219"/>
                      <a:pt x="4480941" y="2871462"/>
                      <a:pt x="4489705" y="2901943"/>
                    </a:cubicBezTo>
                    <a:cubicBezTo>
                      <a:pt x="4502848" y="2948047"/>
                      <a:pt x="4513137" y="2994722"/>
                      <a:pt x="4505897" y="3042728"/>
                    </a:cubicBezTo>
                    <a:cubicBezTo>
                      <a:pt x="4502659" y="3064827"/>
                      <a:pt x="4502848" y="3085403"/>
                      <a:pt x="4507613" y="3107500"/>
                    </a:cubicBezTo>
                    <a:cubicBezTo>
                      <a:pt x="4515422" y="3143695"/>
                      <a:pt x="4516376" y="3180844"/>
                      <a:pt x="4545521" y="3209993"/>
                    </a:cubicBezTo>
                    <a:cubicBezTo>
                      <a:pt x="4555811" y="3220280"/>
                      <a:pt x="4558477" y="3238758"/>
                      <a:pt x="4563811" y="3253809"/>
                    </a:cubicBezTo>
                    <a:cubicBezTo>
                      <a:pt x="4570099" y="3271145"/>
                      <a:pt x="4566858" y="3283908"/>
                      <a:pt x="4548570" y="3293244"/>
                    </a:cubicBezTo>
                    <a:cubicBezTo>
                      <a:pt x="4540379" y="3297434"/>
                      <a:pt x="4532378" y="3309437"/>
                      <a:pt x="4531043" y="3318771"/>
                    </a:cubicBezTo>
                    <a:cubicBezTo>
                      <a:pt x="4527043" y="3346776"/>
                      <a:pt x="4532950" y="3372495"/>
                      <a:pt x="4545904" y="3399546"/>
                    </a:cubicBezTo>
                    <a:cubicBezTo>
                      <a:pt x="4558096" y="3424883"/>
                      <a:pt x="4556762" y="3456508"/>
                      <a:pt x="4561524" y="3485275"/>
                    </a:cubicBezTo>
                    <a:cubicBezTo>
                      <a:pt x="4564954" y="3505657"/>
                      <a:pt x="4572002" y="3526042"/>
                      <a:pt x="4572002" y="3546617"/>
                    </a:cubicBezTo>
                    <a:cubicBezTo>
                      <a:pt x="4572002" y="3572146"/>
                      <a:pt x="4565907" y="3597482"/>
                      <a:pt x="4563620" y="3623201"/>
                    </a:cubicBezTo>
                    <a:cubicBezTo>
                      <a:pt x="4561716" y="3643204"/>
                      <a:pt x="4562478" y="3663589"/>
                      <a:pt x="4560192" y="3683591"/>
                    </a:cubicBezTo>
                    <a:cubicBezTo>
                      <a:pt x="4558477" y="3699976"/>
                      <a:pt x="4554096" y="3716168"/>
                      <a:pt x="4550476" y="3732361"/>
                    </a:cubicBezTo>
                    <a:cubicBezTo>
                      <a:pt x="4549142" y="3738267"/>
                      <a:pt x="4543998" y="3744173"/>
                      <a:pt x="4544759" y="3749506"/>
                    </a:cubicBezTo>
                    <a:cubicBezTo>
                      <a:pt x="4552953" y="3802467"/>
                      <a:pt x="4516376" y="3840569"/>
                      <a:pt x="4500182" y="3885338"/>
                    </a:cubicBezTo>
                    <a:cubicBezTo>
                      <a:pt x="4483035" y="3932394"/>
                      <a:pt x="4456748" y="3977925"/>
                      <a:pt x="4464557" y="4030503"/>
                    </a:cubicBezTo>
                    <a:cubicBezTo>
                      <a:pt x="4469319" y="4062318"/>
                      <a:pt x="4480369" y="4092989"/>
                      <a:pt x="4487039" y="4124614"/>
                    </a:cubicBezTo>
                    <a:cubicBezTo>
                      <a:pt x="4489324" y="4135854"/>
                      <a:pt x="4488943" y="4148427"/>
                      <a:pt x="4486656" y="4159667"/>
                    </a:cubicBezTo>
                    <a:cubicBezTo>
                      <a:pt x="4476177" y="4213961"/>
                      <a:pt x="4474653" y="4267493"/>
                      <a:pt x="4491801" y="4320837"/>
                    </a:cubicBezTo>
                    <a:cubicBezTo>
                      <a:pt x="4494659" y="4329979"/>
                      <a:pt x="4497325" y="4339695"/>
                      <a:pt x="4497325" y="4349222"/>
                    </a:cubicBezTo>
                    <a:cubicBezTo>
                      <a:pt x="4497325" y="4401419"/>
                      <a:pt x="4493324" y="4452665"/>
                      <a:pt x="4474653" y="4502579"/>
                    </a:cubicBezTo>
                    <a:cubicBezTo>
                      <a:pt x="4468368" y="4519343"/>
                      <a:pt x="4472368" y="4539728"/>
                      <a:pt x="4470844" y="4558207"/>
                    </a:cubicBezTo>
                    <a:cubicBezTo>
                      <a:pt x="4469511" y="4575351"/>
                      <a:pt x="4468940" y="4592878"/>
                      <a:pt x="4464557" y="4609452"/>
                    </a:cubicBezTo>
                    <a:cubicBezTo>
                      <a:pt x="4458082" y="4633647"/>
                      <a:pt x="4457320" y="4656126"/>
                      <a:pt x="4463033" y="4681083"/>
                    </a:cubicBezTo>
                    <a:cubicBezTo>
                      <a:pt x="4468368" y="4704895"/>
                      <a:pt x="4465702" y="4730614"/>
                      <a:pt x="4465891" y="4755381"/>
                    </a:cubicBezTo>
                    <a:cubicBezTo>
                      <a:pt x="4466082" y="4783004"/>
                      <a:pt x="4466272" y="4810627"/>
                      <a:pt x="4465319" y="4838250"/>
                    </a:cubicBezTo>
                    <a:cubicBezTo>
                      <a:pt x="4464940" y="4849300"/>
                      <a:pt x="4457320" y="4861873"/>
                      <a:pt x="4460367" y="4871019"/>
                    </a:cubicBezTo>
                    <a:cubicBezTo>
                      <a:pt x="4470653" y="4900546"/>
                      <a:pt x="4458271" y="4930075"/>
                      <a:pt x="4463795" y="4959602"/>
                    </a:cubicBezTo>
                    <a:cubicBezTo>
                      <a:pt x="4466653" y="4974082"/>
                      <a:pt x="4458844" y="4990465"/>
                      <a:pt x="4458082" y="5006086"/>
                    </a:cubicBezTo>
                    <a:cubicBezTo>
                      <a:pt x="4456748" y="5031614"/>
                      <a:pt x="4457320" y="5057141"/>
                      <a:pt x="4456937" y="5082670"/>
                    </a:cubicBezTo>
                    <a:cubicBezTo>
                      <a:pt x="4456748" y="5091052"/>
                      <a:pt x="4455986" y="5099245"/>
                      <a:pt x="4455603" y="5107627"/>
                    </a:cubicBezTo>
                    <a:cubicBezTo>
                      <a:pt x="4455223" y="5115057"/>
                      <a:pt x="4453508" y="5122867"/>
                      <a:pt x="4454840" y="5129916"/>
                    </a:cubicBezTo>
                    <a:cubicBezTo>
                      <a:pt x="4459605" y="5155445"/>
                      <a:pt x="4467415" y="5180591"/>
                      <a:pt x="4470464" y="5206308"/>
                    </a:cubicBezTo>
                    <a:cubicBezTo>
                      <a:pt x="4473130" y="5228597"/>
                      <a:pt x="4469511" y="5251650"/>
                      <a:pt x="4471415" y="5274129"/>
                    </a:cubicBezTo>
                    <a:cubicBezTo>
                      <a:pt x="4474653" y="5313754"/>
                      <a:pt x="4480369" y="5353379"/>
                      <a:pt x="4483990" y="5393005"/>
                    </a:cubicBezTo>
                    <a:cubicBezTo>
                      <a:pt x="4484752" y="5401579"/>
                      <a:pt x="4479988" y="5410531"/>
                      <a:pt x="4479607" y="5419295"/>
                    </a:cubicBezTo>
                    <a:cubicBezTo>
                      <a:pt x="4478656" y="5446728"/>
                      <a:pt x="4478464" y="5474161"/>
                      <a:pt x="4477894" y="5501594"/>
                    </a:cubicBezTo>
                    <a:cubicBezTo>
                      <a:pt x="4477702" y="5517215"/>
                      <a:pt x="4478273" y="5533027"/>
                      <a:pt x="4476560" y="5548460"/>
                    </a:cubicBezTo>
                    <a:cubicBezTo>
                      <a:pt x="4474273" y="5568842"/>
                      <a:pt x="4470844" y="5587321"/>
                      <a:pt x="4485703" y="5606372"/>
                    </a:cubicBezTo>
                    <a:cubicBezTo>
                      <a:pt x="4508755" y="5635711"/>
                      <a:pt x="4499801" y="5673050"/>
                      <a:pt x="4505134" y="5706959"/>
                    </a:cubicBezTo>
                    <a:cubicBezTo>
                      <a:pt x="4506468" y="5715723"/>
                      <a:pt x="4506659" y="5724678"/>
                      <a:pt x="4508183" y="5733440"/>
                    </a:cubicBezTo>
                    <a:cubicBezTo>
                      <a:pt x="4511041" y="5749634"/>
                      <a:pt x="4514279" y="5765635"/>
                      <a:pt x="4517519" y="5781830"/>
                    </a:cubicBezTo>
                    <a:cubicBezTo>
                      <a:pt x="4518089" y="5784686"/>
                      <a:pt x="4518281" y="5787924"/>
                      <a:pt x="4519234" y="5790592"/>
                    </a:cubicBezTo>
                    <a:cubicBezTo>
                      <a:pt x="4527233" y="5815169"/>
                      <a:pt x="4536378" y="5839361"/>
                      <a:pt x="4542855" y="5864318"/>
                    </a:cubicBezTo>
                    <a:cubicBezTo>
                      <a:pt x="4546095" y="5876511"/>
                      <a:pt x="4546476" y="5890037"/>
                      <a:pt x="4544759" y="5902610"/>
                    </a:cubicBezTo>
                    <a:cubicBezTo>
                      <a:pt x="4539808" y="5939377"/>
                      <a:pt x="4537712" y="5975764"/>
                      <a:pt x="4544951" y="6012723"/>
                    </a:cubicBezTo>
                    <a:cubicBezTo>
                      <a:pt x="4547808" y="6027392"/>
                      <a:pt x="4543045" y="6043776"/>
                      <a:pt x="4541332" y="6059397"/>
                    </a:cubicBezTo>
                    <a:cubicBezTo>
                      <a:pt x="4536759" y="6096736"/>
                      <a:pt x="4531805" y="6134075"/>
                      <a:pt x="4527426" y="6171605"/>
                    </a:cubicBezTo>
                    <a:cubicBezTo>
                      <a:pt x="4524758" y="6195037"/>
                      <a:pt x="4523234" y="6218660"/>
                      <a:pt x="4520568" y="6242093"/>
                    </a:cubicBezTo>
                    <a:cubicBezTo>
                      <a:pt x="4517327" y="6269144"/>
                      <a:pt x="4512375" y="6296005"/>
                      <a:pt x="4509706" y="6323058"/>
                    </a:cubicBezTo>
                    <a:cubicBezTo>
                      <a:pt x="4506659" y="6353919"/>
                      <a:pt x="4506089" y="6384972"/>
                      <a:pt x="4502848" y="6415833"/>
                    </a:cubicBezTo>
                    <a:cubicBezTo>
                      <a:pt x="4496563" y="6472225"/>
                      <a:pt x="4489132" y="6528424"/>
                      <a:pt x="4482084" y="6584812"/>
                    </a:cubicBezTo>
                    <a:cubicBezTo>
                      <a:pt x="4475226" y="6639488"/>
                      <a:pt x="4469129" y="6694164"/>
                      <a:pt x="4460557" y="6748458"/>
                    </a:cubicBezTo>
                    <a:cubicBezTo>
                      <a:pt x="4456937" y="6771319"/>
                      <a:pt x="4447030" y="6793035"/>
                      <a:pt x="4441507" y="6815516"/>
                    </a:cubicBezTo>
                    <a:lnTo>
                      <a:pt x="4431806" y="6858001"/>
                    </a:lnTo>
                    <a:lnTo>
                      <a:pt x="4259554" y="6858001"/>
                    </a:lnTo>
                    <a:lnTo>
                      <a:pt x="4259554" y="6858002"/>
                    </a:lnTo>
                    <a:lnTo>
                      <a:pt x="0" y="6858002"/>
                    </a:lnTo>
                    <a:lnTo>
                      <a:pt x="0" y="2"/>
                    </a:lnTo>
                    <a:lnTo>
                      <a:pt x="3766492" y="1"/>
                    </a:lnTo>
                    <a:lnTo>
                      <a:pt x="3769210" y="21486"/>
                    </a:lnTo>
                    <a:close/>
                  </a:path>
                </a:pathLst>
              </a:custGeom>
              <a:solidFill>
                <a:schemeClr val="tx1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D56F11D0-7966-41FE-AAB9-EC0C54F11F6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-2" y="-1"/>
                <a:ext cx="4572002" cy="6858002"/>
              </a:xfrm>
              <a:custGeom>
                <a:avLst/>
                <a:gdLst>
                  <a:gd name="connsiteX0" fmla="*/ 4214994 w 4572002"/>
                  <a:gd name="connsiteY0" fmla="*/ 6564620 h 6858002"/>
                  <a:gd name="connsiteX1" fmla="*/ 4214994 w 4572002"/>
                  <a:gd name="connsiteY1" fmla="*/ 6564621 h 6858002"/>
                  <a:gd name="connsiteX2" fmla="*/ 4237474 w 4572002"/>
                  <a:gd name="connsiteY2" fmla="*/ 6588626 h 6858002"/>
                  <a:gd name="connsiteX3" fmla="*/ 4254096 w 4572002"/>
                  <a:gd name="connsiteY3" fmla="*/ 6625225 h 6858002"/>
                  <a:gd name="connsiteX4" fmla="*/ 4247001 w 4572002"/>
                  <a:gd name="connsiteY4" fmla="*/ 6662540 h 6858002"/>
                  <a:gd name="connsiteX5" fmla="*/ 4247000 w 4572002"/>
                  <a:gd name="connsiteY5" fmla="*/ 6662541 h 6858002"/>
                  <a:gd name="connsiteX6" fmla="*/ 4246999 w 4572002"/>
                  <a:gd name="connsiteY6" fmla="*/ 6662544 h 6858002"/>
                  <a:gd name="connsiteX7" fmla="*/ 4235550 w 4572002"/>
                  <a:gd name="connsiteY7" fmla="*/ 6683027 h 6858002"/>
                  <a:gd name="connsiteX8" fmla="*/ 4232403 w 4572002"/>
                  <a:gd name="connsiteY8" fmla="*/ 6702976 h 6858002"/>
                  <a:gd name="connsiteX9" fmla="*/ 4232403 w 4572002"/>
                  <a:gd name="connsiteY9" fmla="*/ 6702977 h 6858002"/>
                  <a:gd name="connsiteX10" fmla="*/ 4246238 w 4572002"/>
                  <a:gd name="connsiteY10" fmla="*/ 6742553 h 6858002"/>
                  <a:gd name="connsiteX11" fmla="*/ 4246239 w 4572002"/>
                  <a:gd name="connsiteY11" fmla="*/ 6742555 h 6858002"/>
                  <a:gd name="connsiteX12" fmla="*/ 4265716 w 4572002"/>
                  <a:gd name="connsiteY12" fmla="*/ 6812062 h 6858002"/>
                  <a:gd name="connsiteX13" fmla="*/ 4265717 w 4572002"/>
                  <a:gd name="connsiteY13" fmla="*/ 6812064 h 6858002"/>
                  <a:gd name="connsiteX14" fmla="*/ 4265717 w 4572002"/>
                  <a:gd name="connsiteY14" fmla="*/ 6812063 h 6858002"/>
                  <a:gd name="connsiteX15" fmla="*/ 4265716 w 4572002"/>
                  <a:gd name="connsiteY15" fmla="*/ 6812062 h 6858002"/>
                  <a:gd name="connsiteX16" fmla="*/ 4260942 w 4572002"/>
                  <a:gd name="connsiteY16" fmla="*/ 6776800 h 6858002"/>
                  <a:gd name="connsiteX17" fmla="*/ 4246239 w 4572002"/>
                  <a:gd name="connsiteY17" fmla="*/ 6742555 h 6858002"/>
                  <a:gd name="connsiteX18" fmla="*/ 4246238 w 4572002"/>
                  <a:gd name="connsiteY18" fmla="*/ 6742552 h 6858002"/>
                  <a:gd name="connsiteX19" fmla="*/ 4232403 w 4572002"/>
                  <a:gd name="connsiteY19" fmla="*/ 6702976 h 6858002"/>
                  <a:gd name="connsiteX20" fmla="*/ 4246999 w 4572002"/>
                  <a:gd name="connsiteY20" fmla="*/ 6662544 h 6858002"/>
                  <a:gd name="connsiteX21" fmla="*/ 4247000 w 4572002"/>
                  <a:gd name="connsiteY21" fmla="*/ 6662542 h 6858002"/>
                  <a:gd name="connsiteX22" fmla="*/ 4247001 w 4572002"/>
                  <a:gd name="connsiteY22" fmla="*/ 6662540 h 6858002"/>
                  <a:gd name="connsiteX23" fmla="*/ 4254084 w 4572002"/>
                  <a:gd name="connsiteY23" fmla="*/ 6645552 h 6858002"/>
                  <a:gd name="connsiteX24" fmla="*/ 4254096 w 4572002"/>
                  <a:gd name="connsiteY24" fmla="*/ 6625225 h 6858002"/>
                  <a:gd name="connsiteX25" fmla="*/ 4254096 w 4572002"/>
                  <a:gd name="connsiteY25" fmla="*/ 6625224 h 6858002"/>
                  <a:gd name="connsiteX26" fmla="*/ 4237474 w 4572002"/>
                  <a:gd name="connsiteY26" fmla="*/ 6588625 h 6858002"/>
                  <a:gd name="connsiteX27" fmla="*/ 4295315 w 4572002"/>
                  <a:gd name="connsiteY27" fmla="*/ 6438981 h 6858002"/>
                  <a:gd name="connsiteX28" fmla="*/ 4275385 w 4572002"/>
                  <a:gd name="connsiteY28" fmla="*/ 6463840 h 6858002"/>
                  <a:gd name="connsiteX29" fmla="*/ 4275382 w 4572002"/>
                  <a:gd name="connsiteY29" fmla="*/ 6463849 h 6858002"/>
                  <a:gd name="connsiteX30" fmla="*/ 4261587 w 4572002"/>
                  <a:gd name="connsiteY30" fmla="*/ 6513012 h 6858002"/>
                  <a:gd name="connsiteX31" fmla="*/ 4242781 w 4572002"/>
                  <a:gd name="connsiteY31" fmla="*/ 6546194 h 6858002"/>
                  <a:gd name="connsiteX32" fmla="*/ 4242781 w 4572002"/>
                  <a:gd name="connsiteY32" fmla="*/ 6546195 h 6858002"/>
                  <a:gd name="connsiteX33" fmla="*/ 4259120 w 4572002"/>
                  <a:gd name="connsiteY33" fmla="*/ 6521804 h 6858002"/>
                  <a:gd name="connsiteX34" fmla="*/ 4261587 w 4572002"/>
                  <a:gd name="connsiteY34" fmla="*/ 6513012 h 6858002"/>
                  <a:gd name="connsiteX35" fmla="*/ 4264398 w 4572002"/>
                  <a:gd name="connsiteY35" fmla="*/ 6508052 h 6858002"/>
                  <a:gd name="connsiteX36" fmla="*/ 4275382 w 4572002"/>
                  <a:gd name="connsiteY36" fmla="*/ 6463849 h 6858002"/>
                  <a:gd name="connsiteX37" fmla="*/ 4275385 w 4572002"/>
                  <a:gd name="connsiteY37" fmla="*/ 6463841 h 6858002"/>
                  <a:gd name="connsiteX38" fmla="*/ 4295315 w 4572002"/>
                  <a:gd name="connsiteY38" fmla="*/ 6438981 h 6858002"/>
                  <a:gd name="connsiteX39" fmla="*/ 4381289 w 4572002"/>
                  <a:gd name="connsiteY39" fmla="*/ 6365204 h 6858002"/>
                  <a:gd name="connsiteX40" fmla="*/ 4380008 w 4572002"/>
                  <a:gd name="connsiteY40" fmla="*/ 6387910 h 6858002"/>
                  <a:gd name="connsiteX41" fmla="*/ 4378243 w 4572002"/>
                  <a:gd name="connsiteY41" fmla="*/ 6391549 h 6858002"/>
                  <a:gd name="connsiteX42" fmla="*/ 4370589 w 4572002"/>
                  <a:gd name="connsiteY42" fmla="*/ 6407332 h 6858002"/>
                  <a:gd name="connsiteX43" fmla="*/ 4370589 w 4572002"/>
                  <a:gd name="connsiteY43" fmla="*/ 6407333 h 6858002"/>
                  <a:gd name="connsiteX44" fmla="*/ 4378243 w 4572002"/>
                  <a:gd name="connsiteY44" fmla="*/ 6391549 h 6858002"/>
                  <a:gd name="connsiteX45" fmla="*/ 4380008 w 4572002"/>
                  <a:gd name="connsiteY45" fmla="*/ 6387910 h 6858002"/>
                  <a:gd name="connsiteX46" fmla="*/ 4142220 w 4572002"/>
                  <a:gd name="connsiteY46" fmla="*/ 4221391 h 6858002"/>
                  <a:gd name="connsiteX47" fmla="*/ 4142220 w 4572002"/>
                  <a:gd name="connsiteY47" fmla="*/ 4221392 h 6858002"/>
                  <a:gd name="connsiteX48" fmla="*/ 4147936 w 4572002"/>
                  <a:gd name="connsiteY48" fmla="*/ 4253015 h 6858002"/>
                  <a:gd name="connsiteX49" fmla="*/ 4187752 w 4572002"/>
                  <a:gd name="connsiteY49" fmla="*/ 4324646 h 6858002"/>
                  <a:gd name="connsiteX50" fmla="*/ 4196706 w 4572002"/>
                  <a:gd name="connsiteY50" fmla="*/ 4363891 h 6858002"/>
                  <a:gd name="connsiteX51" fmla="*/ 4195944 w 4572002"/>
                  <a:gd name="connsiteY51" fmla="*/ 4482004 h 6858002"/>
                  <a:gd name="connsiteX52" fmla="*/ 4135934 w 4572002"/>
                  <a:gd name="connsiteY52" fmla="*/ 4659174 h 6858002"/>
                  <a:gd name="connsiteX53" fmla="*/ 4127932 w 4572002"/>
                  <a:gd name="connsiteY53" fmla="*/ 4677655 h 6858002"/>
                  <a:gd name="connsiteX54" fmla="*/ 4118025 w 4572002"/>
                  <a:gd name="connsiteY54" fmla="*/ 4767764 h 6858002"/>
                  <a:gd name="connsiteX55" fmla="*/ 4116716 w 4572002"/>
                  <a:gd name="connsiteY55" fmla="*/ 4800483 h 6858002"/>
                  <a:gd name="connsiteX56" fmla="*/ 4116716 w 4572002"/>
                  <a:gd name="connsiteY56" fmla="*/ 4800484 h 6858002"/>
                  <a:gd name="connsiteX57" fmla="*/ 4131552 w 4572002"/>
                  <a:gd name="connsiteY57" fmla="*/ 4828917 h 6858002"/>
                  <a:gd name="connsiteX58" fmla="*/ 4153733 w 4572002"/>
                  <a:gd name="connsiteY58" fmla="*/ 4863343 h 6858002"/>
                  <a:gd name="connsiteX59" fmla="*/ 4161262 w 4572002"/>
                  <a:gd name="connsiteY59" fmla="*/ 4889275 h 6858002"/>
                  <a:gd name="connsiteX60" fmla="*/ 4159557 w 4572002"/>
                  <a:gd name="connsiteY60" fmla="*/ 4912168 h 6858002"/>
                  <a:gd name="connsiteX61" fmla="*/ 4158155 w 4572002"/>
                  <a:gd name="connsiteY61" fmla="*/ 4933804 h 6858002"/>
                  <a:gd name="connsiteX62" fmla="*/ 4158155 w 4572002"/>
                  <a:gd name="connsiteY62" fmla="*/ 4933805 h 6858002"/>
                  <a:gd name="connsiteX63" fmla="*/ 4162914 w 4572002"/>
                  <a:gd name="connsiteY63" fmla="*/ 4952673 h 6858002"/>
                  <a:gd name="connsiteX64" fmla="*/ 4165707 w 4572002"/>
                  <a:gd name="connsiteY64" fmla="*/ 4957454 h 6858002"/>
                  <a:gd name="connsiteX65" fmla="*/ 4166985 w 4572002"/>
                  <a:gd name="connsiteY65" fmla="*/ 4961456 h 6858002"/>
                  <a:gd name="connsiteX66" fmla="*/ 4182989 w 4572002"/>
                  <a:gd name="connsiteY66" fmla="*/ 4987038 h 6858002"/>
                  <a:gd name="connsiteX67" fmla="*/ 4209468 w 4572002"/>
                  <a:gd name="connsiteY67" fmla="*/ 5041522 h 6858002"/>
                  <a:gd name="connsiteX68" fmla="*/ 4216684 w 4572002"/>
                  <a:gd name="connsiteY68" fmla="*/ 5072376 h 6858002"/>
                  <a:gd name="connsiteX69" fmla="*/ 4222587 w 4572002"/>
                  <a:gd name="connsiteY69" fmla="*/ 5087441 h 6858002"/>
                  <a:gd name="connsiteX70" fmla="*/ 4235615 w 4572002"/>
                  <a:gd name="connsiteY70" fmla="*/ 5133220 h 6858002"/>
                  <a:gd name="connsiteX71" fmla="*/ 4235616 w 4572002"/>
                  <a:gd name="connsiteY71" fmla="*/ 5133225 h 6858002"/>
                  <a:gd name="connsiteX72" fmla="*/ 4228901 w 4572002"/>
                  <a:gd name="connsiteY72" fmla="*/ 5166113 h 6858002"/>
                  <a:gd name="connsiteX73" fmla="*/ 4228901 w 4572002"/>
                  <a:gd name="connsiteY73" fmla="*/ 5166114 h 6858002"/>
                  <a:gd name="connsiteX74" fmla="*/ 4229593 w 4572002"/>
                  <a:gd name="connsiteY74" fmla="*/ 5172091 h 6858002"/>
                  <a:gd name="connsiteX75" fmla="*/ 4232139 w 4572002"/>
                  <a:gd name="connsiteY75" fmla="*/ 5179068 h 6858002"/>
                  <a:gd name="connsiteX76" fmla="*/ 4231973 w 4572002"/>
                  <a:gd name="connsiteY76" fmla="*/ 5229434 h 6858002"/>
                  <a:gd name="connsiteX77" fmla="*/ 4225669 w 4572002"/>
                  <a:gd name="connsiteY77" fmla="*/ 5241089 h 6858002"/>
                  <a:gd name="connsiteX78" fmla="*/ 4208517 w 4572002"/>
                  <a:gd name="connsiteY78" fmla="*/ 5272796 h 6858002"/>
                  <a:gd name="connsiteX79" fmla="*/ 4184613 w 4572002"/>
                  <a:gd name="connsiteY79" fmla="*/ 5312288 h 6858002"/>
                  <a:gd name="connsiteX80" fmla="*/ 4183557 w 4572002"/>
                  <a:gd name="connsiteY80" fmla="*/ 5321350 h 6858002"/>
                  <a:gd name="connsiteX81" fmla="*/ 4181083 w 4572002"/>
                  <a:gd name="connsiteY81" fmla="*/ 5326163 h 6858002"/>
                  <a:gd name="connsiteX82" fmla="*/ 4179637 w 4572002"/>
                  <a:gd name="connsiteY82" fmla="*/ 5355014 h 6858002"/>
                  <a:gd name="connsiteX83" fmla="*/ 4179637 w 4572002"/>
                  <a:gd name="connsiteY83" fmla="*/ 5355015 h 6858002"/>
                  <a:gd name="connsiteX84" fmla="*/ 4184513 w 4572002"/>
                  <a:gd name="connsiteY84" fmla="*/ 5385385 h 6858002"/>
                  <a:gd name="connsiteX85" fmla="*/ 4192704 w 4572002"/>
                  <a:gd name="connsiteY85" fmla="*/ 5425583 h 6858002"/>
                  <a:gd name="connsiteX86" fmla="*/ 4204327 w 4572002"/>
                  <a:gd name="connsiteY86" fmla="*/ 5480638 h 6858002"/>
                  <a:gd name="connsiteX87" fmla="*/ 4208850 w 4572002"/>
                  <a:gd name="connsiteY87" fmla="*/ 5507668 h 6858002"/>
                  <a:gd name="connsiteX88" fmla="*/ 4198232 w 4572002"/>
                  <a:gd name="connsiteY88" fmla="*/ 5531692 h 6858002"/>
                  <a:gd name="connsiteX89" fmla="*/ 4198231 w 4572002"/>
                  <a:gd name="connsiteY89" fmla="*/ 5531693 h 6858002"/>
                  <a:gd name="connsiteX90" fmla="*/ 4188085 w 4572002"/>
                  <a:gd name="connsiteY90" fmla="*/ 5547578 h 6858002"/>
                  <a:gd name="connsiteX91" fmla="*/ 4188085 w 4572002"/>
                  <a:gd name="connsiteY91" fmla="*/ 5547579 h 6858002"/>
                  <a:gd name="connsiteX92" fmla="*/ 4197659 w 4572002"/>
                  <a:gd name="connsiteY92" fmla="*/ 5562747 h 6858002"/>
                  <a:gd name="connsiteX93" fmla="*/ 4268907 w 4572002"/>
                  <a:gd name="connsiteY93" fmla="*/ 5704484 h 6858002"/>
                  <a:gd name="connsiteX94" fmla="*/ 4274812 w 4572002"/>
                  <a:gd name="connsiteY94" fmla="*/ 5740489 h 6858002"/>
                  <a:gd name="connsiteX95" fmla="*/ 4283578 w 4572002"/>
                  <a:gd name="connsiteY95" fmla="*/ 5760874 h 6858002"/>
                  <a:gd name="connsiteX96" fmla="*/ 4371973 w 4572002"/>
                  <a:gd name="connsiteY96" fmla="*/ 5883752 h 6858002"/>
                  <a:gd name="connsiteX97" fmla="*/ 4371974 w 4572002"/>
                  <a:gd name="connsiteY97" fmla="*/ 5883757 h 6858002"/>
                  <a:gd name="connsiteX98" fmla="*/ 4389877 w 4572002"/>
                  <a:gd name="connsiteY98" fmla="*/ 5935946 h 6858002"/>
                  <a:gd name="connsiteX99" fmla="*/ 4389878 w 4572002"/>
                  <a:gd name="connsiteY99" fmla="*/ 5935950 h 6858002"/>
                  <a:gd name="connsiteX100" fmla="*/ 4386259 w 4572002"/>
                  <a:gd name="connsiteY100" fmla="*/ 5993290 h 6858002"/>
                  <a:gd name="connsiteX101" fmla="*/ 4386259 w 4572002"/>
                  <a:gd name="connsiteY101" fmla="*/ 5993291 h 6858002"/>
                  <a:gd name="connsiteX102" fmla="*/ 4379782 w 4572002"/>
                  <a:gd name="connsiteY102" fmla="*/ 6026440 h 6858002"/>
                  <a:gd name="connsiteX103" fmla="*/ 4323583 w 4572002"/>
                  <a:gd name="connsiteY103" fmla="*/ 6108738 h 6858002"/>
                  <a:gd name="connsiteX104" fmla="*/ 4309890 w 4572002"/>
                  <a:gd name="connsiteY104" fmla="*/ 6133314 h 6858002"/>
                  <a:gd name="connsiteX105" fmla="*/ 4309890 w 4572002"/>
                  <a:gd name="connsiteY105" fmla="*/ 6133315 h 6858002"/>
                  <a:gd name="connsiteX106" fmla="*/ 4313591 w 4572002"/>
                  <a:gd name="connsiteY106" fmla="*/ 6143190 h 6858002"/>
                  <a:gd name="connsiteX107" fmla="*/ 4325486 w 4572002"/>
                  <a:gd name="connsiteY107" fmla="*/ 6155600 h 6858002"/>
                  <a:gd name="connsiteX108" fmla="*/ 4325488 w 4572002"/>
                  <a:gd name="connsiteY108" fmla="*/ 6155603 h 6858002"/>
                  <a:gd name="connsiteX109" fmla="*/ 4364160 w 4572002"/>
                  <a:gd name="connsiteY109" fmla="*/ 6228757 h 6858002"/>
                  <a:gd name="connsiteX110" fmla="*/ 4381497 w 4572002"/>
                  <a:gd name="connsiteY110" fmla="*/ 6361540 h 6858002"/>
                  <a:gd name="connsiteX111" fmla="*/ 4381497 w 4572002"/>
                  <a:gd name="connsiteY111" fmla="*/ 6361539 h 6858002"/>
                  <a:gd name="connsiteX112" fmla="*/ 4364160 w 4572002"/>
                  <a:gd name="connsiteY112" fmla="*/ 6228756 h 6858002"/>
                  <a:gd name="connsiteX113" fmla="*/ 4325488 w 4572002"/>
                  <a:gd name="connsiteY113" fmla="*/ 6155602 h 6858002"/>
                  <a:gd name="connsiteX114" fmla="*/ 4325486 w 4572002"/>
                  <a:gd name="connsiteY114" fmla="*/ 6155600 h 6858002"/>
                  <a:gd name="connsiteX115" fmla="*/ 4309890 w 4572002"/>
                  <a:gd name="connsiteY115" fmla="*/ 6133315 h 6858002"/>
                  <a:gd name="connsiteX116" fmla="*/ 4323583 w 4572002"/>
                  <a:gd name="connsiteY116" fmla="*/ 6108739 h 6858002"/>
                  <a:gd name="connsiteX117" fmla="*/ 4379782 w 4572002"/>
                  <a:gd name="connsiteY117" fmla="*/ 6026441 h 6858002"/>
                  <a:gd name="connsiteX118" fmla="*/ 4386259 w 4572002"/>
                  <a:gd name="connsiteY118" fmla="*/ 5993292 h 6858002"/>
                  <a:gd name="connsiteX119" fmla="*/ 4386259 w 4572002"/>
                  <a:gd name="connsiteY119" fmla="*/ 5993290 h 6858002"/>
                  <a:gd name="connsiteX120" fmla="*/ 4389712 w 4572002"/>
                  <a:gd name="connsiteY120" fmla="*/ 5964477 h 6858002"/>
                  <a:gd name="connsiteX121" fmla="*/ 4389878 w 4572002"/>
                  <a:gd name="connsiteY121" fmla="*/ 5935950 h 6858002"/>
                  <a:gd name="connsiteX122" fmla="*/ 4389878 w 4572002"/>
                  <a:gd name="connsiteY122" fmla="*/ 5935949 h 6858002"/>
                  <a:gd name="connsiteX123" fmla="*/ 4389877 w 4572002"/>
                  <a:gd name="connsiteY123" fmla="*/ 5935946 h 6858002"/>
                  <a:gd name="connsiteX124" fmla="*/ 4382997 w 4572002"/>
                  <a:gd name="connsiteY124" fmla="*/ 5909351 h 6858002"/>
                  <a:gd name="connsiteX125" fmla="*/ 4371974 w 4572002"/>
                  <a:gd name="connsiteY125" fmla="*/ 5883757 h 6858002"/>
                  <a:gd name="connsiteX126" fmla="*/ 4371973 w 4572002"/>
                  <a:gd name="connsiteY126" fmla="*/ 5883751 h 6858002"/>
                  <a:gd name="connsiteX127" fmla="*/ 4283578 w 4572002"/>
                  <a:gd name="connsiteY127" fmla="*/ 5760873 h 6858002"/>
                  <a:gd name="connsiteX128" fmla="*/ 4274812 w 4572002"/>
                  <a:gd name="connsiteY128" fmla="*/ 5740488 h 6858002"/>
                  <a:gd name="connsiteX129" fmla="*/ 4268907 w 4572002"/>
                  <a:gd name="connsiteY129" fmla="*/ 5704483 h 6858002"/>
                  <a:gd name="connsiteX130" fmla="*/ 4197659 w 4572002"/>
                  <a:gd name="connsiteY130" fmla="*/ 5562746 h 6858002"/>
                  <a:gd name="connsiteX131" fmla="*/ 4188085 w 4572002"/>
                  <a:gd name="connsiteY131" fmla="*/ 5547578 h 6858002"/>
                  <a:gd name="connsiteX132" fmla="*/ 4198231 w 4572002"/>
                  <a:gd name="connsiteY132" fmla="*/ 5531694 h 6858002"/>
                  <a:gd name="connsiteX133" fmla="*/ 4198232 w 4572002"/>
                  <a:gd name="connsiteY133" fmla="*/ 5531692 h 6858002"/>
                  <a:gd name="connsiteX134" fmla="*/ 4206630 w 4572002"/>
                  <a:gd name="connsiteY134" fmla="*/ 5520422 h 6858002"/>
                  <a:gd name="connsiteX135" fmla="*/ 4208850 w 4572002"/>
                  <a:gd name="connsiteY135" fmla="*/ 5507668 h 6858002"/>
                  <a:gd name="connsiteX136" fmla="*/ 4208850 w 4572002"/>
                  <a:gd name="connsiteY136" fmla="*/ 5507667 h 6858002"/>
                  <a:gd name="connsiteX137" fmla="*/ 4204327 w 4572002"/>
                  <a:gd name="connsiteY137" fmla="*/ 5480637 h 6858002"/>
                  <a:gd name="connsiteX138" fmla="*/ 4192704 w 4572002"/>
                  <a:gd name="connsiteY138" fmla="*/ 5425582 h 6858002"/>
                  <a:gd name="connsiteX139" fmla="*/ 4184513 w 4572002"/>
                  <a:gd name="connsiteY139" fmla="*/ 5385384 h 6858002"/>
                  <a:gd name="connsiteX140" fmla="*/ 4179637 w 4572002"/>
                  <a:gd name="connsiteY140" fmla="*/ 5355014 h 6858002"/>
                  <a:gd name="connsiteX141" fmla="*/ 4183557 w 4572002"/>
                  <a:gd name="connsiteY141" fmla="*/ 5321350 h 6858002"/>
                  <a:gd name="connsiteX142" fmla="*/ 4208517 w 4572002"/>
                  <a:gd name="connsiteY142" fmla="*/ 5272797 h 6858002"/>
                  <a:gd name="connsiteX143" fmla="*/ 4225669 w 4572002"/>
                  <a:gd name="connsiteY143" fmla="*/ 5241089 h 6858002"/>
                  <a:gd name="connsiteX144" fmla="*/ 4231973 w 4572002"/>
                  <a:gd name="connsiteY144" fmla="*/ 5229433 h 6858002"/>
                  <a:gd name="connsiteX145" fmla="*/ 4232139 w 4572002"/>
                  <a:gd name="connsiteY145" fmla="*/ 5179068 h 6858002"/>
                  <a:gd name="connsiteX146" fmla="*/ 4232139 w 4572002"/>
                  <a:gd name="connsiteY146" fmla="*/ 5179067 h 6858002"/>
                  <a:gd name="connsiteX147" fmla="*/ 4229593 w 4572002"/>
                  <a:gd name="connsiteY147" fmla="*/ 5172090 h 6858002"/>
                  <a:gd name="connsiteX148" fmla="*/ 4228901 w 4572002"/>
                  <a:gd name="connsiteY148" fmla="*/ 5166114 h 6858002"/>
                  <a:gd name="connsiteX149" fmla="*/ 4235616 w 4572002"/>
                  <a:gd name="connsiteY149" fmla="*/ 5133225 h 6858002"/>
                  <a:gd name="connsiteX150" fmla="*/ 4235616 w 4572002"/>
                  <a:gd name="connsiteY150" fmla="*/ 5133224 h 6858002"/>
                  <a:gd name="connsiteX151" fmla="*/ 4235615 w 4572002"/>
                  <a:gd name="connsiteY151" fmla="*/ 5133220 h 6858002"/>
                  <a:gd name="connsiteX152" fmla="*/ 4228473 w 4572002"/>
                  <a:gd name="connsiteY152" fmla="*/ 5102461 h 6858002"/>
                  <a:gd name="connsiteX153" fmla="*/ 4222587 w 4572002"/>
                  <a:gd name="connsiteY153" fmla="*/ 5087441 h 6858002"/>
                  <a:gd name="connsiteX154" fmla="*/ 4222582 w 4572002"/>
                  <a:gd name="connsiteY154" fmla="*/ 5087423 h 6858002"/>
                  <a:gd name="connsiteX155" fmla="*/ 4209468 w 4572002"/>
                  <a:gd name="connsiteY155" fmla="*/ 5041521 h 6858002"/>
                  <a:gd name="connsiteX156" fmla="*/ 4182989 w 4572002"/>
                  <a:gd name="connsiteY156" fmla="*/ 4987037 h 6858002"/>
                  <a:gd name="connsiteX157" fmla="*/ 4165707 w 4572002"/>
                  <a:gd name="connsiteY157" fmla="*/ 4957454 h 6858002"/>
                  <a:gd name="connsiteX158" fmla="*/ 4158155 w 4572002"/>
                  <a:gd name="connsiteY158" fmla="*/ 4933805 h 6858002"/>
                  <a:gd name="connsiteX159" fmla="*/ 4159557 w 4572002"/>
                  <a:gd name="connsiteY159" fmla="*/ 4912169 h 6858002"/>
                  <a:gd name="connsiteX160" fmla="*/ 4161262 w 4572002"/>
                  <a:gd name="connsiteY160" fmla="*/ 4889276 h 6858002"/>
                  <a:gd name="connsiteX161" fmla="*/ 4161262 w 4572002"/>
                  <a:gd name="connsiteY161" fmla="*/ 4889275 h 6858002"/>
                  <a:gd name="connsiteX162" fmla="*/ 4156484 w 4572002"/>
                  <a:gd name="connsiteY162" fmla="*/ 4867614 h 6858002"/>
                  <a:gd name="connsiteX163" fmla="*/ 4153733 w 4572002"/>
                  <a:gd name="connsiteY163" fmla="*/ 4863343 h 6858002"/>
                  <a:gd name="connsiteX164" fmla="*/ 4151983 w 4572002"/>
                  <a:gd name="connsiteY164" fmla="*/ 4857317 h 6858002"/>
                  <a:gd name="connsiteX165" fmla="*/ 4131552 w 4572002"/>
                  <a:gd name="connsiteY165" fmla="*/ 4828916 h 6858002"/>
                  <a:gd name="connsiteX166" fmla="*/ 4116716 w 4572002"/>
                  <a:gd name="connsiteY166" fmla="*/ 4800483 h 6858002"/>
                  <a:gd name="connsiteX167" fmla="*/ 4118025 w 4572002"/>
                  <a:gd name="connsiteY167" fmla="*/ 4767765 h 6858002"/>
                  <a:gd name="connsiteX168" fmla="*/ 4127932 w 4572002"/>
                  <a:gd name="connsiteY168" fmla="*/ 4677656 h 6858002"/>
                  <a:gd name="connsiteX169" fmla="*/ 4135934 w 4572002"/>
                  <a:gd name="connsiteY169" fmla="*/ 4659175 h 6858002"/>
                  <a:gd name="connsiteX170" fmla="*/ 4195944 w 4572002"/>
                  <a:gd name="connsiteY170" fmla="*/ 4482005 h 6858002"/>
                  <a:gd name="connsiteX171" fmla="*/ 4196706 w 4572002"/>
                  <a:gd name="connsiteY171" fmla="*/ 4363891 h 6858002"/>
                  <a:gd name="connsiteX172" fmla="*/ 4196706 w 4572002"/>
                  <a:gd name="connsiteY172" fmla="*/ 4363890 h 6858002"/>
                  <a:gd name="connsiteX173" fmla="*/ 4187752 w 4572002"/>
                  <a:gd name="connsiteY173" fmla="*/ 4324645 h 6858002"/>
                  <a:gd name="connsiteX174" fmla="*/ 4147936 w 4572002"/>
                  <a:gd name="connsiteY174" fmla="*/ 4253014 h 6858002"/>
                  <a:gd name="connsiteX175" fmla="*/ 4211111 w 4572002"/>
                  <a:gd name="connsiteY175" fmla="*/ 2836172 h 6858002"/>
                  <a:gd name="connsiteX176" fmla="*/ 4202421 w 4572002"/>
                  <a:gd name="connsiteY176" fmla="*/ 2848793 h 6858002"/>
                  <a:gd name="connsiteX177" fmla="*/ 4186816 w 4572002"/>
                  <a:gd name="connsiteY177" fmla="*/ 2897785 h 6858002"/>
                  <a:gd name="connsiteX178" fmla="*/ 4185787 w 4572002"/>
                  <a:gd name="connsiteY178" fmla="*/ 2903551 h 6858002"/>
                  <a:gd name="connsiteX179" fmla="*/ 4182513 w 4572002"/>
                  <a:gd name="connsiteY179" fmla="*/ 2914328 h 6858002"/>
                  <a:gd name="connsiteX180" fmla="*/ 4177882 w 4572002"/>
                  <a:gd name="connsiteY180" fmla="*/ 2947858 h 6858002"/>
                  <a:gd name="connsiteX181" fmla="*/ 4177881 w 4572002"/>
                  <a:gd name="connsiteY181" fmla="*/ 2947862 h 6858002"/>
                  <a:gd name="connsiteX182" fmla="*/ 4177881 w 4572002"/>
                  <a:gd name="connsiteY182" fmla="*/ 2947863 h 6858002"/>
                  <a:gd name="connsiteX183" fmla="*/ 4181465 w 4572002"/>
                  <a:gd name="connsiteY183" fmla="*/ 2982149 h 6858002"/>
                  <a:gd name="connsiteX184" fmla="*/ 4193158 w 4572002"/>
                  <a:gd name="connsiteY184" fmla="*/ 3077402 h 6858002"/>
                  <a:gd name="connsiteX185" fmla="*/ 4180703 w 4572002"/>
                  <a:gd name="connsiteY185" fmla="*/ 3172654 h 6858002"/>
                  <a:gd name="connsiteX186" fmla="*/ 4133076 w 4572002"/>
                  <a:gd name="connsiteY186" fmla="*/ 3489467 h 6858002"/>
                  <a:gd name="connsiteX187" fmla="*/ 4110977 w 4572002"/>
                  <a:gd name="connsiteY187" fmla="*/ 3544713 h 6858002"/>
                  <a:gd name="connsiteX188" fmla="*/ 4093355 w 4572002"/>
                  <a:gd name="connsiteY188" fmla="*/ 3574408 h 6858002"/>
                  <a:gd name="connsiteX189" fmla="*/ 4093355 w 4572002"/>
                  <a:gd name="connsiteY189" fmla="*/ 3574409 h 6858002"/>
                  <a:gd name="connsiteX190" fmla="*/ 4105453 w 4572002"/>
                  <a:gd name="connsiteY190" fmla="*/ 3606818 h 6858002"/>
                  <a:gd name="connsiteX191" fmla="*/ 4118979 w 4572002"/>
                  <a:gd name="connsiteY191" fmla="*/ 3630633 h 6858002"/>
                  <a:gd name="connsiteX192" fmla="*/ 4136708 w 4572002"/>
                  <a:gd name="connsiteY192" fmla="*/ 3654416 h 6858002"/>
                  <a:gd name="connsiteX193" fmla="*/ 4140382 w 4572002"/>
                  <a:gd name="connsiteY193" fmla="*/ 3668940 h 6858002"/>
                  <a:gd name="connsiteX194" fmla="*/ 4143220 w 4572002"/>
                  <a:gd name="connsiteY194" fmla="*/ 3680164 h 6858002"/>
                  <a:gd name="connsiteX195" fmla="*/ 4139172 w 4572002"/>
                  <a:gd name="connsiteY195" fmla="*/ 3734837 h 6858002"/>
                  <a:gd name="connsiteX196" fmla="*/ 4139172 w 4572002"/>
                  <a:gd name="connsiteY196" fmla="*/ 3734838 h 6858002"/>
                  <a:gd name="connsiteX197" fmla="*/ 4139554 w 4572002"/>
                  <a:gd name="connsiteY197" fmla="*/ 3754653 h 6858002"/>
                  <a:gd name="connsiteX198" fmla="*/ 4145911 w 4572002"/>
                  <a:gd name="connsiteY198" fmla="*/ 3789776 h 6858002"/>
                  <a:gd name="connsiteX199" fmla="*/ 4130980 w 4572002"/>
                  <a:gd name="connsiteY199" fmla="*/ 3822472 h 6858002"/>
                  <a:gd name="connsiteX200" fmla="*/ 4116645 w 4572002"/>
                  <a:gd name="connsiteY200" fmla="*/ 3852619 h 6858002"/>
                  <a:gd name="connsiteX201" fmla="*/ 4116645 w 4572002"/>
                  <a:gd name="connsiteY201" fmla="*/ 3852620 h 6858002"/>
                  <a:gd name="connsiteX202" fmla="*/ 4117425 w 4572002"/>
                  <a:gd name="connsiteY202" fmla="*/ 3868764 h 6858002"/>
                  <a:gd name="connsiteX203" fmla="*/ 4126028 w 4572002"/>
                  <a:gd name="connsiteY203" fmla="*/ 3885337 h 6858002"/>
                  <a:gd name="connsiteX204" fmla="*/ 4126028 w 4572002"/>
                  <a:gd name="connsiteY204" fmla="*/ 3885339 h 6858002"/>
                  <a:gd name="connsiteX205" fmla="*/ 4148409 w 4572002"/>
                  <a:gd name="connsiteY205" fmla="*/ 3923125 h 6858002"/>
                  <a:gd name="connsiteX206" fmla="*/ 4157913 w 4572002"/>
                  <a:gd name="connsiteY206" fmla="*/ 3962160 h 6858002"/>
                  <a:gd name="connsiteX207" fmla="*/ 4142221 w 4572002"/>
                  <a:gd name="connsiteY207" fmla="*/ 4043838 h 6858002"/>
                  <a:gd name="connsiteX208" fmla="*/ 4142220 w 4572002"/>
                  <a:gd name="connsiteY208" fmla="*/ 4043839 h 6858002"/>
                  <a:gd name="connsiteX209" fmla="*/ 4127099 w 4572002"/>
                  <a:gd name="connsiteY209" fmla="*/ 4103825 h 6858002"/>
                  <a:gd name="connsiteX210" fmla="*/ 4127099 w 4572002"/>
                  <a:gd name="connsiteY210" fmla="*/ 4103826 h 6858002"/>
                  <a:gd name="connsiteX211" fmla="*/ 4129066 w 4572002"/>
                  <a:gd name="connsiteY211" fmla="*/ 4134256 h 6858002"/>
                  <a:gd name="connsiteX212" fmla="*/ 4138410 w 4572002"/>
                  <a:gd name="connsiteY212" fmla="*/ 4165382 h 6858002"/>
                  <a:gd name="connsiteX213" fmla="*/ 4138410 w 4572002"/>
                  <a:gd name="connsiteY213" fmla="*/ 4165384 h 6858002"/>
                  <a:gd name="connsiteX214" fmla="*/ 4142315 w 4572002"/>
                  <a:gd name="connsiteY214" fmla="*/ 4192388 h 6858002"/>
                  <a:gd name="connsiteX215" fmla="*/ 4142315 w 4572002"/>
                  <a:gd name="connsiteY215" fmla="*/ 4192387 h 6858002"/>
                  <a:gd name="connsiteX216" fmla="*/ 4138410 w 4572002"/>
                  <a:gd name="connsiteY216" fmla="*/ 4165383 h 6858002"/>
                  <a:gd name="connsiteX217" fmla="*/ 4138410 w 4572002"/>
                  <a:gd name="connsiteY217" fmla="*/ 4165382 h 6858002"/>
                  <a:gd name="connsiteX218" fmla="*/ 4127099 w 4572002"/>
                  <a:gd name="connsiteY218" fmla="*/ 4103826 h 6858002"/>
                  <a:gd name="connsiteX219" fmla="*/ 4142220 w 4572002"/>
                  <a:gd name="connsiteY219" fmla="*/ 4043840 h 6858002"/>
                  <a:gd name="connsiteX220" fmla="*/ 4142221 w 4572002"/>
                  <a:gd name="connsiteY220" fmla="*/ 4043838 h 6858002"/>
                  <a:gd name="connsiteX221" fmla="*/ 4155523 w 4572002"/>
                  <a:gd name="connsiteY221" fmla="*/ 4002410 h 6858002"/>
                  <a:gd name="connsiteX222" fmla="*/ 4157913 w 4572002"/>
                  <a:gd name="connsiteY222" fmla="*/ 3962160 h 6858002"/>
                  <a:gd name="connsiteX223" fmla="*/ 4157913 w 4572002"/>
                  <a:gd name="connsiteY223" fmla="*/ 3962159 h 6858002"/>
                  <a:gd name="connsiteX224" fmla="*/ 4126028 w 4572002"/>
                  <a:gd name="connsiteY224" fmla="*/ 3885338 h 6858002"/>
                  <a:gd name="connsiteX225" fmla="*/ 4126028 w 4572002"/>
                  <a:gd name="connsiteY225" fmla="*/ 3885337 h 6858002"/>
                  <a:gd name="connsiteX226" fmla="*/ 4116645 w 4572002"/>
                  <a:gd name="connsiteY226" fmla="*/ 3852620 h 6858002"/>
                  <a:gd name="connsiteX227" fmla="*/ 4130980 w 4572002"/>
                  <a:gd name="connsiteY227" fmla="*/ 3822473 h 6858002"/>
                  <a:gd name="connsiteX228" fmla="*/ 4145911 w 4572002"/>
                  <a:gd name="connsiteY228" fmla="*/ 3789777 h 6858002"/>
                  <a:gd name="connsiteX229" fmla="*/ 4145911 w 4572002"/>
                  <a:gd name="connsiteY229" fmla="*/ 3789776 h 6858002"/>
                  <a:gd name="connsiteX230" fmla="*/ 4139554 w 4572002"/>
                  <a:gd name="connsiteY230" fmla="*/ 3754652 h 6858002"/>
                  <a:gd name="connsiteX231" fmla="*/ 4139172 w 4572002"/>
                  <a:gd name="connsiteY231" fmla="*/ 3734838 h 6858002"/>
                  <a:gd name="connsiteX232" fmla="*/ 4143220 w 4572002"/>
                  <a:gd name="connsiteY232" fmla="*/ 3680164 h 6858002"/>
                  <a:gd name="connsiteX233" fmla="*/ 4143220 w 4572002"/>
                  <a:gd name="connsiteY233" fmla="*/ 3680163 h 6858002"/>
                  <a:gd name="connsiteX234" fmla="*/ 4140382 w 4572002"/>
                  <a:gd name="connsiteY234" fmla="*/ 3668940 h 6858002"/>
                  <a:gd name="connsiteX235" fmla="*/ 4136708 w 4572002"/>
                  <a:gd name="connsiteY235" fmla="*/ 3654416 h 6858002"/>
                  <a:gd name="connsiteX236" fmla="*/ 4136708 w 4572002"/>
                  <a:gd name="connsiteY236" fmla="*/ 3654416 h 6858002"/>
                  <a:gd name="connsiteX237" fmla="*/ 4136708 w 4572002"/>
                  <a:gd name="connsiteY237" fmla="*/ 3654415 h 6858002"/>
                  <a:gd name="connsiteX238" fmla="*/ 4118979 w 4572002"/>
                  <a:gd name="connsiteY238" fmla="*/ 3630632 h 6858002"/>
                  <a:gd name="connsiteX239" fmla="*/ 4105453 w 4572002"/>
                  <a:gd name="connsiteY239" fmla="*/ 3606817 h 6858002"/>
                  <a:gd name="connsiteX240" fmla="*/ 4095707 w 4572002"/>
                  <a:gd name="connsiteY240" fmla="*/ 3587174 h 6858002"/>
                  <a:gd name="connsiteX241" fmla="*/ 4093355 w 4572002"/>
                  <a:gd name="connsiteY241" fmla="*/ 3574408 h 6858002"/>
                  <a:gd name="connsiteX242" fmla="*/ 4098434 w 4572002"/>
                  <a:gd name="connsiteY242" fmla="*/ 3562321 h 6858002"/>
                  <a:gd name="connsiteX243" fmla="*/ 4110977 w 4572002"/>
                  <a:gd name="connsiteY243" fmla="*/ 3544714 h 6858002"/>
                  <a:gd name="connsiteX244" fmla="*/ 4133076 w 4572002"/>
                  <a:gd name="connsiteY244" fmla="*/ 3489468 h 6858002"/>
                  <a:gd name="connsiteX245" fmla="*/ 4180703 w 4572002"/>
                  <a:gd name="connsiteY245" fmla="*/ 3172655 h 6858002"/>
                  <a:gd name="connsiteX246" fmla="*/ 4193158 w 4572002"/>
                  <a:gd name="connsiteY246" fmla="*/ 3077402 h 6858002"/>
                  <a:gd name="connsiteX247" fmla="*/ 4193158 w 4572002"/>
                  <a:gd name="connsiteY247" fmla="*/ 3077401 h 6858002"/>
                  <a:gd name="connsiteX248" fmla="*/ 4181465 w 4572002"/>
                  <a:gd name="connsiteY248" fmla="*/ 2982148 h 6858002"/>
                  <a:gd name="connsiteX249" fmla="*/ 4177881 w 4572002"/>
                  <a:gd name="connsiteY249" fmla="*/ 2947863 h 6858002"/>
                  <a:gd name="connsiteX250" fmla="*/ 4177882 w 4572002"/>
                  <a:gd name="connsiteY250" fmla="*/ 2947858 h 6858002"/>
                  <a:gd name="connsiteX251" fmla="*/ 4185787 w 4572002"/>
                  <a:gd name="connsiteY251" fmla="*/ 2903551 h 6858002"/>
                  <a:gd name="connsiteX252" fmla="*/ 4202421 w 4572002"/>
                  <a:gd name="connsiteY252" fmla="*/ 2848794 h 6858002"/>
                  <a:gd name="connsiteX253" fmla="*/ 4211111 w 4572002"/>
                  <a:gd name="connsiteY253" fmla="*/ 2836173 h 6858002"/>
                  <a:gd name="connsiteX254" fmla="*/ 3726625 w 4572002"/>
                  <a:gd name="connsiteY254" fmla="*/ 1508458 h 6858002"/>
                  <a:gd name="connsiteX255" fmla="*/ 3698531 w 4572002"/>
                  <a:gd name="connsiteY255" fmla="*/ 1596214 h 6858002"/>
                  <a:gd name="connsiteX256" fmla="*/ 3700436 w 4572002"/>
                  <a:gd name="connsiteY256" fmla="*/ 1624981 h 6858002"/>
                  <a:gd name="connsiteX257" fmla="*/ 3757017 w 4572002"/>
                  <a:gd name="connsiteY257" fmla="*/ 1697754 h 6858002"/>
                  <a:gd name="connsiteX258" fmla="*/ 3779686 w 4572002"/>
                  <a:gd name="connsiteY258" fmla="*/ 1733189 h 6858002"/>
                  <a:gd name="connsiteX259" fmla="*/ 3821407 w 4572002"/>
                  <a:gd name="connsiteY259" fmla="*/ 1833776 h 6858002"/>
                  <a:gd name="connsiteX260" fmla="*/ 3829028 w 4572002"/>
                  <a:gd name="connsiteY260" fmla="*/ 1842159 h 6858002"/>
                  <a:gd name="connsiteX261" fmla="*/ 3919519 w 4572002"/>
                  <a:gd name="connsiteY261" fmla="*/ 1916455 h 6858002"/>
                  <a:gd name="connsiteX262" fmla="*/ 3934949 w 4572002"/>
                  <a:gd name="connsiteY262" fmla="*/ 1933220 h 6858002"/>
                  <a:gd name="connsiteX263" fmla="*/ 3958954 w 4572002"/>
                  <a:gd name="connsiteY263" fmla="*/ 1953414 h 6858002"/>
                  <a:gd name="connsiteX264" fmla="*/ 4005437 w 4572002"/>
                  <a:gd name="connsiteY264" fmla="*/ 2016470 h 6858002"/>
                  <a:gd name="connsiteX265" fmla="*/ 4020296 w 4572002"/>
                  <a:gd name="connsiteY265" fmla="*/ 2094579 h 6858002"/>
                  <a:gd name="connsiteX266" fmla="*/ 4042967 w 4572002"/>
                  <a:gd name="connsiteY266" fmla="*/ 2188880 h 6858002"/>
                  <a:gd name="connsiteX267" fmla="*/ 4058207 w 4572002"/>
                  <a:gd name="connsiteY267" fmla="*/ 2228315 h 6858002"/>
                  <a:gd name="connsiteX268" fmla="*/ 4087164 w 4572002"/>
                  <a:gd name="connsiteY268" fmla="*/ 2334045 h 6858002"/>
                  <a:gd name="connsiteX269" fmla="*/ 4111549 w 4572002"/>
                  <a:gd name="connsiteY269" fmla="*/ 2409486 h 6858002"/>
                  <a:gd name="connsiteX270" fmla="*/ 4128650 w 4572002"/>
                  <a:gd name="connsiteY270" fmla="*/ 2435913 h 6858002"/>
                  <a:gd name="connsiteX271" fmla="*/ 4134481 w 4572002"/>
                  <a:gd name="connsiteY271" fmla="*/ 2463018 h 6858002"/>
                  <a:gd name="connsiteX272" fmla="*/ 4125839 w 4572002"/>
                  <a:gd name="connsiteY272" fmla="*/ 2518262 h 6858002"/>
                  <a:gd name="connsiteX273" fmla="*/ 4125838 w 4572002"/>
                  <a:gd name="connsiteY273" fmla="*/ 2518264 h 6858002"/>
                  <a:gd name="connsiteX274" fmla="*/ 4122194 w 4572002"/>
                  <a:gd name="connsiteY274" fmla="*/ 2545006 h 6858002"/>
                  <a:gd name="connsiteX275" fmla="*/ 4122194 w 4572002"/>
                  <a:gd name="connsiteY275" fmla="*/ 2545007 h 6858002"/>
                  <a:gd name="connsiteX276" fmla="*/ 4126408 w 4572002"/>
                  <a:gd name="connsiteY276" fmla="*/ 2571035 h 6858002"/>
                  <a:gd name="connsiteX277" fmla="*/ 4199563 w 4572002"/>
                  <a:gd name="connsiteY277" fmla="*/ 2668002 h 6858002"/>
                  <a:gd name="connsiteX278" fmla="*/ 4247953 w 4572002"/>
                  <a:gd name="connsiteY278" fmla="*/ 2745349 h 6858002"/>
                  <a:gd name="connsiteX279" fmla="*/ 4247954 w 4572002"/>
                  <a:gd name="connsiteY279" fmla="*/ 2745352 h 6858002"/>
                  <a:gd name="connsiteX280" fmla="*/ 4253873 w 4572002"/>
                  <a:gd name="connsiteY280" fmla="*/ 2778006 h 6858002"/>
                  <a:gd name="connsiteX281" fmla="*/ 4253453 w 4572002"/>
                  <a:gd name="connsiteY281" fmla="*/ 2785440 h 6858002"/>
                  <a:gd name="connsiteX282" fmla="*/ 4243374 w 4572002"/>
                  <a:gd name="connsiteY282" fmla="*/ 2811780 h 6858002"/>
                  <a:gd name="connsiteX283" fmla="*/ 4243371 w 4572002"/>
                  <a:gd name="connsiteY283" fmla="*/ 2811787 h 6858002"/>
                  <a:gd name="connsiteX284" fmla="*/ 4243372 w 4572002"/>
                  <a:gd name="connsiteY284" fmla="*/ 2811787 h 6858002"/>
                  <a:gd name="connsiteX285" fmla="*/ 4243374 w 4572002"/>
                  <a:gd name="connsiteY285" fmla="*/ 2811780 h 6858002"/>
                  <a:gd name="connsiteX286" fmla="*/ 4253025 w 4572002"/>
                  <a:gd name="connsiteY286" fmla="*/ 2793023 h 6858002"/>
                  <a:gd name="connsiteX287" fmla="*/ 4253453 w 4572002"/>
                  <a:gd name="connsiteY287" fmla="*/ 2785440 h 6858002"/>
                  <a:gd name="connsiteX288" fmla="*/ 4254654 w 4572002"/>
                  <a:gd name="connsiteY288" fmla="*/ 2782305 h 6858002"/>
                  <a:gd name="connsiteX289" fmla="*/ 4253873 w 4572002"/>
                  <a:gd name="connsiteY289" fmla="*/ 2778006 h 6858002"/>
                  <a:gd name="connsiteX290" fmla="*/ 4254284 w 4572002"/>
                  <a:gd name="connsiteY290" fmla="*/ 2770758 h 6858002"/>
                  <a:gd name="connsiteX291" fmla="*/ 4247954 w 4572002"/>
                  <a:gd name="connsiteY291" fmla="*/ 2745352 h 6858002"/>
                  <a:gd name="connsiteX292" fmla="*/ 4247953 w 4572002"/>
                  <a:gd name="connsiteY292" fmla="*/ 2745348 h 6858002"/>
                  <a:gd name="connsiteX293" fmla="*/ 4199563 w 4572002"/>
                  <a:gd name="connsiteY293" fmla="*/ 2668001 h 6858002"/>
                  <a:gd name="connsiteX294" fmla="*/ 4126408 w 4572002"/>
                  <a:gd name="connsiteY294" fmla="*/ 2571034 h 6858002"/>
                  <a:gd name="connsiteX295" fmla="*/ 4122194 w 4572002"/>
                  <a:gd name="connsiteY295" fmla="*/ 2545007 h 6858002"/>
                  <a:gd name="connsiteX296" fmla="*/ 4125838 w 4572002"/>
                  <a:gd name="connsiteY296" fmla="*/ 2518265 h 6858002"/>
                  <a:gd name="connsiteX297" fmla="*/ 4125839 w 4572002"/>
                  <a:gd name="connsiteY297" fmla="*/ 2518262 h 6858002"/>
                  <a:gd name="connsiteX298" fmla="*/ 4132419 w 4572002"/>
                  <a:gd name="connsiteY298" fmla="*/ 2490551 h 6858002"/>
                  <a:gd name="connsiteX299" fmla="*/ 4134481 w 4572002"/>
                  <a:gd name="connsiteY299" fmla="*/ 2463018 h 6858002"/>
                  <a:gd name="connsiteX300" fmla="*/ 4134481 w 4572002"/>
                  <a:gd name="connsiteY300" fmla="*/ 2463017 h 6858002"/>
                  <a:gd name="connsiteX301" fmla="*/ 4111549 w 4572002"/>
                  <a:gd name="connsiteY301" fmla="*/ 2409485 h 6858002"/>
                  <a:gd name="connsiteX302" fmla="*/ 4087164 w 4572002"/>
                  <a:gd name="connsiteY302" fmla="*/ 2334044 h 6858002"/>
                  <a:gd name="connsiteX303" fmla="*/ 4058207 w 4572002"/>
                  <a:gd name="connsiteY303" fmla="*/ 2228314 h 6858002"/>
                  <a:gd name="connsiteX304" fmla="*/ 4042967 w 4572002"/>
                  <a:gd name="connsiteY304" fmla="*/ 2188879 h 6858002"/>
                  <a:gd name="connsiteX305" fmla="*/ 4020296 w 4572002"/>
                  <a:gd name="connsiteY305" fmla="*/ 2094578 h 6858002"/>
                  <a:gd name="connsiteX306" fmla="*/ 4005437 w 4572002"/>
                  <a:gd name="connsiteY306" fmla="*/ 2016469 h 6858002"/>
                  <a:gd name="connsiteX307" fmla="*/ 3958954 w 4572002"/>
                  <a:gd name="connsiteY307" fmla="*/ 1953413 h 6858002"/>
                  <a:gd name="connsiteX308" fmla="*/ 3934949 w 4572002"/>
                  <a:gd name="connsiteY308" fmla="*/ 1933219 h 6858002"/>
                  <a:gd name="connsiteX309" fmla="*/ 3919519 w 4572002"/>
                  <a:gd name="connsiteY309" fmla="*/ 1916454 h 6858002"/>
                  <a:gd name="connsiteX310" fmla="*/ 3829028 w 4572002"/>
                  <a:gd name="connsiteY310" fmla="*/ 1842158 h 6858002"/>
                  <a:gd name="connsiteX311" fmla="*/ 3821407 w 4572002"/>
                  <a:gd name="connsiteY311" fmla="*/ 1833775 h 6858002"/>
                  <a:gd name="connsiteX312" fmla="*/ 3779686 w 4572002"/>
                  <a:gd name="connsiteY312" fmla="*/ 1733188 h 6858002"/>
                  <a:gd name="connsiteX313" fmla="*/ 3757018 w 4572002"/>
                  <a:gd name="connsiteY313" fmla="*/ 1697753 h 6858002"/>
                  <a:gd name="connsiteX314" fmla="*/ 3700436 w 4572002"/>
                  <a:gd name="connsiteY314" fmla="*/ 1624980 h 6858002"/>
                  <a:gd name="connsiteX315" fmla="*/ 3698532 w 4572002"/>
                  <a:gd name="connsiteY315" fmla="*/ 1596213 h 6858002"/>
                  <a:gd name="connsiteX316" fmla="*/ 3745230 w 4572002"/>
                  <a:gd name="connsiteY316" fmla="*/ 1459073 h 6858002"/>
                  <a:gd name="connsiteX317" fmla="*/ 3745229 w 4572002"/>
                  <a:gd name="connsiteY317" fmla="*/ 1459074 h 6858002"/>
                  <a:gd name="connsiteX318" fmla="*/ 3736012 w 4572002"/>
                  <a:gd name="connsiteY318" fmla="*/ 1481572 h 6858002"/>
                  <a:gd name="connsiteX319" fmla="*/ 3764423 w 4572002"/>
                  <a:gd name="connsiteY319" fmla="*/ 1268758 h 6858002"/>
                  <a:gd name="connsiteX320" fmla="*/ 3769590 w 4572002"/>
                  <a:gd name="connsiteY320" fmla="*/ 1286070 h 6858002"/>
                  <a:gd name="connsiteX321" fmla="*/ 3791927 w 4572002"/>
                  <a:gd name="connsiteY321" fmla="*/ 1350628 h 6858002"/>
                  <a:gd name="connsiteX322" fmla="*/ 3786333 w 4572002"/>
                  <a:gd name="connsiteY322" fmla="*/ 1413840 h 6858002"/>
                  <a:gd name="connsiteX323" fmla="*/ 3791928 w 4572002"/>
                  <a:gd name="connsiteY323" fmla="*/ 1350627 h 6858002"/>
                  <a:gd name="connsiteX324" fmla="*/ 3769590 w 4572002"/>
                  <a:gd name="connsiteY324" fmla="*/ 1286069 h 6858002"/>
                  <a:gd name="connsiteX325" fmla="*/ 3706152 w 4572002"/>
                  <a:gd name="connsiteY325" fmla="*/ 773035 h 6858002"/>
                  <a:gd name="connsiteX326" fmla="*/ 3706152 w 4572002"/>
                  <a:gd name="connsiteY326" fmla="*/ 773036 h 6858002"/>
                  <a:gd name="connsiteX327" fmla="*/ 3714152 w 4572002"/>
                  <a:gd name="connsiteY327" fmla="*/ 854380 h 6858002"/>
                  <a:gd name="connsiteX328" fmla="*/ 3745205 w 4572002"/>
                  <a:gd name="connsiteY328" fmla="*/ 915344 h 6858002"/>
                  <a:gd name="connsiteX329" fmla="*/ 3755683 w 4572002"/>
                  <a:gd name="connsiteY329" fmla="*/ 927156 h 6858002"/>
                  <a:gd name="connsiteX330" fmla="*/ 3752063 w 4572002"/>
                  <a:gd name="connsiteY330" fmla="*/ 1097088 h 6858002"/>
                  <a:gd name="connsiteX331" fmla="*/ 3747681 w 4572002"/>
                  <a:gd name="connsiteY331" fmla="*/ 1123186 h 6858002"/>
                  <a:gd name="connsiteX332" fmla="*/ 3772400 w 4572002"/>
                  <a:gd name="connsiteY332" fmla="*/ 1184029 h 6858002"/>
                  <a:gd name="connsiteX333" fmla="*/ 3747682 w 4572002"/>
                  <a:gd name="connsiteY333" fmla="*/ 1123185 h 6858002"/>
                  <a:gd name="connsiteX334" fmla="*/ 3752064 w 4572002"/>
                  <a:gd name="connsiteY334" fmla="*/ 1097087 h 6858002"/>
                  <a:gd name="connsiteX335" fmla="*/ 3755684 w 4572002"/>
                  <a:gd name="connsiteY335" fmla="*/ 927155 h 6858002"/>
                  <a:gd name="connsiteX336" fmla="*/ 3745206 w 4572002"/>
                  <a:gd name="connsiteY336" fmla="*/ 915343 h 6858002"/>
                  <a:gd name="connsiteX337" fmla="*/ 3714152 w 4572002"/>
                  <a:gd name="connsiteY337" fmla="*/ 854379 h 6858002"/>
                  <a:gd name="connsiteX338" fmla="*/ 3761553 w 4572002"/>
                  <a:gd name="connsiteY338" fmla="*/ 517851 h 6858002"/>
                  <a:gd name="connsiteX339" fmla="*/ 3752635 w 4572002"/>
                  <a:gd name="connsiteY339" fmla="*/ 556048 h 6858002"/>
                  <a:gd name="connsiteX340" fmla="*/ 3746157 w 4572002"/>
                  <a:gd name="connsiteY340" fmla="*/ 580051 h 6858002"/>
                  <a:gd name="connsiteX341" fmla="*/ 3742776 w 4572002"/>
                  <a:gd name="connsiteY341" fmla="*/ 642538 h 6858002"/>
                  <a:gd name="connsiteX342" fmla="*/ 3730253 w 4572002"/>
                  <a:gd name="connsiteY342" fmla="*/ 694928 h 6858002"/>
                  <a:gd name="connsiteX343" fmla="*/ 3742777 w 4572002"/>
                  <a:gd name="connsiteY343" fmla="*/ 642537 h 6858002"/>
                  <a:gd name="connsiteX344" fmla="*/ 3746158 w 4572002"/>
                  <a:gd name="connsiteY344" fmla="*/ 580050 h 6858002"/>
                  <a:gd name="connsiteX345" fmla="*/ 3752636 w 4572002"/>
                  <a:gd name="connsiteY345" fmla="*/ 556047 h 6858002"/>
                  <a:gd name="connsiteX346" fmla="*/ 3774848 w 4572002"/>
                  <a:gd name="connsiteY346" fmla="*/ 298169 h 6858002"/>
                  <a:gd name="connsiteX347" fmla="*/ 3760065 w 4572002"/>
                  <a:gd name="connsiteY347" fmla="*/ 313534 h 6858002"/>
                  <a:gd name="connsiteX348" fmla="*/ 3759493 w 4572002"/>
                  <a:gd name="connsiteY348" fmla="*/ 338871 h 6858002"/>
                  <a:gd name="connsiteX349" fmla="*/ 3759500 w 4572002"/>
                  <a:gd name="connsiteY349" fmla="*/ 338900 h 6858002"/>
                  <a:gd name="connsiteX350" fmla="*/ 3769400 w 4572002"/>
                  <a:gd name="connsiteY350" fmla="*/ 395640 h 6858002"/>
                  <a:gd name="connsiteX351" fmla="*/ 3765590 w 4572002"/>
                  <a:gd name="connsiteY351" fmla="*/ 367328 h 6858002"/>
                  <a:gd name="connsiteX352" fmla="*/ 3759500 w 4572002"/>
                  <a:gd name="connsiteY352" fmla="*/ 338900 h 6858002"/>
                  <a:gd name="connsiteX353" fmla="*/ 3759494 w 4572002"/>
                  <a:gd name="connsiteY353" fmla="*/ 338870 h 6858002"/>
                  <a:gd name="connsiteX354" fmla="*/ 3760066 w 4572002"/>
                  <a:gd name="connsiteY354" fmla="*/ 313533 h 6858002"/>
                  <a:gd name="connsiteX355" fmla="*/ 3782393 w 4572002"/>
                  <a:gd name="connsiteY355" fmla="*/ 281568 h 6858002"/>
                  <a:gd name="connsiteX356" fmla="*/ 3777498 w 4572002"/>
                  <a:gd name="connsiteY356" fmla="*/ 295415 h 6858002"/>
                  <a:gd name="connsiteX357" fmla="*/ 3777499 w 4572002"/>
                  <a:gd name="connsiteY357" fmla="*/ 295415 h 6858002"/>
                  <a:gd name="connsiteX358" fmla="*/ 3769073 w 4572002"/>
                  <a:gd name="connsiteY358" fmla="*/ 24486 h 6858002"/>
                  <a:gd name="connsiteX359" fmla="*/ 3766810 w 4572002"/>
                  <a:gd name="connsiteY359" fmla="*/ 74129 h 6858002"/>
                  <a:gd name="connsiteX360" fmla="*/ 3772734 w 4572002"/>
                  <a:gd name="connsiteY360" fmla="*/ 125861 h 6858002"/>
                  <a:gd name="connsiteX361" fmla="*/ 3777129 w 4572002"/>
                  <a:gd name="connsiteY361" fmla="*/ 153387 h 6858002"/>
                  <a:gd name="connsiteX362" fmla="*/ 3785402 w 4572002"/>
                  <a:gd name="connsiteY362" fmla="*/ 228944 h 6858002"/>
                  <a:gd name="connsiteX363" fmla="*/ 3780943 w 4572002"/>
                  <a:gd name="connsiteY363" fmla="*/ 177271 h 6858002"/>
                  <a:gd name="connsiteX364" fmla="*/ 3777129 w 4572002"/>
                  <a:gd name="connsiteY364" fmla="*/ 153387 h 6858002"/>
                  <a:gd name="connsiteX365" fmla="*/ 3776930 w 4572002"/>
                  <a:gd name="connsiteY365" fmla="*/ 151569 h 6858002"/>
                  <a:gd name="connsiteX366" fmla="*/ 3766811 w 4572002"/>
                  <a:gd name="connsiteY366" fmla="*/ 74129 h 6858002"/>
                  <a:gd name="connsiteX367" fmla="*/ 3766492 w 4572002"/>
                  <a:gd name="connsiteY367" fmla="*/ 0 h 6858002"/>
                  <a:gd name="connsiteX368" fmla="*/ 4230600 w 4572002"/>
                  <a:gd name="connsiteY368" fmla="*/ 0 h 6858002"/>
                  <a:gd name="connsiteX369" fmla="*/ 4229473 w 4572002"/>
                  <a:gd name="connsiteY369" fmla="*/ 2817 h 6858002"/>
                  <a:gd name="connsiteX370" fmla="*/ 4215375 w 4572002"/>
                  <a:gd name="connsiteY370" fmla="*/ 63587 h 6858002"/>
                  <a:gd name="connsiteX371" fmla="*/ 4201468 w 4572002"/>
                  <a:gd name="connsiteY371" fmla="*/ 176939 h 6858002"/>
                  <a:gd name="connsiteX372" fmla="*/ 4193466 w 4572002"/>
                  <a:gd name="connsiteY372" fmla="*/ 200182 h 6858002"/>
                  <a:gd name="connsiteX373" fmla="*/ 4155554 w 4572002"/>
                  <a:gd name="connsiteY373" fmla="*/ 340774 h 6858002"/>
                  <a:gd name="connsiteX374" fmla="*/ 4156319 w 4572002"/>
                  <a:gd name="connsiteY374" fmla="*/ 453364 h 6858002"/>
                  <a:gd name="connsiteX375" fmla="*/ 4158033 w 4572002"/>
                  <a:gd name="connsiteY375" fmla="*/ 462126 h 6858002"/>
                  <a:gd name="connsiteX376" fmla="*/ 4170605 w 4572002"/>
                  <a:gd name="connsiteY376" fmla="*/ 505182 h 6858002"/>
                  <a:gd name="connsiteX377" fmla="*/ 4167177 w 4572002"/>
                  <a:gd name="connsiteY377" fmla="*/ 571860 h 6858002"/>
                  <a:gd name="connsiteX378" fmla="*/ 4149840 w 4572002"/>
                  <a:gd name="connsiteY378" fmla="*/ 617772 h 6858002"/>
                  <a:gd name="connsiteX379" fmla="*/ 4149078 w 4572002"/>
                  <a:gd name="connsiteY379" fmla="*/ 674923 h 6858002"/>
                  <a:gd name="connsiteX380" fmla="*/ 4159937 w 4572002"/>
                  <a:gd name="connsiteY380" fmla="*/ 740268 h 6858002"/>
                  <a:gd name="connsiteX381" fmla="*/ 4162223 w 4572002"/>
                  <a:gd name="connsiteY381" fmla="*/ 769605 h 6858002"/>
                  <a:gd name="connsiteX382" fmla="*/ 4184703 w 4572002"/>
                  <a:gd name="connsiteY382" fmla="*/ 850189 h 6858002"/>
                  <a:gd name="connsiteX383" fmla="*/ 4179179 w 4572002"/>
                  <a:gd name="connsiteY383" fmla="*/ 898198 h 6858002"/>
                  <a:gd name="connsiteX384" fmla="*/ 4164319 w 4572002"/>
                  <a:gd name="connsiteY384" fmla="*/ 945444 h 6858002"/>
                  <a:gd name="connsiteX385" fmla="*/ 4150030 w 4572002"/>
                  <a:gd name="connsiteY385" fmla="*/ 975733 h 6858002"/>
                  <a:gd name="connsiteX386" fmla="*/ 4139934 w 4572002"/>
                  <a:gd name="connsiteY386" fmla="*/ 1036887 h 6858002"/>
                  <a:gd name="connsiteX387" fmla="*/ 4141458 w 4572002"/>
                  <a:gd name="connsiteY387" fmla="*/ 1048125 h 6858002"/>
                  <a:gd name="connsiteX388" fmla="*/ 4154032 w 4572002"/>
                  <a:gd name="connsiteY388" fmla="*/ 1230633 h 6858002"/>
                  <a:gd name="connsiteX389" fmla="*/ 4174225 w 4572002"/>
                  <a:gd name="connsiteY389" fmla="*/ 1303024 h 6858002"/>
                  <a:gd name="connsiteX390" fmla="*/ 4176701 w 4572002"/>
                  <a:gd name="connsiteY390" fmla="*/ 1318456 h 6858002"/>
                  <a:gd name="connsiteX391" fmla="*/ 4199372 w 4572002"/>
                  <a:gd name="connsiteY391" fmla="*/ 1472575 h 6858002"/>
                  <a:gd name="connsiteX392" fmla="*/ 4200325 w 4572002"/>
                  <a:gd name="connsiteY392" fmla="*/ 1489720 h 6858002"/>
                  <a:gd name="connsiteX393" fmla="*/ 4196324 w 4572002"/>
                  <a:gd name="connsiteY393" fmla="*/ 1537537 h 6858002"/>
                  <a:gd name="connsiteX394" fmla="*/ 4237474 w 4572002"/>
                  <a:gd name="connsiteY394" fmla="*/ 1650317 h 6858002"/>
                  <a:gd name="connsiteX395" fmla="*/ 4251572 w 4572002"/>
                  <a:gd name="connsiteY395" fmla="*/ 1763287 h 6858002"/>
                  <a:gd name="connsiteX396" fmla="*/ 4251380 w 4572002"/>
                  <a:gd name="connsiteY396" fmla="*/ 1825393 h 6858002"/>
                  <a:gd name="connsiteX397" fmla="*/ 4261478 w 4572002"/>
                  <a:gd name="connsiteY397" fmla="*/ 1869780 h 6858002"/>
                  <a:gd name="connsiteX398" fmla="*/ 4292149 w 4572002"/>
                  <a:gd name="connsiteY398" fmla="*/ 1978940 h 6858002"/>
                  <a:gd name="connsiteX399" fmla="*/ 4296911 w 4572002"/>
                  <a:gd name="connsiteY399" fmla="*/ 2030378 h 6858002"/>
                  <a:gd name="connsiteX400" fmla="*/ 4307201 w 4572002"/>
                  <a:gd name="connsiteY400" fmla="*/ 2085054 h 6858002"/>
                  <a:gd name="connsiteX401" fmla="*/ 4353302 w 4572002"/>
                  <a:gd name="connsiteY401" fmla="*/ 2220312 h 6858002"/>
                  <a:gd name="connsiteX402" fmla="*/ 4350636 w 4572002"/>
                  <a:gd name="connsiteY402" fmla="*/ 2330806 h 6858002"/>
                  <a:gd name="connsiteX403" fmla="*/ 4351206 w 4572002"/>
                  <a:gd name="connsiteY403" fmla="*/ 2401292 h 6858002"/>
                  <a:gd name="connsiteX404" fmla="*/ 4366446 w 4572002"/>
                  <a:gd name="connsiteY404" fmla="*/ 2485307 h 6858002"/>
                  <a:gd name="connsiteX405" fmla="*/ 4388736 w 4572002"/>
                  <a:gd name="connsiteY405" fmla="*/ 2554079 h 6858002"/>
                  <a:gd name="connsiteX406" fmla="*/ 4406453 w 4572002"/>
                  <a:gd name="connsiteY406" fmla="*/ 2649143 h 6858002"/>
                  <a:gd name="connsiteX407" fmla="*/ 4440554 w 4572002"/>
                  <a:gd name="connsiteY407" fmla="*/ 2743826 h 6858002"/>
                  <a:gd name="connsiteX408" fmla="*/ 4466653 w 4572002"/>
                  <a:gd name="connsiteY408" fmla="*/ 2809930 h 6858002"/>
                  <a:gd name="connsiteX409" fmla="*/ 4489705 w 4572002"/>
                  <a:gd name="connsiteY409" fmla="*/ 2901943 h 6858002"/>
                  <a:gd name="connsiteX410" fmla="*/ 4505897 w 4572002"/>
                  <a:gd name="connsiteY410" fmla="*/ 3042728 h 6858002"/>
                  <a:gd name="connsiteX411" fmla="*/ 4507613 w 4572002"/>
                  <a:gd name="connsiteY411" fmla="*/ 3107500 h 6858002"/>
                  <a:gd name="connsiteX412" fmla="*/ 4545521 w 4572002"/>
                  <a:gd name="connsiteY412" fmla="*/ 3209993 h 6858002"/>
                  <a:gd name="connsiteX413" fmla="*/ 4563811 w 4572002"/>
                  <a:gd name="connsiteY413" fmla="*/ 3253809 h 6858002"/>
                  <a:gd name="connsiteX414" fmla="*/ 4548570 w 4572002"/>
                  <a:gd name="connsiteY414" fmla="*/ 3293244 h 6858002"/>
                  <a:gd name="connsiteX415" fmla="*/ 4531043 w 4572002"/>
                  <a:gd name="connsiteY415" fmla="*/ 3318771 h 6858002"/>
                  <a:gd name="connsiteX416" fmla="*/ 4545904 w 4572002"/>
                  <a:gd name="connsiteY416" fmla="*/ 3399546 h 6858002"/>
                  <a:gd name="connsiteX417" fmla="*/ 4561524 w 4572002"/>
                  <a:gd name="connsiteY417" fmla="*/ 3485275 h 6858002"/>
                  <a:gd name="connsiteX418" fmla="*/ 4572002 w 4572002"/>
                  <a:gd name="connsiteY418" fmla="*/ 3546617 h 6858002"/>
                  <a:gd name="connsiteX419" fmla="*/ 4563620 w 4572002"/>
                  <a:gd name="connsiteY419" fmla="*/ 3623201 h 6858002"/>
                  <a:gd name="connsiteX420" fmla="*/ 4560192 w 4572002"/>
                  <a:gd name="connsiteY420" fmla="*/ 3683591 h 6858002"/>
                  <a:gd name="connsiteX421" fmla="*/ 4550476 w 4572002"/>
                  <a:gd name="connsiteY421" fmla="*/ 3732361 h 6858002"/>
                  <a:gd name="connsiteX422" fmla="*/ 4544759 w 4572002"/>
                  <a:gd name="connsiteY422" fmla="*/ 3749506 h 6858002"/>
                  <a:gd name="connsiteX423" fmla="*/ 4500182 w 4572002"/>
                  <a:gd name="connsiteY423" fmla="*/ 3885338 h 6858002"/>
                  <a:gd name="connsiteX424" fmla="*/ 4464557 w 4572002"/>
                  <a:gd name="connsiteY424" fmla="*/ 4030503 h 6858002"/>
                  <a:gd name="connsiteX425" fmla="*/ 4487039 w 4572002"/>
                  <a:gd name="connsiteY425" fmla="*/ 4124614 h 6858002"/>
                  <a:gd name="connsiteX426" fmla="*/ 4486656 w 4572002"/>
                  <a:gd name="connsiteY426" fmla="*/ 4159667 h 6858002"/>
                  <a:gd name="connsiteX427" fmla="*/ 4491801 w 4572002"/>
                  <a:gd name="connsiteY427" fmla="*/ 4320837 h 6858002"/>
                  <a:gd name="connsiteX428" fmla="*/ 4497325 w 4572002"/>
                  <a:gd name="connsiteY428" fmla="*/ 4349222 h 6858002"/>
                  <a:gd name="connsiteX429" fmla="*/ 4474653 w 4572002"/>
                  <a:gd name="connsiteY429" fmla="*/ 4502579 h 6858002"/>
                  <a:gd name="connsiteX430" fmla="*/ 4470844 w 4572002"/>
                  <a:gd name="connsiteY430" fmla="*/ 4558207 h 6858002"/>
                  <a:gd name="connsiteX431" fmla="*/ 4464557 w 4572002"/>
                  <a:gd name="connsiteY431" fmla="*/ 4609452 h 6858002"/>
                  <a:gd name="connsiteX432" fmla="*/ 4463033 w 4572002"/>
                  <a:gd name="connsiteY432" fmla="*/ 4681083 h 6858002"/>
                  <a:gd name="connsiteX433" fmla="*/ 4465891 w 4572002"/>
                  <a:gd name="connsiteY433" fmla="*/ 4755381 h 6858002"/>
                  <a:gd name="connsiteX434" fmla="*/ 4465319 w 4572002"/>
                  <a:gd name="connsiteY434" fmla="*/ 4838250 h 6858002"/>
                  <a:gd name="connsiteX435" fmla="*/ 4460367 w 4572002"/>
                  <a:gd name="connsiteY435" fmla="*/ 4871019 h 6858002"/>
                  <a:gd name="connsiteX436" fmla="*/ 4463795 w 4572002"/>
                  <a:gd name="connsiteY436" fmla="*/ 4959602 h 6858002"/>
                  <a:gd name="connsiteX437" fmla="*/ 4458082 w 4572002"/>
                  <a:gd name="connsiteY437" fmla="*/ 5006086 h 6858002"/>
                  <a:gd name="connsiteX438" fmla="*/ 4456937 w 4572002"/>
                  <a:gd name="connsiteY438" fmla="*/ 5082670 h 6858002"/>
                  <a:gd name="connsiteX439" fmla="*/ 4455603 w 4572002"/>
                  <a:gd name="connsiteY439" fmla="*/ 5107627 h 6858002"/>
                  <a:gd name="connsiteX440" fmla="*/ 4454840 w 4572002"/>
                  <a:gd name="connsiteY440" fmla="*/ 5129916 h 6858002"/>
                  <a:gd name="connsiteX441" fmla="*/ 4470464 w 4572002"/>
                  <a:gd name="connsiteY441" fmla="*/ 5206308 h 6858002"/>
                  <a:gd name="connsiteX442" fmla="*/ 4471415 w 4572002"/>
                  <a:gd name="connsiteY442" fmla="*/ 5274129 h 6858002"/>
                  <a:gd name="connsiteX443" fmla="*/ 4483990 w 4572002"/>
                  <a:gd name="connsiteY443" fmla="*/ 5393005 h 6858002"/>
                  <a:gd name="connsiteX444" fmla="*/ 4479607 w 4572002"/>
                  <a:gd name="connsiteY444" fmla="*/ 5419295 h 6858002"/>
                  <a:gd name="connsiteX445" fmla="*/ 4477894 w 4572002"/>
                  <a:gd name="connsiteY445" fmla="*/ 5501594 h 6858002"/>
                  <a:gd name="connsiteX446" fmla="*/ 4476560 w 4572002"/>
                  <a:gd name="connsiteY446" fmla="*/ 5548460 h 6858002"/>
                  <a:gd name="connsiteX447" fmla="*/ 4485703 w 4572002"/>
                  <a:gd name="connsiteY447" fmla="*/ 5606372 h 6858002"/>
                  <a:gd name="connsiteX448" fmla="*/ 4505134 w 4572002"/>
                  <a:gd name="connsiteY448" fmla="*/ 5706959 h 6858002"/>
                  <a:gd name="connsiteX449" fmla="*/ 4508183 w 4572002"/>
                  <a:gd name="connsiteY449" fmla="*/ 5733440 h 6858002"/>
                  <a:gd name="connsiteX450" fmla="*/ 4517519 w 4572002"/>
                  <a:gd name="connsiteY450" fmla="*/ 5781830 h 6858002"/>
                  <a:gd name="connsiteX451" fmla="*/ 4519234 w 4572002"/>
                  <a:gd name="connsiteY451" fmla="*/ 5790592 h 6858002"/>
                  <a:gd name="connsiteX452" fmla="*/ 4542855 w 4572002"/>
                  <a:gd name="connsiteY452" fmla="*/ 5864318 h 6858002"/>
                  <a:gd name="connsiteX453" fmla="*/ 4544759 w 4572002"/>
                  <a:gd name="connsiteY453" fmla="*/ 5902610 h 6858002"/>
                  <a:gd name="connsiteX454" fmla="*/ 4544951 w 4572002"/>
                  <a:gd name="connsiteY454" fmla="*/ 6012723 h 6858002"/>
                  <a:gd name="connsiteX455" fmla="*/ 4541332 w 4572002"/>
                  <a:gd name="connsiteY455" fmla="*/ 6059397 h 6858002"/>
                  <a:gd name="connsiteX456" fmla="*/ 4527426 w 4572002"/>
                  <a:gd name="connsiteY456" fmla="*/ 6171605 h 6858002"/>
                  <a:gd name="connsiteX457" fmla="*/ 4520568 w 4572002"/>
                  <a:gd name="connsiteY457" fmla="*/ 6242093 h 6858002"/>
                  <a:gd name="connsiteX458" fmla="*/ 4509706 w 4572002"/>
                  <a:gd name="connsiteY458" fmla="*/ 6323058 h 6858002"/>
                  <a:gd name="connsiteX459" fmla="*/ 4502848 w 4572002"/>
                  <a:gd name="connsiteY459" fmla="*/ 6415833 h 6858002"/>
                  <a:gd name="connsiteX460" fmla="*/ 4482084 w 4572002"/>
                  <a:gd name="connsiteY460" fmla="*/ 6584812 h 6858002"/>
                  <a:gd name="connsiteX461" fmla="*/ 4460557 w 4572002"/>
                  <a:gd name="connsiteY461" fmla="*/ 6748458 h 6858002"/>
                  <a:gd name="connsiteX462" fmla="*/ 4441507 w 4572002"/>
                  <a:gd name="connsiteY462" fmla="*/ 6815516 h 6858002"/>
                  <a:gd name="connsiteX463" fmla="*/ 4431806 w 4572002"/>
                  <a:gd name="connsiteY463" fmla="*/ 6858001 h 6858002"/>
                  <a:gd name="connsiteX464" fmla="*/ 4259554 w 4572002"/>
                  <a:gd name="connsiteY464" fmla="*/ 6858001 h 6858002"/>
                  <a:gd name="connsiteX465" fmla="*/ 4259554 w 4572002"/>
                  <a:gd name="connsiteY465" fmla="*/ 6858002 h 6858002"/>
                  <a:gd name="connsiteX466" fmla="*/ 0 w 4572002"/>
                  <a:gd name="connsiteY466" fmla="*/ 6858002 h 6858002"/>
                  <a:gd name="connsiteX467" fmla="*/ 0 w 4572002"/>
                  <a:gd name="connsiteY467" fmla="*/ 2 h 6858002"/>
                  <a:gd name="connsiteX468" fmla="*/ 3766492 w 4572002"/>
                  <a:gd name="connsiteY468" fmla="*/ 1 h 6858002"/>
                  <a:gd name="connsiteX469" fmla="*/ 3769210 w 4572002"/>
                  <a:gd name="connsiteY469" fmla="*/ 21486 h 6858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  <a:cxn ang="0">
                    <a:pos x="connsiteX337" y="connsiteY337"/>
                  </a:cxn>
                  <a:cxn ang="0">
                    <a:pos x="connsiteX338" y="connsiteY338"/>
                  </a:cxn>
                  <a:cxn ang="0">
                    <a:pos x="connsiteX339" y="connsiteY339"/>
                  </a:cxn>
                  <a:cxn ang="0">
                    <a:pos x="connsiteX340" y="connsiteY340"/>
                  </a:cxn>
                  <a:cxn ang="0">
                    <a:pos x="connsiteX341" y="connsiteY341"/>
                  </a:cxn>
                  <a:cxn ang="0">
                    <a:pos x="connsiteX342" y="connsiteY342"/>
                  </a:cxn>
                  <a:cxn ang="0">
                    <a:pos x="connsiteX343" y="connsiteY343"/>
                  </a:cxn>
                  <a:cxn ang="0">
                    <a:pos x="connsiteX344" y="connsiteY344"/>
                  </a:cxn>
                  <a:cxn ang="0">
                    <a:pos x="connsiteX345" y="connsiteY345"/>
                  </a:cxn>
                  <a:cxn ang="0">
                    <a:pos x="connsiteX346" y="connsiteY346"/>
                  </a:cxn>
                  <a:cxn ang="0">
                    <a:pos x="connsiteX347" y="connsiteY347"/>
                  </a:cxn>
                  <a:cxn ang="0">
                    <a:pos x="connsiteX348" y="connsiteY348"/>
                  </a:cxn>
                  <a:cxn ang="0">
                    <a:pos x="connsiteX349" y="connsiteY349"/>
                  </a:cxn>
                  <a:cxn ang="0">
                    <a:pos x="connsiteX350" y="connsiteY350"/>
                  </a:cxn>
                  <a:cxn ang="0">
                    <a:pos x="connsiteX351" y="connsiteY351"/>
                  </a:cxn>
                  <a:cxn ang="0">
                    <a:pos x="connsiteX352" y="connsiteY352"/>
                  </a:cxn>
                  <a:cxn ang="0">
                    <a:pos x="connsiteX353" y="connsiteY353"/>
                  </a:cxn>
                  <a:cxn ang="0">
                    <a:pos x="connsiteX354" y="connsiteY354"/>
                  </a:cxn>
                  <a:cxn ang="0">
                    <a:pos x="connsiteX355" y="connsiteY355"/>
                  </a:cxn>
                  <a:cxn ang="0">
                    <a:pos x="connsiteX356" y="connsiteY356"/>
                  </a:cxn>
                  <a:cxn ang="0">
                    <a:pos x="connsiteX357" y="connsiteY357"/>
                  </a:cxn>
                  <a:cxn ang="0">
                    <a:pos x="connsiteX358" y="connsiteY358"/>
                  </a:cxn>
                  <a:cxn ang="0">
                    <a:pos x="connsiteX359" y="connsiteY359"/>
                  </a:cxn>
                  <a:cxn ang="0">
                    <a:pos x="connsiteX360" y="connsiteY360"/>
                  </a:cxn>
                  <a:cxn ang="0">
                    <a:pos x="connsiteX361" y="connsiteY361"/>
                  </a:cxn>
                  <a:cxn ang="0">
                    <a:pos x="connsiteX362" y="connsiteY362"/>
                  </a:cxn>
                  <a:cxn ang="0">
                    <a:pos x="connsiteX363" y="connsiteY363"/>
                  </a:cxn>
                  <a:cxn ang="0">
                    <a:pos x="connsiteX364" y="connsiteY364"/>
                  </a:cxn>
                  <a:cxn ang="0">
                    <a:pos x="connsiteX365" y="connsiteY365"/>
                  </a:cxn>
                  <a:cxn ang="0">
                    <a:pos x="connsiteX366" y="connsiteY366"/>
                  </a:cxn>
                  <a:cxn ang="0">
                    <a:pos x="connsiteX367" y="connsiteY367"/>
                  </a:cxn>
                  <a:cxn ang="0">
                    <a:pos x="connsiteX368" y="connsiteY368"/>
                  </a:cxn>
                  <a:cxn ang="0">
                    <a:pos x="connsiteX369" y="connsiteY369"/>
                  </a:cxn>
                  <a:cxn ang="0">
                    <a:pos x="connsiteX370" y="connsiteY370"/>
                  </a:cxn>
                  <a:cxn ang="0">
                    <a:pos x="connsiteX371" y="connsiteY371"/>
                  </a:cxn>
                  <a:cxn ang="0">
                    <a:pos x="connsiteX372" y="connsiteY372"/>
                  </a:cxn>
                  <a:cxn ang="0">
                    <a:pos x="connsiteX373" y="connsiteY373"/>
                  </a:cxn>
                  <a:cxn ang="0">
                    <a:pos x="connsiteX374" y="connsiteY374"/>
                  </a:cxn>
                  <a:cxn ang="0">
                    <a:pos x="connsiteX375" y="connsiteY375"/>
                  </a:cxn>
                  <a:cxn ang="0">
                    <a:pos x="connsiteX376" y="connsiteY376"/>
                  </a:cxn>
                  <a:cxn ang="0">
                    <a:pos x="connsiteX377" y="connsiteY377"/>
                  </a:cxn>
                  <a:cxn ang="0">
                    <a:pos x="connsiteX378" y="connsiteY378"/>
                  </a:cxn>
                  <a:cxn ang="0">
                    <a:pos x="connsiteX379" y="connsiteY379"/>
                  </a:cxn>
                  <a:cxn ang="0">
                    <a:pos x="connsiteX380" y="connsiteY380"/>
                  </a:cxn>
                  <a:cxn ang="0">
                    <a:pos x="connsiteX381" y="connsiteY381"/>
                  </a:cxn>
                  <a:cxn ang="0">
                    <a:pos x="connsiteX382" y="connsiteY382"/>
                  </a:cxn>
                  <a:cxn ang="0">
                    <a:pos x="connsiteX383" y="connsiteY383"/>
                  </a:cxn>
                  <a:cxn ang="0">
                    <a:pos x="connsiteX384" y="connsiteY384"/>
                  </a:cxn>
                  <a:cxn ang="0">
                    <a:pos x="connsiteX385" y="connsiteY385"/>
                  </a:cxn>
                  <a:cxn ang="0">
                    <a:pos x="connsiteX386" y="connsiteY386"/>
                  </a:cxn>
                  <a:cxn ang="0">
                    <a:pos x="connsiteX387" y="connsiteY387"/>
                  </a:cxn>
                  <a:cxn ang="0">
                    <a:pos x="connsiteX388" y="connsiteY388"/>
                  </a:cxn>
                  <a:cxn ang="0">
                    <a:pos x="connsiteX389" y="connsiteY389"/>
                  </a:cxn>
                  <a:cxn ang="0">
                    <a:pos x="connsiteX390" y="connsiteY390"/>
                  </a:cxn>
                  <a:cxn ang="0">
                    <a:pos x="connsiteX391" y="connsiteY391"/>
                  </a:cxn>
                  <a:cxn ang="0">
                    <a:pos x="connsiteX392" y="connsiteY392"/>
                  </a:cxn>
                  <a:cxn ang="0">
                    <a:pos x="connsiteX393" y="connsiteY393"/>
                  </a:cxn>
                  <a:cxn ang="0">
                    <a:pos x="connsiteX394" y="connsiteY394"/>
                  </a:cxn>
                  <a:cxn ang="0">
                    <a:pos x="connsiteX395" y="connsiteY395"/>
                  </a:cxn>
                  <a:cxn ang="0">
                    <a:pos x="connsiteX396" y="connsiteY396"/>
                  </a:cxn>
                  <a:cxn ang="0">
                    <a:pos x="connsiteX397" y="connsiteY397"/>
                  </a:cxn>
                  <a:cxn ang="0">
                    <a:pos x="connsiteX398" y="connsiteY398"/>
                  </a:cxn>
                  <a:cxn ang="0">
                    <a:pos x="connsiteX399" y="connsiteY399"/>
                  </a:cxn>
                  <a:cxn ang="0">
                    <a:pos x="connsiteX400" y="connsiteY400"/>
                  </a:cxn>
                  <a:cxn ang="0">
                    <a:pos x="connsiteX401" y="connsiteY401"/>
                  </a:cxn>
                  <a:cxn ang="0">
                    <a:pos x="connsiteX402" y="connsiteY402"/>
                  </a:cxn>
                  <a:cxn ang="0">
                    <a:pos x="connsiteX403" y="connsiteY403"/>
                  </a:cxn>
                  <a:cxn ang="0">
                    <a:pos x="connsiteX404" y="connsiteY404"/>
                  </a:cxn>
                  <a:cxn ang="0">
                    <a:pos x="connsiteX405" y="connsiteY405"/>
                  </a:cxn>
                  <a:cxn ang="0">
                    <a:pos x="connsiteX406" y="connsiteY406"/>
                  </a:cxn>
                  <a:cxn ang="0">
                    <a:pos x="connsiteX407" y="connsiteY407"/>
                  </a:cxn>
                  <a:cxn ang="0">
                    <a:pos x="connsiteX408" y="connsiteY408"/>
                  </a:cxn>
                  <a:cxn ang="0">
                    <a:pos x="connsiteX409" y="connsiteY409"/>
                  </a:cxn>
                  <a:cxn ang="0">
                    <a:pos x="connsiteX410" y="connsiteY410"/>
                  </a:cxn>
                  <a:cxn ang="0">
                    <a:pos x="connsiteX411" y="connsiteY411"/>
                  </a:cxn>
                  <a:cxn ang="0">
                    <a:pos x="connsiteX412" y="connsiteY412"/>
                  </a:cxn>
                  <a:cxn ang="0">
                    <a:pos x="connsiteX413" y="connsiteY413"/>
                  </a:cxn>
                  <a:cxn ang="0">
                    <a:pos x="connsiteX414" y="connsiteY414"/>
                  </a:cxn>
                  <a:cxn ang="0">
                    <a:pos x="connsiteX415" y="connsiteY415"/>
                  </a:cxn>
                  <a:cxn ang="0">
                    <a:pos x="connsiteX416" y="connsiteY416"/>
                  </a:cxn>
                  <a:cxn ang="0">
                    <a:pos x="connsiteX417" y="connsiteY417"/>
                  </a:cxn>
                  <a:cxn ang="0">
                    <a:pos x="connsiteX418" y="connsiteY418"/>
                  </a:cxn>
                  <a:cxn ang="0">
                    <a:pos x="connsiteX419" y="connsiteY419"/>
                  </a:cxn>
                  <a:cxn ang="0">
                    <a:pos x="connsiteX420" y="connsiteY420"/>
                  </a:cxn>
                  <a:cxn ang="0">
                    <a:pos x="connsiteX421" y="connsiteY421"/>
                  </a:cxn>
                  <a:cxn ang="0">
                    <a:pos x="connsiteX422" y="connsiteY422"/>
                  </a:cxn>
                  <a:cxn ang="0">
                    <a:pos x="connsiteX423" y="connsiteY423"/>
                  </a:cxn>
                  <a:cxn ang="0">
                    <a:pos x="connsiteX424" y="connsiteY424"/>
                  </a:cxn>
                  <a:cxn ang="0">
                    <a:pos x="connsiteX425" y="connsiteY425"/>
                  </a:cxn>
                  <a:cxn ang="0">
                    <a:pos x="connsiteX426" y="connsiteY426"/>
                  </a:cxn>
                  <a:cxn ang="0">
                    <a:pos x="connsiteX427" y="connsiteY427"/>
                  </a:cxn>
                  <a:cxn ang="0">
                    <a:pos x="connsiteX428" y="connsiteY428"/>
                  </a:cxn>
                  <a:cxn ang="0">
                    <a:pos x="connsiteX429" y="connsiteY429"/>
                  </a:cxn>
                  <a:cxn ang="0">
                    <a:pos x="connsiteX430" y="connsiteY430"/>
                  </a:cxn>
                  <a:cxn ang="0">
                    <a:pos x="connsiteX431" y="connsiteY431"/>
                  </a:cxn>
                  <a:cxn ang="0">
                    <a:pos x="connsiteX432" y="connsiteY432"/>
                  </a:cxn>
                  <a:cxn ang="0">
                    <a:pos x="connsiteX433" y="connsiteY433"/>
                  </a:cxn>
                  <a:cxn ang="0">
                    <a:pos x="connsiteX434" y="connsiteY434"/>
                  </a:cxn>
                  <a:cxn ang="0">
                    <a:pos x="connsiteX435" y="connsiteY435"/>
                  </a:cxn>
                  <a:cxn ang="0">
                    <a:pos x="connsiteX436" y="connsiteY436"/>
                  </a:cxn>
                  <a:cxn ang="0">
                    <a:pos x="connsiteX437" y="connsiteY437"/>
                  </a:cxn>
                  <a:cxn ang="0">
                    <a:pos x="connsiteX438" y="connsiteY438"/>
                  </a:cxn>
                  <a:cxn ang="0">
                    <a:pos x="connsiteX439" y="connsiteY439"/>
                  </a:cxn>
                  <a:cxn ang="0">
                    <a:pos x="connsiteX440" y="connsiteY440"/>
                  </a:cxn>
                  <a:cxn ang="0">
                    <a:pos x="connsiteX441" y="connsiteY441"/>
                  </a:cxn>
                  <a:cxn ang="0">
                    <a:pos x="connsiteX442" y="connsiteY442"/>
                  </a:cxn>
                  <a:cxn ang="0">
                    <a:pos x="connsiteX443" y="connsiteY443"/>
                  </a:cxn>
                  <a:cxn ang="0">
                    <a:pos x="connsiteX444" y="connsiteY444"/>
                  </a:cxn>
                  <a:cxn ang="0">
                    <a:pos x="connsiteX445" y="connsiteY445"/>
                  </a:cxn>
                  <a:cxn ang="0">
                    <a:pos x="connsiteX446" y="connsiteY446"/>
                  </a:cxn>
                  <a:cxn ang="0">
                    <a:pos x="connsiteX447" y="connsiteY447"/>
                  </a:cxn>
                  <a:cxn ang="0">
                    <a:pos x="connsiteX448" y="connsiteY448"/>
                  </a:cxn>
                  <a:cxn ang="0">
                    <a:pos x="connsiteX449" y="connsiteY449"/>
                  </a:cxn>
                  <a:cxn ang="0">
                    <a:pos x="connsiteX450" y="connsiteY450"/>
                  </a:cxn>
                  <a:cxn ang="0">
                    <a:pos x="connsiteX451" y="connsiteY451"/>
                  </a:cxn>
                  <a:cxn ang="0">
                    <a:pos x="connsiteX452" y="connsiteY452"/>
                  </a:cxn>
                  <a:cxn ang="0">
                    <a:pos x="connsiteX453" y="connsiteY453"/>
                  </a:cxn>
                  <a:cxn ang="0">
                    <a:pos x="connsiteX454" y="connsiteY454"/>
                  </a:cxn>
                  <a:cxn ang="0">
                    <a:pos x="connsiteX455" y="connsiteY455"/>
                  </a:cxn>
                  <a:cxn ang="0">
                    <a:pos x="connsiteX456" y="connsiteY456"/>
                  </a:cxn>
                  <a:cxn ang="0">
                    <a:pos x="connsiteX457" y="connsiteY457"/>
                  </a:cxn>
                  <a:cxn ang="0">
                    <a:pos x="connsiteX458" y="connsiteY458"/>
                  </a:cxn>
                  <a:cxn ang="0">
                    <a:pos x="connsiteX459" y="connsiteY459"/>
                  </a:cxn>
                  <a:cxn ang="0">
                    <a:pos x="connsiteX460" y="connsiteY460"/>
                  </a:cxn>
                  <a:cxn ang="0">
                    <a:pos x="connsiteX461" y="connsiteY461"/>
                  </a:cxn>
                  <a:cxn ang="0">
                    <a:pos x="connsiteX462" y="connsiteY462"/>
                  </a:cxn>
                  <a:cxn ang="0">
                    <a:pos x="connsiteX463" y="connsiteY463"/>
                  </a:cxn>
                  <a:cxn ang="0">
                    <a:pos x="connsiteX464" y="connsiteY464"/>
                  </a:cxn>
                  <a:cxn ang="0">
                    <a:pos x="connsiteX465" y="connsiteY465"/>
                  </a:cxn>
                  <a:cxn ang="0">
                    <a:pos x="connsiteX466" y="connsiteY466"/>
                  </a:cxn>
                  <a:cxn ang="0">
                    <a:pos x="connsiteX467" y="connsiteY467"/>
                  </a:cxn>
                  <a:cxn ang="0">
                    <a:pos x="connsiteX468" y="connsiteY468"/>
                  </a:cxn>
                  <a:cxn ang="0">
                    <a:pos x="connsiteX469" y="connsiteY469"/>
                  </a:cxn>
                </a:cxnLst>
                <a:rect l="l" t="t" r="r" b="b"/>
                <a:pathLst>
                  <a:path w="4572002" h="6858002">
                    <a:moveTo>
                      <a:pt x="4214994" y="6564620"/>
                    </a:moveTo>
                    <a:lnTo>
                      <a:pt x="4214994" y="6564621"/>
                    </a:lnTo>
                    <a:cubicBezTo>
                      <a:pt x="4225281" y="6575479"/>
                      <a:pt x="4231378" y="6582147"/>
                      <a:pt x="4237474" y="6588626"/>
                    </a:cubicBezTo>
                    <a:lnTo>
                      <a:pt x="4254096" y="6625225"/>
                    </a:lnTo>
                    <a:lnTo>
                      <a:pt x="4247001" y="6662540"/>
                    </a:lnTo>
                    <a:lnTo>
                      <a:pt x="4247000" y="6662541"/>
                    </a:lnTo>
                    <a:lnTo>
                      <a:pt x="4246999" y="6662544"/>
                    </a:lnTo>
                    <a:lnTo>
                      <a:pt x="4235550" y="6683027"/>
                    </a:lnTo>
                    <a:lnTo>
                      <a:pt x="4232403" y="6702976"/>
                    </a:lnTo>
                    <a:lnTo>
                      <a:pt x="4232403" y="6702977"/>
                    </a:lnTo>
                    <a:cubicBezTo>
                      <a:pt x="4232808" y="6716169"/>
                      <a:pt x="4237951" y="6729219"/>
                      <a:pt x="4246238" y="6742553"/>
                    </a:cubicBezTo>
                    <a:lnTo>
                      <a:pt x="4246239" y="6742555"/>
                    </a:lnTo>
                    <a:lnTo>
                      <a:pt x="4265716" y="6812062"/>
                    </a:lnTo>
                    <a:lnTo>
                      <a:pt x="4265717" y="6812064"/>
                    </a:lnTo>
                    <a:lnTo>
                      <a:pt x="4265717" y="6812063"/>
                    </a:lnTo>
                    <a:lnTo>
                      <a:pt x="4265716" y="6812062"/>
                    </a:lnTo>
                    <a:lnTo>
                      <a:pt x="4260942" y="6776800"/>
                    </a:lnTo>
                    <a:lnTo>
                      <a:pt x="4246239" y="6742555"/>
                    </a:lnTo>
                    <a:lnTo>
                      <a:pt x="4246238" y="6742552"/>
                    </a:lnTo>
                    <a:lnTo>
                      <a:pt x="4232403" y="6702976"/>
                    </a:lnTo>
                    <a:lnTo>
                      <a:pt x="4246999" y="6662544"/>
                    </a:lnTo>
                    <a:lnTo>
                      <a:pt x="4247000" y="6662542"/>
                    </a:lnTo>
                    <a:lnTo>
                      <a:pt x="4247001" y="6662540"/>
                    </a:lnTo>
                    <a:lnTo>
                      <a:pt x="4254084" y="6645552"/>
                    </a:lnTo>
                    <a:lnTo>
                      <a:pt x="4254096" y="6625225"/>
                    </a:lnTo>
                    <a:lnTo>
                      <a:pt x="4254096" y="6625224"/>
                    </a:lnTo>
                    <a:cubicBezTo>
                      <a:pt x="4252000" y="6611341"/>
                      <a:pt x="4245951" y="6597578"/>
                      <a:pt x="4237474" y="6588625"/>
                    </a:cubicBezTo>
                    <a:close/>
                    <a:moveTo>
                      <a:pt x="4295315" y="6438981"/>
                    </a:moveTo>
                    <a:lnTo>
                      <a:pt x="4275385" y="6463840"/>
                    </a:lnTo>
                    <a:lnTo>
                      <a:pt x="4275382" y="6463849"/>
                    </a:lnTo>
                    <a:lnTo>
                      <a:pt x="4261587" y="6513012"/>
                    </a:lnTo>
                    <a:lnTo>
                      <a:pt x="4242781" y="6546194"/>
                    </a:lnTo>
                    <a:lnTo>
                      <a:pt x="4242781" y="6546195"/>
                    </a:lnTo>
                    <a:lnTo>
                      <a:pt x="4259120" y="6521804"/>
                    </a:lnTo>
                    <a:lnTo>
                      <a:pt x="4261587" y="6513012"/>
                    </a:lnTo>
                    <a:lnTo>
                      <a:pt x="4264398" y="6508052"/>
                    </a:lnTo>
                    <a:lnTo>
                      <a:pt x="4275382" y="6463849"/>
                    </a:lnTo>
                    <a:lnTo>
                      <a:pt x="4275385" y="6463841"/>
                    </a:lnTo>
                    <a:cubicBezTo>
                      <a:pt x="4278336" y="6451650"/>
                      <a:pt x="4285813" y="6444077"/>
                      <a:pt x="4295315" y="6438981"/>
                    </a:cubicBezTo>
                    <a:close/>
                    <a:moveTo>
                      <a:pt x="4381289" y="6365204"/>
                    </a:moveTo>
                    <a:lnTo>
                      <a:pt x="4380008" y="6387910"/>
                    </a:lnTo>
                    <a:lnTo>
                      <a:pt x="4378243" y="6391549"/>
                    </a:lnTo>
                    <a:lnTo>
                      <a:pt x="4370589" y="6407332"/>
                    </a:lnTo>
                    <a:lnTo>
                      <a:pt x="4370589" y="6407333"/>
                    </a:lnTo>
                    <a:lnTo>
                      <a:pt x="4378243" y="6391549"/>
                    </a:lnTo>
                    <a:lnTo>
                      <a:pt x="4380008" y="6387910"/>
                    </a:lnTo>
                    <a:close/>
                    <a:moveTo>
                      <a:pt x="4142220" y="4221391"/>
                    </a:moveTo>
                    <a:lnTo>
                      <a:pt x="4142220" y="4221392"/>
                    </a:lnTo>
                    <a:cubicBezTo>
                      <a:pt x="4142982" y="4232061"/>
                      <a:pt x="4143172" y="4243873"/>
                      <a:pt x="4147936" y="4253015"/>
                    </a:cubicBezTo>
                    <a:cubicBezTo>
                      <a:pt x="4160129" y="4277402"/>
                      <a:pt x="4175749" y="4300071"/>
                      <a:pt x="4187752" y="4324646"/>
                    </a:cubicBezTo>
                    <a:lnTo>
                      <a:pt x="4196706" y="4363891"/>
                    </a:lnTo>
                    <a:lnTo>
                      <a:pt x="4195944" y="4482004"/>
                    </a:lnTo>
                    <a:cubicBezTo>
                      <a:pt x="4193276" y="4546776"/>
                      <a:pt x="4192704" y="4612500"/>
                      <a:pt x="4135934" y="4659174"/>
                    </a:cubicBezTo>
                    <a:cubicBezTo>
                      <a:pt x="4131362" y="4662986"/>
                      <a:pt x="4128694" y="4671176"/>
                      <a:pt x="4127932" y="4677655"/>
                    </a:cubicBezTo>
                    <a:cubicBezTo>
                      <a:pt x="4124313" y="4707564"/>
                      <a:pt x="4123931" y="4738235"/>
                      <a:pt x="4118025" y="4767764"/>
                    </a:cubicBezTo>
                    <a:cubicBezTo>
                      <a:pt x="4115644" y="4779575"/>
                      <a:pt x="4114835" y="4790387"/>
                      <a:pt x="4116716" y="4800483"/>
                    </a:cubicBezTo>
                    <a:lnTo>
                      <a:pt x="4116716" y="4800484"/>
                    </a:lnTo>
                    <a:cubicBezTo>
                      <a:pt x="4118597" y="4810581"/>
                      <a:pt x="4123170" y="4819964"/>
                      <a:pt x="4131552" y="4828917"/>
                    </a:cubicBezTo>
                    <a:lnTo>
                      <a:pt x="4153733" y="4863343"/>
                    </a:lnTo>
                    <a:lnTo>
                      <a:pt x="4161262" y="4889275"/>
                    </a:lnTo>
                    <a:lnTo>
                      <a:pt x="4159557" y="4912168"/>
                    </a:lnTo>
                    <a:cubicBezTo>
                      <a:pt x="4157842" y="4919978"/>
                      <a:pt x="4157485" y="4927122"/>
                      <a:pt x="4158155" y="4933804"/>
                    </a:cubicBezTo>
                    <a:lnTo>
                      <a:pt x="4158155" y="4933805"/>
                    </a:lnTo>
                    <a:lnTo>
                      <a:pt x="4162914" y="4952673"/>
                    </a:lnTo>
                    <a:lnTo>
                      <a:pt x="4165707" y="4957454"/>
                    </a:lnTo>
                    <a:lnTo>
                      <a:pt x="4166985" y="4961456"/>
                    </a:lnTo>
                    <a:cubicBezTo>
                      <a:pt x="4171496" y="4970097"/>
                      <a:pt x="4177202" y="4978394"/>
                      <a:pt x="4182989" y="4987038"/>
                    </a:cubicBezTo>
                    <a:cubicBezTo>
                      <a:pt x="4194228" y="5003802"/>
                      <a:pt x="4208326" y="5022853"/>
                      <a:pt x="4209468" y="5041522"/>
                    </a:cubicBezTo>
                    <a:cubicBezTo>
                      <a:pt x="4210087" y="5052096"/>
                      <a:pt x="4213005" y="5062300"/>
                      <a:pt x="4216684" y="5072376"/>
                    </a:cubicBezTo>
                    <a:lnTo>
                      <a:pt x="4222587" y="5087441"/>
                    </a:lnTo>
                    <a:lnTo>
                      <a:pt x="4235615" y="5133220"/>
                    </a:lnTo>
                    <a:lnTo>
                      <a:pt x="4235616" y="5133225"/>
                    </a:lnTo>
                    <a:lnTo>
                      <a:pt x="4228901" y="5166113"/>
                    </a:lnTo>
                    <a:lnTo>
                      <a:pt x="4228901" y="5166114"/>
                    </a:lnTo>
                    <a:cubicBezTo>
                      <a:pt x="4228139" y="5167638"/>
                      <a:pt x="4228712" y="5169781"/>
                      <a:pt x="4229593" y="5172091"/>
                    </a:cubicBezTo>
                    <a:lnTo>
                      <a:pt x="4232139" y="5179068"/>
                    </a:lnTo>
                    <a:cubicBezTo>
                      <a:pt x="4235759" y="5196595"/>
                      <a:pt x="4235807" y="5213598"/>
                      <a:pt x="4231973" y="5229434"/>
                    </a:cubicBezTo>
                    <a:lnTo>
                      <a:pt x="4225669" y="5241089"/>
                    </a:lnTo>
                    <a:lnTo>
                      <a:pt x="4208517" y="5272796"/>
                    </a:lnTo>
                    <a:cubicBezTo>
                      <a:pt x="4196871" y="5285441"/>
                      <a:pt x="4189165" y="5298595"/>
                      <a:pt x="4184613" y="5312288"/>
                    </a:cubicBezTo>
                    <a:lnTo>
                      <a:pt x="4183557" y="5321350"/>
                    </a:lnTo>
                    <a:lnTo>
                      <a:pt x="4181083" y="5326163"/>
                    </a:lnTo>
                    <a:lnTo>
                      <a:pt x="4179637" y="5355014"/>
                    </a:lnTo>
                    <a:lnTo>
                      <a:pt x="4179637" y="5355015"/>
                    </a:lnTo>
                    <a:cubicBezTo>
                      <a:pt x="4180286" y="5364883"/>
                      <a:pt x="4181989" y="5375003"/>
                      <a:pt x="4184513" y="5385385"/>
                    </a:cubicBezTo>
                    <a:cubicBezTo>
                      <a:pt x="4187752" y="5398722"/>
                      <a:pt x="4190038" y="5412058"/>
                      <a:pt x="4192704" y="5425583"/>
                    </a:cubicBezTo>
                    <a:cubicBezTo>
                      <a:pt x="4196514" y="5443871"/>
                      <a:pt x="4200516" y="5462352"/>
                      <a:pt x="4204327" y="5480638"/>
                    </a:cubicBezTo>
                    <a:lnTo>
                      <a:pt x="4208850" y="5507668"/>
                    </a:lnTo>
                    <a:lnTo>
                      <a:pt x="4198232" y="5531692"/>
                    </a:lnTo>
                    <a:lnTo>
                      <a:pt x="4198231" y="5531693"/>
                    </a:lnTo>
                    <a:cubicBezTo>
                      <a:pt x="4191181" y="5537600"/>
                      <a:pt x="4187989" y="5542649"/>
                      <a:pt x="4188085" y="5547578"/>
                    </a:cubicBezTo>
                    <a:lnTo>
                      <a:pt x="4188085" y="5547579"/>
                    </a:lnTo>
                    <a:cubicBezTo>
                      <a:pt x="4188180" y="5552508"/>
                      <a:pt x="4191562" y="5557318"/>
                      <a:pt x="4197659" y="5562747"/>
                    </a:cubicBezTo>
                    <a:cubicBezTo>
                      <a:pt x="4240332" y="5600468"/>
                      <a:pt x="4267003" y="5646190"/>
                      <a:pt x="4268907" y="5704484"/>
                    </a:cubicBezTo>
                    <a:cubicBezTo>
                      <a:pt x="4269289" y="5716486"/>
                      <a:pt x="4271954" y="5728679"/>
                      <a:pt x="4274812" y="5740489"/>
                    </a:cubicBezTo>
                    <a:cubicBezTo>
                      <a:pt x="4276527" y="5747729"/>
                      <a:pt x="4278433" y="5756494"/>
                      <a:pt x="4283578" y="5760874"/>
                    </a:cubicBezTo>
                    <a:cubicBezTo>
                      <a:pt x="4322821" y="5794975"/>
                      <a:pt x="4350063" y="5837458"/>
                      <a:pt x="4371973" y="5883752"/>
                    </a:cubicBezTo>
                    <a:lnTo>
                      <a:pt x="4371974" y="5883757"/>
                    </a:lnTo>
                    <a:lnTo>
                      <a:pt x="4389877" y="5935946"/>
                    </a:lnTo>
                    <a:lnTo>
                      <a:pt x="4389878" y="5935950"/>
                    </a:lnTo>
                    <a:lnTo>
                      <a:pt x="4386259" y="5993290"/>
                    </a:lnTo>
                    <a:lnTo>
                      <a:pt x="4386259" y="5993291"/>
                    </a:lnTo>
                    <a:cubicBezTo>
                      <a:pt x="4385116" y="6004531"/>
                      <a:pt x="4385306" y="6017485"/>
                      <a:pt x="4379782" y="6026440"/>
                    </a:cubicBezTo>
                    <a:cubicBezTo>
                      <a:pt x="4362445" y="6054825"/>
                      <a:pt x="4343778" y="6082258"/>
                      <a:pt x="4323583" y="6108738"/>
                    </a:cubicBezTo>
                    <a:cubicBezTo>
                      <a:pt x="4314914" y="6120074"/>
                      <a:pt x="4309961" y="6126884"/>
                      <a:pt x="4309890" y="6133314"/>
                    </a:cubicBezTo>
                    <a:lnTo>
                      <a:pt x="4309890" y="6133315"/>
                    </a:lnTo>
                    <a:lnTo>
                      <a:pt x="4313591" y="6143190"/>
                    </a:lnTo>
                    <a:lnTo>
                      <a:pt x="4325486" y="6155600"/>
                    </a:lnTo>
                    <a:lnTo>
                      <a:pt x="4325488" y="6155603"/>
                    </a:lnTo>
                    <a:cubicBezTo>
                      <a:pt x="4347778" y="6175798"/>
                      <a:pt x="4359398" y="6200945"/>
                      <a:pt x="4364160" y="6228757"/>
                    </a:cubicBezTo>
                    <a:lnTo>
                      <a:pt x="4381497" y="6361540"/>
                    </a:lnTo>
                    <a:lnTo>
                      <a:pt x="4381497" y="6361539"/>
                    </a:lnTo>
                    <a:cubicBezTo>
                      <a:pt x="4377877" y="6317151"/>
                      <a:pt x="4371590" y="6272764"/>
                      <a:pt x="4364160" y="6228756"/>
                    </a:cubicBezTo>
                    <a:cubicBezTo>
                      <a:pt x="4359398" y="6200944"/>
                      <a:pt x="4347778" y="6175797"/>
                      <a:pt x="4325488" y="6155602"/>
                    </a:cubicBezTo>
                    <a:lnTo>
                      <a:pt x="4325486" y="6155600"/>
                    </a:lnTo>
                    <a:lnTo>
                      <a:pt x="4309890" y="6133315"/>
                    </a:lnTo>
                    <a:lnTo>
                      <a:pt x="4323583" y="6108739"/>
                    </a:lnTo>
                    <a:cubicBezTo>
                      <a:pt x="4343778" y="6082259"/>
                      <a:pt x="4362445" y="6054826"/>
                      <a:pt x="4379782" y="6026441"/>
                    </a:cubicBezTo>
                    <a:cubicBezTo>
                      <a:pt x="4385306" y="6017486"/>
                      <a:pt x="4385116" y="6004532"/>
                      <a:pt x="4386259" y="5993292"/>
                    </a:cubicBezTo>
                    <a:lnTo>
                      <a:pt x="4386259" y="5993290"/>
                    </a:lnTo>
                    <a:lnTo>
                      <a:pt x="4389712" y="5964477"/>
                    </a:lnTo>
                    <a:lnTo>
                      <a:pt x="4389878" y="5935950"/>
                    </a:lnTo>
                    <a:lnTo>
                      <a:pt x="4389878" y="5935949"/>
                    </a:lnTo>
                    <a:lnTo>
                      <a:pt x="4389877" y="5935946"/>
                    </a:lnTo>
                    <a:lnTo>
                      <a:pt x="4382997" y="5909351"/>
                    </a:lnTo>
                    <a:lnTo>
                      <a:pt x="4371974" y="5883757"/>
                    </a:lnTo>
                    <a:lnTo>
                      <a:pt x="4371973" y="5883751"/>
                    </a:lnTo>
                    <a:cubicBezTo>
                      <a:pt x="4350063" y="5837457"/>
                      <a:pt x="4322821" y="5794974"/>
                      <a:pt x="4283578" y="5760873"/>
                    </a:cubicBezTo>
                    <a:cubicBezTo>
                      <a:pt x="4278433" y="5756493"/>
                      <a:pt x="4276527" y="5747728"/>
                      <a:pt x="4274812" y="5740488"/>
                    </a:cubicBezTo>
                    <a:cubicBezTo>
                      <a:pt x="4271954" y="5728678"/>
                      <a:pt x="4269289" y="5716485"/>
                      <a:pt x="4268907" y="5704483"/>
                    </a:cubicBezTo>
                    <a:cubicBezTo>
                      <a:pt x="4267003" y="5646189"/>
                      <a:pt x="4240332" y="5600467"/>
                      <a:pt x="4197659" y="5562746"/>
                    </a:cubicBezTo>
                    <a:lnTo>
                      <a:pt x="4188085" y="5547578"/>
                    </a:lnTo>
                    <a:lnTo>
                      <a:pt x="4198231" y="5531694"/>
                    </a:lnTo>
                    <a:lnTo>
                      <a:pt x="4198232" y="5531692"/>
                    </a:lnTo>
                    <a:lnTo>
                      <a:pt x="4206630" y="5520422"/>
                    </a:lnTo>
                    <a:lnTo>
                      <a:pt x="4208850" y="5507668"/>
                    </a:lnTo>
                    <a:lnTo>
                      <a:pt x="4208850" y="5507667"/>
                    </a:lnTo>
                    <a:cubicBezTo>
                      <a:pt x="4208803" y="5498832"/>
                      <a:pt x="4206231" y="5489497"/>
                      <a:pt x="4204327" y="5480637"/>
                    </a:cubicBezTo>
                    <a:cubicBezTo>
                      <a:pt x="4200516" y="5462351"/>
                      <a:pt x="4196514" y="5443870"/>
                      <a:pt x="4192704" y="5425582"/>
                    </a:cubicBezTo>
                    <a:cubicBezTo>
                      <a:pt x="4190038" y="5412057"/>
                      <a:pt x="4187752" y="5398721"/>
                      <a:pt x="4184513" y="5385384"/>
                    </a:cubicBezTo>
                    <a:lnTo>
                      <a:pt x="4179637" y="5355014"/>
                    </a:lnTo>
                    <a:lnTo>
                      <a:pt x="4183557" y="5321350"/>
                    </a:lnTo>
                    <a:lnTo>
                      <a:pt x="4208517" y="5272797"/>
                    </a:lnTo>
                    <a:lnTo>
                      <a:pt x="4225669" y="5241089"/>
                    </a:lnTo>
                    <a:lnTo>
                      <a:pt x="4231973" y="5229433"/>
                    </a:lnTo>
                    <a:lnTo>
                      <a:pt x="4232139" y="5179068"/>
                    </a:lnTo>
                    <a:lnTo>
                      <a:pt x="4232139" y="5179067"/>
                    </a:lnTo>
                    <a:cubicBezTo>
                      <a:pt x="4231663" y="5176876"/>
                      <a:pt x="4230473" y="5174400"/>
                      <a:pt x="4229593" y="5172090"/>
                    </a:cubicBezTo>
                    <a:lnTo>
                      <a:pt x="4228901" y="5166114"/>
                    </a:lnTo>
                    <a:lnTo>
                      <a:pt x="4235616" y="5133225"/>
                    </a:lnTo>
                    <a:lnTo>
                      <a:pt x="4235616" y="5133224"/>
                    </a:lnTo>
                    <a:lnTo>
                      <a:pt x="4235615" y="5133220"/>
                    </a:lnTo>
                    <a:lnTo>
                      <a:pt x="4228473" y="5102461"/>
                    </a:lnTo>
                    <a:lnTo>
                      <a:pt x="4222587" y="5087441"/>
                    </a:lnTo>
                    <a:lnTo>
                      <a:pt x="4222582" y="5087423"/>
                    </a:lnTo>
                    <a:cubicBezTo>
                      <a:pt x="4216496" y="5072411"/>
                      <a:pt x="4210397" y="5057381"/>
                      <a:pt x="4209468" y="5041521"/>
                    </a:cubicBezTo>
                    <a:cubicBezTo>
                      <a:pt x="4208326" y="5022852"/>
                      <a:pt x="4194228" y="5003801"/>
                      <a:pt x="4182989" y="4987037"/>
                    </a:cubicBezTo>
                    <a:lnTo>
                      <a:pt x="4165707" y="4957454"/>
                    </a:lnTo>
                    <a:lnTo>
                      <a:pt x="4158155" y="4933805"/>
                    </a:lnTo>
                    <a:lnTo>
                      <a:pt x="4159557" y="4912169"/>
                    </a:lnTo>
                    <a:cubicBezTo>
                      <a:pt x="4161319" y="4904358"/>
                      <a:pt x="4161831" y="4896714"/>
                      <a:pt x="4161262" y="4889276"/>
                    </a:cubicBezTo>
                    <a:lnTo>
                      <a:pt x="4161262" y="4889275"/>
                    </a:lnTo>
                    <a:lnTo>
                      <a:pt x="4156484" y="4867614"/>
                    </a:lnTo>
                    <a:lnTo>
                      <a:pt x="4153733" y="4863343"/>
                    </a:lnTo>
                    <a:lnTo>
                      <a:pt x="4151983" y="4857317"/>
                    </a:lnTo>
                    <a:cubicBezTo>
                      <a:pt x="4146840" y="4847214"/>
                      <a:pt x="4139839" y="4837703"/>
                      <a:pt x="4131552" y="4828916"/>
                    </a:cubicBezTo>
                    <a:lnTo>
                      <a:pt x="4116716" y="4800483"/>
                    </a:lnTo>
                    <a:lnTo>
                      <a:pt x="4118025" y="4767765"/>
                    </a:lnTo>
                    <a:cubicBezTo>
                      <a:pt x="4123931" y="4738236"/>
                      <a:pt x="4124313" y="4707565"/>
                      <a:pt x="4127932" y="4677656"/>
                    </a:cubicBezTo>
                    <a:cubicBezTo>
                      <a:pt x="4128694" y="4671177"/>
                      <a:pt x="4131362" y="4662987"/>
                      <a:pt x="4135934" y="4659175"/>
                    </a:cubicBezTo>
                    <a:cubicBezTo>
                      <a:pt x="4192704" y="4612501"/>
                      <a:pt x="4193276" y="4546777"/>
                      <a:pt x="4195944" y="4482005"/>
                    </a:cubicBezTo>
                    <a:cubicBezTo>
                      <a:pt x="4197659" y="4442762"/>
                      <a:pt x="4197659" y="4403326"/>
                      <a:pt x="4196706" y="4363891"/>
                    </a:cubicBezTo>
                    <a:lnTo>
                      <a:pt x="4196706" y="4363890"/>
                    </a:lnTo>
                    <a:cubicBezTo>
                      <a:pt x="4196514" y="4350554"/>
                      <a:pt x="4193466" y="4336457"/>
                      <a:pt x="4187752" y="4324645"/>
                    </a:cubicBezTo>
                    <a:cubicBezTo>
                      <a:pt x="4175749" y="4300070"/>
                      <a:pt x="4160129" y="4277401"/>
                      <a:pt x="4147936" y="4253014"/>
                    </a:cubicBezTo>
                    <a:close/>
                    <a:moveTo>
                      <a:pt x="4211111" y="2836172"/>
                    </a:moveTo>
                    <a:lnTo>
                      <a:pt x="4202421" y="2848793"/>
                    </a:lnTo>
                    <a:cubicBezTo>
                      <a:pt x="4197421" y="2865010"/>
                      <a:pt x="4191562" y="2881307"/>
                      <a:pt x="4186816" y="2897785"/>
                    </a:cubicBezTo>
                    <a:lnTo>
                      <a:pt x="4185787" y="2903551"/>
                    </a:lnTo>
                    <a:lnTo>
                      <a:pt x="4182513" y="2914328"/>
                    </a:lnTo>
                    <a:lnTo>
                      <a:pt x="4177882" y="2947858"/>
                    </a:lnTo>
                    <a:lnTo>
                      <a:pt x="4177881" y="2947862"/>
                    </a:lnTo>
                    <a:lnTo>
                      <a:pt x="4177881" y="2947863"/>
                    </a:lnTo>
                    <a:cubicBezTo>
                      <a:pt x="4177512" y="2959157"/>
                      <a:pt x="4178512" y="2970576"/>
                      <a:pt x="4181465" y="2982149"/>
                    </a:cubicBezTo>
                    <a:lnTo>
                      <a:pt x="4193158" y="3077402"/>
                    </a:lnTo>
                    <a:lnTo>
                      <a:pt x="4180703" y="3172654"/>
                    </a:lnTo>
                    <a:cubicBezTo>
                      <a:pt x="4154794" y="3276480"/>
                      <a:pt x="4127362" y="3380305"/>
                      <a:pt x="4133076" y="3489467"/>
                    </a:cubicBezTo>
                    <a:cubicBezTo>
                      <a:pt x="4134028" y="3507563"/>
                      <a:pt x="4122407" y="3529090"/>
                      <a:pt x="4110977" y="3544713"/>
                    </a:cubicBezTo>
                    <a:cubicBezTo>
                      <a:pt x="4100119" y="3559668"/>
                      <a:pt x="4094260" y="3566812"/>
                      <a:pt x="4093355" y="3574408"/>
                    </a:cubicBezTo>
                    <a:lnTo>
                      <a:pt x="4093355" y="3574409"/>
                    </a:lnTo>
                    <a:cubicBezTo>
                      <a:pt x="4092450" y="3582005"/>
                      <a:pt x="4096499" y="3590054"/>
                      <a:pt x="4105453" y="3606818"/>
                    </a:cubicBezTo>
                    <a:cubicBezTo>
                      <a:pt x="4109835" y="3614820"/>
                      <a:pt x="4112501" y="3624726"/>
                      <a:pt x="4118979" y="3630633"/>
                    </a:cubicBezTo>
                    <a:lnTo>
                      <a:pt x="4136708" y="3654416"/>
                    </a:lnTo>
                    <a:lnTo>
                      <a:pt x="4140382" y="3668940"/>
                    </a:lnTo>
                    <a:lnTo>
                      <a:pt x="4143220" y="3680164"/>
                    </a:lnTo>
                    <a:lnTo>
                      <a:pt x="4139172" y="3734837"/>
                    </a:lnTo>
                    <a:lnTo>
                      <a:pt x="4139172" y="3734838"/>
                    </a:lnTo>
                    <a:cubicBezTo>
                      <a:pt x="4138220" y="3741316"/>
                      <a:pt x="4136886" y="3749126"/>
                      <a:pt x="4139554" y="3754653"/>
                    </a:cubicBezTo>
                    <a:lnTo>
                      <a:pt x="4145911" y="3789776"/>
                    </a:lnTo>
                    <a:lnTo>
                      <a:pt x="4130980" y="3822472"/>
                    </a:lnTo>
                    <a:cubicBezTo>
                      <a:pt x="4123932" y="3831902"/>
                      <a:pt x="4118312" y="3842046"/>
                      <a:pt x="4116645" y="3852619"/>
                    </a:cubicBezTo>
                    <a:lnTo>
                      <a:pt x="4116645" y="3852620"/>
                    </a:lnTo>
                    <a:lnTo>
                      <a:pt x="4117425" y="3868764"/>
                    </a:lnTo>
                    <a:lnTo>
                      <a:pt x="4126028" y="3885337"/>
                    </a:lnTo>
                    <a:lnTo>
                      <a:pt x="4126028" y="3885339"/>
                    </a:lnTo>
                    <a:cubicBezTo>
                      <a:pt x="4135744" y="3897722"/>
                      <a:pt x="4143150" y="3910319"/>
                      <a:pt x="4148409" y="3923125"/>
                    </a:cubicBezTo>
                    <a:lnTo>
                      <a:pt x="4157913" y="3962160"/>
                    </a:lnTo>
                    <a:lnTo>
                      <a:pt x="4142221" y="4043838"/>
                    </a:lnTo>
                    <a:lnTo>
                      <a:pt x="4142220" y="4043839"/>
                    </a:lnTo>
                    <a:cubicBezTo>
                      <a:pt x="4133457" y="4063842"/>
                      <a:pt x="4128075" y="4083702"/>
                      <a:pt x="4127099" y="4103825"/>
                    </a:cubicBezTo>
                    <a:lnTo>
                      <a:pt x="4127099" y="4103826"/>
                    </a:lnTo>
                    <a:lnTo>
                      <a:pt x="4129066" y="4134256"/>
                    </a:lnTo>
                    <a:lnTo>
                      <a:pt x="4138410" y="4165382"/>
                    </a:lnTo>
                    <a:lnTo>
                      <a:pt x="4138410" y="4165384"/>
                    </a:lnTo>
                    <a:lnTo>
                      <a:pt x="4142315" y="4192388"/>
                    </a:lnTo>
                    <a:lnTo>
                      <a:pt x="4142315" y="4192387"/>
                    </a:lnTo>
                    <a:cubicBezTo>
                      <a:pt x="4142411" y="4182767"/>
                      <a:pt x="4141839" y="4173480"/>
                      <a:pt x="4138410" y="4165383"/>
                    </a:cubicBezTo>
                    <a:lnTo>
                      <a:pt x="4138410" y="4165382"/>
                    </a:lnTo>
                    <a:lnTo>
                      <a:pt x="4127099" y="4103826"/>
                    </a:lnTo>
                    <a:lnTo>
                      <a:pt x="4142220" y="4043840"/>
                    </a:lnTo>
                    <a:lnTo>
                      <a:pt x="4142221" y="4043838"/>
                    </a:lnTo>
                    <a:lnTo>
                      <a:pt x="4155523" y="4002410"/>
                    </a:lnTo>
                    <a:lnTo>
                      <a:pt x="4157913" y="3962160"/>
                    </a:lnTo>
                    <a:lnTo>
                      <a:pt x="4157913" y="3962159"/>
                    </a:lnTo>
                    <a:cubicBezTo>
                      <a:pt x="4155651" y="3935727"/>
                      <a:pt x="4145460" y="3910104"/>
                      <a:pt x="4126028" y="3885338"/>
                    </a:cubicBezTo>
                    <a:lnTo>
                      <a:pt x="4126028" y="3885337"/>
                    </a:lnTo>
                    <a:lnTo>
                      <a:pt x="4116645" y="3852620"/>
                    </a:lnTo>
                    <a:lnTo>
                      <a:pt x="4130980" y="3822473"/>
                    </a:lnTo>
                    <a:cubicBezTo>
                      <a:pt x="4139172" y="3811614"/>
                      <a:pt x="4144316" y="3800897"/>
                      <a:pt x="4145911" y="3789777"/>
                    </a:cubicBezTo>
                    <a:lnTo>
                      <a:pt x="4145911" y="3789776"/>
                    </a:lnTo>
                    <a:cubicBezTo>
                      <a:pt x="4147507" y="3778655"/>
                      <a:pt x="4145554" y="3767130"/>
                      <a:pt x="4139554" y="3754652"/>
                    </a:cubicBezTo>
                    <a:lnTo>
                      <a:pt x="4139172" y="3734838"/>
                    </a:lnTo>
                    <a:lnTo>
                      <a:pt x="4143220" y="3680164"/>
                    </a:lnTo>
                    <a:lnTo>
                      <a:pt x="4143220" y="3680163"/>
                    </a:lnTo>
                    <a:lnTo>
                      <a:pt x="4140382" y="3668940"/>
                    </a:lnTo>
                    <a:lnTo>
                      <a:pt x="4136708" y="3654416"/>
                    </a:lnTo>
                    <a:lnTo>
                      <a:pt x="4136708" y="3654416"/>
                    </a:lnTo>
                    <a:lnTo>
                      <a:pt x="4136708" y="3654415"/>
                    </a:lnTo>
                    <a:cubicBezTo>
                      <a:pt x="4132898" y="3646123"/>
                      <a:pt x="4127219" y="3638157"/>
                      <a:pt x="4118979" y="3630632"/>
                    </a:cubicBezTo>
                    <a:cubicBezTo>
                      <a:pt x="4112501" y="3624725"/>
                      <a:pt x="4109835" y="3614819"/>
                      <a:pt x="4105453" y="3606817"/>
                    </a:cubicBezTo>
                    <a:cubicBezTo>
                      <a:pt x="4100976" y="3598435"/>
                      <a:pt x="4097725" y="3592232"/>
                      <a:pt x="4095707" y="3587174"/>
                    </a:cubicBezTo>
                    <a:lnTo>
                      <a:pt x="4093355" y="3574408"/>
                    </a:lnTo>
                    <a:lnTo>
                      <a:pt x="4098434" y="3562321"/>
                    </a:lnTo>
                    <a:cubicBezTo>
                      <a:pt x="4101369" y="3557716"/>
                      <a:pt x="4105548" y="3552191"/>
                      <a:pt x="4110977" y="3544714"/>
                    </a:cubicBezTo>
                    <a:cubicBezTo>
                      <a:pt x="4122407" y="3529091"/>
                      <a:pt x="4134028" y="3507564"/>
                      <a:pt x="4133076" y="3489468"/>
                    </a:cubicBezTo>
                    <a:cubicBezTo>
                      <a:pt x="4127362" y="3380306"/>
                      <a:pt x="4154794" y="3276481"/>
                      <a:pt x="4180703" y="3172655"/>
                    </a:cubicBezTo>
                    <a:cubicBezTo>
                      <a:pt x="4188705" y="3140650"/>
                      <a:pt x="4192943" y="3109026"/>
                      <a:pt x="4193158" y="3077402"/>
                    </a:cubicBezTo>
                    <a:lnTo>
                      <a:pt x="4193158" y="3077401"/>
                    </a:lnTo>
                    <a:cubicBezTo>
                      <a:pt x="4193372" y="3045777"/>
                      <a:pt x="4189562" y="3014153"/>
                      <a:pt x="4181465" y="2982148"/>
                    </a:cubicBezTo>
                    <a:lnTo>
                      <a:pt x="4177881" y="2947863"/>
                    </a:lnTo>
                    <a:lnTo>
                      <a:pt x="4177882" y="2947858"/>
                    </a:lnTo>
                    <a:lnTo>
                      <a:pt x="4185787" y="2903551"/>
                    </a:lnTo>
                    <a:lnTo>
                      <a:pt x="4202421" y="2848794"/>
                    </a:lnTo>
                    <a:cubicBezTo>
                      <a:pt x="4203754" y="2844317"/>
                      <a:pt x="4207040" y="2839983"/>
                      <a:pt x="4211111" y="2836173"/>
                    </a:cubicBezTo>
                    <a:close/>
                    <a:moveTo>
                      <a:pt x="3726625" y="1508458"/>
                    </a:moveTo>
                    <a:lnTo>
                      <a:pt x="3698531" y="1596214"/>
                    </a:lnTo>
                    <a:cubicBezTo>
                      <a:pt x="3696054" y="1604979"/>
                      <a:pt x="3697579" y="1615837"/>
                      <a:pt x="3700436" y="1624981"/>
                    </a:cubicBezTo>
                    <a:cubicBezTo>
                      <a:pt x="3710152" y="1656224"/>
                      <a:pt x="3734537" y="1676037"/>
                      <a:pt x="3757017" y="1697754"/>
                    </a:cubicBezTo>
                    <a:cubicBezTo>
                      <a:pt x="3766924" y="1707280"/>
                      <a:pt x="3773972" y="1720424"/>
                      <a:pt x="3779686" y="1733189"/>
                    </a:cubicBezTo>
                    <a:cubicBezTo>
                      <a:pt x="3794357" y="1766336"/>
                      <a:pt x="3807501" y="1800247"/>
                      <a:pt x="3821407" y="1833776"/>
                    </a:cubicBezTo>
                    <a:cubicBezTo>
                      <a:pt x="3822741" y="1837014"/>
                      <a:pt x="3826170" y="1839680"/>
                      <a:pt x="3829028" y="1842159"/>
                    </a:cubicBezTo>
                    <a:cubicBezTo>
                      <a:pt x="3859129" y="1866923"/>
                      <a:pt x="3889418" y="1891498"/>
                      <a:pt x="3919519" y="1916455"/>
                    </a:cubicBezTo>
                    <a:cubicBezTo>
                      <a:pt x="3925233" y="1921217"/>
                      <a:pt x="3929425" y="1928077"/>
                      <a:pt x="3934949" y="1933220"/>
                    </a:cubicBezTo>
                    <a:cubicBezTo>
                      <a:pt x="3942569" y="1940460"/>
                      <a:pt x="3949810" y="1949604"/>
                      <a:pt x="3958954" y="1953414"/>
                    </a:cubicBezTo>
                    <a:cubicBezTo>
                      <a:pt x="3987719" y="1965225"/>
                      <a:pt x="4000103" y="1987895"/>
                      <a:pt x="4005437" y="2016470"/>
                    </a:cubicBezTo>
                    <a:cubicBezTo>
                      <a:pt x="4010390" y="2042571"/>
                      <a:pt x="4014582" y="2068670"/>
                      <a:pt x="4020296" y="2094579"/>
                    </a:cubicBezTo>
                    <a:cubicBezTo>
                      <a:pt x="4027154" y="2126202"/>
                      <a:pt x="4034584" y="2157637"/>
                      <a:pt x="4042967" y="2188880"/>
                    </a:cubicBezTo>
                    <a:cubicBezTo>
                      <a:pt x="4046587" y="2202405"/>
                      <a:pt x="4050777" y="2216693"/>
                      <a:pt x="4058207" y="2228315"/>
                    </a:cubicBezTo>
                    <a:cubicBezTo>
                      <a:pt x="4078782" y="2260891"/>
                      <a:pt x="4092688" y="2295754"/>
                      <a:pt x="4087164" y="2334045"/>
                    </a:cubicBezTo>
                    <a:cubicBezTo>
                      <a:pt x="4082782" y="2364716"/>
                      <a:pt x="4094022" y="2390435"/>
                      <a:pt x="4111549" y="2409486"/>
                    </a:cubicBezTo>
                    <a:cubicBezTo>
                      <a:pt x="4119503" y="2418155"/>
                      <a:pt x="4125016" y="2426977"/>
                      <a:pt x="4128650" y="2435913"/>
                    </a:cubicBezTo>
                    <a:lnTo>
                      <a:pt x="4134481" y="2463018"/>
                    </a:lnTo>
                    <a:lnTo>
                      <a:pt x="4125839" y="2518262"/>
                    </a:lnTo>
                    <a:lnTo>
                      <a:pt x="4125838" y="2518264"/>
                    </a:lnTo>
                    <a:cubicBezTo>
                      <a:pt x="4123171" y="2527790"/>
                      <a:pt x="4122027" y="2536457"/>
                      <a:pt x="4122194" y="2545006"/>
                    </a:cubicBezTo>
                    <a:lnTo>
                      <a:pt x="4122194" y="2545007"/>
                    </a:lnTo>
                    <a:cubicBezTo>
                      <a:pt x="4122360" y="2553556"/>
                      <a:pt x="4123837" y="2561986"/>
                      <a:pt x="4126408" y="2571035"/>
                    </a:cubicBezTo>
                    <a:cubicBezTo>
                      <a:pt x="4138410" y="2612946"/>
                      <a:pt x="4170987" y="2640951"/>
                      <a:pt x="4199563" y="2668002"/>
                    </a:cubicBezTo>
                    <a:cubicBezTo>
                      <a:pt x="4223947" y="2691055"/>
                      <a:pt x="4237663" y="2716964"/>
                      <a:pt x="4247953" y="2745349"/>
                    </a:cubicBezTo>
                    <a:lnTo>
                      <a:pt x="4247954" y="2745352"/>
                    </a:lnTo>
                    <a:lnTo>
                      <a:pt x="4253873" y="2778006"/>
                    </a:lnTo>
                    <a:lnTo>
                      <a:pt x="4253453" y="2785440"/>
                    </a:lnTo>
                    <a:lnTo>
                      <a:pt x="4243374" y="2811780"/>
                    </a:lnTo>
                    <a:lnTo>
                      <a:pt x="4243371" y="2811787"/>
                    </a:lnTo>
                    <a:lnTo>
                      <a:pt x="4243372" y="2811787"/>
                    </a:lnTo>
                    <a:lnTo>
                      <a:pt x="4243374" y="2811780"/>
                    </a:lnTo>
                    <a:lnTo>
                      <a:pt x="4253025" y="2793023"/>
                    </a:lnTo>
                    <a:lnTo>
                      <a:pt x="4253453" y="2785440"/>
                    </a:lnTo>
                    <a:lnTo>
                      <a:pt x="4254654" y="2782305"/>
                    </a:lnTo>
                    <a:lnTo>
                      <a:pt x="4253873" y="2778006"/>
                    </a:lnTo>
                    <a:lnTo>
                      <a:pt x="4254284" y="2770758"/>
                    </a:lnTo>
                    <a:lnTo>
                      <a:pt x="4247954" y="2745352"/>
                    </a:lnTo>
                    <a:lnTo>
                      <a:pt x="4247953" y="2745348"/>
                    </a:lnTo>
                    <a:cubicBezTo>
                      <a:pt x="4237663" y="2716963"/>
                      <a:pt x="4223947" y="2691054"/>
                      <a:pt x="4199563" y="2668001"/>
                    </a:cubicBezTo>
                    <a:cubicBezTo>
                      <a:pt x="4170987" y="2640950"/>
                      <a:pt x="4138410" y="2612945"/>
                      <a:pt x="4126408" y="2571034"/>
                    </a:cubicBezTo>
                    <a:lnTo>
                      <a:pt x="4122194" y="2545007"/>
                    </a:lnTo>
                    <a:lnTo>
                      <a:pt x="4125838" y="2518265"/>
                    </a:lnTo>
                    <a:lnTo>
                      <a:pt x="4125839" y="2518262"/>
                    </a:lnTo>
                    <a:lnTo>
                      <a:pt x="4132419" y="2490551"/>
                    </a:lnTo>
                    <a:lnTo>
                      <a:pt x="4134481" y="2463018"/>
                    </a:lnTo>
                    <a:lnTo>
                      <a:pt x="4134481" y="2463017"/>
                    </a:lnTo>
                    <a:cubicBezTo>
                      <a:pt x="4133600" y="2444777"/>
                      <a:pt x="4127457" y="2426822"/>
                      <a:pt x="4111549" y="2409485"/>
                    </a:cubicBezTo>
                    <a:cubicBezTo>
                      <a:pt x="4094022" y="2390434"/>
                      <a:pt x="4082782" y="2364715"/>
                      <a:pt x="4087164" y="2334044"/>
                    </a:cubicBezTo>
                    <a:cubicBezTo>
                      <a:pt x="4092688" y="2295753"/>
                      <a:pt x="4078782" y="2260890"/>
                      <a:pt x="4058207" y="2228314"/>
                    </a:cubicBezTo>
                    <a:cubicBezTo>
                      <a:pt x="4050777" y="2216692"/>
                      <a:pt x="4046587" y="2202404"/>
                      <a:pt x="4042967" y="2188879"/>
                    </a:cubicBezTo>
                    <a:cubicBezTo>
                      <a:pt x="4034584" y="2157636"/>
                      <a:pt x="4027154" y="2126201"/>
                      <a:pt x="4020296" y="2094578"/>
                    </a:cubicBezTo>
                    <a:cubicBezTo>
                      <a:pt x="4014582" y="2068669"/>
                      <a:pt x="4010390" y="2042570"/>
                      <a:pt x="4005437" y="2016469"/>
                    </a:cubicBezTo>
                    <a:cubicBezTo>
                      <a:pt x="4000103" y="1987894"/>
                      <a:pt x="3987719" y="1965224"/>
                      <a:pt x="3958954" y="1953413"/>
                    </a:cubicBezTo>
                    <a:cubicBezTo>
                      <a:pt x="3949810" y="1949603"/>
                      <a:pt x="3942569" y="1940459"/>
                      <a:pt x="3934949" y="1933219"/>
                    </a:cubicBezTo>
                    <a:cubicBezTo>
                      <a:pt x="3929425" y="1928076"/>
                      <a:pt x="3925233" y="1921216"/>
                      <a:pt x="3919519" y="1916454"/>
                    </a:cubicBezTo>
                    <a:cubicBezTo>
                      <a:pt x="3889418" y="1891497"/>
                      <a:pt x="3859129" y="1866922"/>
                      <a:pt x="3829028" y="1842158"/>
                    </a:cubicBezTo>
                    <a:cubicBezTo>
                      <a:pt x="3826170" y="1839679"/>
                      <a:pt x="3822741" y="1837013"/>
                      <a:pt x="3821407" y="1833775"/>
                    </a:cubicBezTo>
                    <a:cubicBezTo>
                      <a:pt x="3807501" y="1800246"/>
                      <a:pt x="3794358" y="1766335"/>
                      <a:pt x="3779686" y="1733188"/>
                    </a:cubicBezTo>
                    <a:cubicBezTo>
                      <a:pt x="3773972" y="1720423"/>
                      <a:pt x="3766924" y="1707279"/>
                      <a:pt x="3757018" y="1697753"/>
                    </a:cubicBezTo>
                    <a:cubicBezTo>
                      <a:pt x="3734538" y="1676036"/>
                      <a:pt x="3710152" y="1656223"/>
                      <a:pt x="3700436" y="1624980"/>
                    </a:cubicBezTo>
                    <a:cubicBezTo>
                      <a:pt x="3697580" y="1615836"/>
                      <a:pt x="3696055" y="1604978"/>
                      <a:pt x="3698532" y="1596213"/>
                    </a:cubicBezTo>
                    <a:close/>
                    <a:moveTo>
                      <a:pt x="3745230" y="1459073"/>
                    </a:moveTo>
                    <a:lnTo>
                      <a:pt x="3745229" y="1459074"/>
                    </a:lnTo>
                    <a:lnTo>
                      <a:pt x="3736012" y="1481572"/>
                    </a:lnTo>
                    <a:close/>
                    <a:moveTo>
                      <a:pt x="3764423" y="1268758"/>
                    </a:moveTo>
                    <a:cubicBezTo>
                      <a:pt x="3764875" y="1275402"/>
                      <a:pt x="3766447" y="1281689"/>
                      <a:pt x="3769590" y="1286070"/>
                    </a:cubicBezTo>
                    <a:cubicBezTo>
                      <a:pt x="3784163" y="1306930"/>
                      <a:pt x="3790403" y="1328553"/>
                      <a:pt x="3791927" y="1350628"/>
                    </a:cubicBezTo>
                    <a:lnTo>
                      <a:pt x="3786333" y="1413840"/>
                    </a:lnTo>
                    <a:lnTo>
                      <a:pt x="3791928" y="1350627"/>
                    </a:lnTo>
                    <a:cubicBezTo>
                      <a:pt x="3790403" y="1328552"/>
                      <a:pt x="3784164" y="1306930"/>
                      <a:pt x="3769590" y="1286069"/>
                    </a:cubicBezTo>
                    <a:close/>
                    <a:moveTo>
                      <a:pt x="3706152" y="773035"/>
                    </a:moveTo>
                    <a:lnTo>
                      <a:pt x="3706152" y="773036"/>
                    </a:lnTo>
                    <a:cubicBezTo>
                      <a:pt x="3708438" y="800277"/>
                      <a:pt x="3711676" y="827330"/>
                      <a:pt x="3714152" y="854380"/>
                    </a:cubicBezTo>
                    <a:cubicBezTo>
                      <a:pt x="3716438" y="878957"/>
                      <a:pt x="3717200" y="903723"/>
                      <a:pt x="3745205" y="915344"/>
                    </a:cubicBezTo>
                    <a:cubicBezTo>
                      <a:pt x="3749587" y="917060"/>
                      <a:pt x="3752825" y="922774"/>
                      <a:pt x="3755683" y="927156"/>
                    </a:cubicBezTo>
                    <a:cubicBezTo>
                      <a:pt x="3799691" y="994786"/>
                      <a:pt x="3798547" y="1030981"/>
                      <a:pt x="3752063" y="1097088"/>
                    </a:cubicBezTo>
                    <a:cubicBezTo>
                      <a:pt x="3747301" y="1103946"/>
                      <a:pt x="3743871" y="1118614"/>
                      <a:pt x="3747681" y="1123186"/>
                    </a:cubicBezTo>
                    <a:cubicBezTo>
                      <a:pt x="3763493" y="1142618"/>
                      <a:pt x="3770542" y="1162954"/>
                      <a:pt x="3772400" y="1184029"/>
                    </a:cubicBezTo>
                    <a:cubicBezTo>
                      <a:pt x="3770542" y="1162954"/>
                      <a:pt x="3763494" y="1142617"/>
                      <a:pt x="3747682" y="1123185"/>
                    </a:cubicBezTo>
                    <a:cubicBezTo>
                      <a:pt x="3743872" y="1118613"/>
                      <a:pt x="3747302" y="1103945"/>
                      <a:pt x="3752064" y="1097087"/>
                    </a:cubicBezTo>
                    <a:cubicBezTo>
                      <a:pt x="3798548" y="1030980"/>
                      <a:pt x="3799692" y="994785"/>
                      <a:pt x="3755684" y="927155"/>
                    </a:cubicBezTo>
                    <a:cubicBezTo>
                      <a:pt x="3752826" y="922773"/>
                      <a:pt x="3749588" y="917059"/>
                      <a:pt x="3745206" y="915343"/>
                    </a:cubicBezTo>
                    <a:cubicBezTo>
                      <a:pt x="3717200" y="903722"/>
                      <a:pt x="3716438" y="878956"/>
                      <a:pt x="3714152" y="854379"/>
                    </a:cubicBezTo>
                    <a:close/>
                    <a:moveTo>
                      <a:pt x="3761553" y="517851"/>
                    </a:moveTo>
                    <a:lnTo>
                      <a:pt x="3752635" y="556048"/>
                    </a:lnTo>
                    <a:cubicBezTo>
                      <a:pt x="3750539" y="564049"/>
                      <a:pt x="3745015" y="572623"/>
                      <a:pt x="3746157" y="580051"/>
                    </a:cubicBezTo>
                    <a:cubicBezTo>
                      <a:pt x="3749491" y="601579"/>
                      <a:pt x="3747062" y="622201"/>
                      <a:pt x="3742776" y="642538"/>
                    </a:cubicBezTo>
                    <a:lnTo>
                      <a:pt x="3730253" y="694928"/>
                    </a:lnTo>
                    <a:lnTo>
                      <a:pt x="3742777" y="642537"/>
                    </a:lnTo>
                    <a:cubicBezTo>
                      <a:pt x="3747063" y="622201"/>
                      <a:pt x="3749492" y="601578"/>
                      <a:pt x="3746158" y="580050"/>
                    </a:cubicBezTo>
                    <a:cubicBezTo>
                      <a:pt x="3745016" y="572622"/>
                      <a:pt x="3750540" y="564048"/>
                      <a:pt x="3752636" y="556047"/>
                    </a:cubicBezTo>
                    <a:close/>
                    <a:moveTo>
                      <a:pt x="3774848" y="298169"/>
                    </a:moveTo>
                    <a:lnTo>
                      <a:pt x="3760065" y="313534"/>
                    </a:lnTo>
                    <a:cubicBezTo>
                      <a:pt x="3755873" y="316390"/>
                      <a:pt x="3758159" y="330299"/>
                      <a:pt x="3759493" y="338871"/>
                    </a:cubicBezTo>
                    <a:lnTo>
                      <a:pt x="3759500" y="338900"/>
                    </a:lnTo>
                    <a:lnTo>
                      <a:pt x="3769400" y="395640"/>
                    </a:lnTo>
                    <a:lnTo>
                      <a:pt x="3765590" y="367328"/>
                    </a:lnTo>
                    <a:lnTo>
                      <a:pt x="3759500" y="338900"/>
                    </a:lnTo>
                    <a:lnTo>
                      <a:pt x="3759494" y="338870"/>
                    </a:lnTo>
                    <a:cubicBezTo>
                      <a:pt x="3758160" y="330298"/>
                      <a:pt x="3755874" y="316389"/>
                      <a:pt x="3760066" y="313533"/>
                    </a:cubicBezTo>
                    <a:close/>
                    <a:moveTo>
                      <a:pt x="3782393" y="281568"/>
                    </a:moveTo>
                    <a:lnTo>
                      <a:pt x="3777498" y="295415"/>
                    </a:lnTo>
                    <a:lnTo>
                      <a:pt x="3777499" y="295415"/>
                    </a:lnTo>
                    <a:close/>
                    <a:moveTo>
                      <a:pt x="3769073" y="24486"/>
                    </a:moveTo>
                    <a:lnTo>
                      <a:pt x="3766810" y="74129"/>
                    </a:lnTo>
                    <a:cubicBezTo>
                      <a:pt x="3767733" y="91492"/>
                      <a:pt x="3770043" y="108703"/>
                      <a:pt x="3772734" y="125861"/>
                    </a:cubicBezTo>
                    <a:lnTo>
                      <a:pt x="3777129" y="153387"/>
                    </a:lnTo>
                    <a:lnTo>
                      <a:pt x="3785402" y="228944"/>
                    </a:lnTo>
                    <a:lnTo>
                      <a:pt x="3780943" y="177271"/>
                    </a:lnTo>
                    <a:lnTo>
                      <a:pt x="3777129" y="153387"/>
                    </a:lnTo>
                    <a:lnTo>
                      <a:pt x="3776930" y="151569"/>
                    </a:lnTo>
                    <a:cubicBezTo>
                      <a:pt x="3772700" y="125876"/>
                      <a:pt x="3768195" y="100174"/>
                      <a:pt x="3766811" y="74129"/>
                    </a:cubicBezTo>
                    <a:close/>
                    <a:moveTo>
                      <a:pt x="3766492" y="0"/>
                    </a:moveTo>
                    <a:lnTo>
                      <a:pt x="4230600" y="0"/>
                    </a:lnTo>
                    <a:lnTo>
                      <a:pt x="4229473" y="2817"/>
                    </a:lnTo>
                    <a:cubicBezTo>
                      <a:pt x="4221092" y="21486"/>
                      <a:pt x="4218423" y="43012"/>
                      <a:pt x="4215375" y="63587"/>
                    </a:cubicBezTo>
                    <a:cubicBezTo>
                      <a:pt x="4209851" y="101308"/>
                      <a:pt x="4206421" y="139219"/>
                      <a:pt x="4201468" y="176939"/>
                    </a:cubicBezTo>
                    <a:cubicBezTo>
                      <a:pt x="4200325" y="184941"/>
                      <a:pt x="4198231" y="194085"/>
                      <a:pt x="4193466" y="200182"/>
                    </a:cubicBezTo>
                    <a:cubicBezTo>
                      <a:pt x="4161461" y="241901"/>
                      <a:pt x="4152508" y="292579"/>
                      <a:pt x="4155554" y="340774"/>
                    </a:cubicBezTo>
                    <a:cubicBezTo>
                      <a:pt x="4157843" y="378686"/>
                      <a:pt x="4159557" y="415835"/>
                      <a:pt x="4156319" y="453364"/>
                    </a:cubicBezTo>
                    <a:cubicBezTo>
                      <a:pt x="4156127" y="456222"/>
                      <a:pt x="4156509" y="460032"/>
                      <a:pt x="4158033" y="462126"/>
                    </a:cubicBezTo>
                    <a:cubicBezTo>
                      <a:pt x="4168129" y="475081"/>
                      <a:pt x="4168891" y="488607"/>
                      <a:pt x="4170605" y="505182"/>
                    </a:cubicBezTo>
                    <a:cubicBezTo>
                      <a:pt x="4173083" y="528615"/>
                      <a:pt x="4171367" y="550141"/>
                      <a:pt x="4167177" y="571860"/>
                    </a:cubicBezTo>
                    <a:cubicBezTo>
                      <a:pt x="4164129" y="587672"/>
                      <a:pt x="4157843" y="603673"/>
                      <a:pt x="4149840" y="617772"/>
                    </a:cubicBezTo>
                    <a:cubicBezTo>
                      <a:pt x="4138600" y="637392"/>
                      <a:pt x="4134220" y="656255"/>
                      <a:pt x="4149078" y="674923"/>
                    </a:cubicBezTo>
                    <a:cubicBezTo>
                      <a:pt x="4164891" y="695116"/>
                      <a:pt x="4159367" y="717977"/>
                      <a:pt x="4159937" y="740268"/>
                    </a:cubicBezTo>
                    <a:cubicBezTo>
                      <a:pt x="4160129" y="749982"/>
                      <a:pt x="4159747" y="760270"/>
                      <a:pt x="4162223" y="769605"/>
                    </a:cubicBezTo>
                    <a:cubicBezTo>
                      <a:pt x="4169273" y="796655"/>
                      <a:pt x="4179941" y="822756"/>
                      <a:pt x="4184703" y="850189"/>
                    </a:cubicBezTo>
                    <a:cubicBezTo>
                      <a:pt x="4187370" y="865430"/>
                      <a:pt x="4182607" y="882384"/>
                      <a:pt x="4179179" y="898198"/>
                    </a:cubicBezTo>
                    <a:cubicBezTo>
                      <a:pt x="4175559" y="914200"/>
                      <a:pt x="4170035" y="930011"/>
                      <a:pt x="4164319" y="945444"/>
                    </a:cubicBezTo>
                    <a:cubicBezTo>
                      <a:pt x="4160509" y="955920"/>
                      <a:pt x="4156889" y="967350"/>
                      <a:pt x="4150030" y="975733"/>
                    </a:cubicBezTo>
                    <a:cubicBezTo>
                      <a:pt x="4134410" y="994785"/>
                      <a:pt x="4131742" y="1014406"/>
                      <a:pt x="4139934" y="1036887"/>
                    </a:cubicBezTo>
                    <a:cubicBezTo>
                      <a:pt x="4141268" y="1040315"/>
                      <a:pt x="4141268" y="1044315"/>
                      <a:pt x="4141458" y="1048125"/>
                    </a:cubicBezTo>
                    <a:cubicBezTo>
                      <a:pt x="4145458" y="1109091"/>
                      <a:pt x="4147936" y="1170051"/>
                      <a:pt x="4154032" y="1230633"/>
                    </a:cubicBezTo>
                    <a:cubicBezTo>
                      <a:pt x="4156509" y="1255206"/>
                      <a:pt x="4167367" y="1278829"/>
                      <a:pt x="4174225" y="1303024"/>
                    </a:cubicBezTo>
                    <a:cubicBezTo>
                      <a:pt x="4175559" y="1307978"/>
                      <a:pt x="4177655" y="1313504"/>
                      <a:pt x="4176701" y="1318456"/>
                    </a:cubicBezTo>
                    <a:cubicBezTo>
                      <a:pt x="4167177" y="1372368"/>
                      <a:pt x="4181083" y="1422854"/>
                      <a:pt x="4199372" y="1472575"/>
                    </a:cubicBezTo>
                    <a:cubicBezTo>
                      <a:pt x="4201278" y="1477717"/>
                      <a:pt x="4200706" y="1484004"/>
                      <a:pt x="4200325" y="1489720"/>
                    </a:cubicBezTo>
                    <a:cubicBezTo>
                      <a:pt x="4198993" y="1505724"/>
                      <a:pt x="4192324" y="1523059"/>
                      <a:pt x="4196324" y="1537537"/>
                    </a:cubicBezTo>
                    <a:cubicBezTo>
                      <a:pt x="4207374" y="1576019"/>
                      <a:pt x="4220709" y="1614120"/>
                      <a:pt x="4237474" y="1650317"/>
                    </a:cubicBezTo>
                    <a:cubicBezTo>
                      <a:pt x="4254428" y="1687086"/>
                      <a:pt x="4268716" y="1721185"/>
                      <a:pt x="4251572" y="1763287"/>
                    </a:cubicBezTo>
                    <a:cubicBezTo>
                      <a:pt x="4244332" y="1781194"/>
                      <a:pt x="4249476" y="1804816"/>
                      <a:pt x="4251380" y="1825393"/>
                    </a:cubicBezTo>
                    <a:cubicBezTo>
                      <a:pt x="4252904" y="1840441"/>
                      <a:pt x="4261478" y="1854920"/>
                      <a:pt x="4261478" y="1869780"/>
                    </a:cubicBezTo>
                    <a:cubicBezTo>
                      <a:pt x="4261478" y="1909408"/>
                      <a:pt x="4271574" y="1944649"/>
                      <a:pt x="4292149" y="1978940"/>
                    </a:cubicBezTo>
                    <a:cubicBezTo>
                      <a:pt x="4300150" y="1992279"/>
                      <a:pt x="4294815" y="2013043"/>
                      <a:pt x="4296911" y="2030378"/>
                    </a:cubicBezTo>
                    <a:cubicBezTo>
                      <a:pt x="4299388" y="2048668"/>
                      <a:pt x="4301673" y="2067525"/>
                      <a:pt x="4307201" y="2085054"/>
                    </a:cubicBezTo>
                    <a:cubicBezTo>
                      <a:pt x="4321679" y="2130393"/>
                      <a:pt x="4338062" y="2175163"/>
                      <a:pt x="4353302" y="2220312"/>
                    </a:cubicBezTo>
                    <a:cubicBezTo>
                      <a:pt x="4365877" y="2257459"/>
                      <a:pt x="4355970" y="2294039"/>
                      <a:pt x="4350636" y="2330806"/>
                    </a:cubicBezTo>
                    <a:cubicBezTo>
                      <a:pt x="4347205" y="2353859"/>
                      <a:pt x="4339013" y="2375383"/>
                      <a:pt x="4351206" y="2401292"/>
                    </a:cubicBezTo>
                    <a:cubicBezTo>
                      <a:pt x="4362828" y="2426059"/>
                      <a:pt x="4360160" y="2457492"/>
                      <a:pt x="4366446" y="2485307"/>
                    </a:cubicBezTo>
                    <a:cubicBezTo>
                      <a:pt x="4371781" y="2508742"/>
                      <a:pt x="4380354" y="2531409"/>
                      <a:pt x="4388736" y="2554079"/>
                    </a:cubicBezTo>
                    <a:cubicBezTo>
                      <a:pt x="4400168" y="2584942"/>
                      <a:pt x="4412167" y="2615421"/>
                      <a:pt x="4406453" y="2649143"/>
                    </a:cubicBezTo>
                    <a:cubicBezTo>
                      <a:pt x="4399976" y="2687436"/>
                      <a:pt x="4424359" y="2713723"/>
                      <a:pt x="4440554" y="2743826"/>
                    </a:cubicBezTo>
                    <a:cubicBezTo>
                      <a:pt x="4451603" y="2764590"/>
                      <a:pt x="4459795" y="2787259"/>
                      <a:pt x="4466653" y="2809930"/>
                    </a:cubicBezTo>
                    <a:cubicBezTo>
                      <a:pt x="4475607" y="2840219"/>
                      <a:pt x="4480941" y="2871462"/>
                      <a:pt x="4489705" y="2901943"/>
                    </a:cubicBezTo>
                    <a:cubicBezTo>
                      <a:pt x="4502848" y="2948047"/>
                      <a:pt x="4513137" y="2994722"/>
                      <a:pt x="4505897" y="3042728"/>
                    </a:cubicBezTo>
                    <a:cubicBezTo>
                      <a:pt x="4502659" y="3064827"/>
                      <a:pt x="4502848" y="3085403"/>
                      <a:pt x="4507613" y="3107500"/>
                    </a:cubicBezTo>
                    <a:cubicBezTo>
                      <a:pt x="4515422" y="3143695"/>
                      <a:pt x="4516376" y="3180844"/>
                      <a:pt x="4545521" y="3209993"/>
                    </a:cubicBezTo>
                    <a:cubicBezTo>
                      <a:pt x="4555811" y="3220280"/>
                      <a:pt x="4558477" y="3238758"/>
                      <a:pt x="4563811" y="3253809"/>
                    </a:cubicBezTo>
                    <a:cubicBezTo>
                      <a:pt x="4570099" y="3271145"/>
                      <a:pt x="4566858" y="3283908"/>
                      <a:pt x="4548570" y="3293244"/>
                    </a:cubicBezTo>
                    <a:cubicBezTo>
                      <a:pt x="4540379" y="3297434"/>
                      <a:pt x="4532378" y="3309437"/>
                      <a:pt x="4531043" y="3318771"/>
                    </a:cubicBezTo>
                    <a:cubicBezTo>
                      <a:pt x="4527043" y="3346776"/>
                      <a:pt x="4532950" y="3372495"/>
                      <a:pt x="4545904" y="3399546"/>
                    </a:cubicBezTo>
                    <a:cubicBezTo>
                      <a:pt x="4558096" y="3424883"/>
                      <a:pt x="4556762" y="3456508"/>
                      <a:pt x="4561524" y="3485275"/>
                    </a:cubicBezTo>
                    <a:cubicBezTo>
                      <a:pt x="4564954" y="3505657"/>
                      <a:pt x="4572002" y="3526042"/>
                      <a:pt x="4572002" y="3546617"/>
                    </a:cubicBezTo>
                    <a:cubicBezTo>
                      <a:pt x="4572002" y="3572146"/>
                      <a:pt x="4565907" y="3597482"/>
                      <a:pt x="4563620" y="3623201"/>
                    </a:cubicBezTo>
                    <a:cubicBezTo>
                      <a:pt x="4561716" y="3643204"/>
                      <a:pt x="4562478" y="3663589"/>
                      <a:pt x="4560192" y="3683591"/>
                    </a:cubicBezTo>
                    <a:cubicBezTo>
                      <a:pt x="4558477" y="3699976"/>
                      <a:pt x="4554096" y="3716168"/>
                      <a:pt x="4550476" y="3732361"/>
                    </a:cubicBezTo>
                    <a:cubicBezTo>
                      <a:pt x="4549142" y="3738267"/>
                      <a:pt x="4543998" y="3744173"/>
                      <a:pt x="4544759" y="3749506"/>
                    </a:cubicBezTo>
                    <a:cubicBezTo>
                      <a:pt x="4552953" y="3802467"/>
                      <a:pt x="4516376" y="3840569"/>
                      <a:pt x="4500182" y="3885338"/>
                    </a:cubicBezTo>
                    <a:cubicBezTo>
                      <a:pt x="4483035" y="3932394"/>
                      <a:pt x="4456748" y="3977925"/>
                      <a:pt x="4464557" y="4030503"/>
                    </a:cubicBezTo>
                    <a:cubicBezTo>
                      <a:pt x="4469319" y="4062318"/>
                      <a:pt x="4480369" y="4092989"/>
                      <a:pt x="4487039" y="4124614"/>
                    </a:cubicBezTo>
                    <a:cubicBezTo>
                      <a:pt x="4489324" y="4135854"/>
                      <a:pt x="4488943" y="4148427"/>
                      <a:pt x="4486656" y="4159667"/>
                    </a:cubicBezTo>
                    <a:cubicBezTo>
                      <a:pt x="4476177" y="4213961"/>
                      <a:pt x="4474653" y="4267493"/>
                      <a:pt x="4491801" y="4320837"/>
                    </a:cubicBezTo>
                    <a:cubicBezTo>
                      <a:pt x="4494659" y="4329979"/>
                      <a:pt x="4497325" y="4339695"/>
                      <a:pt x="4497325" y="4349222"/>
                    </a:cubicBezTo>
                    <a:cubicBezTo>
                      <a:pt x="4497325" y="4401419"/>
                      <a:pt x="4493324" y="4452665"/>
                      <a:pt x="4474653" y="4502579"/>
                    </a:cubicBezTo>
                    <a:cubicBezTo>
                      <a:pt x="4468368" y="4519343"/>
                      <a:pt x="4472368" y="4539728"/>
                      <a:pt x="4470844" y="4558207"/>
                    </a:cubicBezTo>
                    <a:cubicBezTo>
                      <a:pt x="4469511" y="4575351"/>
                      <a:pt x="4468940" y="4592878"/>
                      <a:pt x="4464557" y="4609452"/>
                    </a:cubicBezTo>
                    <a:cubicBezTo>
                      <a:pt x="4458082" y="4633647"/>
                      <a:pt x="4457320" y="4656126"/>
                      <a:pt x="4463033" y="4681083"/>
                    </a:cubicBezTo>
                    <a:cubicBezTo>
                      <a:pt x="4468368" y="4704895"/>
                      <a:pt x="4465702" y="4730614"/>
                      <a:pt x="4465891" y="4755381"/>
                    </a:cubicBezTo>
                    <a:cubicBezTo>
                      <a:pt x="4466082" y="4783004"/>
                      <a:pt x="4466272" y="4810627"/>
                      <a:pt x="4465319" y="4838250"/>
                    </a:cubicBezTo>
                    <a:cubicBezTo>
                      <a:pt x="4464940" y="4849300"/>
                      <a:pt x="4457320" y="4861873"/>
                      <a:pt x="4460367" y="4871019"/>
                    </a:cubicBezTo>
                    <a:cubicBezTo>
                      <a:pt x="4470653" y="4900546"/>
                      <a:pt x="4458271" y="4930075"/>
                      <a:pt x="4463795" y="4959602"/>
                    </a:cubicBezTo>
                    <a:cubicBezTo>
                      <a:pt x="4466653" y="4974082"/>
                      <a:pt x="4458844" y="4990465"/>
                      <a:pt x="4458082" y="5006086"/>
                    </a:cubicBezTo>
                    <a:cubicBezTo>
                      <a:pt x="4456748" y="5031614"/>
                      <a:pt x="4457320" y="5057141"/>
                      <a:pt x="4456937" y="5082670"/>
                    </a:cubicBezTo>
                    <a:cubicBezTo>
                      <a:pt x="4456748" y="5091052"/>
                      <a:pt x="4455986" y="5099245"/>
                      <a:pt x="4455603" y="5107627"/>
                    </a:cubicBezTo>
                    <a:cubicBezTo>
                      <a:pt x="4455223" y="5115057"/>
                      <a:pt x="4453508" y="5122867"/>
                      <a:pt x="4454840" y="5129916"/>
                    </a:cubicBezTo>
                    <a:cubicBezTo>
                      <a:pt x="4459605" y="5155445"/>
                      <a:pt x="4467415" y="5180591"/>
                      <a:pt x="4470464" y="5206308"/>
                    </a:cubicBezTo>
                    <a:cubicBezTo>
                      <a:pt x="4473130" y="5228597"/>
                      <a:pt x="4469511" y="5251650"/>
                      <a:pt x="4471415" y="5274129"/>
                    </a:cubicBezTo>
                    <a:cubicBezTo>
                      <a:pt x="4474653" y="5313754"/>
                      <a:pt x="4480369" y="5353379"/>
                      <a:pt x="4483990" y="5393005"/>
                    </a:cubicBezTo>
                    <a:cubicBezTo>
                      <a:pt x="4484752" y="5401579"/>
                      <a:pt x="4479988" y="5410531"/>
                      <a:pt x="4479607" y="5419295"/>
                    </a:cubicBezTo>
                    <a:cubicBezTo>
                      <a:pt x="4478656" y="5446728"/>
                      <a:pt x="4478464" y="5474161"/>
                      <a:pt x="4477894" y="5501594"/>
                    </a:cubicBezTo>
                    <a:cubicBezTo>
                      <a:pt x="4477702" y="5517215"/>
                      <a:pt x="4478273" y="5533027"/>
                      <a:pt x="4476560" y="5548460"/>
                    </a:cubicBezTo>
                    <a:cubicBezTo>
                      <a:pt x="4474273" y="5568842"/>
                      <a:pt x="4470844" y="5587321"/>
                      <a:pt x="4485703" y="5606372"/>
                    </a:cubicBezTo>
                    <a:cubicBezTo>
                      <a:pt x="4508755" y="5635711"/>
                      <a:pt x="4499801" y="5673050"/>
                      <a:pt x="4505134" y="5706959"/>
                    </a:cubicBezTo>
                    <a:cubicBezTo>
                      <a:pt x="4506468" y="5715723"/>
                      <a:pt x="4506659" y="5724678"/>
                      <a:pt x="4508183" y="5733440"/>
                    </a:cubicBezTo>
                    <a:cubicBezTo>
                      <a:pt x="4511041" y="5749634"/>
                      <a:pt x="4514279" y="5765635"/>
                      <a:pt x="4517519" y="5781830"/>
                    </a:cubicBezTo>
                    <a:cubicBezTo>
                      <a:pt x="4518089" y="5784686"/>
                      <a:pt x="4518281" y="5787924"/>
                      <a:pt x="4519234" y="5790592"/>
                    </a:cubicBezTo>
                    <a:cubicBezTo>
                      <a:pt x="4527233" y="5815169"/>
                      <a:pt x="4536378" y="5839361"/>
                      <a:pt x="4542855" y="5864318"/>
                    </a:cubicBezTo>
                    <a:cubicBezTo>
                      <a:pt x="4546095" y="5876511"/>
                      <a:pt x="4546476" y="5890037"/>
                      <a:pt x="4544759" y="5902610"/>
                    </a:cubicBezTo>
                    <a:cubicBezTo>
                      <a:pt x="4539808" y="5939377"/>
                      <a:pt x="4537712" y="5975764"/>
                      <a:pt x="4544951" y="6012723"/>
                    </a:cubicBezTo>
                    <a:cubicBezTo>
                      <a:pt x="4547808" y="6027392"/>
                      <a:pt x="4543045" y="6043776"/>
                      <a:pt x="4541332" y="6059397"/>
                    </a:cubicBezTo>
                    <a:cubicBezTo>
                      <a:pt x="4536759" y="6096736"/>
                      <a:pt x="4531805" y="6134075"/>
                      <a:pt x="4527426" y="6171605"/>
                    </a:cubicBezTo>
                    <a:cubicBezTo>
                      <a:pt x="4524758" y="6195037"/>
                      <a:pt x="4523234" y="6218660"/>
                      <a:pt x="4520568" y="6242093"/>
                    </a:cubicBezTo>
                    <a:cubicBezTo>
                      <a:pt x="4517327" y="6269144"/>
                      <a:pt x="4512375" y="6296005"/>
                      <a:pt x="4509706" y="6323058"/>
                    </a:cubicBezTo>
                    <a:cubicBezTo>
                      <a:pt x="4506659" y="6353919"/>
                      <a:pt x="4506089" y="6384972"/>
                      <a:pt x="4502848" y="6415833"/>
                    </a:cubicBezTo>
                    <a:cubicBezTo>
                      <a:pt x="4496563" y="6472225"/>
                      <a:pt x="4489132" y="6528424"/>
                      <a:pt x="4482084" y="6584812"/>
                    </a:cubicBezTo>
                    <a:cubicBezTo>
                      <a:pt x="4475226" y="6639488"/>
                      <a:pt x="4469129" y="6694164"/>
                      <a:pt x="4460557" y="6748458"/>
                    </a:cubicBezTo>
                    <a:cubicBezTo>
                      <a:pt x="4456937" y="6771319"/>
                      <a:pt x="4447030" y="6793035"/>
                      <a:pt x="4441507" y="6815516"/>
                    </a:cubicBezTo>
                    <a:lnTo>
                      <a:pt x="4431806" y="6858001"/>
                    </a:lnTo>
                    <a:lnTo>
                      <a:pt x="4259554" y="6858001"/>
                    </a:lnTo>
                    <a:lnTo>
                      <a:pt x="4259554" y="6858002"/>
                    </a:lnTo>
                    <a:lnTo>
                      <a:pt x="0" y="6858002"/>
                    </a:lnTo>
                    <a:lnTo>
                      <a:pt x="0" y="2"/>
                    </a:lnTo>
                    <a:lnTo>
                      <a:pt x="3766492" y="1"/>
                    </a:lnTo>
                    <a:lnTo>
                      <a:pt x="3769210" y="21486"/>
                    </a:lnTo>
                    <a:close/>
                  </a:path>
                </a:pathLst>
              </a:custGeom>
              <a:solidFill>
                <a:schemeClr val="bg1">
                  <a:alpha val="86000"/>
                </a:scheme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CEDE579A-0A12-4A10-85D4-A8DA1663B8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3697284" y="-1"/>
              <a:ext cx="884241" cy="6858002"/>
              <a:chOff x="3697284" y="-1"/>
              <a:chExt cx="884241" cy="6858002"/>
            </a:xfrm>
          </p:grpSpPr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15CA79E3-BA58-419A-8541-7498AC2633F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3697284" y="-1"/>
                <a:ext cx="884241" cy="6858001"/>
                <a:chOff x="3697284" y="-1"/>
                <a:chExt cx="884241" cy="6858001"/>
              </a:xfrm>
              <a:solidFill>
                <a:srgbClr val="FFFFFF"/>
              </a:solidFill>
              <a:effectLst/>
            </p:grpSpPr>
            <p:sp>
              <p:nvSpPr>
                <p:cNvPr id="17" name="Freeform: Shape 16">
                  <a:extLst>
                    <a:ext uri="{FF2B5EF4-FFF2-40B4-BE49-F238E27FC236}">
                      <a16:creationId xmlns:a16="http://schemas.microsoft.com/office/drawing/2014/main" id="{2348C622-BC44-4959-B64E-427015FD1FFA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6200000" flipH="1">
                  <a:off x="705641" y="2991642"/>
                  <a:ext cx="6858001" cy="874716"/>
                </a:xfrm>
                <a:custGeom>
                  <a:avLst/>
                  <a:gdLst>
                    <a:gd name="connsiteX0" fmla="*/ 0 w 6858001"/>
                    <a:gd name="connsiteY0" fmla="*/ 533314 h 874716"/>
                    <a:gd name="connsiteX1" fmla="*/ 0 w 6858001"/>
                    <a:gd name="connsiteY1" fmla="*/ 69206 h 874716"/>
                    <a:gd name="connsiteX2" fmla="*/ 21486 w 6858001"/>
                    <a:gd name="connsiteY2" fmla="*/ 71924 h 874716"/>
                    <a:gd name="connsiteX3" fmla="*/ 228948 w 6858001"/>
                    <a:gd name="connsiteY3" fmla="*/ 88116 h 874716"/>
                    <a:gd name="connsiteX4" fmla="*/ 313533 w 6858001"/>
                    <a:gd name="connsiteY4" fmla="*/ 62779 h 874716"/>
                    <a:gd name="connsiteX5" fmla="*/ 338870 w 6858001"/>
                    <a:gd name="connsiteY5" fmla="*/ 62207 h 874716"/>
                    <a:gd name="connsiteX6" fmla="*/ 395640 w 6858001"/>
                    <a:gd name="connsiteY6" fmla="*/ 72114 h 874716"/>
                    <a:gd name="connsiteX7" fmla="*/ 512802 w 6858001"/>
                    <a:gd name="connsiteY7" fmla="*/ 65446 h 874716"/>
                    <a:gd name="connsiteX8" fmla="*/ 556047 w 6858001"/>
                    <a:gd name="connsiteY8" fmla="*/ 55349 h 874716"/>
                    <a:gd name="connsiteX9" fmla="*/ 580050 w 6858001"/>
                    <a:gd name="connsiteY9" fmla="*/ 48871 h 874716"/>
                    <a:gd name="connsiteX10" fmla="*/ 703308 w 6858001"/>
                    <a:gd name="connsiteY10" fmla="*/ 30964 h 874716"/>
                    <a:gd name="connsiteX11" fmla="*/ 758174 w 6858001"/>
                    <a:gd name="connsiteY11" fmla="*/ 11724 h 874716"/>
                    <a:gd name="connsiteX12" fmla="*/ 773035 w 6858001"/>
                    <a:gd name="connsiteY12" fmla="*/ 8866 h 874716"/>
                    <a:gd name="connsiteX13" fmla="*/ 854379 w 6858001"/>
                    <a:gd name="connsiteY13" fmla="*/ 16866 h 874716"/>
                    <a:gd name="connsiteX14" fmla="*/ 915343 w 6858001"/>
                    <a:gd name="connsiteY14" fmla="*/ 47919 h 874716"/>
                    <a:gd name="connsiteX15" fmla="*/ 927155 w 6858001"/>
                    <a:gd name="connsiteY15" fmla="*/ 58397 h 874716"/>
                    <a:gd name="connsiteX16" fmla="*/ 1097087 w 6858001"/>
                    <a:gd name="connsiteY16" fmla="*/ 54777 h 874716"/>
                    <a:gd name="connsiteX17" fmla="*/ 1123185 w 6858001"/>
                    <a:gd name="connsiteY17" fmla="*/ 50395 h 874716"/>
                    <a:gd name="connsiteX18" fmla="*/ 1249302 w 6858001"/>
                    <a:gd name="connsiteY18" fmla="*/ 68684 h 874716"/>
                    <a:gd name="connsiteX19" fmla="*/ 1286069 w 6858001"/>
                    <a:gd name="connsiteY19" fmla="*/ 72304 h 874716"/>
                    <a:gd name="connsiteX20" fmla="*/ 1417899 w 6858001"/>
                    <a:gd name="connsiteY20" fmla="*/ 88688 h 874716"/>
                    <a:gd name="connsiteX21" fmla="*/ 1436568 w 6858001"/>
                    <a:gd name="connsiteY21" fmla="*/ 73448 h 874716"/>
                    <a:gd name="connsiteX22" fmla="*/ 1490292 w 6858001"/>
                    <a:gd name="connsiteY22" fmla="*/ 35154 h 874716"/>
                    <a:gd name="connsiteX23" fmla="*/ 1596213 w 6858001"/>
                    <a:gd name="connsiteY23" fmla="*/ 1245 h 874716"/>
                    <a:gd name="connsiteX24" fmla="*/ 1624980 w 6858001"/>
                    <a:gd name="connsiteY24" fmla="*/ 3150 h 874716"/>
                    <a:gd name="connsiteX25" fmla="*/ 1697753 w 6858001"/>
                    <a:gd name="connsiteY25" fmla="*/ 59731 h 874716"/>
                    <a:gd name="connsiteX26" fmla="*/ 1733188 w 6858001"/>
                    <a:gd name="connsiteY26" fmla="*/ 82400 h 874716"/>
                    <a:gd name="connsiteX27" fmla="*/ 1833775 w 6858001"/>
                    <a:gd name="connsiteY27" fmla="*/ 124121 h 874716"/>
                    <a:gd name="connsiteX28" fmla="*/ 1842158 w 6858001"/>
                    <a:gd name="connsiteY28" fmla="*/ 131742 h 874716"/>
                    <a:gd name="connsiteX29" fmla="*/ 1916454 w 6858001"/>
                    <a:gd name="connsiteY29" fmla="*/ 222233 h 874716"/>
                    <a:gd name="connsiteX30" fmla="*/ 1933219 w 6858001"/>
                    <a:gd name="connsiteY30" fmla="*/ 237663 h 874716"/>
                    <a:gd name="connsiteX31" fmla="*/ 1953413 w 6858001"/>
                    <a:gd name="connsiteY31" fmla="*/ 261668 h 874716"/>
                    <a:gd name="connsiteX32" fmla="*/ 2016469 w 6858001"/>
                    <a:gd name="connsiteY32" fmla="*/ 308151 h 874716"/>
                    <a:gd name="connsiteX33" fmla="*/ 2094578 w 6858001"/>
                    <a:gd name="connsiteY33" fmla="*/ 323010 h 874716"/>
                    <a:gd name="connsiteX34" fmla="*/ 2188879 w 6858001"/>
                    <a:gd name="connsiteY34" fmla="*/ 345681 h 874716"/>
                    <a:gd name="connsiteX35" fmla="*/ 2228314 w 6858001"/>
                    <a:gd name="connsiteY35" fmla="*/ 360921 h 874716"/>
                    <a:gd name="connsiteX36" fmla="*/ 2334044 w 6858001"/>
                    <a:gd name="connsiteY36" fmla="*/ 389878 h 874716"/>
                    <a:gd name="connsiteX37" fmla="*/ 2409485 w 6858001"/>
                    <a:gd name="connsiteY37" fmla="*/ 414263 h 874716"/>
                    <a:gd name="connsiteX38" fmla="*/ 2518264 w 6858001"/>
                    <a:gd name="connsiteY38" fmla="*/ 428552 h 874716"/>
                    <a:gd name="connsiteX39" fmla="*/ 2571034 w 6858001"/>
                    <a:gd name="connsiteY39" fmla="*/ 429122 h 874716"/>
                    <a:gd name="connsiteX40" fmla="*/ 2668001 w 6858001"/>
                    <a:gd name="connsiteY40" fmla="*/ 502276 h 874716"/>
                    <a:gd name="connsiteX41" fmla="*/ 2745348 w 6858001"/>
                    <a:gd name="connsiteY41" fmla="*/ 550666 h 874716"/>
                    <a:gd name="connsiteX42" fmla="*/ 2826694 w 6858001"/>
                    <a:gd name="connsiteY42" fmla="*/ 527233 h 874716"/>
                    <a:gd name="connsiteX43" fmla="*/ 2848793 w 6858001"/>
                    <a:gd name="connsiteY43" fmla="*/ 505134 h 874716"/>
                    <a:gd name="connsiteX44" fmla="*/ 2982148 w 6858001"/>
                    <a:gd name="connsiteY44" fmla="*/ 484179 h 874716"/>
                    <a:gd name="connsiteX45" fmla="*/ 3172654 w 6858001"/>
                    <a:gd name="connsiteY45" fmla="*/ 483417 h 874716"/>
                    <a:gd name="connsiteX46" fmla="*/ 3489467 w 6858001"/>
                    <a:gd name="connsiteY46" fmla="*/ 435790 h 874716"/>
                    <a:gd name="connsiteX47" fmla="*/ 3544713 w 6858001"/>
                    <a:gd name="connsiteY47" fmla="*/ 413691 h 874716"/>
                    <a:gd name="connsiteX48" fmla="*/ 3606817 w 6858001"/>
                    <a:gd name="connsiteY48" fmla="*/ 408167 h 874716"/>
                    <a:gd name="connsiteX49" fmla="*/ 3630632 w 6858001"/>
                    <a:gd name="connsiteY49" fmla="*/ 421693 h 874716"/>
                    <a:gd name="connsiteX50" fmla="*/ 3734837 w 6858001"/>
                    <a:gd name="connsiteY50" fmla="*/ 441886 h 874716"/>
                    <a:gd name="connsiteX51" fmla="*/ 3754652 w 6858001"/>
                    <a:gd name="connsiteY51" fmla="*/ 442268 h 874716"/>
                    <a:gd name="connsiteX52" fmla="*/ 3822472 w 6858001"/>
                    <a:gd name="connsiteY52" fmla="*/ 433694 h 874716"/>
                    <a:gd name="connsiteX53" fmla="*/ 3885338 w 6858001"/>
                    <a:gd name="connsiteY53" fmla="*/ 428742 h 874716"/>
                    <a:gd name="connsiteX54" fmla="*/ 4043839 w 6858001"/>
                    <a:gd name="connsiteY54" fmla="*/ 444934 h 874716"/>
                    <a:gd name="connsiteX55" fmla="*/ 4165383 w 6858001"/>
                    <a:gd name="connsiteY55" fmla="*/ 441124 h 874716"/>
                    <a:gd name="connsiteX56" fmla="*/ 4221391 w 6858001"/>
                    <a:gd name="connsiteY56" fmla="*/ 444934 h 874716"/>
                    <a:gd name="connsiteX57" fmla="*/ 4253014 w 6858001"/>
                    <a:gd name="connsiteY57" fmla="*/ 450650 h 874716"/>
                    <a:gd name="connsiteX58" fmla="*/ 4324645 w 6858001"/>
                    <a:gd name="connsiteY58" fmla="*/ 490466 h 874716"/>
                    <a:gd name="connsiteX59" fmla="*/ 4363890 w 6858001"/>
                    <a:gd name="connsiteY59" fmla="*/ 499420 h 874716"/>
                    <a:gd name="connsiteX60" fmla="*/ 4482004 w 6858001"/>
                    <a:gd name="connsiteY60" fmla="*/ 498658 h 874716"/>
                    <a:gd name="connsiteX61" fmla="*/ 4659174 w 6858001"/>
                    <a:gd name="connsiteY61" fmla="*/ 438648 h 874716"/>
                    <a:gd name="connsiteX62" fmla="*/ 4677655 w 6858001"/>
                    <a:gd name="connsiteY62" fmla="*/ 430646 h 874716"/>
                    <a:gd name="connsiteX63" fmla="*/ 4767764 w 6858001"/>
                    <a:gd name="connsiteY63" fmla="*/ 420739 h 874716"/>
                    <a:gd name="connsiteX64" fmla="*/ 4828916 w 6858001"/>
                    <a:gd name="connsiteY64" fmla="*/ 434266 h 874716"/>
                    <a:gd name="connsiteX65" fmla="*/ 4912168 w 6858001"/>
                    <a:gd name="connsiteY65" fmla="*/ 462271 h 874716"/>
                    <a:gd name="connsiteX66" fmla="*/ 4987037 w 6858001"/>
                    <a:gd name="connsiteY66" fmla="*/ 485703 h 874716"/>
                    <a:gd name="connsiteX67" fmla="*/ 5041521 w 6858001"/>
                    <a:gd name="connsiteY67" fmla="*/ 512182 h 874716"/>
                    <a:gd name="connsiteX68" fmla="*/ 5166113 w 6858001"/>
                    <a:gd name="connsiteY68" fmla="*/ 531615 h 874716"/>
                    <a:gd name="connsiteX69" fmla="*/ 5179067 w 6858001"/>
                    <a:gd name="connsiteY69" fmla="*/ 534853 h 874716"/>
                    <a:gd name="connsiteX70" fmla="*/ 5272796 w 6858001"/>
                    <a:gd name="connsiteY70" fmla="*/ 511230 h 874716"/>
                    <a:gd name="connsiteX71" fmla="*/ 5385384 w 6858001"/>
                    <a:gd name="connsiteY71" fmla="*/ 487227 h 874716"/>
                    <a:gd name="connsiteX72" fmla="*/ 5425582 w 6858001"/>
                    <a:gd name="connsiteY72" fmla="*/ 495418 h 874716"/>
                    <a:gd name="connsiteX73" fmla="*/ 5480637 w 6858001"/>
                    <a:gd name="connsiteY73" fmla="*/ 507040 h 874716"/>
                    <a:gd name="connsiteX74" fmla="*/ 5531693 w 6858001"/>
                    <a:gd name="connsiteY74" fmla="*/ 500944 h 874716"/>
                    <a:gd name="connsiteX75" fmla="*/ 5562746 w 6858001"/>
                    <a:gd name="connsiteY75" fmla="*/ 500372 h 874716"/>
                    <a:gd name="connsiteX76" fmla="*/ 5704483 w 6858001"/>
                    <a:gd name="connsiteY76" fmla="*/ 571620 h 874716"/>
                    <a:gd name="connsiteX77" fmla="*/ 5740488 w 6858001"/>
                    <a:gd name="connsiteY77" fmla="*/ 577526 h 874716"/>
                    <a:gd name="connsiteX78" fmla="*/ 5760873 w 6858001"/>
                    <a:gd name="connsiteY78" fmla="*/ 586291 h 874716"/>
                    <a:gd name="connsiteX79" fmla="*/ 5883751 w 6858001"/>
                    <a:gd name="connsiteY79" fmla="*/ 674686 h 874716"/>
                    <a:gd name="connsiteX80" fmla="*/ 5935949 w 6858001"/>
                    <a:gd name="connsiteY80" fmla="*/ 692592 h 874716"/>
                    <a:gd name="connsiteX81" fmla="*/ 5993291 w 6858001"/>
                    <a:gd name="connsiteY81" fmla="*/ 688972 h 874716"/>
                    <a:gd name="connsiteX82" fmla="*/ 6026440 w 6858001"/>
                    <a:gd name="connsiteY82" fmla="*/ 682496 h 874716"/>
                    <a:gd name="connsiteX83" fmla="*/ 6108738 w 6858001"/>
                    <a:gd name="connsiteY83" fmla="*/ 626296 h 874716"/>
                    <a:gd name="connsiteX84" fmla="*/ 6155602 w 6858001"/>
                    <a:gd name="connsiteY84" fmla="*/ 628202 h 874716"/>
                    <a:gd name="connsiteX85" fmla="*/ 6228756 w 6858001"/>
                    <a:gd name="connsiteY85" fmla="*/ 666873 h 874716"/>
                    <a:gd name="connsiteX86" fmla="*/ 6361539 w 6858001"/>
                    <a:gd name="connsiteY86" fmla="*/ 684210 h 874716"/>
                    <a:gd name="connsiteX87" fmla="*/ 6428979 w 6858001"/>
                    <a:gd name="connsiteY87" fmla="*/ 630106 h 874716"/>
                    <a:gd name="connsiteX88" fmla="*/ 6463840 w 6858001"/>
                    <a:gd name="connsiteY88" fmla="*/ 578098 h 874716"/>
                    <a:gd name="connsiteX89" fmla="*/ 6564620 w 6858001"/>
                    <a:gd name="connsiteY89" fmla="*/ 517708 h 874716"/>
                    <a:gd name="connsiteX90" fmla="*/ 6588625 w 6858001"/>
                    <a:gd name="connsiteY90" fmla="*/ 540187 h 874716"/>
                    <a:gd name="connsiteX91" fmla="*/ 6662541 w 6858001"/>
                    <a:gd name="connsiteY91" fmla="*/ 549714 h 874716"/>
                    <a:gd name="connsiteX92" fmla="*/ 6742552 w 6858001"/>
                    <a:gd name="connsiteY92" fmla="*/ 548952 h 874716"/>
                    <a:gd name="connsiteX93" fmla="*/ 6812063 w 6858001"/>
                    <a:gd name="connsiteY93" fmla="*/ 568430 h 874716"/>
                    <a:gd name="connsiteX94" fmla="*/ 6858001 w 6858001"/>
                    <a:gd name="connsiteY94" fmla="*/ 562267 h 874716"/>
                    <a:gd name="connsiteX95" fmla="*/ 6858001 w 6858001"/>
                    <a:gd name="connsiteY95" fmla="*/ 734520 h 874716"/>
                    <a:gd name="connsiteX96" fmla="*/ 6815516 w 6858001"/>
                    <a:gd name="connsiteY96" fmla="*/ 744220 h 874716"/>
                    <a:gd name="connsiteX97" fmla="*/ 6748458 w 6858001"/>
                    <a:gd name="connsiteY97" fmla="*/ 763271 h 874716"/>
                    <a:gd name="connsiteX98" fmla="*/ 6584812 w 6858001"/>
                    <a:gd name="connsiteY98" fmla="*/ 784797 h 874716"/>
                    <a:gd name="connsiteX99" fmla="*/ 6415833 w 6858001"/>
                    <a:gd name="connsiteY99" fmla="*/ 805562 h 874716"/>
                    <a:gd name="connsiteX100" fmla="*/ 6323058 w 6858001"/>
                    <a:gd name="connsiteY100" fmla="*/ 812420 h 874716"/>
                    <a:gd name="connsiteX101" fmla="*/ 6242093 w 6858001"/>
                    <a:gd name="connsiteY101" fmla="*/ 823281 h 874716"/>
                    <a:gd name="connsiteX102" fmla="*/ 6171605 w 6858001"/>
                    <a:gd name="connsiteY102" fmla="*/ 830139 h 874716"/>
                    <a:gd name="connsiteX103" fmla="*/ 6059397 w 6858001"/>
                    <a:gd name="connsiteY103" fmla="*/ 844045 h 874716"/>
                    <a:gd name="connsiteX104" fmla="*/ 6012723 w 6858001"/>
                    <a:gd name="connsiteY104" fmla="*/ 847665 h 874716"/>
                    <a:gd name="connsiteX105" fmla="*/ 5902610 w 6858001"/>
                    <a:gd name="connsiteY105" fmla="*/ 847473 h 874716"/>
                    <a:gd name="connsiteX106" fmla="*/ 5864318 w 6858001"/>
                    <a:gd name="connsiteY106" fmla="*/ 845569 h 874716"/>
                    <a:gd name="connsiteX107" fmla="*/ 5790592 w 6858001"/>
                    <a:gd name="connsiteY107" fmla="*/ 821947 h 874716"/>
                    <a:gd name="connsiteX108" fmla="*/ 5781830 w 6858001"/>
                    <a:gd name="connsiteY108" fmla="*/ 820233 h 874716"/>
                    <a:gd name="connsiteX109" fmla="*/ 5733440 w 6858001"/>
                    <a:gd name="connsiteY109" fmla="*/ 810896 h 874716"/>
                    <a:gd name="connsiteX110" fmla="*/ 5706959 w 6858001"/>
                    <a:gd name="connsiteY110" fmla="*/ 807848 h 874716"/>
                    <a:gd name="connsiteX111" fmla="*/ 5606372 w 6858001"/>
                    <a:gd name="connsiteY111" fmla="*/ 788417 h 874716"/>
                    <a:gd name="connsiteX112" fmla="*/ 5548460 w 6858001"/>
                    <a:gd name="connsiteY112" fmla="*/ 779273 h 874716"/>
                    <a:gd name="connsiteX113" fmla="*/ 5501594 w 6858001"/>
                    <a:gd name="connsiteY113" fmla="*/ 780607 h 874716"/>
                    <a:gd name="connsiteX114" fmla="*/ 5419295 w 6858001"/>
                    <a:gd name="connsiteY114" fmla="*/ 782321 h 874716"/>
                    <a:gd name="connsiteX115" fmla="*/ 5393005 w 6858001"/>
                    <a:gd name="connsiteY115" fmla="*/ 786703 h 874716"/>
                    <a:gd name="connsiteX116" fmla="*/ 5274129 w 6858001"/>
                    <a:gd name="connsiteY116" fmla="*/ 774129 h 874716"/>
                    <a:gd name="connsiteX117" fmla="*/ 5206308 w 6858001"/>
                    <a:gd name="connsiteY117" fmla="*/ 773177 h 874716"/>
                    <a:gd name="connsiteX118" fmla="*/ 5129916 w 6858001"/>
                    <a:gd name="connsiteY118" fmla="*/ 757554 h 874716"/>
                    <a:gd name="connsiteX119" fmla="*/ 5107627 w 6858001"/>
                    <a:gd name="connsiteY119" fmla="*/ 758316 h 874716"/>
                    <a:gd name="connsiteX120" fmla="*/ 5082670 w 6858001"/>
                    <a:gd name="connsiteY120" fmla="*/ 759651 h 874716"/>
                    <a:gd name="connsiteX121" fmla="*/ 5006086 w 6858001"/>
                    <a:gd name="connsiteY121" fmla="*/ 760795 h 874716"/>
                    <a:gd name="connsiteX122" fmla="*/ 4959602 w 6858001"/>
                    <a:gd name="connsiteY122" fmla="*/ 766509 h 874716"/>
                    <a:gd name="connsiteX123" fmla="*/ 4871019 w 6858001"/>
                    <a:gd name="connsiteY123" fmla="*/ 763081 h 874716"/>
                    <a:gd name="connsiteX124" fmla="*/ 4838250 w 6858001"/>
                    <a:gd name="connsiteY124" fmla="*/ 768033 h 874716"/>
                    <a:gd name="connsiteX125" fmla="*/ 4755381 w 6858001"/>
                    <a:gd name="connsiteY125" fmla="*/ 768605 h 874716"/>
                    <a:gd name="connsiteX126" fmla="*/ 4681083 w 6858001"/>
                    <a:gd name="connsiteY126" fmla="*/ 765747 h 874716"/>
                    <a:gd name="connsiteX127" fmla="*/ 4609452 w 6858001"/>
                    <a:gd name="connsiteY127" fmla="*/ 767271 h 874716"/>
                    <a:gd name="connsiteX128" fmla="*/ 4558207 w 6858001"/>
                    <a:gd name="connsiteY128" fmla="*/ 773557 h 874716"/>
                    <a:gd name="connsiteX129" fmla="*/ 4502579 w 6858001"/>
                    <a:gd name="connsiteY129" fmla="*/ 777367 h 874716"/>
                    <a:gd name="connsiteX130" fmla="*/ 4349222 w 6858001"/>
                    <a:gd name="connsiteY130" fmla="*/ 800038 h 874716"/>
                    <a:gd name="connsiteX131" fmla="*/ 4320837 w 6858001"/>
                    <a:gd name="connsiteY131" fmla="*/ 794514 h 874716"/>
                    <a:gd name="connsiteX132" fmla="*/ 4159667 w 6858001"/>
                    <a:gd name="connsiteY132" fmla="*/ 789370 h 874716"/>
                    <a:gd name="connsiteX133" fmla="*/ 4124614 w 6858001"/>
                    <a:gd name="connsiteY133" fmla="*/ 789752 h 874716"/>
                    <a:gd name="connsiteX134" fmla="*/ 4030503 w 6858001"/>
                    <a:gd name="connsiteY134" fmla="*/ 767271 h 874716"/>
                    <a:gd name="connsiteX135" fmla="*/ 3885338 w 6858001"/>
                    <a:gd name="connsiteY135" fmla="*/ 802896 h 874716"/>
                    <a:gd name="connsiteX136" fmla="*/ 3749506 w 6858001"/>
                    <a:gd name="connsiteY136" fmla="*/ 847473 h 874716"/>
                    <a:gd name="connsiteX137" fmla="*/ 3732361 w 6858001"/>
                    <a:gd name="connsiteY137" fmla="*/ 853190 h 874716"/>
                    <a:gd name="connsiteX138" fmla="*/ 3683591 w 6858001"/>
                    <a:gd name="connsiteY138" fmla="*/ 862906 h 874716"/>
                    <a:gd name="connsiteX139" fmla="*/ 3623201 w 6858001"/>
                    <a:gd name="connsiteY139" fmla="*/ 866334 h 874716"/>
                    <a:gd name="connsiteX140" fmla="*/ 3546617 w 6858001"/>
                    <a:gd name="connsiteY140" fmla="*/ 874716 h 874716"/>
                    <a:gd name="connsiteX141" fmla="*/ 3485275 w 6858001"/>
                    <a:gd name="connsiteY141" fmla="*/ 864238 h 874716"/>
                    <a:gd name="connsiteX142" fmla="*/ 3399546 w 6858001"/>
                    <a:gd name="connsiteY142" fmla="*/ 848618 h 874716"/>
                    <a:gd name="connsiteX143" fmla="*/ 3318771 w 6858001"/>
                    <a:gd name="connsiteY143" fmla="*/ 833757 h 874716"/>
                    <a:gd name="connsiteX144" fmla="*/ 3293244 w 6858001"/>
                    <a:gd name="connsiteY144" fmla="*/ 851284 h 874716"/>
                    <a:gd name="connsiteX145" fmla="*/ 3253809 w 6858001"/>
                    <a:gd name="connsiteY145" fmla="*/ 866524 h 874716"/>
                    <a:gd name="connsiteX146" fmla="*/ 3209993 w 6858001"/>
                    <a:gd name="connsiteY146" fmla="*/ 848235 h 874716"/>
                    <a:gd name="connsiteX147" fmla="*/ 3107500 w 6858001"/>
                    <a:gd name="connsiteY147" fmla="*/ 810326 h 874716"/>
                    <a:gd name="connsiteX148" fmla="*/ 3042728 w 6858001"/>
                    <a:gd name="connsiteY148" fmla="*/ 808610 h 874716"/>
                    <a:gd name="connsiteX149" fmla="*/ 2901943 w 6858001"/>
                    <a:gd name="connsiteY149" fmla="*/ 792418 h 874716"/>
                    <a:gd name="connsiteX150" fmla="*/ 2809930 w 6858001"/>
                    <a:gd name="connsiteY150" fmla="*/ 769367 h 874716"/>
                    <a:gd name="connsiteX151" fmla="*/ 2743826 w 6858001"/>
                    <a:gd name="connsiteY151" fmla="*/ 743268 h 874716"/>
                    <a:gd name="connsiteX152" fmla="*/ 2649143 w 6858001"/>
                    <a:gd name="connsiteY152" fmla="*/ 709167 h 874716"/>
                    <a:gd name="connsiteX153" fmla="*/ 2554079 w 6858001"/>
                    <a:gd name="connsiteY153" fmla="*/ 691450 h 874716"/>
                    <a:gd name="connsiteX154" fmla="*/ 2485307 w 6858001"/>
                    <a:gd name="connsiteY154" fmla="*/ 669160 h 874716"/>
                    <a:gd name="connsiteX155" fmla="*/ 2401292 w 6858001"/>
                    <a:gd name="connsiteY155" fmla="*/ 653919 h 874716"/>
                    <a:gd name="connsiteX156" fmla="*/ 2330806 w 6858001"/>
                    <a:gd name="connsiteY156" fmla="*/ 653349 h 874716"/>
                    <a:gd name="connsiteX157" fmla="*/ 2220312 w 6858001"/>
                    <a:gd name="connsiteY157" fmla="*/ 656015 h 874716"/>
                    <a:gd name="connsiteX158" fmla="*/ 2085054 w 6858001"/>
                    <a:gd name="connsiteY158" fmla="*/ 609914 h 874716"/>
                    <a:gd name="connsiteX159" fmla="*/ 2030378 w 6858001"/>
                    <a:gd name="connsiteY159" fmla="*/ 599625 h 874716"/>
                    <a:gd name="connsiteX160" fmla="*/ 1978940 w 6858001"/>
                    <a:gd name="connsiteY160" fmla="*/ 594863 h 874716"/>
                    <a:gd name="connsiteX161" fmla="*/ 1869780 w 6858001"/>
                    <a:gd name="connsiteY161" fmla="*/ 564192 h 874716"/>
                    <a:gd name="connsiteX162" fmla="*/ 1825393 w 6858001"/>
                    <a:gd name="connsiteY162" fmla="*/ 554094 h 874716"/>
                    <a:gd name="connsiteX163" fmla="*/ 1763287 w 6858001"/>
                    <a:gd name="connsiteY163" fmla="*/ 554286 h 874716"/>
                    <a:gd name="connsiteX164" fmla="*/ 1650317 w 6858001"/>
                    <a:gd name="connsiteY164" fmla="*/ 540187 h 874716"/>
                    <a:gd name="connsiteX165" fmla="*/ 1537537 w 6858001"/>
                    <a:gd name="connsiteY165" fmla="*/ 499038 h 874716"/>
                    <a:gd name="connsiteX166" fmla="*/ 1489720 w 6858001"/>
                    <a:gd name="connsiteY166" fmla="*/ 503038 h 874716"/>
                    <a:gd name="connsiteX167" fmla="*/ 1472575 w 6858001"/>
                    <a:gd name="connsiteY167" fmla="*/ 502086 h 874716"/>
                    <a:gd name="connsiteX168" fmla="*/ 1318456 w 6858001"/>
                    <a:gd name="connsiteY168" fmla="*/ 479415 h 874716"/>
                    <a:gd name="connsiteX169" fmla="*/ 1303024 w 6858001"/>
                    <a:gd name="connsiteY169" fmla="*/ 476939 h 874716"/>
                    <a:gd name="connsiteX170" fmla="*/ 1230633 w 6858001"/>
                    <a:gd name="connsiteY170" fmla="*/ 456746 h 874716"/>
                    <a:gd name="connsiteX171" fmla="*/ 1048125 w 6858001"/>
                    <a:gd name="connsiteY171" fmla="*/ 444172 h 874716"/>
                    <a:gd name="connsiteX172" fmla="*/ 1036887 w 6858001"/>
                    <a:gd name="connsiteY172" fmla="*/ 442648 h 874716"/>
                    <a:gd name="connsiteX173" fmla="*/ 975733 w 6858001"/>
                    <a:gd name="connsiteY173" fmla="*/ 452744 h 874716"/>
                    <a:gd name="connsiteX174" fmla="*/ 945444 w 6858001"/>
                    <a:gd name="connsiteY174" fmla="*/ 467033 h 874716"/>
                    <a:gd name="connsiteX175" fmla="*/ 898198 w 6858001"/>
                    <a:gd name="connsiteY175" fmla="*/ 481893 h 874716"/>
                    <a:gd name="connsiteX176" fmla="*/ 850189 w 6858001"/>
                    <a:gd name="connsiteY176" fmla="*/ 487417 h 874716"/>
                    <a:gd name="connsiteX177" fmla="*/ 769605 w 6858001"/>
                    <a:gd name="connsiteY177" fmla="*/ 464937 h 874716"/>
                    <a:gd name="connsiteX178" fmla="*/ 740268 w 6858001"/>
                    <a:gd name="connsiteY178" fmla="*/ 462651 h 874716"/>
                    <a:gd name="connsiteX179" fmla="*/ 674923 w 6858001"/>
                    <a:gd name="connsiteY179" fmla="*/ 451792 h 874716"/>
                    <a:gd name="connsiteX180" fmla="*/ 617772 w 6858001"/>
                    <a:gd name="connsiteY180" fmla="*/ 452554 h 874716"/>
                    <a:gd name="connsiteX181" fmla="*/ 571860 w 6858001"/>
                    <a:gd name="connsiteY181" fmla="*/ 469891 h 874716"/>
                    <a:gd name="connsiteX182" fmla="*/ 505182 w 6858001"/>
                    <a:gd name="connsiteY182" fmla="*/ 473319 h 874716"/>
                    <a:gd name="connsiteX183" fmla="*/ 462126 w 6858001"/>
                    <a:gd name="connsiteY183" fmla="*/ 460747 h 874716"/>
                    <a:gd name="connsiteX184" fmla="*/ 453364 w 6858001"/>
                    <a:gd name="connsiteY184" fmla="*/ 459033 h 874716"/>
                    <a:gd name="connsiteX185" fmla="*/ 340774 w 6858001"/>
                    <a:gd name="connsiteY185" fmla="*/ 458268 h 874716"/>
                    <a:gd name="connsiteX186" fmla="*/ 200182 w 6858001"/>
                    <a:gd name="connsiteY186" fmla="*/ 496180 h 874716"/>
                    <a:gd name="connsiteX187" fmla="*/ 176939 w 6858001"/>
                    <a:gd name="connsiteY187" fmla="*/ 504182 h 874716"/>
                    <a:gd name="connsiteX188" fmla="*/ 63587 w 6858001"/>
                    <a:gd name="connsiteY188" fmla="*/ 518088 h 874716"/>
                    <a:gd name="connsiteX189" fmla="*/ 2817 w 6858001"/>
                    <a:gd name="connsiteY189" fmla="*/ 532187 h 874716"/>
                    <a:gd name="connsiteX190" fmla="*/ 0 w 6858001"/>
                    <a:gd name="connsiteY190" fmla="*/ 533314 h 87471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</a:cxnLst>
                  <a:rect l="l" t="t" r="r" b="b"/>
                  <a:pathLst>
                    <a:path w="6858001" h="874716">
                      <a:moveTo>
                        <a:pt x="0" y="533314"/>
                      </a:moveTo>
                      <a:lnTo>
                        <a:pt x="0" y="69206"/>
                      </a:lnTo>
                      <a:lnTo>
                        <a:pt x="21486" y="71924"/>
                      </a:lnTo>
                      <a:cubicBezTo>
                        <a:pt x="92546" y="60493"/>
                        <a:pt x="159604" y="87354"/>
                        <a:pt x="228948" y="88116"/>
                      </a:cubicBezTo>
                      <a:cubicBezTo>
                        <a:pt x="260382" y="88496"/>
                        <a:pt x="291435" y="94592"/>
                        <a:pt x="313533" y="62779"/>
                      </a:cubicBezTo>
                      <a:cubicBezTo>
                        <a:pt x="316389" y="58587"/>
                        <a:pt x="330298" y="60873"/>
                        <a:pt x="338870" y="62207"/>
                      </a:cubicBezTo>
                      <a:cubicBezTo>
                        <a:pt x="357921" y="65066"/>
                        <a:pt x="376781" y="72304"/>
                        <a:pt x="395640" y="72114"/>
                      </a:cubicBezTo>
                      <a:cubicBezTo>
                        <a:pt x="434695" y="71924"/>
                        <a:pt x="473939" y="68876"/>
                        <a:pt x="512802" y="65446"/>
                      </a:cubicBezTo>
                      <a:cubicBezTo>
                        <a:pt x="527470" y="64112"/>
                        <a:pt x="541569" y="58969"/>
                        <a:pt x="556047" y="55349"/>
                      </a:cubicBezTo>
                      <a:cubicBezTo>
                        <a:pt x="564048" y="53253"/>
                        <a:pt x="572622" y="47729"/>
                        <a:pt x="580050" y="48871"/>
                      </a:cubicBezTo>
                      <a:cubicBezTo>
                        <a:pt x="623106" y="55539"/>
                        <a:pt x="662541" y="39157"/>
                        <a:pt x="703308" y="30964"/>
                      </a:cubicBezTo>
                      <a:cubicBezTo>
                        <a:pt x="722169" y="27154"/>
                        <a:pt x="739886" y="18010"/>
                        <a:pt x="758174" y="11724"/>
                      </a:cubicBezTo>
                      <a:cubicBezTo>
                        <a:pt x="762936" y="10008"/>
                        <a:pt x="768271" y="8484"/>
                        <a:pt x="773035" y="8866"/>
                      </a:cubicBezTo>
                      <a:cubicBezTo>
                        <a:pt x="800276" y="11152"/>
                        <a:pt x="827329" y="14390"/>
                        <a:pt x="854379" y="16866"/>
                      </a:cubicBezTo>
                      <a:cubicBezTo>
                        <a:pt x="878956" y="19152"/>
                        <a:pt x="903722" y="19914"/>
                        <a:pt x="915343" y="47919"/>
                      </a:cubicBezTo>
                      <a:cubicBezTo>
                        <a:pt x="917059" y="52301"/>
                        <a:pt x="922773" y="55539"/>
                        <a:pt x="927155" y="58397"/>
                      </a:cubicBezTo>
                      <a:cubicBezTo>
                        <a:pt x="994785" y="102405"/>
                        <a:pt x="1030980" y="101261"/>
                        <a:pt x="1097087" y="54777"/>
                      </a:cubicBezTo>
                      <a:cubicBezTo>
                        <a:pt x="1103945" y="50015"/>
                        <a:pt x="1118613" y="46585"/>
                        <a:pt x="1123185" y="50395"/>
                      </a:cubicBezTo>
                      <a:cubicBezTo>
                        <a:pt x="1162049" y="82020"/>
                        <a:pt x="1204532" y="78590"/>
                        <a:pt x="1249302" y="68684"/>
                      </a:cubicBezTo>
                      <a:cubicBezTo>
                        <a:pt x="1260922" y="66018"/>
                        <a:pt x="1277307" y="66018"/>
                        <a:pt x="1286069" y="72304"/>
                      </a:cubicBezTo>
                      <a:cubicBezTo>
                        <a:pt x="1327790" y="101451"/>
                        <a:pt x="1372560" y="97261"/>
                        <a:pt x="1417899" y="88688"/>
                      </a:cubicBezTo>
                      <a:cubicBezTo>
                        <a:pt x="1424948" y="87354"/>
                        <a:pt x="1433522" y="80114"/>
                        <a:pt x="1436568" y="73448"/>
                      </a:cubicBezTo>
                      <a:cubicBezTo>
                        <a:pt x="1447428" y="49825"/>
                        <a:pt x="1467813" y="41823"/>
                        <a:pt x="1490292" y="35154"/>
                      </a:cubicBezTo>
                      <a:cubicBezTo>
                        <a:pt x="1525727" y="24296"/>
                        <a:pt x="1560588" y="11532"/>
                        <a:pt x="1596213" y="1245"/>
                      </a:cubicBezTo>
                      <a:cubicBezTo>
                        <a:pt x="1604978" y="-1231"/>
                        <a:pt x="1615836" y="293"/>
                        <a:pt x="1624980" y="3150"/>
                      </a:cubicBezTo>
                      <a:cubicBezTo>
                        <a:pt x="1656223" y="12866"/>
                        <a:pt x="1676036" y="37251"/>
                        <a:pt x="1697753" y="59731"/>
                      </a:cubicBezTo>
                      <a:cubicBezTo>
                        <a:pt x="1707279" y="69638"/>
                        <a:pt x="1720423" y="76686"/>
                        <a:pt x="1733188" y="82400"/>
                      </a:cubicBezTo>
                      <a:cubicBezTo>
                        <a:pt x="1766335" y="97071"/>
                        <a:pt x="1800246" y="110215"/>
                        <a:pt x="1833775" y="124121"/>
                      </a:cubicBezTo>
                      <a:cubicBezTo>
                        <a:pt x="1837013" y="125455"/>
                        <a:pt x="1839679" y="128884"/>
                        <a:pt x="1842158" y="131742"/>
                      </a:cubicBezTo>
                      <a:cubicBezTo>
                        <a:pt x="1866922" y="161843"/>
                        <a:pt x="1891497" y="192132"/>
                        <a:pt x="1916454" y="222233"/>
                      </a:cubicBezTo>
                      <a:cubicBezTo>
                        <a:pt x="1921216" y="227947"/>
                        <a:pt x="1928076" y="232139"/>
                        <a:pt x="1933219" y="237663"/>
                      </a:cubicBezTo>
                      <a:cubicBezTo>
                        <a:pt x="1940459" y="245283"/>
                        <a:pt x="1949603" y="252524"/>
                        <a:pt x="1953413" y="261668"/>
                      </a:cubicBezTo>
                      <a:cubicBezTo>
                        <a:pt x="1965224" y="290433"/>
                        <a:pt x="1987894" y="302817"/>
                        <a:pt x="2016469" y="308151"/>
                      </a:cubicBezTo>
                      <a:cubicBezTo>
                        <a:pt x="2042570" y="313104"/>
                        <a:pt x="2068669" y="317296"/>
                        <a:pt x="2094578" y="323010"/>
                      </a:cubicBezTo>
                      <a:cubicBezTo>
                        <a:pt x="2126201" y="329868"/>
                        <a:pt x="2157636" y="337298"/>
                        <a:pt x="2188879" y="345681"/>
                      </a:cubicBezTo>
                      <a:cubicBezTo>
                        <a:pt x="2202404" y="349301"/>
                        <a:pt x="2216692" y="353491"/>
                        <a:pt x="2228314" y="360921"/>
                      </a:cubicBezTo>
                      <a:cubicBezTo>
                        <a:pt x="2260890" y="381496"/>
                        <a:pt x="2295753" y="395402"/>
                        <a:pt x="2334044" y="389878"/>
                      </a:cubicBezTo>
                      <a:cubicBezTo>
                        <a:pt x="2364715" y="385496"/>
                        <a:pt x="2390434" y="396736"/>
                        <a:pt x="2409485" y="414263"/>
                      </a:cubicBezTo>
                      <a:cubicBezTo>
                        <a:pt x="2444158" y="446078"/>
                        <a:pt x="2481305" y="438838"/>
                        <a:pt x="2518264" y="428552"/>
                      </a:cubicBezTo>
                      <a:cubicBezTo>
                        <a:pt x="2537315" y="423217"/>
                        <a:pt x="2552935" y="423979"/>
                        <a:pt x="2571034" y="429122"/>
                      </a:cubicBezTo>
                      <a:cubicBezTo>
                        <a:pt x="2612945" y="441124"/>
                        <a:pt x="2640950" y="473701"/>
                        <a:pt x="2668001" y="502276"/>
                      </a:cubicBezTo>
                      <a:cubicBezTo>
                        <a:pt x="2691054" y="526661"/>
                        <a:pt x="2716963" y="540377"/>
                        <a:pt x="2745348" y="550666"/>
                      </a:cubicBezTo>
                      <a:cubicBezTo>
                        <a:pt x="2781163" y="563810"/>
                        <a:pt x="2809548" y="558858"/>
                        <a:pt x="2826694" y="527233"/>
                      </a:cubicBezTo>
                      <a:cubicBezTo>
                        <a:pt x="2831457" y="518278"/>
                        <a:pt x="2839839" y="507800"/>
                        <a:pt x="2848793" y="505134"/>
                      </a:cubicBezTo>
                      <a:cubicBezTo>
                        <a:pt x="2892037" y="491800"/>
                        <a:pt x="2935854" y="472367"/>
                        <a:pt x="2982148" y="484179"/>
                      </a:cubicBezTo>
                      <a:cubicBezTo>
                        <a:pt x="3046158" y="500372"/>
                        <a:pt x="3108644" y="499420"/>
                        <a:pt x="3172654" y="483417"/>
                      </a:cubicBezTo>
                      <a:cubicBezTo>
                        <a:pt x="3276480" y="457508"/>
                        <a:pt x="3380305" y="430076"/>
                        <a:pt x="3489467" y="435790"/>
                      </a:cubicBezTo>
                      <a:cubicBezTo>
                        <a:pt x="3507563" y="436742"/>
                        <a:pt x="3529090" y="425121"/>
                        <a:pt x="3544713" y="413691"/>
                      </a:cubicBezTo>
                      <a:cubicBezTo>
                        <a:pt x="3574622" y="391974"/>
                        <a:pt x="3573288" y="390258"/>
                        <a:pt x="3606817" y="408167"/>
                      </a:cubicBezTo>
                      <a:cubicBezTo>
                        <a:pt x="3614819" y="412549"/>
                        <a:pt x="3624725" y="415215"/>
                        <a:pt x="3630632" y="421693"/>
                      </a:cubicBezTo>
                      <a:cubicBezTo>
                        <a:pt x="3660731" y="454650"/>
                        <a:pt x="3697880" y="446648"/>
                        <a:pt x="3734837" y="441886"/>
                      </a:cubicBezTo>
                      <a:cubicBezTo>
                        <a:pt x="3741315" y="440934"/>
                        <a:pt x="3749125" y="439600"/>
                        <a:pt x="3754652" y="442268"/>
                      </a:cubicBezTo>
                      <a:cubicBezTo>
                        <a:pt x="3779607" y="454268"/>
                        <a:pt x="3800753" y="450078"/>
                        <a:pt x="3822472" y="433694"/>
                      </a:cubicBezTo>
                      <a:cubicBezTo>
                        <a:pt x="3841331" y="419597"/>
                        <a:pt x="3863049" y="411215"/>
                        <a:pt x="3885338" y="428742"/>
                      </a:cubicBezTo>
                      <a:cubicBezTo>
                        <a:pt x="3934870" y="467605"/>
                        <a:pt x="3987829" y="469509"/>
                        <a:pt x="4043839" y="444934"/>
                      </a:cubicBezTo>
                      <a:cubicBezTo>
                        <a:pt x="4083845" y="427407"/>
                        <a:pt x="4123280" y="423407"/>
                        <a:pt x="4165383" y="441124"/>
                      </a:cubicBezTo>
                      <a:cubicBezTo>
                        <a:pt x="4181576" y="447982"/>
                        <a:pt x="4202531" y="443410"/>
                        <a:pt x="4221391" y="444934"/>
                      </a:cubicBezTo>
                      <a:cubicBezTo>
                        <a:pt x="4232060" y="445696"/>
                        <a:pt x="4243872" y="445886"/>
                        <a:pt x="4253014" y="450650"/>
                      </a:cubicBezTo>
                      <a:cubicBezTo>
                        <a:pt x="4277401" y="462843"/>
                        <a:pt x="4300070" y="478463"/>
                        <a:pt x="4324645" y="490466"/>
                      </a:cubicBezTo>
                      <a:cubicBezTo>
                        <a:pt x="4336457" y="496180"/>
                        <a:pt x="4350554" y="499228"/>
                        <a:pt x="4363890" y="499420"/>
                      </a:cubicBezTo>
                      <a:cubicBezTo>
                        <a:pt x="4403325" y="500372"/>
                        <a:pt x="4442761" y="500372"/>
                        <a:pt x="4482004" y="498658"/>
                      </a:cubicBezTo>
                      <a:cubicBezTo>
                        <a:pt x="4546776" y="495990"/>
                        <a:pt x="4612500" y="495418"/>
                        <a:pt x="4659174" y="438648"/>
                      </a:cubicBezTo>
                      <a:cubicBezTo>
                        <a:pt x="4662986" y="434076"/>
                        <a:pt x="4671176" y="431408"/>
                        <a:pt x="4677655" y="430646"/>
                      </a:cubicBezTo>
                      <a:cubicBezTo>
                        <a:pt x="4707564" y="427027"/>
                        <a:pt x="4738235" y="426645"/>
                        <a:pt x="4767764" y="420739"/>
                      </a:cubicBezTo>
                      <a:cubicBezTo>
                        <a:pt x="4791386" y="415977"/>
                        <a:pt x="4811009" y="417501"/>
                        <a:pt x="4828916" y="434266"/>
                      </a:cubicBezTo>
                      <a:cubicBezTo>
                        <a:pt x="4852348" y="456364"/>
                        <a:pt x="4880925" y="469319"/>
                        <a:pt x="4912168" y="462271"/>
                      </a:cubicBezTo>
                      <a:cubicBezTo>
                        <a:pt x="4943409" y="455412"/>
                        <a:pt x="4963984" y="470271"/>
                        <a:pt x="4987037" y="485703"/>
                      </a:cubicBezTo>
                      <a:cubicBezTo>
                        <a:pt x="5003801" y="496942"/>
                        <a:pt x="5022852" y="511040"/>
                        <a:pt x="5041521" y="512182"/>
                      </a:cubicBezTo>
                      <a:cubicBezTo>
                        <a:pt x="5083814" y="514658"/>
                        <a:pt x="5120201" y="553904"/>
                        <a:pt x="5166113" y="531615"/>
                      </a:cubicBezTo>
                      <a:cubicBezTo>
                        <a:pt x="5169161" y="530091"/>
                        <a:pt x="5174685" y="533901"/>
                        <a:pt x="5179067" y="534853"/>
                      </a:cubicBezTo>
                      <a:cubicBezTo>
                        <a:pt x="5214121" y="542093"/>
                        <a:pt x="5247078" y="535043"/>
                        <a:pt x="5272796" y="511230"/>
                      </a:cubicBezTo>
                      <a:cubicBezTo>
                        <a:pt x="5306516" y="480177"/>
                        <a:pt x="5343855" y="477129"/>
                        <a:pt x="5385384" y="487227"/>
                      </a:cubicBezTo>
                      <a:cubicBezTo>
                        <a:pt x="5398721" y="490466"/>
                        <a:pt x="5412057" y="492752"/>
                        <a:pt x="5425582" y="495418"/>
                      </a:cubicBezTo>
                      <a:cubicBezTo>
                        <a:pt x="5443870" y="499228"/>
                        <a:pt x="5462351" y="503230"/>
                        <a:pt x="5480637" y="507040"/>
                      </a:cubicBezTo>
                      <a:cubicBezTo>
                        <a:pt x="5498356" y="510850"/>
                        <a:pt x="5517979" y="517326"/>
                        <a:pt x="5531693" y="500944"/>
                      </a:cubicBezTo>
                      <a:cubicBezTo>
                        <a:pt x="5543506" y="486845"/>
                        <a:pt x="5551888" y="488179"/>
                        <a:pt x="5562746" y="500372"/>
                      </a:cubicBezTo>
                      <a:cubicBezTo>
                        <a:pt x="5600467" y="543045"/>
                        <a:pt x="5646189" y="569716"/>
                        <a:pt x="5704483" y="571620"/>
                      </a:cubicBezTo>
                      <a:cubicBezTo>
                        <a:pt x="5716485" y="572002"/>
                        <a:pt x="5728678" y="574668"/>
                        <a:pt x="5740488" y="577526"/>
                      </a:cubicBezTo>
                      <a:cubicBezTo>
                        <a:pt x="5747728" y="579241"/>
                        <a:pt x="5756493" y="581147"/>
                        <a:pt x="5760873" y="586291"/>
                      </a:cubicBezTo>
                      <a:cubicBezTo>
                        <a:pt x="5794974" y="625534"/>
                        <a:pt x="5837457" y="652777"/>
                        <a:pt x="5883751" y="674686"/>
                      </a:cubicBezTo>
                      <a:cubicBezTo>
                        <a:pt x="5900323" y="682496"/>
                        <a:pt x="5918042" y="690306"/>
                        <a:pt x="5935949" y="692592"/>
                      </a:cubicBezTo>
                      <a:cubicBezTo>
                        <a:pt x="5954617" y="694878"/>
                        <a:pt x="5974240" y="691068"/>
                        <a:pt x="5993291" y="688972"/>
                      </a:cubicBezTo>
                      <a:cubicBezTo>
                        <a:pt x="6004531" y="687830"/>
                        <a:pt x="6017485" y="688020"/>
                        <a:pt x="6026440" y="682496"/>
                      </a:cubicBezTo>
                      <a:cubicBezTo>
                        <a:pt x="6054825" y="665159"/>
                        <a:pt x="6082258" y="646491"/>
                        <a:pt x="6108738" y="626296"/>
                      </a:cubicBezTo>
                      <a:cubicBezTo>
                        <a:pt x="6131409" y="608960"/>
                        <a:pt x="6135981" y="606483"/>
                        <a:pt x="6155602" y="628202"/>
                      </a:cubicBezTo>
                      <a:cubicBezTo>
                        <a:pt x="6175797" y="650491"/>
                        <a:pt x="6200944" y="662111"/>
                        <a:pt x="6228756" y="666873"/>
                      </a:cubicBezTo>
                      <a:cubicBezTo>
                        <a:pt x="6272764" y="674304"/>
                        <a:pt x="6317151" y="680590"/>
                        <a:pt x="6361539" y="684210"/>
                      </a:cubicBezTo>
                      <a:cubicBezTo>
                        <a:pt x="6401736" y="687448"/>
                        <a:pt x="6420977" y="669922"/>
                        <a:pt x="6428979" y="630106"/>
                      </a:cubicBezTo>
                      <a:cubicBezTo>
                        <a:pt x="6433551" y="608007"/>
                        <a:pt x="6439458" y="584003"/>
                        <a:pt x="6463840" y="578098"/>
                      </a:cubicBezTo>
                      <a:cubicBezTo>
                        <a:pt x="6503658" y="568572"/>
                        <a:pt x="6544997" y="564382"/>
                        <a:pt x="6564620" y="517708"/>
                      </a:cubicBezTo>
                      <a:cubicBezTo>
                        <a:pt x="6575478" y="527995"/>
                        <a:pt x="6582146" y="534091"/>
                        <a:pt x="6588625" y="540187"/>
                      </a:cubicBezTo>
                      <a:cubicBezTo>
                        <a:pt x="6606531" y="557142"/>
                        <a:pt x="6643678" y="564382"/>
                        <a:pt x="6662541" y="549714"/>
                      </a:cubicBezTo>
                      <a:cubicBezTo>
                        <a:pt x="6690354" y="528377"/>
                        <a:pt x="6715883" y="532377"/>
                        <a:pt x="6742552" y="548952"/>
                      </a:cubicBezTo>
                      <a:cubicBezTo>
                        <a:pt x="6764841" y="562668"/>
                        <a:pt x="6788417" y="567954"/>
                        <a:pt x="6812063" y="568430"/>
                      </a:cubicBezTo>
                      <a:lnTo>
                        <a:pt x="6858001" y="562267"/>
                      </a:lnTo>
                      <a:lnTo>
                        <a:pt x="6858001" y="734520"/>
                      </a:lnTo>
                      <a:lnTo>
                        <a:pt x="6815516" y="744220"/>
                      </a:lnTo>
                      <a:cubicBezTo>
                        <a:pt x="6793035" y="749744"/>
                        <a:pt x="6771319" y="759651"/>
                        <a:pt x="6748458" y="763271"/>
                      </a:cubicBezTo>
                      <a:cubicBezTo>
                        <a:pt x="6694164" y="771843"/>
                        <a:pt x="6639488" y="777939"/>
                        <a:pt x="6584812" y="784797"/>
                      </a:cubicBezTo>
                      <a:cubicBezTo>
                        <a:pt x="6528424" y="791846"/>
                        <a:pt x="6472225" y="799276"/>
                        <a:pt x="6415833" y="805562"/>
                      </a:cubicBezTo>
                      <a:cubicBezTo>
                        <a:pt x="6384972" y="808802"/>
                        <a:pt x="6353919" y="809372"/>
                        <a:pt x="6323058" y="812420"/>
                      </a:cubicBezTo>
                      <a:cubicBezTo>
                        <a:pt x="6296005" y="815088"/>
                        <a:pt x="6269144" y="820041"/>
                        <a:pt x="6242093" y="823281"/>
                      </a:cubicBezTo>
                      <a:cubicBezTo>
                        <a:pt x="6218660" y="825947"/>
                        <a:pt x="6195037" y="827471"/>
                        <a:pt x="6171605" y="830139"/>
                      </a:cubicBezTo>
                      <a:cubicBezTo>
                        <a:pt x="6134075" y="834519"/>
                        <a:pt x="6096736" y="839473"/>
                        <a:pt x="6059397" y="844045"/>
                      </a:cubicBezTo>
                      <a:cubicBezTo>
                        <a:pt x="6043776" y="845759"/>
                        <a:pt x="6027392" y="850522"/>
                        <a:pt x="6012723" y="847665"/>
                      </a:cubicBezTo>
                      <a:cubicBezTo>
                        <a:pt x="5975764" y="840425"/>
                        <a:pt x="5939377" y="842521"/>
                        <a:pt x="5902610" y="847473"/>
                      </a:cubicBezTo>
                      <a:cubicBezTo>
                        <a:pt x="5890037" y="849190"/>
                        <a:pt x="5876511" y="848808"/>
                        <a:pt x="5864318" y="845569"/>
                      </a:cubicBezTo>
                      <a:cubicBezTo>
                        <a:pt x="5839361" y="839091"/>
                        <a:pt x="5815169" y="829947"/>
                        <a:pt x="5790592" y="821947"/>
                      </a:cubicBezTo>
                      <a:cubicBezTo>
                        <a:pt x="5787924" y="820995"/>
                        <a:pt x="5784686" y="820803"/>
                        <a:pt x="5781830" y="820233"/>
                      </a:cubicBezTo>
                      <a:cubicBezTo>
                        <a:pt x="5765635" y="816992"/>
                        <a:pt x="5749634" y="813754"/>
                        <a:pt x="5733440" y="810896"/>
                      </a:cubicBezTo>
                      <a:cubicBezTo>
                        <a:pt x="5724678" y="809372"/>
                        <a:pt x="5715723" y="809182"/>
                        <a:pt x="5706959" y="807848"/>
                      </a:cubicBezTo>
                      <a:cubicBezTo>
                        <a:pt x="5673050" y="802514"/>
                        <a:pt x="5635711" y="811468"/>
                        <a:pt x="5606372" y="788417"/>
                      </a:cubicBezTo>
                      <a:cubicBezTo>
                        <a:pt x="5587321" y="773557"/>
                        <a:pt x="5568842" y="776987"/>
                        <a:pt x="5548460" y="779273"/>
                      </a:cubicBezTo>
                      <a:cubicBezTo>
                        <a:pt x="5533027" y="780987"/>
                        <a:pt x="5517215" y="780415"/>
                        <a:pt x="5501594" y="780607"/>
                      </a:cubicBezTo>
                      <a:cubicBezTo>
                        <a:pt x="5474161" y="781177"/>
                        <a:pt x="5446728" y="781369"/>
                        <a:pt x="5419295" y="782321"/>
                      </a:cubicBezTo>
                      <a:cubicBezTo>
                        <a:pt x="5410531" y="782701"/>
                        <a:pt x="5401579" y="787465"/>
                        <a:pt x="5393005" y="786703"/>
                      </a:cubicBezTo>
                      <a:cubicBezTo>
                        <a:pt x="5353379" y="783083"/>
                        <a:pt x="5313754" y="777367"/>
                        <a:pt x="5274129" y="774129"/>
                      </a:cubicBezTo>
                      <a:cubicBezTo>
                        <a:pt x="5251650" y="772225"/>
                        <a:pt x="5228597" y="775843"/>
                        <a:pt x="5206308" y="773177"/>
                      </a:cubicBezTo>
                      <a:cubicBezTo>
                        <a:pt x="5180591" y="770129"/>
                        <a:pt x="5155445" y="762319"/>
                        <a:pt x="5129916" y="757554"/>
                      </a:cubicBezTo>
                      <a:cubicBezTo>
                        <a:pt x="5122867" y="756222"/>
                        <a:pt x="5115057" y="757936"/>
                        <a:pt x="5107627" y="758316"/>
                      </a:cubicBezTo>
                      <a:cubicBezTo>
                        <a:pt x="5099245" y="758699"/>
                        <a:pt x="5091052" y="759461"/>
                        <a:pt x="5082670" y="759651"/>
                      </a:cubicBezTo>
                      <a:cubicBezTo>
                        <a:pt x="5057141" y="760033"/>
                        <a:pt x="5031614" y="759461"/>
                        <a:pt x="5006086" y="760795"/>
                      </a:cubicBezTo>
                      <a:cubicBezTo>
                        <a:pt x="4990465" y="761557"/>
                        <a:pt x="4974082" y="769367"/>
                        <a:pt x="4959602" y="766509"/>
                      </a:cubicBezTo>
                      <a:cubicBezTo>
                        <a:pt x="4930075" y="760985"/>
                        <a:pt x="4900546" y="773367"/>
                        <a:pt x="4871019" y="763081"/>
                      </a:cubicBezTo>
                      <a:cubicBezTo>
                        <a:pt x="4861873" y="760033"/>
                        <a:pt x="4849300" y="767653"/>
                        <a:pt x="4838250" y="768033"/>
                      </a:cubicBezTo>
                      <a:cubicBezTo>
                        <a:pt x="4810627" y="768985"/>
                        <a:pt x="4783004" y="768795"/>
                        <a:pt x="4755381" y="768605"/>
                      </a:cubicBezTo>
                      <a:cubicBezTo>
                        <a:pt x="4730614" y="768415"/>
                        <a:pt x="4704895" y="771081"/>
                        <a:pt x="4681083" y="765747"/>
                      </a:cubicBezTo>
                      <a:cubicBezTo>
                        <a:pt x="4656126" y="760033"/>
                        <a:pt x="4633647" y="760795"/>
                        <a:pt x="4609452" y="767271"/>
                      </a:cubicBezTo>
                      <a:cubicBezTo>
                        <a:pt x="4592878" y="771653"/>
                        <a:pt x="4575351" y="772225"/>
                        <a:pt x="4558207" y="773557"/>
                      </a:cubicBezTo>
                      <a:cubicBezTo>
                        <a:pt x="4539728" y="775081"/>
                        <a:pt x="4519343" y="771081"/>
                        <a:pt x="4502579" y="777367"/>
                      </a:cubicBezTo>
                      <a:cubicBezTo>
                        <a:pt x="4452665" y="796038"/>
                        <a:pt x="4401419" y="800038"/>
                        <a:pt x="4349222" y="800038"/>
                      </a:cubicBezTo>
                      <a:cubicBezTo>
                        <a:pt x="4339695" y="800038"/>
                        <a:pt x="4329979" y="797372"/>
                        <a:pt x="4320837" y="794514"/>
                      </a:cubicBezTo>
                      <a:cubicBezTo>
                        <a:pt x="4267493" y="777367"/>
                        <a:pt x="4213961" y="778891"/>
                        <a:pt x="4159667" y="789370"/>
                      </a:cubicBezTo>
                      <a:cubicBezTo>
                        <a:pt x="4148427" y="791656"/>
                        <a:pt x="4135854" y="792038"/>
                        <a:pt x="4124614" y="789752"/>
                      </a:cubicBezTo>
                      <a:cubicBezTo>
                        <a:pt x="4092989" y="783083"/>
                        <a:pt x="4062318" y="772033"/>
                        <a:pt x="4030503" y="767271"/>
                      </a:cubicBezTo>
                      <a:cubicBezTo>
                        <a:pt x="3977925" y="759461"/>
                        <a:pt x="3932394" y="785749"/>
                        <a:pt x="3885338" y="802896"/>
                      </a:cubicBezTo>
                      <a:cubicBezTo>
                        <a:pt x="3840569" y="819089"/>
                        <a:pt x="3802467" y="855666"/>
                        <a:pt x="3749506" y="847473"/>
                      </a:cubicBezTo>
                      <a:cubicBezTo>
                        <a:pt x="3744173" y="846711"/>
                        <a:pt x="3738267" y="851856"/>
                        <a:pt x="3732361" y="853190"/>
                      </a:cubicBezTo>
                      <a:cubicBezTo>
                        <a:pt x="3716168" y="856810"/>
                        <a:pt x="3699976" y="861190"/>
                        <a:pt x="3683591" y="862906"/>
                      </a:cubicBezTo>
                      <a:cubicBezTo>
                        <a:pt x="3663589" y="865192"/>
                        <a:pt x="3643204" y="864430"/>
                        <a:pt x="3623201" y="866334"/>
                      </a:cubicBezTo>
                      <a:cubicBezTo>
                        <a:pt x="3597482" y="868620"/>
                        <a:pt x="3572146" y="874716"/>
                        <a:pt x="3546617" y="874716"/>
                      </a:cubicBezTo>
                      <a:cubicBezTo>
                        <a:pt x="3526042" y="874716"/>
                        <a:pt x="3505657" y="867668"/>
                        <a:pt x="3485275" y="864238"/>
                      </a:cubicBezTo>
                      <a:cubicBezTo>
                        <a:pt x="3456508" y="859476"/>
                        <a:pt x="3424883" y="860810"/>
                        <a:pt x="3399546" y="848618"/>
                      </a:cubicBezTo>
                      <a:cubicBezTo>
                        <a:pt x="3372495" y="835663"/>
                        <a:pt x="3346776" y="829757"/>
                        <a:pt x="3318771" y="833757"/>
                      </a:cubicBezTo>
                      <a:cubicBezTo>
                        <a:pt x="3309437" y="835091"/>
                        <a:pt x="3297434" y="843093"/>
                        <a:pt x="3293244" y="851284"/>
                      </a:cubicBezTo>
                      <a:cubicBezTo>
                        <a:pt x="3283908" y="869572"/>
                        <a:pt x="3271145" y="872812"/>
                        <a:pt x="3253809" y="866524"/>
                      </a:cubicBezTo>
                      <a:cubicBezTo>
                        <a:pt x="3238758" y="861190"/>
                        <a:pt x="3220280" y="858524"/>
                        <a:pt x="3209993" y="848235"/>
                      </a:cubicBezTo>
                      <a:cubicBezTo>
                        <a:pt x="3180844" y="819089"/>
                        <a:pt x="3143695" y="818136"/>
                        <a:pt x="3107500" y="810326"/>
                      </a:cubicBezTo>
                      <a:cubicBezTo>
                        <a:pt x="3085403" y="805562"/>
                        <a:pt x="3064827" y="805372"/>
                        <a:pt x="3042728" y="808610"/>
                      </a:cubicBezTo>
                      <a:cubicBezTo>
                        <a:pt x="2994722" y="815850"/>
                        <a:pt x="2948047" y="805562"/>
                        <a:pt x="2901943" y="792418"/>
                      </a:cubicBezTo>
                      <a:cubicBezTo>
                        <a:pt x="2871462" y="783655"/>
                        <a:pt x="2840219" y="778321"/>
                        <a:pt x="2809930" y="769367"/>
                      </a:cubicBezTo>
                      <a:cubicBezTo>
                        <a:pt x="2787259" y="762509"/>
                        <a:pt x="2764590" y="754316"/>
                        <a:pt x="2743826" y="743268"/>
                      </a:cubicBezTo>
                      <a:cubicBezTo>
                        <a:pt x="2713723" y="727073"/>
                        <a:pt x="2687436" y="702689"/>
                        <a:pt x="2649143" y="709167"/>
                      </a:cubicBezTo>
                      <a:cubicBezTo>
                        <a:pt x="2615421" y="714881"/>
                        <a:pt x="2584942" y="702881"/>
                        <a:pt x="2554079" y="691450"/>
                      </a:cubicBezTo>
                      <a:cubicBezTo>
                        <a:pt x="2531409" y="683068"/>
                        <a:pt x="2508742" y="674494"/>
                        <a:pt x="2485307" y="669160"/>
                      </a:cubicBezTo>
                      <a:cubicBezTo>
                        <a:pt x="2457492" y="662873"/>
                        <a:pt x="2426059" y="665541"/>
                        <a:pt x="2401292" y="653919"/>
                      </a:cubicBezTo>
                      <a:cubicBezTo>
                        <a:pt x="2375383" y="641727"/>
                        <a:pt x="2353859" y="649919"/>
                        <a:pt x="2330806" y="653349"/>
                      </a:cubicBezTo>
                      <a:cubicBezTo>
                        <a:pt x="2294039" y="658683"/>
                        <a:pt x="2257459" y="668590"/>
                        <a:pt x="2220312" y="656015"/>
                      </a:cubicBezTo>
                      <a:cubicBezTo>
                        <a:pt x="2175163" y="640775"/>
                        <a:pt x="2130393" y="624392"/>
                        <a:pt x="2085054" y="609914"/>
                      </a:cubicBezTo>
                      <a:cubicBezTo>
                        <a:pt x="2067525" y="604387"/>
                        <a:pt x="2048668" y="602101"/>
                        <a:pt x="2030378" y="599625"/>
                      </a:cubicBezTo>
                      <a:cubicBezTo>
                        <a:pt x="2013043" y="597529"/>
                        <a:pt x="1992279" y="602863"/>
                        <a:pt x="1978940" y="594863"/>
                      </a:cubicBezTo>
                      <a:cubicBezTo>
                        <a:pt x="1944649" y="574288"/>
                        <a:pt x="1909408" y="564192"/>
                        <a:pt x="1869780" y="564192"/>
                      </a:cubicBezTo>
                      <a:cubicBezTo>
                        <a:pt x="1854920" y="564192"/>
                        <a:pt x="1840441" y="555618"/>
                        <a:pt x="1825393" y="554094"/>
                      </a:cubicBezTo>
                      <a:cubicBezTo>
                        <a:pt x="1804816" y="552190"/>
                        <a:pt x="1781194" y="547045"/>
                        <a:pt x="1763287" y="554286"/>
                      </a:cubicBezTo>
                      <a:cubicBezTo>
                        <a:pt x="1721185" y="571430"/>
                        <a:pt x="1687086" y="557142"/>
                        <a:pt x="1650317" y="540187"/>
                      </a:cubicBezTo>
                      <a:cubicBezTo>
                        <a:pt x="1614120" y="523423"/>
                        <a:pt x="1576019" y="510088"/>
                        <a:pt x="1537537" y="499038"/>
                      </a:cubicBezTo>
                      <a:cubicBezTo>
                        <a:pt x="1523059" y="495038"/>
                        <a:pt x="1505724" y="501706"/>
                        <a:pt x="1489720" y="503038"/>
                      </a:cubicBezTo>
                      <a:cubicBezTo>
                        <a:pt x="1484004" y="503420"/>
                        <a:pt x="1477717" y="503992"/>
                        <a:pt x="1472575" y="502086"/>
                      </a:cubicBezTo>
                      <a:cubicBezTo>
                        <a:pt x="1422854" y="483797"/>
                        <a:pt x="1372368" y="469891"/>
                        <a:pt x="1318456" y="479415"/>
                      </a:cubicBezTo>
                      <a:cubicBezTo>
                        <a:pt x="1313504" y="480369"/>
                        <a:pt x="1307978" y="478273"/>
                        <a:pt x="1303024" y="476939"/>
                      </a:cubicBezTo>
                      <a:cubicBezTo>
                        <a:pt x="1278829" y="470081"/>
                        <a:pt x="1255206" y="459223"/>
                        <a:pt x="1230633" y="456746"/>
                      </a:cubicBezTo>
                      <a:cubicBezTo>
                        <a:pt x="1170051" y="450650"/>
                        <a:pt x="1109091" y="448172"/>
                        <a:pt x="1048125" y="444172"/>
                      </a:cubicBezTo>
                      <a:cubicBezTo>
                        <a:pt x="1044315" y="443982"/>
                        <a:pt x="1040315" y="443982"/>
                        <a:pt x="1036887" y="442648"/>
                      </a:cubicBezTo>
                      <a:cubicBezTo>
                        <a:pt x="1014406" y="434456"/>
                        <a:pt x="994785" y="437124"/>
                        <a:pt x="975733" y="452744"/>
                      </a:cubicBezTo>
                      <a:cubicBezTo>
                        <a:pt x="967350" y="459603"/>
                        <a:pt x="955920" y="463223"/>
                        <a:pt x="945444" y="467033"/>
                      </a:cubicBezTo>
                      <a:cubicBezTo>
                        <a:pt x="930011" y="472749"/>
                        <a:pt x="914200" y="478273"/>
                        <a:pt x="898198" y="481893"/>
                      </a:cubicBezTo>
                      <a:cubicBezTo>
                        <a:pt x="882384" y="485321"/>
                        <a:pt x="865430" y="490084"/>
                        <a:pt x="850189" y="487417"/>
                      </a:cubicBezTo>
                      <a:cubicBezTo>
                        <a:pt x="822756" y="482655"/>
                        <a:pt x="796655" y="471987"/>
                        <a:pt x="769605" y="464937"/>
                      </a:cubicBezTo>
                      <a:cubicBezTo>
                        <a:pt x="760270" y="462461"/>
                        <a:pt x="749982" y="462843"/>
                        <a:pt x="740268" y="462651"/>
                      </a:cubicBezTo>
                      <a:cubicBezTo>
                        <a:pt x="717977" y="462081"/>
                        <a:pt x="695116" y="467605"/>
                        <a:pt x="674923" y="451792"/>
                      </a:cubicBezTo>
                      <a:cubicBezTo>
                        <a:pt x="656255" y="436934"/>
                        <a:pt x="637392" y="441314"/>
                        <a:pt x="617772" y="452554"/>
                      </a:cubicBezTo>
                      <a:cubicBezTo>
                        <a:pt x="603673" y="460557"/>
                        <a:pt x="587672" y="466843"/>
                        <a:pt x="571860" y="469891"/>
                      </a:cubicBezTo>
                      <a:cubicBezTo>
                        <a:pt x="550141" y="474081"/>
                        <a:pt x="528615" y="475797"/>
                        <a:pt x="505182" y="473319"/>
                      </a:cubicBezTo>
                      <a:cubicBezTo>
                        <a:pt x="488607" y="471605"/>
                        <a:pt x="475081" y="470843"/>
                        <a:pt x="462126" y="460747"/>
                      </a:cubicBezTo>
                      <a:cubicBezTo>
                        <a:pt x="460032" y="459223"/>
                        <a:pt x="456222" y="458841"/>
                        <a:pt x="453364" y="459033"/>
                      </a:cubicBezTo>
                      <a:cubicBezTo>
                        <a:pt x="415835" y="462271"/>
                        <a:pt x="378686" y="460557"/>
                        <a:pt x="340774" y="458268"/>
                      </a:cubicBezTo>
                      <a:cubicBezTo>
                        <a:pt x="292579" y="455222"/>
                        <a:pt x="241901" y="464175"/>
                        <a:pt x="200182" y="496180"/>
                      </a:cubicBezTo>
                      <a:cubicBezTo>
                        <a:pt x="194085" y="500944"/>
                        <a:pt x="184941" y="503038"/>
                        <a:pt x="176939" y="504182"/>
                      </a:cubicBezTo>
                      <a:cubicBezTo>
                        <a:pt x="139219" y="509134"/>
                        <a:pt x="101308" y="512564"/>
                        <a:pt x="63587" y="518088"/>
                      </a:cubicBezTo>
                      <a:cubicBezTo>
                        <a:pt x="43012" y="521137"/>
                        <a:pt x="21486" y="523805"/>
                        <a:pt x="2817" y="532187"/>
                      </a:cubicBezTo>
                      <a:lnTo>
                        <a:pt x="0" y="533314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" name="Freeform: Shape 17">
                  <a:extLst>
                    <a:ext uri="{FF2B5EF4-FFF2-40B4-BE49-F238E27FC236}">
                      <a16:creationId xmlns:a16="http://schemas.microsoft.com/office/drawing/2014/main" id="{F8841A98-AA1D-4F65-A368-EF31110B07C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6200000" flipH="1">
                  <a:off x="715166" y="2991642"/>
                  <a:ext cx="6858001" cy="874716"/>
                </a:xfrm>
                <a:custGeom>
                  <a:avLst/>
                  <a:gdLst>
                    <a:gd name="connsiteX0" fmla="*/ 0 w 6858001"/>
                    <a:gd name="connsiteY0" fmla="*/ 533314 h 874716"/>
                    <a:gd name="connsiteX1" fmla="*/ 0 w 6858001"/>
                    <a:gd name="connsiteY1" fmla="*/ 69206 h 874716"/>
                    <a:gd name="connsiteX2" fmla="*/ 21486 w 6858001"/>
                    <a:gd name="connsiteY2" fmla="*/ 71924 h 874716"/>
                    <a:gd name="connsiteX3" fmla="*/ 228948 w 6858001"/>
                    <a:gd name="connsiteY3" fmla="*/ 88116 h 874716"/>
                    <a:gd name="connsiteX4" fmla="*/ 313533 w 6858001"/>
                    <a:gd name="connsiteY4" fmla="*/ 62779 h 874716"/>
                    <a:gd name="connsiteX5" fmla="*/ 338870 w 6858001"/>
                    <a:gd name="connsiteY5" fmla="*/ 62207 h 874716"/>
                    <a:gd name="connsiteX6" fmla="*/ 395640 w 6858001"/>
                    <a:gd name="connsiteY6" fmla="*/ 72114 h 874716"/>
                    <a:gd name="connsiteX7" fmla="*/ 512802 w 6858001"/>
                    <a:gd name="connsiteY7" fmla="*/ 65446 h 874716"/>
                    <a:gd name="connsiteX8" fmla="*/ 556047 w 6858001"/>
                    <a:gd name="connsiteY8" fmla="*/ 55349 h 874716"/>
                    <a:gd name="connsiteX9" fmla="*/ 580050 w 6858001"/>
                    <a:gd name="connsiteY9" fmla="*/ 48871 h 874716"/>
                    <a:gd name="connsiteX10" fmla="*/ 703308 w 6858001"/>
                    <a:gd name="connsiteY10" fmla="*/ 30964 h 874716"/>
                    <a:gd name="connsiteX11" fmla="*/ 758174 w 6858001"/>
                    <a:gd name="connsiteY11" fmla="*/ 11724 h 874716"/>
                    <a:gd name="connsiteX12" fmla="*/ 773035 w 6858001"/>
                    <a:gd name="connsiteY12" fmla="*/ 8866 h 874716"/>
                    <a:gd name="connsiteX13" fmla="*/ 854379 w 6858001"/>
                    <a:gd name="connsiteY13" fmla="*/ 16866 h 874716"/>
                    <a:gd name="connsiteX14" fmla="*/ 915343 w 6858001"/>
                    <a:gd name="connsiteY14" fmla="*/ 47919 h 874716"/>
                    <a:gd name="connsiteX15" fmla="*/ 927155 w 6858001"/>
                    <a:gd name="connsiteY15" fmla="*/ 58397 h 874716"/>
                    <a:gd name="connsiteX16" fmla="*/ 1097087 w 6858001"/>
                    <a:gd name="connsiteY16" fmla="*/ 54777 h 874716"/>
                    <a:gd name="connsiteX17" fmla="*/ 1123185 w 6858001"/>
                    <a:gd name="connsiteY17" fmla="*/ 50395 h 874716"/>
                    <a:gd name="connsiteX18" fmla="*/ 1249302 w 6858001"/>
                    <a:gd name="connsiteY18" fmla="*/ 68684 h 874716"/>
                    <a:gd name="connsiteX19" fmla="*/ 1286069 w 6858001"/>
                    <a:gd name="connsiteY19" fmla="*/ 72304 h 874716"/>
                    <a:gd name="connsiteX20" fmla="*/ 1417899 w 6858001"/>
                    <a:gd name="connsiteY20" fmla="*/ 88688 h 874716"/>
                    <a:gd name="connsiteX21" fmla="*/ 1436568 w 6858001"/>
                    <a:gd name="connsiteY21" fmla="*/ 73448 h 874716"/>
                    <a:gd name="connsiteX22" fmla="*/ 1490292 w 6858001"/>
                    <a:gd name="connsiteY22" fmla="*/ 35154 h 874716"/>
                    <a:gd name="connsiteX23" fmla="*/ 1596213 w 6858001"/>
                    <a:gd name="connsiteY23" fmla="*/ 1245 h 874716"/>
                    <a:gd name="connsiteX24" fmla="*/ 1624980 w 6858001"/>
                    <a:gd name="connsiteY24" fmla="*/ 3150 h 874716"/>
                    <a:gd name="connsiteX25" fmla="*/ 1697753 w 6858001"/>
                    <a:gd name="connsiteY25" fmla="*/ 59731 h 874716"/>
                    <a:gd name="connsiteX26" fmla="*/ 1733188 w 6858001"/>
                    <a:gd name="connsiteY26" fmla="*/ 82400 h 874716"/>
                    <a:gd name="connsiteX27" fmla="*/ 1833775 w 6858001"/>
                    <a:gd name="connsiteY27" fmla="*/ 124121 h 874716"/>
                    <a:gd name="connsiteX28" fmla="*/ 1842158 w 6858001"/>
                    <a:gd name="connsiteY28" fmla="*/ 131742 h 874716"/>
                    <a:gd name="connsiteX29" fmla="*/ 1916454 w 6858001"/>
                    <a:gd name="connsiteY29" fmla="*/ 222233 h 874716"/>
                    <a:gd name="connsiteX30" fmla="*/ 1933219 w 6858001"/>
                    <a:gd name="connsiteY30" fmla="*/ 237663 h 874716"/>
                    <a:gd name="connsiteX31" fmla="*/ 1953413 w 6858001"/>
                    <a:gd name="connsiteY31" fmla="*/ 261668 h 874716"/>
                    <a:gd name="connsiteX32" fmla="*/ 2016469 w 6858001"/>
                    <a:gd name="connsiteY32" fmla="*/ 308151 h 874716"/>
                    <a:gd name="connsiteX33" fmla="*/ 2094578 w 6858001"/>
                    <a:gd name="connsiteY33" fmla="*/ 323010 h 874716"/>
                    <a:gd name="connsiteX34" fmla="*/ 2188879 w 6858001"/>
                    <a:gd name="connsiteY34" fmla="*/ 345681 h 874716"/>
                    <a:gd name="connsiteX35" fmla="*/ 2228314 w 6858001"/>
                    <a:gd name="connsiteY35" fmla="*/ 360921 h 874716"/>
                    <a:gd name="connsiteX36" fmla="*/ 2334044 w 6858001"/>
                    <a:gd name="connsiteY36" fmla="*/ 389878 h 874716"/>
                    <a:gd name="connsiteX37" fmla="*/ 2409485 w 6858001"/>
                    <a:gd name="connsiteY37" fmla="*/ 414263 h 874716"/>
                    <a:gd name="connsiteX38" fmla="*/ 2518264 w 6858001"/>
                    <a:gd name="connsiteY38" fmla="*/ 428552 h 874716"/>
                    <a:gd name="connsiteX39" fmla="*/ 2571034 w 6858001"/>
                    <a:gd name="connsiteY39" fmla="*/ 429122 h 874716"/>
                    <a:gd name="connsiteX40" fmla="*/ 2668001 w 6858001"/>
                    <a:gd name="connsiteY40" fmla="*/ 502276 h 874716"/>
                    <a:gd name="connsiteX41" fmla="*/ 2745348 w 6858001"/>
                    <a:gd name="connsiteY41" fmla="*/ 550666 h 874716"/>
                    <a:gd name="connsiteX42" fmla="*/ 2826694 w 6858001"/>
                    <a:gd name="connsiteY42" fmla="*/ 527233 h 874716"/>
                    <a:gd name="connsiteX43" fmla="*/ 2848793 w 6858001"/>
                    <a:gd name="connsiteY43" fmla="*/ 505134 h 874716"/>
                    <a:gd name="connsiteX44" fmla="*/ 2982148 w 6858001"/>
                    <a:gd name="connsiteY44" fmla="*/ 484179 h 874716"/>
                    <a:gd name="connsiteX45" fmla="*/ 3172654 w 6858001"/>
                    <a:gd name="connsiteY45" fmla="*/ 483417 h 874716"/>
                    <a:gd name="connsiteX46" fmla="*/ 3489467 w 6858001"/>
                    <a:gd name="connsiteY46" fmla="*/ 435790 h 874716"/>
                    <a:gd name="connsiteX47" fmla="*/ 3544713 w 6858001"/>
                    <a:gd name="connsiteY47" fmla="*/ 413691 h 874716"/>
                    <a:gd name="connsiteX48" fmla="*/ 3606817 w 6858001"/>
                    <a:gd name="connsiteY48" fmla="*/ 408167 h 874716"/>
                    <a:gd name="connsiteX49" fmla="*/ 3630632 w 6858001"/>
                    <a:gd name="connsiteY49" fmla="*/ 421693 h 874716"/>
                    <a:gd name="connsiteX50" fmla="*/ 3734837 w 6858001"/>
                    <a:gd name="connsiteY50" fmla="*/ 441886 h 874716"/>
                    <a:gd name="connsiteX51" fmla="*/ 3754652 w 6858001"/>
                    <a:gd name="connsiteY51" fmla="*/ 442268 h 874716"/>
                    <a:gd name="connsiteX52" fmla="*/ 3822472 w 6858001"/>
                    <a:gd name="connsiteY52" fmla="*/ 433694 h 874716"/>
                    <a:gd name="connsiteX53" fmla="*/ 3885338 w 6858001"/>
                    <a:gd name="connsiteY53" fmla="*/ 428742 h 874716"/>
                    <a:gd name="connsiteX54" fmla="*/ 4043839 w 6858001"/>
                    <a:gd name="connsiteY54" fmla="*/ 444934 h 874716"/>
                    <a:gd name="connsiteX55" fmla="*/ 4165383 w 6858001"/>
                    <a:gd name="connsiteY55" fmla="*/ 441124 h 874716"/>
                    <a:gd name="connsiteX56" fmla="*/ 4221391 w 6858001"/>
                    <a:gd name="connsiteY56" fmla="*/ 444934 h 874716"/>
                    <a:gd name="connsiteX57" fmla="*/ 4253014 w 6858001"/>
                    <a:gd name="connsiteY57" fmla="*/ 450650 h 874716"/>
                    <a:gd name="connsiteX58" fmla="*/ 4324645 w 6858001"/>
                    <a:gd name="connsiteY58" fmla="*/ 490466 h 874716"/>
                    <a:gd name="connsiteX59" fmla="*/ 4363890 w 6858001"/>
                    <a:gd name="connsiteY59" fmla="*/ 499420 h 874716"/>
                    <a:gd name="connsiteX60" fmla="*/ 4482004 w 6858001"/>
                    <a:gd name="connsiteY60" fmla="*/ 498658 h 874716"/>
                    <a:gd name="connsiteX61" fmla="*/ 4659174 w 6858001"/>
                    <a:gd name="connsiteY61" fmla="*/ 438648 h 874716"/>
                    <a:gd name="connsiteX62" fmla="*/ 4677655 w 6858001"/>
                    <a:gd name="connsiteY62" fmla="*/ 430646 h 874716"/>
                    <a:gd name="connsiteX63" fmla="*/ 4767764 w 6858001"/>
                    <a:gd name="connsiteY63" fmla="*/ 420739 h 874716"/>
                    <a:gd name="connsiteX64" fmla="*/ 4828916 w 6858001"/>
                    <a:gd name="connsiteY64" fmla="*/ 434266 h 874716"/>
                    <a:gd name="connsiteX65" fmla="*/ 4912168 w 6858001"/>
                    <a:gd name="connsiteY65" fmla="*/ 462271 h 874716"/>
                    <a:gd name="connsiteX66" fmla="*/ 4987037 w 6858001"/>
                    <a:gd name="connsiteY66" fmla="*/ 485703 h 874716"/>
                    <a:gd name="connsiteX67" fmla="*/ 5041521 w 6858001"/>
                    <a:gd name="connsiteY67" fmla="*/ 512182 h 874716"/>
                    <a:gd name="connsiteX68" fmla="*/ 5166113 w 6858001"/>
                    <a:gd name="connsiteY68" fmla="*/ 531615 h 874716"/>
                    <a:gd name="connsiteX69" fmla="*/ 5179067 w 6858001"/>
                    <a:gd name="connsiteY69" fmla="*/ 534853 h 874716"/>
                    <a:gd name="connsiteX70" fmla="*/ 5272796 w 6858001"/>
                    <a:gd name="connsiteY70" fmla="*/ 511230 h 874716"/>
                    <a:gd name="connsiteX71" fmla="*/ 5385384 w 6858001"/>
                    <a:gd name="connsiteY71" fmla="*/ 487227 h 874716"/>
                    <a:gd name="connsiteX72" fmla="*/ 5425582 w 6858001"/>
                    <a:gd name="connsiteY72" fmla="*/ 495418 h 874716"/>
                    <a:gd name="connsiteX73" fmla="*/ 5480637 w 6858001"/>
                    <a:gd name="connsiteY73" fmla="*/ 507040 h 874716"/>
                    <a:gd name="connsiteX74" fmla="*/ 5531693 w 6858001"/>
                    <a:gd name="connsiteY74" fmla="*/ 500944 h 874716"/>
                    <a:gd name="connsiteX75" fmla="*/ 5562746 w 6858001"/>
                    <a:gd name="connsiteY75" fmla="*/ 500372 h 874716"/>
                    <a:gd name="connsiteX76" fmla="*/ 5704483 w 6858001"/>
                    <a:gd name="connsiteY76" fmla="*/ 571620 h 874716"/>
                    <a:gd name="connsiteX77" fmla="*/ 5740488 w 6858001"/>
                    <a:gd name="connsiteY77" fmla="*/ 577526 h 874716"/>
                    <a:gd name="connsiteX78" fmla="*/ 5760873 w 6858001"/>
                    <a:gd name="connsiteY78" fmla="*/ 586291 h 874716"/>
                    <a:gd name="connsiteX79" fmla="*/ 5883751 w 6858001"/>
                    <a:gd name="connsiteY79" fmla="*/ 674686 h 874716"/>
                    <a:gd name="connsiteX80" fmla="*/ 5935949 w 6858001"/>
                    <a:gd name="connsiteY80" fmla="*/ 692592 h 874716"/>
                    <a:gd name="connsiteX81" fmla="*/ 5993291 w 6858001"/>
                    <a:gd name="connsiteY81" fmla="*/ 688972 h 874716"/>
                    <a:gd name="connsiteX82" fmla="*/ 6026440 w 6858001"/>
                    <a:gd name="connsiteY82" fmla="*/ 682496 h 874716"/>
                    <a:gd name="connsiteX83" fmla="*/ 6108738 w 6858001"/>
                    <a:gd name="connsiteY83" fmla="*/ 626296 h 874716"/>
                    <a:gd name="connsiteX84" fmla="*/ 6155602 w 6858001"/>
                    <a:gd name="connsiteY84" fmla="*/ 628202 h 874716"/>
                    <a:gd name="connsiteX85" fmla="*/ 6228756 w 6858001"/>
                    <a:gd name="connsiteY85" fmla="*/ 666873 h 874716"/>
                    <a:gd name="connsiteX86" fmla="*/ 6361539 w 6858001"/>
                    <a:gd name="connsiteY86" fmla="*/ 684210 h 874716"/>
                    <a:gd name="connsiteX87" fmla="*/ 6428979 w 6858001"/>
                    <a:gd name="connsiteY87" fmla="*/ 630106 h 874716"/>
                    <a:gd name="connsiteX88" fmla="*/ 6463840 w 6858001"/>
                    <a:gd name="connsiteY88" fmla="*/ 578098 h 874716"/>
                    <a:gd name="connsiteX89" fmla="*/ 6564620 w 6858001"/>
                    <a:gd name="connsiteY89" fmla="*/ 517708 h 874716"/>
                    <a:gd name="connsiteX90" fmla="*/ 6588625 w 6858001"/>
                    <a:gd name="connsiteY90" fmla="*/ 540187 h 874716"/>
                    <a:gd name="connsiteX91" fmla="*/ 6662541 w 6858001"/>
                    <a:gd name="connsiteY91" fmla="*/ 549714 h 874716"/>
                    <a:gd name="connsiteX92" fmla="*/ 6742552 w 6858001"/>
                    <a:gd name="connsiteY92" fmla="*/ 548952 h 874716"/>
                    <a:gd name="connsiteX93" fmla="*/ 6812063 w 6858001"/>
                    <a:gd name="connsiteY93" fmla="*/ 568430 h 874716"/>
                    <a:gd name="connsiteX94" fmla="*/ 6858001 w 6858001"/>
                    <a:gd name="connsiteY94" fmla="*/ 562267 h 874716"/>
                    <a:gd name="connsiteX95" fmla="*/ 6858001 w 6858001"/>
                    <a:gd name="connsiteY95" fmla="*/ 734520 h 874716"/>
                    <a:gd name="connsiteX96" fmla="*/ 6815516 w 6858001"/>
                    <a:gd name="connsiteY96" fmla="*/ 744220 h 874716"/>
                    <a:gd name="connsiteX97" fmla="*/ 6748458 w 6858001"/>
                    <a:gd name="connsiteY97" fmla="*/ 763271 h 874716"/>
                    <a:gd name="connsiteX98" fmla="*/ 6584812 w 6858001"/>
                    <a:gd name="connsiteY98" fmla="*/ 784797 h 874716"/>
                    <a:gd name="connsiteX99" fmla="*/ 6415833 w 6858001"/>
                    <a:gd name="connsiteY99" fmla="*/ 805562 h 874716"/>
                    <a:gd name="connsiteX100" fmla="*/ 6323058 w 6858001"/>
                    <a:gd name="connsiteY100" fmla="*/ 812420 h 874716"/>
                    <a:gd name="connsiteX101" fmla="*/ 6242093 w 6858001"/>
                    <a:gd name="connsiteY101" fmla="*/ 823281 h 874716"/>
                    <a:gd name="connsiteX102" fmla="*/ 6171605 w 6858001"/>
                    <a:gd name="connsiteY102" fmla="*/ 830139 h 874716"/>
                    <a:gd name="connsiteX103" fmla="*/ 6059397 w 6858001"/>
                    <a:gd name="connsiteY103" fmla="*/ 844045 h 874716"/>
                    <a:gd name="connsiteX104" fmla="*/ 6012723 w 6858001"/>
                    <a:gd name="connsiteY104" fmla="*/ 847665 h 874716"/>
                    <a:gd name="connsiteX105" fmla="*/ 5902610 w 6858001"/>
                    <a:gd name="connsiteY105" fmla="*/ 847473 h 874716"/>
                    <a:gd name="connsiteX106" fmla="*/ 5864318 w 6858001"/>
                    <a:gd name="connsiteY106" fmla="*/ 845569 h 874716"/>
                    <a:gd name="connsiteX107" fmla="*/ 5790592 w 6858001"/>
                    <a:gd name="connsiteY107" fmla="*/ 821947 h 874716"/>
                    <a:gd name="connsiteX108" fmla="*/ 5781830 w 6858001"/>
                    <a:gd name="connsiteY108" fmla="*/ 820233 h 874716"/>
                    <a:gd name="connsiteX109" fmla="*/ 5733440 w 6858001"/>
                    <a:gd name="connsiteY109" fmla="*/ 810896 h 874716"/>
                    <a:gd name="connsiteX110" fmla="*/ 5706959 w 6858001"/>
                    <a:gd name="connsiteY110" fmla="*/ 807848 h 874716"/>
                    <a:gd name="connsiteX111" fmla="*/ 5606372 w 6858001"/>
                    <a:gd name="connsiteY111" fmla="*/ 788417 h 874716"/>
                    <a:gd name="connsiteX112" fmla="*/ 5548460 w 6858001"/>
                    <a:gd name="connsiteY112" fmla="*/ 779273 h 874716"/>
                    <a:gd name="connsiteX113" fmla="*/ 5501594 w 6858001"/>
                    <a:gd name="connsiteY113" fmla="*/ 780607 h 874716"/>
                    <a:gd name="connsiteX114" fmla="*/ 5419295 w 6858001"/>
                    <a:gd name="connsiteY114" fmla="*/ 782321 h 874716"/>
                    <a:gd name="connsiteX115" fmla="*/ 5393005 w 6858001"/>
                    <a:gd name="connsiteY115" fmla="*/ 786703 h 874716"/>
                    <a:gd name="connsiteX116" fmla="*/ 5274129 w 6858001"/>
                    <a:gd name="connsiteY116" fmla="*/ 774129 h 874716"/>
                    <a:gd name="connsiteX117" fmla="*/ 5206308 w 6858001"/>
                    <a:gd name="connsiteY117" fmla="*/ 773177 h 874716"/>
                    <a:gd name="connsiteX118" fmla="*/ 5129916 w 6858001"/>
                    <a:gd name="connsiteY118" fmla="*/ 757554 h 874716"/>
                    <a:gd name="connsiteX119" fmla="*/ 5107627 w 6858001"/>
                    <a:gd name="connsiteY119" fmla="*/ 758316 h 874716"/>
                    <a:gd name="connsiteX120" fmla="*/ 5082670 w 6858001"/>
                    <a:gd name="connsiteY120" fmla="*/ 759651 h 874716"/>
                    <a:gd name="connsiteX121" fmla="*/ 5006086 w 6858001"/>
                    <a:gd name="connsiteY121" fmla="*/ 760795 h 874716"/>
                    <a:gd name="connsiteX122" fmla="*/ 4959602 w 6858001"/>
                    <a:gd name="connsiteY122" fmla="*/ 766509 h 874716"/>
                    <a:gd name="connsiteX123" fmla="*/ 4871019 w 6858001"/>
                    <a:gd name="connsiteY123" fmla="*/ 763081 h 874716"/>
                    <a:gd name="connsiteX124" fmla="*/ 4838250 w 6858001"/>
                    <a:gd name="connsiteY124" fmla="*/ 768033 h 874716"/>
                    <a:gd name="connsiteX125" fmla="*/ 4755381 w 6858001"/>
                    <a:gd name="connsiteY125" fmla="*/ 768605 h 874716"/>
                    <a:gd name="connsiteX126" fmla="*/ 4681083 w 6858001"/>
                    <a:gd name="connsiteY126" fmla="*/ 765747 h 874716"/>
                    <a:gd name="connsiteX127" fmla="*/ 4609452 w 6858001"/>
                    <a:gd name="connsiteY127" fmla="*/ 767271 h 874716"/>
                    <a:gd name="connsiteX128" fmla="*/ 4558207 w 6858001"/>
                    <a:gd name="connsiteY128" fmla="*/ 773557 h 874716"/>
                    <a:gd name="connsiteX129" fmla="*/ 4502579 w 6858001"/>
                    <a:gd name="connsiteY129" fmla="*/ 777367 h 874716"/>
                    <a:gd name="connsiteX130" fmla="*/ 4349222 w 6858001"/>
                    <a:gd name="connsiteY130" fmla="*/ 800038 h 874716"/>
                    <a:gd name="connsiteX131" fmla="*/ 4320837 w 6858001"/>
                    <a:gd name="connsiteY131" fmla="*/ 794514 h 874716"/>
                    <a:gd name="connsiteX132" fmla="*/ 4159667 w 6858001"/>
                    <a:gd name="connsiteY132" fmla="*/ 789370 h 874716"/>
                    <a:gd name="connsiteX133" fmla="*/ 4124614 w 6858001"/>
                    <a:gd name="connsiteY133" fmla="*/ 789752 h 874716"/>
                    <a:gd name="connsiteX134" fmla="*/ 4030503 w 6858001"/>
                    <a:gd name="connsiteY134" fmla="*/ 767271 h 874716"/>
                    <a:gd name="connsiteX135" fmla="*/ 3885338 w 6858001"/>
                    <a:gd name="connsiteY135" fmla="*/ 802896 h 874716"/>
                    <a:gd name="connsiteX136" fmla="*/ 3749506 w 6858001"/>
                    <a:gd name="connsiteY136" fmla="*/ 847473 h 874716"/>
                    <a:gd name="connsiteX137" fmla="*/ 3732361 w 6858001"/>
                    <a:gd name="connsiteY137" fmla="*/ 853190 h 874716"/>
                    <a:gd name="connsiteX138" fmla="*/ 3683591 w 6858001"/>
                    <a:gd name="connsiteY138" fmla="*/ 862906 h 874716"/>
                    <a:gd name="connsiteX139" fmla="*/ 3623201 w 6858001"/>
                    <a:gd name="connsiteY139" fmla="*/ 866334 h 874716"/>
                    <a:gd name="connsiteX140" fmla="*/ 3546617 w 6858001"/>
                    <a:gd name="connsiteY140" fmla="*/ 874716 h 874716"/>
                    <a:gd name="connsiteX141" fmla="*/ 3485275 w 6858001"/>
                    <a:gd name="connsiteY141" fmla="*/ 864238 h 874716"/>
                    <a:gd name="connsiteX142" fmla="*/ 3399546 w 6858001"/>
                    <a:gd name="connsiteY142" fmla="*/ 848618 h 874716"/>
                    <a:gd name="connsiteX143" fmla="*/ 3318771 w 6858001"/>
                    <a:gd name="connsiteY143" fmla="*/ 833757 h 874716"/>
                    <a:gd name="connsiteX144" fmla="*/ 3293244 w 6858001"/>
                    <a:gd name="connsiteY144" fmla="*/ 851284 h 874716"/>
                    <a:gd name="connsiteX145" fmla="*/ 3253809 w 6858001"/>
                    <a:gd name="connsiteY145" fmla="*/ 866524 h 874716"/>
                    <a:gd name="connsiteX146" fmla="*/ 3209993 w 6858001"/>
                    <a:gd name="connsiteY146" fmla="*/ 848235 h 874716"/>
                    <a:gd name="connsiteX147" fmla="*/ 3107500 w 6858001"/>
                    <a:gd name="connsiteY147" fmla="*/ 810326 h 874716"/>
                    <a:gd name="connsiteX148" fmla="*/ 3042728 w 6858001"/>
                    <a:gd name="connsiteY148" fmla="*/ 808610 h 874716"/>
                    <a:gd name="connsiteX149" fmla="*/ 2901943 w 6858001"/>
                    <a:gd name="connsiteY149" fmla="*/ 792418 h 874716"/>
                    <a:gd name="connsiteX150" fmla="*/ 2809930 w 6858001"/>
                    <a:gd name="connsiteY150" fmla="*/ 769367 h 874716"/>
                    <a:gd name="connsiteX151" fmla="*/ 2743826 w 6858001"/>
                    <a:gd name="connsiteY151" fmla="*/ 743268 h 874716"/>
                    <a:gd name="connsiteX152" fmla="*/ 2649143 w 6858001"/>
                    <a:gd name="connsiteY152" fmla="*/ 709167 h 874716"/>
                    <a:gd name="connsiteX153" fmla="*/ 2554079 w 6858001"/>
                    <a:gd name="connsiteY153" fmla="*/ 691450 h 874716"/>
                    <a:gd name="connsiteX154" fmla="*/ 2485307 w 6858001"/>
                    <a:gd name="connsiteY154" fmla="*/ 669160 h 874716"/>
                    <a:gd name="connsiteX155" fmla="*/ 2401292 w 6858001"/>
                    <a:gd name="connsiteY155" fmla="*/ 653919 h 874716"/>
                    <a:gd name="connsiteX156" fmla="*/ 2330806 w 6858001"/>
                    <a:gd name="connsiteY156" fmla="*/ 653349 h 874716"/>
                    <a:gd name="connsiteX157" fmla="*/ 2220312 w 6858001"/>
                    <a:gd name="connsiteY157" fmla="*/ 656015 h 874716"/>
                    <a:gd name="connsiteX158" fmla="*/ 2085054 w 6858001"/>
                    <a:gd name="connsiteY158" fmla="*/ 609914 h 874716"/>
                    <a:gd name="connsiteX159" fmla="*/ 2030378 w 6858001"/>
                    <a:gd name="connsiteY159" fmla="*/ 599625 h 874716"/>
                    <a:gd name="connsiteX160" fmla="*/ 1978940 w 6858001"/>
                    <a:gd name="connsiteY160" fmla="*/ 594863 h 874716"/>
                    <a:gd name="connsiteX161" fmla="*/ 1869780 w 6858001"/>
                    <a:gd name="connsiteY161" fmla="*/ 564192 h 874716"/>
                    <a:gd name="connsiteX162" fmla="*/ 1825393 w 6858001"/>
                    <a:gd name="connsiteY162" fmla="*/ 554094 h 874716"/>
                    <a:gd name="connsiteX163" fmla="*/ 1763287 w 6858001"/>
                    <a:gd name="connsiteY163" fmla="*/ 554286 h 874716"/>
                    <a:gd name="connsiteX164" fmla="*/ 1650317 w 6858001"/>
                    <a:gd name="connsiteY164" fmla="*/ 540187 h 874716"/>
                    <a:gd name="connsiteX165" fmla="*/ 1537537 w 6858001"/>
                    <a:gd name="connsiteY165" fmla="*/ 499038 h 874716"/>
                    <a:gd name="connsiteX166" fmla="*/ 1489720 w 6858001"/>
                    <a:gd name="connsiteY166" fmla="*/ 503038 h 874716"/>
                    <a:gd name="connsiteX167" fmla="*/ 1472575 w 6858001"/>
                    <a:gd name="connsiteY167" fmla="*/ 502086 h 874716"/>
                    <a:gd name="connsiteX168" fmla="*/ 1318456 w 6858001"/>
                    <a:gd name="connsiteY168" fmla="*/ 479415 h 874716"/>
                    <a:gd name="connsiteX169" fmla="*/ 1303024 w 6858001"/>
                    <a:gd name="connsiteY169" fmla="*/ 476939 h 874716"/>
                    <a:gd name="connsiteX170" fmla="*/ 1230633 w 6858001"/>
                    <a:gd name="connsiteY170" fmla="*/ 456746 h 874716"/>
                    <a:gd name="connsiteX171" fmla="*/ 1048125 w 6858001"/>
                    <a:gd name="connsiteY171" fmla="*/ 444172 h 874716"/>
                    <a:gd name="connsiteX172" fmla="*/ 1036887 w 6858001"/>
                    <a:gd name="connsiteY172" fmla="*/ 442648 h 874716"/>
                    <a:gd name="connsiteX173" fmla="*/ 975733 w 6858001"/>
                    <a:gd name="connsiteY173" fmla="*/ 452744 h 874716"/>
                    <a:gd name="connsiteX174" fmla="*/ 945444 w 6858001"/>
                    <a:gd name="connsiteY174" fmla="*/ 467033 h 874716"/>
                    <a:gd name="connsiteX175" fmla="*/ 898198 w 6858001"/>
                    <a:gd name="connsiteY175" fmla="*/ 481893 h 874716"/>
                    <a:gd name="connsiteX176" fmla="*/ 850189 w 6858001"/>
                    <a:gd name="connsiteY176" fmla="*/ 487417 h 874716"/>
                    <a:gd name="connsiteX177" fmla="*/ 769605 w 6858001"/>
                    <a:gd name="connsiteY177" fmla="*/ 464937 h 874716"/>
                    <a:gd name="connsiteX178" fmla="*/ 740268 w 6858001"/>
                    <a:gd name="connsiteY178" fmla="*/ 462651 h 874716"/>
                    <a:gd name="connsiteX179" fmla="*/ 674923 w 6858001"/>
                    <a:gd name="connsiteY179" fmla="*/ 451792 h 874716"/>
                    <a:gd name="connsiteX180" fmla="*/ 617772 w 6858001"/>
                    <a:gd name="connsiteY180" fmla="*/ 452554 h 874716"/>
                    <a:gd name="connsiteX181" fmla="*/ 571860 w 6858001"/>
                    <a:gd name="connsiteY181" fmla="*/ 469891 h 874716"/>
                    <a:gd name="connsiteX182" fmla="*/ 505182 w 6858001"/>
                    <a:gd name="connsiteY182" fmla="*/ 473319 h 874716"/>
                    <a:gd name="connsiteX183" fmla="*/ 462126 w 6858001"/>
                    <a:gd name="connsiteY183" fmla="*/ 460747 h 874716"/>
                    <a:gd name="connsiteX184" fmla="*/ 453364 w 6858001"/>
                    <a:gd name="connsiteY184" fmla="*/ 459033 h 874716"/>
                    <a:gd name="connsiteX185" fmla="*/ 340774 w 6858001"/>
                    <a:gd name="connsiteY185" fmla="*/ 458268 h 874716"/>
                    <a:gd name="connsiteX186" fmla="*/ 200182 w 6858001"/>
                    <a:gd name="connsiteY186" fmla="*/ 496180 h 874716"/>
                    <a:gd name="connsiteX187" fmla="*/ 176939 w 6858001"/>
                    <a:gd name="connsiteY187" fmla="*/ 504182 h 874716"/>
                    <a:gd name="connsiteX188" fmla="*/ 63587 w 6858001"/>
                    <a:gd name="connsiteY188" fmla="*/ 518088 h 874716"/>
                    <a:gd name="connsiteX189" fmla="*/ 2817 w 6858001"/>
                    <a:gd name="connsiteY189" fmla="*/ 532187 h 874716"/>
                    <a:gd name="connsiteX190" fmla="*/ 0 w 6858001"/>
                    <a:gd name="connsiteY190" fmla="*/ 533314 h 87471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</a:cxnLst>
                  <a:rect l="l" t="t" r="r" b="b"/>
                  <a:pathLst>
                    <a:path w="6858001" h="874716">
                      <a:moveTo>
                        <a:pt x="0" y="533314"/>
                      </a:moveTo>
                      <a:lnTo>
                        <a:pt x="0" y="69206"/>
                      </a:lnTo>
                      <a:lnTo>
                        <a:pt x="21486" y="71924"/>
                      </a:lnTo>
                      <a:cubicBezTo>
                        <a:pt x="92546" y="60493"/>
                        <a:pt x="159604" y="87354"/>
                        <a:pt x="228948" y="88116"/>
                      </a:cubicBezTo>
                      <a:cubicBezTo>
                        <a:pt x="260382" y="88496"/>
                        <a:pt x="291435" y="94592"/>
                        <a:pt x="313533" y="62779"/>
                      </a:cubicBezTo>
                      <a:cubicBezTo>
                        <a:pt x="316389" y="58587"/>
                        <a:pt x="330298" y="60873"/>
                        <a:pt x="338870" y="62207"/>
                      </a:cubicBezTo>
                      <a:cubicBezTo>
                        <a:pt x="357921" y="65066"/>
                        <a:pt x="376781" y="72304"/>
                        <a:pt x="395640" y="72114"/>
                      </a:cubicBezTo>
                      <a:cubicBezTo>
                        <a:pt x="434695" y="71924"/>
                        <a:pt x="473939" y="68876"/>
                        <a:pt x="512802" y="65446"/>
                      </a:cubicBezTo>
                      <a:cubicBezTo>
                        <a:pt x="527470" y="64112"/>
                        <a:pt x="541569" y="58969"/>
                        <a:pt x="556047" y="55349"/>
                      </a:cubicBezTo>
                      <a:cubicBezTo>
                        <a:pt x="564048" y="53253"/>
                        <a:pt x="572622" y="47729"/>
                        <a:pt x="580050" y="48871"/>
                      </a:cubicBezTo>
                      <a:cubicBezTo>
                        <a:pt x="623106" y="55539"/>
                        <a:pt x="662541" y="39157"/>
                        <a:pt x="703308" y="30964"/>
                      </a:cubicBezTo>
                      <a:cubicBezTo>
                        <a:pt x="722169" y="27154"/>
                        <a:pt x="739886" y="18010"/>
                        <a:pt x="758174" y="11724"/>
                      </a:cubicBezTo>
                      <a:cubicBezTo>
                        <a:pt x="762936" y="10008"/>
                        <a:pt x="768271" y="8484"/>
                        <a:pt x="773035" y="8866"/>
                      </a:cubicBezTo>
                      <a:cubicBezTo>
                        <a:pt x="800276" y="11152"/>
                        <a:pt x="827329" y="14390"/>
                        <a:pt x="854379" y="16866"/>
                      </a:cubicBezTo>
                      <a:cubicBezTo>
                        <a:pt x="878956" y="19152"/>
                        <a:pt x="903722" y="19914"/>
                        <a:pt x="915343" y="47919"/>
                      </a:cubicBezTo>
                      <a:cubicBezTo>
                        <a:pt x="917059" y="52301"/>
                        <a:pt x="922773" y="55539"/>
                        <a:pt x="927155" y="58397"/>
                      </a:cubicBezTo>
                      <a:cubicBezTo>
                        <a:pt x="994785" y="102405"/>
                        <a:pt x="1030980" y="101261"/>
                        <a:pt x="1097087" y="54777"/>
                      </a:cubicBezTo>
                      <a:cubicBezTo>
                        <a:pt x="1103945" y="50015"/>
                        <a:pt x="1118613" y="46585"/>
                        <a:pt x="1123185" y="50395"/>
                      </a:cubicBezTo>
                      <a:cubicBezTo>
                        <a:pt x="1162049" y="82020"/>
                        <a:pt x="1204532" y="78590"/>
                        <a:pt x="1249302" y="68684"/>
                      </a:cubicBezTo>
                      <a:cubicBezTo>
                        <a:pt x="1260922" y="66018"/>
                        <a:pt x="1277307" y="66018"/>
                        <a:pt x="1286069" y="72304"/>
                      </a:cubicBezTo>
                      <a:cubicBezTo>
                        <a:pt x="1327790" y="101451"/>
                        <a:pt x="1372560" y="97261"/>
                        <a:pt x="1417899" y="88688"/>
                      </a:cubicBezTo>
                      <a:cubicBezTo>
                        <a:pt x="1424948" y="87354"/>
                        <a:pt x="1433522" y="80114"/>
                        <a:pt x="1436568" y="73448"/>
                      </a:cubicBezTo>
                      <a:cubicBezTo>
                        <a:pt x="1447428" y="49825"/>
                        <a:pt x="1467813" y="41823"/>
                        <a:pt x="1490292" y="35154"/>
                      </a:cubicBezTo>
                      <a:cubicBezTo>
                        <a:pt x="1525727" y="24296"/>
                        <a:pt x="1560588" y="11532"/>
                        <a:pt x="1596213" y="1245"/>
                      </a:cubicBezTo>
                      <a:cubicBezTo>
                        <a:pt x="1604978" y="-1231"/>
                        <a:pt x="1615836" y="293"/>
                        <a:pt x="1624980" y="3150"/>
                      </a:cubicBezTo>
                      <a:cubicBezTo>
                        <a:pt x="1656223" y="12866"/>
                        <a:pt x="1676036" y="37251"/>
                        <a:pt x="1697753" y="59731"/>
                      </a:cubicBezTo>
                      <a:cubicBezTo>
                        <a:pt x="1707279" y="69638"/>
                        <a:pt x="1720423" y="76686"/>
                        <a:pt x="1733188" y="82400"/>
                      </a:cubicBezTo>
                      <a:cubicBezTo>
                        <a:pt x="1766335" y="97071"/>
                        <a:pt x="1800246" y="110215"/>
                        <a:pt x="1833775" y="124121"/>
                      </a:cubicBezTo>
                      <a:cubicBezTo>
                        <a:pt x="1837013" y="125455"/>
                        <a:pt x="1839679" y="128884"/>
                        <a:pt x="1842158" y="131742"/>
                      </a:cubicBezTo>
                      <a:cubicBezTo>
                        <a:pt x="1866922" y="161843"/>
                        <a:pt x="1891497" y="192132"/>
                        <a:pt x="1916454" y="222233"/>
                      </a:cubicBezTo>
                      <a:cubicBezTo>
                        <a:pt x="1921216" y="227947"/>
                        <a:pt x="1928076" y="232139"/>
                        <a:pt x="1933219" y="237663"/>
                      </a:cubicBezTo>
                      <a:cubicBezTo>
                        <a:pt x="1940459" y="245283"/>
                        <a:pt x="1949603" y="252524"/>
                        <a:pt x="1953413" y="261668"/>
                      </a:cubicBezTo>
                      <a:cubicBezTo>
                        <a:pt x="1965224" y="290433"/>
                        <a:pt x="1987894" y="302817"/>
                        <a:pt x="2016469" y="308151"/>
                      </a:cubicBezTo>
                      <a:cubicBezTo>
                        <a:pt x="2042570" y="313104"/>
                        <a:pt x="2068669" y="317296"/>
                        <a:pt x="2094578" y="323010"/>
                      </a:cubicBezTo>
                      <a:cubicBezTo>
                        <a:pt x="2126201" y="329868"/>
                        <a:pt x="2157636" y="337298"/>
                        <a:pt x="2188879" y="345681"/>
                      </a:cubicBezTo>
                      <a:cubicBezTo>
                        <a:pt x="2202404" y="349301"/>
                        <a:pt x="2216692" y="353491"/>
                        <a:pt x="2228314" y="360921"/>
                      </a:cubicBezTo>
                      <a:cubicBezTo>
                        <a:pt x="2260890" y="381496"/>
                        <a:pt x="2295753" y="395402"/>
                        <a:pt x="2334044" y="389878"/>
                      </a:cubicBezTo>
                      <a:cubicBezTo>
                        <a:pt x="2364715" y="385496"/>
                        <a:pt x="2390434" y="396736"/>
                        <a:pt x="2409485" y="414263"/>
                      </a:cubicBezTo>
                      <a:cubicBezTo>
                        <a:pt x="2444158" y="446078"/>
                        <a:pt x="2481305" y="438838"/>
                        <a:pt x="2518264" y="428552"/>
                      </a:cubicBezTo>
                      <a:cubicBezTo>
                        <a:pt x="2537315" y="423217"/>
                        <a:pt x="2552935" y="423979"/>
                        <a:pt x="2571034" y="429122"/>
                      </a:cubicBezTo>
                      <a:cubicBezTo>
                        <a:pt x="2612945" y="441124"/>
                        <a:pt x="2640950" y="473701"/>
                        <a:pt x="2668001" y="502276"/>
                      </a:cubicBezTo>
                      <a:cubicBezTo>
                        <a:pt x="2691054" y="526661"/>
                        <a:pt x="2716963" y="540377"/>
                        <a:pt x="2745348" y="550666"/>
                      </a:cubicBezTo>
                      <a:cubicBezTo>
                        <a:pt x="2781163" y="563810"/>
                        <a:pt x="2809548" y="558858"/>
                        <a:pt x="2826694" y="527233"/>
                      </a:cubicBezTo>
                      <a:cubicBezTo>
                        <a:pt x="2831457" y="518278"/>
                        <a:pt x="2839839" y="507800"/>
                        <a:pt x="2848793" y="505134"/>
                      </a:cubicBezTo>
                      <a:cubicBezTo>
                        <a:pt x="2892037" y="491800"/>
                        <a:pt x="2935854" y="472367"/>
                        <a:pt x="2982148" y="484179"/>
                      </a:cubicBezTo>
                      <a:cubicBezTo>
                        <a:pt x="3046158" y="500372"/>
                        <a:pt x="3108644" y="499420"/>
                        <a:pt x="3172654" y="483417"/>
                      </a:cubicBezTo>
                      <a:cubicBezTo>
                        <a:pt x="3276480" y="457508"/>
                        <a:pt x="3380305" y="430076"/>
                        <a:pt x="3489467" y="435790"/>
                      </a:cubicBezTo>
                      <a:cubicBezTo>
                        <a:pt x="3507563" y="436742"/>
                        <a:pt x="3529090" y="425121"/>
                        <a:pt x="3544713" y="413691"/>
                      </a:cubicBezTo>
                      <a:cubicBezTo>
                        <a:pt x="3574622" y="391974"/>
                        <a:pt x="3573288" y="390258"/>
                        <a:pt x="3606817" y="408167"/>
                      </a:cubicBezTo>
                      <a:cubicBezTo>
                        <a:pt x="3614819" y="412549"/>
                        <a:pt x="3624725" y="415215"/>
                        <a:pt x="3630632" y="421693"/>
                      </a:cubicBezTo>
                      <a:cubicBezTo>
                        <a:pt x="3660731" y="454650"/>
                        <a:pt x="3697880" y="446648"/>
                        <a:pt x="3734837" y="441886"/>
                      </a:cubicBezTo>
                      <a:cubicBezTo>
                        <a:pt x="3741315" y="440934"/>
                        <a:pt x="3749125" y="439600"/>
                        <a:pt x="3754652" y="442268"/>
                      </a:cubicBezTo>
                      <a:cubicBezTo>
                        <a:pt x="3779607" y="454268"/>
                        <a:pt x="3800753" y="450078"/>
                        <a:pt x="3822472" y="433694"/>
                      </a:cubicBezTo>
                      <a:cubicBezTo>
                        <a:pt x="3841331" y="419597"/>
                        <a:pt x="3863049" y="411215"/>
                        <a:pt x="3885338" y="428742"/>
                      </a:cubicBezTo>
                      <a:cubicBezTo>
                        <a:pt x="3934870" y="467605"/>
                        <a:pt x="3987829" y="469509"/>
                        <a:pt x="4043839" y="444934"/>
                      </a:cubicBezTo>
                      <a:cubicBezTo>
                        <a:pt x="4083845" y="427407"/>
                        <a:pt x="4123280" y="423407"/>
                        <a:pt x="4165383" y="441124"/>
                      </a:cubicBezTo>
                      <a:cubicBezTo>
                        <a:pt x="4181576" y="447982"/>
                        <a:pt x="4202531" y="443410"/>
                        <a:pt x="4221391" y="444934"/>
                      </a:cubicBezTo>
                      <a:cubicBezTo>
                        <a:pt x="4232060" y="445696"/>
                        <a:pt x="4243872" y="445886"/>
                        <a:pt x="4253014" y="450650"/>
                      </a:cubicBezTo>
                      <a:cubicBezTo>
                        <a:pt x="4277401" y="462843"/>
                        <a:pt x="4300070" y="478463"/>
                        <a:pt x="4324645" y="490466"/>
                      </a:cubicBezTo>
                      <a:cubicBezTo>
                        <a:pt x="4336457" y="496180"/>
                        <a:pt x="4350554" y="499228"/>
                        <a:pt x="4363890" y="499420"/>
                      </a:cubicBezTo>
                      <a:cubicBezTo>
                        <a:pt x="4403325" y="500372"/>
                        <a:pt x="4442761" y="500372"/>
                        <a:pt x="4482004" y="498658"/>
                      </a:cubicBezTo>
                      <a:cubicBezTo>
                        <a:pt x="4546776" y="495990"/>
                        <a:pt x="4612500" y="495418"/>
                        <a:pt x="4659174" y="438648"/>
                      </a:cubicBezTo>
                      <a:cubicBezTo>
                        <a:pt x="4662986" y="434076"/>
                        <a:pt x="4671176" y="431408"/>
                        <a:pt x="4677655" y="430646"/>
                      </a:cubicBezTo>
                      <a:cubicBezTo>
                        <a:pt x="4707564" y="427027"/>
                        <a:pt x="4738235" y="426645"/>
                        <a:pt x="4767764" y="420739"/>
                      </a:cubicBezTo>
                      <a:cubicBezTo>
                        <a:pt x="4791386" y="415977"/>
                        <a:pt x="4811009" y="417501"/>
                        <a:pt x="4828916" y="434266"/>
                      </a:cubicBezTo>
                      <a:cubicBezTo>
                        <a:pt x="4852348" y="456364"/>
                        <a:pt x="4880925" y="469319"/>
                        <a:pt x="4912168" y="462271"/>
                      </a:cubicBezTo>
                      <a:cubicBezTo>
                        <a:pt x="4943409" y="455412"/>
                        <a:pt x="4963984" y="470271"/>
                        <a:pt x="4987037" y="485703"/>
                      </a:cubicBezTo>
                      <a:cubicBezTo>
                        <a:pt x="5003801" y="496942"/>
                        <a:pt x="5022852" y="511040"/>
                        <a:pt x="5041521" y="512182"/>
                      </a:cubicBezTo>
                      <a:cubicBezTo>
                        <a:pt x="5083814" y="514658"/>
                        <a:pt x="5120201" y="553904"/>
                        <a:pt x="5166113" y="531615"/>
                      </a:cubicBezTo>
                      <a:cubicBezTo>
                        <a:pt x="5169161" y="530091"/>
                        <a:pt x="5174685" y="533901"/>
                        <a:pt x="5179067" y="534853"/>
                      </a:cubicBezTo>
                      <a:cubicBezTo>
                        <a:pt x="5214121" y="542093"/>
                        <a:pt x="5247078" y="535043"/>
                        <a:pt x="5272796" y="511230"/>
                      </a:cubicBezTo>
                      <a:cubicBezTo>
                        <a:pt x="5306516" y="480177"/>
                        <a:pt x="5343855" y="477129"/>
                        <a:pt x="5385384" y="487227"/>
                      </a:cubicBezTo>
                      <a:cubicBezTo>
                        <a:pt x="5398721" y="490466"/>
                        <a:pt x="5412057" y="492752"/>
                        <a:pt x="5425582" y="495418"/>
                      </a:cubicBezTo>
                      <a:cubicBezTo>
                        <a:pt x="5443870" y="499228"/>
                        <a:pt x="5462351" y="503230"/>
                        <a:pt x="5480637" y="507040"/>
                      </a:cubicBezTo>
                      <a:cubicBezTo>
                        <a:pt x="5498356" y="510850"/>
                        <a:pt x="5517979" y="517326"/>
                        <a:pt x="5531693" y="500944"/>
                      </a:cubicBezTo>
                      <a:cubicBezTo>
                        <a:pt x="5543506" y="486845"/>
                        <a:pt x="5551888" y="488179"/>
                        <a:pt x="5562746" y="500372"/>
                      </a:cubicBezTo>
                      <a:cubicBezTo>
                        <a:pt x="5600467" y="543045"/>
                        <a:pt x="5646189" y="569716"/>
                        <a:pt x="5704483" y="571620"/>
                      </a:cubicBezTo>
                      <a:cubicBezTo>
                        <a:pt x="5716485" y="572002"/>
                        <a:pt x="5728678" y="574668"/>
                        <a:pt x="5740488" y="577526"/>
                      </a:cubicBezTo>
                      <a:cubicBezTo>
                        <a:pt x="5747728" y="579241"/>
                        <a:pt x="5756493" y="581147"/>
                        <a:pt x="5760873" y="586291"/>
                      </a:cubicBezTo>
                      <a:cubicBezTo>
                        <a:pt x="5794974" y="625534"/>
                        <a:pt x="5837457" y="652777"/>
                        <a:pt x="5883751" y="674686"/>
                      </a:cubicBezTo>
                      <a:cubicBezTo>
                        <a:pt x="5900323" y="682496"/>
                        <a:pt x="5918042" y="690306"/>
                        <a:pt x="5935949" y="692592"/>
                      </a:cubicBezTo>
                      <a:cubicBezTo>
                        <a:pt x="5954617" y="694878"/>
                        <a:pt x="5974240" y="691068"/>
                        <a:pt x="5993291" y="688972"/>
                      </a:cubicBezTo>
                      <a:cubicBezTo>
                        <a:pt x="6004531" y="687830"/>
                        <a:pt x="6017485" y="688020"/>
                        <a:pt x="6026440" y="682496"/>
                      </a:cubicBezTo>
                      <a:cubicBezTo>
                        <a:pt x="6054825" y="665159"/>
                        <a:pt x="6082258" y="646491"/>
                        <a:pt x="6108738" y="626296"/>
                      </a:cubicBezTo>
                      <a:cubicBezTo>
                        <a:pt x="6131409" y="608960"/>
                        <a:pt x="6135981" y="606483"/>
                        <a:pt x="6155602" y="628202"/>
                      </a:cubicBezTo>
                      <a:cubicBezTo>
                        <a:pt x="6175797" y="650491"/>
                        <a:pt x="6200944" y="662111"/>
                        <a:pt x="6228756" y="666873"/>
                      </a:cubicBezTo>
                      <a:cubicBezTo>
                        <a:pt x="6272764" y="674304"/>
                        <a:pt x="6317151" y="680590"/>
                        <a:pt x="6361539" y="684210"/>
                      </a:cubicBezTo>
                      <a:cubicBezTo>
                        <a:pt x="6401736" y="687448"/>
                        <a:pt x="6420977" y="669922"/>
                        <a:pt x="6428979" y="630106"/>
                      </a:cubicBezTo>
                      <a:cubicBezTo>
                        <a:pt x="6433551" y="608007"/>
                        <a:pt x="6439458" y="584003"/>
                        <a:pt x="6463840" y="578098"/>
                      </a:cubicBezTo>
                      <a:cubicBezTo>
                        <a:pt x="6503658" y="568572"/>
                        <a:pt x="6544997" y="564382"/>
                        <a:pt x="6564620" y="517708"/>
                      </a:cubicBezTo>
                      <a:cubicBezTo>
                        <a:pt x="6575478" y="527995"/>
                        <a:pt x="6582146" y="534091"/>
                        <a:pt x="6588625" y="540187"/>
                      </a:cubicBezTo>
                      <a:cubicBezTo>
                        <a:pt x="6606531" y="557142"/>
                        <a:pt x="6643678" y="564382"/>
                        <a:pt x="6662541" y="549714"/>
                      </a:cubicBezTo>
                      <a:cubicBezTo>
                        <a:pt x="6690354" y="528377"/>
                        <a:pt x="6715883" y="532377"/>
                        <a:pt x="6742552" y="548952"/>
                      </a:cubicBezTo>
                      <a:cubicBezTo>
                        <a:pt x="6764841" y="562668"/>
                        <a:pt x="6788417" y="567954"/>
                        <a:pt x="6812063" y="568430"/>
                      </a:cubicBezTo>
                      <a:lnTo>
                        <a:pt x="6858001" y="562267"/>
                      </a:lnTo>
                      <a:lnTo>
                        <a:pt x="6858001" y="734520"/>
                      </a:lnTo>
                      <a:lnTo>
                        <a:pt x="6815516" y="744220"/>
                      </a:lnTo>
                      <a:cubicBezTo>
                        <a:pt x="6793035" y="749744"/>
                        <a:pt x="6771319" y="759651"/>
                        <a:pt x="6748458" y="763271"/>
                      </a:cubicBezTo>
                      <a:cubicBezTo>
                        <a:pt x="6694164" y="771843"/>
                        <a:pt x="6639488" y="777939"/>
                        <a:pt x="6584812" y="784797"/>
                      </a:cubicBezTo>
                      <a:cubicBezTo>
                        <a:pt x="6528424" y="791846"/>
                        <a:pt x="6472225" y="799276"/>
                        <a:pt x="6415833" y="805562"/>
                      </a:cubicBezTo>
                      <a:cubicBezTo>
                        <a:pt x="6384972" y="808802"/>
                        <a:pt x="6353919" y="809372"/>
                        <a:pt x="6323058" y="812420"/>
                      </a:cubicBezTo>
                      <a:cubicBezTo>
                        <a:pt x="6296005" y="815088"/>
                        <a:pt x="6269144" y="820041"/>
                        <a:pt x="6242093" y="823281"/>
                      </a:cubicBezTo>
                      <a:cubicBezTo>
                        <a:pt x="6218660" y="825947"/>
                        <a:pt x="6195037" y="827471"/>
                        <a:pt x="6171605" y="830139"/>
                      </a:cubicBezTo>
                      <a:cubicBezTo>
                        <a:pt x="6134075" y="834519"/>
                        <a:pt x="6096736" y="839473"/>
                        <a:pt x="6059397" y="844045"/>
                      </a:cubicBezTo>
                      <a:cubicBezTo>
                        <a:pt x="6043776" y="845759"/>
                        <a:pt x="6027392" y="850522"/>
                        <a:pt x="6012723" y="847665"/>
                      </a:cubicBezTo>
                      <a:cubicBezTo>
                        <a:pt x="5975764" y="840425"/>
                        <a:pt x="5939377" y="842521"/>
                        <a:pt x="5902610" y="847473"/>
                      </a:cubicBezTo>
                      <a:cubicBezTo>
                        <a:pt x="5890037" y="849190"/>
                        <a:pt x="5876511" y="848808"/>
                        <a:pt x="5864318" y="845569"/>
                      </a:cubicBezTo>
                      <a:cubicBezTo>
                        <a:pt x="5839361" y="839091"/>
                        <a:pt x="5815169" y="829947"/>
                        <a:pt x="5790592" y="821947"/>
                      </a:cubicBezTo>
                      <a:cubicBezTo>
                        <a:pt x="5787924" y="820995"/>
                        <a:pt x="5784686" y="820803"/>
                        <a:pt x="5781830" y="820233"/>
                      </a:cubicBezTo>
                      <a:cubicBezTo>
                        <a:pt x="5765635" y="816992"/>
                        <a:pt x="5749634" y="813754"/>
                        <a:pt x="5733440" y="810896"/>
                      </a:cubicBezTo>
                      <a:cubicBezTo>
                        <a:pt x="5724678" y="809372"/>
                        <a:pt x="5715723" y="809182"/>
                        <a:pt x="5706959" y="807848"/>
                      </a:cubicBezTo>
                      <a:cubicBezTo>
                        <a:pt x="5673050" y="802514"/>
                        <a:pt x="5635711" y="811468"/>
                        <a:pt x="5606372" y="788417"/>
                      </a:cubicBezTo>
                      <a:cubicBezTo>
                        <a:pt x="5587321" y="773557"/>
                        <a:pt x="5568842" y="776987"/>
                        <a:pt x="5548460" y="779273"/>
                      </a:cubicBezTo>
                      <a:cubicBezTo>
                        <a:pt x="5533027" y="780987"/>
                        <a:pt x="5517215" y="780415"/>
                        <a:pt x="5501594" y="780607"/>
                      </a:cubicBezTo>
                      <a:cubicBezTo>
                        <a:pt x="5474161" y="781177"/>
                        <a:pt x="5446728" y="781369"/>
                        <a:pt x="5419295" y="782321"/>
                      </a:cubicBezTo>
                      <a:cubicBezTo>
                        <a:pt x="5410531" y="782701"/>
                        <a:pt x="5401579" y="787465"/>
                        <a:pt x="5393005" y="786703"/>
                      </a:cubicBezTo>
                      <a:cubicBezTo>
                        <a:pt x="5353379" y="783083"/>
                        <a:pt x="5313754" y="777367"/>
                        <a:pt x="5274129" y="774129"/>
                      </a:cubicBezTo>
                      <a:cubicBezTo>
                        <a:pt x="5251650" y="772225"/>
                        <a:pt x="5228597" y="775843"/>
                        <a:pt x="5206308" y="773177"/>
                      </a:cubicBezTo>
                      <a:cubicBezTo>
                        <a:pt x="5180591" y="770129"/>
                        <a:pt x="5155445" y="762319"/>
                        <a:pt x="5129916" y="757554"/>
                      </a:cubicBezTo>
                      <a:cubicBezTo>
                        <a:pt x="5122867" y="756222"/>
                        <a:pt x="5115057" y="757936"/>
                        <a:pt x="5107627" y="758316"/>
                      </a:cubicBezTo>
                      <a:cubicBezTo>
                        <a:pt x="5099245" y="758699"/>
                        <a:pt x="5091052" y="759461"/>
                        <a:pt x="5082670" y="759651"/>
                      </a:cubicBezTo>
                      <a:cubicBezTo>
                        <a:pt x="5057141" y="760033"/>
                        <a:pt x="5031614" y="759461"/>
                        <a:pt x="5006086" y="760795"/>
                      </a:cubicBezTo>
                      <a:cubicBezTo>
                        <a:pt x="4990465" y="761557"/>
                        <a:pt x="4974082" y="769367"/>
                        <a:pt x="4959602" y="766509"/>
                      </a:cubicBezTo>
                      <a:cubicBezTo>
                        <a:pt x="4930075" y="760985"/>
                        <a:pt x="4900546" y="773367"/>
                        <a:pt x="4871019" y="763081"/>
                      </a:cubicBezTo>
                      <a:cubicBezTo>
                        <a:pt x="4861873" y="760033"/>
                        <a:pt x="4849300" y="767653"/>
                        <a:pt x="4838250" y="768033"/>
                      </a:cubicBezTo>
                      <a:cubicBezTo>
                        <a:pt x="4810627" y="768985"/>
                        <a:pt x="4783004" y="768795"/>
                        <a:pt x="4755381" y="768605"/>
                      </a:cubicBezTo>
                      <a:cubicBezTo>
                        <a:pt x="4730614" y="768415"/>
                        <a:pt x="4704895" y="771081"/>
                        <a:pt x="4681083" y="765747"/>
                      </a:cubicBezTo>
                      <a:cubicBezTo>
                        <a:pt x="4656126" y="760033"/>
                        <a:pt x="4633647" y="760795"/>
                        <a:pt x="4609452" y="767271"/>
                      </a:cubicBezTo>
                      <a:cubicBezTo>
                        <a:pt x="4592878" y="771653"/>
                        <a:pt x="4575351" y="772225"/>
                        <a:pt x="4558207" y="773557"/>
                      </a:cubicBezTo>
                      <a:cubicBezTo>
                        <a:pt x="4539728" y="775081"/>
                        <a:pt x="4519343" y="771081"/>
                        <a:pt x="4502579" y="777367"/>
                      </a:cubicBezTo>
                      <a:cubicBezTo>
                        <a:pt x="4452665" y="796038"/>
                        <a:pt x="4401419" y="800038"/>
                        <a:pt x="4349222" y="800038"/>
                      </a:cubicBezTo>
                      <a:cubicBezTo>
                        <a:pt x="4339695" y="800038"/>
                        <a:pt x="4329979" y="797372"/>
                        <a:pt x="4320837" y="794514"/>
                      </a:cubicBezTo>
                      <a:cubicBezTo>
                        <a:pt x="4267493" y="777367"/>
                        <a:pt x="4213961" y="778891"/>
                        <a:pt x="4159667" y="789370"/>
                      </a:cubicBezTo>
                      <a:cubicBezTo>
                        <a:pt x="4148427" y="791656"/>
                        <a:pt x="4135854" y="792038"/>
                        <a:pt x="4124614" y="789752"/>
                      </a:cubicBezTo>
                      <a:cubicBezTo>
                        <a:pt x="4092989" y="783083"/>
                        <a:pt x="4062318" y="772033"/>
                        <a:pt x="4030503" y="767271"/>
                      </a:cubicBezTo>
                      <a:cubicBezTo>
                        <a:pt x="3977925" y="759461"/>
                        <a:pt x="3932394" y="785749"/>
                        <a:pt x="3885338" y="802896"/>
                      </a:cubicBezTo>
                      <a:cubicBezTo>
                        <a:pt x="3840569" y="819089"/>
                        <a:pt x="3802467" y="855666"/>
                        <a:pt x="3749506" y="847473"/>
                      </a:cubicBezTo>
                      <a:cubicBezTo>
                        <a:pt x="3744173" y="846711"/>
                        <a:pt x="3738267" y="851856"/>
                        <a:pt x="3732361" y="853190"/>
                      </a:cubicBezTo>
                      <a:cubicBezTo>
                        <a:pt x="3716168" y="856810"/>
                        <a:pt x="3699976" y="861190"/>
                        <a:pt x="3683591" y="862906"/>
                      </a:cubicBezTo>
                      <a:cubicBezTo>
                        <a:pt x="3663589" y="865192"/>
                        <a:pt x="3643204" y="864430"/>
                        <a:pt x="3623201" y="866334"/>
                      </a:cubicBezTo>
                      <a:cubicBezTo>
                        <a:pt x="3597482" y="868620"/>
                        <a:pt x="3572146" y="874716"/>
                        <a:pt x="3546617" y="874716"/>
                      </a:cubicBezTo>
                      <a:cubicBezTo>
                        <a:pt x="3526042" y="874716"/>
                        <a:pt x="3505657" y="867668"/>
                        <a:pt x="3485275" y="864238"/>
                      </a:cubicBezTo>
                      <a:cubicBezTo>
                        <a:pt x="3456508" y="859476"/>
                        <a:pt x="3424883" y="860810"/>
                        <a:pt x="3399546" y="848618"/>
                      </a:cubicBezTo>
                      <a:cubicBezTo>
                        <a:pt x="3372495" y="835663"/>
                        <a:pt x="3346776" y="829757"/>
                        <a:pt x="3318771" y="833757"/>
                      </a:cubicBezTo>
                      <a:cubicBezTo>
                        <a:pt x="3309437" y="835091"/>
                        <a:pt x="3297434" y="843093"/>
                        <a:pt x="3293244" y="851284"/>
                      </a:cubicBezTo>
                      <a:cubicBezTo>
                        <a:pt x="3283908" y="869572"/>
                        <a:pt x="3271145" y="872812"/>
                        <a:pt x="3253809" y="866524"/>
                      </a:cubicBezTo>
                      <a:cubicBezTo>
                        <a:pt x="3238758" y="861190"/>
                        <a:pt x="3220280" y="858524"/>
                        <a:pt x="3209993" y="848235"/>
                      </a:cubicBezTo>
                      <a:cubicBezTo>
                        <a:pt x="3180844" y="819089"/>
                        <a:pt x="3143695" y="818136"/>
                        <a:pt x="3107500" y="810326"/>
                      </a:cubicBezTo>
                      <a:cubicBezTo>
                        <a:pt x="3085403" y="805562"/>
                        <a:pt x="3064827" y="805372"/>
                        <a:pt x="3042728" y="808610"/>
                      </a:cubicBezTo>
                      <a:cubicBezTo>
                        <a:pt x="2994722" y="815850"/>
                        <a:pt x="2948047" y="805562"/>
                        <a:pt x="2901943" y="792418"/>
                      </a:cubicBezTo>
                      <a:cubicBezTo>
                        <a:pt x="2871462" y="783655"/>
                        <a:pt x="2840219" y="778321"/>
                        <a:pt x="2809930" y="769367"/>
                      </a:cubicBezTo>
                      <a:cubicBezTo>
                        <a:pt x="2787259" y="762509"/>
                        <a:pt x="2764590" y="754316"/>
                        <a:pt x="2743826" y="743268"/>
                      </a:cubicBezTo>
                      <a:cubicBezTo>
                        <a:pt x="2713723" y="727073"/>
                        <a:pt x="2687436" y="702689"/>
                        <a:pt x="2649143" y="709167"/>
                      </a:cubicBezTo>
                      <a:cubicBezTo>
                        <a:pt x="2615421" y="714881"/>
                        <a:pt x="2584942" y="702881"/>
                        <a:pt x="2554079" y="691450"/>
                      </a:cubicBezTo>
                      <a:cubicBezTo>
                        <a:pt x="2531409" y="683068"/>
                        <a:pt x="2508742" y="674494"/>
                        <a:pt x="2485307" y="669160"/>
                      </a:cubicBezTo>
                      <a:cubicBezTo>
                        <a:pt x="2457492" y="662873"/>
                        <a:pt x="2426059" y="665541"/>
                        <a:pt x="2401292" y="653919"/>
                      </a:cubicBezTo>
                      <a:cubicBezTo>
                        <a:pt x="2375383" y="641727"/>
                        <a:pt x="2353859" y="649919"/>
                        <a:pt x="2330806" y="653349"/>
                      </a:cubicBezTo>
                      <a:cubicBezTo>
                        <a:pt x="2294039" y="658683"/>
                        <a:pt x="2257459" y="668590"/>
                        <a:pt x="2220312" y="656015"/>
                      </a:cubicBezTo>
                      <a:cubicBezTo>
                        <a:pt x="2175163" y="640775"/>
                        <a:pt x="2130393" y="624392"/>
                        <a:pt x="2085054" y="609914"/>
                      </a:cubicBezTo>
                      <a:cubicBezTo>
                        <a:pt x="2067525" y="604387"/>
                        <a:pt x="2048668" y="602101"/>
                        <a:pt x="2030378" y="599625"/>
                      </a:cubicBezTo>
                      <a:cubicBezTo>
                        <a:pt x="2013043" y="597529"/>
                        <a:pt x="1992279" y="602863"/>
                        <a:pt x="1978940" y="594863"/>
                      </a:cubicBezTo>
                      <a:cubicBezTo>
                        <a:pt x="1944649" y="574288"/>
                        <a:pt x="1909408" y="564192"/>
                        <a:pt x="1869780" y="564192"/>
                      </a:cubicBezTo>
                      <a:cubicBezTo>
                        <a:pt x="1854920" y="564192"/>
                        <a:pt x="1840441" y="555618"/>
                        <a:pt x="1825393" y="554094"/>
                      </a:cubicBezTo>
                      <a:cubicBezTo>
                        <a:pt x="1804816" y="552190"/>
                        <a:pt x="1781194" y="547045"/>
                        <a:pt x="1763287" y="554286"/>
                      </a:cubicBezTo>
                      <a:cubicBezTo>
                        <a:pt x="1721185" y="571430"/>
                        <a:pt x="1687086" y="557142"/>
                        <a:pt x="1650317" y="540187"/>
                      </a:cubicBezTo>
                      <a:cubicBezTo>
                        <a:pt x="1614120" y="523423"/>
                        <a:pt x="1576019" y="510088"/>
                        <a:pt x="1537537" y="499038"/>
                      </a:cubicBezTo>
                      <a:cubicBezTo>
                        <a:pt x="1523059" y="495038"/>
                        <a:pt x="1505724" y="501706"/>
                        <a:pt x="1489720" y="503038"/>
                      </a:cubicBezTo>
                      <a:cubicBezTo>
                        <a:pt x="1484004" y="503420"/>
                        <a:pt x="1477717" y="503992"/>
                        <a:pt x="1472575" y="502086"/>
                      </a:cubicBezTo>
                      <a:cubicBezTo>
                        <a:pt x="1422854" y="483797"/>
                        <a:pt x="1372368" y="469891"/>
                        <a:pt x="1318456" y="479415"/>
                      </a:cubicBezTo>
                      <a:cubicBezTo>
                        <a:pt x="1313504" y="480369"/>
                        <a:pt x="1307978" y="478273"/>
                        <a:pt x="1303024" y="476939"/>
                      </a:cubicBezTo>
                      <a:cubicBezTo>
                        <a:pt x="1278829" y="470081"/>
                        <a:pt x="1255206" y="459223"/>
                        <a:pt x="1230633" y="456746"/>
                      </a:cubicBezTo>
                      <a:cubicBezTo>
                        <a:pt x="1170051" y="450650"/>
                        <a:pt x="1109091" y="448172"/>
                        <a:pt x="1048125" y="444172"/>
                      </a:cubicBezTo>
                      <a:cubicBezTo>
                        <a:pt x="1044315" y="443982"/>
                        <a:pt x="1040315" y="443982"/>
                        <a:pt x="1036887" y="442648"/>
                      </a:cubicBezTo>
                      <a:cubicBezTo>
                        <a:pt x="1014406" y="434456"/>
                        <a:pt x="994785" y="437124"/>
                        <a:pt x="975733" y="452744"/>
                      </a:cubicBezTo>
                      <a:cubicBezTo>
                        <a:pt x="967350" y="459603"/>
                        <a:pt x="955920" y="463223"/>
                        <a:pt x="945444" y="467033"/>
                      </a:cubicBezTo>
                      <a:cubicBezTo>
                        <a:pt x="930011" y="472749"/>
                        <a:pt x="914200" y="478273"/>
                        <a:pt x="898198" y="481893"/>
                      </a:cubicBezTo>
                      <a:cubicBezTo>
                        <a:pt x="882384" y="485321"/>
                        <a:pt x="865430" y="490084"/>
                        <a:pt x="850189" y="487417"/>
                      </a:cubicBezTo>
                      <a:cubicBezTo>
                        <a:pt x="822756" y="482655"/>
                        <a:pt x="796655" y="471987"/>
                        <a:pt x="769605" y="464937"/>
                      </a:cubicBezTo>
                      <a:cubicBezTo>
                        <a:pt x="760270" y="462461"/>
                        <a:pt x="749982" y="462843"/>
                        <a:pt x="740268" y="462651"/>
                      </a:cubicBezTo>
                      <a:cubicBezTo>
                        <a:pt x="717977" y="462081"/>
                        <a:pt x="695116" y="467605"/>
                        <a:pt x="674923" y="451792"/>
                      </a:cubicBezTo>
                      <a:cubicBezTo>
                        <a:pt x="656255" y="436934"/>
                        <a:pt x="637392" y="441314"/>
                        <a:pt x="617772" y="452554"/>
                      </a:cubicBezTo>
                      <a:cubicBezTo>
                        <a:pt x="603673" y="460557"/>
                        <a:pt x="587672" y="466843"/>
                        <a:pt x="571860" y="469891"/>
                      </a:cubicBezTo>
                      <a:cubicBezTo>
                        <a:pt x="550141" y="474081"/>
                        <a:pt x="528615" y="475797"/>
                        <a:pt x="505182" y="473319"/>
                      </a:cubicBezTo>
                      <a:cubicBezTo>
                        <a:pt x="488607" y="471605"/>
                        <a:pt x="475081" y="470843"/>
                        <a:pt x="462126" y="460747"/>
                      </a:cubicBezTo>
                      <a:cubicBezTo>
                        <a:pt x="460032" y="459223"/>
                        <a:pt x="456222" y="458841"/>
                        <a:pt x="453364" y="459033"/>
                      </a:cubicBezTo>
                      <a:cubicBezTo>
                        <a:pt x="415835" y="462271"/>
                        <a:pt x="378686" y="460557"/>
                        <a:pt x="340774" y="458268"/>
                      </a:cubicBezTo>
                      <a:cubicBezTo>
                        <a:pt x="292579" y="455222"/>
                        <a:pt x="241901" y="464175"/>
                        <a:pt x="200182" y="496180"/>
                      </a:cubicBezTo>
                      <a:cubicBezTo>
                        <a:pt x="194085" y="500944"/>
                        <a:pt x="184941" y="503038"/>
                        <a:pt x="176939" y="504182"/>
                      </a:cubicBezTo>
                      <a:cubicBezTo>
                        <a:pt x="139219" y="509134"/>
                        <a:pt x="101308" y="512564"/>
                        <a:pt x="63587" y="518088"/>
                      </a:cubicBezTo>
                      <a:cubicBezTo>
                        <a:pt x="43012" y="521137"/>
                        <a:pt x="21486" y="523805"/>
                        <a:pt x="2817" y="532187"/>
                      </a:cubicBezTo>
                      <a:lnTo>
                        <a:pt x="0" y="533314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4" name="Group 13">
                <a:extLst>
                  <a:ext uri="{FF2B5EF4-FFF2-40B4-BE49-F238E27FC236}">
                    <a16:creationId xmlns:a16="http://schemas.microsoft.com/office/drawing/2014/main" id="{E6609F08-9B2C-4879-AC68-E3E537BED78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3697284" y="0"/>
                <a:ext cx="884241" cy="6858001"/>
                <a:chOff x="3697284" y="-1"/>
                <a:chExt cx="884241" cy="6858001"/>
              </a:xfrm>
              <a:blipFill>
                <a:blip r:embed="rId2">
                  <a:alphaModFix amt="57000"/>
                </a:blip>
                <a:tile tx="0" ty="0" sx="100000" sy="100000" flip="none" algn="tl"/>
              </a:blipFill>
              <a:effectLst/>
            </p:grpSpPr>
            <p:sp>
              <p:nvSpPr>
                <p:cNvPr id="15" name="Freeform: Shape 14">
                  <a:extLst>
                    <a:ext uri="{FF2B5EF4-FFF2-40B4-BE49-F238E27FC236}">
                      <a16:creationId xmlns:a16="http://schemas.microsoft.com/office/drawing/2014/main" id="{6910EFC9-D70D-42FD-BCCD-AB1F710BFD43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6200000" flipH="1">
                  <a:off x="705641" y="2991642"/>
                  <a:ext cx="6858001" cy="874716"/>
                </a:xfrm>
                <a:custGeom>
                  <a:avLst/>
                  <a:gdLst>
                    <a:gd name="connsiteX0" fmla="*/ 0 w 6858001"/>
                    <a:gd name="connsiteY0" fmla="*/ 533314 h 874716"/>
                    <a:gd name="connsiteX1" fmla="*/ 0 w 6858001"/>
                    <a:gd name="connsiteY1" fmla="*/ 69206 h 874716"/>
                    <a:gd name="connsiteX2" fmla="*/ 21486 w 6858001"/>
                    <a:gd name="connsiteY2" fmla="*/ 71924 h 874716"/>
                    <a:gd name="connsiteX3" fmla="*/ 228948 w 6858001"/>
                    <a:gd name="connsiteY3" fmla="*/ 88116 h 874716"/>
                    <a:gd name="connsiteX4" fmla="*/ 313533 w 6858001"/>
                    <a:gd name="connsiteY4" fmla="*/ 62779 h 874716"/>
                    <a:gd name="connsiteX5" fmla="*/ 338870 w 6858001"/>
                    <a:gd name="connsiteY5" fmla="*/ 62207 h 874716"/>
                    <a:gd name="connsiteX6" fmla="*/ 395640 w 6858001"/>
                    <a:gd name="connsiteY6" fmla="*/ 72114 h 874716"/>
                    <a:gd name="connsiteX7" fmla="*/ 512802 w 6858001"/>
                    <a:gd name="connsiteY7" fmla="*/ 65446 h 874716"/>
                    <a:gd name="connsiteX8" fmla="*/ 556047 w 6858001"/>
                    <a:gd name="connsiteY8" fmla="*/ 55349 h 874716"/>
                    <a:gd name="connsiteX9" fmla="*/ 580050 w 6858001"/>
                    <a:gd name="connsiteY9" fmla="*/ 48871 h 874716"/>
                    <a:gd name="connsiteX10" fmla="*/ 703308 w 6858001"/>
                    <a:gd name="connsiteY10" fmla="*/ 30964 h 874716"/>
                    <a:gd name="connsiteX11" fmla="*/ 758174 w 6858001"/>
                    <a:gd name="connsiteY11" fmla="*/ 11724 h 874716"/>
                    <a:gd name="connsiteX12" fmla="*/ 773035 w 6858001"/>
                    <a:gd name="connsiteY12" fmla="*/ 8866 h 874716"/>
                    <a:gd name="connsiteX13" fmla="*/ 854379 w 6858001"/>
                    <a:gd name="connsiteY13" fmla="*/ 16866 h 874716"/>
                    <a:gd name="connsiteX14" fmla="*/ 915343 w 6858001"/>
                    <a:gd name="connsiteY14" fmla="*/ 47919 h 874716"/>
                    <a:gd name="connsiteX15" fmla="*/ 927155 w 6858001"/>
                    <a:gd name="connsiteY15" fmla="*/ 58397 h 874716"/>
                    <a:gd name="connsiteX16" fmla="*/ 1097087 w 6858001"/>
                    <a:gd name="connsiteY16" fmla="*/ 54777 h 874716"/>
                    <a:gd name="connsiteX17" fmla="*/ 1123185 w 6858001"/>
                    <a:gd name="connsiteY17" fmla="*/ 50395 h 874716"/>
                    <a:gd name="connsiteX18" fmla="*/ 1249302 w 6858001"/>
                    <a:gd name="connsiteY18" fmla="*/ 68684 h 874716"/>
                    <a:gd name="connsiteX19" fmla="*/ 1286069 w 6858001"/>
                    <a:gd name="connsiteY19" fmla="*/ 72304 h 874716"/>
                    <a:gd name="connsiteX20" fmla="*/ 1417899 w 6858001"/>
                    <a:gd name="connsiteY20" fmla="*/ 88688 h 874716"/>
                    <a:gd name="connsiteX21" fmla="*/ 1436568 w 6858001"/>
                    <a:gd name="connsiteY21" fmla="*/ 73448 h 874716"/>
                    <a:gd name="connsiteX22" fmla="*/ 1490292 w 6858001"/>
                    <a:gd name="connsiteY22" fmla="*/ 35154 h 874716"/>
                    <a:gd name="connsiteX23" fmla="*/ 1596213 w 6858001"/>
                    <a:gd name="connsiteY23" fmla="*/ 1245 h 874716"/>
                    <a:gd name="connsiteX24" fmla="*/ 1624980 w 6858001"/>
                    <a:gd name="connsiteY24" fmla="*/ 3150 h 874716"/>
                    <a:gd name="connsiteX25" fmla="*/ 1697753 w 6858001"/>
                    <a:gd name="connsiteY25" fmla="*/ 59731 h 874716"/>
                    <a:gd name="connsiteX26" fmla="*/ 1733188 w 6858001"/>
                    <a:gd name="connsiteY26" fmla="*/ 82400 h 874716"/>
                    <a:gd name="connsiteX27" fmla="*/ 1833775 w 6858001"/>
                    <a:gd name="connsiteY27" fmla="*/ 124121 h 874716"/>
                    <a:gd name="connsiteX28" fmla="*/ 1842158 w 6858001"/>
                    <a:gd name="connsiteY28" fmla="*/ 131742 h 874716"/>
                    <a:gd name="connsiteX29" fmla="*/ 1916454 w 6858001"/>
                    <a:gd name="connsiteY29" fmla="*/ 222233 h 874716"/>
                    <a:gd name="connsiteX30" fmla="*/ 1933219 w 6858001"/>
                    <a:gd name="connsiteY30" fmla="*/ 237663 h 874716"/>
                    <a:gd name="connsiteX31" fmla="*/ 1953413 w 6858001"/>
                    <a:gd name="connsiteY31" fmla="*/ 261668 h 874716"/>
                    <a:gd name="connsiteX32" fmla="*/ 2016469 w 6858001"/>
                    <a:gd name="connsiteY32" fmla="*/ 308151 h 874716"/>
                    <a:gd name="connsiteX33" fmla="*/ 2094578 w 6858001"/>
                    <a:gd name="connsiteY33" fmla="*/ 323010 h 874716"/>
                    <a:gd name="connsiteX34" fmla="*/ 2188879 w 6858001"/>
                    <a:gd name="connsiteY34" fmla="*/ 345681 h 874716"/>
                    <a:gd name="connsiteX35" fmla="*/ 2228314 w 6858001"/>
                    <a:gd name="connsiteY35" fmla="*/ 360921 h 874716"/>
                    <a:gd name="connsiteX36" fmla="*/ 2334044 w 6858001"/>
                    <a:gd name="connsiteY36" fmla="*/ 389878 h 874716"/>
                    <a:gd name="connsiteX37" fmla="*/ 2409485 w 6858001"/>
                    <a:gd name="connsiteY37" fmla="*/ 414263 h 874716"/>
                    <a:gd name="connsiteX38" fmla="*/ 2518264 w 6858001"/>
                    <a:gd name="connsiteY38" fmla="*/ 428552 h 874716"/>
                    <a:gd name="connsiteX39" fmla="*/ 2571034 w 6858001"/>
                    <a:gd name="connsiteY39" fmla="*/ 429122 h 874716"/>
                    <a:gd name="connsiteX40" fmla="*/ 2668001 w 6858001"/>
                    <a:gd name="connsiteY40" fmla="*/ 502276 h 874716"/>
                    <a:gd name="connsiteX41" fmla="*/ 2745348 w 6858001"/>
                    <a:gd name="connsiteY41" fmla="*/ 550666 h 874716"/>
                    <a:gd name="connsiteX42" fmla="*/ 2826694 w 6858001"/>
                    <a:gd name="connsiteY42" fmla="*/ 527233 h 874716"/>
                    <a:gd name="connsiteX43" fmla="*/ 2848793 w 6858001"/>
                    <a:gd name="connsiteY43" fmla="*/ 505134 h 874716"/>
                    <a:gd name="connsiteX44" fmla="*/ 2982148 w 6858001"/>
                    <a:gd name="connsiteY44" fmla="*/ 484179 h 874716"/>
                    <a:gd name="connsiteX45" fmla="*/ 3172654 w 6858001"/>
                    <a:gd name="connsiteY45" fmla="*/ 483417 h 874716"/>
                    <a:gd name="connsiteX46" fmla="*/ 3489467 w 6858001"/>
                    <a:gd name="connsiteY46" fmla="*/ 435790 h 874716"/>
                    <a:gd name="connsiteX47" fmla="*/ 3544713 w 6858001"/>
                    <a:gd name="connsiteY47" fmla="*/ 413691 h 874716"/>
                    <a:gd name="connsiteX48" fmla="*/ 3606817 w 6858001"/>
                    <a:gd name="connsiteY48" fmla="*/ 408167 h 874716"/>
                    <a:gd name="connsiteX49" fmla="*/ 3630632 w 6858001"/>
                    <a:gd name="connsiteY49" fmla="*/ 421693 h 874716"/>
                    <a:gd name="connsiteX50" fmla="*/ 3734837 w 6858001"/>
                    <a:gd name="connsiteY50" fmla="*/ 441886 h 874716"/>
                    <a:gd name="connsiteX51" fmla="*/ 3754652 w 6858001"/>
                    <a:gd name="connsiteY51" fmla="*/ 442268 h 874716"/>
                    <a:gd name="connsiteX52" fmla="*/ 3822472 w 6858001"/>
                    <a:gd name="connsiteY52" fmla="*/ 433694 h 874716"/>
                    <a:gd name="connsiteX53" fmla="*/ 3885338 w 6858001"/>
                    <a:gd name="connsiteY53" fmla="*/ 428742 h 874716"/>
                    <a:gd name="connsiteX54" fmla="*/ 4043839 w 6858001"/>
                    <a:gd name="connsiteY54" fmla="*/ 444934 h 874716"/>
                    <a:gd name="connsiteX55" fmla="*/ 4165383 w 6858001"/>
                    <a:gd name="connsiteY55" fmla="*/ 441124 h 874716"/>
                    <a:gd name="connsiteX56" fmla="*/ 4221391 w 6858001"/>
                    <a:gd name="connsiteY56" fmla="*/ 444934 h 874716"/>
                    <a:gd name="connsiteX57" fmla="*/ 4253014 w 6858001"/>
                    <a:gd name="connsiteY57" fmla="*/ 450650 h 874716"/>
                    <a:gd name="connsiteX58" fmla="*/ 4324645 w 6858001"/>
                    <a:gd name="connsiteY58" fmla="*/ 490466 h 874716"/>
                    <a:gd name="connsiteX59" fmla="*/ 4363890 w 6858001"/>
                    <a:gd name="connsiteY59" fmla="*/ 499420 h 874716"/>
                    <a:gd name="connsiteX60" fmla="*/ 4482004 w 6858001"/>
                    <a:gd name="connsiteY60" fmla="*/ 498658 h 874716"/>
                    <a:gd name="connsiteX61" fmla="*/ 4659174 w 6858001"/>
                    <a:gd name="connsiteY61" fmla="*/ 438648 h 874716"/>
                    <a:gd name="connsiteX62" fmla="*/ 4677655 w 6858001"/>
                    <a:gd name="connsiteY62" fmla="*/ 430646 h 874716"/>
                    <a:gd name="connsiteX63" fmla="*/ 4767764 w 6858001"/>
                    <a:gd name="connsiteY63" fmla="*/ 420739 h 874716"/>
                    <a:gd name="connsiteX64" fmla="*/ 4828916 w 6858001"/>
                    <a:gd name="connsiteY64" fmla="*/ 434266 h 874716"/>
                    <a:gd name="connsiteX65" fmla="*/ 4912168 w 6858001"/>
                    <a:gd name="connsiteY65" fmla="*/ 462271 h 874716"/>
                    <a:gd name="connsiteX66" fmla="*/ 4987037 w 6858001"/>
                    <a:gd name="connsiteY66" fmla="*/ 485703 h 874716"/>
                    <a:gd name="connsiteX67" fmla="*/ 5041521 w 6858001"/>
                    <a:gd name="connsiteY67" fmla="*/ 512182 h 874716"/>
                    <a:gd name="connsiteX68" fmla="*/ 5166113 w 6858001"/>
                    <a:gd name="connsiteY68" fmla="*/ 531615 h 874716"/>
                    <a:gd name="connsiteX69" fmla="*/ 5179067 w 6858001"/>
                    <a:gd name="connsiteY69" fmla="*/ 534853 h 874716"/>
                    <a:gd name="connsiteX70" fmla="*/ 5272796 w 6858001"/>
                    <a:gd name="connsiteY70" fmla="*/ 511230 h 874716"/>
                    <a:gd name="connsiteX71" fmla="*/ 5385384 w 6858001"/>
                    <a:gd name="connsiteY71" fmla="*/ 487227 h 874716"/>
                    <a:gd name="connsiteX72" fmla="*/ 5425582 w 6858001"/>
                    <a:gd name="connsiteY72" fmla="*/ 495418 h 874716"/>
                    <a:gd name="connsiteX73" fmla="*/ 5480637 w 6858001"/>
                    <a:gd name="connsiteY73" fmla="*/ 507040 h 874716"/>
                    <a:gd name="connsiteX74" fmla="*/ 5531693 w 6858001"/>
                    <a:gd name="connsiteY74" fmla="*/ 500944 h 874716"/>
                    <a:gd name="connsiteX75" fmla="*/ 5562746 w 6858001"/>
                    <a:gd name="connsiteY75" fmla="*/ 500372 h 874716"/>
                    <a:gd name="connsiteX76" fmla="*/ 5704483 w 6858001"/>
                    <a:gd name="connsiteY76" fmla="*/ 571620 h 874716"/>
                    <a:gd name="connsiteX77" fmla="*/ 5740488 w 6858001"/>
                    <a:gd name="connsiteY77" fmla="*/ 577526 h 874716"/>
                    <a:gd name="connsiteX78" fmla="*/ 5760873 w 6858001"/>
                    <a:gd name="connsiteY78" fmla="*/ 586291 h 874716"/>
                    <a:gd name="connsiteX79" fmla="*/ 5883751 w 6858001"/>
                    <a:gd name="connsiteY79" fmla="*/ 674686 h 874716"/>
                    <a:gd name="connsiteX80" fmla="*/ 5935949 w 6858001"/>
                    <a:gd name="connsiteY80" fmla="*/ 692592 h 874716"/>
                    <a:gd name="connsiteX81" fmla="*/ 5993291 w 6858001"/>
                    <a:gd name="connsiteY81" fmla="*/ 688972 h 874716"/>
                    <a:gd name="connsiteX82" fmla="*/ 6026440 w 6858001"/>
                    <a:gd name="connsiteY82" fmla="*/ 682496 h 874716"/>
                    <a:gd name="connsiteX83" fmla="*/ 6108738 w 6858001"/>
                    <a:gd name="connsiteY83" fmla="*/ 626296 h 874716"/>
                    <a:gd name="connsiteX84" fmla="*/ 6155602 w 6858001"/>
                    <a:gd name="connsiteY84" fmla="*/ 628202 h 874716"/>
                    <a:gd name="connsiteX85" fmla="*/ 6228756 w 6858001"/>
                    <a:gd name="connsiteY85" fmla="*/ 666873 h 874716"/>
                    <a:gd name="connsiteX86" fmla="*/ 6361539 w 6858001"/>
                    <a:gd name="connsiteY86" fmla="*/ 684210 h 874716"/>
                    <a:gd name="connsiteX87" fmla="*/ 6428979 w 6858001"/>
                    <a:gd name="connsiteY87" fmla="*/ 630106 h 874716"/>
                    <a:gd name="connsiteX88" fmla="*/ 6463840 w 6858001"/>
                    <a:gd name="connsiteY88" fmla="*/ 578098 h 874716"/>
                    <a:gd name="connsiteX89" fmla="*/ 6564620 w 6858001"/>
                    <a:gd name="connsiteY89" fmla="*/ 517708 h 874716"/>
                    <a:gd name="connsiteX90" fmla="*/ 6588625 w 6858001"/>
                    <a:gd name="connsiteY90" fmla="*/ 540187 h 874716"/>
                    <a:gd name="connsiteX91" fmla="*/ 6662541 w 6858001"/>
                    <a:gd name="connsiteY91" fmla="*/ 549714 h 874716"/>
                    <a:gd name="connsiteX92" fmla="*/ 6742552 w 6858001"/>
                    <a:gd name="connsiteY92" fmla="*/ 548952 h 874716"/>
                    <a:gd name="connsiteX93" fmla="*/ 6812063 w 6858001"/>
                    <a:gd name="connsiteY93" fmla="*/ 568430 h 874716"/>
                    <a:gd name="connsiteX94" fmla="*/ 6858001 w 6858001"/>
                    <a:gd name="connsiteY94" fmla="*/ 562267 h 874716"/>
                    <a:gd name="connsiteX95" fmla="*/ 6858001 w 6858001"/>
                    <a:gd name="connsiteY95" fmla="*/ 734520 h 874716"/>
                    <a:gd name="connsiteX96" fmla="*/ 6815516 w 6858001"/>
                    <a:gd name="connsiteY96" fmla="*/ 744220 h 874716"/>
                    <a:gd name="connsiteX97" fmla="*/ 6748458 w 6858001"/>
                    <a:gd name="connsiteY97" fmla="*/ 763271 h 874716"/>
                    <a:gd name="connsiteX98" fmla="*/ 6584812 w 6858001"/>
                    <a:gd name="connsiteY98" fmla="*/ 784797 h 874716"/>
                    <a:gd name="connsiteX99" fmla="*/ 6415833 w 6858001"/>
                    <a:gd name="connsiteY99" fmla="*/ 805562 h 874716"/>
                    <a:gd name="connsiteX100" fmla="*/ 6323058 w 6858001"/>
                    <a:gd name="connsiteY100" fmla="*/ 812420 h 874716"/>
                    <a:gd name="connsiteX101" fmla="*/ 6242093 w 6858001"/>
                    <a:gd name="connsiteY101" fmla="*/ 823281 h 874716"/>
                    <a:gd name="connsiteX102" fmla="*/ 6171605 w 6858001"/>
                    <a:gd name="connsiteY102" fmla="*/ 830139 h 874716"/>
                    <a:gd name="connsiteX103" fmla="*/ 6059397 w 6858001"/>
                    <a:gd name="connsiteY103" fmla="*/ 844045 h 874716"/>
                    <a:gd name="connsiteX104" fmla="*/ 6012723 w 6858001"/>
                    <a:gd name="connsiteY104" fmla="*/ 847665 h 874716"/>
                    <a:gd name="connsiteX105" fmla="*/ 5902610 w 6858001"/>
                    <a:gd name="connsiteY105" fmla="*/ 847473 h 874716"/>
                    <a:gd name="connsiteX106" fmla="*/ 5864318 w 6858001"/>
                    <a:gd name="connsiteY106" fmla="*/ 845569 h 874716"/>
                    <a:gd name="connsiteX107" fmla="*/ 5790592 w 6858001"/>
                    <a:gd name="connsiteY107" fmla="*/ 821947 h 874716"/>
                    <a:gd name="connsiteX108" fmla="*/ 5781830 w 6858001"/>
                    <a:gd name="connsiteY108" fmla="*/ 820233 h 874716"/>
                    <a:gd name="connsiteX109" fmla="*/ 5733440 w 6858001"/>
                    <a:gd name="connsiteY109" fmla="*/ 810896 h 874716"/>
                    <a:gd name="connsiteX110" fmla="*/ 5706959 w 6858001"/>
                    <a:gd name="connsiteY110" fmla="*/ 807848 h 874716"/>
                    <a:gd name="connsiteX111" fmla="*/ 5606372 w 6858001"/>
                    <a:gd name="connsiteY111" fmla="*/ 788417 h 874716"/>
                    <a:gd name="connsiteX112" fmla="*/ 5548460 w 6858001"/>
                    <a:gd name="connsiteY112" fmla="*/ 779273 h 874716"/>
                    <a:gd name="connsiteX113" fmla="*/ 5501594 w 6858001"/>
                    <a:gd name="connsiteY113" fmla="*/ 780607 h 874716"/>
                    <a:gd name="connsiteX114" fmla="*/ 5419295 w 6858001"/>
                    <a:gd name="connsiteY114" fmla="*/ 782321 h 874716"/>
                    <a:gd name="connsiteX115" fmla="*/ 5393005 w 6858001"/>
                    <a:gd name="connsiteY115" fmla="*/ 786703 h 874716"/>
                    <a:gd name="connsiteX116" fmla="*/ 5274129 w 6858001"/>
                    <a:gd name="connsiteY116" fmla="*/ 774129 h 874716"/>
                    <a:gd name="connsiteX117" fmla="*/ 5206308 w 6858001"/>
                    <a:gd name="connsiteY117" fmla="*/ 773177 h 874716"/>
                    <a:gd name="connsiteX118" fmla="*/ 5129916 w 6858001"/>
                    <a:gd name="connsiteY118" fmla="*/ 757554 h 874716"/>
                    <a:gd name="connsiteX119" fmla="*/ 5107627 w 6858001"/>
                    <a:gd name="connsiteY119" fmla="*/ 758316 h 874716"/>
                    <a:gd name="connsiteX120" fmla="*/ 5082670 w 6858001"/>
                    <a:gd name="connsiteY120" fmla="*/ 759651 h 874716"/>
                    <a:gd name="connsiteX121" fmla="*/ 5006086 w 6858001"/>
                    <a:gd name="connsiteY121" fmla="*/ 760795 h 874716"/>
                    <a:gd name="connsiteX122" fmla="*/ 4959602 w 6858001"/>
                    <a:gd name="connsiteY122" fmla="*/ 766509 h 874716"/>
                    <a:gd name="connsiteX123" fmla="*/ 4871019 w 6858001"/>
                    <a:gd name="connsiteY123" fmla="*/ 763081 h 874716"/>
                    <a:gd name="connsiteX124" fmla="*/ 4838250 w 6858001"/>
                    <a:gd name="connsiteY124" fmla="*/ 768033 h 874716"/>
                    <a:gd name="connsiteX125" fmla="*/ 4755381 w 6858001"/>
                    <a:gd name="connsiteY125" fmla="*/ 768605 h 874716"/>
                    <a:gd name="connsiteX126" fmla="*/ 4681083 w 6858001"/>
                    <a:gd name="connsiteY126" fmla="*/ 765747 h 874716"/>
                    <a:gd name="connsiteX127" fmla="*/ 4609452 w 6858001"/>
                    <a:gd name="connsiteY127" fmla="*/ 767271 h 874716"/>
                    <a:gd name="connsiteX128" fmla="*/ 4558207 w 6858001"/>
                    <a:gd name="connsiteY128" fmla="*/ 773557 h 874716"/>
                    <a:gd name="connsiteX129" fmla="*/ 4502579 w 6858001"/>
                    <a:gd name="connsiteY129" fmla="*/ 777367 h 874716"/>
                    <a:gd name="connsiteX130" fmla="*/ 4349222 w 6858001"/>
                    <a:gd name="connsiteY130" fmla="*/ 800038 h 874716"/>
                    <a:gd name="connsiteX131" fmla="*/ 4320837 w 6858001"/>
                    <a:gd name="connsiteY131" fmla="*/ 794514 h 874716"/>
                    <a:gd name="connsiteX132" fmla="*/ 4159667 w 6858001"/>
                    <a:gd name="connsiteY132" fmla="*/ 789370 h 874716"/>
                    <a:gd name="connsiteX133" fmla="*/ 4124614 w 6858001"/>
                    <a:gd name="connsiteY133" fmla="*/ 789752 h 874716"/>
                    <a:gd name="connsiteX134" fmla="*/ 4030503 w 6858001"/>
                    <a:gd name="connsiteY134" fmla="*/ 767271 h 874716"/>
                    <a:gd name="connsiteX135" fmla="*/ 3885338 w 6858001"/>
                    <a:gd name="connsiteY135" fmla="*/ 802896 h 874716"/>
                    <a:gd name="connsiteX136" fmla="*/ 3749506 w 6858001"/>
                    <a:gd name="connsiteY136" fmla="*/ 847473 h 874716"/>
                    <a:gd name="connsiteX137" fmla="*/ 3732361 w 6858001"/>
                    <a:gd name="connsiteY137" fmla="*/ 853190 h 874716"/>
                    <a:gd name="connsiteX138" fmla="*/ 3683591 w 6858001"/>
                    <a:gd name="connsiteY138" fmla="*/ 862906 h 874716"/>
                    <a:gd name="connsiteX139" fmla="*/ 3623201 w 6858001"/>
                    <a:gd name="connsiteY139" fmla="*/ 866334 h 874716"/>
                    <a:gd name="connsiteX140" fmla="*/ 3546617 w 6858001"/>
                    <a:gd name="connsiteY140" fmla="*/ 874716 h 874716"/>
                    <a:gd name="connsiteX141" fmla="*/ 3485275 w 6858001"/>
                    <a:gd name="connsiteY141" fmla="*/ 864238 h 874716"/>
                    <a:gd name="connsiteX142" fmla="*/ 3399546 w 6858001"/>
                    <a:gd name="connsiteY142" fmla="*/ 848618 h 874716"/>
                    <a:gd name="connsiteX143" fmla="*/ 3318771 w 6858001"/>
                    <a:gd name="connsiteY143" fmla="*/ 833757 h 874716"/>
                    <a:gd name="connsiteX144" fmla="*/ 3293244 w 6858001"/>
                    <a:gd name="connsiteY144" fmla="*/ 851284 h 874716"/>
                    <a:gd name="connsiteX145" fmla="*/ 3253809 w 6858001"/>
                    <a:gd name="connsiteY145" fmla="*/ 866524 h 874716"/>
                    <a:gd name="connsiteX146" fmla="*/ 3209993 w 6858001"/>
                    <a:gd name="connsiteY146" fmla="*/ 848235 h 874716"/>
                    <a:gd name="connsiteX147" fmla="*/ 3107500 w 6858001"/>
                    <a:gd name="connsiteY147" fmla="*/ 810326 h 874716"/>
                    <a:gd name="connsiteX148" fmla="*/ 3042728 w 6858001"/>
                    <a:gd name="connsiteY148" fmla="*/ 808610 h 874716"/>
                    <a:gd name="connsiteX149" fmla="*/ 2901943 w 6858001"/>
                    <a:gd name="connsiteY149" fmla="*/ 792418 h 874716"/>
                    <a:gd name="connsiteX150" fmla="*/ 2809930 w 6858001"/>
                    <a:gd name="connsiteY150" fmla="*/ 769367 h 874716"/>
                    <a:gd name="connsiteX151" fmla="*/ 2743826 w 6858001"/>
                    <a:gd name="connsiteY151" fmla="*/ 743268 h 874716"/>
                    <a:gd name="connsiteX152" fmla="*/ 2649143 w 6858001"/>
                    <a:gd name="connsiteY152" fmla="*/ 709167 h 874716"/>
                    <a:gd name="connsiteX153" fmla="*/ 2554079 w 6858001"/>
                    <a:gd name="connsiteY153" fmla="*/ 691450 h 874716"/>
                    <a:gd name="connsiteX154" fmla="*/ 2485307 w 6858001"/>
                    <a:gd name="connsiteY154" fmla="*/ 669160 h 874716"/>
                    <a:gd name="connsiteX155" fmla="*/ 2401292 w 6858001"/>
                    <a:gd name="connsiteY155" fmla="*/ 653919 h 874716"/>
                    <a:gd name="connsiteX156" fmla="*/ 2330806 w 6858001"/>
                    <a:gd name="connsiteY156" fmla="*/ 653349 h 874716"/>
                    <a:gd name="connsiteX157" fmla="*/ 2220312 w 6858001"/>
                    <a:gd name="connsiteY157" fmla="*/ 656015 h 874716"/>
                    <a:gd name="connsiteX158" fmla="*/ 2085054 w 6858001"/>
                    <a:gd name="connsiteY158" fmla="*/ 609914 h 874716"/>
                    <a:gd name="connsiteX159" fmla="*/ 2030378 w 6858001"/>
                    <a:gd name="connsiteY159" fmla="*/ 599625 h 874716"/>
                    <a:gd name="connsiteX160" fmla="*/ 1978940 w 6858001"/>
                    <a:gd name="connsiteY160" fmla="*/ 594863 h 874716"/>
                    <a:gd name="connsiteX161" fmla="*/ 1869780 w 6858001"/>
                    <a:gd name="connsiteY161" fmla="*/ 564192 h 874716"/>
                    <a:gd name="connsiteX162" fmla="*/ 1825393 w 6858001"/>
                    <a:gd name="connsiteY162" fmla="*/ 554094 h 874716"/>
                    <a:gd name="connsiteX163" fmla="*/ 1763287 w 6858001"/>
                    <a:gd name="connsiteY163" fmla="*/ 554286 h 874716"/>
                    <a:gd name="connsiteX164" fmla="*/ 1650317 w 6858001"/>
                    <a:gd name="connsiteY164" fmla="*/ 540187 h 874716"/>
                    <a:gd name="connsiteX165" fmla="*/ 1537537 w 6858001"/>
                    <a:gd name="connsiteY165" fmla="*/ 499038 h 874716"/>
                    <a:gd name="connsiteX166" fmla="*/ 1489720 w 6858001"/>
                    <a:gd name="connsiteY166" fmla="*/ 503038 h 874716"/>
                    <a:gd name="connsiteX167" fmla="*/ 1472575 w 6858001"/>
                    <a:gd name="connsiteY167" fmla="*/ 502086 h 874716"/>
                    <a:gd name="connsiteX168" fmla="*/ 1318456 w 6858001"/>
                    <a:gd name="connsiteY168" fmla="*/ 479415 h 874716"/>
                    <a:gd name="connsiteX169" fmla="*/ 1303024 w 6858001"/>
                    <a:gd name="connsiteY169" fmla="*/ 476939 h 874716"/>
                    <a:gd name="connsiteX170" fmla="*/ 1230633 w 6858001"/>
                    <a:gd name="connsiteY170" fmla="*/ 456746 h 874716"/>
                    <a:gd name="connsiteX171" fmla="*/ 1048125 w 6858001"/>
                    <a:gd name="connsiteY171" fmla="*/ 444172 h 874716"/>
                    <a:gd name="connsiteX172" fmla="*/ 1036887 w 6858001"/>
                    <a:gd name="connsiteY172" fmla="*/ 442648 h 874716"/>
                    <a:gd name="connsiteX173" fmla="*/ 975733 w 6858001"/>
                    <a:gd name="connsiteY173" fmla="*/ 452744 h 874716"/>
                    <a:gd name="connsiteX174" fmla="*/ 945444 w 6858001"/>
                    <a:gd name="connsiteY174" fmla="*/ 467033 h 874716"/>
                    <a:gd name="connsiteX175" fmla="*/ 898198 w 6858001"/>
                    <a:gd name="connsiteY175" fmla="*/ 481893 h 874716"/>
                    <a:gd name="connsiteX176" fmla="*/ 850189 w 6858001"/>
                    <a:gd name="connsiteY176" fmla="*/ 487417 h 874716"/>
                    <a:gd name="connsiteX177" fmla="*/ 769605 w 6858001"/>
                    <a:gd name="connsiteY177" fmla="*/ 464937 h 874716"/>
                    <a:gd name="connsiteX178" fmla="*/ 740268 w 6858001"/>
                    <a:gd name="connsiteY178" fmla="*/ 462651 h 874716"/>
                    <a:gd name="connsiteX179" fmla="*/ 674923 w 6858001"/>
                    <a:gd name="connsiteY179" fmla="*/ 451792 h 874716"/>
                    <a:gd name="connsiteX180" fmla="*/ 617772 w 6858001"/>
                    <a:gd name="connsiteY180" fmla="*/ 452554 h 874716"/>
                    <a:gd name="connsiteX181" fmla="*/ 571860 w 6858001"/>
                    <a:gd name="connsiteY181" fmla="*/ 469891 h 874716"/>
                    <a:gd name="connsiteX182" fmla="*/ 505182 w 6858001"/>
                    <a:gd name="connsiteY182" fmla="*/ 473319 h 874716"/>
                    <a:gd name="connsiteX183" fmla="*/ 462126 w 6858001"/>
                    <a:gd name="connsiteY183" fmla="*/ 460747 h 874716"/>
                    <a:gd name="connsiteX184" fmla="*/ 453364 w 6858001"/>
                    <a:gd name="connsiteY184" fmla="*/ 459033 h 874716"/>
                    <a:gd name="connsiteX185" fmla="*/ 340774 w 6858001"/>
                    <a:gd name="connsiteY185" fmla="*/ 458268 h 874716"/>
                    <a:gd name="connsiteX186" fmla="*/ 200182 w 6858001"/>
                    <a:gd name="connsiteY186" fmla="*/ 496180 h 874716"/>
                    <a:gd name="connsiteX187" fmla="*/ 176939 w 6858001"/>
                    <a:gd name="connsiteY187" fmla="*/ 504182 h 874716"/>
                    <a:gd name="connsiteX188" fmla="*/ 63587 w 6858001"/>
                    <a:gd name="connsiteY188" fmla="*/ 518088 h 874716"/>
                    <a:gd name="connsiteX189" fmla="*/ 2817 w 6858001"/>
                    <a:gd name="connsiteY189" fmla="*/ 532187 h 874716"/>
                    <a:gd name="connsiteX190" fmla="*/ 0 w 6858001"/>
                    <a:gd name="connsiteY190" fmla="*/ 533314 h 87471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</a:cxnLst>
                  <a:rect l="l" t="t" r="r" b="b"/>
                  <a:pathLst>
                    <a:path w="6858001" h="874716">
                      <a:moveTo>
                        <a:pt x="0" y="533314"/>
                      </a:moveTo>
                      <a:lnTo>
                        <a:pt x="0" y="69206"/>
                      </a:lnTo>
                      <a:lnTo>
                        <a:pt x="21486" y="71924"/>
                      </a:lnTo>
                      <a:cubicBezTo>
                        <a:pt x="92546" y="60493"/>
                        <a:pt x="159604" y="87354"/>
                        <a:pt x="228948" y="88116"/>
                      </a:cubicBezTo>
                      <a:cubicBezTo>
                        <a:pt x="260382" y="88496"/>
                        <a:pt x="291435" y="94592"/>
                        <a:pt x="313533" y="62779"/>
                      </a:cubicBezTo>
                      <a:cubicBezTo>
                        <a:pt x="316389" y="58587"/>
                        <a:pt x="330298" y="60873"/>
                        <a:pt x="338870" y="62207"/>
                      </a:cubicBezTo>
                      <a:cubicBezTo>
                        <a:pt x="357921" y="65066"/>
                        <a:pt x="376781" y="72304"/>
                        <a:pt x="395640" y="72114"/>
                      </a:cubicBezTo>
                      <a:cubicBezTo>
                        <a:pt x="434695" y="71924"/>
                        <a:pt x="473939" y="68876"/>
                        <a:pt x="512802" y="65446"/>
                      </a:cubicBezTo>
                      <a:cubicBezTo>
                        <a:pt x="527470" y="64112"/>
                        <a:pt x="541569" y="58969"/>
                        <a:pt x="556047" y="55349"/>
                      </a:cubicBezTo>
                      <a:cubicBezTo>
                        <a:pt x="564048" y="53253"/>
                        <a:pt x="572622" y="47729"/>
                        <a:pt x="580050" y="48871"/>
                      </a:cubicBezTo>
                      <a:cubicBezTo>
                        <a:pt x="623106" y="55539"/>
                        <a:pt x="662541" y="39157"/>
                        <a:pt x="703308" y="30964"/>
                      </a:cubicBezTo>
                      <a:cubicBezTo>
                        <a:pt x="722169" y="27154"/>
                        <a:pt x="739886" y="18010"/>
                        <a:pt x="758174" y="11724"/>
                      </a:cubicBezTo>
                      <a:cubicBezTo>
                        <a:pt x="762936" y="10008"/>
                        <a:pt x="768271" y="8484"/>
                        <a:pt x="773035" y="8866"/>
                      </a:cubicBezTo>
                      <a:cubicBezTo>
                        <a:pt x="800276" y="11152"/>
                        <a:pt x="827329" y="14390"/>
                        <a:pt x="854379" y="16866"/>
                      </a:cubicBezTo>
                      <a:cubicBezTo>
                        <a:pt x="878956" y="19152"/>
                        <a:pt x="903722" y="19914"/>
                        <a:pt x="915343" y="47919"/>
                      </a:cubicBezTo>
                      <a:cubicBezTo>
                        <a:pt x="917059" y="52301"/>
                        <a:pt x="922773" y="55539"/>
                        <a:pt x="927155" y="58397"/>
                      </a:cubicBezTo>
                      <a:cubicBezTo>
                        <a:pt x="994785" y="102405"/>
                        <a:pt x="1030980" y="101261"/>
                        <a:pt x="1097087" y="54777"/>
                      </a:cubicBezTo>
                      <a:cubicBezTo>
                        <a:pt x="1103945" y="50015"/>
                        <a:pt x="1118613" y="46585"/>
                        <a:pt x="1123185" y="50395"/>
                      </a:cubicBezTo>
                      <a:cubicBezTo>
                        <a:pt x="1162049" y="82020"/>
                        <a:pt x="1204532" y="78590"/>
                        <a:pt x="1249302" y="68684"/>
                      </a:cubicBezTo>
                      <a:cubicBezTo>
                        <a:pt x="1260922" y="66018"/>
                        <a:pt x="1277307" y="66018"/>
                        <a:pt x="1286069" y="72304"/>
                      </a:cubicBezTo>
                      <a:cubicBezTo>
                        <a:pt x="1327790" y="101451"/>
                        <a:pt x="1372560" y="97261"/>
                        <a:pt x="1417899" y="88688"/>
                      </a:cubicBezTo>
                      <a:cubicBezTo>
                        <a:pt x="1424948" y="87354"/>
                        <a:pt x="1433522" y="80114"/>
                        <a:pt x="1436568" y="73448"/>
                      </a:cubicBezTo>
                      <a:cubicBezTo>
                        <a:pt x="1447428" y="49825"/>
                        <a:pt x="1467813" y="41823"/>
                        <a:pt x="1490292" y="35154"/>
                      </a:cubicBezTo>
                      <a:cubicBezTo>
                        <a:pt x="1525727" y="24296"/>
                        <a:pt x="1560588" y="11532"/>
                        <a:pt x="1596213" y="1245"/>
                      </a:cubicBezTo>
                      <a:cubicBezTo>
                        <a:pt x="1604978" y="-1231"/>
                        <a:pt x="1615836" y="293"/>
                        <a:pt x="1624980" y="3150"/>
                      </a:cubicBezTo>
                      <a:cubicBezTo>
                        <a:pt x="1656223" y="12866"/>
                        <a:pt x="1676036" y="37251"/>
                        <a:pt x="1697753" y="59731"/>
                      </a:cubicBezTo>
                      <a:cubicBezTo>
                        <a:pt x="1707279" y="69638"/>
                        <a:pt x="1720423" y="76686"/>
                        <a:pt x="1733188" y="82400"/>
                      </a:cubicBezTo>
                      <a:cubicBezTo>
                        <a:pt x="1766335" y="97071"/>
                        <a:pt x="1800246" y="110215"/>
                        <a:pt x="1833775" y="124121"/>
                      </a:cubicBezTo>
                      <a:cubicBezTo>
                        <a:pt x="1837013" y="125455"/>
                        <a:pt x="1839679" y="128884"/>
                        <a:pt x="1842158" y="131742"/>
                      </a:cubicBezTo>
                      <a:cubicBezTo>
                        <a:pt x="1866922" y="161843"/>
                        <a:pt x="1891497" y="192132"/>
                        <a:pt x="1916454" y="222233"/>
                      </a:cubicBezTo>
                      <a:cubicBezTo>
                        <a:pt x="1921216" y="227947"/>
                        <a:pt x="1928076" y="232139"/>
                        <a:pt x="1933219" y="237663"/>
                      </a:cubicBezTo>
                      <a:cubicBezTo>
                        <a:pt x="1940459" y="245283"/>
                        <a:pt x="1949603" y="252524"/>
                        <a:pt x="1953413" y="261668"/>
                      </a:cubicBezTo>
                      <a:cubicBezTo>
                        <a:pt x="1965224" y="290433"/>
                        <a:pt x="1987894" y="302817"/>
                        <a:pt x="2016469" y="308151"/>
                      </a:cubicBezTo>
                      <a:cubicBezTo>
                        <a:pt x="2042570" y="313104"/>
                        <a:pt x="2068669" y="317296"/>
                        <a:pt x="2094578" y="323010"/>
                      </a:cubicBezTo>
                      <a:cubicBezTo>
                        <a:pt x="2126201" y="329868"/>
                        <a:pt x="2157636" y="337298"/>
                        <a:pt x="2188879" y="345681"/>
                      </a:cubicBezTo>
                      <a:cubicBezTo>
                        <a:pt x="2202404" y="349301"/>
                        <a:pt x="2216692" y="353491"/>
                        <a:pt x="2228314" y="360921"/>
                      </a:cubicBezTo>
                      <a:cubicBezTo>
                        <a:pt x="2260890" y="381496"/>
                        <a:pt x="2295753" y="395402"/>
                        <a:pt x="2334044" y="389878"/>
                      </a:cubicBezTo>
                      <a:cubicBezTo>
                        <a:pt x="2364715" y="385496"/>
                        <a:pt x="2390434" y="396736"/>
                        <a:pt x="2409485" y="414263"/>
                      </a:cubicBezTo>
                      <a:cubicBezTo>
                        <a:pt x="2444158" y="446078"/>
                        <a:pt x="2481305" y="438838"/>
                        <a:pt x="2518264" y="428552"/>
                      </a:cubicBezTo>
                      <a:cubicBezTo>
                        <a:pt x="2537315" y="423217"/>
                        <a:pt x="2552935" y="423979"/>
                        <a:pt x="2571034" y="429122"/>
                      </a:cubicBezTo>
                      <a:cubicBezTo>
                        <a:pt x="2612945" y="441124"/>
                        <a:pt x="2640950" y="473701"/>
                        <a:pt x="2668001" y="502276"/>
                      </a:cubicBezTo>
                      <a:cubicBezTo>
                        <a:pt x="2691054" y="526661"/>
                        <a:pt x="2716963" y="540377"/>
                        <a:pt x="2745348" y="550666"/>
                      </a:cubicBezTo>
                      <a:cubicBezTo>
                        <a:pt x="2781163" y="563810"/>
                        <a:pt x="2809548" y="558858"/>
                        <a:pt x="2826694" y="527233"/>
                      </a:cubicBezTo>
                      <a:cubicBezTo>
                        <a:pt x="2831457" y="518278"/>
                        <a:pt x="2839839" y="507800"/>
                        <a:pt x="2848793" y="505134"/>
                      </a:cubicBezTo>
                      <a:cubicBezTo>
                        <a:pt x="2892037" y="491800"/>
                        <a:pt x="2935854" y="472367"/>
                        <a:pt x="2982148" y="484179"/>
                      </a:cubicBezTo>
                      <a:cubicBezTo>
                        <a:pt x="3046158" y="500372"/>
                        <a:pt x="3108644" y="499420"/>
                        <a:pt x="3172654" y="483417"/>
                      </a:cubicBezTo>
                      <a:cubicBezTo>
                        <a:pt x="3276480" y="457508"/>
                        <a:pt x="3380305" y="430076"/>
                        <a:pt x="3489467" y="435790"/>
                      </a:cubicBezTo>
                      <a:cubicBezTo>
                        <a:pt x="3507563" y="436742"/>
                        <a:pt x="3529090" y="425121"/>
                        <a:pt x="3544713" y="413691"/>
                      </a:cubicBezTo>
                      <a:cubicBezTo>
                        <a:pt x="3574622" y="391974"/>
                        <a:pt x="3573288" y="390258"/>
                        <a:pt x="3606817" y="408167"/>
                      </a:cubicBezTo>
                      <a:cubicBezTo>
                        <a:pt x="3614819" y="412549"/>
                        <a:pt x="3624725" y="415215"/>
                        <a:pt x="3630632" y="421693"/>
                      </a:cubicBezTo>
                      <a:cubicBezTo>
                        <a:pt x="3660731" y="454650"/>
                        <a:pt x="3697880" y="446648"/>
                        <a:pt x="3734837" y="441886"/>
                      </a:cubicBezTo>
                      <a:cubicBezTo>
                        <a:pt x="3741315" y="440934"/>
                        <a:pt x="3749125" y="439600"/>
                        <a:pt x="3754652" y="442268"/>
                      </a:cubicBezTo>
                      <a:cubicBezTo>
                        <a:pt x="3779607" y="454268"/>
                        <a:pt x="3800753" y="450078"/>
                        <a:pt x="3822472" y="433694"/>
                      </a:cubicBezTo>
                      <a:cubicBezTo>
                        <a:pt x="3841331" y="419597"/>
                        <a:pt x="3863049" y="411215"/>
                        <a:pt x="3885338" y="428742"/>
                      </a:cubicBezTo>
                      <a:cubicBezTo>
                        <a:pt x="3934870" y="467605"/>
                        <a:pt x="3987829" y="469509"/>
                        <a:pt x="4043839" y="444934"/>
                      </a:cubicBezTo>
                      <a:cubicBezTo>
                        <a:pt x="4083845" y="427407"/>
                        <a:pt x="4123280" y="423407"/>
                        <a:pt x="4165383" y="441124"/>
                      </a:cubicBezTo>
                      <a:cubicBezTo>
                        <a:pt x="4181576" y="447982"/>
                        <a:pt x="4202531" y="443410"/>
                        <a:pt x="4221391" y="444934"/>
                      </a:cubicBezTo>
                      <a:cubicBezTo>
                        <a:pt x="4232060" y="445696"/>
                        <a:pt x="4243872" y="445886"/>
                        <a:pt x="4253014" y="450650"/>
                      </a:cubicBezTo>
                      <a:cubicBezTo>
                        <a:pt x="4277401" y="462843"/>
                        <a:pt x="4300070" y="478463"/>
                        <a:pt x="4324645" y="490466"/>
                      </a:cubicBezTo>
                      <a:cubicBezTo>
                        <a:pt x="4336457" y="496180"/>
                        <a:pt x="4350554" y="499228"/>
                        <a:pt x="4363890" y="499420"/>
                      </a:cubicBezTo>
                      <a:cubicBezTo>
                        <a:pt x="4403325" y="500372"/>
                        <a:pt x="4442761" y="500372"/>
                        <a:pt x="4482004" y="498658"/>
                      </a:cubicBezTo>
                      <a:cubicBezTo>
                        <a:pt x="4546776" y="495990"/>
                        <a:pt x="4612500" y="495418"/>
                        <a:pt x="4659174" y="438648"/>
                      </a:cubicBezTo>
                      <a:cubicBezTo>
                        <a:pt x="4662986" y="434076"/>
                        <a:pt x="4671176" y="431408"/>
                        <a:pt x="4677655" y="430646"/>
                      </a:cubicBezTo>
                      <a:cubicBezTo>
                        <a:pt x="4707564" y="427027"/>
                        <a:pt x="4738235" y="426645"/>
                        <a:pt x="4767764" y="420739"/>
                      </a:cubicBezTo>
                      <a:cubicBezTo>
                        <a:pt x="4791386" y="415977"/>
                        <a:pt x="4811009" y="417501"/>
                        <a:pt x="4828916" y="434266"/>
                      </a:cubicBezTo>
                      <a:cubicBezTo>
                        <a:pt x="4852348" y="456364"/>
                        <a:pt x="4880925" y="469319"/>
                        <a:pt x="4912168" y="462271"/>
                      </a:cubicBezTo>
                      <a:cubicBezTo>
                        <a:pt x="4943409" y="455412"/>
                        <a:pt x="4963984" y="470271"/>
                        <a:pt x="4987037" y="485703"/>
                      </a:cubicBezTo>
                      <a:cubicBezTo>
                        <a:pt x="5003801" y="496942"/>
                        <a:pt x="5022852" y="511040"/>
                        <a:pt x="5041521" y="512182"/>
                      </a:cubicBezTo>
                      <a:cubicBezTo>
                        <a:pt x="5083814" y="514658"/>
                        <a:pt x="5120201" y="553904"/>
                        <a:pt x="5166113" y="531615"/>
                      </a:cubicBezTo>
                      <a:cubicBezTo>
                        <a:pt x="5169161" y="530091"/>
                        <a:pt x="5174685" y="533901"/>
                        <a:pt x="5179067" y="534853"/>
                      </a:cubicBezTo>
                      <a:cubicBezTo>
                        <a:pt x="5214121" y="542093"/>
                        <a:pt x="5247078" y="535043"/>
                        <a:pt x="5272796" y="511230"/>
                      </a:cubicBezTo>
                      <a:cubicBezTo>
                        <a:pt x="5306516" y="480177"/>
                        <a:pt x="5343855" y="477129"/>
                        <a:pt x="5385384" y="487227"/>
                      </a:cubicBezTo>
                      <a:cubicBezTo>
                        <a:pt x="5398721" y="490466"/>
                        <a:pt x="5412057" y="492752"/>
                        <a:pt x="5425582" y="495418"/>
                      </a:cubicBezTo>
                      <a:cubicBezTo>
                        <a:pt x="5443870" y="499228"/>
                        <a:pt x="5462351" y="503230"/>
                        <a:pt x="5480637" y="507040"/>
                      </a:cubicBezTo>
                      <a:cubicBezTo>
                        <a:pt x="5498356" y="510850"/>
                        <a:pt x="5517979" y="517326"/>
                        <a:pt x="5531693" y="500944"/>
                      </a:cubicBezTo>
                      <a:cubicBezTo>
                        <a:pt x="5543506" y="486845"/>
                        <a:pt x="5551888" y="488179"/>
                        <a:pt x="5562746" y="500372"/>
                      </a:cubicBezTo>
                      <a:cubicBezTo>
                        <a:pt x="5600467" y="543045"/>
                        <a:pt x="5646189" y="569716"/>
                        <a:pt x="5704483" y="571620"/>
                      </a:cubicBezTo>
                      <a:cubicBezTo>
                        <a:pt x="5716485" y="572002"/>
                        <a:pt x="5728678" y="574668"/>
                        <a:pt x="5740488" y="577526"/>
                      </a:cubicBezTo>
                      <a:cubicBezTo>
                        <a:pt x="5747728" y="579241"/>
                        <a:pt x="5756493" y="581147"/>
                        <a:pt x="5760873" y="586291"/>
                      </a:cubicBezTo>
                      <a:cubicBezTo>
                        <a:pt x="5794974" y="625534"/>
                        <a:pt x="5837457" y="652777"/>
                        <a:pt x="5883751" y="674686"/>
                      </a:cubicBezTo>
                      <a:cubicBezTo>
                        <a:pt x="5900323" y="682496"/>
                        <a:pt x="5918042" y="690306"/>
                        <a:pt x="5935949" y="692592"/>
                      </a:cubicBezTo>
                      <a:cubicBezTo>
                        <a:pt x="5954617" y="694878"/>
                        <a:pt x="5974240" y="691068"/>
                        <a:pt x="5993291" y="688972"/>
                      </a:cubicBezTo>
                      <a:cubicBezTo>
                        <a:pt x="6004531" y="687830"/>
                        <a:pt x="6017485" y="688020"/>
                        <a:pt x="6026440" y="682496"/>
                      </a:cubicBezTo>
                      <a:cubicBezTo>
                        <a:pt x="6054825" y="665159"/>
                        <a:pt x="6082258" y="646491"/>
                        <a:pt x="6108738" y="626296"/>
                      </a:cubicBezTo>
                      <a:cubicBezTo>
                        <a:pt x="6131409" y="608960"/>
                        <a:pt x="6135981" y="606483"/>
                        <a:pt x="6155602" y="628202"/>
                      </a:cubicBezTo>
                      <a:cubicBezTo>
                        <a:pt x="6175797" y="650491"/>
                        <a:pt x="6200944" y="662111"/>
                        <a:pt x="6228756" y="666873"/>
                      </a:cubicBezTo>
                      <a:cubicBezTo>
                        <a:pt x="6272764" y="674304"/>
                        <a:pt x="6317151" y="680590"/>
                        <a:pt x="6361539" y="684210"/>
                      </a:cubicBezTo>
                      <a:cubicBezTo>
                        <a:pt x="6401736" y="687448"/>
                        <a:pt x="6420977" y="669922"/>
                        <a:pt x="6428979" y="630106"/>
                      </a:cubicBezTo>
                      <a:cubicBezTo>
                        <a:pt x="6433551" y="608007"/>
                        <a:pt x="6439458" y="584003"/>
                        <a:pt x="6463840" y="578098"/>
                      </a:cubicBezTo>
                      <a:cubicBezTo>
                        <a:pt x="6503658" y="568572"/>
                        <a:pt x="6544997" y="564382"/>
                        <a:pt x="6564620" y="517708"/>
                      </a:cubicBezTo>
                      <a:cubicBezTo>
                        <a:pt x="6575478" y="527995"/>
                        <a:pt x="6582146" y="534091"/>
                        <a:pt x="6588625" y="540187"/>
                      </a:cubicBezTo>
                      <a:cubicBezTo>
                        <a:pt x="6606531" y="557142"/>
                        <a:pt x="6643678" y="564382"/>
                        <a:pt x="6662541" y="549714"/>
                      </a:cubicBezTo>
                      <a:cubicBezTo>
                        <a:pt x="6690354" y="528377"/>
                        <a:pt x="6715883" y="532377"/>
                        <a:pt x="6742552" y="548952"/>
                      </a:cubicBezTo>
                      <a:cubicBezTo>
                        <a:pt x="6764841" y="562668"/>
                        <a:pt x="6788417" y="567954"/>
                        <a:pt x="6812063" y="568430"/>
                      </a:cubicBezTo>
                      <a:lnTo>
                        <a:pt x="6858001" y="562267"/>
                      </a:lnTo>
                      <a:lnTo>
                        <a:pt x="6858001" y="734520"/>
                      </a:lnTo>
                      <a:lnTo>
                        <a:pt x="6815516" y="744220"/>
                      </a:lnTo>
                      <a:cubicBezTo>
                        <a:pt x="6793035" y="749744"/>
                        <a:pt x="6771319" y="759651"/>
                        <a:pt x="6748458" y="763271"/>
                      </a:cubicBezTo>
                      <a:cubicBezTo>
                        <a:pt x="6694164" y="771843"/>
                        <a:pt x="6639488" y="777939"/>
                        <a:pt x="6584812" y="784797"/>
                      </a:cubicBezTo>
                      <a:cubicBezTo>
                        <a:pt x="6528424" y="791846"/>
                        <a:pt x="6472225" y="799276"/>
                        <a:pt x="6415833" y="805562"/>
                      </a:cubicBezTo>
                      <a:cubicBezTo>
                        <a:pt x="6384972" y="808802"/>
                        <a:pt x="6353919" y="809372"/>
                        <a:pt x="6323058" y="812420"/>
                      </a:cubicBezTo>
                      <a:cubicBezTo>
                        <a:pt x="6296005" y="815088"/>
                        <a:pt x="6269144" y="820041"/>
                        <a:pt x="6242093" y="823281"/>
                      </a:cubicBezTo>
                      <a:cubicBezTo>
                        <a:pt x="6218660" y="825947"/>
                        <a:pt x="6195037" y="827471"/>
                        <a:pt x="6171605" y="830139"/>
                      </a:cubicBezTo>
                      <a:cubicBezTo>
                        <a:pt x="6134075" y="834519"/>
                        <a:pt x="6096736" y="839473"/>
                        <a:pt x="6059397" y="844045"/>
                      </a:cubicBezTo>
                      <a:cubicBezTo>
                        <a:pt x="6043776" y="845759"/>
                        <a:pt x="6027392" y="850522"/>
                        <a:pt x="6012723" y="847665"/>
                      </a:cubicBezTo>
                      <a:cubicBezTo>
                        <a:pt x="5975764" y="840425"/>
                        <a:pt x="5939377" y="842521"/>
                        <a:pt x="5902610" y="847473"/>
                      </a:cubicBezTo>
                      <a:cubicBezTo>
                        <a:pt x="5890037" y="849190"/>
                        <a:pt x="5876511" y="848808"/>
                        <a:pt x="5864318" y="845569"/>
                      </a:cubicBezTo>
                      <a:cubicBezTo>
                        <a:pt x="5839361" y="839091"/>
                        <a:pt x="5815169" y="829947"/>
                        <a:pt x="5790592" y="821947"/>
                      </a:cubicBezTo>
                      <a:cubicBezTo>
                        <a:pt x="5787924" y="820995"/>
                        <a:pt x="5784686" y="820803"/>
                        <a:pt x="5781830" y="820233"/>
                      </a:cubicBezTo>
                      <a:cubicBezTo>
                        <a:pt x="5765635" y="816992"/>
                        <a:pt x="5749634" y="813754"/>
                        <a:pt x="5733440" y="810896"/>
                      </a:cubicBezTo>
                      <a:cubicBezTo>
                        <a:pt x="5724678" y="809372"/>
                        <a:pt x="5715723" y="809182"/>
                        <a:pt x="5706959" y="807848"/>
                      </a:cubicBezTo>
                      <a:cubicBezTo>
                        <a:pt x="5673050" y="802514"/>
                        <a:pt x="5635711" y="811468"/>
                        <a:pt x="5606372" y="788417"/>
                      </a:cubicBezTo>
                      <a:cubicBezTo>
                        <a:pt x="5587321" y="773557"/>
                        <a:pt x="5568842" y="776987"/>
                        <a:pt x="5548460" y="779273"/>
                      </a:cubicBezTo>
                      <a:cubicBezTo>
                        <a:pt x="5533027" y="780987"/>
                        <a:pt x="5517215" y="780415"/>
                        <a:pt x="5501594" y="780607"/>
                      </a:cubicBezTo>
                      <a:cubicBezTo>
                        <a:pt x="5474161" y="781177"/>
                        <a:pt x="5446728" y="781369"/>
                        <a:pt x="5419295" y="782321"/>
                      </a:cubicBezTo>
                      <a:cubicBezTo>
                        <a:pt x="5410531" y="782701"/>
                        <a:pt x="5401579" y="787465"/>
                        <a:pt x="5393005" y="786703"/>
                      </a:cubicBezTo>
                      <a:cubicBezTo>
                        <a:pt x="5353379" y="783083"/>
                        <a:pt x="5313754" y="777367"/>
                        <a:pt x="5274129" y="774129"/>
                      </a:cubicBezTo>
                      <a:cubicBezTo>
                        <a:pt x="5251650" y="772225"/>
                        <a:pt x="5228597" y="775843"/>
                        <a:pt x="5206308" y="773177"/>
                      </a:cubicBezTo>
                      <a:cubicBezTo>
                        <a:pt x="5180591" y="770129"/>
                        <a:pt x="5155445" y="762319"/>
                        <a:pt x="5129916" y="757554"/>
                      </a:cubicBezTo>
                      <a:cubicBezTo>
                        <a:pt x="5122867" y="756222"/>
                        <a:pt x="5115057" y="757936"/>
                        <a:pt x="5107627" y="758316"/>
                      </a:cubicBezTo>
                      <a:cubicBezTo>
                        <a:pt x="5099245" y="758699"/>
                        <a:pt x="5091052" y="759461"/>
                        <a:pt x="5082670" y="759651"/>
                      </a:cubicBezTo>
                      <a:cubicBezTo>
                        <a:pt x="5057141" y="760033"/>
                        <a:pt x="5031614" y="759461"/>
                        <a:pt x="5006086" y="760795"/>
                      </a:cubicBezTo>
                      <a:cubicBezTo>
                        <a:pt x="4990465" y="761557"/>
                        <a:pt x="4974082" y="769367"/>
                        <a:pt x="4959602" y="766509"/>
                      </a:cubicBezTo>
                      <a:cubicBezTo>
                        <a:pt x="4930075" y="760985"/>
                        <a:pt x="4900546" y="773367"/>
                        <a:pt x="4871019" y="763081"/>
                      </a:cubicBezTo>
                      <a:cubicBezTo>
                        <a:pt x="4861873" y="760033"/>
                        <a:pt x="4849300" y="767653"/>
                        <a:pt x="4838250" y="768033"/>
                      </a:cubicBezTo>
                      <a:cubicBezTo>
                        <a:pt x="4810627" y="768985"/>
                        <a:pt x="4783004" y="768795"/>
                        <a:pt x="4755381" y="768605"/>
                      </a:cubicBezTo>
                      <a:cubicBezTo>
                        <a:pt x="4730614" y="768415"/>
                        <a:pt x="4704895" y="771081"/>
                        <a:pt x="4681083" y="765747"/>
                      </a:cubicBezTo>
                      <a:cubicBezTo>
                        <a:pt x="4656126" y="760033"/>
                        <a:pt x="4633647" y="760795"/>
                        <a:pt x="4609452" y="767271"/>
                      </a:cubicBezTo>
                      <a:cubicBezTo>
                        <a:pt x="4592878" y="771653"/>
                        <a:pt x="4575351" y="772225"/>
                        <a:pt x="4558207" y="773557"/>
                      </a:cubicBezTo>
                      <a:cubicBezTo>
                        <a:pt x="4539728" y="775081"/>
                        <a:pt x="4519343" y="771081"/>
                        <a:pt x="4502579" y="777367"/>
                      </a:cubicBezTo>
                      <a:cubicBezTo>
                        <a:pt x="4452665" y="796038"/>
                        <a:pt x="4401419" y="800038"/>
                        <a:pt x="4349222" y="800038"/>
                      </a:cubicBezTo>
                      <a:cubicBezTo>
                        <a:pt x="4339695" y="800038"/>
                        <a:pt x="4329979" y="797372"/>
                        <a:pt x="4320837" y="794514"/>
                      </a:cubicBezTo>
                      <a:cubicBezTo>
                        <a:pt x="4267493" y="777367"/>
                        <a:pt x="4213961" y="778891"/>
                        <a:pt x="4159667" y="789370"/>
                      </a:cubicBezTo>
                      <a:cubicBezTo>
                        <a:pt x="4148427" y="791656"/>
                        <a:pt x="4135854" y="792038"/>
                        <a:pt x="4124614" y="789752"/>
                      </a:cubicBezTo>
                      <a:cubicBezTo>
                        <a:pt x="4092989" y="783083"/>
                        <a:pt x="4062318" y="772033"/>
                        <a:pt x="4030503" y="767271"/>
                      </a:cubicBezTo>
                      <a:cubicBezTo>
                        <a:pt x="3977925" y="759461"/>
                        <a:pt x="3932394" y="785749"/>
                        <a:pt x="3885338" y="802896"/>
                      </a:cubicBezTo>
                      <a:cubicBezTo>
                        <a:pt x="3840569" y="819089"/>
                        <a:pt x="3802467" y="855666"/>
                        <a:pt x="3749506" y="847473"/>
                      </a:cubicBezTo>
                      <a:cubicBezTo>
                        <a:pt x="3744173" y="846711"/>
                        <a:pt x="3738267" y="851856"/>
                        <a:pt x="3732361" y="853190"/>
                      </a:cubicBezTo>
                      <a:cubicBezTo>
                        <a:pt x="3716168" y="856810"/>
                        <a:pt x="3699976" y="861190"/>
                        <a:pt x="3683591" y="862906"/>
                      </a:cubicBezTo>
                      <a:cubicBezTo>
                        <a:pt x="3663589" y="865192"/>
                        <a:pt x="3643204" y="864430"/>
                        <a:pt x="3623201" y="866334"/>
                      </a:cubicBezTo>
                      <a:cubicBezTo>
                        <a:pt x="3597482" y="868620"/>
                        <a:pt x="3572146" y="874716"/>
                        <a:pt x="3546617" y="874716"/>
                      </a:cubicBezTo>
                      <a:cubicBezTo>
                        <a:pt x="3526042" y="874716"/>
                        <a:pt x="3505657" y="867668"/>
                        <a:pt x="3485275" y="864238"/>
                      </a:cubicBezTo>
                      <a:cubicBezTo>
                        <a:pt x="3456508" y="859476"/>
                        <a:pt x="3424883" y="860810"/>
                        <a:pt x="3399546" y="848618"/>
                      </a:cubicBezTo>
                      <a:cubicBezTo>
                        <a:pt x="3372495" y="835663"/>
                        <a:pt x="3346776" y="829757"/>
                        <a:pt x="3318771" y="833757"/>
                      </a:cubicBezTo>
                      <a:cubicBezTo>
                        <a:pt x="3309437" y="835091"/>
                        <a:pt x="3297434" y="843093"/>
                        <a:pt x="3293244" y="851284"/>
                      </a:cubicBezTo>
                      <a:cubicBezTo>
                        <a:pt x="3283908" y="869572"/>
                        <a:pt x="3271145" y="872812"/>
                        <a:pt x="3253809" y="866524"/>
                      </a:cubicBezTo>
                      <a:cubicBezTo>
                        <a:pt x="3238758" y="861190"/>
                        <a:pt x="3220280" y="858524"/>
                        <a:pt x="3209993" y="848235"/>
                      </a:cubicBezTo>
                      <a:cubicBezTo>
                        <a:pt x="3180844" y="819089"/>
                        <a:pt x="3143695" y="818136"/>
                        <a:pt x="3107500" y="810326"/>
                      </a:cubicBezTo>
                      <a:cubicBezTo>
                        <a:pt x="3085403" y="805562"/>
                        <a:pt x="3064827" y="805372"/>
                        <a:pt x="3042728" y="808610"/>
                      </a:cubicBezTo>
                      <a:cubicBezTo>
                        <a:pt x="2994722" y="815850"/>
                        <a:pt x="2948047" y="805562"/>
                        <a:pt x="2901943" y="792418"/>
                      </a:cubicBezTo>
                      <a:cubicBezTo>
                        <a:pt x="2871462" y="783655"/>
                        <a:pt x="2840219" y="778321"/>
                        <a:pt x="2809930" y="769367"/>
                      </a:cubicBezTo>
                      <a:cubicBezTo>
                        <a:pt x="2787259" y="762509"/>
                        <a:pt x="2764590" y="754316"/>
                        <a:pt x="2743826" y="743268"/>
                      </a:cubicBezTo>
                      <a:cubicBezTo>
                        <a:pt x="2713723" y="727073"/>
                        <a:pt x="2687436" y="702689"/>
                        <a:pt x="2649143" y="709167"/>
                      </a:cubicBezTo>
                      <a:cubicBezTo>
                        <a:pt x="2615421" y="714881"/>
                        <a:pt x="2584942" y="702881"/>
                        <a:pt x="2554079" y="691450"/>
                      </a:cubicBezTo>
                      <a:cubicBezTo>
                        <a:pt x="2531409" y="683068"/>
                        <a:pt x="2508742" y="674494"/>
                        <a:pt x="2485307" y="669160"/>
                      </a:cubicBezTo>
                      <a:cubicBezTo>
                        <a:pt x="2457492" y="662873"/>
                        <a:pt x="2426059" y="665541"/>
                        <a:pt x="2401292" y="653919"/>
                      </a:cubicBezTo>
                      <a:cubicBezTo>
                        <a:pt x="2375383" y="641727"/>
                        <a:pt x="2353859" y="649919"/>
                        <a:pt x="2330806" y="653349"/>
                      </a:cubicBezTo>
                      <a:cubicBezTo>
                        <a:pt x="2294039" y="658683"/>
                        <a:pt x="2257459" y="668590"/>
                        <a:pt x="2220312" y="656015"/>
                      </a:cubicBezTo>
                      <a:cubicBezTo>
                        <a:pt x="2175163" y="640775"/>
                        <a:pt x="2130393" y="624392"/>
                        <a:pt x="2085054" y="609914"/>
                      </a:cubicBezTo>
                      <a:cubicBezTo>
                        <a:pt x="2067525" y="604387"/>
                        <a:pt x="2048668" y="602101"/>
                        <a:pt x="2030378" y="599625"/>
                      </a:cubicBezTo>
                      <a:cubicBezTo>
                        <a:pt x="2013043" y="597529"/>
                        <a:pt x="1992279" y="602863"/>
                        <a:pt x="1978940" y="594863"/>
                      </a:cubicBezTo>
                      <a:cubicBezTo>
                        <a:pt x="1944649" y="574288"/>
                        <a:pt x="1909408" y="564192"/>
                        <a:pt x="1869780" y="564192"/>
                      </a:cubicBezTo>
                      <a:cubicBezTo>
                        <a:pt x="1854920" y="564192"/>
                        <a:pt x="1840441" y="555618"/>
                        <a:pt x="1825393" y="554094"/>
                      </a:cubicBezTo>
                      <a:cubicBezTo>
                        <a:pt x="1804816" y="552190"/>
                        <a:pt x="1781194" y="547045"/>
                        <a:pt x="1763287" y="554286"/>
                      </a:cubicBezTo>
                      <a:cubicBezTo>
                        <a:pt x="1721185" y="571430"/>
                        <a:pt x="1687086" y="557142"/>
                        <a:pt x="1650317" y="540187"/>
                      </a:cubicBezTo>
                      <a:cubicBezTo>
                        <a:pt x="1614120" y="523423"/>
                        <a:pt x="1576019" y="510088"/>
                        <a:pt x="1537537" y="499038"/>
                      </a:cubicBezTo>
                      <a:cubicBezTo>
                        <a:pt x="1523059" y="495038"/>
                        <a:pt x="1505724" y="501706"/>
                        <a:pt x="1489720" y="503038"/>
                      </a:cubicBezTo>
                      <a:cubicBezTo>
                        <a:pt x="1484004" y="503420"/>
                        <a:pt x="1477717" y="503992"/>
                        <a:pt x="1472575" y="502086"/>
                      </a:cubicBezTo>
                      <a:cubicBezTo>
                        <a:pt x="1422854" y="483797"/>
                        <a:pt x="1372368" y="469891"/>
                        <a:pt x="1318456" y="479415"/>
                      </a:cubicBezTo>
                      <a:cubicBezTo>
                        <a:pt x="1313504" y="480369"/>
                        <a:pt x="1307978" y="478273"/>
                        <a:pt x="1303024" y="476939"/>
                      </a:cubicBezTo>
                      <a:cubicBezTo>
                        <a:pt x="1278829" y="470081"/>
                        <a:pt x="1255206" y="459223"/>
                        <a:pt x="1230633" y="456746"/>
                      </a:cubicBezTo>
                      <a:cubicBezTo>
                        <a:pt x="1170051" y="450650"/>
                        <a:pt x="1109091" y="448172"/>
                        <a:pt x="1048125" y="444172"/>
                      </a:cubicBezTo>
                      <a:cubicBezTo>
                        <a:pt x="1044315" y="443982"/>
                        <a:pt x="1040315" y="443982"/>
                        <a:pt x="1036887" y="442648"/>
                      </a:cubicBezTo>
                      <a:cubicBezTo>
                        <a:pt x="1014406" y="434456"/>
                        <a:pt x="994785" y="437124"/>
                        <a:pt x="975733" y="452744"/>
                      </a:cubicBezTo>
                      <a:cubicBezTo>
                        <a:pt x="967350" y="459603"/>
                        <a:pt x="955920" y="463223"/>
                        <a:pt x="945444" y="467033"/>
                      </a:cubicBezTo>
                      <a:cubicBezTo>
                        <a:pt x="930011" y="472749"/>
                        <a:pt x="914200" y="478273"/>
                        <a:pt x="898198" y="481893"/>
                      </a:cubicBezTo>
                      <a:cubicBezTo>
                        <a:pt x="882384" y="485321"/>
                        <a:pt x="865430" y="490084"/>
                        <a:pt x="850189" y="487417"/>
                      </a:cubicBezTo>
                      <a:cubicBezTo>
                        <a:pt x="822756" y="482655"/>
                        <a:pt x="796655" y="471987"/>
                        <a:pt x="769605" y="464937"/>
                      </a:cubicBezTo>
                      <a:cubicBezTo>
                        <a:pt x="760270" y="462461"/>
                        <a:pt x="749982" y="462843"/>
                        <a:pt x="740268" y="462651"/>
                      </a:cubicBezTo>
                      <a:cubicBezTo>
                        <a:pt x="717977" y="462081"/>
                        <a:pt x="695116" y="467605"/>
                        <a:pt x="674923" y="451792"/>
                      </a:cubicBezTo>
                      <a:cubicBezTo>
                        <a:pt x="656255" y="436934"/>
                        <a:pt x="637392" y="441314"/>
                        <a:pt x="617772" y="452554"/>
                      </a:cubicBezTo>
                      <a:cubicBezTo>
                        <a:pt x="603673" y="460557"/>
                        <a:pt x="587672" y="466843"/>
                        <a:pt x="571860" y="469891"/>
                      </a:cubicBezTo>
                      <a:cubicBezTo>
                        <a:pt x="550141" y="474081"/>
                        <a:pt x="528615" y="475797"/>
                        <a:pt x="505182" y="473319"/>
                      </a:cubicBezTo>
                      <a:cubicBezTo>
                        <a:pt x="488607" y="471605"/>
                        <a:pt x="475081" y="470843"/>
                        <a:pt x="462126" y="460747"/>
                      </a:cubicBezTo>
                      <a:cubicBezTo>
                        <a:pt x="460032" y="459223"/>
                        <a:pt x="456222" y="458841"/>
                        <a:pt x="453364" y="459033"/>
                      </a:cubicBezTo>
                      <a:cubicBezTo>
                        <a:pt x="415835" y="462271"/>
                        <a:pt x="378686" y="460557"/>
                        <a:pt x="340774" y="458268"/>
                      </a:cubicBezTo>
                      <a:cubicBezTo>
                        <a:pt x="292579" y="455222"/>
                        <a:pt x="241901" y="464175"/>
                        <a:pt x="200182" y="496180"/>
                      </a:cubicBezTo>
                      <a:cubicBezTo>
                        <a:pt x="194085" y="500944"/>
                        <a:pt x="184941" y="503038"/>
                        <a:pt x="176939" y="504182"/>
                      </a:cubicBezTo>
                      <a:cubicBezTo>
                        <a:pt x="139219" y="509134"/>
                        <a:pt x="101308" y="512564"/>
                        <a:pt x="63587" y="518088"/>
                      </a:cubicBezTo>
                      <a:cubicBezTo>
                        <a:pt x="43012" y="521137"/>
                        <a:pt x="21486" y="523805"/>
                        <a:pt x="2817" y="532187"/>
                      </a:cubicBezTo>
                      <a:lnTo>
                        <a:pt x="0" y="533314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" name="Freeform: Shape 15">
                  <a:extLst>
                    <a:ext uri="{FF2B5EF4-FFF2-40B4-BE49-F238E27FC236}">
                      <a16:creationId xmlns:a16="http://schemas.microsoft.com/office/drawing/2014/main" id="{83BEF371-1E22-4C4F-A62F-AC6B92CAE0B5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6200000" flipH="1">
                  <a:off x="715166" y="2991642"/>
                  <a:ext cx="6858001" cy="874716"/>
                </a:xfrm>
                <a:custGeom>
                  <a:avLst/>
                  <a:gdLst>
                    <a:gd name="connsiteX0" fmla="*/ 0 w 6858001"/>
                    <a:gd name="connsiteY0" fmla="*/ 533314 h 874716"/>
                    <a:gd name="connsiteX1" fmla="*/ 0 w 6858001"/>
                    <a:gd name="connsiteY1" fmla="*/ 69206 h 874716"/>
                    <a:gd name="connsiteX2" fmla="*/ 21486 w 6858001"/>
                    <a:gd name="connsiteY2" fmla="*/ 71924 h 874716"/>
                    <a:gd name="connsiteX3" fmla="*/ 228948 w 6858001"/>
                    <a:gd name="connsiteY3" fmla="*/ 88116 h 874716"/>
                    <a:gd name="connsiteX4" fmla="*/ 313533 w 6858001"/>
                    <a:gd name="connsiteY4" fmla="*/ 62779 h 874716"/>
                    <a:gd name="connsiteX5" fmla="*/ 338870 w 6858001"/>
                    <a:gd name="connsiteY5" fmla="*/ 62207 h 874716"/>
                    <a:gd name="connsiteX6" fmla="*/ 395640 w 6858001"/>
                    <a:gd name="connsiteY6" fmla="*/ 72114 h 874716"/>
                    <a:gd name="connsiteX7" fmla="*/ 512802 w 6858001"/>
                    <a:gd name="connsiteY7" fmla="*/ 65446 h 874716"/>
                    <a:gd name="connsiteX8" fmla="*/ 556047 w 6858001"/>
                    <a:gd name="connsiteY8" fmla="*/ 55349 h 874716"/>
                    <a:gd name="connsiteX9" fmla="*/ 580050 w 6858001"/>
                    <a:gd name="connsiteY9" fmla="*/ 48871 h 874716"/>
                    <a:gd name="connsiteX10" fmla="*/ 703308 w 6858001"/>
                    <a:gd name="connsiteY10" fmla="*/ 30964 h 874716"/>
                    <a:gd name="connsiteX11" fmla="*/ 758174 w 6858001"/>
                    <a:gd name="connsiteY11" fmla="*/ 11724 h 874716"/>
                    <a:gd name="connsiteX12" fmla="*/ 773035 w 6858001"/>
                    <a:gd name="connsiteY12" fmla="*/ 8866 h 874716"/>
                    <a:gd name="connsiteX13" fmla="*/ 854379 w 6858001"/>
                    <a:gd name="connsiteY13" fmla="*/ 16866 h 874716"/>
                    <a:gd name="connsiteX14" fmla="*/ 915343 w 6858001"/>
                    <a:gd name="connsiteY14" fmla="*/ 47919 h 874716"/>
                    <a:gd name="connsiteX15" fmla="*/ 927155 w 6858001"/>
                    <a:gd name="connsiteY15" fmla="*/ 58397 h 874716"/>
                    <a:gd name="connsiteX16" fmla="*/ 1097087 w 6858001"/>
                    <a:gd name="connsiteY16" fmla="*/ 54777 h 874716"/>
                    <a:gd name="connsiteX17" fmla="*/ 1123185 w 6858001"/>
                    <a:gd name="connsiteY17" fmla="*/ 50395 h 874716"/>
                    <a:gd name="connsiteX18" fmla="*/ 1249302 w 6858001"/>
                    <a:gd name="connsiteY18" fmla="*/ 68684 h 874716"/>
                    <a:gd name="connsiteX19" fmla="*/ 1286069 w 6858001"/>
                    <a:gd name="connsiteY19" fmla="*/ 72304 h 874716"/>
                    <a:gd name="connsiteX20" fmla="*/ 1417899 w 6858001"/>
                    <a:gd name="connsiteY20" fmla="*/ 88688 h 874716"/>
                    <a:gd name="connsiteX21" fmla="*/ 1436568 w 6858001"/>
                    <a:gd name="connsiteY21" fmla="*/ 73448 h 874716"/>
                    <a:gd name="connsiteX22" fmla="*/ 1490292 w 6858001"/>
                    <a:gd name="connsiteY22" fmla="*/ 35154 h 874716"/>
                    <a:gd name="connsiteX23" fmla="*/ 1596213 w 6858001"/>
                    <a:gd name="connsiteY23" fmla="*/ 1245 h 874716"/>
                    <a:gd name="connsiteX24" fmla="*/ 1624980 w 6858001"/>
                    <a:gd name="connsiteY24" fmla="*/ 3150 h 874716"/>
                    <a:gd name="connsiteX25" fmla="*/ 1697753 w 6858001"/>
                    <a:gd name="connsiteY25" fmla="*/ 59731 h 874716"/>
                    <a:gd name="connsiteX26" fmla="*/ 1733188 w 6858001"/>
                    <a:gd name="connsiteY26" fmla="*/ 82400 h 874716"/>
                    <a:gd name="connsiteX27" fmla="*/ 1833775 w 6858001"/>
                    <a:gd name="connsiteY27" fmla="*/ 124121 h 874716"/>
                    <a:gd name="connsiteX28" fmla="*/ 1842158 w 6858001"/>
                    <a:gd name="connsiteY28" fmla="*/ 131742 h 874716"/>
                    <a:gd name="connsiteX29" fmla="*/ 1916454 w 6858001"/>
                    <a:gd name="connsiteY29" fmla="*/ 222233 h 874716"/>
                    <a:gd name="connsiteX30" fmla="*/ 1933219 w 6858001"/>
                    <a:gd name="connsiteY30" fmla="*/ 237663 h 874716"/>
                    <a:gd name="connsiteX31" fmla="*/ 1953413 w 6858001"/>
                    <a:gd name="connsiteY31" fmla="*/ 261668 h 874716"/>
                    <a:gd name="connsiteX32" fmla="*/ 2016469 w 6858001"/>
                    <a:gd name="connsiteY32" fmla="*/ 308151 h 874716"/>
                    <a:gd name="connsiteX33" fmla="*/ 2094578 w 6858001"/>
                    <a:gd name="connsiteY33" fmla="*/ 323010 h 874716"/>
                    <a:gd name="connsiteX34" fmla="*/ 2188879 w 6858001"/>
                    <a:gd name="connsiteY34" fmla="*/ 345681 h 874716"/>
                    <a:gd name="connsiteX35" fmla="*/ 2228314 w 6858001"/>
                    <a:gd name="connsiteY35" fmla="*/ 360921 h 874716"/>
                    <a:gd name="connsiteX36" fmla="*/ 2334044 w 6858001"/>
                    <a:gd name="connsiteY36" fmla="*/ 389878 h 874716"/>
                    <a:gd name="connsiteX37" fmla="*/ 2409485 w 6858001"/>
                    <a:gd name="connsiteY37" fmla="*/ 414263 h 874716"/>
                    <a:gd name="connsiteX38" fmla="*/ 2518264 w 6858001"/>
                    <a:gd name="connsiteY38" fmla="*/ 428552 h 874716"/>
                    <a:gd name="connsiteX39" fmla="*/ 2571034 w 6858001"/>
                    <a:gd name="connsiteY39" fmla="*/ 429122 h 874716"/>
                    <a:gd name="connsiteX40" fmla="*/ 2668001 w 6858001"/>
                    <a:gd name="connsiteY40" fmla="*/ 502276 h 874716"/>
                    <a:gd name="connsiteX41" fmla="*/ 2745348 w 6858001"/>
                    <a:gd name="connsiteY41" fmla="*/ 550666 h 874716"/>
                    <a:gd name="connsiteX42" fmla="*/ 2826694 w 6858001"/>
                    <a:gd name="connsiteY42" fmla="*/ 527233 h 874716"/>
                    <a:gd name="connsiteX43" fmla="*/ 2848793 w 6858001"/>
                    <a:gd name="connsiteY43" fmla="*/ 505134 h 874716"/>
                    <a:gd name="connsiteX44" fmla="*/ 2982148 w 6858001"/>
                    <a:gd name="connsiteY44" fmla="*/ 484179 h 874716"/>
                    <a:gd name="connsiteX45" fmla="*/ 3172654 w 6858001"/>
                    <a:gd name="connsiteY45" fmla="*/ 483417 h 874716"/>
                    <a:gd name="connsiteX46" fmla="*/ 3489467 w 6858001"/>
                    <a:gd name="connsiteY46" fmla="*/ 435790 h 874716"/>
                    <a:gd name="connsiteX47" fmla="*/ 3544713 w 6858001"/>
                    <a:gd name="connsiteY47" fmla="*/ 413691 h 874716"/>
                    <a:gd name="connsiteX48" fmla="*/ 3606817 w 6858001"/>
                    <a:gd name="connsiteY48" fmla="*/ 408167 h 874716"/>
                    <a:gd name="connsiteX49" fmla="*/ 3630632 w 6858001"/>
                    <a:gd name="connsiteY49" fmla="*/ 421693 h 874716"/>
                    <a:gd name="connsiteX50" fmla="*/ 3734837 w 6858001"/>
                    <a:gd name="connsiteY50" fmla="*/ 441886 h 874716"/>
                    <a:gd name="connsiteX51" fmla="*/ 3754652 w 6858001"/>
                    <a:gd name="connsiteY51" fmla="*/ 442268 h 874716"/>
                    <a:gd name="connsiteX52" fmla="*/ 3822472 w 6858001"/>
                    <a:gd name="connsiteY52" fmla="*/ 433694 h 874716"/>
                    <a:gd name="connsiteX53" fmla="*/ 3885338 w 6858001"/>
                    <a:gd name="connsiteY53" fmla="*/ 428742 h 874716"/>
                    <a:gd name="connsiteX54" fmla="*/ 4043839 w 6858001"/>
                    <a:gd name="connsiteY54" fmla="*/ 444934 h 874716"/>
                    <a:gd name="connsiteX55" fmla="*/ 4165383 w 6858001"/>
                    <a:gd name="connsiteY55" fmla="*/ 441124 h 874716"/>
                    <a:gd name="connsiteX56" fmla="*/ 4221391 w 6858001"/>
                    <a:gd name="connsiteY56" fmla="*/ 444934 h 874716"/>
                    <a:gd name="connsiteX57" fmla="*/ 4253014 w 6858001"/>
                    <a:gd name="connsiteY57" fmla="*/ 450650 h 874716"/>
                    <a:gd name="connsiteX58" fmla="*/ 4324645 w 6858001"/>
                    <a:gd name="connsiteY58" fmla="*/ 490466 h 874716"/>
                    <a:gd name="connsiteX59" fmla="*/ 4363890 w 6858001"/>
                    <a:gd name="connsiteY59" fmla="*/ 499420 h 874716"/>
                    <a:gd name="connsiteX60" fmla="*/ 4482004 w 6858001"/>
                    <a:gd name="connsiteY60" fmla="*/ 498658 h 874716"/>
                    <a:gd name="connsiteX61" fmla="*/ 4659174 w 6858001"/>
                    <a:gd name="connsiteY61" fmla="*/ 438648 h 874716"/>
                    <a:gd name="connsiteX62" fmla="*/ 4677655 w 6858001"/>
                    <a:gd name="connsiteY62" fmla="*/ 430646 h 874716"/>
                    <a:gd name="connsiteX63" fmla="*/ 4767764 w 6858001"/>
                    <a:gd name="connsiteY63" fmla="*/ 420739 h 874716"/>
                    <a:gd name="connsiteX64" fmla="*/ 4828916 w 6858001"/>
                    <a:gd name="connsiteY64" fmla="*/ 434266 h 874716"/>
                    <a:gd name="connsiteX65" fmla="*/ 4912168 w 6858001"/>
                    <a:gd name="connsiteY65" fmla="*/ 462271 h 874716"/>
                    <a:gd name="connsiteX66" fmla="*/ 4987037 w 6858001"/>
                    <a:gd name="connsiteY66" fmla="*/ 485703 h 874716"/>
                    <a:gd name="connsiteX67" fmla="*/ 5041521 w 6858001"/>
                    <a:gd name="connsiteY67" fmla="*/ 512182 h 874716"/>
                    <a:gd name="connsiteX68" fmla="*/ 5166113 w 6858001"/>
                    <a:gd name="connsiteY68" fmla="*/ 531615 h 874716"/>
                    <a:gd name="connsiteX69" fmla="*/ 5179067 w 6858001"/>
                    <a:gd name="connsiteY69" fmla="*/ 534853 h 874716"/>
                    <a:gd name="connsiteX70" fmla="*/ 5272796 w 6858001"/>
                    <a:gd name="connsiteY70" fmla="*/ 511230 h 874716"/>
                    <a:gd name="connsiteX71" fmla="*/ 5385384 w 6858001"/>
                    <a:gd name="connsiteY71" fmla="*/ 487227 h 874716"/>
                    <a:gd name="connsiteX72" fmla="*/ 5425582 w 6858001"/>
                    <a:gd name="connsiteY72" fmla="*/ 495418 h 874716"/>
                    <a:gd name="connsiteX73" fmla="*/ 5480637 w 6858001"/>
                    <a:gd name="connsiteY73" fmla="*/ 507040 h 874716"/>
                    <a:gd name="connsiteX74" fmla="*/ 5531693 w 6858001"/>
                    <a:gd name="connsiteY74" fmla="*/ 500944 h 874716"/>
                    <a:gd name="connsiteX75" fmla="*/ 5562746 w 6858001"/>
                    <a:gd name="connsiteY75" fmla="*/ 500372 h 874716"/>
                    <a:gd name="connsiteX76" fmla="*/ 5704483 w 6858001"/>
                    <a:gd name="connsiteY76" fmla="*/ 571620 h 874716"/>
                    <a:gd name="connsiteX77" fmla="*/ 5740488 w 6858001"/>
                    <a:gd name="connsiteY77" fmla="*/ 577526 h 874716"/>
                    <a:gd name="connsiteX78" fmla="*/ 5760873 w 6858001"/>
                    <a:gd name="connsiteY78" fmla="*/ 586291 h 874716"/>
                    <a:gd name="connsiteX79" fmla="*/ 5883751 w 6858001"/>
                    <a:gd name="connsiteY79" fmla="*/ 674686 h 874716"/>
                    <a:gd name="connsiteX80" fmla="*/ 5935949 w 6858001"/>
                    <a:gd name="connsiteY80" fmla="*/ 692592 h 874716"/>
                    <a:gd name="connsiteX81" fmla="*/ 5993291 w 6858001"/>
                    <a:gd name="connsiteY81" fmla="*/ 688972 h 874716"/>
                    <a:gd name="connsiteX82" fmla="*/ 6026440 w 6858001"/>
                    <a:gd name="connsiteY82" fmla="*/ 682496 h 874716"/>
                    <a:gd name="connsiteX83" fmla="*/ 6108738 w 6858001"/>
                    <a:gd name="connsiteY83" fmla="*/ 626296 h 874716"/>
                    <a:gd name="connsiteX84" fmla="*/ 6155602 w 6858001"/>
                    <a:gd name="connsiteY84" fmla="*/ 628202 h 874716"/>
                    <a:gd name="connsiteX85" fmla="*/ 6228756 w 6858001"/>
                    <a:gd name="connsiteY85" fmla="*/ 666873 h 874716"/>
                    <a:gd name="connsiteX86" fmla="*/ 6361539 w 6858001"/>
                    <a:gd name="connsiteY86" fmla="*/ 684210 h 874716"/>
                    <a:gd name="connsiteX87" fmla="*/ 6428979 w 6858001"/>
                    <a:gd name="connsiteY87" fmla="*/ 630106 h 874716"/>
                    <a:gd name="connsiteX88" fmla="*/ 6463840 w 6858001"/>
                    <a:gd name="connsiteY88" fmla="*/ 578098 h 874716"/>
                    <a:gd name="connsiteX89" fmla="*/ 6564620 w 6858001"/>
                    <a:gd name="connsiteY89" fmla="*/ 517708 h 874716"/>
                    <a:gd name="connsiteX90" fmla="*/ 6588625 w 6858001"/>
                    <a:gd name="connsiteY90" fmla="*/ 540187 h 874716"/>
                    <a:gd name="connsiteX91" fmla="*/ 6662541 w 6858001"/>
                    <a:gd name="connsiteY91" fmla="*/ 549714 h 874716"/>
                    <a:gd name="connsiteX92" fmla="*/ 6742552 w 6858001"/>
                    <a:gd name="connsiteY92" fmla="*/ 548952 h 874716"/>
                    <a:gd name="connsiteX93" fmla="*/ 6812063 w 6858001"/>
                    <a:gd name="connsiteY93" fmla="*/ 568430 h 874716"/>
                    <a:gd name="connsiteX94" fmla="*/ 6858001 w 6858001"/>
                    <a:gd name="connsiteY94" fmla="*/ 562267 h 874716"/>
                    <a:gd name="connsiteX95" fmla="*/ 6858001 w 6858001"/>
                    <a:gd name="connsiteY95" fmla="*/ 734520 h 874716"/>
                    <a:gd name="connsiteX96" fmla="*/ 6815516 w 6858001"/>
                    <a:gd name="connsiteY96" fmla="*/ 744220 h 874716"/>
                    <a:gd name="connsiteX97" fmla="*/ 6748458 w 6858001"/>
                    <a:gd name="connsiteY97" fmla="*/ 763271 h 874716"/>
                    <a:gd name="connsiteX98" fmla="*/ 6584812 w 6858001"/>
                    <a:gd name="connsiteY98" fmla="*/ 784797 h 874716"/>
                    <a:gd name="connsiteX99" fmla="*/ 6415833 w 6858001"/>
                    <a:gd name="connsiteY99" fmla="*/ 805562 h 874716"/>
                    <a:gd name="connsiteX100" fmla="*/ 6323058 w 6858001"/>
                    <a:gd name="connsiteY100" fmla="*/ 812420 h 874716"/>
                    <a:gd name="connsiteX101" fmla="*/ 6242093 w 6858001"/>
                    <a:gd name="connsiteY101" fmla="*/ 823281 h 874716"/>
                    <a:gd name="connsiteX102" fmla="*/ 6171605 w 6858001"/>
                    <a:gd name="connsiteY102" fmla="*/ 830139 h 874716"/>
                    <a:gd name="connsiteX103" fmla="*/ 6059397 w 6858001"/>
                    <a:gd name="connsiteY103" fmla="*/ 844045 h 874716"/>
                    <a:gd name="connsiteX104" fmla="*/ 6012723 w 6858001"/>
                    <a:gd name="connsiteY104" fmla="*/ 847665 h 874716"/>
                    <a:gd name="connsiteX105" fmla="*/ 5902610 w 6858001"/>
                    <a:gd name="connsiteY105" fmla="*/ 847473 h 874716"/>
                    <a:gd name="connsiteX106" fmla="*/ 5864318 w 6858001"/>
                    <a:gd name="connsiteY106" fmla="*/ 845569 h 874716"/>
                    <a:gd name="connsiteX107" fmla="*/ 5790592 w 6858001"/>
                    <a:gd name="connsiteY107" fmla="*/ 821947 h 874716"/>
                    <a:gd name="connsiteX108" fmla="*/ 5781830 w 6858001"/>
                    <a:gd name="connsiteY108" fmla="*/ 820233 h 874716"/>
                    <a:gd name="connsiteX109" fmla="*/ 5733440 w 6858001"/>
                    <a:gd name="connsiteY109" fmla="*/ 810896 h 874716"/>
                    <a:gd name="connsiteX110" fmla="*/ 5706959 w 6858001"/>
                    <a:gd name="connsiteY110" fmla="*/ 807848 h 874716"/>
                    <a:gd name="connsiteX111" fmla="*/ 5606372 w 6858001"/>
                    <a:gd name="connsiteY111" fmla="*/ 788417 h 874716"/>
                    <a:gd name="connsiteX112" fmla="*/ 5548460 w 6858001"/>
                    <a:gd name="connsiteY112" fmla="*/ 779273 h 874716"/>
                    <a:gd name="connsiteX113" fmla="*/ 5501594 w 6858001"/>
                    <a:gd name="connsiteY113" fmla="*/ 780607 h 874716"/>
                    <a:gd name="connsiteX114" fmla="*/ 5419295 w 6858001"/>
                    <a:gd name="connsiteY114" fmla="*/ 782321 h 874716"/>
                    <a:gd name="connsiteX115" fmla="*/ 5393005 w 6858001"/>
                    <a:gd name="connsiteY115" fmla="*/ 786703 h 874716"/>
                    <a:gd name="connsiteX116" fmla="*/ 5274129 w 6858001"/>
                    <a:gd name="connsiteY116" fmla="*/ 774129 h 874716"/>
                    <a:gd name="connsiteX117" fmla="*/ 5206308 w 6858001"/>
                    <a:gd name="connsiteY117" fmla="*/ 773177 h 874716"/>
                    <a:gd name="connsiteX118" fmla="*/ 5129916 w 6858001"/>
                    <a:gd name="connsiteY118" fmla="*/ 757554 h 874716"/>
                    <a:gd name="connsiteX119" fmla="*/ 5107627 w 6858001"/>
                    <a:gd name="connsiteY119" fmla="*/ 758316 h 874716"/>
                    <a:gd name="connsiteX120" fmla="*/ 5082670 w 6858001"/>
                    <a:gd name="connsiteY120" fmla="*/ 759651 h 874716"/>
                    <a:gd name="connsiteX121" fmla="*/ 5006086 w 6858001"/>
                    <a:gd name="connsiteY121" fmla="*/ 760795 h 874716"/>
                    <a:gd name="connsiteX122" fmla="*/ 4959602 w 6858001"/>
                    <a:gd name="connsiteY122" fmla="*/ 766509 h 874716"/>
                    <a:gd name="connsiteX123" fmla="*/ 4871019 w 6858001"/>
                    <a:gd name="connsiteY123" fmla="*/ 763081 h 874716"/>
                    <a:gd name="connsiteX124" fmla="*/ 4838250 w 6858001"/>
                    <a:gd name="connsiteY124" fmla="*/ 768033 h 874716"/>
                    <a:gd name="connsiteX125" fmla="*/ 4755381 w 6858001"/>
                    <a:gd name="connsiteY125" fmla="*/ 768605 h 874716"/>
                    <a:gd name="connsiteX126" fmla="*/ 4681083 w 6858001"/>
                    <a:gd name="connsiteY126" fmla="*/ 765747 h 874716"/>
                    <a:gd name="connsiteX127" fmla="*/ 4609452 w 6858001"/>
                    <a:gd name="connsiteY127" fmla="*/ 767271 h 874716"/>
                    <a:gd name="connsiteX128" fmla="*/ 4558207 w 6858001"/>
                    <a:gd name="connsiteY128" fmla="*/ 773557 h 874716"/>
                    <a:gd name="connsiteX129" fmla="*/ 4502579 w 6858001"/>
                    <a:gd name="connsiteY129" fmla="*/ 777367 h 874716"/>
                    <a:gd name="connsiteX130" fmla="*/ 4349222 w 6858001"/>
                    <a:gd name="connsiteY130" fmla="*/ 800038 h 874716"/>
                    <a:gd name="connsiteX131" fmla="*/ 4320837 w 6858001"/>
                    <a:gd name="connsiteY131" fmla="*/ 794514 h 874716"/>
                    <a:gd name="connsiteX132" fmla="*/ 4159667 w 6858001"/>
                    <a:gd name="connsiteY132" fmla="*/ 789370 h 874716"/>
                    <a:gd name="connsiteX133" fmla="*/ 4124614 w 6858001"/>
                    <a:gd name="connsiteY133" fmla="*/ 789752 h 874716"/>
                    <a:gd name="connsiteX134" fmla="*/ 4030503 w 6858001"/>
                    <a:gd name="connsiteY134" fmla="*/ 767271 h 874716"/>
                    <a:gd name="connsiteX135" fmla="*/ 3885338 w 6858001"/>
                    <a:gd name="connsiteY135" fmla="*/ 802896 h 874716"/>
                    <a:gd name="connsiteX136" fmla="*/ 3749506 w 6858001"/>
                    <a:gd name="connsiteY136" fmla="*/ 847473 h 874716"/>
                    <a:gd name="connsiteX137" fmla="*/ 3732361 w 6858001"/>
                    <a:gd name="connsiteY137" fmla="*/ 853190 h 874716"/>
                    <a:gd name="connsiteX138" fmla="*/ 3683591 w 6858001"/>
                    <a:gd name="connsiteY138" fmla="*/ 862906 h 874716"/>
                    <a:gd name="connsiteX139" fmla="*/ 3623201 w 6858001"/>
                    <a:gd name="connsiteY139" fmla="*/ 866334 h 874716"/>
                    <a:gd name="connsiteX140" fmla="*/ 3546617 w 6858001"/>
                    <a:gd name="connsiteY140" fmla="*/ 874716 h 874716"/>
                    <a:gd name="connsiteX141" fmla="*/ 3485275 w 6858001"/>
                    <a:gd name="connsiteY141" fmla="*/ 864238 h 874716"/>
                    <a:gd name="connsiteX142" fmla="*/ 3399546 w 6858001"/>
                    <a:gd name="connsiteY142" fmla="*/ 848618 h 874716"/>
                    <a:gd name="connsiteX143" fmla="*/ 3318771 w 6858001"/>
                    <a:gd name="connsiteY143" fmla="*/ 833757 h 874716"/>
                    <a:gd name="connsiteX144" fmla="*/ 3293244 w 6858001"/>
                    <a:gd name="connsiteY144" fmla="*/ 851284 h 874716"/>
                    <a:gd name="connsiteX145" fmla="*/ 3253809 w 6858001"/>
                    <a:gd name="connsiteY145" fmla="*/ 866524 h 874716"/>
                    <a:gd name="connsiteX146" fmla="*/ 3209993 w 6858001"/>
                    <a:gd name="connsiteY146" fmla="*/ 848235 h 874716"/>
                    <a:gd name="connsiteX147" fmla="*/ 3107500 w 6858001"/>
                    <a:gd name="connsiteY147" fmla="*/ 810326 h 874716"/>
                    <a:gd name="connsiteX148" fmla="*/ 3042728 w 6858001"/>
                    <a:gd name="connsiteY148" fmla="*/ 808610 h 874716"/>
                    <a:gd name="connsiteX149" fmla="*/ 2901943 w 6858001"/>
                    <a:gd name="connsiteY149" fmla="*/ 792418 h 874716"/>
                    <a:gd name="connsiteX150" fmla="*/ 2809930 w 6858001"/>
                    <a:gd name="connsiteY150" fmla="*/ 769367 h 874716"/>
                    <a:gd name="connsiteX151" fmla="*/ 2743826 w 6858001"/>
                    <a:gd name="connsiteY151" fmla="*/ 743268 h 874716"/>
                    <a:gd name="connsiteX152" fmla="*/ 2649143 w 6858001"/>
                    <a:gd name="connsiteY152" fmla="*/ 709167 h 874716"/>
                    <a:gd name="connsiteX153" fmla="*/ 2554079 w 6858001"/>
                    <a:gd name="connsiteY153" fmla="*/ 691450 h 874716"/>
                    <a:gd name="connsiteX154" fmla="*/ 2485307 w 6858001"/>
                    <a:gd name="connsiteY154" fmla="*/ 669160 h 874716"/>
                    <a:gd name="connsiteX155" fmla="*/ 2401292 w 6858001"/>
                    <a:gd name="connsiteY155" fmla="*/ 653919 h 874716"/>
                    <a:gd name="connsiteX156" fmla="*/ 2330806 w 6858001"/>
                    <a:gd name="connsiteY156" fmla="*/ 653349 h 874716"/>
                    <a:gd name="connsiteX157" fmla="*/ 2220312 w 6858001"/>
                    <a:gd name="connsiteY157" fmla="*/ 656015 h 874716"/>
                    <a:gd name="connsiteX158" fmla="*/ 2085054 w 6858001"/>
                    <a:gd name="connsiteY158" fmla="*/ 609914 h 874716"/>
                    <a:gd name="connsiteX159" fmla="*/ 2030378 w 6858001"/>
                    <a:gd name="connsiteY159" fmla="*/ 599625 h 874716"/>
                    <a:gd name="connsiteX160" fmla="*/ 1978940 w 6858001"/>
                    <a:gd name="connsiteY160" fmla="*/ 594863 h 874716"/>
                    <a:gd name="connsiteX161" fmla="*/ 1869780 w 6858001"/>
                    <a:gd name="connsiteY161" fmla="*/ 564192 h 874716"/>
                    <a:gd name="connsiteX162" fmla="*/ 1825393 w 6858001"/>
                    <a:gd name="connsiteY162" fmla="*/ 554094 h 874716"/>
                    <a:gd name="connsiteX163" fmla="*/ 1763287 w 6858001"/>
                    <a:gd name="connsiteY163" fmla="*/ 554286 h 874716"/>
                    <a:gd name="connsiteX164" fmla="*/ 1650317 w 6858001"/>
                    <a:gd name="connsiteY164" fmla="*/ 540187 h 874716"/>
                    <a:gd name="connsiteX165" fmla="*/ 1537537 w 6858001"/>
                    <a:gd name="connsiteY165" fmla="*/ 499038 h 874716"/>
                    <a:gd name="connsiteX166" fmla="*/ 1489720 w 6858001"/>
                    <a:gd name="connsiteY166" fmla="*/ 503038 h 874716"/>
                    <a:gd name="connsiteX167" fmla="*/ 1472575 w 6858001"/>
                    <a:gd name="connsiteY167" fmla="*/ 502086 h 874716"/>
                    <a:gd name="connsiteX168" fmla="*/ 1318456 w 6858001"/>
                    <a:gd name="connsiteY168" fmla="*/ 479415 h 874716"/>
                    <a:gd name="connsiteX169" fmla="*/ 1303024 w 6858001"/>
                    <a:gd name="connsiteY169" fmla="*/ 476939 h 874716"/>
                    <a:gd name="connsiteX170" fmla="*/ 1230633 w 6858001"/>
                    <a:gd name="connsiteY170" fmla="*/ 456746 h 874716"/>
                    <a:gd name="connsiteX171" fmla="*/ 1048125 w 6858001"/>
                    <a:gd name="connsiteY171" fmla="*/ 444172 h 874716"/>
                    <a:gd name="connsiteX172" fmla="*/ 1036887 w 6858001"/>
                    <a:gd name="connsiteY172" fmla="*/ 442648 h 874716"/>
                    <a:gd name="connsiteX173" fmla="*/ 975733 w 6858001"/>
                    <a:gd name="connsiteY173" fmla="*/ 452744 h 874716"/>
                    <a:gd name="connsiteX174" fmla="*/ 945444 w 6858001"/>
                    <a:gd name="connsiteY174" fmla="*/ 467033 h 874716"/>
                    <a:gd name="connsiteX175" fmla="*/ 898198 w 6858001"/>
                    <a:gd name="connsiteY175" fmla="*/ 481893 h 874716"/>
                    <a:gd name="connsiteX176" fmla="*/ 850189 w 6858001"/>
                    <a:gd name="connsiteY176" fmla="*/ 487417 h 874716"/>
                    <a:gd name="connsiteX177" fmla="*/ 769605 w 6858001"/>
                    <a:gd name="connsiteY177" fmla="*/ 464937 h 874716"/>
                    <a:gd name="connsiteX178" fmla="*/ 740268 w 6858001"/>
                    <a:gd name="connsiteY178" fmla="*/ 462651 h 874716"/>
                    <a:gd name="connsiteX179" fmla="*/ 674923 w 6858001"/>
                    <a:gd name="connsiteY179" fmla="*/ 451792 h 874716"/>
                    <a:gd name="connsiteX180" fmla="*/ 617772 w 6858001"/>
                    <a:gd name="connsiteY180" fmla="*/ 452554 h 874716"/>
                    <a:gd name="connsiteX181" fmla="*/ 571860 w 6858001"/>
                    <a:gd name="connsiteY181" fmla="*/ 469891 h 874716"/>
                    <a:gd name="connsiteX182" fmla="*/ 505182 w 6858001"/>
                    <a:gd name="connsiteY182" fmla="*/ 473319 h 874716"/>
                    <a:gd name="connsiteX183" fmla="*/ 462126 w 6858001"/>
                    <a:gd name="connsiteY183" fmla="*/ 460747 h 874716"/>
                    <a:gd name="connsiteX184" fmla="*/ 453364 w 6858001"/>
                    <a:gd name="connsiteY184" fmla="*/ 459033 h 874716"/>
                    <a:gd name="connsiteX185" fmla="*/ 340774 w 6858001"/>
                    <a:gd name="connsiteY185" fmla="*/ 458268 h 874716"/>
                    <a:gd name="connsiteX186" fmla="*/ 200182 w 6858001"/>
                    <a:gd name="connsiteY186" fmla="*/ 496180 h 874716"/>
                    <a:gd name="connsiteX187" fmla="*/ 176939 w 6858001"/>
                    <a:gd name="connsiteY187" fmla="*/ 504182 h 874716"/>
                    <a:gd name="connsiteX188" fmla="*/ 63587 w 6858001"/>
                    <a:gd name="connsiteY188" fmla="*/ 518088 h 874716"/>
                    <a:gd name="connsiteX189" fmla="*/ 2817 w 6858001"/>
                    <a:gd name="connsiteY189" fmla="*/ 532187 h 874716"/>
                    <a:gd name="connsiteX190" fmla="*/ 0 w 6858001"/>
                    <a:gd name="connsiteY190" fmla="*/ 533314 h 87471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</a:cxnLst>
                  <a:rect l="l" t="t" r="r" b="b"/>
                  <a:pathLst>
                    <a:path w="6858001" h="874716">
                      <a:moveTo>
                        <a:pt x="0" y="533314"/>
                      </a:moveTo>
                      <a:lnTo>
                        <a:pt x="0" y="69206"/>
                      </a:lnTo>
                      <a:lnTo>
                        <a:pt x="21486" y="71924"/>
                      </a:lnTo>
                      <a:cubicBezTo>
                        <a:pt x="92546" y="60493"/>
                        <a:pt x="159604" y="87354"/>
                        <a:pt x="228948" y="88116"/>
                      </a:cubicBezTo>
                      <a:cubicBezTo>
                        <a:pt x="260382" y="88496"/>
                        <a:pt x="291435" y="94592"/>
                        <a:pt x="313533" y="62779"/>
                      </a:cubicBezTo>
                      <a:cubicBezTo>
                        <a:pt x="316389" y="58587"/>
                        <a:pt x="330298" y="60873"/>
                        <a:pt x="338870" y="62207"/>
                      </a:cubicBezTo>
                      <a:cubicBezTo>
                        <a:pt x="357921" y="65066"/>
                        <a:pt x="376781" y="72304"/>
                        <a:pt x="395640" y="72114"/>
                      </a:cubicBezTo>
                      <a:cubicBezTo>
                        <a:pt x="434695" y="71924"/>
                        <a:pt x="473939" y="68876"/>
                        <a:pt x="512802" y="65446"/>
                      </a:cubicBezTo>
                      <a:cubicBezTo>
                        <a:pt x="527470" y="64112"/>
                        <a:pt x="541569" y="58969"/>
                        <a:pt x="556047" y="55349"/>
                      </a:cubicBezTo>
                      <a:cubicBezTo>
                        <a:pt x="564048" y="53253"/>
                        <a:pt x="572622" y="47729"/>
                        <a:pt x="580050" y="48871"/>
                      </a:cubicBezTo>
                      <a:cubicBezTo>
                        <a:pt x="623106" y="55539"/>
                        <a:pt x="662541" y="39157"/>
                        <a:pt x="703308" y="30964"/>
                      </a:cubicBezTo>
                      <a:cubicBezTo>
                        <a:pt x="722169" y="27154"/>
                        <a:pt x="739886" y="18010"/>
                        <a:pt x="758174" y="11724"/>
                      </a:cubicBezTo>
                      <a:cubicBezTo>
                        <a:pt x="762936" y="10008"/>
                        <a:pt x="768271" y="8484"/>
                        <a:pt x="773035" y="8866"/>
                      </a:cubicBezTo>
                      <a:cubicBezTo>
                        <a:pt x="800276" y="11152"/>
                        <a:pt x="827329" y="14390"/>
                        <a:pt x="854379" y="16866"/>
                      </a:cubicBezTo>
                      <a:cubicBezTo>
                        <a:pt x="878956" y="19152"/>
                        <a:pt x="903722" y="19914"/>
                        <a:pt x="915343" y="47919"/>
                      </a:cubicBezTo>
                      <a:cubicBezTo>
                        <a:pt x="917059" y="52301"/>
                        <a:pt x="922773" y="55539"/>
                        <a:pt x="927155" y="58397"/>
                      </a:cubicBezTo>
                      <a:cubicBezTo>
                        <a:pt x="994785" y="102405"/>
                        <a:pt x="1030980" y="101261"/>
                        <a:pt x="1097087" y="54777"/>
                      </a:cubicBezTo>
                      <a:cubicBezTo>
                        <a:pt x="1103945" y="50015"/>
                        <a:pt x="1118613" y="46585"/>
                        <a:pt x="1123185" y="50395"/>
                      </a:cubicBezTo>
                      <a:cubicBezTo>
                        <a:pt x="1162049" y="82020"/>
                        <a:pt x="1204532" y="78590"/>
                        <a:pt x="1249302" y="68684"/>
                      </a:cubicBezTo>
                      <a:cubicBezTo>
                        <a:pt x="1260922" y="66018"/>
                        <a:pt x="1277307" y="66018"/>
                        <a:pt x="1286069" y="72304"/>
                      </a:cubicBezTo>
                      <a:cubicBezTo>
                        <a:pt x="1327790" y="101451"/>
                        <a:pt x="1372560" y="97261"/>
                        <a:pt x="1417899" y="88688"/>
                      </a:cubicBezTo>
                      <a:cubicBezTo>
                        <a:pt x="1424948" y="87354"/>
                        <a:pt x="1433522" y="80114"/>
                        <a:pt x="1436568" y="73448"/>
                      </a:cubicBezTo>
                      <a:cubicBezTo>
                        <a:pt x="1447428" y="49825"/>
                        <a:pt x="1467813" y="41823"/>
                        <a:pt x="1490292" y="35154"/>
                      </a:cubicBezTo>
                      <a:cubicBezTo>
                        <a:pt x="1525727" y="24296"/>
                        <a:pt x="1560588" y="11532"/>
                        <a:pt x="1596213" y="1245"/>
                      </a:cubicBezTo>
                      <a:cubicBezTo>
                        <a:pt x="1604978" y="-1231"/>
                        <a:pt x="1615836" y="293"/>
                        <a:pt x="1624980" y="3150"/>
                      </a:cubicBezTo>
                      <a:cubicBezTo>
                        <a:pt x="1656223" y="12866"/>
                        <a:pt x="1676036" y="37251"/>
                        <a:pt x="1697753" y="59731"/>
                      </a:cubicBezTo>
                      <a:cubicBezTo>
                        <a:pt x="1707279" y="69638"/>
                        <a:pt x="1720423" y="76686"/>
                        <a:pt x="1733188" y="82400"/>
                      </a:cubicBezTo>
                      <a:cubicBezTo>
                        <a:pt x="1766335" y="97071"/>
                        <a:pt x="1800246" y="110215"/>
                        <a:pt x="1833775" y="124121"/>
                      </a:cubicBezTo>
                      <a:cubicBezTo>
                        <a:pt x="1837013" y="125455"/>
                        <a:pt x="1839679" y="128884"/>
                        <a:pt x="1842158" y="131742"/>
                      </a:cubicBezTo>
                      <a:cubicBezTo>
                        <a:pt x="1866922" y="161843"/>
                        <a:pt x="1891497" y="192132"/>
                        <a:pt x="1916454" y="222233"/>
                      </a:cubicBezTo>
                      <a:cubicBezTo>
                        <a:pt x="1921216" y="227947"/>
                        <a:pt x="1928076" y="232139"/>
                        <a:pt x="1933219" y="237663"/>
                      </a:cubicBezTo>
                      <a:cubicBezTo>
                        <a:pt x="1940459" y="245283"/>
                        <a:pt x="1949603" y="252524"/>
                        <a:pt x="1953413" y="261668"/>
                      </a:cubicBezTo>
                      <a:cubicBezTo>
                        <a:pt x="1965224" y="290433"/>
                        <a:pt x="1987894" y="302817"/>
                        <a:pt x="2016469" y="308151"/>
                      </a:cubicBezTo>
                      <a:cubicBezTo>
                        <a:pt x="2042570" y="313104"/>
                        <a:pt x="2068669" y="317296"/>
                        <a:pt x="2094578" y="323010"/>
                      </a:cubicBezTo>
                      <a:cubicBezTo>
                        <a:pt x="2126201" y="329868"/>
                        <a:pt x="2157636" y="337298"/>
                        <a:pt x="2188879" y="345681"/>
                      </a:cubicBezTo>
                      <a:cubicBezTo>
                        <a:pt x="2202404" y="349301"/>
                        <a:pt x="2216692" y="353491"/>
                        <a:pt x="2228314" y="360921"/>
                      </a:cubicBezTo>
                      <a:cubicBezTo>
                        <a:pt x="2260890" y="381496"/>
                        <a:pt x="2295753" y="395402"/>
                        <a:pt x="2334044" y="389878"/>
                      </a:cubicBezTo>
                      <a:cubicBezTo>
                        <a:pt x="2364715" y="385496"/>
                        <a:pt x="2390434" y="396736"/>
                        <a:pt x="2409485" y="414263"/>
                      </a:cubicBezTo>
                      <a:cubicBezTo>
                        <a:pt x="2444158" y="446078"/>
                        <a:pt x="2481305" y="438838"/>
                        <a:pt x="2518264" y="428552"/>
                      </a:cubicBezTo>
                      <a:cubicBezTo>
                        <a:pt x="2537315" y="423217"/>
                        <a:pt x="2552935" y="423979"/>
                        <a:pt x="2571034" y="429122"/>
                      </a:cubicBezTo>
                      <a:cubicBezTo>
                        <a:pt x="2612945" y="441124"/>
                        <a:pt x="2640950" y="473701"/>
                        <a:pt x="2668001" y="502276"/>
                      </a:cubicBezTo>
                      <a:cubicBezTo>
                        <a:pt x="2691054" y="526661"/>
                        <a:pt x="2716963" y="540377"/>
                        <a:pt x="2745348" y="550666"/>
                      </a:cubicBezTo>
                      <a:cubicBezTo>
                        <a:pt x="2781163" y="563810"/>
                        <a:pt x="2809548" y="558858"/>
                        <a:pt x="2826694" y="527233"/>
                      </a:cubicBezTo>
                      <a:cubicBezTo>
                        <a:pt x="2831457" y="518278"/>
                        <a:pt x="2839839" y="507800"/>
                        <a:pt x="2848793" y="505134"/>
                      </a:cubicBezTo>
                      <a:cubicBezTo>
                        <a:pt x="2892037" y="491800"/>
                        <a:pt x="2935854" y="472367"/>
                        <a:pt x="2982148" y="484179"/>
                      </a:cubicBezTo>
                      <a:cubicBezTo>
                        <a:pt x="3046158" y="500372"/>
                        <a:pt x="3108644" y="499420"/>
                        <a:pt x="3172654" y="483417"/>
                      </a:cubicBezTo>
                      <a:cubicBezTo>
                        <a:pt x="3276480" y="457508"/>
                        <a:pt x="3380305" y="430076"/>
                        <a:pt x="3489467" y="435790"/>
                      </a:cubicBezTo>
                      <a:cubicBezTo>
                        <a:pt x="3507563" y="436742"/>
                        <a:pt x="3529090" y="425121"/>
                        <a:pt x="3544713" y="413691"/>
                      </a:cubicBezTo>
                      <a:cubicBezTo>
                        <a:pt x="3574622" y="391974"/>
                        <a:pt x="3573288" y="390258"/>
                        <a:pt x="3606817" y="408167"/>
                      </a:cubicBezTo>
                      <a:cubicBezTo>
                        <a:pt x="3614819" y="412549"/>
                        <a:pt x="3624725" y="415215"/>
                        <a:pt x="3630632" y="421693"/>
                      </a:cubicBezTo>
                      <a:cubicBezTo>
                        <a:pt x="3660731" y="454650"/>
                        <a:pt x="3697880" y="446648"/>
                        <a:pt x="3734837" y="441886"/>
                      </a:cubicBezTo>
                      <a:cubicBezTo>
                        <a:pt x="3741315" y="440934"/>
                        <a:pt x="3749125" y="439600"/>
                        <a:pt x="3754652" y="442268"/>
                      </a:cubicBezTo>
                      <a:cubicBezTo>
                        <a:pt x="3779607" y="454268"/>
                        <a:pt x="3800753" y="450078"/>
                        <a:pt x="3822472" y="433694"/>
                      </a:cubicBezTo>
                      <a:cubicBezTo>
                        <a:pt x="3841331" y="419597"/>
                        <a:pt x="3863049" y="411215"/>
                        <a:pt x="3885338" y="428742"/>
                      </a:cubicBezTo>
                      <a:cubicBezTo>
                        <a:pt x="3934870" y="467605"/>
                        <a:pt x="3987829" y="469509"/>
                        <a:pt x="4043839" y="444934"/>
                      </a:cubicBezTo>
                      <a:cubicBezTo>
                        <a:pt x="4083845" y="427407"/>
                        <a:pt x="4123280" y="423407"/>
                        <a:pt x="4165383" y="441124"/>
                      </a:cubicBezTo>
                      <a:cubicBezTo>
                        <a:pt x="4181576" y="447982"/>
                        <a:pt x="4202531" y="443410"/>
                        <a:pt x="4221391" y="444934"/>
                      </a:cubicBezTo>
                      <a:cubicBezTo>
                        <a:pt x="4232060" y="445696"/>
                        <a:pt x="4243872" y="445886"/>
                        <a:pt x="4253014" y="450650"/>
                      </a:cubicBezTo>
                      <a:cubicBezTo>
                        <a:pt x="4277401" y="462843"/>
                        <a:pt x="4300070" y="478463"/>
                        <a:pt x="4324645" y="490466"/>
                      </a:cubicBezTo>
                      <a:cubicBezTo>
                        <a:pt x="4336457" y="496180"/>
                        <a:pt x="4350554" y="499228"/>
                        <a:pt x="4363890" y="499420"/>
                      </a:cubicBezTo>
                      <a:cubicBezTo>
                        <a:pt x="4403325" y="500372"/>
                        <a:pt x="4442761" y="500372"/>
                        <a:pt x="4482004" y="498658"/>
                      </a:cubicBezTo>
                      <a:cubicBezTo>
                        <a:pt x="4546776" y="495990"/>
                        <a:pt x="4612500" y="495418"/>
                        <a:pt x="4659174" y="438648"/>
                      </a:cubicBezTo>
                      <a:cubicBezTo>
                        <a:pt x="4662986" y="434076"/>
                        <a:pt x="4671176" y="431408"/>
                        <a:pt x="4677655" y="430646"/>
                      </a:cubicBezTo>
                      <a:cubicBezTo>
                        <a:pt x="4707564" y="427027"/>
                        <a:pt x="4738235" y="426645"/>
                        <a:pt x="4767764" y="420739"/>
                      </a:cubicBezTo>
                      <a:cubicBezTo>
                        <a:pt x="4791386" y="415977"/>
                        <a:pt x="4811009" y="417501"/>
                        <a:pt x="4828916" y="434266"/>
                      </a:cubicBezTo>
                      <a:cubicBezTo>
                        <a:pt x="4852348" y="456364"/>
                        <a:pt x="4880925" y="469319"/>
                        <a:pt x="4912168" y="462271"/>
                      </a:cubicBezTo>
                      <a:cubicBezTo>
                        <a:pt x="4943409" y="455412"/>
                        <a:pt x="4963984" y="470271"/>
                        <a:pt x="4987037" y="485703"/>
                      </a:cubicBezTo>
                      <a:cubicBezTo>
                        <a:pt x="5003801" y="496942"/>
                        <a:pt x="5022852" y="511040"/>
                        <a:pt x="5041521" y="512182"/>
                      </a:cubicBezTo>
                      <a:cubicBezTo>
                        <a:pt x="5083814" y="514658"/>
                        <a:pt x="5120201" y="553904"/>
                        <a:pt x="5166113" y="531615"/>
                      </a:cubicBezTo>
                      <a:cubicBezTo>
                        <a:pt x="5169161" y="530091"/>
                        <a:pt x="5174685" y="533901"/>
                        <a:pt x="5179067" y="534853"/>
                      </a:cubicBezTo>
                      <a:cubicBezTo>
                        <a:pt x="5214121" y="542093"/>
                        <a:pt x="5247078" y="535043"/>
                        <a:pt x="5272796" y="511230"/>
                      </a:cubicBezTo>
                      <a:cubicBezTo>
                        <a:pt x="5306516" y="480177"/>
                        <a:pt x="5343855" y="477129"/>
                        <a:pt x="5385384" y="487227"/>
                      </a:cubicBezTo>
                      <a:cubicBezTo>
                        <a:pt x="5398721" y="490466"/>
                        <a:pt x="5412057" y="492752"/>
                        <a:pt x="5425582" y="495418"/>
                      </a:cubicBezTo>
                      <a:cubicBezTo>
                        <a:pt x="5443870" y="499228"/>
                        <a:pt x="5462351" y="503230"/>
                        <a:pt x="5480637" y="507040"/>
                      </a:cubicBezTo>
                      <a:cubicBezTo>
                        <a:pt x="5498356" y="510850"/>
                        <a:pt x="5517979" y="517326"/>
                        <a:pt x="5531693" y="500944"/>
                      </a:cubicBezTo>
                      <a:cubicBezTo>
                        <a:pt x="5543506" y="486845"/>
                        <a:pt x="5551888" y="488179"/>
                        <a:pt x="5562746" y="500372"/>
                      </a:cubicBezTo>
                      <a:cubicBezTo>
                        <a:pt x="5600467" y="543045"/>
                        <a:pt x="5646189" y="569716"/>
                        <a:pt x="5704483" y="571620"/>
                      </a:cubicBezTo>
                      <a:cubicBezTo>
                        <a:pt x="5716485" y="572002"/>
                        <a:pt x="5728678" y="574668"/>
                        <a:pt x="5740488" y="577526"/>
                      </a:cubicBezTo>
                      <a:cubicBezTo>
                        <a:pt x="5747728" y="579241"/>
                        <a:pt x="5756493" y="581147"/>
                        <a:pt x="5760873" y="586291"/>
                      </a:cubicBezTo>
                      <a:cubicBezTo>
                        <a:pt x="5794974" y="625534"/>
                        <a:pt x="5837457" y="652777"/>
                        <a:pt x="5883751" y="674686"/>
                      </a:cubicBezTo>
                      <a:cubicBezTo>
                        <a:pt x="5900323" y="682496"/>
                        <a:pt x="5918042" y="690306"/>
                        <a:pt x="5935949" y="692592"/>
                      </a:cubicBezTo>
                      <a:cubicBezTo>
                        <a:pt x="5954617" y="694878"/>
                        <a:pt x="5974240" y="691068"/>
                        <a:pt x="5993291" y="688972"/>
                      </a:cubicBezTo>
                      <a:cubicBezTo>
                        <a:pt x="6004531" y="687830"/>
                        <a:pt x="6017485" y="688020"/>
                        <a:pt x="6026440" y="682496"/>
                      </a:cubicBezTo>
                      <a:cubicBezTo>
                        <a:pt x="6054825" y="665159"/>
                        <a:pt x="6082258" y="646491"/>
                        <a:pt x="6108738" y="626296"/>
                      </a:cubicBezTo>
                      <a:cubicBezTo>
                        <a:pt x="6131409" y="608960"/>
                        <a:pt x="6135981" y="606483"/>
                        <a:pt x="6155602" y="628202"/>
                      </a:cubicBezTo>
                      <a:cubicBezTo>
                        <a:pt x="6175797" y="650491"/>
                        <a:pt x="6200944" y="662111"/>
                        <a:pt x="6228756" y="666873"/>
                      </a:cubicBezTo>
                      <a:cubicBezTo>
                        <a:pt x="6272764" y="674304"/>
                        <a:pt x="6317151" y="680590"/>
                        <a:pt x="6361539" y="684210"/>
                      </a:cubicBezTo>
                      <a:cubicBezTo>
                        <a:pt x="6401736" y="687448"/>
                        <a:pt x="6420977" y="669922"/>
                        <a:pt x="6428979" y="630106"/>
                      </a:cubicBezTo>
                      <a:cubicBezTo>
                        <a:pt x="6433551" y="608007"/>
                        <a:pt x="6439458" y="584003"/>
                        <a:pt x="6463840" y="578098"/>
                      </a:cubicBezTo>
                      <a:cubicBezTo>
                        <a:pt x="6503658" y="568572"/>
                        <a:pt x="6544997" y="564382"/>
                        <a:pt x="6564620" y="517708"/>
                      </a:cubicBezTo>
                      <a:cubicBezTo>
                        <a:pt x="6575478" y="527995"/>
                        <a:pt x="6582146" y="534091"/>
                        <a:pt x="6588625" y="540187"/>
                      </a:cubicBezTo>
                      <a:cubicBezTo>
                        <a:pt x="6606531" y="557142"/>
                        <a:pt x="6643678" y="564382"/>
                        <a:pt x="6662541" y="549714"/>
                      </a:cubicBezTo>
                      <a:cubicBezTo>
                        <a:pt x="6690354" y="528377"/>
                        <a:pt x="6715883" y="532377"/>
                        <a:pt x="6742552" y="548952"/>
                      </a:cubicBezTo>
                      <a:cubicBezTo>
                        <a:pt x="6764841" y="562668"/>
                        <a:pt x="6788417" y="567954"/>
                        <a:pt x="6812063" y="568430"/>
                      </a:cubicBezTo>
                      <a:lnTo>
                        <a:pt x="6858001" y="562267"/>
                      </a:lnTo>
                      <a:lnTo>
                        <a:pt x="6858001" y="734520"/>
                      </a:lnTo>
                      <a:lnTo>
                        <a:pt x="6815516" y="744220"/>
                      </a:lnTo>
                      <a:cubicBezTo>
                        <a:pt x="6793035" y="749744"/>
                        <a:pt x="6771319" y="759651"/>
                        <a:pt x="6748458" y="763271"/>
                      </a:cubicBezTo>
                      <a:cubicBezTo>
                        <a:pt x="6694164" y="771843"/>
                        <a:pt x="6639488" y="777939"/>
                        <a:pt x="6584812" y="784797"/>
                      </a:cubicBezTo>
                      <a:cubicBezTo>
                        <a:pt x="6528424" y="791846"/>
                        <a:pt x="6472225" y="799276"/>
                        <a:pt x="6415833" y="805562"/>
                      </a:cubicBezTo>
                      <a:cubicBezTo>
                        <a:pt x="6384972" y="808802"/>
                        <a:pt x="6353919" y="809372"/>
                        <a:pt x="6323058" y="812420"/>
                      </a:cubicBezTo>
                      <a:cubicBezTo>
                        <a:pt x="6296005" y="815088"/>
                        <a:pt x="6269144" y="820041"/>
                        <a:pt x="6242093" y="823281"/>
                      </a:cubicBezTo>
                      <a:cubicBezTo>
                        <a:pt x="6218660" y="825947"/>
                        <a:pt x="6195037" y="827471"/>
                        <a:pt x="6171605" y="830139"/>
                      </a:cubicBezTo>
                      <a:cubicBezTo>
                        <a:pt x="6134075" y="834519"/>
                        <a:pt x="6096736" y="839473"/>
                        <a:pt x="6059397" y="844045"/>
                      </a:cubicBezTo>
                      <a:cubicBezTo>
                        <a:pt x="6043776" y="845759"/>
                        <a:pt x="6027392" y="850522"/>
                        <a:pt x="6012723" y="847665"/>
                      </a:cubicBezTo>
                      <a:cubicBezTo>
                        <a:pt x="5975764" y="840425"/>
                        <a:pt x="5939377" y="842521"/>
                        <a:pt x="5902610" y="847473"/>
                      </a:cubicBezTo>
                      <a:cubicBezTo>
                        <a:pt x="5890037" y="849190"/>
                        <a:pt x="5876511" y="848808"/>
                        <a:pt x="5864318" y="845569"/>
                      </a:cubicBezTo>
                      <a:cubicBezTo>
                        <a:pt x="5839361" y="839091"/>
                        <a:pt x="5815169" y="829947"/>
                        <a:pt x="5790592" y="821947"/>
                      </a:cubicBezTo>
                      <a:cubicBezTo>
                        <a:pt x="5787924" y="820995"/>
                        <a:pt x="5784686" y="820803"/>
                        <a:pt x="5781830" y="820233"/>
                      </a:cubicBezTo>
                      <a:cubicBezTo>
                        <a:pt x="5765635" y="816992"/>
                        <a:pt x="5749634" y="813754"/>
                        <a:pt x="5733440" y="810896"/>
                      </a:cubicBezTo>
                      <a:cubicBezTo>
                        <a:pt x="5724678" y="809372"/>
                        <a:pt x="5715723" y="809182"/>
                        <a:pt x="5706959" y="807848"/>
                      </a:cubicBezTo>
                      <a:cubicBezTo>
                        <a:pt x="5673050" y="802514"/>
                        <a:pt x="5635711" y="811468"/>
                        <a:pt x="5606372" y="788417"/>
                      </a:cubicBezTo>
                      <a:cubicBezTo>
                        <a:pt x="5587321" y="773557"/>
                        <a:pt x="5568842" y="776987"/>
                        <a:pt x="5548460" y="779273"/>
                      </a:cubicBezTo>
                      <a:cubicBezTo>
                        <a:pt x="5533027" y="780987"/>
                        <a:pt x="5517215" y="780415"/>
                        <a:pt x="5501594" y="780607"/>
                      </a:cubicBezTo>
                      <a:cubicBezTo>
                        <a:pt x="5474161" y="781177"/>
                        <a:pt x="5446728" y="781369"/>
                        <a:pt x="5419295" y="782321"/>
                      </a:cubicBezTo>
                      <a:cubicBezTo>
                        <a:pt x="5410531" y="782701"/>
                        <a:pt x="5401579" y="787465"/>
                        <a:pt x="5393005" y="786703"/>
                      </a:cubicBezTo>
                      <a:cubicBezTo>
                        <a:pt x="5353379" y="783083"/>
                        <a:pt x="5313754" y="777367"/>
                        <a:pt x="5274129" y="774129"/>
                      </a:cubicBezTo>
                      <a:cubicBezTo>
                        <a:pt x="5251650" y="772225"/>
                        <a:pt x="5228597" y="775843"/>
                        <a:pt x="5206308" y="773177"/>
                      </a:cubicBezTo>
                      <a:cubicBezTo>
                        <a:pt x="5180591" y="770129"/>
                        <a:pt x="5155445" y="762319"/>
                        <a:pt x="5129916" y="757554"/>
                      </a:cubicBezTo>
                      <a:cubicBezTo>
                        <a:pt x="5122867" y="756222"/>
                        <a:pt x="5115057" y="757936"/>
                        <a:pt x="5107627" y="758316"/>
                      </a:cubicBezTo>
                      <a:cubicBezTo>
                        <a:pt x="5099245" y="758699"/>
                        <a:pt x="5091052" y="759461"/>
                        <a:pt x="5082670" y="759651"/>
                      </a:cubicBezTo>
                      <a:cubicBezTo>
                        <a:pt x="5057141" y="760033"/>
                        <a:pt x="5031614" y="759461"/>
                        <a:pt x="5006086" y="760795"/>
                      </a:cubicBezTo>
                      <a:cubicBezTo>
                        <a:pt x="4990465" y="761557"/>
                        <a:pt x="4974082" y="769367"/>
                        <a:pt x="4959602" y="766509"/>
                      </a:cubicBezTo>
                      <a:cubicBezTo>
                        <a:pt x="4930075" y="760985"/>
                        <a:pt x="4900546" y="773367"/>
                        <a:pt x="4871019" y="763081"/>
                      </a:cubicBezTo>
                      <a:cubicBezTo>
                        <a:pt x="4861873" y="760033"/>
                        <a:pt x="4849300" y="767653"/>
                        <a:pt x="4838250" y="768033"/>
                      </a:cubicBezTo>
                      <a:cubicBezTo>
                        <a:pt x="4810627" y="768985"/>
                        <a:pt x="4783004" y="768795"/>
                        <a:pt x="4755381" y="768605"/>
                      </a:cubicBezTo>
                      <a:cubicBezTo>
                        <a:pt x="4730614" y="768415"/>
                        <a:pt x="4704895" y="771081"/>
                        <a:pt x="4681083" y="765747"/>
                      </a:cubicBezTo>
                      <a:cubicBezTo>
                        <a:pt x="4656126" y="760033"/>
                        <a:pt x="4633647" y="760795"/>
                        <a:pt x="4609452" y="767271"/>
                      </a:cubicBezTo>
                      <a:cubicBezTo>
                        <a:pt x="4592878" y="771653"/>
                        <a:pt x="4575351" y="772225"/>
                        <a:pt x="4558207" y="773557"/>
                      </a:cubicBezTo>
                      <a:cubicBezTo>
                        <a:pt x="4539728" y="775081"/>
                        <a:pt x="4519343" y="771081"/>
                        <a:pt x="4502579" y="777367"/>
                      </a:cubicBezTo>
                      <a:cubicBezTo>
                        <a:pt x="4452665" y="796038"/>
                        <a:pt x="4401419" y="800038"/>
                        <a:pt x="4349222" y="800038"/>
                      </a:cubicBezTo>
                      <a:cubicBezTo>
                        <a:pt x="4339695" y="800038"/>
                        <a:pt x="4329979" y="797372"/>
                        <a:pt x="4320837" y="794514"/>
                      </a:cubicBezTo>
                      <a:cubicBezTo>
                        <a:pt x="4267493" y="777367"/>
                        <a:pt x="4213961" y="778891"/>
                        <a:pt x="4159667" y="789370"/>
                      </a:cubicBezTo>
                      <a:cubicBezTo>
                        <a:pt x="4148427" y="791656"/>
                        <a:pt x="4135854" y="792038"/>
                        <a:pt x="4124614" y="789752"/>
                      </a:cubicBezTo>
                      <a:cubicBezTo>
                        <a:pt x="4092989" y="783083"/>
                        <a:pt x="4062318" y="772033"/>
                        <a:pt x="4030503" y="767271"/>
                      </a:cubicBezTo>
                      <a:cubicBezTo>
                        <a:pt x="3977925" y="759461"/>
                        <a:pt x="3932394" y="785749"/>
                        <a:pt x="3885338" y="802896"/>
                      </a:cubicBezTo>
                      <a:cubicBezTo>
                        <a:pt x="3840569" y="819089"/>
                        <a:pt x="3802467" y="855666"/>
                        <a:pt x="3749506" y="847473"/>
                      </a:cubicBezTo>
                      <a:cubicBezTo>
                        <a:pt x="3744173" y="846711"/>
                        <a:pt x="3738267" y="851856"/>
                        <a:pt x="3732361" y="853190"/>
                      </a:cubicBezTo>
                      <a:cubicBezTo>
                        <a:pt x="3716168" y="856810"/>
                        <a:pt x="3699976" y="861190"/>
                        <a:pt x="3683591" y="862906"/>
                      </a:cubicBezTo>
                      <a:cubicBezTo>
                        <a:pt x="3663589" y="865192"/>
                        <a:pt x="3643204" y="864430"/>
                        <a:pt x="3623201" y="866334"/>
                      </a:cubicBezTo>
                      <a:cubicBezTo>
                        <a:pt x="3597482" y="868620"/>
                        <a:pt x="3572146" y="874716"/>
                        <a:pt x="3546617" y="874716"/>
                      </a:cubicBezTo>
                      <a:cubicBezTo>
                        <a:pt x="3526042" y="874716"/>
                        <a:pt x="3505657" y="867668"/>
                        <a:pt x="3485275" y="864238"/>
                      </a:cubicBezTo>
                      <a:cubicBezTo>
                        <a:pt x="3456508" y="859476"/>
                        <a:pt x="3424883" y="860810"/>
                        <a:pt x="3399546" y="848618"/>
                      </a:cubicBezTo>
                      <a:cubicBezTo>
                        <a:pt x="3372495" y="835663"/>
                        <a:pt x="3346776" y="829757"/>
                        <a:pt x="3318771" y="833757"/>
                      </a:cubicBezTo>
                      <a:cubicBezTo>
                        <a:pt x="3309437" y="835091"/>
                        <a:pt x="3297434" y="843093"/>
                        <a:pt x="3293244" y="851284"/>
                      </a:cubicBezTo>
                      <a:cubicBezTo>
                        <a:pt x="3283908" y="869572"/>
                        <a:pt x="3271145" y="872812"/>
                        <a:pt x="3253809" y="866524"/>
                      </a:cubicBezTo>
                      <a:cubicBezTo>
                        <a:pt x="3238758" y="861190"/>
                        <a:pt x="3220280" y="858524"/>
                        <a:pt x="3209993" y="848235"/>
                      </a:cubicBezTo>
                      <a:cubicBezTo>
                        <a:pt x="3180844" y="819089"/>
                        <a:pt x="3143695" y="818136"/>
                        <a:pt x="3107500" y="810326"/>
                      </a:cubicBezTo>
                      <a:cubicBezTo>
                        <a:pt x="3085403" y="805562"/>
                        <a:pt x="3064827" y="805372"/>
                        <a:pt x="3042728" y="808610"/>
                      </a:cubicBezTo>
                      <a:cubicBezTo>
                        <a:pt x="2994722" y="815850"/>
                        <a:pt x="2948047" y="805562"/>
                        <a:pt x="2901943" y="792418"/>
                      </a:cubicBezTo>
                      <a:cubicBezTo>
                        <a:pt x="2871462" y="783655"/>
                        <a:pt x="2840219" y="778321"/>
                        <a:pt x="2809930" y="769367"/>
                      </a:cubicBezTo>
                      <a:cubicBezTo>
                        <a:pt x="2787259" y="762509"/>
                        <a:pt x="2764590" y="754316"/>
                        <a:pt x="2743826" y="743268"/>
                      </a:cubicBezTo>
                      <a:cubicBezTo>
                        <a:pt x="2713723" y="727073"/>
                        <a:pt x="2687436" y="702689"/>
                        <a:pt x="2649143" y="709167"/>
                      </a:cubicBezTo>
                      <a:cubicBezTo>
                        <a:pt x="2615421" y="714881"/>
                        <a:pt x="2584942" y="702881"/>
                        <a:pt x="2554079" y="691450"/>
                      </a:cubicBezTo>
                      <a:cubicBezTo>
                        <a:pt x="2531409" y="683068"/>
                        <a:pt x="2508742" y="674494"/>
                        <a:pt x="2485307" y="669160"/>
                      </a:cubicBezTo>
                      <a:cubicBezTo>
                        <a:pt x="2457492" y="662873"/>
                        <a:pt x="2426059" y="665541"/>
                        <a:pt x="2401292" y="653919"/>
                      </a:cubicBezTo>
                      <a:cubicBezTo>
                        <a:pt x="2375383" y="641727"/>
                        <a:pt x="2353859" y="649919"/>
                        <a:pt x="2330806" y="653349"/>
                      </a:cubicBezTo>
                      <a:cubicBezTo>
                        <a:pt x="2294039" y="658683"/>
                        <a:pt x="2257459" y="668590"/>
                        <a:pt x="2220312" y="656015"/>
                      </a:cubicBezTo>
                      <a:cubicBezTo>
                        <a:pt x="2175163" y="640775"/>
                        <a:pt x="2130393" y="624392"/>
                        <a:pt x="2085054" y="609914"/>
                      </a:cubicBezTo>
                      <a:cubicBezTo>
                        <a:pt x="2067525" y="604387"/>
                        <a:pt x="2048668" y="602101"/>
                        <a:pt x="2030378" y="599625"/>
                      </a:cubicBezTo>
                      <a:cubicBezTo>
                        <a:pt x="2013043" y="597529"/>
                        <a:pt x="1992279" y="602863"/>
                        <a:pt x="1978940" y="594863"/>
                      </a:cubicBezTo>
                      <a:cubicBezTo>
                        <a:pt x="1944649" y="574288"/>
                        <a:pt x="1909408" y="564192"/>
                        <a:pt x="1869780" y="564192"/>
                      </a:cubicBezTo>
                      <a:cubicBezTo>
                        <a:pt x="1854920" y="564192"/>
                        <a:pt x="1840441" y="555618"/>
                        <a:pt x="1825393" y="554094"/>
                      </a:cubicBezTo>
                      <a:cubicBezTo>
                        <a:pt x="1804816" y="552190"/>
                        <a:pt x="1781194" y="547045"/>
                        <a:pt x="1763287" y="554286"/>
                      </a:cubicBezTo>
                      <a:cubicBezTo>
                        <a:pt x="1721185" y="571430"/>
                        <a:pt x="1687086" y="557142"/>
                        <a:pt x="1650317" y="540187"/>
                      </a:cubicBezTo>
                      <a:cubicBezTo>
                        <a:pt x="1614120" y="523423"/>
                        <a:pt x="1576019" y="510088"/>
                        <a:pt x="1537537" y="499038"/>
                      </a:cubicBezTo>
                      <a:cubicBezTo>
                        <a:pt x="1523059" y="495038"/>
                        <a:pt x="1505724" y="501706"/>
                        <a:pt x="1489720" y="503038"/>
                      </a:cubicBezTo>
                      <a:cubicBezTo>
                        <a:pt x="1484004" y="503420"/>
                        <a:pt x="1477717" y="503992"/>
                        <a:pt x="1472575" y="502086"/>
                      </a:cubicBezTo>
                      <a:cubicBezTo>
                        <a:pt x="1422854" y="483797"/>
                        <a:pt x="1372368" y="469891"/>
                        <a:pt x="1318456" y="479415"/>
                      </a:cubicBezTo>
                      <a:cubicBezTo>
                        <a:pt x="1313504" y="480369"/>
                        <a:pt x="1307978" y="478273"/>
                        <a:pt x="1303024" y="476939"/>
                      </a:cubicBezTo>
                      <a:cubicBezTo>
                        <a:pt x="1278829" y="470081"/>
                        <a:pt x="1255206" y="459223"/>
                        <a:pt x="1230633" y="456746"/>
                      </a:cubicBezTo>
                      <a:cubicBezTo>
                        <a:pt x="1170051" y="450650"/>
                        <a:pt x="1109091" y="448172"/>
                        <a:pt x="1048125" y="444172"/>
                      </a:cubicBezTo>
                      <a:cubicBezTo>
                        <a:pt x="1044315" y="443982"/>
                        <a:pt x="1040315" y="443982"/>
                        <a:pt x="1036887" y="442648"/>
                      </a:cubicBezTo>
                      <a:cubicBezTo>
                        <a:pt x="1014406" y="434456"/>
                        <a:pt x="994785" y="437124"/>
                        <a:pt x="975733" y="452744"/>
                      </a:cubicBezTo>
                      <a:cubicBezTo>
                        <a:pt x="967350" y="459603"/>
                        <a:pt x="955920" y="463223"/>
                        <a:pt x="945444" y="467033"/>
                      </a:cubicBezTo>
                      <a:cubicBezTo>
                        <a:pt x="930011" y="472749"/>
                        <a:pt x="914200" y="478273"/>
                        <a:pt x="898198" y="481893"/>
                      </a:cubicBezTo>
                      <a:cubicBezTo>
                        <a:pt x="882384" y="485321"/>
                        <a:pt x="865430" y="490084"/>
                        <a:pt x="850189" y="487417"/>
                      </a:cubicBezTo>
                      <a:cubicBezTo>
                        <a:pt x="822756" y="482655"/>
                        <a:pt x="796655" y="471987"/>
                        <a:pt x="769605" y="464937"/>
                      </a:cubicBezTo>
                      <a:cubicBezTo>
                        <a:pt x="760270" y="462461"/>
                        <a:pt x="749982" y="462843"/>
                        <a:pt x="740268" y="462651"/>
                      </a:cubicBezTo>
                      <a:cubicBezTo>
                        <a:pt x="717977" y="462081"/>
                        <a:pt x="695116" y="467605"/>
                        <a:pt x="674923" y="451792"/>
                      </a:cubicBezTo>
                      <a:cubicBezTo>
                        <a:pt x="656255" y="436934"/>
                        <a:pt x="637392" y="441314"/>
                        <a:pt x="617772" y="452554"/>
                      </a:cubicBezTo>
                      <a:cubicBezTo>
                        <a:pt x="603673" y="460557"/>
                        <a:pt x="587672" y="466843"/>
                        <a:pt x="571860" y="469891"/>
                      </a:cubicBezTo>
                      <a:cubicBezTo>
                        <a:pt x="550141" y="474081"/>
                        <a:pt x="528615" y="475797"/>
                        <a:pt x="505182" y="473319"/>
                      </a:cubicBezTo>
                      <a:cubicBezTo>
                        <a:pt x="488607" y="471605"/>
                        <a:pt x="475081" y="470843"/>
                        <a:pt x="462126" y="460747"/>
                      </a:cubicBezTo>
                      <a:cubicBezTo>
                        <a:pt x="460032" y="459223"/>
                        <a:pt x="456222" y="458841"/>
                        <a:pt x="453364" y="459033"/>
                      </a:cubicBezTo>
                      <a:cubicBezTo>
                        <a:pt x="415835" y="462271"/>
                        <a:pt x="378686" y="460557"/>
                        <a:pt x="340774" y="458268"/>
                      </a:cubicBezTo>
                      <a:cubicBezTo>
                        <a:pt x="292579" y="455222"/>
                        <a:pt x="241901" y="464175"/>
                        <a:pt x="200182" y="496180"/>
                      </a:cubicBezTo>
                      <a:cubicBezTo>
                        <a:pt x="194085" y="500944"/>
                        <a:pt x="184941" y="503038"/>
                        <a:pt x="176939" y="504182"/>
                      </a:cubicBezTo>
                      <a:cubicBezTo>
                        <a:pt x="139219" y="509134"/>
                        <a:pt x="101308" y="512564"/>
                        <a:pt x="63587" y="518088"/>
                      </a:cubicBezTo>
                      <a:cubicBezTo>
                        <a:pt x="43012" y="521137"/>
                        <a:pt x="21486" y="523805"/>
                        <a:pt x="2817" y="532187"/>
                      </a:cubicBezTo>
                      <a:lnTo>
                        <a:pt x="0" y="533314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</p:grpSp>
        </p:grpSp>
      </p:grpSp>
      <p:sp>
        <p:nvSpPr>
          <p:cNvPr id="2" name="Rubrik 1">
            <a:extLst>
              <a:ext uri="{FF2B5EF4-FFF2-40B4-BE49-F238E27FC236}">
                <a16:creationId xmlns:a16="http://schemas.microsoft.com/office/drawing/2014/main" id="{B2FD1296-B336-F350-7D55-5D9154B847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7088" y="1641752"/>
            <a:ext cx="2655887" cy="3213277"/>
          </a:xfrm>
        </p:spPr>
        <p:txBody>
          <a:bodyPr anchor="t">
            <a:normAutofit/>
          </a:bodyPr>
          <a:lstStyle/>
          <a:p>
            <a:r>
              <a:rPr lang="sv-SE" sz="4000">
                <a:ea typeface="+mj-lt"/>
                <a:cs typeface="+mj-lt"/>
              </a:rPr>
              <a:t>Varför är detta viktigt?</a:t>
            </a:r>
          </a:p>
        </p:txBody>
      </p:sp>
      <p:graphicFrame>
        <p:nvGraphicFramePr>
          <p:cNvPr id="5" name="Platshållare för innehåll 4">
            <a:extLst>
              <a:ext uri="{FF2B5EF4-FFF2-40B4-BE49-F238E27FC236}">
                <a16:creationId xmlns:a16="http://schemas.microsoft.com/office/drawing/2014/main" id="{DCE3CD7F-544F-85D8-B018-854B7F32455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93338795"/>
              </p:ext>
            </p:extLst>
          </p:nvPr>
        </p:nvGraphicFramePr>
        <p:xfrm>
          <a:off x="4758905" y="143773"/>
          <a:ext cx="7210950" cy="6422408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605475">
                  <a:extLst>
                    <a:ext uri="{9D8B030D-6E8A-4147-A177-3AD203B41FA5}">
                      <a16:colId xmlns:a16="http://schemas.microsoft.com/office/drawing/2014/main" val="1590753341"/>
                    </a:ext>
                  </a:extLst>
                </a:gridCol>
                <a:gridCol w="3605475">
                  <a:extLst>
                    <a:ext uri="{9D8B030D-6E8A-4147-A177-3AD203B41FA5}">
                      <a16:colId xmlns:a16="http://schemas.microsoft.com/office/drawing/2014/main" val="699391452"/>
                    </a:ext>
                  </a:extLst>
                </a:gridCol>
              </a:tblGrid>
              <a:tr h="1605602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2800" b="1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Utan validering</a:t>
                      </a:r>
                      <a:endParaRPr lang="sv-SE" sz="28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2800" b="1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Med validering</a:t>
                      </a:r>
                      <a:endParaRPr lang="sv-SE" sz="28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1682615"/>
                  </a:ext>
                </a:extLst>
              </a:tr>
              <a:tr h="1605602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20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Fel värden upptäcks först när resurser skapas (dyrt!)</a:t>
                      </a: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20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Fel upptäcks direkt vid </a:t>
                      </a:r>
                      <a:r>
                        <a:rPr lang="sv-SE" sz="1400" b="0" i="0">
                          <a:solidFill>
                            <a:srgbClr val="0F1115"/>
                          </a:solidFill>
                          <a:effectLst/>
                          <a:latin typeface="Menlo"/>
                        </a:rPr>
                        <a:t>terraform plan</a:t>
                      </a:r>
                      <a:endParaRPr lang="sv-SE" sz="14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2282183"/>
                  </a:ext>
                </a:extLst>
              </a:tr>
              <a:tr h="1605602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20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Kan skapa resurser med felaktiga inställningar</a:t>
                      </a: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20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Ogiltiga värden accepteras inte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855871"/>
                  </a:ext>
                </a:extLst>
              </a:tr>
              <a:tr h="1605602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20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Svårare att felsöka varför något gick fel</a:t>
                      </a: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20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Tydliga felmeddelanden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0980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0014375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7">
            <a:extLst>
              <a:ext uri="{FF2B5EF4-FFF2-40B4-BE49-F238E27FC236}">
                <a16:creationId xmlns:a16="http://schemas.microsoft.com/office/drawing/2014/main" id="{C7FAE6E8-1D9E-4905-AAFE-978D331822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42E77A2F-2060-4A47-615E-ACC590C4A4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317" y="1354819"/>
            <a:ext cx="10361531" cy="267836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72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Outputs – Visa </a:t>
            </a:r>
            <a:r>
              <a:rPr lang="en-US" sz="7200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Resultat</a:t>
            </a:r>
            <a:r>
              <a:rPr lang="en-US" sz="72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och Dela Data</a:t>
            </a:r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C57309C4-7AF3-01FE-B657-3550190E65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7088" y="4414180"/>
            <a:ext cx="7006691" cy="8845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400" b="1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Outputs </a:t>
            </a:r>
            <a:r>
              <a:rPr lang="en-US" sz="2400" b="1" kern="1200" dirty="0" err="1">
                <a:solidFill>
                  <a:schemeClr val="bg1"/>
                </a:solidFill>
                <a:latin typeface="+mn-lt"/>
                <a:ea typeface="+mn-ea"/>
                <a:cs typeface="+mn-cs"/>
              </a:rPr>
              <a:t>visar</a:t>
            </a:r>
            <a:r>
              <a:rPr lang="en-US" sz="2400" b="1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 information </a:t>
            </a:r>
            <a:r>
              <a:rPr lang="en-US" sz="2400" b="1" kern="1200" dirty="0" err="1">
                <a:solidFill>
                  <a:schemeClr val="bg1"/>
                </a:solidFill>
                <a:latin typeface="+mn-lt"/>
                <a:ea typeface="+mn-ea"/>
                <a:cs typeface="+mn-cs"/>
              </a:rPr>
              <a:t>efter</a:t>
            </a:r>
            <a:r>
              <a:rPr lang="en-US" sz="2400" b="1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 </a:t>
            </a:r>
            <a:r>
              <a:rPr lang="en-US" sz="2400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terraform apply</a:t>
            </a:r>
            <a:r>
              <a:rPr lang="en-US" sz="2400" b="1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 – </a:t>
            </a:r>
            <a:r>
              <a:rPr lang="en-US" sz="2400" b="1" kern="1200" dirty="0" err="1">
                <a:solidFill>
                  <a:schemeClr val="bg1"/>
                </a:solidFill>
                <a:latin typeface="+mn-lt"/>
                <a:ea typeface="+mn-ea"/>
                <a:cs typeface="+mn-cs"/>
              </a:rPr>
              <a:t>användbara</a:t>
            </a:r>
            <a:r>
              <a:rPr lang="en-US" sz="2400" b="1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 för </a:t>
            </a:r>
            <a:r>
              <a:rPr lang="en-US" sz="2400" b="1" kern="1200" dirty="0" err="1">
                <a:solidFill>
                  <a:schemeClr val="bg1"/>
                </a:solidFill>
                <a:latin typeface="+mn-lt"/>
                <a:ea typeface="+mn-ea"/>
                <a:cs typeface="+mn-cs"/>
              </a:rPr>
              <a:t>att</a:t>
            </a:r>
            <a:r>
              <a:rPr lang="en-US" sz="2400" b="1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 dela data </a:t>
            </a:r>
            <a:r>
              <a:rPr lang="en-US" sz="2400" b="1" kern="1200" dirty="0" err="1">
                <a:solidFill>
                  <a:schemeClr val="bg1"/>
                </a:solidFill>
                <a:latin typeface="+mn-lt"/>
                <a:ea typeface="+mn-ea"/>
                <a:cs typeface="+mn-cs"/>
              </a:rPr>
              <a:t>mellan</a:t>
            </a:r>
            <a:r>
              <a:rPr lang="en-US" sz="2400" b="1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400" b="1" kern="1200" dirty="0" err="1">
                <a:solidFill>
                  <a:schemeClr val="bg1"/>
                </a:solidFill>
                <a:latin typeface="+mn-lt"/>
                <a:ea typeface="+mn-ea"/>
                <a:cs typeface="+mn-cs"/>
              </a:rPr>
              <a:t>moduler</a:t>
            </a:r>
            <a:endParaRPr lang="en-US" sz="2400" kern="1200">
              <a:solidFill>
                <a:schemeClr val="bg1"/>
              </a:solidFill>
              <a:latin typeface="+mn-lt"/>
            </a:endParaRPr>
          </a:p>
        </p:txBody>
      </p:sp>
      <p:grpSp>
        <p:nvGrpSpPr>
          <p:cNvPr id="19" name="Group 9">
            <a:extLst>
              <a:ext uri="{FF2B5EF4-FFF2-40B4-BE49-F238E27FC236}">
                <a16:creationId xmlns:a16="http://schemas.microsoft.com/office/drawing/2014/main" id="{5F9D1CBF-A219-4C01-85A0-9DF6151EE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79015" y="0"/>
            <a:ext cx="712985" cy="6858000"/>
            <a:chOff x="11479015" y="0"/>
            <a:chExt cx="712985" cy="6858000"/>
          </a:xfrm>
          <a:effectLst>
            <a:outerShdw blurRad="381000" dist="152400" dir="10800000" algn="ctr" rotWithShape="0">
              <a:schemeClr val="bg1">
                <a:alpha val="10000"/>
              </a:schemeClr>
            </a:outerShdw>
          </a:effectLst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D9FC63AB-02B8-4DDD-8778-397188A370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479018" y="0"/>
              <a:ext cx="712982" cy="6858000"/>
            </a:xfrm>
            <a:custGeom>
              <a:avLst/>
              <a:gdLst>
                <a:gd name="connsiteX0" fmla="*/ 280560 w 712982"/>
                <a:gd name="connsiteY0" fmla="*/ 0 h 6858000"/>
                <a:gd name="connsiteX1" fmla="*/ 712982 w 712982"/>
                <a:gd name="connsiteY1" fmla="*/ 0 h 6858000"/>
                <a:gd name="connsiteX2" fmla="*/ 712982 w 712982"/>
                <a:gd name="connsiteY2" fmla="*/ 6858000 h 6858000"/>
                <a:gd name="connsiteX3" fmla="*/ 372527 w 712982"/>
                <a:gd name="connsiteY3" fmla="*/ 6858000 h 6858000"/>
                <a:gd name="connsiteX4" fmla="*/ 372901 w 712982"/>
                <a:gd name="connsiteY4" fmla="*/ 6835810 h 6858000"/>
                <a:gd name="connsiteX5" fmla="*/ 363017 w 712982"/>
                <a:gd name="connsiteY5" fmla="*/ 6518145 h 6858000"/>
                <a:gd name="connsiteX6" fmla="*/ 310498 w 712982"/>
                <a:gd name="connsiteY6" fmla="*/ 6393936 h 6858000"/>
                <a:gd name="connsiteX7" fmla="*/ 305420 w 712982"/>
                <a:gd name="connsiteY7" fmla="*/ 6355564 h 6858000"/>
                <a:gd name="connsiteX8" fmla="*/ 311030 w 712982"/>
                <a:gd name="connsiteY8" fmla="*/ 6267729 h 6858000"/>
                <a:gd name="connsiteX9" fmla="*/ 281440 w 712982"/>
                <a:gd name="connsiteY9" fmla="*/ 6090959 h 6858000"/>
                <a:gd name="connsiteX10" fmla="*/ 258928 w 712982"/>
                <a:gd name="connsiteY10" fmla="*/ 6026981 h 6858000"/>
                <a:gd name="connsiteX11" fmla="*/ 245105 w 712982"/>
                <a:gd name="connsiteY11" fmla="*/ 5991615 h 6858000"/>
                <a:gd name="connsiteX12" fmla="*/ 197441 w 712982"/>
                <a:gd name="connsiteY12" fmla="*/ 5807458 h 6858000"/>
                <a:gd name="connsiteX13" fmla="*/ 159115 w 712982"/>
                <a:gd name="connsiteY13" fmla="*/ 5727356 h 6858000"/>
                <a:gd name="connsiteX14" fmla="*/ 152306 w 712982"/>
                <a:gd name="connsiteY14" fmla="*/ 5705270 h 6858000"/>
                <a:gd name="connsiteX15" fmla="*/ 150939 w 712982"/>
                <a:gd name="connsiteY15" fmla="*/ 5580441 h 6858000"/>
                <a:gd name="connsiteX16" fmla="*/ 187956 w 712982"/>
                <a:gd name="connsiteY16" fmla="*/ 5482729 h 6858000"/>
                <a:gd name="connsiteX17" fmla="*/ 201902 w 712982"/>
                <a:gd name="connsiteY17" fmla="*/ 5463053 h 6858000"/>
                <a:gd name="connsiteX18" fmla="*/ 168174 w 712982"/>
                <a:gd name="connsiteY18" fmla="*/ 5205662 h 6858000"/>
                <a:gd name="connsiteX19" fmla="*/ 157186 w 712982"/>
                <a:gd name="connsiteY19" fmla="*/ 5166766 h 6858000"/>
                <a:gd name="connsiteX20" fmla="*/ 163999 w 712982"/>
                <a:gd name="connsiteY20" fmla="*/ 4972256 h 6858000"/>
                <a:gd name="connsiteX21" fmla="*/ 163388 w 712982"/>
                <a:gd name="connsiteY21" fmla="*/ 4915833 h 6858000"/>
                <a:gd name="connsiteX22" fmla="*/ 166361 w 712982"/>
                <a:gd name="connsiteY22" fmla="*/ 4712964 h 6858000"/>
                <a:gd name="connsiteX23" fmla="*/ 140122 w 712982"/>
                <a:gd name="connsiteY23" fmla="*/ 4687152 h 6858000"/>
                <a:gd name="connsiteX24" fmla="*/ 73058 w 712982"/>
                <a:gd name="connsiteY24" fmla="*/ 4611951 h 6858000"/>
                <a:gd name="connsiteX25" fmla="*/ 3979 w 712982"/>
                <a:gd name="connsiteY25" fmla="*/ 4456771 h 6858000"/>
                <a:gd name="connsiteX26" fmla="*/ 2091 w 712982"/>
                <a:gd name="connsiteY26" fmla="*/ 4412781 h 6858000"/>
                <a:gd name="connsiteX27" fmla="*/ 75905 w 712982"/>
                <a:gd name="connsiteY27" fmla="*/ 4292897 h 6858000"/>
                <a:gd name="connsiteX28" fmla="*/ 104434 w 712982"/>
                <a:gd name="connsiteY28" fmla="*/ 4235333 h 6858000"/>
                <a:gd name="connsiteX29" fmla="*/ 151065 w 712982"/>
                <a:gd name="connsiteY29" fmla="*/ 4075686 h 6858000"/>
                <a:gd name="connsiteX30" fmla="*/ 161243 w 712982"/>
                <a:gd name="connsiteY30" fmla="*/ 4061695 h 6858000"/>
                <a:gd name="connsiteX31" fmla="*/ 286285 w 712982"/>
                <a:gd name="connsiteY31" fmla="*/ 3933862 h 6858000"/>
                <a:gd name="connsiteX32" fmla="*/ 306926 w 712982"/>
                <a:gd name="connsiteY32" fmla="*/ 3905847 h 6858000"/>
                <a:gd name="connsiteX33" fmla="*/ 340015 w 712982"/>
                <a:gd name="connsiteY33" fmla="*/ 3871199 h 6858000"/>
                <a:gd name="connsiteX34" fmla="*/ 400111 w 712982"/>
                <a:gd name="connsiteY34" fmla="*/ 3767743 h 6858000"/>
                <a:gd name="connsiteX35" fmla="*/ 409694 w 712982"/>
                <a:gd name="connsiteY35" fmla="*/ 3646690 h 6858000"/>
                <a:gd name="connsiteX36" fmla="*/ 428447 w 712982"/>
                <a:gd name="connsiteY36" fmla="*/ 3499752 h 6858000"/>
                <a:gd name="connsiteX37" fmla="*/ 445033 w 712982"/>
                <a:gd name="connsiteY37" fmla="*/ 3437349 h 6858000"/>
                <a:gd name="connsiteX38" fmla="*/ 471431 w 712982"/>
                <a:gd name="connsiteY38" fmla="*/ 3272018 h 6858000"/>
                <a:gd name="connsiteX39" fmla="*/ 495919 w 712982"/>
                <a:gd name="connsiteY39" fmla="*/ 3153432 h 6858000"/>
                <a:gd name="connsiteX40" fmla="*/ 499541 w 712982"/>
                <a:gd name="connsiteY40" fmla="*/ 2985907 h 6858000"/>
                <a:gd name="connsiteX41" fmla="*/ 491640 w 712982"/>
                <a:gd name="connsiteY41" fmla="*/ 2905697 h 6858000"/>
                <a:gd name="connsiteX42" fmla="*/ 586592 w 712982"/>
                <a:gd name="connsiteY42" fmla="*/ 2746325 h 6858000"/>
                <a:gd name="connsiteX43" fmla="*/ 647211 w 712982"/>
                <a:gd name="connsiteY43" fmla="*/ 2620857 h 6858000"/>
                <a:gd name="connsiteX44" fmla="*/ 598120 w 712982"/>
                <a:gd name="connsiteY44" fmla="*/ 2501248 h 6858000"/>
                <a:gd name="connsiteX45" fmla="*/ 560897 w 712982"/>
                <a:gd name="connsiteY45" fmla="*/ 2471368 h 6858000"/>
                <a:gd name="connsiteX46" fmla="*/ 506928 w 712982"/>
                <a:gd name="connsiteY46" fmla="*/ 2272389 h 6858000"/>
                <a:gd name="connsiteX47" fmla="*/ 474122 w 712982"/>
                <a:gd name="connsiteY47" fmla="*/ 1983284 h 6858000"/>
                <a:gd name="connsiteX48" fmla="*/ 349180 w 712982"/>
                <a:gd name="connsiteY48" fmla="*/ 1510207 h 6858000"/>
                <a:gd name="connsiteX49" fmla="*/ 306451 w 712982"/>
                <a:gd name="connsiteY49" fmla="*/ 1430003 h 6858000"/>
                <a:gd name="connsiteX50" fmla="*/ 287747 w 712982"/>
                <a:gd name="connsiteY50" fmla="*/ 1336633 h 6858000"/>
                <a:gd name="connsiteX51" fmla="*/ 304326 w 712982"/>
                <a:gd name="connsiteY51" fmla="*/ 1298229 h 6858000"/>
                <a:gd name="connsiteX52" fmla="*/ 317671 w 712982"/>
                <a:gd name="connsiteY52" fmla="*/ 1136667 h 6858000"/>
                <a:gd name="connsiteX53" fmla="*/ 314959 w 712982"/>
                <a:gd name="connsiteY53" fmla="*/ 1106522 h 6858000"/>
                <a:gd name="connsiteX54" fmla="*/ 290675 w 712982"/>
                <a:gd name="connsiteY54" fmla="*/ 1004980 h 6858000"/>
                <a:gd name="connsiteX55" fmla="*/ 272712 w 712982"/>
                <a:gd name="connsiteY55" fmla="*/ 910357 h 6858000"/>
                <a:gd name="connsiteX56" fmla="*/ 270963 w 712982"/>
                <a:gd name="connsiteY56" fmla="*/ 667028 h 6858000"/>
                <a:gd name="connsiteX57" fmla="*/ 244986 w 712982"/>
                <a:gd name="connsiteY57" fmla="*/ 483131 h 6858000"/>
                <a:gd name="connsiteX58" fmla="*/ 241465 w 712982"/>
                <a:gd name="connsiteY58" fmla="*/ 397465 h 6858000"/>
                <a:gd name="connsiteX59" fmla="*/ 244890 w 712982"/>
                <a:gd name="connsiteY59" fmla="*/ 348507 h 6858000"/>
                <a:gd name="connsiteX60" fmla="*/ 293439 w 712982"/>
                <a:gd name="connsiteY60" fmla="*/ 233141 h 6858000"/>
                <a:gd name="connsiteX61" fmla="*/ 300513 w 712982"/>
                <a:gd name="connsiteY61" fmla="*/ 172069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712982" h="6858000">
                  <a:moveTo>
                    <a:pt x="280560" y="0"/>
                  </a:moveTo>
                  <a:lnTo>
                    <a:pt x="712982" y="0"/>
                  </a:lnTo>
                  <a:lnTo>
                    <a:pt x="712982" y="6858000"/>
                  </a:lnTo>
                  <a:lnTo>
                    <a:pt x="372527" y="6858000"/>
                  </a:lnTo>
                  <a:lnTo>
                    <a:pt x="372901" y="6835810"/>
                  </a:lnTo>
                  <a:cubicBezTo>
                    <a:pt x="343741" y="6729822"/>
                    <a:pt x="373381" y="6623551"/>
                    <a:pt x="363017" y="6518145"/>
                  </a:cubicBezTo>
                  <a:cubicBezTo>
                    <a:pt x="358372" y="6470360"/>
                    <a:pt x="362468" y="6422202"/>
                    <a:pt x="310498" y="6393936"/>
                  </a:cubicBezTo>
                  <a:cubicBezTo>
                    <a:pt x="303659" y="6390296"/>
                    <a:pt x="304819" y="6368800"/>
                    <a:pt x="305420" y="6355564"/>
                  </a:cubicBezTo>
                  <a:cubicBezTo>
                    <a:pt x="306594" y="6326166"/>
                    <a:pt x="314451" y="6296329"/>
                    <a:pt x="311030" y="6267729"/>
                  </a:cubicBezTo>
                  <a:cubicBezTo>
                    <a:pt x="304253" y="6208466"/>
                    <a:pt x="293104" y="6149393"/>
                    <a:pt x="281440" y="6090959"/>
                  </a:cubicBezTo>
                  <a:cubicBezTo>
                    <a:pt x="276978" y="6068911"/>
                    <a:pt x="266829" y="6048361"/>
                    <a:pt x="258928" y="6026981"/>
                  </a:cubicBezTo>
                  <a:cubicBezTo>
                    <a:pt x="254416" y="6015184"/>
                    <a:pt x="244605" y="6003083"/>
                    <a:pt x="245105" y="5991615"/>
                  </a:cubicBezTo>
                  <a:cubicBezTo>
                    <a:pt x="248075" y="5925141"/>
                    <a:pt x="216651" y="5867990"/>
                    <a:pt x="197441" y="5807458"/>
                  </a:cubicBezTo>
                  <a:cubicBezTo>
                    <a:pt x="188523" y="5779456"/>
                    <a:pt x="171697" y="5754078"/>
                    <a:pt x="159115" y="5727356"/>
                  </a:cubicBezTo>
                  <a:cubicBezTo>
                    <a:pt x="155717" y="5720411"/>
                    <a:pt x="152517" y="5712566"/>
                    <a:pt x="152306" y="5705270"/>
                  </a:cubicBezTo>
                  <a:cubicBezTo>
                    <a:pt x="151252" y="5663532"/>
                    <a:pt x="151674" y="5621922"/>
                    <a:pt x="150939" y="5580441"/>
                  </a:cubicBezTo>
                  <a:cubicBezTo>
                    <a:pt x="150326" y="5542748"/>
                    <a:pt x="147369" y="5505023"/>
                    <a:pt x="187956" y="5482729"/>
                  </a:cubicBezTo>
                  <a:cubicBezTo>
                    <a:pt x="194324" y="5479395"/>
                    <a:pt x="198291" y="5470181"/>
                    <a:pt x="201902" y="5463053"/>
                  </a:cubicBezTo>
                  <a:cubicBezTo>
                    <a:pt x="257480" y="5353065"/>
                    <a:pt x="249730" y="5298303"/>
                    <a:pt x="168174" y="5205662"/>
                  </a:cubicBezTo>
                  <a:cubicBezTo>
                    <a:pt x="159805" y="5196040"/>
                    <a:pt x="152161" y="5174340"/>
                    <a:pt x="157186" y="5166766"/>
                  </a:cubicBezTo>
                  <a:cubicBezTo>
                    <a:pt x="198743" y="5102508"/>
                    <a:pt x="186477" y="5038579"/>
                    <a:pt x="163999" y="4972256"/>
                  </a:cubicBezTo>
                  <a:cubicBezTo>
                    <a:pt x="158020" y="4955056"/>
                    <a:pt x="155299" y="4930181"/>
                    <a:pt x="163388" y="4915833"/>
                  </a:cubicBezTo>
                  <a:cubicBezTo>
                    <a:pt x="200708" y="4847649"/>
                    <a:pt x="186907" y="4780374"/>
                    <a:pt x="166361" y="4712964"/>
                  </a:cubicBezTo>
                  <a:cubicBezTo>
                    <a:pt x="163165" y="4702485"/>
                    <a:pt x="150748" y="4690669"/>
                    <a:pt x="140122" y="4687152"/>
                  </a:cubicBezTo>
                  <a:cubicBezTo>
                    <a:pt x="102452" y="4674589"/>
                    <a:pt x="86917" y="4644970"/>
                    <a:pt x="73058" y="4611951"/>
                  </a:cubicBezTo>
                  <a:cubicBezTo>
                    <a:pt x="50686" y="4559957"/>
                    <a:pt x="25516" y="4509149"/>
                    <a:pt x="3979" y="4456771"/>
                  </a:cubicBezTo>
                  <a:cubicBezTo>
                    <a:pt x="-1236" y="4443877"/>
                    <a:pt x="-726" y="4427139"/>
                    <a:pt x="2091" y="4412781"/>
                  </a:cubicBezTo>
                  <a:cubicBezTo>
                    <a:pt x="11653" y="4363733"/>
                    <a:pt x="45382" y="4329603"/>
                    <a:pt x="75905" y="4292897"/>
                  </a:cubicBezTo>
                  <a:cubicBezTo>
                    <a:pt x="89361" y="4276787"/>
                    <a:pt x="97880" y="4255660"/>
                    <a:pt x="104434" y="4235333"/>
                  </a:cubicBezTo>
                  <a:cubicBezTo>
                    <a:pt x="121200" y="4182569"/>
                    <a:pt x="135523" y="4128901"/>
                    <a:pt x="151065" y="4075686"/>
                  </a:cubicBezTo>
                  <a:cubicBezTo>
                    <a:pt x="152552" y="4070549"/>
                    <a:pt x="157315" y="4065932"/>
                    <a:pt x="161243" y="4061695"/>
                  </a:cubicBezTo>
                  <a:cubicBezTo>
                    <a:pt x="202828" y="4019095"/>
                    <a:pt x="244731" y="3976753"/>
                    <a:pt x="286285" y="3933862"/>
                  </a:cubicBezTo>
                  <a:cubicBezTo>
                    <a:pt x="294168" y="3925683"/>
                    <a:pt x="299393" y="3914571"/>
                    <a:pt x="306926" y="3905847"/>
                  </a:cubicBezTo>
                  <a:cubicBezTo>
                    <a:pt x="317292" y="3893589"/>
                    <a:pt x="326766" y="3878502"/>
                    <a:pt x="340015" y="3871199"/>
                  </a:cubicBezTo>
                  <a:cubicBezTo>
                    <a:pt x="381725" y="3848490"/>
                    <a:pt x="396760" y="3812013"/>
                    <a:pt x="400111" y="3767743"/>
                  </a:cubicBezTo>
                  <a:cubicBezTo>
                    <a:pt x="403294" y="3727294"/>
                    <a:pt x="405323" y="3686973"/>
                    <a:pt x="409694" y="3646690"/>
                  </a:cubicBezTo>
                  <a:cubicBezTo>
                    <a:pt x="414852" y="3597538"/>
                    <a:pt x="420910" y="3548579"/>
                    <a:pt x="428447" y="3499752"/>
                  </a:cubicBezTo>
                  <a:cubicBezTo>
                    <a:pt x="431696" y="3478619"/>
                    <a:pt x="435683" y="3456228"/>
                    <a:pt x="445033" y="3437349"/>
                  </a:cubicBezTo>
                  <a:cubicBezTo>
                    <a:pt x="470858" y="3384475"/>
                    <a:pt x="486179" y="3329236"/>
                    <a:pt x="471431" y="3272018"/>
                  </a:cubicBezTo>
                  <a:cubicBezTo>
                    <a:pt x="459682" y="3226180"/>
                    <a:pt x="472474" y="3185267"/>
                    <a:pt x="495919" y="3153432"/>
                  </a:cubicBezTo>
                  <a:cubicBezTo>
                    <a:pt x="538461" y="3095505"/>
                    <a:pt x="521296" y="3040311"/>
                    <a:pt x="499541" y="2985907"/>
                  </a:cubicBezTo>
                  <a:cubicBezTo>
                    <a:pt x="488276" y="2957871"/>
                    <a:pt x="486838" y="2934028"/>
                    <a:pt x="491640" y="2905697"/>
                  </a:cubicBezTo>
                  <a:cubicBezTo>
                    <a:pt x="502898" y="2840071"/>
                    <a:pt x="547705" y="2792141"/>
                    <a:pt x="586592" y="2746325"/>
                  </a:cubicBezTo>
                  <a:cubicBezTo>
                    <a:pt x="619786" y="2707275"/>
                    <a:pt x="636305" y="2665661"/>
                    <a:pt x="647211" y="2620857"/>
                  </a:cubicBezTo>
                  <a:cubicBezTo>
                    <a:pt x="661216" y="2564298"/>
                    <a:pt x="648982" y="2522027"/>
                    <a:pt x="598120" y="2501248"/>
                  </a:cubicBezTo>
                  <a:cubicBezTo>
                    <a:pt x="583733" y="2495506"/>
                    <a:pt x="566431" y="2484521"/>
                    <a:pt x="560897" y="2471368"/>
                  </a:cubicBezTo>
                  <a:cubicBezTo>
                    <a:pt x="533469" y="2407931"/>
                    <a:pt x="496686" y="2344634"/>
                    <a:pt x="506928" y="2272389"/>
                  </a:cubicBezTo>
                  <a:cubicBezTo>
                    <a:pt x="520879" y="2172517"/>
                    <a:pt x="509052" y="2077807"/>
                    <a:pt x="474122" y="1983284"/>
                  </a:cubicBezTo>
                  <a:cubicBezTo>
                    <a:pt x="417537" y="1829959"/>
                    <a:pt x="358639" y="1676886"/>
                    <a:pt x="349180" y="1510207"/>
                  </a:cubicBezTo>
                  <a:cubicBezTo>
                    <a:pt x="347619" y="1482573"/>
                    <a:pt x="326399" y="1451821"/>
                    <a:pt x="306451" y="1430003"/>
                  </a:cubicBezTo>
                  <a:cubicBezTo>
                    <a:pt x="268511" y="1388202"/>
                    <a:pt x="266127" y="1390512"/>
                    <a:pt x="287747" y="1336633"/>
                  </a:cubicBezTo>
                  <a:cubicBezTo>
                    <a:pt x="293070" y="1323756"/>
                    <a:pt x="295470" y="1308272"/>
                    <a:pt x="304326" y="1298229"/>
                  </a:cubicBezTo>
                  <a:cubicBezTo>
                    <a:pt x="349361" y="1247057"/>
                    <a:pt x="331041" y="1191986"/>
                    <a:pt x="317671" y="1136667"/>
                  </a:cubicBezTo>
                  <a:cubicBezTo>
                    <a:pt x="315148" y="1126990"/>
                    <a:pt x="311827" y="1115354"/>
                    <a:pt x="314959" y="1106522"/>
                  </a:cubicBezTo>
                  <a:cubicBezTo>
                    <a:pt x="329032" y="1066641"/>
                    <a:pt x="319157" y="1035231"/>
                    <a:pt x="290675" y="1004980"/>
                  </a:cubicBezTo>
                  <a:cubicBezTo>
                    <a:pt x="266138" y="978690"/>
                    <a:pt x="249805" y="947108"/>
                    <a:pt x="272712" y="910357"/>
                  </a:cubicBezTo>
                  <a:cubicBezTo>
                    <a:pt x="323486" y="828702"/>
                    <a:pt x="317578" y="747981"/>
                    <a:pt x="270963" y="667028"/>
                  </a:cubicBezTo>
                  <a:cubicBezTo>
                    <a:pt x="237707" y="609204"/>
                    <a:pt x="225082" y="549995"/>
                    <a:pt x="244986" y="483131"/>
                  </a:cubicBezTo>
                  <a:cubicBezTo>
                    <a:pt x="252708" y="457408"/>
                    <a:pt x="242285" y="426353"/>
                    <a:pt x="241465" y="397465"/>
                  </a:cubicBezTo>
                  <a:cubicBezTo>
                    <a:pt x="240850" y="381142"/>
                    <a:pt x="239176" y="363176"/>
                    <a:pt x="244890" y="348507"/>
                  </a:cubicBezTo>
                  <a:cubicBezTo>
                    <a:pt x="259350" y="309454"/>
                    <a:pt x="279299" y="272445"/>
                    <a:pt x="293439" y="233141"/>
                  </a:cubicBezTo>
                  <a:cubicBezTo>
                    <a:pt x="300152" y="214256"/>
                    <a:pt x="302437" y="192349"/>
                    <a:pt x="300513" y="172069"/>
                  </a:cubicBezTo>
                  <a:close/>
                </a:path>
              </a:pathLst>
            </a:custGeom>
            <a:solidFill>
              <a:srgbClr val="FFFFFF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AC0AB7ED-D983-4149-A166-B31B71163F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479015" y="0"/>
              <a:ext cx="712985" cy="6858000"/>
            </a:xfrm>
            <a:custGeom>
              <a:avLst/>
              <a:gdLst>
                <a:gd name="connsiteX0" fmla="*/ 280560 w 712985"/>
                <a:gd name="connsiteY0" fmla="*/ 0 h 6858000"/>
                <a:gd name="connsiteX1" fmla="*/ 712985 w 712985"/>
                <a:gd name="connsiteY1" fmla="*/ 0 h 6858000"/>
                <a:gd name="connsiteX2" fmla="*/ 712985 w 712985"/>
                <a:gd name="connsiteY2" fmla="*/ 6858000 h 6858000"/>
                <a:gd name="connsiteX3" fmla="*/ 372527 w 712985"/>
                <a:gd name="connsiteY3" fmla="*/ 6858000 h 6858000"/>
                <a:gd name="connsiteX4" fmla="*/ 372901 w 712985"/>
                <a:gd name="connsiteY4" fmla="*/ 6835810 h 6858000"/>
                <a:gd name="connsiteX5" fmla="*/ 363017 w 712985"/>
                <a:gd name="connsiteY5" fmla="*/ 6518145 h 6858000"/>
                <a:gd name="connsiteX6" fmla="*/ 310498 w 712985"/>
                <a:gd name="connsiteY6" fmla="*/ 6393936 h 6858000"/>
                <a:gd name="connsiteX7" fmla="*/ 305420 w 712985"/>
                <a:gd name="connsiteY7" fmla="*/ 6355564 h 6858000"/>
                <a:gd name="connsiteX8" fmla="*/ 311030 w 712985"/>
                <a:gd name="connsiteY8" fmla="*/ 6267729 h 6858000"/>
                <a:gd name="connsiteX9" fmla="*/ 281440 w 712985"/>
                <a:gd name="connsiteY9" fmla="*/ 6090959 h 6858000"/>
                <a:gd name="connsiteX10" fmla="*/ 258928 w 712985"/>
                <a:gd name="connsiteY10" fmla="*/ 6026981 h 6858000"/>
                <a:gd name="connsiteX11" fmla="*/ 245105 w 712985"/>
                <a:gd name="connsiteY11" fmla="*/ 5991615 h 6858000"/>
                <a:gd name="connsiteX12" fmla="*/ 197441 w 712985"/>
                <a:gd name="connsiteY12" fmla="*/ 5807458 h 6858000"/>
                <a:gd name="connsiteX13" fmla="*/ 159115 w 712985"/>
                <a:gd name="connsiteY13" fmla="*/ 5727356 h 6858000"/>
                <a:gd name="connsiteX14" fmla="*/ 152306 w 712985"/>
                <a:gd name="connsiteY14" fmla="*/ 5705270 h 6858000"/>
                <a:gd name="connsiteX15" fmla="*/ 150939 w 712985"/>
                <a:gd name="connsiteY15" fmla="*/ 5580441 h 6858000"/>
                <a:gd name="connsiteX16" fmla="*/ 187956 w 712985"/>
                <a:gd name="connsiteY16" fmla="*/ 5482729 h 6858000"/>
                <a:gd name="connsiteX17" fmla="*/ 201902 w 712985"/>
                <a:gd name="connsiteY17" fmla="*/ 5463053 h 6858000"/>
                <a:gd name="connsiteX18" fmla="*/ 168174 w 712985"/>
                <a:gd name="connsiteY18" fmla="*/ 5205662 h 6858000"/>
                <a:gd name="connsiteX19" fmla="*/ 157186 w 712985"/>
                <a:gd name="connsiteY19" fmla="*/ 5166766 h 6858000"/>
                <a:gd name="connsiteX20" fmla="*/ 163999 w 712985"/>
                <a:gd name="connsiteY20" fmla="*/ 4972256 h 6858000"/>
                <a:gd name="connsiteX21" fmla="*/ 163388 w 712985"/>
                <a:gd name="connsiteY21" fmla="*/ 4915833 h 6858000"/>
                <a:gd name="connsiteX22" fmla="*/ 166361 w 712985"/>
                <a:gd name="connsiteY22" fmla="*/ 4712964 h 6858000"/>
                <a:gd name="connsiteX23" fmla="*/ 140122 w 712985"/>
                <a:gd name="connsiteY23" fmla="*/ 4687152 h 6858000"/>
                <a:gd name="connsiteX24" fmla="*/ 73058 w 712985"/>
                <a:gd name="connsiteY24" fmla="*/ 4611951 h 6858000"/>
                <a:gd name="connsiteX25" fmla="*/ 3979 w 712985"/>
                <a:gd name="connsiteY25" fmla="*/ 4456771 h 6858000"/>
                <a:gd name="connsiteX26" fmla="*/ 2091 w 712985"/>
                <a:gd name="connsiteY26" fmla="*/ 4412781 h 6858000"/>
                <a:gd name="connsiteX27" fmla="*/ 75905 w 712985"/>
                <a:gd name="connsiteY27" fmla="*/ 4292897 h 6858000"/>
                <a:gd name="connsiteX28" fmla="*/ 104434 w 712985"/>
                <a:gd name="connsiteY28" fmla="*/ 4235333 h 6858000"/>
                <a:gd name="connsiteX29" fmla="*/ 151065 w 712985"/>
                <a:gd name="connsiteY29" fmla="*/ 4075686 h 6858000"/>
                <a:gd name="connsiteX30" fmla="*/ 161243 w 712985"/>
                <a:gd name="connsiteY30" fmla="*/ 4061695 h 6858000"/>
                <a:gd name="connsiteX31" fmla="*/ 286285 w 712985"/>
                <a:gd name="connsiteY31" fmla="*/ 3933862 h 6858000"/>
                <a:gd name="connsiteX32" fmla="*/ 306926 w 712985"/>
                <a:gd name="connsiteY32" fmla="*/ 3905847 h 6858000"/>
                <a:gd name="connsiteX33" fmla="*/ 340015 w 712985"/>
                <a:gd name="connsiteY33" fmla="*/ 3871199 h 6858000"/>
                <a:gd name="connsiteX34" fmla="*/ 400111 w 712985"/>
                <a:gd name="connsiteY34" fmla="*/ 3767743 h 6858000"/>
                <a:gd name="connsiteX35" fmla="*/ 409694 w 712985"/>
                <a:gd name="connsiteY35" fmla="*/ 3646690 h 6858000"/>
                <a:gd name="connsiteX36" fmla="*/ 428447 w 712985"/>
                <a:gd name="connsiteY36" fmla="*/ 3499752 h 6858000"/>
                <a:gd name="connsiteX37" fmla="*/ 445033 w 712985"/>
                <a:gd name="connsiteY37" fmla="*/ 3437349 h 6858000"/>
                <a:gd name="connsiteX38" fmla="*/ 471431 w 712985"/>
                <a:gd name="connsiteY38" fmla="*/ 3272018 h 6858000"/>
                <a:gd name="connsiteX39" fmla="*/ 495919 w 712985"/>
                <a:gd name="connsiteY39" fmla="*/ 3153432 h 6858000"/>
                <a:gd name="connsiteX40" fmla="*/ 499541 w 712985"/>
                <a:gd name="connsiteY40" fmla="*/ 2985907 h 6858000"/>
                <a:gd name="connsiteX41" fmla="*/ 491640 w 712985"/>
                <a:gd name="connsiteY41" fmla="*/ 2905697 h 6858000"/>
                <a:gd name="connsiteX42" fmla="*/ 586592 w 712985"/>
                <a:gd name="connsiteY42" fmla="*/ 2746325 h 6858000"/>
                <a:gd name="connsiteX43" fmla="*/ 647211 w 712985"/>
                <a:gd name="connsiteY43" fmla="*/ 2620857 h 6858000"/>
                <a:gd name="connsiteX44" fmla="*/ 598120 w 712985"/>
                <a:gd name="connsiteY44" fmla="*/ 2501248 h 6858000"/>
                <a:gd name="connsiteX45" fmla="*/ 560897 w 712985"/>
                <a:gd name="connsiteY45" fmla="*/ 2471368 h 6858000"/>
                <a:gd name="connsiteX46" fmla="*/ 506928 w 712985"/>
                <a:gd name="connsiteY46" fmla="*/ 2272389 h 6858000"/>
                <a:gd name="connsiteX47" fmla="*/ 474122 w 712985"/>
                <a:gd name="connsiteY47" fmla="*/ 1983284 h 6858000"/>
                <a:gd name="connsiteX48" fmla="*/ 349180 w 712985"/>
                <a:gd name="connsiteY48" fmla="*/ 1510207 h 6858000"/>
                <a:gd name="connsiteX49" fmla="*/ 306451 w 712985"/>
                <a:gd name="connsiteY49" fmla="*/ 1430003 h 6858000"/>
                <a:gd name="connsiteX50" fmla="*/ 287747 w 712985"/>
                <a:gd name="connsiteY50" fmla="*/ 1336633 h 6858000"/>
                <a:gd name="connsiteX51" fmla="*/ 304326 w 712985"/>
                <a:gd name="connsiteY51" fmla="*/ 1298229 h 6858000"/>
                <a:gd name="connsiteX52" fmla="*/ 317671 w 712985"/>
                <a:gd name="connsiteY52" fmla="*/ 1136667 h 6858000"/>
                <a:gd name="connsiteX53" fmla="*/ 314959 w 712985"/>
                <a:gd name="connsiteY53" fmla="*/ 1106522 h 6858000"/>
                <a:gd name="connsiteX54" fmla="*/ 290675 w 712985"/>
                <a:gd name="connsiteY54" fmla="*/ 1004980 h 6858000"/>
                <a:gd name="connsiteX55" fmla="*/ 272712 w 712985"/>
                <a:gd name="connsiteY55" fmla="*/ 910357 h 6858000"/>
                <a:gd name="connsiteX56" fmla="*/ 270963 w 712985"/>
                <a:gd name="connsiteY56" fmla="*/ 667028 h 6858000"/>
                <a:gd name="connsiteX57" fmla="*/ 244986 w 712985"/>
                <a:gd name="connsiteY57" fmla="*/ 483131 h 6858000"/>
                <a:gd name="connsiteX58" fmla="*/ 241465 w 712985"/>
                <a:gd name="connsiteY58" fmla="*/ 397465 h 6858000"/>
                <a:gd name="connsiteX59" fmla="*/ 244890 w 712985"/>
                <a:gd name="connsiteY59" fmla="*/ 348507 h 6858000"/>
                <a:gd name="connsiteX60" fmla="*/ 293439 w 712985"/>
                <a:gd name="connsiteY60" fmla="*/ 233141 h 6858000"/>
                <a:gd name="connsiteX61" fmla="*/ 300513 w 712985"/>
                <a:gd name="connsiteY61" fmla="*/ 172069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712985" h="6858000">
                  <a:moveTo>
                    <a:pt x="280560" y="0"/>
                  </a:moveTo>
                  <a:lnTo>
                    <a:pt x="712985" y="0"/>
                  </a:lnTo>
                  <a:lnTo>
                    <a:pt x="712985" y="6858000"/>
                  </a:lnTo>
                  <a:lnTo>
                    <a:pt x="372527" y="6858000"/>
                  </a:lnTo>
                  <a:lnTo>
                    <a:pt x="372901" y="6835810"/>
                  </a:lnTo>
                  <a:cubicBezTo>
                    <a:pt x="343741" y="6729822"/>
                    <a:pt x="373381" y="6623551"/>
                    <a:pt x="363017" y="6518145"/>
                  </a:cubicBezTo>
                  <a:cubicBezTo>
                    <a:pt x="358372" y="6470360"/>
                    <a:pt x="362468" y="6422202"/>
                    <a:pt x="310498" y="6393936"/>
                  </a:cubicBezTo>
                  <a:cubicBezTo>
                    <a:pt x="303659" y="6390296"/>
                    <a:pt x="304819" y="6368800"/>
                    <a:pt x="305420" y="6355564"/>
                  </a:cubicBezTo>
                  <a:cubicBezTo>
                    <a:pt x="306594" y="6326166"/>
                    <a:pt x="314451" y="6296329"/>
                    <a:pt x="311030" y="6267729"/>
                  </a:cubicBezTo>
                  <a:cubicBezTo>
                    <a:pt x="304253" y="6208466"/>
                    <a:pt x="293104" y="6149393"/>
                    <a:pt x="281440" y="6090959"/>
                  </a:cubicBezTo>
                  <a:cubicBezTo>
                    <a:pt x="276978" y="6068911"/>
                    <a:pt x="266829" y="6048361"/>
                    <a:pt x="258928" y="6026981"/>
                  </a:cubicBezTo>
                  <a:cubicBezTo>
                    <a:pt x="254416" y="6015184"/>
                    <a:pt x="244605" y="6003083"/>
                    <a:pt x="245105" y="5991615"/>
                  </a:cubicBezTo>
                  <a:cubicBezTo>
                    <a:pt x="248075" y="5925141"/>
                    <a:pt x="216651" y="5867990"/>
                    <a:pt x="197441" y="5807458"/>
                  </a:cubicBezTo>
                  <a:cubicBezTo>
                    <a:pt x="188523" y="5779456"/>
                    <a:pt x="171697" y="5754078"/>
                    <a:pt x="159115" y="5727356"/>
                  </a:cubicBezTo>
                  <a:cubicBezTo>
                    <a:pt x="155717" y="5720411"/>
                    <a:pt x="152517" y="5712566"/>
                    <a:pt x="152306" y="5705270"/>
                  </a:cubicBezTo>
                  <a:cubicBezTo>
                    <a:pt x="151252" y="5663532"/>
                    <a:pt x="151674" y="5621922"/>
                    <a:pt x="150939" y="5580441"/>
                  </a:cubicBezTo>
                  <a:cubicBezTo>
                    <a:pt x="150326" y="5542748"/>
                    <a:pt x="147369" y="5505023"/>
                    <a:pt x="187956" y="5482729"/>
                  </a:cubicBezTo>
                  <a:cubicBezTo>
                    <a:pt x="194324" y="5479395"/>
                    <a:pt x="198291" y="5470181"/>
                    <a:pt x="201902" y="5463053"/>
                  </a:cubicBezTo>
                  <a:cubicBezTo>
                    <a:pt x="257480" y="5353065"/>
                    <a:pt x="249730" y="5298303"/>
                    <a:pt x="168174" y="5205662"/>
                  </a:cubicBezTo>
                  <a:cubicBezTo>
                    <a:pt x="159805" y="5196040"/>
                    <a:pt x="152161" y="5174340"/>
                    <a:pt x="157186" y="5166766"/>
                  </a:cubicBezTo>
                  <a:cubicBezTo>
                    <a:pt x="198743" y="5102508"/>
                    <a:pt x="186477" y="5038579"/>
                    <a:pt x="163999" y="4972256"/>
                  </a:cubicBezTo>
                  <a:cubicBezTo>
                    <a:pt x="158020" y="4955056"/>
                    <a:pt x="155299" y="4930181"/>
                    <a:pt x="163388" y="4915833"/>
                  </a:cubicBezTo>
                  <a:cubicBezTo>
                    <a:pt x="200708" y="4847649"/>
                    <a:pt x="186907" y="4780374"/>
                    <a:pt x="166361" y="4712964"/>
                  </a:cubicBezTo>
                  <a:cubicBezTo>
                    <a:pt x="163165" y="4702485"/>
                    <a:pt x="150748" y="4690669"/>
                    <a:pt x="140122" y="4687152"/>
                  </a:cubicBezTo>
                  <a:cubicBezTo>
                    <a:pt x="102452" y="4674589"/>
                    <a:pt x="86917" y="4644970"/>
                    <a:pt x="73058" y="4611951"/>
                  </a:cubicBezTo>
                  <a:cubicBezTo>
                    <a:pt x="50686" y="4559957"/>
                    <a:pt x="25516" y="4509149"/>
                    <a:pt x="3979" y="4456771"/>
                  </a:cubicBezTo>
                  <a:cubicBezTo>
                    <a:pt x="-1236" y="4443877"/>
                    <a:pt x="-726" y="4427139"/>
                    <a:pt x="2091" y="4412781"/>
                  </a:cubicBezTo>
                  <a:cubicBezTo>
                    <a:pt x="11653" y="4363733"/>
                    <a:pt x="45382" y="4329603"/>
                    <a:pt x="75905" y="4292897"/>
                  </a:cubicBezTo>
                  <a:cubicBezTo>
                    <a:pt x="89361" y="4276787"/>
                    <a:pt x="97880" y="4255660"/>
                    <a:pt x="104434" y="4235333"/>
                  </a:cubicBezTo>
                  <a:cubicBezTo>
                    <a:pt x="121200" y="4182569"/>
                    <a:pt x="135523" y="4128901"/>
                    <a:pt x="151065" y="4075686"/>
                  </a:cubicBezTo>
                  <a:cubicBezTo>
                    <a:pt x="152552" y="4070549"/>
                    <a:pt x="157315" y="4065932"/>
                    <a:pt x="161243" y="4061695"/>
                  </a:cubicBezTo>
                  <a:cubicBezTo>
                    <a:pt x="202828" y="4019095"/>
                    <a:pt x="244731" y="3976753"/>
                    <a:pt x="286285" y="3933862"/>
                  </a:cubicBezTo>
                  <a:cubicBezTo>
                    <a:pt x="294168" y="3925683"/>
                    <a:pt x="299393" y="3914571"/>
                    <a:pt x="306926" y="3905847"/>
                  </a:cubicBezTo>
                  <a:cubicBezTo>
                    <a:pt x="317292" y="3893589"/>
                    <a:pt x="326766" y="3878502"/>
                    <a:pt x="340015" y="3871199"/>
                  </a:cubicBezTo>
                  <a:cubicBezTo>
                    <a:pt x="381725" y="3848490"/>
                    <a:pt x="396760" y="3812013"/>
                    <a:pt x="400111" y="3767743"/>
                  </a:cubicBezTo>
                  <a:cubicBezTo>
                    <a:pt x="403294" y="3727294"/>
                    <a:pt x="405323" y="3686973"/>
                    <a:pt x="409694" y="3646690"/>
                  </a:cubicBezTo>
                  <a:cubicBezTo>
                    <a:pt x="414852" y="3597538"/>
                    <a:pt x="420910" y="3548579"/>
                    <a:pt x="428447" y="3499752"/>
                  </a:cubicBezTo>
                  <a:cubicBezTo>
                    <a:pt x="431696" y="3478619"/>
                    <a:pt x="435683" y="3456228"/>
                    <a:pt x="445033" y="3437349"/>
                  </a:cubicBezTo>
                  <a:cubicBezTo>
                    <a:pt x="470858" y="3384475"/>
                    <a:pt x="486179" y="3329236"/>
                    <a:pt x="471431" y="3272018"/>
                  </a:cubicBezTo>
                  <a:cubicBezTo>
                    <a:pt x="459682" y="3226180"/>
                    <a:pt x="472474" y="3185267"/>
                    <a:pt x="495919" y="3153432"/>
                  </a:cubicBezTo>
                  <a:cubicBezTo>
                    <a:pt x="538461" y="3095505"/>
                    <a:pt x="521296" y="3040311"/>
                    <a:pt x="499541" y="2985907"/>
                  </a:cubicBezTo>
                  <a:cubicBezTo>
                    <a:pt x="488276" y="2957871"/>
                    <a:pt x="486838" y="2934028"/>
                    <a:pt x="491640" y="2905697"/>
                  </a:cubicBezTo>
                  <a:cubicBezTo>
                    <a:pt x="502898" y="2840071"/>
                    <a:pt x="547705" y="2792141"/>
                    <a:pt x="586592" y="2746325"/>
                  </a:cubicBezTo>
                  <a:cubicBezTo>
                    <a:pt x="619786" y="2707275"/>
                    <a:pt x="636305" y="2665661"/>
                    <a:pt x="647211" y="2620857"/>
                  </a:cubicBezTo>
                  <a:cubicBezTo>
                    <a:pt x="661216" y="2564298"/>
                    <a:pt x="648982" y="2522027"/>
                    <a:pt x="598120" y="2501248"/>
                  </a:cubicBezTo>
                  <a:cubicBezTo>
                    <a:pt x="583733" y="2495506"/>
                    <a:pt x="566431" y="2484521"/>
                    <a:pt x="560897" y="2471368"/>
                  </a:cubicBezTo>
                  <a:cubicBezTo>
                    <a:pt x="533469" y="2407931"/>
                    <a:pt x="496686" y="2344634"/>
                    <a:pt x="506928" y="2272389"/>
                  </a:cubicBezTo>
                  <a:cubicBezTo>
                    <a:pt x="520879" y="2172517"/>
                    <a:pt x="509052" y="2077807"/>
                    <a:pt x="474122" y="1983284"/>
                  </a:cubicBezTo>
                  <a:cubicBezTo>
                    <a:pt x="417537" y="1829959"/>
                    <a:pt x="358639" y="1676886"/>
                    <a:pt x="349180" y="1510207"/>
                  </a:cubicBezTo>
                  <a:cubicBezTo>
                    <a:pt x="347619" y="1482573"/>
                    <a:pt x="326399" y="1451821"/>
                    <a:pt x="306451" y="1430003"/>
                  </a:cubicBezTo>
                  <a:cubicBezTo>
                    <a:pt x="268511" y="1388202"/>
                    <a:pt x="266127" y="1390512"/>
                    <a:pt x="287747" y="1336633"/>
                  </a:cubicBezTo>
                  <a:cubicBezTo>
                    <a:pt x="293070" y="1323756"/>
                    <a:pt x="295470" y="1308272"/>
                    <a:pt x="304326" y="1298229"/>
                  </a:cubicBezTo>
                  <a:cubicBezTo>
                    <a:pt x="349361" y="1247057"/>
                    <a:pt x="331041" y="1191986"/>
                    <a:pt x="317671" y="1136667"/>
                  </a:cubicBezTo>
                  <a:cubicBezTo>
                    <a:pt x="315148" y="1126990"/>
                    <a:pt x="311827" y="1115354"/>
                    <a:pt x="314959" y="1106522"/>
                  </a:cubicBezTo>
                  <a:cubicBezTo>
                    <a:pt x="329032" y="1066641"/>
                    <a:pt x="319157" y="1035231"/>
                    <a:pt x="290675" y="1004980"/>
                  </a:cubicBezTo>
                  <a:cubicBezTo>
                    <a:pt x="266138" y="978690"/>
                    <a:pt x="249805" y="947108"/>
                    <a:pt x="272712" y="910357"/>
                  </a:cubicBezTo>
                  <a:cubicBezTo>
                    <a:pt x="323486" y="828702"/>
                    <a:pt x="317578" y="747981"/>
                    <a:pt x="270963" y="667028"/>
                  </a:cubicBezTo>
                  <a:cubicBezTo>
                    <a:pt x="237707" y="609204"/>
                    <a:pt x="225082" y="549995"/>
                    <a:pt x="244986" y="483131"/>
                  </a:cubicBezTo>
                  <a:cubicBezTo>
                    <a:pt x="252708" y="457408"/>
                    <a:pt x="242285" y="426353"/>
                    <a:pt x="241465" y="397465"/>
                  </a:cubicBezTo>
                  <a:cubicBezTo>
                    <a:pt x="240850" y="381142"/>
                    <a:pt x="239176" y="363176"/>
                    <a:pt x="244890" y="348507"/>
                  </a:cubicBezTo>
                  <a:cubicBezTo>
                    <a:pt x="259350" y="309454"/>
                    <a:pt x="279299" y="272445"/>
                    <a:pt x="293439" y="233141"/>
                  </a:cubicBezTo>
                  <a:cubicBezTo>
                    <a:pt x="300152" y="214256"/>
                    <a:pt x="302437" y="192349"/>
                    <a:pt x="300513" y="172069"/>
                  </a:cubicBezTo>
                  <a:close/>
                </a:path>
              </a:pathLst>
            </a:custGeom>
            <a:blipFill>
              <a:blip r:embed="rId2">
                <a:alphaModFix amt="57000"/>
              </a:blip>
              <a:tile tx="0" ty="0" sx="100000" sy="100000" flip="none" algn="tl"/>
            </a:blip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0296397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Bildobjekt 3">
            <a:extLst>
              <a:ext uri="{FF2B5EF4-FFF2-40B4-BE49-F238E27FC236}">
                <a16:creationId xmlns:a16="http://schemas.microsoft.com/office/drawing/2014/main" id="{A3CE01E2-8A1D-95DB-5338-43D0DF6758E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951" t="8824" r="2918" b="2941"/>
          <a:stretch>
            <a:fillRect/>
          </a:stretch>
        </p:blipFill>
        <p:spPr>
          <a:xfrm>
            <a:off x="20" y="210458"/>
            <a:ext cx="12193960" cy="6431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53591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8A8EAB8-D2FF-444D-B34B-7D32F106AD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D341C6C5-E2AD-0695-07F9-A4C08ACC2C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4141" y="1450655"/>
            <a:ext cx="3932030" cy="3956690"/>
          </a:xfrm>
        </p:spPr>
        <p:txBody>
          <a:bodyPr anchor="ctr">
            <a:normAutofit/>
          </a:bodyPr>
          <a:lstStyle/>
          <a:p>
            <a:r>
              <a:rPr lang="sv-SE" sz="8000">
                <a:solidFill>
                  <a:schemeClr val="bg1"/>
                </a:solidFill>
                <a:ea typeface="+mj-lt"/>
                <a:cs typeface="+mj-lt"/>
              </a:rPr>
              <a:t>Exempel – outputs: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67633D1-6EE6-4118-B9F0-B363477BEE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014141" y="1450655"/>
            <a:ext cx="393203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AD7FFC6-42A9-49CB-B5E9-B3F6B03833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014141" y="5408571"/>
            <a:ext cx="393203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49AEC3B8-97B8-871C-B291-1818465BCF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29201" y="92061"/>
            <a:ext cx="7031936" cy="6633854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sv-SE" sz="1200" dirty="0">
                <a:solidFill>
                  <a:schemeClr val="bg1"/>
                </a:solidFill>
                <a:ea typeface="+mn-lt"/>
                <a:cs typeface="+mn-lt"/>
              </a:rPr>
              <a:t>hcl</a:t>
            </a:r>
          </a:p>
          <a:p>
            <a:r>
              <a:rPr lang="sv-SE" sz="1400" i="1" dirty="0">
                <a:solidFill>
                  <a:srgbClr val="A0A1A7"/>
                </a:solidFill>
                <a:latin typeface="Consolas"/>
              </a:rPr>
              <a:t># main.tf</a:t>
            </a:r>
            <a:r>
              <a:rPr lang="sv-SE" sz="1400" dirty="0">
                <a:solidFill>
                  <a:srgbClr val="0F1115"/>
                </a:solidFill>
                <a:latin typeface="Consolas"/>
              </a:rPr>
              <a:t>
</a:t>
            </a:r>
            <a:r>
              <a:rPr lang="sv-SE" sz="1400" dirty="0">
                <a:solidFill>
                  <a:srgbClr val="A626A4"/>
                </a:solidFill>
                <a:latin typeface="Consolas"/>
              </a:rPr>
              <a:t>resource </a:t>
            </a:r>
            <a:r>
              <a:rPr lang="sv-SE" sz="1400" dirty="0">
                <a:solidFill>
                  <a:srgbClr val="4078F2"/>
                </a:solidFill>
                <a:latin typeface="Consolas"/>
              </a:rPr>
              <a:t>"local_file"</a:t>
            </a:r>
            <a:r>
              <a:rPr lang="sv-SE" sz="1400" dirty="0">
                <a:solidFill>
                  <a:srgbClr val="0F1115"/>
                </a:solidFill>
                <a:latin typeface="Consolas"/>
              </a:rPr>
              <a:t> </a:t>
            </a:r>
            <a:r>
              <a:rPr lang="sv-SE" sz="1400" dirty="0">
                <a:solidFill>
                  <a:srgbClr val="50A14F"/>
                </a:solidFill>
                <a:latin typeface="Consolas"/>
              </a:rPr>
              <a:t>"hello"</a:t>
            </a:r>
            <a:r>
              <a:rPr lang="sv-SE" sz="1400" dirty="0">
                <a:solidFill>
                  <a:srgbClr val="0F1115"/>
                </a:solidFill>
                <a:latin typeface="Consolas"/>
              </a:rPr>
              <a:t> </a:t>
            </a:r>
            <a:r>
              <a:rPr lang="sv-SE" sz="1400" dirty="0">
                <a:solidFill>
                  <a:srgbClr val="383A42"/>
                </a:solidFill>
                <a:latin typeface="Consolas"/>
              </a:rPr>
              <a:t>{</a:t>
            </a:r>
            <a:r>
              <a:rPr lang="sv-SE" sz="1400" dirty="0">
                <a:solidFill>
                  <a:srgbClr val="0F1115"/>
                </a:solidFill>
                <a:latin typeface="Consolas"/>
              </a:rPr>
              <a:t>
  </a:t>
            </a:r>
            <a:r>
              <a:rPr lang="sv-SE" sz="1400" dirty="0">
                <a:solidFill>
                  <a:srgbClr val="E45649"/>
                </a:solidFill>
                <a:latin typeface="Consolas"/>
              </a:rPr>
              <a:t>filename</a:t>
            </a:r>
            <a:r>
              <a:rPr lang="sv-SE" sz="1400" dirty="0">
                <a:solidFill>
                  <a:srgbClr val="0F1115"/>
                </a:solidFill>
                <a:latin typeface="Consolas"/>
              </a:rPr>
              <a:t> </a:t>
            </a:r>
            <a:r>
              <a:rPr lang="sv-SE" sz="1400" dirty="0">
                <a:solidFill>
                  <a:srgbClr val="383A42"/>
                </a:solidFill>
                <a:latin typeface="Consolas"/>
              </a:rPr>
              <a:t>=</a:t>
            </a:r>
            <a:r>
              <a:rPr lang="sv-SE" sz="1400" dirty="0">
                <a:solidFill>
                  <a:srgbClr val="0F1115"/>
                </a:solidFill>
                <a:latin typeface="Consolas"/>
              </a:rPr>
              <a:t> </a:t>
            </a:r>
            <a:r>
              <a:rPr lang="sv-SE" sz="1400" dirty="0">
                <a:solidFill>
                  <a:srgbClr val="50A14F"/>
                </a:solidFill>
                <a:latin typeface="Consolas"/>
              </a:rPr>
              <a:t>"C:/temp/hello.txt"</a:t>
            </a:r>
            <a:r>
              <a:rPr lang="sv-SE" sz="1400" dirty="0">
                <a:solidFill>
                  <a:srgbClr val="0F1115"/>
                </a:solidFill>
                <a:latin typeface="Consolas"/>
              </a:rPr>
              <a:t>
  </a:t>
            </a:r>
            <a:r>
              <a:rPr lang="sv-SE" sz="1400" dirty="0">
                <a:solidFill>
                  <a:srgbClr val="E45649"/>
                </a:solidFill>
                <a:latin typeface="Consolas"/>
              </a:rPr>
              <a:t>content</a:t>
            </a:r>
            <a:r>
              <a:rPr lang="sv-SE" sz="1400" dirty="0">
                <a:solidFill>
                  <a:srgbClr val="0F1115"/>
                </a:solidFill>
                <a:latin typeface="Consolas"/>
              </a:rPr>
              <a:t>  </a:t>
            </a:r>
            <a:r>
              <a:rPr lang="sv-SE" sz="1400" dirty="0">
                <a:solidFill>
                  <a:srgbClr val="383A42"/>
                </a:solidFill>
                <a:latin typeface="Consolas"/>
              </a:rPr>
              <a:t>=</a:t>
            </a:r>
            <a:r>
              <a:rPr lang="sv-SE" sz="1400" dirty="0">
                <a:solidFill>
                  <a:srgbClr val="0F1115"/>
                </a:solidFill>
                <a:latin typeface="Consolas"/>
              </a:rPr>
              <a:t> </a:t>
            </a:r>
            <a:r>
              <a:rPr lang="sv-SE" sz="1400" dirty="0">
                <a:solidFill>
                  <a:srgbClr val="50A14F"/>
                </a:solidFill>
                <a:latin typeface="Consolas"/>
              </a:rPr>
              <a:t>"Hej världen!"</a:t>
            </a:r>
            <a:r>
              <a:rPr lang="sv-SE" sz="1400" dirty="0">
                <a:solidFill>
                  <a:srgbClr val="0F1115"/>
                </a:solidFill>
                <a:latin typeface="Consolas"/>
              </a:rPr>
              <a:t>
</a:t>
            </a:r>
            <a:r>
              <a:rPr lang="sv-SE" sz="1400" dirty="0">
                <a:solidFill>
                  <a:srgbClr val="383A42"/>
                </a:solidFill>
                <a:latin typeface="Consolas"/>
              </a:rPr>
              <a:t>}</a:t>
            </a:r>
            <a:r>
              <a:rPr lang="sv-SE" sz="1400" dirty="0">
                <a:solidFill>
                  <a:srgbClr val="0F1115"/>
                </a:solidFill>
                <a:latin typeface="Consolas"/>
              </a:rPr>
              <a:t>
</a:t>
            </a:r>
            <a:r>
              <a:rPr lang="sv-SE" sz="1400" i="1" dirty="0">
                <a:solidFill>
                  <a:srgbClr val="A0A1A7"/>
                </a:solidFill>
                <a:latin typeface="Consolas"/>
              </a:rPr>
              <a:t># outputs.tf</a:t>
            </a:r>
            <a:r>
              <a:rPr lang="sv-SE" sz="1400" dirty="0">
                <a:solidFill>
                  <a:srgbClr val="0F1115"/>
                </a:solidFill>
                <a:latin typeface="Consolas"/>
              </a:rPr>
              <a:t>
</a:t>
            </a:r>
            <a:r>
              <a:rPr lang="sv-SE" sz="1400" dirty="0">
                <a:solidFill>
                  <a:srgbClr val="A626A4"/>
                </a:solidFill>
                <a:latin typeface="Consolas"/>
              </a:rPr>
              <a:t>output</a:t>
            </a:r>
            <a:r>
              <a:rPr lang="sv-SE" sz="1400" dirty="0">
                <a:solidFill>
                  <a:srgbClr val="4078F2"/>
                </a:solidFill>
                <a:latin typeface="Consolas"/>
              </a:rPr>
              <a:t> "file_path" </a:t>
            </a:r>
            <a:r>
              <a:rPr lang="sv-SE" sz="1400" dirty="0">
                <a:solidFill>
                  <a:srgbClr val="383A42"/>
                </a:solidFill>
                <a:latin typeface="Consolas"/>
              </a:rPr>
              <a:t>{</a:t>
            </a:r>
            <a:r>
              <a:rPr lang="sv-SE" sz="1400" dirty="0">
                <a:solidFill>
                  <a:srgbClr val="0F1115"/>
                </a:solidFill>
                <a:latin typeface="Consolas"/>
              </a:rPr>
              <a:t>
  </a:t>
            </a:r>
            <a:r>
              <a:rPr lang="sv-SE" sz="1400" dirty="0">
                <a:solidFill>
                  <a:srgbClr val="E45649"/>
                </a:solidFill>
                <a:latin typeface="Consolas"/>
              </a:rPr>
              <a:t>description</a:t>
            </a:r>
            <a:r>
              <a:rPr lang="sv-SE" sz="1400" dirty="0">
                <a:solidFill>
                  <a:srgbClr val="0F1115"/>
                </a:solidFill>
                <a:latin typeface="Consolas"/>
              </a:rPr>
              <a:t> </a:t>
            </a:r>
            <a:r>
              <a:rPr lang="sv-SE" sz="1400" dirty="0">
                <a:solidFill>
                  <a:srgbClr val="383A42"/>
                </a:solidFill>
                <a:latin typeface="Consolas"/>
              </a:rPr>
              <a:t>=</a:t>
            </a:r>
            <a:r>
              <a:rPr lang="sv-SE" sz="1400" dirty="0">
                <a:solidFill>
                  <a:srgbClr val="0F1115"/>
                </a:solidFill>
                <a:latin typeface="Consolas"/>
              </a:rPr>
              <a:t> </a:t>
            </a:r>
            <a:r>
              <a:rPr lang="sv-SE" sz="1400" dirty="0">
                <a:solidFill>
                  <a:srgbClr val="50A14F"/>
                </a:solidFill>
                <a:latin typeface="Consolas"/>
              </a:rPr>
              <a:t>"Sökväg till den skapade filen"</a:t>
            </a:r>
            <a:r>
              <a:rPr lang="sv-SE" sz="1400" dirty="0">
                <a:solidFill>
                  <a:srgbClr val="0F1115"/>
                </a:solidFill>
                <a:latin typeface="Consolas"/>
              </a:rPr>
              <a:t>
  </a:t>
            </a:r>
            <a:r>
              <a:rPr lang="sv-SE" sz="1400" dirty="0">
                <a:solidFill>
                  <a:srgbClr val="E45649"/>
                </a:solidFill>
                <a:latin typeface="Consolas"/>
              </a:rPr>
              <a:t>value</a:t>
            </a:r>
            <a:r>
              <a:rPr lang="sv-SE" sz="1400" dirty="0">
                <a:solidFill>
                  <a:srgbClr val="0F1115"/>
                </a:solidFill>
                <a:latin typeface="Consolas"/>
              </a:rPr>
              <a:t>       </a:t>
            </a:r>
            <a:r>
              <a:rPr lang="sv-SE" sz="1400" dirty="0">
                <a:solidFill>
                  <a:srgbClr val="383A42"/>
                </a:solidFill>
                <a:latin typeface="Consolas"/>
              </a:rPr>
              <a:t>=</a:t>
            </a:r>
            <a:r>
              <a:rPr lang="sv-SE" sz="1400" dirty="0">
                <a:solidFill>
                  <a:srgbClr val="0F1115"/>
                </a:solidFill>
                <a:latin typeface="Consolas"/>
              </a:rPr>
              <a:t> local_file.hello.filename
</a:t>
            </a:r>
            <a:r>
              <a:rPr lang="sv-SE" sz="1400" dirty="0">
                <a:solidFill>
                  <a:srgbClr val="383A42"/>
                </a:solidFill>
                <a:latin typeface="Consolas"/>
              </a:rPr>
              <a:t>}</a:t>
            </a:r>
            <a:r>
              <a:rPr lang="sv-SE" sz="1400" dirty="0">
                <a:solidFill>
                  <a:srgbClr val="0F1115"/>
                </a:solidFill>
                <a:latin typeface="Consolas"/>
              </a:rPr>
              <a:t>
</a:t>
            </a:r>
            <a:r>
              <a:rPr lang="sv-SE" sz="1400" dirty="0">
                <a:solidFill>
                  <a:srgbClr val="A626A4"/>
                </a:solidFill>
                <a:latin typeface="Consolas"/>
              </a:rPr>
              <a:t>output</a:t>
            </a:r>
            <a:r>
              <a:rPr lang="sv-SE" sz="1400" dirty="0">
                <a:solidFill>
                  <a:srgbClr val="4078F2"/>
                </a:solidFill>
                <a:latin typeface="Consolas"/>
              </a:rPr>
              <a:t> "file_content" </a:t>
            </a:r>
            <a:r>
              <a:rPr lang="sv-SE" sz="1400" dirty="0">
                <a:solidFill>
                  <a:srgbClr val="383A42"/>
                </a:solidFill>
                <a:latin typeface="Consolas"/>
              </a:rPr>
              <a:t>{</a:t>
            </a:r>
            <a:r>
              <a:rPr lang="sv-SE" sz="1400" dirty="0">
                <a:solidFill>
                  <a:srgbClr val="0F1115"/>
                </a:solidFill>
                <a:latin typeface="Consolas"/>
              </a:rPr>
              <a:t>
  </a:t>
            </a:r>
            <a:r>
              <a:rPr lang="sv-SE" sz="1400" dirty="0">
                <a:solidFill>
                  <a:srgbClr val="E45649"/>
                </a:solidFill>
                <a:latin typeface="Consolas"/>
              </a:rPr>
              <a:t>description</a:t>
            </a:r>
            <a:r>
              <a:rPr lang="sv-SE" sz="1400" dirty="0">
                <a:solidFill>
                  <a:srgbClr val="0F1115"/>
                </a:solidFill>
                <a:latin typeface="Consolas"/>
              </a:rPr>
              <a:t> </a:t>
            </a:r>
            <a:r>
              <a:rPr lang="sv-SE" sz="1400" dirty="0">
                <a:solidFill>
                  <a:srgbClr val="383A42"/>
                </a:solidFill>
                <a:latin typeface="Consolas"/>
              </a:rPr>
              <a:t>=</a:t>
            </a:r>
            <a:r>
              <a:rPr lang="sv-SE" sz="1400" dirty="0">
                <a:solidFill>
                  <a:srgbClr val="0F1115"/>
                </a:solidFill>
                <a:latin typeface="Consolas"/>
              </a:rPr>
              <a:t> </a:t>
            </a:r>
            <a:r>
              <a:rPr lang="sv-SE" sz="1400" dirty="0">
                <a:solidFill>
                  <a:srgbClr val="50A14F"/>
                </a:solidFill>
                <a:latin typeface="Consolas"/>
              </a:rPr>
              <a:t>"Innehållet i filen"</a:t>
            </a:r>
            <a:r>
              <a:rPr lang="sv-SE" sz="1400" dirty="0">
                <a:solidFill>
                  <a:srgbClr val="0F1115"/>
                </a:solidFill>
                <a:latin typeface="Consolas"/>
              </a:rPr>
              <a:t>
  </a:t>
            </a:r>
            <a:r>
              <a:rPr lang="sv-SE" sz="1400" dirty="0">
                <a:solidFill>
                  <a:srgbClr val="E45649"/>
                </a:solidFill>
                <a:latin typeface="Consolas"/>
              </a:rPr>
              <a:t>value</a:t>
            </a:r>
            <a:r>
              <a:rPr lang="sv-SE" sz="1400" dirty="0">
                <a:solidFill>
                  <a:srgbClr val="0F1115"/>
                </a:solidFill>
                <a:latin typeface="Consolas"/>
              </a:rPr>
              <a:t>       </a:t>
            </a:r>
            <a:r>
              <a:rPr lang="sv-SE" sz="1400" dirty="0">
                <a:solidFill>
                  <a:srgbClr val="383A42"/>
                </a:solidFill>
                <a:latin typeface="Consolas"/>
              </a:rPr>
              <a:t>=</a:t>
            </a:r>
            <a:r>
              <a:rPr lang="sv-SE" sz="1400" dirty="0">
                <a:solidFill>
                  <a:srgbClr val="0F1115"/>
                </a:solidFill>
                <a:latin typeface="Consolas"/>
              </a:rPr>
              <a:t> local_file.hello.content
</a:t>
            </a:r>
            <a:r>
              <a:rPr lang="sv-SE" sz="1400" dirty="0">
                <a:solidFill>
                  <a:srgbClr val="383A42"/>
                </a:solidFill>
                <a:latin typeface="Consolas"/>
              </a:rPr>
              <a:t>}</a:t>
            </a:r>
            <a:r>
              <a:rPr lang="sv-SE" sz="1400" dirty="0">
                <a:solidFill>
                  <a:srgbClr val="0F1115"/>
                </a:solidFill>
                <a:latin typeface="Consolas"/>
              </a:rPr>
              <a:t>
</a:t>
            </a:r>
            <a:r>
              <a:rPr lang="sv-SE" sz="1400" dirty="0">
                <a:solidFill>
                  <a:srgbClr val="A626A4"/>
                </a:solidFill>
                <a:latin typeface="Consolas"/>
              </a:rPr>
              <a:t>output</a:t>
            </a:r>
            <a:r>
              <a:rPr lang="sv-SE" sz="1400" dirty="0">
                <a:solidFill>
                  <a:srgbClr val="4078F2"/>
                </a:solidFill>
                <a:latin typeface="Consolas"/>
              </a:rPr>
              <a:t> "sensitive_password" </a:t>
            </a:r>
            <a:r>
              <a:rPr lang="sv-SE" sz="1400" dirty="0">
                <a:solidFill>
                  <a:srgbClr val="383A42"/>
                </a:solidFill>
                <a:latin typeface="Consolas"/>
              </a:rPr>
              <a:t>{</a:t>
            </a:r>
            <a:r>
              <a:rPr lang="sv-SE" sz="1400" dirty="0">
                <a:solidFill>
                  <a:srgbClr val="0F1115"/>
                </a:solidFill>
                <a:latin typeface="Consolas"/>
              </a:rPr>
              <a:t>
  </a:t>
            </a:r>
            <a:r>
              <a:rPr lang="sv-SE" sz="1400" dirty="0">
                <a:solidFill>
                  <a:srgbClr val="E45649"/>
                </a:solidFill>
                <a:latin typeface="Consolas"/>
              </a:rPr>
              <a:t>description</a:t>
            </a:r>
            <a:r>
              <a:rPr lang="sv-SE" sz="1400" dirty="0">
                <a:solidFill>
                  <a:srgbClr val="0F1115"/>
                </a:solidFill>
                <a:latin typeface="Consolas"/>
              </a:rPr>
              <a:t> </a:t>
            </a:r>
            <a:r>
              <a:rPr lang="sv-SE" sz="1400" dirty="0">
                <a:solidFill>
                  <a:srgbClr val="383A42"/>
                </a:solidFill>
                <a:latin typeface="Consolas"/>
              </a:rPr>
              <a:t>=</a:t>
            </a:r>
            <a:r>
              <a:rPr lang="sv-SE" sz="1400" dirty="0">
                <a:solidFill>
                  <a:srgbClr val="0F1115"/>
                </a:solidFill>
                <a:latin typeface="Consolas"/>
              </a:rPr>
              <a:t> </a:t>
            </a:r>
            <a:r>
              <a:rPr lang="sv-SE" sz="1400" dirty="0">
                <a:solidFill>
                  <a:srgbClr val="50A14F"/>
                </a:solidFill>
                <a:latin typeface="Consolas"/>
              </a:rPr>
              <a:t>"Databaslösenord"</a:t>
            </a:r>
            <a:r>
              <a:rPr lang="sv-SE" sz="1400" dirty="0">
                <a:solidFill>
                  <a:srgbClr val="0F1115"/>
                </a:solidFill>
                <a:latin typeface="Consolas"/>
              </a:rPr>
              <a:t>
  </a:t>
            </a:r>
            <a:r>
              <a:rPr lang="sv-SE" sz="1400" dirty="0">
                <a:solidFill>
                  <a:srgbClr val="E45649"/>
                </a:solidFill>
                <a:latin typeface="Consolas"/>
              </a:rPr>
              <a:t>value</a:t>
            </a:r>
            <a:r>
              <a:rPr lang="sv-SE" sz="1400" dirty="0">
                <a:solidFill>
                  <a:srgbClr val="0F1115"/>
                </a:solidFill>
                <a:latin typeface="Consolas"/>
              </a:rPr>
              <a:t>       </a:t>
            </a:r>
            <a:r>
              <a:rPr lang="sv-SE" sz="1400" dirty="0">
                <a:solidFill>
                  <a:srgbClr val="383A42"/>
                </a:solidFill>
                <a:latin typeface="Consolas"/>
              </a:rPr>
              <a:t>=</a:t>
            </a:r>
            <a:r>
              <a:rPr lang="sv-SE" sz="1400" dirty="0">
                <a:solidFill>
                  <a:srgbClr val="0F1115"/>
                </a:solidFill>
                <a:latin typeface="Consolas"/>
              </a:rPr>
              <a:t> var.db_password
  </a:t>
            </a:r>
            <a:r>
              <a:rPr lang="sv-SE" sz="1400" dirty="0">
                <a:solidFill>
                  <a:srgbClr val="E45649"/>
                </a:solidFill>
                <a:latin typeface="Consolas"/>
              </a:rPr>
              <a:t>sensitive</a:t>
            </a:r>
            <a:r>
              <a:rPr lang="sv-SE" sz="1400" dirty="0">
                <a:solidFill>
                  <a:srgbClr val="0F1115"/>
                </a:solidFill>
                <a:latin typeface="Consolas"/>
              </a:rPr>
              <a:t>   </a:t>
            </a:r>
            <a:r>
              <a:rPr lang="sv-SE" sz="1400" dirty="0">
                <a:solidFill>
                  <a:srgbClr val="383A42"/>
                </a:solidFill>
                <a:latin typeface="Consolas"/>
              </a:rPr>
              <a:t>=</a:t>
            </a:r>
            <a:r>
              <a:rPr lang="sv-SE" sz="1400" dirty="0">
                <a:solidFill>
                  <a:srgbClr val="0F1115"/>
                </a:solidFill>
                <a:latin typeface="Consolas"/>
              </a:rPr>
              <a:t> </a:t>
            </a:r>
            <a:r>
              <a:rPr lang="sv-SE" sz="1400" dirty="0">
                <a:solidFill>
                  <a:srgbClr val="B76B01"/>
                </a:solidFill>
                <a:latin typeface="Consolas"/>
              </a:rPr>
              <a:t>true</a:t>
            </a:r>
            <a:r>
              <a:rPr lang="sv-SE" sz="1400" dirty="0">
                <a:solidFill>
                  <a:srgbClr val="0F1115"/>
                </a:solidFill>
                <a:latin typeface="Consolas"/>
              </a:rPr>
              <a:t>   </a:t>
            </a:r>
            <a:r>
              <a:rPr lang="sv-SE" sz="1400" i="1" dirty="0">
                <a:solidFill>
                  <a:srgbClr val="A0A1A7"/>
                </a:solidFill>
                <a:latin typeface="Consolas"/>
              </a:rPr>
              <a:t># Döljs i loggar!</a:t>
            </a:r>
            <a:r>
              <a:rPr lang="sv-SE" sz="1400" dirty="0">
                <a:solidFill>
                  <a:srgbClr val="0F1115"/>
                </a:solidFill>
                <a:latin typeface="Consolas"/>
              </a:rPr>
              <a:t>
</a:t>
            </a:r>
            <a:r>
              <a:rPr lang="sv-SE" sz="1400" dirty="0">
                <a:solidFill>
                  <a:srgbClr val="383A42"/>
                </a:solidFill>
                <a:latin typeface="Consolas"/>
              </a:rPr>
              <a:t>}</a:t>
            </a:r>
            <a:endParaRPr lang="sv-SE" sz="1400" dirty="0">
              <a:solidFill>
                <a:srgbClr val="383A4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207510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8A8EAB8-D2FF-444D-B34B-7D32F106AD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04EC72F0-C170-7291-D1C2-06A654D097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4141" y="1450655"/>
            <a:ext cx="3932030" cy="3956690"/>
          </a:xfrm>
        </p:spPr>
        <p:txBody>
          <a:bodyPr anchor="ctr">
            <a:normAutofit/>
          </a:bodyPr>
          <a:lstStyle/>
          <a:p>
            <a:r>
              <a:rPr lang="sv-SE" sz="5600" b="1">
                <a:solidFill>
                  <a:schemeClr val="bg1"/>
                </a:solidFill>
                <a:ea typeface="+mj-lt"/>
                <a:cs typeface="+mj-lt"/>
              </a:rPr>
              <a:t>Hämta outputs efter </a:t>
            </a:r>
            <a:r>
              <a:rPr lang="sv-SE" sz="5600">
                <a:solidFill>
                  <a:schemeClr val="bg1"/>
                </a:solidFill>
                <a:latin typeface="Consolas"/>
                <a:ea typeface="+mj-lt"/>
                <a:cs typeface="+mj-lt"/>
              </a:rPr>
              <a:t>apply</a:t>
            </a:r>
            <a:r>
              <a:rPr lang="sv-SE" sz="5600" b="1">
                <a:solidFill>
                  <a:schemeClr val="bg1"/>
                </a:solidFill>
                <a:ea typeface="+mj-lt"/>
                <a:cs typeface="+mj-lt"/>
              </a:rPr>
              <a:t>:</a:t>
            </a:r>
            <a:endParaRPr lang="sv-SE" sz="5600">
              <a:solidFill>
                <a:schemeClr val="bg1"/>
              </a:solidFill>
              <a:ea typeface="+mj-lt"/>
              <a:cs typeface="+mj-lt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67633D1-6EE6-4118-B9F0-B363477BEE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014141" y="1450655"/>
            <a:ext cx="393203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AD7FFC6-42A9-49CB-B5E9-B3F6B03833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014141" y="5408571"/>
            <a:ext cx="393203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64581C5E-0912-6A2C-E599-5CB578290C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43223" y="233173"/>
            <a:ext cx="6250677" cy="640641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sv-SE" sz="2400" b="1">
                <a:solidFill>
                  <a:schemeClr val="bg1"/>
                </a:solidFill>
                <a:ea typeface="+mn-lt"/>
                <a:cs typeface="+mn-lt"/>
              </a:rPr>
              <a:t>Viktigt att veta:</a:t>
            </a:r>
            <a:r>
              <a:rPr lang="sv-SE" sz="2400">
                <a:solidFill>
                  <a:schemeClr val="bg1"/>
                </a:solidFill>
                <a:ea typeface="+mn-lt"/>
                <a:cs typeface="+mn-lt"/>
              </a:rPr>
              <a:t> Enligt Scalr visas outputs efter </a:t>
            </a:r>
            <a:r>
              <a:rPr lang="sv-SE" sz="2400">
                <a:solidFill>
                  <a:schemeClr val="bg1"/>
                </a:solidFill>
                <a:latin typeface="Consolas"/>
              </a:rPr>
              <a:t>terraform apply</a:t>
            </a:r>
            <a:r>
              <a:rPr lang="sv-SE" sz="2400">
                <a:solidFill>
                  <a:schemeClr val="bg1"/>
                </a:solidFill>
                <a:ea typeface="+mn-lt"/>
                <a:cs typeface="+mn-lt"/>
              </a:rPr>
              <a:t>. Du kan fråga dem senare med </a:t>
            </a:r>
            <a:r>
              <a:rPr lang="sv-SE" sz="2400">
                <a:solidFill>
                  <a:schemeClr val="bg1"/>
                </a:solidFill>
                <a:latin typeface="Consolas"/>
              </a:rPr>
              <a:t>terraform output</a:t>
            </a:r>
            <a:r>
              <a:rPr lang="sv-SE" sz="2400">
                <a:solidFill>
                  <a:schemeClr val="bg1"/>
                </a:solidFill>
                <a:ea typeface="+mn-lt"/>
                <a:cs typeface="+mn-lt"/>
              </a:rPr>
              <a:t> .</a:t>
            </a:r>
            <a:endParaRPr lang="sv-SE" sz="2400">
              <a:solidFill>
                <a:schemeClr val="bg1"/>
              </a:solidFill>
            </a:endParaRPr>
          </a:p>
          <a:p>
            <a:endParaRPr lang="sv-SE" sz="24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sv-SE" sz="2400">
                <a:solidFill>
                  <a:schemeClr val="bg1"/>
                </a:solidFill>
                <a:ea typeface="+mn-lt"/>
                <a:cs typeface="+mn-lt"/>
              </a:rPr>
              <a:t>bash</a:t>
            </a:r>
            <a:endParaRPr lang="sv-SE" sz="24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sv-SE" sz="2400" i="1">
                <a:solidFill>
                  <a:schemeClr val="bg1"/>
                </a:solidFill>
                <a:latin typeface="Consolas"/>
              </a:rPr>
              <a:t># Visa alla outputs</a:t>
            </a:r>
            <a:r>
              <a:rPr lang="sv-SE" sz="2400" dirty="0">
                <a:solidFill>
                  <a:schemeClr val="bg1"/>
                </a:solidFill>
                <a:latin typeface="Consolas"/>
              </a:rPr>
              <a:t>
</a:t>
            </a:r>
            <a:r>
              <a:rPr lang="sv-SE" sz="2400">
                <a:solidFill>
                  <a:schemeClr val="bg1"/>
                </a:solidFill>
                <a:latin typeface="Consolas"/>
              </a:rPr>
              <a:t>terraform output</a:t>
            </a:r>
            <a:r>
              <a:rPr lang="sv-SE" sz="2400" dirty="0">
                <a:solidFill>
                  <a:schemeClr val="bg1"/>
                </a:solidFill>
                <a:latin typeface="Consolas"/>
              </a:rPr>
              <a:t>
</a:t>
            </a:r>
            <a:r>
              <a:rPr lang="sv-SE" sz="2400" i="1">
                <a:solidFill>
                  <a:schemeClr val="bg1"/>
                </a:solidFill>
                <a:latin typeface="Consolas"/>
              </a:rPr>
              <a:t># Visa en specifik output</a:t>
            </a:r>
            <a:r>
              <a:rPr lang="sv-SE" sz="2400" dirty="0">
                <a:solidFill>
                  <a:schemeClr val="bg1"/>
                </a:solidFill>
                <a:latin typeface="Consolas"/>
              </a:rPr>
              <a:t>
</a:t>
            </a:r>
            <a:r>
              <a:rPr lang="sv-SE" sz="2400">
                <a:solidFill>
                  <a:schemeClr val="bg1"/>
                </a:solidFill>
                <a:latin typeface="Consolas"/>
              </a:rPr>
              <a:t>terraform output file_path</a:t>
            </a:r>
            <a:r>
              <a:rPr lang="sv-SE" sz="2400" dirty="0">
                <a:solidFill>
                  <a:schemeClr val="bg1"/>
                </a:solidFill>
                <a:latin typeface="Consolas"/>
              </a:rPr>
              <a:t>
</a:t>
            </a:r>
            <a:r>
              <a:rPr lang="sv-SE" sz="2400" i="1">
                <a:solidFill>
                  <a:schemeClr val="bg1"/>
                </a:solidFill>
                <a:latin typeface="Consolas"/>
              </a:rPr>
              <a:t># Hämta JSON-format</a:t>
            </a:r>
            <a:r>
              <a:rPr lang="sv-SE" sz="2400" dirty="0">
                <a:solidFill>
                  <a:schemeClr val="bg1"/>
                </a:solidFill>
                <a:latin typeface="Consolas"/>
              </a:rPr>
              <a:t>
</a:t>
            </a:r>
            <a:r>
              <a:rPr lang="sv-SE" sz="2400">
                <a:solidFill>
                  <a:schemeClr val="bg1"/>
                </a:solidFill>
                <a:latin typeface="Consolas"/>
              </a:rPr>
              <a:t>terraform output -json</a:t>
            </a:r>
            <a:endParaRPr lang="sv-SE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0031028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8A8EAB8-D2FF-444D-B34B-7D32F106AD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F21BC9EF-A6EE-D7B0-07E1-D1F681C1A8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4141" y="1450655"/>
            <a:ext cx="3932030" cy="3956690"/>
          </a:xfrm>
        </p:spPr>
        <p:txBody>
          <a:bodyPr anchor="ctr">
            <a:normAutofit/>
          </a:bodyPr>
          <a:lstStyle/>
          <a:p>
            <a:r>
              <a:rPr lang="sv-SE" sz="5600">
                <a:solidFill>
                  <a:schemeClr val="bg1"/>
                </a:solidFill>
                <a:ea typeface="+mj-lt"/>
                <a:cs typeface="+mj-lt"/>
              </a:rPr>
              <a:t>Data Sources – Läs Befintlig Information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67633D1-6EE6-4118-B9F0-B363477BEE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014141" y="1450655"/>
            <a:ext cx="393203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AD7FFC6-42A9-49CB-B5E9-B3F6B03833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014141" y="5408571"/>
            <a:ext cx="393203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F3B41263-83DB-79E2-7FBC-9D0DC0CDE2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29412" y="361003"/>
            <a:ext cx="6757018" cy="629020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sv-SE">
                <a:solidFill>
                  <a:schemeClr val="bg1"/>
                </a:solidFill>
                <a:ea typeface="+mn-lt"/>
                <a:cs typeface="+mn-lt"/>
              </a:rPr>
              <a:t>Data sources = "Läs bara" – hämtar information utan att skapa eller ändra något.</a:t>
            </a:r>
          </a:p>
          <a:p>
            <a:r>
              <a:rPr lang="sv-SE" b="1">
                <a:solidFill>
                  <a:schemeClr val="bg1"/>
                </a:solidFill>
                <a:ea typeface="+mn-lt"/>
                <a:cs typeface="+mn-lt"/>
              </a:rPr>
              <a:t>Vad är en data source?</a:t>
            </a:r>
            <a:br>
              <a:rPr lang="sv-SE" b="1" dirty="0">
                <a:ea typeface="+mn-lt"/>
                <a:cs typeface="+mn-lt"/>
              </a:rPr>
            </a:br>
            <a:r>
              <a:rPr lang="sv-SE" b="1">
                <a:solidFill>
                  <a:schemeClr val="bg1"/>
                </a:solidFill>
                <a:ea typeface="+mn-lt"/>
                <a:cs typeface="+mn-lt"/>
              </a:rPr>
              <a:t>En data source är ett sätt för Terraform att läsa information från externa källor – t.ex. filer, moln-API:er eller andra Terraform-states. Den skapar inga resurser</a:t>
            </a:r>
            <a:r>
              <a:rPr lang="sv-SE">
                <a:solidFill>
                  <a:schemeClr val="bg1"/>
                </a:solidFill>
                <a:ea typeface="+mn-lt"/>
                <a:cs typeface="+mn-lt"/>
              </a:rPr>
              <a:t>, bara läser och gör data tillgänglig i din konfiguration.</a:t>
            </a:r>
            <a:endParaRPr lang="sv-SE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8601719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5" name="Rectangle 8">
            <a:extLst>
              <a:ext uri="{FF2B5EF4-FFF2-40B4-BE49-F238E27FC236}">
                <a16:creationId xmlns:a16="http://schemas.microsoft.com/office/drawing/2014/main" id="{F0DCC097-1DB8-4B6D-85D0-6FBA0E1CA4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Freeform: Shape 10">
            <a:extLst>
              <a:ext uri="{FF2B5EF4-FFF2-40B4-BE49-F238E27FC236}">
                <a16:creationId xmlns:a16="http://schemas.microsoft.com/office/drawing/2014/main" id="{E0B58608-23C8-4441-994D-C6823EEE1D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1999" cy="2083506"/>
          </a:xfrm>
          <a:custGeom>
            <a:avLst/>
            <a:gdLst>
              <a:gd name="connsiteX0" fmla="*/ 0 w 12191999"/>
              <a:gd name="connsiteY0" fmla="*/ 0 h 2083506"/>
              <a:gd name="connsiteX1" fmla="*/ 9429748 w 12191999"/>
              <a:gd name="connsiteY1" fmla="*/ 0 h 2083506"/>
              <a:gd name="connsiteX2" fmla="*/ 9429748 w 12191999"/>
              <a:gd name="connsiteY2" fmla="*/ 1 h 2083506"/>
              <a:gd name="connsiteX3" fmla="*/ 12191999 w 12191999"/>
              <a:gd name="connsiteY3" fmla="*/ 1 h 2083506"/>
              <a:gd name="connsiteX4" fmla="*/ 12191999 w 12191999"/>
              <a:gd name="connsiteY4" fmla="*/ 1164372 h 2083506"/>
              <a:gd name="connsiteX5" fmla="*/ 12147852 w 12191999"/>
              <a:gd name="connsiteY5" fmla="*/ 1163783 h 2083506"/>
              <a:gd name="connsiteX6" fmla="*/ 11993604 w 12191999"/>
              <a:gd name="connsiteY6" fmla="*/ 1153496 h 2083506"/>
              <a:gd name="connsiteX7" fmla="*/ 11865319 w 12191999"/>
              <a:gd name="connsiteY7" fmla="*/ 1176624 h 2083506"/>
              <a:gd name="connsiteX8" fmla="*/ 11718353 w 12191999"/>
              <a:gd name="connsiteY8" fmla="*/ 1209136 h 2083506"/>
              <a:gd name="connsiteX9" fmla="*/ 11609067 w 12191999"/>
              <a:gd name="connsiteY9" fmla="*/ 1218512 h 2083506"/>
              <a:gd name="connsiteX10" fmla="*/ 11545958 w 12191999"/>
              <a:gd name="connsiteY10" fmla="*/ 1240430 h 2083506"/>
              <a:gd name="connsiteX11" fmla="*/ 11445770 w 12191999"/>
              <a:gd name="connsiteY11" fmla="*/ 1225780 h 2083506"/>
              <a:gd name="connsiteX12" fmla="*/ 11398842 w 12191999"/>
              <a:gd name="connsiteY12" fmla="*/ 1227250 h 2083506"/>
              <a:gd name="connsiteX13" fmla="*/ 11240093 w 12191999"/>
              <a:gd name="connsiteY13" fmla="*/ 1266797 h 2083506"/>
              <a:gd name="connsiteX14" fmla="*/ 11141364 w 12191999"/>
              <a:gd name="connsiteY14" fmla="*/ 1288059 h 2083506"/>
              <a:gd name="connsiteX15" fmla="*/ 11015396 w 12191999"/>
              <a:gd name="connsiteY15" fmla="*/ 1353104 h 2083506"/>
              <a:gd name="connsiteX16" fmla="*/ 10973905 w 12191999"/>
              <a:gd name="connsiteY16" fmla="*/ 1365109 h 2083506"/>
              <a:gd name="connsiteX17" fmla="*/ 10904858 w 12191999"/>
              <a:gd name="connsiteY17" fmla="*/ 1371966 h 2083506"/>
              <a:gd name="connsiteX18" fmla="*/ 10827883 w 12191999"/>
              <a:gd name="connsiteY18" fmla="*/ 1410270 h 2083506"/>
              <a:gd name="connsiteX19" fmla="*/ 10690996 w 12191999"/>
              <a:gd name="connsiteY19" fmla="*/ 1426394 h 2083506"/>
              <a:gd name="connsiteX20" fmla="*/ 10624461 w 12191999"/>
              <a:gd name="connsiteY20" fmla="*/ 1444283 h 2083506"/>
              <a:gd name="connsiteX21" fmla="*/ 10517208 w 12191999"/>
              <a:gd name="connsiteY21" fmla="*/ 1478947 h 2083506"/>
              <a:gd name="connsiteX22" fmla="*/ 10497937 w 12191999"/>
              <a:gd name="connsiteY22" fmla="*/ 1469831 h 2083506"/>
              <a:gd name="connsiteX23" fmla="*/ 10471201 w 12191999"/>
              <a:gd name="connsiteY23" fmla="*/ 1486037 h 2083506"/>
              <a:gd name="connsiteX24" fmla="*/ 10448263 w 12191999"/>
              <a:gd name="connsiteY24" fmla="*/ 1478223 h 2083506"/>
              <a:gd name="connsiteX25" fmla="*/ 10388089 w 12191999"/>
              <a:gd name="connsiteY25" fmla="*/ 1507175 h 2083506"/>
              <a:gd name="connsiteX26" fmla="*/ 10333720 w 12191999"/>
              <a:gd name="connsiteY26" fmla="*/ 1515848 h 2083506"/>
              <a:gd name="connsiteX27" fmla="*/ 10104338 w 12191999"/>
              <a:gd name="connsiteY27" fmla="*/ 1569424 h 2083506"/>
              <a:gd name="connsiteX28" fmla="*/ 9910445 w 12191999"/>
              <a:gd name="connsiteY28" fmla="*/ 1632275 h 2083506"/>
              <a:gd name="connsiteX29" fmla="*/ 9770872 w 12191999"/>
              <a:gd name="connsiteY29" fmla="*/ 1688088 h 2083506"/>
              <a:gd name="connsiteX30" fmla="*/ 9733849 w 12191999"/>
              <a:gd name="connsiteY30" fmla="*/ 1700034 h 2083506"/>
              <a:gd name="connsiteX31" fmla="*/ 9703714 w 12191999"/>
              <a:gd name="connsiteY31" fmla="*/ 1730093 h 2083506"/>
              <a:gd name="connsiteX32" fmla="*/ 9698351 w 12191999"/>
              <a:gd name="connsiteY32" fmla="*/ 1730377 h 2083506"/>
              <a:gd name="connsiteX33" fmla="*/ 9632895 w 12191999"/>
              <a:gd name="connsiteY33" fmla="*/ 1736363 h 2083506"/>
              <a:gd name="connsiteX34" fmla="*/ 9569107 w 12191999"/>
              <a:gd name="connsiteY34" fmla="*/ 1741010 h 2083506"/>
              <a:gd name="connsiteX35" fmla="*/ 9536451 w 12191999"/>
              <a:gd name="connsiteY35" fmla="*/ 1755120 h 2083506"/>
              <a:gd name="connsiteX36" fmla="*/ 9529385 w 12191999"/>
              <a:gd name="connsiteY36" fmla="*/ 1757515 h 2083506"/>
              <a:gd name="connsiteX37" fmla="*/ 9498527 w 12191999"/>
              <a:gd name="connsiteY37" fmla="*/ 1753117 h 2083506"/>
              <a:gd name="connsiteX38" fmla="*/ 9436642 w 12191999"/>
              <a:gd name="connsiteY38" fmla="*/ 1755478 h 2083506"/>
              <a:gd name="connsiteX39" fmla="*/ 9429748 w 12191999"/>
              <a:gd name="connsiteY39" fmla="*/ 1756317 h 2083506"/>
              <a:gd name="connsiteX40" fmla="*/ 9429748 w 12191999"/>
              <a:gd name="connsiteY40" fmla="*/ 1768745 h 2083506"/>
              <a:gd name="connsiteX41" fmla="*/ 9425802 w 12191999"/>
              <a:gd name="connsiteY41" fmla="*/ 1769273 h 2083506"/>
              <a:gd name="connsiteX42" fmla="*/ 9349763 w 12191999"/>
              <a:gd name="connsiteY42" fmla="*/ 1776107 h 2083506"/>
              <a:gd name="connsiteX43" fmla="*/ 9256503 w 12191999"/>
              <a:gd name="connsiteY43" fmla="*/ 1800699 h 2083506"/>
              <a:gd name="connsiteX44" fmla="*/ 9222873 w 12191999"/>
              <a:gd name="connsiteY44" fmla="*/ 1803003 h 2083506"/>
              <a:gd name="connsiteX45" fmla="*/ 9224095 w 12191999"/>
              <a:gd name="connsiteY45" fmla="*/ 1807355 h 2083506"/>
              <a:gd name="connsiteX46" fmla="*/ 9211603 w 12191999"/>
              <a:gd name="connsiteY46" fmla="*/ 1807675 h 2083506"/>
              <a:gd name="connsiteX47" fmla="*/ 9183719 w 12191999"/>
              <a:gd name="connsiteY47" fmla="*/ 1807781 h 2083506"/>
              <a:gd name="connsiteX48" fmla="*/ 9100221 w 12191999"/>
              <a:gd name="connsiteY48" fmla="*/ 1808989 h 2083506"/>
              <a:gd name="connsiteX49" fmla="*/ 9077439 w 12191999"/>
              <a:gd name="connsiteY49" fmla="*/ 1817333 h 2083506"/>
              <a:gd name="connsiteX50" fmla="*/ 9055889 w 12191999"/>
              <a:gd name="connsiteY50" fmla="*/ 1817464 h 2083506"/>
              <a:gd name="connsiteX51" fmla="*/ 8930912 w 12191999"/>
              <a:gd name="connsiteY51" fmla="*/ 1828648 h 2083506"/>
              <a:gd name="connsiteX52" fmla="*/ 8913729 w 12191999"/>
              <a:gd name="connsiteY52" fmla="*/ 1829483 h 2083506"/>
              <a:gd name="connsiteX53" fmla="*/ 8904423 w 12191999"/>
              <a:gd name="connsiteY53" fmla="*/ 1833234 h 2083506"/>
              <a:gd name="connsiteX54" fmla="*/ 8871099 w 12191999"/>
              <a:gd name="connsiteY54" fmla="*/ 1833979 h 2083506"/>
              <a:gd name="connsiteX55" fmla="*/ 8869557 w 12191999"/>
              <a:gd name="connsiteY55" fmla="*/ 1836113 h 2083506"/>
              <a:gd name="connsiteX56" fmla="*/ 8760021 w 12191999"/>
              <a:gd name="connsiteY56" fmla="*/ 1854442 h 2083506"/>
              <a:gd name="connsiteX57" fmla="*/ 8741254 w 12191999"/>
              <a:gd name="connsiteY57" fmla="*/ 1857469 h 2083506"/>
              <a:gd name="connsiteX58" fmla="*/ 8725039 w 12191999"/>
              <a:gd name="connsiteY58" fmla="*/ 1856552 h 2083506"/>
              <a:gd name="connsiteX59" fmla="*/ 8635265 w 12191999"/>
              <a:gd name="connsiteY59" fmla="*/ 1859168 h 2083506"/>
              <a:gd name="connsiteX60" fmla="*/ 8613911 w 12191999"/>
              <a:gd name="connsiteY60" fmla="*/ 1857561 h 2083506"/>
              <a:gd name="connsiteX61" fmla="*/ 8604931 w 12191999"/>
              <a:gd name="connsiteY61" fmla="*/ 1854170 h 2083506"/>
              <a:gd name="connsiteX62" fmla="*/ 8570171 w 12191999"/>
              <a:gd name="connsiteY62" fmla="*/ 1860579 h 2083506"/>
              <a:gd name="connsiteX63" fmla="*/ 8516537 w 12191999"/>
              <a:gd name="connsiteY63" fmla="*/ 1864971 h 2083506"/>
              <a:gd name="connsiteX64" fmla="*/ 8491046 w 12191999"/>
              <a:gd name="connsiteY64" fmla="*/ 1868141 h 2083506"/>
              <a:gd name="connsiteX65" fmla="*/ 8470478 w 12191999"/>
              <a:gd name="connsiteY65" fmla="*/ 1866216 h 2083506"/>
              <a:gd name="connsiteX66" fmla="*/ 8353433 w 12191999"/>
              <a:gd name="connsiteY66" fmla="*/ 1865729 h 2083506"/>
              <a:gd name="connsiteX67" fmla="*/ 8347675 w 12191999"/>
              <a:gd name="connsiteY67" fmla="*/ 1865075 h 2083506"/>
              <a:gd name="connsiteX68" fmla="*/ 8343939 w 12191999"/>
              <a:gd name="connsiteY68" fmla="*/ 1865677 h 2083506"/>
              <a:gd name="connsiteX69" fmla="*/ 8221566 w 12191999"/>
              <a:gd name="connsiteY69" fmla="*/ 1881148 h 2083506"/>
              <a:gd name="connsiteX70" fmla="*/ 8066095 w 12191999"/>
              <a:gd name="connsiteY70" fmla="*/ 1919902 h 2083506"/>
              <a:gd name="connsiteX71" fmla="*/ 8044849 w 12191999"/>
              <a:gd name="connsiteY71" fmla="*/ 1916308 h 2083506"/>
              <a:gd name="connsiteX72" fmla="*/ 8041142 w 12191999"/>
              <a:gd name="connsiteY72" fmla="*/ 1915506 h 2083506"/>
              <a:gd name="connsiteX73" fmla="*/ 8022159 w 12191999"/>
              <a:gd name="connsiteY73" fmla="*/ 1911521 h 2083506"/>
              <a:gd name="connsiteX74" fmla="*/ 7944932 w 12191999"/>
              <a:gd name="connsiteY74" fmla="*/ 1917265 h 2083506"/>
              <a:gd name="connsiteX75" fmla="*/ 7879011 w 12191999"/>
              <a:gd name="connsiteY75" fmla="*/ 1928570 h 2083506"/>
              <a:gd name="connsiteX76" fmla="*/ 7865529 w 12191999"/>
              <a:gd name="connsiteY76" fmla="*/ 1934399 h 2083506"/>
              <a:gd name="connsiteX77" fmla="*/ 7774801 w 12191999"/>
              <a:gd name="connsiteY77" fmla="*/ 1947969 h 2083506"/>
              <a:gd name="connsiteX78" fmla="*/ 7748398 w 12191999"/>
              <a:gd name="connsiteY78" fmla="*/ 1955982 h 2083506"/>
              <a:gd name="connsiteX79" fmla="*/ 7740684 w 12191999"/>
              <a:gd name="connsiteY79" fmla="*/ 1955717 h 2083506"/>
              <a:gd name="connsiteX80" fmla="*/ 7712976 w 12191999"/>
              <a:gd name="connsiteY80" fmla="*/ 1960442 h 2083506"/>
              <a:gd name="connsiteX81" fmla="*/ 7699956 w 12191999"/>
              <a:gd name="connsiteY81" fmla="*/ 1966104 h 2083506"/>
              <a:gd name="connsiteX82" fmla="*/ 7684158 w 12191999"/>
              <a:gd name="connsiteY82" fmla="*/ 1962927 h 2083506"/>
              <a:gd name="connsiteX83" fmla="*/ 7643109 w 12191999"/>
              <a:gd name="connsiteY83" fmla="*/ 1964400 h 2083506"/>
              <a:gd name="connsiteX84" fmla="*/ 7630180 w 12191999"/>
              <a:gd name="connsiteY84" fmla="*/ 1970266 h 2083506"/>
              <a:gd name="connsiteX85" fmla="*/ 7609131 w 12191999"/>
              <a:gd name="connsiteY85" fmla="*/ 1971774 h 2083506"/>
              <a:gd name="connsiteX86" fmla="*/ 7555555 w 12191999"/>
              <a:gd name="connsiteY86" fmla="*/ 1969491 h 2083506"/>
              <a:gd name="connsiteX87" fmla="*/ 7520919 w 12191999"/>
              <a:gd name="connsiteY87" fmla="*/ 1970177 h 2083506"/>
              <a:gd name="connsiteX88" fmla="*/ 7456258 w 12191999"/>
              <a:gd name="connsiteY88" fmla="*/ 1960468 h 2083506"/>
              <a:gd name="connsiteX89" fmla="*/ 7393047 w 12191999"/>
              <a:gd name="connsiteY89" fmla="*/ 1952408 h 2083506"/>
              <a:gd name="connsiteX90" fmla="*/ 7199912 w 12191999"/>
              <a:gd name="connsiteY90" fmla="*/ 1959913 h 2083506"/>
              <a:gd name="connsiteX91" fmla="*/ 7146774 w 12191999"/>
              <a:gd name="connsiteY91" fmla="*/ 1956641 h 2083506"/>
              <a:gd name="connsiteX92" fmla="*/ 7122244 w 12191999"/>
              <a:gd name="connsiteY92" fmla="*/ 1953891 h 2083506"/>
              <a:gd name="connsiteX93" fmla="*/ 7032241 w 12191999"/>
              <a:gd name="connsiteY93" fmla="*/ 1962723 h 2083506"/>
              <a:gd name="connsiteX94" fmla="*/ 6941492 w 12191999"/>
              <a:gd name="connsiteY94" fmla="*/ 1976868 h 2083506"/>
              <a:gd name="connsiteX95" fmla="*/ 6906514 w 12191999"/>
              <a:gd name="connsiteY95" fmla="*/ 1968589 h 2083506"/>
              <a:gd name="connsiteX96" fmla="*/ 6826395 w 12191999"/>
              <a:gd name="connsiteY96" fmla="*/ 1974141 h 2083506"/>
              <a:gd name="connsiteX97" fmla="*/ 6716431 w 12191999"/>
              <a:gd name="connsiteY97" fmla="*/ 2004297 h 2083506"/>
              <a:gd name="connsiteX98" fmla="*/ 6569607 w 12191999"/>
              <a:gd name="connsiteY98" fmla="*/ 2015496 h 2083506"/>
              <a:gd name="connsiteX99" fmla="*/ 6561430 w 12191999"/>
              <a:gd name="connsiteY99" fmla="*/ 2020996 h 2083506"/>
              <a:gd name="connsiteX100" fmla="*/ 6549371 w 12191999"/>
              <a:gd name="connsiteY100" fmla="*/ 2024747 h 2083506"/>
              <a:gd name="connsiteX101" fmla="*/ 6547040 w 12191999"/>
              <a:gd name="connsiteY101" fmla="*/ 2024474 h 2083506"/>
              <a:gd name="connsiteX102" fmla="*/ 6530482 w 12191999"/>
              <a:gd name="connsiteY102" fmla="*/ 2026659 h 2083506"/>
              <a:gd name="connsiteX103" fmla="*/ 6528565 w 12191999"/>
              <a:gd name="connsiteY103" fmla="*/ 2028600 h 2083506"/>
              <a:gd name="connsiteX104" fmla="*/ 6517741 w 12191999"/>
              <a:gd name="connsiteY104" fmla="*/ 2030558 h 2083506"/>
              <a:gd name="connsiteX105" fmla="*/ 6497855 w 12191999"/>
              <a:gd name="connsiteY105" fmla="*/ 2035650 h 2083506"/>
              <a:gd name="connsiteX106" fmla="*/ 6492785 w 12191999"/>
              <a:gd name="connsiteY106" fmla="*/ 2035444 h 2083506"/>
              <a:gd name="connsiteX107" fmla="*/ 6460692 w 12191999"/>
              <a:gd name="connsiteY107" fmla="*/ 2041321 h 2083506"/>
              <a:gd name="connsiteX108" fmla="*/ 6459609 w 12191999"/>
              <a:gd name="connsiteY108" fmla="*/ 2040851 h 2083506"/>
              <a:gd name="connsiteX109" fmla="*/ 6447765 w 12191999"/>
              <a:gd name="connsiteY109" fmla="*/ 2040102 h 2083506"/>
              <a:gd name="connsiteX110" fmla="*/ 6426590 w 12191999"/>
              <a:gd name="connsiteY110" fmla="*/ 2039928 h 2083506"/>
              <a:gd name="connsiteX111" fmla="*/ 6401693 w 12191999"/>
              <a:gd name="connsiteY111" fmla="*/ 2033537 h 2083506"/>
              <a:gd name="connsiteX112" fmla="*/ 6387141 w 12191999"/>
              <a:gd name="connsiteY112" fmla="*/ 2033161 h 2083506"/>
              <a:gd name="connsiteX113" fmla="*/ 6357846 w 12191999"/>
              <a:gd name="connsiteY113" fmla="*/ 2036782 h 2083506"/>
              <a:gd name="connsiteX114" fmla="*/ 6342914 w 12191999"/>
              <a:gd name="connsiteY114" fmla="*/ 2037585 h 2083506"/>
              <a:gd name="connsiteX115" fmla="*/ 6336300 w 12191999"/>
              <a:gd name="connsiteY115" fmla="*/ 2038781 h 2083506"/>
              <a:gd name="connsiteX116" fmla="*/ 6317178 w 12191999"/>
              <a:gd name="connsiteY116" fmla="*/ 2038968 h 2083506"/>
              <a:gd name="connsiteX117" fmla="*/ 6161427 w 12191999"/>
              <a:gd name="connsiteY117" fmla="*/ 2047338 h 2083506"/>
              <a:gd name="connsiteX118" fmla="*/ 6097339 w 12191999"/>
              <a:gd name="connsiteY118" fmla="*/ 2082438 h 2083506"/>
              <a:gd name="connsiteX119" fmla="*/ 6079059 w 12191999"/>
              <a:gd name="connsiteY119" fmla="*/ 2081299 h 2083506"/>
              <a:gd name="connsiteX120" fmla="*/ 5998439 w 12191999"/>
              <a:gd name="connsiteY120" fmla="*/ 2070958 h 2083506"/>
              <a:gd name="connsiteX121" fmla="*/ 5904290 w 12191999"/>
              <a:gd name="connsiteY121" fmla="*/ 2070255 h 2083506"/>
              <a:gd name="connsiteX122" fmla="*/ 5814867 w 12191999"/>
              <a:gd name="connsiteY122" fmla="*/ 2079032 h 2083506"/>
              <a:gd name="connsiteX123" fmla="*/ 5725743 w 12191999"/>
              <a:gd name="connsiteY123" fmla="*/ 2070558 h 2083506"/>
              <a:gd name="connsiteX124" fmla="*/ 5650546 w 12191999"/>
              <a:gd name="connsiteY124" fmla="*/ 2052412 h 2083506"/>
              <a:gd name="connsiteX125" fmla="*/ 5581284 w 12191999"/>
              <a:gd name="connsiteY125" fmla="*/ 2023175 h 2083506"/>
              <a:gd name="connsiteX126" fmla="*/ 5572593 w 12191999"/>
              <a:gd name="connsiteY126" fmla="*/ 2018391 h 2083506"/>
              <a:gd name="connsiteX127" fmla="*/ 5548580 w 12191999"/>
              <a:gd name="connsiteY127" fmla="*/ 2016951 h 2083506"/>
              <a:gd name="connsiteX128" fmla="*/ 5471173 w 12191999"/>
              <a:gd name="connsiteY128" fmla="*/ 2018786 h 2083506"/>
              <a:gd name="connsiteX129" fmla="*/ 5340320 w 12191999"/>
              <a:gd name="connsiteY129" fmla="*/ 2037611 h 2083506"/>
              <a:gd name="connsiteX130" fmla="*/ 5254376 w 12191999"/>
              <a:gd name="connsiteY130" fmla="*/ 2042928 h 2083506"/>
              <a:gd name="connsiteX131" fmla="*/ 5258035 w 12191999"/>
              <a:gd name="connsiteY131" fmla="*/ 2035649 h 2083506"/>
              <a:gd name="connsiteX132" fmla="*/ 5230622 w 12191999"/>
              <a:gd name="connsiteY132" fmla="*/ 2024576 h 2083506"/>
              <a:gd name="connsiteX133" fmla="*/ 5026203 w 12191999"/>
              <a:gd name="connsiteY133" fmla="*/ 2030162 h 2083506"/>
              <a:gd name="connsiteX134" fmla="*/ 4973988 w 12191999"/>
              <a:gd name="connsiteY134" fmla="*/ 2026668 h 2083506"/>
              <a:gd name="connsiteX135" fmla="*/ 4928030 w 12191999"/>
              <a:gd name="connsiteY135" fmla="*/ 2033642 h 2083506"/>
              <a:gd name="connsiteX136" fmla="*/ 4908970 w 12191999"/>
              <a:gd name="connsiteY136" fmla="*/ 2030033 h 2083506"/>
              <a:gd name="connsiteX137" fmla="*/ 4905679 w 12191999"/>
              <a:gd name="connsiteY137" fmla="*/ 2029300 h 2083506"/>
              <a:gd name="connsiteX138" fmla="*/ 4892525 w 12191999"/>
              <a:gd name="connsiteY138" fmla="*/ 2028768 h 2083506"/>
              <a:gd name="connsiteX139" fmla="*/ 4888818 w 12191999"/>
              <a:gd name="connsiteY139" fmla="*/ 2025619 h 2083506"/>
              <a:gd name="connsiteX140" fmla="*/ 4869018 w 12191999"/>
              <a:gd name="connsiteY140" fmla="*/ 2022668 h 2083506"/>
              <a:gd name="connsiteX141" fmla="*/ 4844804 w 12191999"/>
              <a:gd name="connsiteY141" fmla="*/ 2022527 h 2083506"/>
              <a:gd name="connsiteX142" fmla="*/ 4758778 w 12191999"/>
              <a:gd name="connsiteY142" fmla="*/ 2021694 h 2083506"/>
              <a:gd name="connsiteX143" fmla="*/ 4744748 w 12191999"/>
              <a:gd name="connsiteY143" fmla="*/ 2023396 h 2083506"/>
              <a:gd name="connsiteX144" fmla="*/ 4698956 w 12191999"/>
              <a:gd name="connsiteY144" fmla="*/ 2020558 h 2083506"/>
              <a:gd name="connsiteX145" fmla="*/ 4658147 w 12191999"/>
              <a:gd name="connsiteY145" fmla="*/ 2019920 h 2083506"/>
              <a:gd name="connsiteX146" fmla="*/ 4631706 w 12191999"/>
              <a:gd name="connsiteY146" fmla="*/ 2021274 h 2083506"/>
              <a:gd name="connsiteX147" fmla="*/ 4624776 w 12191999"/>
              <a:gd name="connsiteY147" fmla="*/ 2020152 h 2083506"/>
              <a:gd name="connsiteX148" fmla="*/ 4598150 w 12191999"/>
              <a:gd name="connsiteY148" fmla="*/ 2019429 h 2083506"/>
              <a:gd name="connsiteX149" fmla="*/ 4584588 w 12191999"/>
              <a:gd name="connsiteY149" fmla="*/ 2021092 h 2083506"/>
              <a:gd name="connsiteX150" fmla="*/ 4571203 w 12191999"/>
              <a:gd name="connsiteY150" fmla="*/ 2017263 h 2083506"/>
              <a:gd name="connsiteX151" fmla="*/ 4567930 w 12191999"/>
              <a:gd name="connsiteY151" fmla="*/ 2014458 h 2083506"/>
              <a:gd name="connsiteX152" fmla="*/ 4548984 w 12191999"/>
              <a:gd name="connsiteY152" fmla="*/ 2015717 h 2083506"/>
              <a:gd name="connsiteX153" fmla="*/ 4533451 w 12191999"/>
              <a:gd name="connsiteY153" fmla="*/ 2012976 h 2083506"/>
              <a:gd name="connsiteX154" fmla="*/ 4519910 w 12191999"/>
              <a:gd name="connsiteY154" fmla="*/ 2014768 h 2083506"/>
              <a:gd name="connsiteX155" fmla="*/ 4514290 w 12191999"/>
              <a:gd name="connsiteY155" fmla="*/ 2014364 h 2083506"/>
              <a:gd name="connsiteX156" fmla="*/ 4500320 w 12191999"/>
              <a:gd name="connsiteY156" fmla="*/ 2013007 h 2083506"/>
              <a:gd name="connsiteX157" fmla="*/ 4476219 w 12191999"/>
              <a:gd name="connsiteY157" fmla="*/ 2009993 h 2083506"/>
              <a:gd name="connsiteX158" fmla="*/ 4468701 w 12191999"/>
              <a:gd name="connsiteY158" fmla="*/ 2009574 h 2083506"/>
              <a:gd name="connsiteX159" fmla="*/ 4452333 w 12191999"/>
              <a:gd name="connsiteY159" fmla="*/ 2004964 h 2083506"/>
              <a:gd name="connsiteX160" fmla="*/ 4420644 w 12191999"/>
              <a:gd name="connsiteY160" fmla="*/ 2001021 h 2083506"/>
              <a:gd name="connsiteX161" fmla="*/ 4364856 w 12191999"/>
              <a:gd name="connsiteY161" fmla="*/ 1987267 h 2083506"/>
              <a:gd name="connsiteX162" fmla="*/ 4332062 w 12191999"/>
              <a:gd name="connsiteY162" fmla="*/ 1980703 h 2083506"/>
              <a:gd name="connsiteX163" fmla="*/ 4309876 w 12191999"/>
              <a:gd name="connsiteY163" fmla="*/ 1974653 h 2083506"/>
              <a:gd name="connsiteX164" fmla="*/ 4244391 w 12191999"/>
              <a:gd name="connsiteY164" fmla="*/ 1966109 h 2083506"/>
              <a:gd name="connsiteX165" fmla="*/ 4132071 w 12191999"/>
              <a:gd name="connsiteY165" fmla="*/ 1954813 h 2083506"/>
              <a:gd name="connsiteX166" fmla="*/ 4109069 w 12191999"/>
              <a:gd name="connsiteY166" fmla="*/ 1951778 h 2083506"/>
              <a:gd name="connsiteX167" fmla="*/ 4092908 w 12191999"/>
              <a:gd name="connsiteY167" fmla="*/ 1946662 h 2083506"/>
              <a:gd name="connsiteX168" fmla="*/ 4092306 w 12191999"/>
              <a:gd name="connsiteY168" fmla="*/ 1943291 h 2083506"/>
              <a:gd name="connsiteX169" fmla="*/ 4080234 w 12191999"/>
              <a:gd name="connsiteY169" fmla="*/ 1941219 h 2083506"/>
              <a:gd name="connsiteX170" fmla="*/ 4077778 w 12191999"/>
              <a:gd name="connsiteY170" fmla="*/ 1940145 h 2083506"/>
              <a:gd name="connsiteX171" fmla="*/ 4062936 w 12191999"/>
              <a:gd name="connsiteY171" fmla="*/ 1934506 h 2083506"/>
              <a:gd name="connsiteX172" fmla="*/ 4012506 w 12191999"/>
              <a:gd name="connsiteY172" fmla="*/ 1935475 h 2083506"/>
              <a:gd name="connsiteX173" fmla="*/ 3965880 w 12191999"/>
              <a:gd name="connsiteY173" fmla="*/ 1925968 h 2083506"/>
              <a:gd name="connsiteX174" fmla="*/ 3765338 w 12191999"/>
              <a:gd name="connsiteY174" fmla="*/ 1906649 h 2083506"/>
              <a:gd name="connsiteX175" fmla="*/ 3749493 w 12191999"/>
              <a:gd name="connsiteY175" fmla="*/ 1893071 h 2083506"/>
              <a:gd name="connsiteX176" fmla="*/ 3672704 w 12191999"/>
              <a:gd name="connsiteY176" fmla="*/ 1881383 h 2083506"/>
              <a:gd name="connsiteX177" fmla="*/ 3530082 w 12191999"/>
              <a:gd name="connsiteY177" fmla="*/ 1883187 h 2083506"/>
              <a:gd name="connsiteX178" fmla="*/ 3387664 w 12191999"/>
              <a:gd name="connsiteY178" fmla="*/ 1862579 h 2083506"/>
              <a:gd name="connsiteX179" fmla="*/ 3371681 w 12191999"/>
              <a:gd name="connsiteY179" fmla="*/ 1865293 h 2083506"/>
              <a:gd name="connsiteX180" fmla="*/ 3355305 w 12191999"/>
              <a:gd name="connsiteY180" fmla="*/ 1865842 h 2083506"/>
              <a:gd name="connsiteX181" fmla="*/ 3353790 w 12191999"/>
              <a:gd name="connsiteY181" fmla="*/ 1865158 h 2083506"/>
              <a:gd name="connsiteX182" fmla="*/ 3336210 w 12191999"/>
              <a:gd name="connsiteY182" fmla="*/ 1863564 h 2083506"/>
              <a:gd name="connsiteX183" fmla="*/ 3331381 w 12191999"/>
              <a:gd name="connsiteY183" fmla="*/ 1864716 h 2083506"/>
              <a:gd name="connsiteX184" fmla="*/ 3319012 w 12191999"/>
              <a:gd name="connsiteY184" fmla="*/ 1864093 h 2083506"/>
              <a:gd name="connsiteX185" fmla="*/ 3293818 w 12191999"/>
              <a:gd name="connsiteY185" fmla="*/ 1864135 h 2083506"/>
              <a:gd name="connsiteX186" fmla="*/ 3289881 w 12191999"/>
              <a:gd name="connsiteY186" fmla="*/ 1862954 h 2083506"/>
              <a:gd name="connsiteX187" fmla="*/ 3253090 w 12191999"/>
              <a:gd name="connsiteY187" fmla="*/ 1861164 h 2083506"/>
              <a:gd name="connsiteX188" fmla="*/ 3252949 w 12191999"/>
              <a:gd name="connsiteY188" fmla="*/ 1860574 h 2083506"/>
              <a:gd name="connsiteX189" fmla="*/ 3244187 w 12191999"/>
              <a:gd name="connsiteY189" fmla="*/ 1857604 h 2083506"/>
              <a:gd name="connsiteX190" fmla="*/ 3246570 w 12191999"/>
              <a:gd name="connsiteY190" fmla="*/ 1852946 h 2083506"/>
              <a:gd name="connsiteX191" fmla="*/ 3237810 w 12191999"/>
              <a:gd name="connsiteY191" fmla="*/ 1853064 h 2083506"/>
              <a:gd name="connsiteX192" fmla="*/ 3230822 w 12191999"/>
              <a:gd name="connsiteY192" fmla="*/ 1855474 h 2083506"/>
              <a:gd name="connsiteX193" fmla="*/ 3136549 w 12191999"/>
              <a:gd name="connsiteY193" fmla="*/ 1874037 h 2083506"/>
              <a:gd name="connsiteX194" fmla="*/ 2845754 w 12191999"/>
              <a:gd name="connsiteY194" fmla="*/ 1910932 h 2083506"/>
              <a:gd name="connsiteX195" fmla="*/ 2786878 w 12191999"/>
              <a:gd name="connsiteY195" fmla="*/ 1917162 h 2083506"/>
              <a:gd name="connsiteX196" fmla="*/ 2725298 w 12191999"/>
              <a:gd name="connsiteY196" fmla="*/ 1912340 h 2083506"/>
              <a:gd name="connsiteX197" fmla="*/ 2697754 w 12191999"/>
              <a:gd name="connsiteY197" fmla="*/ 1914863 h 2083506"/>
              <a:gd name="connsiteX198" fmla="*/ 2568063 w 12191999"/>
              <a:gd name="connsiteY198" fmla="*/ 1936283 h 2083506"/>
              <a:gd name="connsiteX199" fmla="*/ 2489784 w 12191999"/>
              <a:gd name="connsiteY199" fmla="*/ 1943720 h 2083506"/>
              <a:gd name="connsiteX200" fmla="*/ 2458978 w 12191999"/>
              <a:gd name="connsiteY200" fmla="*/ 1938095 h 2083506"/>
              <a:gd name="connsiteX201" fmla="*/ 2318712 w 12191999"/>
              <a:gd name="connsiteY201" fmla="*/ 1934474 h 2083506"/>
              <a:gd name="connsiteX202" fmla="*/ 2268709 w 12191999"/>
              <a:gd name="connsiteY202" fmla="*/ 1940521 h 2083506"/>
              <a:gd name="connsiteX203" fmla="*/ 2264080 w 12191999"/>
              <a:gd name="connsiteY203" fmla="*/ 1941232 h 2083506"/>
              <a:gd name="connsiteX204" fmla="*/ 2254684 w 12191999"/>
              <a:gd name="connsiteY204" fmla="*/ 1943524 h 2083506"/>
              <a:gd name="connsiteX205" fmla="*/ 2252523 w 12191999"/>
              <a:gd name="connsiteY205" fmla="*/ 1943004 h 2083506"/>
              <a:gd name="connsiteX206" fmla="*/ 2173350 w 12191999"/>
              <a:gd name="connsiteY206" fmla="*/ 1929202 h 2083506"/>
              <a:gd name="connsiteX207" fmla="*/ 2155266 w 12191999"/>
              <a:gd name="connsiteY207" fmla="*/ 1920267 h 2083506"/>
              <a:gd name="connsiteX208" fmla="*/ 2091013 w 12191999"/>
              <a:gd name="connsiteY208" fmla="*/ 1914631 h 2083506"/>
              <a:gd name="connsiteX209" fmla="*/ 2030712 w 12191999"/>
              <a:gd name="connsiteY209" fmla="*/ 1897690 h 2083506"/>
              <a:gd name="connsiteX210" fmla="*/ 1908838 w 12191999"/>
              <a:gd name="connsiteY210" fmla="*/ 1892222 h 2083506"/>
              <a:gd name="connsiteX211" fmla="*/ 1877796 w 12191999"/>
              <a:gd name="connsiteY211" fmla="*/ 1883887 h 2083506"/>
              <a:gd name="connsiteX212" fmla="*/ 1875824 w 12191999"/>
              <a:gd name="connsiteY212" fmla="*/ 1879265 h 2083506"/>
              <a:gd name="connsiteX213" fmla="*/ 1823048 w 12191999"/>
              <a:gd name="connsiteY213" fmla="*/ 1881064 h 2083506"/>
              <a:gd name="connsiteX214" fmla="*/ 1765736 w 12191999"/>
              <a:gd name="connsiteY214" fmla="*/ 1856578 h 2083506"/>
              <a:gd name="connsiteX215" fmla="*/ 1725669 w 12191999"/>
              <a:gd name="connsiteY215" fmla="*/ 1833744 h 2083506"/>
              <a:gd name="connsiteX216" fmla="*/ 1725216 w 12191999"/>
              <a:gd name="connsiteY216" fmla="*/ 1829447 h 2083506"/>
              <a:gd name="connsiteX217" fmla="*/ 1721485 w 12191999"/>
              <a:gd name="connsiteY217" fmla="*/ 1828960 h 2083506"/>
              <a:gd name="connsiteX218" fmla="*/ 1717786 w 12191999"/>
              <a:gd name="connsiteY218" fmla="*/ 1832224 h 2083506"/>
              <a:gd name="connsiteX219" fmla="*/ 1689907 w 12191999"/>
              <a:gd name="connsiteY219" fmla="*/ 1825425 h 2083506"/>
              <a:gd name="connsiteX220" fmla="*/ 1688093 w 12191999"/>
              <a:gd name="connsiteY220" fmla="*/ 1817391 h 2083506"/>
              <a:gd name="connsiteX221" fmla="*/ 1496789 w 12191999"/>
              <a:gd name="connsiteY221" fmla="*/ 1805297 h 2083506"/>
              <a:gd name="connsiteX222" fmla="*/ 1392839 w 12191999"/>
              <a:gd name="connsiteY222" fmla="*/ 1758649 h 2083506"/>
              <a:gd name="connsiteX223" fmla="*/ 1360872 w 12191999"/>
              <a:gd name="connsiteY223" fmla="*/ 1752441 h 2083506"/>
              <a:gd name="connsiteX224" fmla="*/ 1313885 w 12191999"/>
              <a:gd name="connsiteY224" fmla="*/ 1731785 h 2083506"/>
              <a:gd name="connsiteX225" fmla="*/ 1247665 w 12191999"/>
              <a:gd name="connsiteY225" fmla="*/ 1727765 h 2083506"/>
              <a:gd name="connsiteX226" fmla="*/ 1196850 w 12191999"/>
              <a:gd name="connsiteY226" fmla="*/ 1729622 h 2083506"/>
              <a:gd name="connsiteX227" fmla="*/ 1168728 w 12191999"/>
              <a:gd name="connsiteY227" fmla="*/ 1728550 h 2083506"/>
              <a:gd name="connsiteX228" fmla="*/ 1096918 w 12191999"/>
              <a:gd name="connsiteY228" fmla="*/ 1721485 h 2083506"/>
              <a:gd name="connsiteX229" fmla="*/ 1094082 w 12191999"/>
              <a:gd name="connsiteY229" fmla="*/ 1720113 h 2083506"/>
              <a:gd name="connsiteX230" fmla="*/ 1040782 w 12191999"/>
              <a:gd name="connsiteY230" fmla="*/ 1721762 h 2083506"/>
              <a:gd name="connsiteX231" fmla="*/ 955980 w 12191999"/>
              <a:gd name="connsiteY231" fmla="*/ 1719289 h 2083506"/>
              <a:gd name="connsiteX232" fmla="*/ 926108 w 12191999"/>
              <a:gd name="connsiteY232" fmla="*/ 1715917 h 2083506"/>
              <a:gd name="connsiteX233" fmla="*/ 876049 w 12191999"/>
              <a:gd name="connsiteY233" fmla="*/ 1710422 h 2083506"/>
              <a:gd name="connsiteX234" fmla="*/ 839194 w 12191999"/>
              <a:gd name="connsiteY234" fmla="*/ 1700176 h 2083506"/>
              <a:gd name="connsiteX235" fmla="*/ 797112 w 12191999"/>
              <a:gd name="connsiteY235" fmla="*/ 1698014 h 2083506"/>
              <a:gd name="connsiteX236" fmla="*/ 786610 w 12191999"/>
              <a:gd name="connsiteY236" fmla="*/ 1705455 h 2083506"/>
              <a:gd name="connsiteX237" fmla="*/ 741833 w 12191999"/>
              <a:gd name="connsiteY237" fmla="*/ 1700566 h 2083506"/>
              <a:gd name="connsiteX238" fmla="*/ 673985 w 12191999"/>
              <a:gd name="connsiteY238" fmla="*/ 1692278 h 2083506"/>
              <a:gd name="connsiteX239" fmla="*/ 634665 w 12191999"/>
              <a:gd name="connsiteY239" fmla="*/ 1689550 h 2083506"/>
              <a:gd name="connsiteX240" fmla="*/ 527471 w 12191999"/>
              <a:gd name="connsiteY240" fmla="*/ 1679869 h 2083506"/>
              <a:gd name="connsiteX241" fmla="*/ 420260 w 12191999"/>
              <a:gd name="connsiteY241" fmla="*/ 1668475 h 2083506"/>
              <a:gd name="connsiteX242" fmla="*/ 357630 w 12191999"/>
              <a:gd name="connsiteY242" fmla="*/ 1652142 h 2083506"/>
              <a:gd name="connsiteX243" fmla="*/ 269407 w 12191999"/>
              <a:gd name="connsiteY243" fmla="*/ 1643812 h 2083506"/>
              <a:gd name="connsiteX244" fmla="*/ 254769 w 12191999"/>
              <a:gd name="connsiteY244" fmla="*/ 1641013 h 2083506"/>
              <a:gd name="connsiteX245" fmla="*/ 150763 w 12191999"/>
              <a:gd name="connsiteY245" fmla="*/ 1628143 h 2083506"/>
              <a:gd name="connsiteX246" fmla="*/ 29133 w 12191999"/>
              <a:gd name="connsiteY246" fmla="*/ 1626172 h 2083506"/>
              <a:gd name="connsiteX247" fmla="*/ 0 w 12191999"/>
              <a:gd name="connsiteY247" fmla="*/ 1619589 h 20835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</a:cxnLst>
            <a:rect l="l" t="t" r="r" b="b"/>
            <a:pathLst>
              <a:path w="12191999" h="2083506">
                <a:moveTo>
                  <a:pt x="0" y="0"/>
                </a:moveTo>
                <a:lnTo>
                  <a:pt x="9429748" y="0"/>
                </a:lnTo>
                <a:lnTo>
                  <a:pt x="9429748" y="1"/>
                </a:lnTo>
                <a:lnTo>
                  <a:pt x="12191999" y="1"/>
                </a:lnTo>
                <a:lnTo>
                  <a:pt x="12191999" y="1164372"/>
                </a:lnTo>
                <a:lnTo>
                  <a:pt x="12147852" y="1163783"/>
                </a:lnTo>
                <a:cubicBezTo>
                  <a:pt x="12063101" y="1189107"/>
                  <a:pt x="12045020" y="1156925"/>
                  <a:pt x="11993604" y="1153496"/>
                </a:cubicBezTo>
                <a:cubicBezTo>
                  <a:pt x="11954216" y="1165241"/>
                  <a:pt x="11911195" y="1167350"/>
                  <a:pt x="11865319" y="1176624"/>
                </a:cubicBezTo>
                <a:cubicBezTo>
                  <a:pt x="11822513" y="1184682"/>
                  <a:pt x="11766915" y="1201558"/>
                  <a:pt x="11718353" y="1209136"/>
                </a:cubicBezTo>
                <a:cubicBezTo>
                  <a:pt x="11675379" y="1217463"/>
                  <a:pt x="11638007" y="1216639"/>
                  <a:pt x="11609067" y="1218512"/>
                </a:cubicBezTo>
                <a:cubicBezTo>
                  <a:pt x="11597582" y="1221322"/>
                  <a:pt x="11554280" y="1243577"/>
                  <a:pt x="11545958" y="1240430"/>
                </a:cubicBezTo>
                <a:lnTo>
                  <a:pt x="11445770" y="1225780"/>
                </a:lnTo>
                <a:cubicBezTo>
                  <a:pt x="11425543" y="1230782"/>
                  <a:pt x="11413740" y="1222096"/>
                  <a:pt x="11398842" y="1227250"/>
                </a:cubicBezTo>
                <a:cubicBezTo>
                  <a:pt x="11367060" y="1233093"/>
                  <a:pt x="11269285" y="1263712"/>
                  <a:pt x="11240093" y="1266797"/>
                </a:cubicBezTo>
                <a:cubicBezTo>
                  <a:pt x="11197297" y="1273685"/>
                  <a:pt x="11181311" y="1272682"/>
                  <a:pt x="11141364" y="1288059"/>
                </a:cubicBezTo>
                <a:cubicBezTo>
                  <a:pt x="11099891" y="1305386"/>
                  <a:pt x="11051533" y="1319157"/>
                  <a:pt x="11015396" y="1353104"/>
                </a:cubicBezTo>
                <a:cubicBezTo>
                  <a:pt x="11009424" y="1362217"/>
                  <a:pt x="10992328" y="1361966"/>
                  <a:pt x="10973905" y="1365109"/>
                </a:cubicBezTo>
                <a:cubicBezTo>
                  <a:pt x="10955482" y="1368254"/>
                  <a:pt x="10907369" y="1372817"/>
                  <a:pt x="10904858" y="1371966"/>
                </a:cubicBezTo>
                <a:cubicBezTo>
                  <a:pt x="10880521" y="1379494"/>
                  <a:pt x="10873670" y="1399734"/>
                  <a:pt x="10827883" y="1410270"/>
                </a:cubicBezTo>
                <a:cubicBezTo>
                  <a:pt x="10790248" y="1415655"/>
                  <a:pt x="10724899" y="1420726"/>
                  <a:pt x="10690996" y="1426394"/>
                </a:cubicBezTo>
                <a:cubicBezTo>
                  <a:pt x="10676463" y="1423331"/>
                  <a:pt x="10634514" y="1436908"/>
                  <a:pt x="10624461" y="1444283"/>
                </a:cubicBezTo>
                <a:cubicBezTo>
                  <a:pt x="10601952" y="1468442"/>
                  <a:pt x="10536224" y="1460228"/>
                  <a:pt x="10517208" y="1478947"/>
                </a:cubicBezTo>
                <a:cubicBezTo>
                  <a:pt x="10509508" y="1482271"/>
                  <a:pt x="10505833" y="1468818"/>
                  <a:pt x="10497937" y="1469831"/>
                </a:cubicBezTo>
                <a:lnTo>
                  <a:pt x="10471201" y="1486037"/>
                </a:lnTo>
                <a:lnTo>
                  <a:pt x="10448263" y="1478223"/>
                </a:lnTo>
                <a:lnTo>
                  <a:pt x="10388089" y="1507175"/>
                </a:lnTo>
                <a:cubicBezTo>
                  <a:pt x="10350285" y="1513081"/>
                  <a:pt x="10383281" y="1526586"/>
                  <a:pt x="10333720" y="1515848"/>
                </a:cubicBezTo>
                <a:cubicBezTo>
                  <a:pt x="10286428" y="1526223"/>
                  <a:pt x="10174884" y="1550019"/>
                  <a:pt x="10104338" y="1569424"/>
                </a:cubicBezTo>
                <a:cubicBezTo>
                  <a:pt x="10066963" y="1581564"/>
                  <a:pt x="9967395" y="1605712"/>
                  <a:pt x="9910445" y="1632275"/>
                </a:cubicBezTo>
                <a:cubicBezTo>
                  <a:pt x="9856131" y="1644130"/>
                  <a:pt x="9831118" y="1689967"/>
                  <a:pt x="9770872" y="1688088"/>
                </a:cubicBezTo>
                <a:cubicBezTo>
                  <a:pt x="9769882" y="1691843"/>
                  <a:pt x="9737016" y="1697044"/>
                  <a:pt x="9733849" y="1700034"/>
                </a:cubicBezTo>
                <a:lnTo>
                  <a:pt x="9703714" y="1730093"/>
                </a:lnTo>
                <a:lnTo>
                  <a:pt x="9698351" y="1730377"/>
                </a:lnTo>
                <a:lnTo>
                  <a:pt x="9632895" y="1736363"/>
                </a:lnTo>
                <a:lnTo>
                  <a:pt x="9569107" y="1741010"/>
                </a:lnTo>
                <a:cubicBezTo>
                  <a:pt x="9558961" y="1745882"/>
                  <a:pt x="9548028" y="1750646"/>
                  <a:pt x="9536451" y="1755120"/>
                </a:cubicBezTo>
                <a:lnTo>
                  <a:pt x="9529385" y="1757515"/>
                </a:lnTo>
                <a:lnTo>
                  <a:pt x="9498527" y="1753117"/>
                </a:lnTo>
                <a:lnTo>
                  <a:pt x="9436642" y="1755478"/>
                </a:lnTo>
                <a:lnTo>
                  <a:pt x="9429748" y="1756317"/>
                </a:lnTo>
                <a:lnTo>
                  <a:pt x="9429748" y="1768745"/>
                </a:lnTo>
                <a:lnTo>
                  <a:pt x="9425802" y="1769273"/>
                </a:lnTo>
                <a:cubicBezTo>
                  <a:pt x="9390751" y="1773262"/>
                  <a:pt x="9371406" y="1773457"/>
                  <a:pt x="9349763" y="1776107"/>
                </a:cubicBezTo>
                <a:cubicBezTo>
                  <a:pt x="9314721" y="1782260"/>
                  <a:pt x="9277650" y="1796217"/>
                  <a:pt x="9256503" y="1800699"/>
                </a:cubicBezTo>
                <a:lnTo>
                  <a:pt x="9222873" y="1803003"/>
                </a:lnTo>
                <a:lnTo>
                  <a:pt x="9224095" y="1807355"/>
                </a:lnTo>
                <a:lnTo>
                  <a:pt x="9211603" y="1807675"/>
                </a:lnTo>
                <a:lnTo>
                  <a:pt x="9183719" y="1807781"/>
                </a:lnTo>
                <a:cubicBezTo>
                  <a:pt x="9166319" y="1808439"/>
                  <a:pt x="9117935" y="1807396"/>
                  <a:pt x="9100221" y="1808989"/>
                </a:cubicBezTo>
                <a:cubicBezTo>
                  <a:pt x="9095111" y="1813630"/>
                  <a:pt x="9087224" y="1816160"/>
                  <a:pt x="9077439" y="1817333"/>
                </a:cubicBezTo>
                <a:lnTo>
                  <a:pt x="9055889" y="1817464"/>
                </a:lnTo>
                <a:lnTo>
                  <a:pt x="8930912" y="1828648"/>
                </a:lnTo>
                <a:lnTo>
                  <a:pt x="8913729" y="1829483"/>
                </a:lnTo>
                <a:lnTo>
                  <a:pt x="8904423" y="1833234"/>
                </a:lnTo>
                <a:cubicBezTo>
                  <a:pt x="8897319" y="1833982"/>
                  <a:pt x="8876911" y="1833498"/>
                  <a:pt x="8871099" y="1833979"/>
                </a:cubicBezTo>
                <a:lnTo>
                  <a:pt x="8869557" y="1836113"/>
                </a:lnTo>
                <a:cubicBezTo>
                  <a:pt x="8851043" y="1839524"/>
                  <a:pt x="8781405" y="1850882"/>
                  <a:pt x="8760021" y="1854442"/>
                </a:cubicBezTo>
                <a:cubicBezTo>
                  <a:pt x="8755749" y="1851161"/>
                  <a:pt x="8746183" y="1856343"/>
                  <a:pt x="8741254" y="1857469"/>
                </a:cubicBezTo>
                <a:cubicBezTo>
                  <a:pt x="8740491" y="1855259"/>
                  <a:pt x="8728559" y="1854585"/>
                  <a:pt x="8725039" y="1856552"/>
                </a:cubicBezTo>
                <a:cubicBezTo>
                  <a:pt x="8641157" y="1867333"/>
                  <a:pt x="8683145" y="1845054"/>
                  <a:pt x="8635265" y="1859168"/>
                </a:cubicBezTo>
                <a:cubicBezTo>
                  <a:pt x="8626795" y="1860103"/>
                  <a:pt x="8619931" y="1859212"/>
                  <a:pt x="8613911" y="1857561"/>
                </a:cubicBezTo>
                <a:lnTo>
                  <a:pt x="8604931" y="1854170"/>
                </a:lnTo>
                <a:lnTo>
                  <a:pt x="8570171" y="1860579"/>
                </a:lnTo>
                <a:cubicBezTo>
                  <a:pt x="8553049" y="1862813"/>
                  <a:pt x="8535028" y="1864294"/>
                  <a:pt x="8516537" y="1864971"/>
                </a:cubicBezTo>
                <a:cubicBezTo>
                  <a:pt x="8512388" y="1860455"/>
                  <a:pt x="8497874" y="1866870"/>
                  <a:pt x="8491046" y="1868141"/>
                </a:cubicBezTo>
                <a:cubicBezTo>
                  <a:pt x="8490975" y="1865191"/>
                  <a:pt x="8475847" y="1863778"/>
                  <a:pt x="8470478" y="1866216"/>
                </a:cubicBezTo>
                <a:cubicBezTo>
                  <a:pt x="8357654" y="1876758"/>
                  <a:pt x="8421139" y="1849210"/>
                  <a:pt x="8353433" y="1865729"/>
                </a:cubicBezTo>
                <a:lnTo>
                  <a:pt x="8347675" y="1865075"/>
                </a:lnTo>
                <a:lnTo>
                  <a:pt x="8343939" y="1865677"/>
                </a:lnTo>
                <a:cubicBezTo>
                  <a:pt x="8309852" y="1870841"/>
                  <a:pt x="8272587" y="1875809"/>
                  <a:pt x="8221566" y="1881148"/>
                </a:cubicBezTo>
                <a:cubicBezTo>
                  <a:pt x="8158043" y="1892960"/>
                  <a:pt x="8095547" y="1914042"/>
                  <a:pt x="8066095" y="1919902"/>
                </a:cubicBezTo>
                <a:cubicBezTo>
                  <a:pt x="8058949" y="1919234"/>
                  <a:pt x="8051921" y="1917862"/>
                  <a:pt x="8044849" y="1916308"/>
                </a:cubicBezTo>
                <a:lnTo>
                  <a:pt x="8041142" y="1915506"/>
                </a:lnTo>
                <a:lnTo>
                  <a:pt x="8022159" y="1911521"/>
                </a:lnTo>
                <a:lnTo>
                  <a:pt x="7944932" y="1917265"/>
                </a:lnTo>
                <a:lnTo>
                  <a:pt x="7879011" y="1928570"/>
                </a:lnTo>
                <a:lnTo>
                  <a:pt x="7865529" y="1934399"/>
                </a:lnTo>
                <a:lnTo>
                  <a:pt x="7774801" y="1947969"/>
                </a:lnTo>
                <a:lnTo>
                  <a:pt x="7748398" y="1955982"/>
                </a:lnTo>
                <a:lnTo>
                  <a:pt x="7740684" y="1955717"/>
                </a:lnTo>
                <a:cubicBezTo>
                  <a:pt x="7728362" y="1958584"/>
                  <a:pt x="7714099" y="1968442"/>
                  <a:pt x="7712976" y="1960442"/>
                </a:cubicBezTo>
                <a:lnTo>
                  <a:pt x="7699956" y="1966104"/>
                </a:lnTo>
                <a:lnTo>
                  <a:pt x="7684158" y="1962927"/>
                </a:lnTo>
                <a:cubicBezTo>
                  <a:pt x="7674684" y="1962643"/>
                  <a:pt x="7652105" y="1963177"/>
                  <a:pt x="7643109" y="1964400"/>
                </a:cubicBezTo>
                <a:lnTo>
                  <a:pt x="7630180" y="1970266"/>
                </a:lnTo>
                <a:lnTo>
                  <a:pt x="7609131" y="1971774"/>
                </a:lnTo>
                <a:cubicBezTo>
                  <a:pt x="7596694" y="1971644"/>
                  <a:pt x="7570258" y="1969757"/>
                  <a:pt x="7555555" y="1969491"/>
                </a:cubicBezTo>
                <a:cubicBezTo>
                  <a:pt x="7541460" y="1966540"/>
                  <a:pt x="7530571" y="1964848"/>
                  <a:pt x="7520919" y="1970177"/>
                </a:cubicBezTo>
                <a:cubicBezTo>
                  <a:pt x="7500295" y="1966884"/>
                  <a:pt x="7480780" y="1949401"/>
                  <a:pt x="7456258" y="1960468"/>
                </a:cubicBezTo>
                <a:cubicBezTo>
                  <a:pt x="7434946" y="1957506"/>
                  <a:pt x="7435772" y="1952500"/>
                  <a:pt x="7393047" y="1952408"/>
                </a:cubicBezTo>
                <a:cubicBezTo>
                  <a:pt x="7356520" y="1952860"/>
                  <a:pt x="7236307" y="1958626"/>
                  <a:pt x="7199912" y="1959913"/>
                </a:cubicBezTo>
                <a:cubicBezTo>
                  <a:pt x="7176501" y="1959942"/>
                  <a:pt x="7160098" y="1958343"/>
                  <a:pt x="7146774" y="1956641"/>
                </a:cubicBezTo>
                <a:lnTo>
                  <a:pt x="7122244" y="1953891"/>
                </a:lnTo>
                <a:lnTo>
                  <a:pt x="7032241" y="1962723"/>
                </a:lnTo>
                <a:cubicBezTo>
                  <a:pt x="6997214" y="1965198"/>
                  <a:pt x="6963725" y="1968396"/>
                  <a:pt x="6941492" y="1976868"/>
                </a:cubicBezTo>
                <a:cubicBezTo>
                  <a:pt x="6947015" y="1970398"/>
                  <a:pt x="6923088" y="1965379"/>
                  <a:pt x="6906514" y="1968589"/>
                </a:cubicBezTo>
                <a:cubicBezTo>
                  <a:pt x="6925890" y="1943204"/>
                  <a:pt x="6840983" y="1991464"/>
                  <a:pt x="6826395" y="1974141"/>
                </a:cubicBezTo>
                <a:cubicBezTo>
                  <a:pt x="6825676" y="1990223"/>
                  <a:pt x="6751393" y="2017492"/>
                  <a:pt x="6716431" y="2004297"/>
                </a:cubicBezTo>
                <a:cubicBezTo>
                  <a:pt x="6663167" y="2007518"/>
                  <a:pt x="6625450" y="2020811"/>
                  <a:pt x="6569607" y="2015496"/>
                </a:cubicBezTo>
                <a:cubicBezTo>
                  <a:pt x="6567874" y="2017648"/>
                  <a:pt x="6565034" y="2019449"/>
                  <a:pt x="6561430" y="2020996"/>
                </a:cubicBezTo>
                <a:lnTo>
                  <a:pt x="6549371" y="2024747"/>
                </a:lnTo>
                <a:lnTo>
                  <a:pt x="6547040" y="2024474"/>
                </a:lnTo>
                <a:cubicBezTo>
                  <a:pt x="6537882" y="2024425"/>
                  <a:pt x="6533193" y="2025332"/>
                  <a:pt x="6530482" y="2026659"/>
                </a:cubicBezTo>
                <a:lnTo>
                  <a:pt x="6528565" y="2028600"/>
                </a:lnTo>
                <a:lnTo>
                  <a:pt x="6517741" y="2030558"/>
                </a:lnTo>
                <a:lnTo>
                  <a:pt x="6497855" y="2035650"/>
                </a:lnTo>
                <a:lnTo>
                  <a:pt x="6492785" y="2035444"/>
                </a:lnTo>
                <a:lnTo>
                  <a:pt x="6460692" y="2041321"/>
                </a:lnTo>
                <a:lnTo>
                  <a:pt x="6459609" y="2040851"/>
                </a:lnTo>
                <a:cubicBezTo>
                  <a:pt x="6456451" y="2039933"/>
                  <a:pt x="6452734" y="2039508"/>
                  <a:pt x="6447765" y="2040102"/>
                </a:cubicBezTo>
                <a:cubicBezTo>
                  <a:pt x="6446007" y="2031126"/>
                  <a:pt x="6441093" y="2037380"/>
                  <a:pt x="6426590" y="2039928"/>
                </a:cubicBezTo>
                <a:cubicBezTo>
                  <a:pt x="6423606" y="2033241"/>
                  <a:pt x="6413230" y="2032925"/>
                  <a:pt x="6401693" y="2033537"/>
                </a:cubicBezTo>
                <a:lnTo>
                  <a:pt x="6387141" y="2033161"/>
                </a:lnTo>
                <a:lnTo>
                  <a:pt x="6357846" y="2036782"/>
                </a:lnTo>
                <a:lnTo>
                  <a:pt x="6342914" y="2037585"/>
                </a:lnTo>
                <a:lnTo>
                  <a:pt x="6336300" y="2038781"/>
                </a:lnTo>
                <a:lnTo>
                  <a:pt x="6317178" y="2038968"/>
                </a:lnTo>
                <a:lnTo>
                  <a:pt x="6161427" y="2047338"/>
                </a:lnTo>
                <a:cubicBezTo>
                  <a:pt x="6147824" y="2057658"/>
                  <a:pt x="6118908" y="2077615"/>
                  <a:pt x="6097339" y="2082438"/>
                </a:cubicBezTo>
                <a:cubicBezTo>
                  <a:pt x="6090149" y="2084046"/>
                  <a:pt x="6083776" y="2083972"/>
                  <a:pt x="6079059" y="2081299"/>
                </a:cubicBezTo>
                <a:cubicBezTo>
                  <a:pt x="6063900" y="2082334"/>
                  <a:pt x="6011621" y="2084537"/>
                  <a:pt x="5998439" y="2070958"/>
                </a:cubicBezTo>
                <a:cubicBezTo>
                  <a:pt x="5976443" y="2071759"/>
                  <a:pt x="5925514" y="2069780"/>
                  <a:pt x="5904290" y="2070255"/>
                </a:cubicBezTo>
                <a:cubicBezTo>
                  <a:pt x="5871515" y="2066244"/>
                  <a:pt x="5843986" y="2088249"/>
                  <a:pt x="5814867" y="2079032"/>
                </a:cubicBezTo>
                <a:cubicBezTo>
                  <a:pt x="5792003" y="2070559"/>
                  <a:pt x="5750009" y="2076273"/>
                  <a:pt x="5725743" y="2070558"/>
                </a:cubicBezTo>
                <a:cubicBezTo>
                  <a:pt x="5716432" y="2058355"/>
                  <a:pt x="5667424" y="2047322"/>
                  <a:pt x="5650546" y="2052412"/>
                </a:cubicBezTo>
                <a:cubicBezTo>
                  <a:pt x="5614627" y="2046084"/>
                  <a:pt x="5608108" y="2028306"/>
                  <a:pt x="5581284" y="2023175"/>
                </a:cubicBezTo>
                <a:lnTo>
                  <a:pt x="5572593" y="2018391"/>
                </a:lnTo>
                <a:lnTo>
                  <a:pt x="5548580" y="2016951"/>
                </a:lnTo>
                <a:cubicBezTo>
                  <a:pt x="5523726" y="2017783"/>
                  <a:pt x="5498337" y="2019663"/>
                  <a:pt x="5471173" y="2018786"/>
                </a:cubicBezTo>
                <a:cubicBezTo>
                  <a:pt x="5447687" y="2003020"/>
                  <a:pt x="5353807" y="2022324"/>
                  <a:pt x="5340320" y="2037611"/>
                </a:cubicBezTo>
                <a:cubicBezTo>
                  <a:pt x="5340015" y="2024215"/>
                  <a:pt x="5271937" y="2042455"/>
                  <a:pt x="5254376" y="2042928"/>
                </a:cubicBezTo>
                <a:cubicBezTo>
                  <a:pt x="5248522" y="2043086"/>
                  <a:pt x="5248281" y="2041270"/>
                  <a:pt x="5258035" y="2035649"/>
                </a:cubicBezTo>
                <a:cubicBezTo>
                  <a:pt x="5239374" y="2037214"/>
                  <a:pt x="5220112" y="2030252"/>
                  <a:pt x="5230622" y="2024576"/>
                </a:cubicBezTo>
                <a:cubicBezTo>
                  <a:pt x="5173932" y="2036724"/>
                  <a:pt x="5090262" y="2024645"/>
                  <a:pt x="5026203" y="2030162"/>
                </a:cubicBezTo>
                <a:cubicBezTo>
                  <a:pt x="4991280" y="2016814"/>
                  <a:pt x="5010212" y="2029164"/>
                  <a:pt x="4973988" y="2026668"/>
                </a:cubicBezTo>
                <a:cubicBezTo>
                  <a:pt x="4983896" y="2038955"/>
                  <a:pt x="4930012" y="2019774"/>
                  <a:pt x="4928030" y="2033642"/>
                </a:cubicBezTo>
                <a:cubicBezTo>
                  <a:pt x="4921501" y="2032748"/>
                  <a:pt x="4915238" y="2031445"/>
                  <a:pt x="4908970" y="2030033"/>
                </a:cubicBezTo>
                <a:lnTo>
                  <a:pt x="4905679" y="2029300"/>
                </a:lnTo>
                <a:lnTo>
                  <a:pt x="4892525" y="2028768"/>
                </a:lnTo>
                <a:lnTo>
                  <a:pt x="4888818" y="2025619"/>
                </a:lnTo>
                <a:lnTo>
                  <a:pt x="4869018" y="2022668"/>
                </a:lnTo>
                <a:cubicBezTo>
                  <a:pt x="4861602" y="2022028"/>
                  <a:pt x="4853622" y="2021880"/>
                  <a:pt x="4844804" y="2022527"/>
                </a:cubicBezTo>
                <a:cubicBezTo>
                  <a:pt x="4823110" y="2028022"/>
                  <a:pt x="4789330" y="2021287"/>
                  <a:pt x="4758778" y="2021694"/>
                </a:cubicBezTo>
                <a:lnTo>
                  <a:pt x="4744748" y="2023396"/>
                </a:lnTo>
                <a:lnTo>
                  <a:pt x="4698956" y="2020558"/>
                </a:lnTo>
                <a:cubicBezTo>
                  <a:pt x="4685921" y="2020008"/>
                  <a:pt x="4672392" y="2019718"/>
                  <a:pt x="4658147" y="2019920"/>
                </a:cubicBezTo>
                <a:lnTo>
                  <a:pt x="4631706" y="2021274"/>
                </a:lnTo>
                <a:lnTo>
                  <a:pt x="4624776" y="2020152"/>
                </a:lnTo>
                <a:cubicBezTo>
                  <a:pt x="4612703" y="2020277"/>
                  <a:pt x="4596727" y="2024226"/>
                  <a:pt x="4598150" y="2019429"/>
                </a:cubicBezTo>
                <a:lnTo>
                  <a:pt x="4584588" y="2021092"/>
                </a:lnTo>
                <a:lnTo>
                  <a:pt x="4571203" y="2017263"/>
                </a:lnTo>
                <a:cubicBezTo>
                  <a:pt x="4569736" y="2016374"/>
                  <a:pt x="4568633" y="2015427"/>
                  <a:pt x="4567930" y="2014458"/>
                </a:cubicBezTo>
                <a:lnTo>
                  <a:pt x="4548984" y="2015717"/>
                </a:lnTo>
                <a:lnTo>
                  <a:pt x="4533451" y="2012976"/>
                </a:lnTo>
                <a:lnTo>
                  <a:pt x="4519910" y="2014768"/>
                </a:lnTo>
                <a:lnTo>
                  <a:pt x="4514290" y="2014364"/>
                </a:lnTo>
                <a:lnTo>
                  <a:pt x="4500320" y="2013007"/>
                </a:lnTo>
                <a:cubicBezTo>
                  <a:pt x="4493159" y="2012056"/>
                  <a:pt x="4485144" y="2010910"/>
                  <a:pt x="4476219" y="2009993"/>
                </a:cubicBezTo>
                <a:lnTo>
                  <a:pt x="4468701" y="2009574"/>
                </a:lnTo>
                <a:lnTo>
                  <a:pt x="4452333" y="2004964"/>
                </a:lnTo>
                <a:cubicBezTo>
                  <a:pt x="4440422" y="2001479"/>
                  <a:pt x="4431048" y="1999130"/>
                  <a:pt x="4420644" y="2001021"/>
                </a:cubicBezTo>
                <a:cubicBezTo>
                  <a:pt x="4402911" y="1996519"/>
                  <a:pt x="4390524" y="1983900"/>
                  <a:pt x="4364856" y="1987267"/>
                </a:cubicBezTo>
                <a:cubicBezTo>
                  <a:pt x="4372645" y="1981550"/>
                  <a:pt x="4336350" y="1986575"/>
                  <a:pt x="4332062" y="1980703"/>
                </a:cubicBezTo>
                <a:cubicBezTo>
                  <a:pt x="4330083" y="1975974"/>
                  <a:pt x="4318612" y="1976397"/>
                  <a:pt x="4309876" y="1974653"/>
                </a:cubicBezTo>
                <a:cubicBezTo>
                  <a:pt x="4303650" y="1969824"/>
                  <a:pt x="4259693" y="1965414"/>
                  <a:pt x="4244391" y="1966109"/>
                </a:cubicBezTo>
                <a:cubicBezTo>
                  <a:pt x="4201255" y="1970914"/>
                  <a:pt x="4166558" y="1951471"/>
                  <a:pt x="4132071" y="1954813"/>
                </a:cubicBezTo>
                <a:cubicBezTo>
                  <a:pt x="4123041" y="1954358"/>
                  <a:pt x="4115554" y="1953263"/>
                  <a:pt x="4109069" y="1951778"/>
                </a:cubicBezTo>
                <a:lnTo>
                  <a:pt x="4092908" y="1946662"/>
                </a:lnTo>
                <a:cubicBezTo>
                  <a:pt x="4092707" y="1945539"/>
                  <a:pt x="4092506" y="1944415"/>
                  <a:pt x="4092306" y="1943291"/>
                </a:cubicBezTo>
                <a:lnTo>
                  <a:pt x="4080234" y="1941219"/>
                </a:lnTo>
                <a:lnTo>
                  <a:pt x="4077778" y="1940145"/>
                </a:lnTo>
                <a:cubicBezTo>
                  <a:pt x="4073105" y="1938081"/>
                  <a:pt x="4068339" y="1936119"/>
                  <a:pt x="4062936" y="1934506"/>
                </a:cubicBezTo>
                <a:cubicBezTo>
                  <a:pt x="4048082" y="1947155"/>
                  <a:pt x="4014523" y="1922869"/>
                  <a:pt x="4012506" y="1935475"/>
                </a:cubicBezTo>
                <a:cubicBezTo>
                  <a:pt x="3980228" y="1928812"/>
                  <a:pt x="3986775" y="1942559"/>
                  <a:pt x="3965880" y="1925968"/>
                </a:cubicBezTo>
                <a:cubicBezTo>
                  <a:pt x="3899515" y="1923414"/>
                  <a:pt x="3830855" y="1902158"/>
                  <a:pt x="3765338" y="1906649"/>
                </a:cubicBezTo>
                <a:cubicBezTo>
                  <a:pt x="3780686" y="1902635"/>
                  <a:pt x="3768784" y="1893856"/>
                  <a:pt x="3749493" y="1893071"/>
                </a:cubicBezTo>
                <a:cubicBezTo>
                  <a:pt x="3807776" y="1876857"/>
                  <a:pt x="3656400" y="1898030"/>
                  <a:pt x="3672704" y="1881383"/>
                </a:cubicBezTo>
                <a:cubicBezTo>
                  <a:pt x="3645532" y="1893973"/>
                  <a:pt x="3537791" y="1900656"/>
                  <a:pt x="3530082" y="1883187"/>
                </a:cubicBezTo>
                <a:cubicBezTo>
                  <a:pt x="3479808" y="1875044"/>
                  <a:pt x="3426017" y="1877998"/>
                  <a:pt x="3387664" y="1862579"/>
                </a:cubicBezTo>
                <a:cubicBezTo>
                  <a:pt x="3382649" y="1863935"/>
                  <a:pt x="3377277" y="1864791"/>
                  <a:pt x="3371681" y="1865293"/>
                </a:cubicBezTo>
                <a:lnTo>
                  <a:pt x="3355305" y="1865842"/>
                </a:lnTo>
                <a:lnTo>
                  <a:pt x="3353790" y="1865158"/>
                </a:lnTo>
                <a:cubicBezTo>
                  <a:pt x="3346144" y="1863282"/>
                  <a:pt x="3340687" y="1863057"/>
                  <a:pt x="3336210" y="1863564"/>
                </a:cubicBezTo>
                <a:lnTo>
                  <a:pt x="3331381" y="1864716"/>
                </a:lnTo>
                <a:lnTo>
                  <a:pt x="3319012" y="1864093"/>
                </a:lnTo>
                <a:lnTo>
                  <a:pt x="3293818" y="1864135"/>
                </a:lnTo>
                <a:lnTo>
                  <a:pt x="3289881" y="1862954"/>
                </a:lnTo>
                <a:lnTo>
                  <a:pt x="3253090" y="1861164"/>
                </a:lnTo>
                <a:cubicBezTo>
                  <a:pt x="3253042" y="1860968"/>
                  <a:pt x="3252996" y="1860771"/>
                  <a:pt x="3252949" y="1860574"/>
                </a:cubicBezTo>
                <a:cubicBezTo>
                  <a:pt x="3251799" y="1859213"/>
                  <a:pt x="3249368" y="1858131"/>
                  <a:pt x="3244187" y="1857604"/>
                </a:cubicBezTo>
                <a:cubicBezTo>
                  <a:pt x="3250860" y="1853873"/>
                  <a:pt x="3250577" y="1852999"/>
                  <a:pt x="3246570" y="1852946"/>
                </a:cubicBezTo>
                <a:lnTo>
                  <a:pt x="3237810" y="1853064"/>
                </a:lnTo>
                <a:lnTo>
                  <a:pt x="3230822" y="1855474"/>
                </a:lnTo>
                <a:cubicBezTo>
                  <a:pt x="3206812" y="1862286"/>
                  <a:pt x="3176733" y="1868865"/>
                  <a:pt x="3136549" y="1874037"/>
                </a:cubicBezTo>
                <a:cubicBezTo>
                  <a:pt x="3081163" y="1880168"/>
                  <a:pt x="2902557" y="1900580"/>
                  <a:pt x="2845754" y="1910932"/>
                </a:cubicBezTo>
                <a:cubicBezTo>
                  <a:pt x="2860822" y="1944376"/>
                  <a:pt x="2813389" y="1905358"/>
                  <a:pt x="2786878" y="1917162"/>
                </a:cubicBezTo>
                <a:cubicBezTo>
                  <a:pt x="2766803" y="1917398"/>
                  <a:pt x="2741628" y="1915886"/>
                  <a:pt x="2725298" y="1912340"/>
                </a:cubicBezTo>
                <a:cubicBezTo>
                  <a:pt x="2716680" y="1911427"/>
                  <a:pt x="2707572" y="1911972"/>
                  <a:pt x="2697754" y="1914863"/>
                </a:cubicBezTo>
                <a:cubicBezTo>
                  <a:pt x="2667185" y="1939014"/>
                  <a:pt x="2622149" y="1926211"/>
                  <a:pt x="2568063" y="1936283"/>
                </a:cubicBezTo>
                <a:cubicBezTo>
                  <a:pt x="2552625" y="1932001"/>
                  <a:pt x="2502682" y="1953378"/>
                  <a:pt x="2489784" y="1943720"/>
                </a:cubicBezTo>
                <a:cubicBezTo>
                  <a:pt x="2478524" y="1943155"/>
                  <a:pt x="2467418" y="1949411"/>
                  <a:pt x="2458978" y="1938095"/>
                </a:cubicBezTo>
                <a:cubicBezTo>
                  <a:pt x="2417552" y="1934639"/>
                  <a:pt x="2366376" y="1931293"/>
                  <a:pt x="2318712" y="1934474"/>
                </a:cubicBezTo>
                <a:cubicBezTo>
                  <a:pt x="2296029" y="1936526"/>
                  <a:pt x="2282069" y="1938434"/>
                  <a:pt x="2268709" y="1940521"/>
                </a:cubicBezTo>
                <a:lnTo>
                  <a:pt x="2264080" y="1941232"/>
                </a:lnTo>
                <a:lnTo>
                  <a:pt x="2254684" y="1943524"/>
                </a:lnTo>
                <a:lnTo>
                  <a:pt x="2252523" y="1943004"/>
                </a:lnTo>
                <a:lnTo>
                  <a:pt x="2173350" y="1929202"/>
                </a:lnTo>
                <a:lnTo>
                  <a:pt x="2155266" y="1920267"/>
                </a:lnTo>
                <a:lnTo>
                  <a:pt x="2091013" y="1914631"/>
                </a:lnTo>
                <a:cubicBezTo>
                  <a:pt x="2033357" y="1920614"/>
                  <a:pt x="2070513" y="1905065"/>
                  <a:pt x="2030712" y="1897690"/>
                </a:cubicBezTo>
                <a:cubicBezTo>
                  <a:pt x="1994539" y="1893055"/>
                  <a:pt x="1958569" y="1883188"/>
                  <a:pt x="1908838" y="1892222"/>
                </a:cubicBezTo>
                <a:cubicBezTo>
                  <a:pt x="1897236" y="1896147"/>
                  <a:pt x="1883338" y="1892415"/>
                  <a:pt x="1877796" y="1883887"/>
                </a:cubicBezTo>
                <a:cubicBezTo>
                  <a:pt x="1876842" y="1882419"/>
                  <a:pt x="1876177" y="1880863"/>
                  <a:pt x="1875824" y="1879265"/>
                </a:cubicBezTo>
                <a:cubicBezTo>
                  <a:pt x="1843474" y="1887199"/>
                  <a:pt x="1841511" y="1873818"/>
                  <a:pt x="1823048" y="1881064"/>
                </a:cubicBezTo>
                <a:cubicBezTo>
                  <a:pt x="1792640" y="1872164"/>
                  <a:pt x="1782358" y="1850450"/>
                  <a:pt x="1765736" y="1856578"/>
                </a:cubicBezTo>
                <a:cubicBezTo>
                  <a:pt x="1753024" y="1849107"/>
                  <a:pt x="1745932" y="1828316"/>
                  <a:pt x="1725669" y="1833744"/>
                </a:cubicBezTo>
                <a:cubicBezTo>
                  <a:pt x="1727428" y="1831405"/>
                  <a:pt x="1726953" y="1830157"/>
                  <a:pt x="1725216" y="1829447"/>
                </a:cubicBezTo>
                <a:lnTo>
                  <a:pt x="1721485" y="1828960"/>
                </a:lnTo>
                <a:lnTo>
                  <a:pt x="1717786" y="1832224"/>
                </a:lnTo>
                <a:cubicBezTo>
                  <a:pt x="1703445" y="1843277"/>
                  <a:pt x="1706547" y="1827935"/>
                  <a:pt x="1689907" y="1825425"/>
                </a:cubicBezTo>
                <a:cubicBezTo>
                  <a:pt x="1682338" y="1823445"/>
                  <a:pt x="1685181" y="1820226"/>
                  <a:pt x="1688093" y="1817391"/>
                </a:cubicBezTo>
                <a:lnTo>
                  <a:pt x="1496789" y="1805297"/>
                </a:lnTo>
                <a:cubicBezTo>
                  <a:pt x="1463551" y="1793913"/>
                  <a:pt x="1426345" y="1786892"/>
                  <a:pt x="1392839" y="1758649"/>
                </a:cubicBezTo>
                <a:cubicBezTo>
                  <a:pt x="1386461" y="1750573"/>
                  <a:pt x="1374031" y="1756918"/>
                  <a:pt x="1360872" y="1752441"/>
                </a:cubicBezTo>
                <a:cubicBezTo>
                  <a:pt x="1347711" y="1747963"/>
                  <a:pt x="1332751" y="1735898"/>
                  <a:pt x="1313885" y="1731785"/>
                </a:cubicBezTo>
                <a:cubicBezTo>
                  <a:pt x="1281989" y="1726305"/>
                  <a:pt x="1256405" y="1739744"/>
                  <a:pt x="1247665" y="1727765"/>
                </a:cubicBezTo>
                <a:cubicBezTo>
                  <a:pt x="1231363" y="1728538"/>
                  <a:pt x="1209120" y="1742556"/>
                  <a:pt x="1196850" y="1729622"/>
                </a:cubicBezTo>
                <a:cubicBezTo>
                  <a:pt x="1195195" y="1740224"/>
                  <a:pt x="1178147" y="1721561"/>
                  <a:pt x="1168728" y="1728550"/>
                </a:cubicBezTo>
                <a:cubicBezTo>
                  <a:pt x="1152073" y="1727193"/>
                  <a:pt x="1122804" y="1725926"/>
                  <a:pt x="1096918" y="1721485"/>
                </a:cubicBezTo>
                <a:lnTo>
                  <a:pt x="1094082" y="1720113"/>
                </a:lnTo>
                <a:lnTo>
                  <a:pt x="1040782" y="1721762"/>
                </a:lnTo>
                <a:cubicBezTo>
                  <a:pt x="987172" y="1722352"/>
                  <a:pt x="1023272" y="1708707"/>
                  <a:pt x="955980" y="1719289"/>
                </a:cubicBezTo>
                <a:cubicBezTo>
                  <a:pt x="948995" y="1714208"/>
                  <a:pt x="940521" y="1713816"/>
                  <a:pt x="926108" y="1715917"/>
                </a:cubicBezTo>
                <a:cubicBezTo>
                  <a:pt x="900077" y="1715834"/>
                  <a:pt x="902688" y="1703436"/>
                  <a:pt x="876049" y="1710422"/>
                </a:cubicBezTo>
                <a:cubicBezTo>
                  <a:pt x="881084" y="1703830"/>
                  <a:pt x="826830" y="1706893"/>
                  <a:pt x="839194" y="1700176"/>
                </a:cubicBezTo>
                <a:cubicBezTo>
                  <a:pt x="822548" y="1693764"/>
                  <a:pt x="813674" y="1703628"/>
                  <a:pt x="797112" y="1698014"/>
                </a:cubicBezTo>
                <a:cubicBezTo>
                  <a:pt x="778195" y="1696418"/>
                  <a:pt x="807647" y="1705364"/>
                  <a:pt x="786610" y="1705455"/>
                </a:cubicBezTo>
                <a:cubicBezTo>
                  <a:pt x="761170" y="1704357"/>
                  <a:pt x="760599" y="1716610"/>
                  <a:pt x="741833" y="1700566"/>
                </a:cubicBezTo>
                <a:lnTo>
                  <a:pt x="673985" y="1692278"/>
                </a:lnTo>
                <a:cubicBezTo>
                  <a:pt x="658515" y="1695829"/>
                  <a:pt x="646395" y="1693620"/>
                  <a:pt x="634665" y="1689550"/>
                </a:cubicBezTo>
                <a:cubicBezTo>
                  <a:pt x="599149" y="1689690"/>
                  <a:pt x="567176" y="1683160"/>
                  <a:pt x="527471" y="1679869"/>
                </a:cubicBezTo>
                <a:cubicBezTo>
                  <a:pt x="484099" y="1683240"/>
                  <a:pt x="462693" y="1671949"/>
                  <a:pt x="420260" y="1668475"/>
                </a:cubicBezTo>
                <a:cubicBezTo>
                  <a:pt x="377482" y="1677390"/>
                  <a:pt x="393500" y="1652730"/>
                  <a:pt x="357630" y="1652142"/>
                </a:cubicBezTo>
                <a:cubicBezTo>
                  <a:pt x="298692" y="1659518"/>
                  <a:pt x="359631" y="1643849"/>
                  <a:pt x="269407" y="1643812"/>
                </a:cubicBezTo>
                <a:cubicBezTo>
                  <a:pt x="264204" y="1645215"/>
                  <a:pt x="253436" y="1643159"/>
                  <a:pt x="254769" y="1641013"/>
                </a:cubicBezTo>
                <a:cubicBezTo>
                  <a:pt x="234996" y="1641090"/>
                  <a:pt x="179093" y="1626583"/>
                  <a:pt x="150763" y="1628143"/>
                </a:cubicBezTo>
                <a:cubicBezTo>
                  <a:pt x="96232" y="1619954"/>
                  <a:pt x="68845" y="1629422"/>
                  <a:pt x="29133" y="1626172"/>
                </a:cubicBezTo>
                <a:lnTo>
                  <a:pt x="0" y="1619589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D6F34514-3E52-121C-6EF4-940AD881C0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8675" y="635525"/>
            <a:ext cx="10534650" cy="1071402"/>
          </a:xfrm>
        </p:spPr>
        <p:txBody>
          <a:bodyPr vert="horz" lIns="91440" tIns="45720" rIns="91440" bIns="45720" rtlCol="0" anchor="b">
            <a:noAutofit/>
          </a:bodyPr>
          <a:lstStyle/>
          <a:p>
            <a:pPr algn="ctr"/>
            <a:r>
              <a:rPr lang="en-US" sz="9600" kern="1200">
                <a:latin typeface="+mj-lt"/>
                <a:ea typeface="+mj-ea"/>
                <a:cs typeface="+mj-cs"/>
              </a:rPr>
              <a:t>Data source</a:t>
            </a:r>
            <a:endParaRPr lang="en-US" sz="9600" kern="1200">
              <a:latin typeface="+mj-lt"/>
            </a:endParaRPr>
          </a:p>
        </p:txBody>
      </p:sp>
      <p:pic>
        <p:nvPicPr>
          <p:cNvPr id="4" name="Platshållare för innehåll 3">
            <a:extLst>
              <a:ext uri="{FF2B5EF4-FFF2-40B4-BE49-F238E27FC236}">
                <a16:creationId xmlns:a16="http://schemas.microsoft.com/office/drawing/2014/main" id="{FF8214CC-737D-1D9C-F594-84311328F53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233" y="3791072"/>
            <a:ext cx="12028310" cy="1201418"/>
          </a:xfrm>
          <a:prstGeom prst="rect">
            <a:avLst/>
          </a:prstGeom>
        </p:spPr>
      </p:pic>
      <p:pic>
        <p:nvPicPr>
          <p:cNvPr id="5" name="Bildobjekt 4">
            <a:extLst>
              <a:ext uri="{FF2B5EF4-FFF2-40B4-BE49-F238E27FC236}">
                <a16:creationId xmlns:a16="http://schemas.microsoft.com/office/drawing/2014/main" id="{43AC9F50-FDE5-65CC-B563-D7306103148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643" t="8920" r="3676" b="3842"/>
          <a:stretch>
            <a:fillRect/>
          </a:stretch>
        </p:blipFill>
        <p:spPr>
          <a:xfrm>
            <a:off x="3386" y="222743"/>
            <a:ext cx="12188632" cy="6414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570871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7">
            <a:extLst>
              <a:ext uri="{FF2B5EF4-FFF2-40B4-BE49-F238E27FC236}">
                <a16:creationId xmlns:a16="http://schemas.microsoft.com/office/drawing/2014/main" id="{A7AE9375-4664-4DB2-922D-2782A6E439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CE430186-6041-FDF6-3B56-DC93A98043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2635" y="1250575"/>
            <a:ext cx="4604274" cy="4163210"/>
          </a:xfrm>
        </p:spPr>
        <p:txBody>
          <a:bodyPr anchor="ctr">
            <a:normAutofit/>
          </a:bodyPr>
          <a:lstStyle/>
          <a:p>
            <a:r>
              <a:rPr lang="sv-SE" sz="8000">
                <a:solidFill>
                  <a:schemeClr val="bg1"/>
                </a:solidFill>
                <a:ea typeface="+mj-lt"/>
                <a:cs typeface="+mj-lt"/>
              </a:rPr>
              <a:t>Läsa en befintlig fil</a:t>
            </a:r>
          </a:p>
        </p:txBody>
      </p:sp>
      <p:sp>
        <p:nvSpPr>
          <p:cNvPr id="27" name="Rectangle 9">
            <a:extLst>
              <a:ext uri="{FF2B5EF4-FFF2-40B4-BE49-F238E27FC236}">
                <a16:creationId xmlns:a16="http://schemas.microsoft.com/office/drawing/2014/main" id="{C2C57604-0CFD-4023-B9BD-107166A253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26476" y="1100949"/>
            <a:ext cx="4996593" cy="4462463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7BD36191-60D1-72F3-548A-FE48065812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28703" y="4315"/>
            <a:ext cx="6466948" cy="685256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sv-SE" sz="1800">
                <a:solidFill>
                  <a:schemeClr val="bg1"/>
                </a:solidFill>
                <a:ea typeface="+mn-lt"/>
                <a:cs typeface="+mn-lt"/>
              </a:rPr>
              <a:t>hcl</a:t>
            </a:r>
            <a:endParaRPr lang="sv-SE"/>
          </a:p>
          <a:p>
            <a:pPr marL="0" indent="0">
              <a:buNone/>
            </a:pPr>
            <a:r>
              <a:rPr lang="sv-SE" sz="2000" i="1">
                <a:solidFill>
                  <a:srgbClr val="A0A1A7"/>
                </a:solidFill>
                <a:latin typeface="Consolas"/>
              </a:rPr>
              <a:t># data.tf – Läs en JSON-fil</a:t>
            </a:r>
            <a:r>
              <a:rPr lang="sv-SE" sz="2000" dirty="0">
                <a:solidFill>
                  <a:srgbClr val="0F1115"/>
                </a:solidFill>
                <a:latin typeface="Consolas"/>
              </a:rPr>
              <a:t>
</a:t>
            </a:r>
            <a:r>
              <a:rPr lang="sv-SE" sz="2000">
                <a:solidFill>
                  <a:srgbClr val="A626A4"/>
                </a:solidFill>
                <a:latin typeface="Consolas"/>
              </a:rPr>
              <a:t>data </a:t>
            </a:r>
            <a:r>
              <a:rPr lang="sv-SE" sz="2000">
                <a:solidFill>
                  <a:srgbClr val="4078F2"/>
                </a:solidFill>
                <a:latin typeface="Consolas"/>
              </a:rPr>
              <a:t>"local_file"</a:t>
            </a:r>
            <a:r>
              <a:rPr lang="sv-SE" sz="2000" dirty="0">
                <a:solidFill>
                  <a:srgbClr val="0F1115"/>
                </a:solidFill>
                <a:latin typeface="Consolas"/>
              </a:rPr>
              <a:t> </a:t>
            </a:r>
            <a:r>
              <a:rPr lang="sv-SE" sz="2000">
                <a:solidFill>
                  <a:srgbClr val="50A14F"/>
                </a:solidFill>
                <a:latin typeface="Consolas"/>
              </a:rPr>
              <a:t>"policy"</a:t>
            </a:r>
            <a:r>
              <a:rPr lang="sv-SE" sz="2000" dirty="0">
                <a:solidFill>
                  <a:srgbClr val="0F1115"/>
                </a:solidFill>
                <a:latin typeface="Consolas"/>
              </a:rPr>
              <a:t> </a:t>
            </a:r>
            <a:r>
              <a:rPr lang="sv-SE" sz="2000">
                <a:solidFill>
                  <a:srgbClr val="383A42"/>
                </a:solidFill>
                <a:latin typeface="Consolas"/>
              </a:rPr>
              <a:t>{</a:t>
            </a:r>
            <a:r>
              <a:rPr lang="sv-SE" sz="2000" dirty="0">
                <a:solidFill>
                  <a:srgbClr val="0F1115"/>
                </a:solidFill>
                <a:latin typeface="Consolas"/>
              </a:rPr>
              <a:t>
  </a:t>
            </a:r>
            <a:r>
              <a:rPr lang="sv-SE" sz="2000">
                <a:solidFill>
                  <a:srgbClr val="E45649"/>
                </a:solidFill>
                <a:latin typeface="Consolas"/>
              </a:rPr>
              <a:t>filename</a:t>
            </a:r>
            <a:r>
              <a:rPr lang="sv-SE" sz="2000" dirty="0">
                <a:solidFill>
                  <a:srgbClr val="0F1115"/>
                </a:solidFill>
                <a:latin typeface="Consolas"/>
              </a:rPr>
              <a:t> </a:t>
            </a:r>
            <a:r>
              <a:rPr lang="sv-SE" sz="2000">
                <a:solidFill>
                  <a:srgbClr val="383A42"/>
                </a:solidFill>
                <a:latin typeface="Consolas"/>
              </a:rPr>
              <a:t>=</a:t>
            </a:r>
            <a:r>
              <a:rPr lang="sv-SE" sz="2000" dirty="0">
                <a:solidFill>
                  <a:srgbClr val="0F1115"/>
                </a:solidFill>
                <a:latin typeface="Consolas"/>
              </a:rPr>
              <a:t> </a:t>
            </a:r>
            <a:r>
              <a:rPr lang="sv-SE" sz="2000">
                <a:solidFill>
                  <a:srgbClr val="50A14F"/>
                </a:solidFill>
                <a:latin typeface="Consolas"/>
              </a:rPr>
              <a:t>"</a:t>
            </a:r>
            <a:r>
              <a:rPr lang="sv-SE" sz="2000">
                <a:solidFill>
                  <a:srgbClr val="383A42"/>
                </a:solidFill>
                <a:latin typeface="Consolas"/>
              </a:rPr>
              <a:t>${</a:t>
            </a:r>
            <a:r>
              <a:rPr lang="sv-SE" sz="2000">
                <a:solidFill>
                  <a:srgbClr val="A626A4"/>
                </a:solidFill>
                <a:latin typeface="Consolas"/>
              </a:rPr>
              <a:t>path</a:t>
            </a:r>
            <a:r>
              <a:rPr lang="sv-SE" sz="2000">
                <a:solidFill>
                  <a:srgbClr val="383A42"/>
                </a:solidFill>
                <a:latin typeface="Consolas"/>
              </a:rPr>
              <a:t>.</a:t>
            </a:r>
            <a:r>
              <a:rPr lang="sv-SE" sz="2000">
                <a:solidFill>
                  <a:srgbClr val="4078F2"/>
                </a:solidFill>
                <a:latin typeface="Consolas"/>
              </a:rPr>
              <a:t>module</a:t>
            </a:r>
            <a:r>
              <a:rPr lang="sv-SE" sz="2000">
                <a:solidFill>
                  <a:srgbClr val="383A42"/>
                </a:solidFill>
                <a:latin typeface="Consolas"/>
              </a:rPr>
              <a:t>}</a:t>
            </a:r>
            <a:r>
              <a:rPr lang="sv-SE" sz="2000">
                <a:solidFill>
                  <a:srgbClr val="50A14F"/>
                </a:solidFill>
                <a:latin typeface="Consolas"/>
              </a:rPr>
              <a:t>/policy.json"</a:t>
            </a:r>
            <a:r>
              <a:rPr lang="sv-SE" sz="2000" dirty="0">
                <a:solidFill>
                  <a:srgbClr val="0F1115"/>
                </a:solidFill>
                <a:latin typeface="Consolas"/>
              </a:rPr>
              <a:t>
</a:t>
            </a:r>
            <a:r>
              <a:rPr lang="sv-SE" sz="2000">
                <a:solidFill>
                  <a:srgbClr val="383A42"/>
                </a:solidFill>
                <a:latin typeface="Consolas"/>
              </a:rPr>
              <a:t>}</a:t>
            </a:r>
            <a:r>
              <a:rPr lang="sv-SE" sz="2000" dirty="0">
                <a:solidFill>
                  <a:srgbClr val="0F1115"/>
                </a:solidFill>
                <a:latin typeface="Consolas"/>
              </a:rPr>
              <a:t>
</a:t>
            </a:r>
            <a:r>
              <a:rPr lang="sv-SE" sz="2000" i="1">
                <a:solidFill>
                  <a:srgbClr val="A0A1A7"/>
                </a:solidFill>
                <a:latin typeface="Consolas"/>
              </a:rPr>
              <a:t># Använd innehållet i en resource</a:t>
            </a:r>
            <a:r>
              <a:rPr lang="sv-SE" sz="2000" dirty="0">
                <a:solidFill>
                  <a:srgbClr val="0F1115"/>
                </a:solidFill>
                <a:latin typeface="Consolas"/>
              </a:rPr>
              <a:t>
</a:t>
            </a:r>
            <a:r>
              <a:rPr lang="sv-SE" sz="2000">
                <a:solidFill>
                  <a:srgbClr val="A626A4"/>
                </a:solidFill>
                <a:latin typeface="Consolas"/>
              </a:rPr>
              <a:t>resource </a:t>
            </a:r>
            <a:r>
              <a:rPr lang="sv-SE" sz="2000">
                <a:solidFill>
                  <a:srgbClr val="4078F2"/>
                </a:solidFill>
                <a:latin typeface="Consolas"/>
              </a:rPr>
              <a:t>"local_file"</a:t>
            </a:r>
            <a:r>
              <a:rPr lang="sv-SE" sz="2000" dirty="0">
                <a:solidFill>
                  <a:srgbClr val="0F1115"/>
                </a:solidFill>
                <a:latin typeface="Consolas"/>
              </a:rPr>
              <a:t> </a:t>
            </a:r>
            <a:r>
              <a:rPr lang="sv-SE" sz="2000">
                <a:solidFill>
                  <a:srgbClr val="50A14F"/>
                </a:solidFill>
                <a:latin typeface="Consolas"/>
              </a:rPr>
              <a:t>"deployment_ready"</a:t>
            </a:r>
            <a:r>
              <a:rPr lang="sv-SE" sz="2000" dirty="0">
                <a:solidFill>
                  <a:srgbClr val="0F1115"/>
                </a:solidFill>
                <a:latin typeface="Consolas"/>
              </a:rPr>
              <a:t> </a:t>
            </a:r>
            <a:r>
              <a:rPr lang="sv-SE" sz="2000">
                <a:solidFill>
                  <a:srgbClr val="383A42"/>
                </a:solidFill>
                <a:latin typeface="Consolas"/>
              </a:rPr>
              <a:t>{</a:t>
            </a:r>
            <a:r>
              <a:rPr lang="sv-SE" sz="2000" dirty="0">
                <a:solidFill>
                  <a:srgbClr val="0F1115"/>
                </a:solidFill>
                <a:latin typeface="Consolas"/>
              </a:rPr>
              <a:t>
  </a:t>
            </a:r>
            <a:r>
              <a:rPr lang="sv-SE" sz="2000">
                <a:solidFill>
                  <a:srgbClr val="E45649"/>
                </a:solidFill>
                <a:latin typeface="Consolas"/>
              </a:rPr>
              <a:t>filename</a:t>
            </a:r>
            <a:r>
              <a:rPr lang="sv-SE" sz="2000" dirty="0">
                <a:solidFill>
                  <a:srgbClr val="0F1115"/>
                </a:solidFill>
                <a:latin typeface="Consolas"/>
              </a:rPr>
              <a:t> </a:t>
            </a:r>
            <a:r>
              <a:rPr lang="sv-SE" sz="2000">
                <a:solidFill>
                  <a:srgbClr val="383A42"/>
                </a:solidFill>
                <a:latin typeface="Consolas"/>
              </a:rPr>
              <a:t>=</a:t>
            </a:r>
            <a:r>
              <a:rPr lang="sv-SE" sz="2000" dirty="0">
                <a:solidFill>
                  <a:srgbClr val="0F1115"/>
                </a:solidFill>
                <a:latin typeface="Consolas"/>
              </a:rPr>
              <a:t> </a:t>
            </a:r>
            <a:r>
              <a:rPr lang="sv-SE" sz="2000">
                <a:solidFill>
                  <a:srgbClr val="50A14F"/>
                </a:solidFill>
                <a:latin typeface="Consolas"/>
              </a:rPr>
              <a:t>"C:/temp/deployment_ready.txt"</a:t>
            </a:r>
            <a:r>
              <a:rPr lang="sv-SE" sz="2000" dirty="0">
                <a:solidFill>
                  <a:srgbClr val="0F1115"/>
                </a:solidFill>
                <a:latin typeface="Consolas"/>
              </a:rPr>
              <a:t>
  </a:t>
            </a:r>
            <a:r>
              <a:rPr lang="sv-SE" sz="2000">
                <a:solidFill>
                  <a:srgbClr val="E45649"/>
                </a:solidFill>
                <a:latin typeface="Consolas"/>
              </a:rPr>
              <a:t>content</a:t>
            </a:r>
            <a:r>
              <a:rPr lang="sv-SE" sz="2000" dirty="0">
                <a:solidFill>
                  <a:srgbClr val="0F1115"/>
                </a:solidFill>
                <a:latin typeface="Consolas"/>
              </a:rPr>
              <a:t>  </a:t>
            </a:r>
            <a:r>
              <a:rPr lang="sv-SE" sz="2000">
                <a:solidFill>
                  <a:srgbClr val="383A42"/>
                </a:solidFill>
                <a:latin typeface="Consolas"/>
              </a:rPr>
              <a:t>=</a:t>
            </a:r>
            <a:r>
              <a:rPr lang="sv-SE" sz="2000" dirty="0">
                <a:solidFill>
                  <a:srgbClr val="0F1115"/>
                </a:solidFill>
                <a:latin typeface="Consolas"/>
              </a:rPr>
              <a:t> </a:t>
            </a:r>
            <a:r>
              <a:rPr lang="sv-SE" sz="2000">
                <a:solidFill>
                  <a:srgbClr val="0F1115"/>
                </a:solidFill>
                <a:latin typeface="Consolas"/>
              </a:rPr>
              <a:t>data.local_file.policy.content  </a:t>
            </a:r>
            <a:r>
              <a:rPr lang="sv-SE" sz="2000" i="1">
                <a:solidFill>
                  <a:srgbClr val="A0A1A7"/>
                </a:solidFill>
                <a:latin typeface="Consolas"/>
              </a:rPr>
              <a:t># Innehållet från filen</a:t>
            </a:r>
            <a:r>
              <a:rPr lang="sv-SE" sz="2000" dirty="0">
                <a:solidFill>
                  <a:srgbClr val="0F1115"/>
                </a:solidFill>
                <a:latin typeface="Consolas"/>
              </a:rPr>
              <a:t>
</a:t>
            </a:r>
            <a:r>
              <a:rPr lang="sv-SE" sz="2000">
                <a:solidFill>
                  <a:srgbClr val="383A42"/>
                </a:solidFill>
                <a:latin typeface="Consolas"/>
              </a:rPr>
              <a:t>}</a:t>
            </a:r>
            <a:endParaRPr lang="sv-SE" sz="2000">
              <a:solidFill>
                <a:srgbClr val="383A4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4581240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955A2079-FA98-4876-80F0-72364A7D2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E8E2427E-29CB-CA33-3066-087F7EEDD2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5068" y="-3529"/>
            <a:ext cx="10515600" cy="1133499"/>
          </a:xfrm>
        </p:spPr>
        <p:txBody>
          <a:bodyPr>
            <a:normAutofit/>
          </a:bodyPr>
          <a:lstStyle/>
          <a:p>
            <a:pPr algn="ctr"/>
            <a:r>
              <a:rPr lang="sv-SE" sz="5200">
                <a:ea typeface="+mj-lt"/>
                <a:cs typeface="+mj-lt"/>
              </a:rPr>
              <a:t>Vanliga data sources</a:t>
            </a:r>
            <a:endParaRPr lang="sv-SE" sz="5200"/>
          </a:p>
        </p:txBody>
      </p:sp>
      <p:graphicFrame>
        <p:nvGraphicFramePr>
          <p:cNvPr id="6" name="Platshållare för innehåll 2">
            <a:extLst>
              <a:ext uri="{FF2B5EF4-FFF2-40B4-BE49-F238E27FC236}">
                <a16:creationId xmlns:a16="http://schemas.microsoft.com/office/drawing/2014/main" id="{83D347E9-2D81-B7FF-96B9-9C5C651BC4A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78494602"/>
              </p:ext>
            </p:extLst>
          </p:nvPr>
        </p:nvGraphicFramePr>
        <p:xfrm>
          <a:off x="219974" y="1138687"/>
          <a:ext cx="11665788" cy="570401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2089449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E8A8EAB8-D2FF-444D-B34B-7D32F106AD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747C6874-07D7-D211-7ED7-391D0BFA3E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4141" y="1450655"/>
            <a:ext cx="3932030" cy="3956690"/>
          </a:xfrm>
        </p:spPr>
        <p:txBody>
          <a:bodyPr anchor="ctr">
            <a:normAutofit/>
          </a:bodyPr>
          <a:lstStyle/>
          <a:p>
            <a:r>
              <a:rPr lang="sv-SE" sz="6200">
                <a:solidFill>
                  <a:schemeClr val="bg1"/>
                </a:solidFill>
                <a:ea typeface="+mj-lt"/>
                <a:cs typeface="+mj-lt"/>
              </a:rPr>
              <a:t>Terraform State – Ditt Viktigaste "Minne"</a:t>
            </a:r>
            <a:endParaRPr lang="sv-SE" sz="6200">
              <a:solidFill>
                <a:schemeClr val="bg1"/>
              </a:solidFill>
            </a:endParaRP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067633D1-6EE6-4118-B9F0-B363477BEE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014141" y="1450655"/>
            <a:ext cx="393203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4AD7FFC6-42A9-49CB-B5E9-B3F6B03833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014141" y="5408571"/>
            <a:ext cx="393203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8FF10680-A2B8-D49A-6863-93CB1748FE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77133" y="518590"/>
            <a:ext cx="6489768" cy="577966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sv-SE">
                <a:solidFill>
                  <a:schemeClr val="bg1"/>
                </a:solidFill>
                <a:ea typeface="+mn-lt"/>
                <a:cs typeface="+mn-lt"/>
              </a:rPr>
              <a:t>State = Terraforms minne – håller reda på vad som har skapats</a:t>
            </a:r>
            <a:endParaRPr lang="sv-SE" dirty="0">
              <a:solidFill>
                <a:schemeClr val="bg1"/>
              </a:solidFill>
              <a:ea typeface="+mn-lt"/>
              <a:cs typeface="+mn-lt"/>
            </a:endParaRPr>
          </a:p>
          <a:p>
            <a:pPr>
              <a:buNone/>
            </a:pPr>
            <a:endParaRPr lang="sv-SE" dirty="0">
              <a:solidFill>
                <a:schemeClr val="bg1"/>
              </a:solidFill>
              <a:ea typeface="+mn-lt"/>
              <a:cs typeface="+mn-lt"/>
            </a:endParaRPr>
          </a:p>
          <a:p>
            <a:pPr>
              <a:buNone/>
            </a:pPr>
            <a:endParaRPr lang="sv-SE" dirty="0">
              <a:solidFill>
                <a:schemeClr val="bg1"/>
              </a:solidFill>
              <a:ea typeface="+mn-lt"/>
              <a:cs typeface="+mn-lt"/>
            </a:endParaRPr>
          </a:p>
          <a:p>
            <a:pPr>
              <a:buNone/>
            </a:pPr>
            <a:r>
              <a:rPr lang="sv-SE">
                <a:solidFill>
                  <a:schemeClr val="bg1"/>
                </a:solidFill>
                <a:ea typeface="+mn-lt"/>
                <a:cs typeface="+mn-lt"/>
              </a:rPr>
              <a:t>Vilka resurser finns?    local_file.config</a:t>
            </a:r>
            <a:endParaRPr lang="sv-SE" dirty="0">
              <a:solidFill>
                <a:schemeClr val="bg1"/>
              </a:solidFill>
            </a:endParaRPr>
          </a:p>
          <a:p>
            <a:pPr>
              <a:buNone/>
            </a:pPr>
            <a:r>
              <a:rPr lang="sv-SE">
                <a:solidFill>
                  <a:schemeClr val="bg1"/>
                </a:solidFill>
                <a:ea typeface="+mn-lt"/>
                <a:cs typeface="+mn-lt"/>
              </a:rPr>
              <a:t>Vilka ID:n har de?    Filens sökväg</a:t>
            </a:r>
            <a:endParaRPr lang="sv-SE" dirty="0">
              <a:solidFill>
                <a:schemeClr val="bg1"/>
              </a:solidFill>
            </a:endParaRPr>
          </a:p>
          <a:p>
            <a:pPr>
              <a:buNone/>
            </a:pPr>
            <a:r>
              <a:rPr lang="sv-SE">
                <a:solidFill>
                  <a:schemeClr val="bg1"/>
                </a:solidFill>
                <a:ea typeface="+mn-lt"/>
                <a:cs typeface="+mn-lt"/>
              </a:rPr>
              <a:t>Vilka attribut?    Filens innehåll</a:t>
            </a:r>
            <a:endParaRPr lang="sv-SE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sv-SE">
                <a:solidFill>
                  <a:schemeClr val="bg1"/>
                </a:solidFill>
                <a:ea typeface="+mn-lt"/>
                <a:cs typeface="+mn-lt"/>
              </a:rPr>
              <a:t>Metadata    Tidsstämplar, versioner</a:t>
            </a:r>
            <a:endParaRPr lang="sv-SE" dirty="0">
              <a:solidFill>
                <a:schemeClr val="bg1"/>
              </a:solidFill>
              <a:ea typeface="+mn-lt"/>
              <a:cs typeface="+mn-lt"/>
            </a:endParaRPr>
          </a:p>
          <a:p>
            <a:pPr marL="0" indent="0">
              <a:buNone/>
            </a:pPr>
            <a:endParaRPr lang="sv-SE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sv-SE">
                <a:solidFill>
                  <a:schemeClr val="bg1"/>
                </a:solidFill>
                <a:ea typeface="+mn-lt"/>
                <a:cs typeface="+mn-lt"/>
              </a:rPr>
              <a:t>State finns i filen terraform.tfstate</a:t>
            </a:r>
            <a:endParaRPr lang="sv-SE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884835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0DCC097-1DB8-4B6D-85D0-6FBA0E1CA4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0B58608-23C8-4441-994D-C6823EEE1D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1999" cy="2083506"/>
          </a:xfrm>
          <a:custGeom>
            <a:avLst/>
            <a:gdLst>
              <a:gd name="connsiteX0" fmla="*/ 0 w 12191999"/>
              <a:gd name="connsiteY0" fmla="*/ 0 h 2083506"/>
              <a:gd name="connsiteX1" fmla="*/ 9429748 w 12191999"/>
              <a:gd name="connsiteY1" fmla="*/ 0 h 2083506"/>
              <a:gd name="connsiteX2" fmla="*/ 9429748 w 12191999"/>
              <a:gd name="connsiteY2" fmla="*/ 1 h 2083506"/>
              <a:gd name="connsiteX3" fmla="*/ 12191999 w 12191999"/>
              <a:gd name="connsiteY3" fmla="*/ 1 h 2083506"/>
              <a:gd name="connsiteX4" fmla="*/ 12191999 w 12191999"/>
              <a:gd name="connsiteY4" fmla="*/ 1164372 h 2083506"/>
              <a:gd name="connsiteX5" fmla="*/ 12147852 w 12191999"/>
              <a:gd name="connsiteY5" fmla="*/ 1163783 h 2083506"/>
              <a:gd name="connsiteX6" fmla="*/ 11993604 w 12191999"/>
              <a:gd name="connsiteY6" fmla="*/ 1153496 h 2083506"/>
              <a:gd name="connsiteX7" fmla="*/ 11865319 w 12191999"/>
              <a:gd name="connsiteY7" fmla="*/ 1176624 h 2083506"/>
              <a:gd name="connsiteX8" fmla="*/ 11718353 w 12191999"/>
              <a:gd name="connsiteY8" fmla="*/ 1209136 h 2083506"/>
              <a:gd name="connsiteX9" fmla="*/ 11609067 w 12191999"/>
              <a:gd name="connsiteY9" fmla="*/ 1218512 h 2083506"/>
              <a:gd name="connsiteX10" fmla="*/ 11545958 w 12191999"/>
              <a:gd name="connsiteY10" fmla="*/ 1240430 h 2083506"/>
              <a:gd name="connsiteX11" fmla="*/ 11445770 w 12191999"/>
              <a:gd name="connsiteY11" fmla="*/ 1225780 h 2083506"/>
              <a:gd name="connsiteX12" fmla="*/ 11398842 w 12191999"/>
              <a:gd name="connsiteY12" fmla="*/ 1227250 h 2083506"/>
              <a:gd name="connsiteX13" fmla="*/ 11240093 w 12191999"/>
              <a:gd name="connsiteY13" fmla="*/ 1266797 h 2083506"/>
              <a:gd name="connsiteX14" fmla="*/ 11141364 w 12191999"/>
              <a:gd name="connsiteY14" fmla="*/ 1288059 h 2083506"/>
              <a:gd name="connsiteX15" fmla="*/ 11015396 w 12191999"/>
              <a:gd name="connsiteY15" fmla="*/ 1353104 h 2083506"/>
              <a:gd name="connsiteX16" fmla="*/ 10973905 w 12191999"/>
              <a:gd name="connsiteY16" fmla="*/ 1365109 h 2083506"/>
              <a:gd name="connsiteX17" fmla="*/ 10904858 w 12191999"/>
              <a:gd name="connsiteY17" fmla="*/ 1371966 h 2083506"/>
              <a:gd name="connsiteX18" fmla="*/ 10827883 w 12191999"/>
              <a:gd name="connsiteY18" fmla="*/ 1410270 h 2083506"/>
              <a:gd name="connsiteX19" fmla="*/ 10690996 w 12191999"/>
              <a:gd name="connsiteY19" fmla="*/ 1426394 h 2083506"/>
              <a:gd name="connsiteX20" fmla="*/ 10624461 w 12191999"/>
              <a:gd name="connsiteY20" fmla="*/ 1444283 h 2083506"/>
              <a:gd name="connsiteX21" fmla="*/ 10517208 w 12191999"/>
              <a:gd name="connsiteY21" fmla="*/ 1478947 h 2083506"/>
              <a:gd name="connsiteX22" fmla="*/ 10497937 w 12191999"/>
              <a:gd name="connsiteY22" fmla="*/ 1469831 h 2083506"/>
              <a:gd name="connsiteX23" fmla="*/ 10471201 w 12191999"/>
              <a:gd name="connsiteY23" fmla="*/ 1486037 h 2083506"/>
              <a:gd name="connsiteX24" fmla="*/ 10448263 w 12191999"/>
              <a:gd name="connsiteY24" fmla="*/ 1478223 h 2083506"/>
              <a:gd name="connsiteX25" fmla="*/ 10388089 w 12191999"/>
              <a:gd name="connsiteY25" fmla="*/ 1507175 h 2083506"/>
              <a:gd name="connsiteX26" fmla="*/ 10333720 w 12191999"/>
              <a:gd name="connsiteY26" fmla="*/ 1515848 h 2083506"/>
              <a:gd name="connsiteX27" fmla="*/ 10104338 w 12191999"/>
              <a:gd name="connsiteY27" fmla="*/ 1569424 h 2083506"/>
              <a:gd name="connsiteX28" fmla="*/ 9910445 w 12191999"/>
              <a:gd name="connsiteY28" fmla="*/ 1632275 h 2083506"/>
              <a:gd name="connsiteX29" fmla="*/ 9770872 w 12191999"/>
              <a:gd name="connsiteY29" fmla="*/ 1688088 h 2083506"/>
              <a:gd name="connsiteX30" fmla="*/ 9733849 w 12191999"/>
              <a:gd name="connsiteY30" fmla="*/ 1700034 h 2083506"/>
              <a:gd name="connsiteX31" fmla="*/ 9703714 w 12191999"/>
              <a:gd name="connsiteY31" fmla="*/ 1730093 h 2083506"/>
              <a:gd name="connsiteX32" fmla="*/ 9698351 w 12191999"/>
              <a:gd name="connsiteY32" fmla="*/ 1730377 h 2083506"/>
              <a:gd name="connsiteX33" fmla="*/ 9632895 w 12191999"/>
              <a:gd name="connsiteY33" fmla="*/ 1736363 h 2083506"/>
              <a:gd name="connsiteX34" fmla="*/ 9569107 w 12191999"/>
              <a:gd name="connsiteY34" fmla="*/ 1741010 h 2083506"/>
              <a:gd name="connsiteX35" fmla="*/ 9536451 w 12191999"/>
              <a:gd name="connsiteY35" fmla="*/ 1755120 h 2083506"/>
              <a:gd name="connsiteX36" fmla="*/ 9529385 w 12191999"/>
              <a:gd name="connsiteY36" fmla="*/ 1757515 h 2083506"/>
              <a:gd name="connsiteX37" fmla="*/ 9498527 w 12191999"/>
              <a:gd name="connsiteY37" fmla="*/ 1753117 h 2083506"/>
              <a:gd name="connsiteX38" fmla="*/ 9436642 w 12191999"/>
              <a:gd name="connsiteY38" fmla="*/ 1755478 h 2083506"/>
              <a:gd name="connsiteX39" fmla="*/ 9429748 w 12191999"/>
              <a:gd name="connsiteY39" fmla="*/ 1756317 h 2083506"/>
              <a:gd name="connsiteX40" fmla="*/ 9429748 w 12191999"/>
              <a:gd name="connsiteY40" fmla="*/ 1768745 h 2083506"/>
              <a:gd name="connsiteX41" fmla="*/ 9425802 w 12191999"/>
              <a:gd name="connsiteY41" fmla="*/ 1769273 h 2083506"/>
              <a:gd name="connsiteX42" fmla="*/ 9349763 w 12191999"/>
              <a:gd name="connsiteY42" fmla="*/ 1776107 h 2083506"/>
              <a:gd name="connsiteX43" fmla="*/ 9256503 w 12191999"/>
              <a:gd name="connsiteY43" fmla="*/ 1800699 h 2083506"/>
              <a:gd name="connsiteX44" fmla="*/ 9222873 w 12191999"/>
              <a:gd name="connsiteY44" fmla="*/ 1803003 h 2083506"/>
              <a:gd name="connsiteX45" fmla="*/ 9224095 w 12191999"/>
              <a:gd name="connsiteY45" fmla="*/ 1807355 h 2083506"/>
              <a:gd name="connsiteX46" fmla="*/ 9211603 w 12191999"/>
              <a:gd name="connsiteY46" fmla="*/ 1807675 h 2083506"/>
              <a:gd name="connsiteX47" fmla="*/ 9183719 w 12191999"/>
              <a:gd name="connsiteY47" fmla="*/ 1807781 h 2083506"/>
              <a:gd name="connsiteX48" fmla="*/ 9100221 w 12191999"/>
              <a:gd name="connsiteY48" fmla="*/ 1808989 h 2083506"/>
              <a:gd name="connsiteX49" fmla="*/ 9077439 w 12191999"/>
              <a:gd name="connsiteY49" fmla="*/ 1817333 h 2083506"/>
              <a:gd name="connsiteX50" fmla="*/ 9055889 w 12191999"/>
              <a:gd name="connsiteY50" fmla="*/ 1817464 h 2083506"/>
              <a:gd name="connsiteX51" fmla="*/ 8930912 w 12191999"/>
              <a:gd name="connsiteY51" fmla="*/ 1828648 h 2083506"/>
              <a:gd name="connsiteX52" fmla="*/ 8913729 w 12191999"/>
              <a:gd name="connsiteY52" fmla="*/ 1829483 h 2083506"/>
              <a:gd name="connsiteX53" fmla="*/ 8904423 w 12191999"/>
              <a:gd name="connsiteY53" fmla="*/ 1833234 h 2083506"/>
              <a:gd name="connsiteX54" fmla="*/ 8871099 w 12191999"/>
              <a:gd name="connsiteY54" fmla="*/ 1833979 h 2083506"/>
              <a:gd name="connsiteX55" fmla="*/ 8869557 w 12191999"/>
              <a:gd name="connsiteY55" fmla="*/ 1836113 h 2083506"/>
              <a:gd name="connsiteX56" fmla="*/ 8760021 w 12191999"/>
              <a:gd name="connsiteY56" fmla="*/ 1854442 h 2083506"/>
              <a:gd name="connsiteX57" fmla="*/ 8741254 w 12191999"/>
              <a:gd name="connsiteY57" fmla="*/ 1857469 h 2083506"/>
              <a:gd name="connsiteX58" fmla="*/ 8725039 w 12191999"/>
              <a:gd name="connsiteY58" fmla="*/ 1856552 h 2083506"/>
              <a:gd name="connsiteX59" fmla="*/ 8635265 w 12191999"/>
              <a:gd name="connsiteY59" fmla="*/ 1859168 h 2083506"/>
              <a:gd name="connsiteX60" fmla="*/ 8613911 w 12191999"/>
              <a:gd name="connsiteY60" fmla="*/ 1857561 h 2083506"/>
              <a:gd name="connsiteX61" fmla="*/ 8604931 w 12191999"/>
              <a:gd name="connsiteY61" fmla="*/ 1854170 h 2083506"/>
              <a:gd name="connsiteX62" fmla="*/ 8570171 w 12191999"/>
              <a:gd name="connsiteY62" fmla="*/ 1860579 h 2083506"/>
              <a:gd name="connsiteX63" fmla="*/ 8516537 w 12191999"/>
              <a:gd name="connsiteY63" fmla="*/ 1864971 h 2083506"/>
              <a:gd name="connsiteX64" fmla="*/ 8491046 w 12191999"/>
              <a:gd name="connsiteY64" fmla="*/ 1868141 h 2083506"/>
              <a:gd name="connsiteX65" fmla="*/ 8470478 w 12191999"/>
              <a:gd name="connsiteY65" fmla="*/ 1866216 h 2083506"/>
              <a:gd name="connsiteX66" fmla="*/ 8353433 w 12191999"/>
              <a:gd name="connsiteY66" fmla="*/ 1865729 h 2083506"/>
              <a:gd name="connsiteX67" fmla="*/ 8347675 w 12191999"/>
              <a:gd name="connsiteY67" fmla="*/ 1865075 h 2083506"/>
              <a:gd name="connsiteX68" fmla="*/ 8343939 w 12191999"/>
              <a:gd name="connsiteY68" fmla="*/ 1865677 h 2083506"/>
              <a:gd name="connsiteX69" fmla="*/ 8221566 w 12191999"/>
              <a:gd name="connsiteY69" fmla="*/ 1881148 h 2083506"/>
              <a:gd name="connsiteX70" fmla="*/ 8066095 w 12191999"/>
              <a:gd name="connsiteY70" fmla="*/ 1919902 h 2083506"/>
              <a:gd name="connsiteX71" fmla="*/ 8044849 w 12191999"/>
              <a:gd name="connsiteY71" fmla="*/ 1916308 h 2083506"/>
              <a:gd name="connsiteX72" fmla="*/ 8041142 w 12191999"/>
              <a:gd name="connsiteY72" fmla="*/ 1915506 h 2083506"/>
              <a:gd name="connsiteX73" fmla="*/ 8022159 w 12191999"/>
              <a:gd name="connsiteY73" fmla="*/ 1911521 h 2083506"/>
              <a:gd name="connsiteX74" fmla="*/ 7944932 w 12191999"/>
              <a:gd name="connsiteY74" fmla="*/ 1917265 h 2083506"/>
              <a:gd name="connsiteX75" fmla="*/ 7879011 w 12191999"/>
              <a:gd name="connsiteY75" fmla="*/ 1928570 h 2083506"/>
              <a:gd name="connsiteX76" fmla="*/ 7865529 w 12191999"/>
              <a:gd name="connsiteY76" fmla="*/ 1934399 h 2083506"/>
              <a:gd name="connsiteX77" fmla="*/ 7774801 w 12191999"/>
              <a:gd name="connsiteY77" fmla="*/ 1947969 h 2083506"/>
              <a:gd name="connsiteX78" fmla="*/ 7748398 w 12191999"/>
              <a:gd name="connsiteY78" fmla="*/ 1955982 h 2083506"/>
              <a:gd name="connsiteX79" fmla="*/ 7740684 w 12191999"/>
              <a:gd name="connsiteY79" fmla="*/ 1955717 h 2083506"/>
              <a:gd name="connsiteX80" fmla="*/ 7712976 w 12191999"/>
              <a:gd name="connsiteY80" fmla="*/ 1960442 h 2083506"/>
              <a:gd name="connsiteX81" fmla="*/ 7699956 w 12191999"/>
              <a:gd name="connsiteY81" fmla="*/ 1966104 h 2083506"/>
              <a:gd name="connsiteX82" fmla="*/ 7684158 w 12191999"/>
              <a:gd name="connsiteY82" fmla="*/ 1962927 h 2083506"/>
              <a:gd name="connsiteX83" fmla="*/ 7643109 w 12191999"/>
              <a:gd name="connsiteY83" fmla="*/ 1964400 h 2083506"/>
              <a:gd name="connsiteX84" fmla="*/ 7630180 w 12191999"/>
              <a:gd name="connsiteY84" fmla="*/ 1970266 h 2083506"/>
              <a:gd name="connsiteX85" fmla="*/ 7609131 w 12191999"/>
              <a:gd name="connsiteY85" fmla="*/ 1971774 h 2083506"/>
              <a:gd name="connsiteX86" fmla="*/ 7555555 w 12191999"/>
              <a:gd name="connsiteY86" fmla="*/ 1969491 h 2083506"/>
              <a:gd name="connsiteX87" fmla="*/ 7520919 w 12191999"/>
              <a:gd name="connsiteY87" fmla="*/ 1970177 h 2083506"/>
              <a:gd name="connsiteX88" fmla="*/ 7456258 w 12191999"/>
              <a:gd name="connsiteY88" fmla="*/ 1960468 h 2083506"/>
              <a:gd name="connsiteX89" fmla="*/ 7393047 w 12191999"/>
              <a:gd name="connsiteY89" fmla="*/ 1952408 h 2083506"/>
              <a:gd name="connsiteX90" fmla="*/ 7199912 w 12191999"/>
              <a:gd name="connsiteY90" fmla="*/ 1959913 h 2083506"/>
              <a:gd name="connsiteX91" fmla="*/ 7146774 w 12191999"/>
              <a:gd name="connsiteY91" fmla="*/ 1956641 h 2083506"/>
              <a:gd name="connsiteX92" fmla="*/ 7122244 w 12191999"/>
              <a:gd name="connsiteY92" fmla="*/ 1953891 h 2083506"/>
              <a:gd name="connsiteX93" fmla="*/ 7032241 w 12191999"/>
              <a:gd name="connsiteY93" fmla="*/ 1962723 h 2083506"/>
              <a:gd name="connsiteX94" fmla="*/ 6941492 w 12191999"/>
              <a:gd name="connsiteY94" fmla="*/ 1976868 h 2083506"/>
              <a:gd name="connsiteX95" fmla="*/ 6906514 w 12191999"/>
              <a:gd name="connsiteY95" fmla="*/ 1968589 h 2083506"/>
              <a:gd name="connsiteX96" fmla="*/ 6826395 w 12191999"/>
              <a:gd name="connsiteY96" fmla="*/ 1974141 h 2083506"/>
              <a:gd name="connsiteX97" fmla="*/ 6716431 w 12191999"/>
              <a:gd name="connsiteY97" fmla="*/ 2004297 h 2083506"/>
              <a:gd name="connsiteX98" fmla="*/ 6569607 w 12191999"/>
              <a:gd name="connsiteY98" fmla="*/ 2015496 h 2083506"/>
              <a:gd name="connsiteX99" fmla="*/ 6561430 w 12191999"/>
              <a:gd name="connsiteY99" fmla="*/ 2020996 h 2083506"/>
              <a:gd name="connsiteX100" fmla="*/ 6549371 w 12191999"/>
              <a:gd name="connsiteY100" fmla="*/ 2024747 h 2083506"/>
              <a:gd name="connsiteX101" fmla="*/ 6547040 w 12191999"/>
              <a:gd name="connsiteY101" fmla="*/ 2024474 h 2083506"/>
              <a:gd name="connsiteX102" fmla="*/ 6530482 w 12191999"/>
              <a:gd name="connsiteY102" fmla="*/ 2026659 h 2083506"/>
              <a:gd name="connsiteX103" fmla="*/ 6528565 w 12191999"/>
              <a:gd name="connsiteY103" fmla="*/ 2028600 h 2083506"/>
              <a:gd name="connsiteX104" fmla="*/ 6517741 w 12191999"/>
              <a:gd name="connsiteY104" fmla="*/ 2030558 h 2083506"/>
              <a:gd name="connsiteX105" fmla="*/ 6497855 w 12191999"/>
              <a:gd name="connsiteY105" fmla="*/ 2035650 h 2083506"/>
              <a:gd name="connsiteX106" fmla="*/ 6492785 w 12191999"/>
              <a:gd name="connsiteY106" fmla="*/ 2035444 h 2083506"/>
              <a:gd name="connsiteX107" fmla="*/ 6460692 w 12191999"/>
              <a:gd name="connsiteY107" fmla="*/ 2041321 h 2083506"/>
              <a:gd name="connsiteX108" fmla="*/ 6459609 w 12191999"/>
              <a:gd name="connsiteY108" fmla="*/ 2040851 h 2083506"/>
              <a:gd name="connsiteX109" fmla="*/ 6447765 w 12191999"/>
              <a:gd name="connsiteY109" fmla="*/ 2040102 h 2083506"/>
              <a:gd name="connsiteX110" fmla="*/ 6426590 w 12191999"/>
              <a:gd name="connsiteY110" fmla="*/ 2039928 h 2083506"/>
              <a:gd name="connsiteX111" fmla="*/ 6401693 w 12191999"/>
              <a:gd name="connsiteY111" fmla="*/ 2033537 h 2083506"/>
              <a:gd name="connsiteX112" fmla="*/ 6387141 w 12191999"/>
              <a:gd name="connsiteY112" fmla="*/ 2033161 h 2083506"/>
              <a:gd name="connsiteX113" fmla="*/ 6357846 w 12191999"/>
              <a:gd name="connsiteY113" fmla="*/ 2036782 h 2083506"/>
              <a:gd name="connsiteX114" fmla="*/ 6342914 w 12191999"/>
              <a:gd name="connsiteY114" fmla="*/ 2037585 h 2083506"/>
              <a:gd name="connsiteX115" fmla="*/ 6336300 w 12191999"/>
              <a:gd name="connsiteY115" fmla="*/ 2038781 h 2083506"/>
              <a:gd name="connsiteX116" fmla="*/ 6317178 w 12191999"/>
              <a:gd name="connsiteY116" fmla="*/ 2038968 h 2083506"/>
              <a:gd name="connsiteX117" fmla="*/ 6161427 w 12191999"/>
              <a:gd name="connsiteY117" fmla="*/ 2047338 h 2083506"/>
              <a:gd name="connsiteX118" fmla="*/ 6097339 w 12191999"/>
              <a:gd name="connsiteY118" fmla="*/ 2082438 h 2083506"/>
              <a:gd name="connsiteX119" fmla="*/ 6079059 w 12191999"/>
              <a:gd name="connsiteY119" fmla="*/ 2081299 h 2083506"/>
              <a:gd name="connsiteX120" fmla="*/ 5998439 w 12191999"/>
              <a:gd name="connsiteY120" fmla="*/ 2070958 h 2083506"/>
              <a:gd name="connsiteX121" fmla="*/ 5904290 w 12191999"/>
              <a:gd name="connsiteY121" fmla="*/ 2070255 h 2083506"/>
              <a:gd name="connsiteX122" fmla="*/ 5814867 w 12191999"/>
              <a:gd name="connsiteY122" fmla="*/ 2079032 h 2083506"/>
              <a:gd name="connsiteX123" fmla="*/ 5725743 w 12191999"/>
              <a:gd name="connsiteY123" fmla="*/ 2070558 h 2083506"/>
              <a:gd name="connsiteX124" fmla="*/ 5650546 w 12191999"/>
              <a:gd name="connsiteY124" fmla="*/ 2052412 h 2083506"/>
              <a:gd name="connsiteX125" fmla="*/ 5581284 w 12191999"/>
              <a:gd name="connsiteY125" fmla="*/ 2023175 h 2083506"/>
              <a:gd name="connsiteX126" fmla="*/ 5572593 w 12191999"/>
              <a:gd name="connsiteY126" fmla="*/ 2018391 h 2083506"/>
              <a:gd name="connsiteX127" fmla="*/ 5548580 w 12191999"/>
              <a:gd name="connsiteY127" fmla="*/ 2016951 h 2083506"/>
              <a:gd name="connsiteX128" fmla="*/ 5471173 w 12191999"/>
              <a:gd name="connsiteY128" fmla="*/ 2018786 h 2083506"/>
              <a:gd name="connsiteX129" fmla="*/ 5340320 w 12191999"/>
              <a:gd name="connsiteY129" fmla="*/ 2037611 h 2083506"/>
              <a:gd name="connsiteX130" fmla="*/ 5254376 w 12191999"/>
              <a:gd name="connsiteY130" fmla="*/ 2042928 h 2083506"/>
              <a:gd name="connsiteX131" fmla="*/ 5258035 w 12191999"/>
              <a:gd name="connsiteY131" fmla="*/ 2035649 h 2083506"/>
              <a:gd name="connsiteX132" fmla="*/ 5230622 w 12191999"/>
              <a:gd name="connsiteY132" fmla="*/ 2024576 h 2083506"/>
              <a:gd name="connsiteX133" fmla="*/ 5026203 w 12191999"/>
              <a:gd name="connsiteY133" fmla="*/ 2030162 h 2083506"/>
              <a:gd name="connsiteX134" fmla="*/ 4973988 w 12191999"/>
              <a:gd name="connsiteY134" fmla="*/ 2026668 h 2083506"/>
              <a:gd name="connsiteX135" fmla="*/ 4928030 w 12191999"/>
              <a:gd name="connsiteY135" fmla="*/ 2033642 h 2083506"/>
              <a:gd name="connsiteX136" fmla="*/ 4908970 w 12191999"/>
              <a:gd name="connsiteY136" fmla="*/ 2030033 h 2083506"/>
              <a:gd name="connsiteX137" fmla="*/ 4905679 w 12191999"/>
              <a:gd name="connsiteY137" fmla="*/ 2029300 h 2083506"/>
              <a:gd name="connsiteX138" fmla="*/ 4892525 w 12191999"/>
              <a:gd name="connsiteY138" fmla="*/ 2028768 h 2083506"/>
              <a:gd name="connsiteX139" fmla="*/ 4888818 w 12191999"/>
              <a:gd name="connsiteY139" fmla="*/ 2025619 h 2083506"/>
              <a:gd name="connsiteX140" fmla="*/ 4869018 w 12191999"/>
              <a:gd name="connsiteY140" fmla="*/ 2022668 h 2083506"/>
              <a:gd name="connsiteX141" fmla="*/ 4844804 w 12191999"/>
              <a:gd name="connsiteY141" fmla="*/ 2022527 h 2083506"/>
              <a:gd name="connsiteX142" fmla="*/ 4758778 w 12191999"/>
              <a:gd name="connsiteY142" fmla="*/ 2021694 h 2083506"/>
              <a:gd name="connsiteX143" fmla="*/ 4744748 w 12191999"/>
              <a:gd name="connsiteY143" fmla="*/ 2023396 h 2083506"/>
              <a:gd name="connsiteX144" fmla="*/ 4698956 w 12191999"/>
              <a:gd name="connsiteY144" fmla="*/ 2020558 h 2083506"/>
              <a:gd name="connsiteX145" fmla="*/ 4658147 w 12191999"/>
              <a:gd name="connsiteY145" fmla="*/ 2019920 h 2083506"/>
              <a:gd name="connsiteX146" fmla="*/ 4631706 w 12191999"/>
              <a:gd name="connsiteY146" fmla="*/ 2021274 h 2083506"/>
              <a:gd name="connsiteX147" fmla="*/ 4624776 w 12191999"/>
              <a:gd name="connsiteY147" fmla="*/ 2020152 h 2083506"/>
              <a:gd name="connsiteX148" fmla="*/ 4598150 w 12191999"/>
              <a:gd name="connsiteY148" fmla="*/ 2019429 h 2083506"/>
              <a:gd name="connsiteX149" fmla="*/ 4584588 w 12191999"/>
              <a:gd name="connsiteY149" fmla="*/ 2021092 h 2083506"/>
              <a:gd name="connsiteX150" fmla="*/ 4571203 w 12191999"/>
              <a:gd name="connsiteY150" fmla="*/ 2017263 h 2083506"/>
              <a:gd name="connsiteX151" fmla="*/ 4567930 w 12191999"/>
              <a:gd name="connsiteY151" fmla="*/ 2014458 h 2083506"/>
              <a:gd name="connsiteX152" fmla="*/ 4548984 w 12191999"/>
              <a:gd name="connsiteY152" fmla="*/ 2015717 h 2083506"/>
              <a:gd name="connsiteX153" fmla="*/ 4533451 w 12191999"/>
              <a:gd name="connsiteY153" fmla="*/ 2012976 h 2083506"/>
              <a:gd name="connsiteX154" fmla="*/ 4519910 w 12191999"/>
              <a:gd name="connsiteY154" fmla="*/ 2014768 h 2083506"/>
              <a:gd name="connsiteX155" fmla="*/ 4514290 w 12191999"/>
              <a:gd name="connsiteY155" fmla="*/ 2014364 h 2083506"/>
              <a:gd name="connsiteX156" fmla="*/ 4500320 w 12191999"/>
              <a:gd name="connsiteY156" fmla="*/ 2013007 h 2083506"/>
              <a:gd name="connsiteX157" fmla="*/ 4476219 w 12191999"/>
              <a:gd name="connsiteY157" fmla="*/ 2009993 h 2083506"/>
              <a:gd name="connsiteX158" fmla="*/ 4468701 w 12191999"/>
              <a:gd name="connsiteY158" fmla="*/ 2009574 h 2083506"/>
              <a:gd name="connsiteX159" fmla="*/ 4452333 w 12191999"/>
              <a:gd name="connsiteY159" fmla="*/ 2004964 h 2083506"/>
              <a:gd name="connsiteX160" fmla="*/ 4420644 w 12191999"/>
              <a:gd name="connsiteY160" fmla="*/ 2001021 h 2083506"/>
              <a:gd name="connsiteX161" fmla="*/ 4364856 w 12191999"/>
              <a:gd name="connsiteY161" fmla="*/ 1987267 h 2083506"/>
              <a:gd name="connsiteX162" fmla="*/ 4332062 w 12191999"/>
              <a:gd name="connsiteY162" fmla="*/ 1980703 h 2083506"/>
              <a:gd name="connsiteX163" fmla="*/ 4309876 w 12191999"/>
              <a:gd name="connsiteY163" fmla="*/ 1974653 h 2083506"/>
              <a:gd name="connsiteX164" fmla="*/ 4244391 w 12191999"/>
              <a:gd name="connsiteY164" fmla="*/ 1966109 h 2083506"/>
              <a:gd name="connsiteX165" fmla="*/ 4132071 w 12191999"/>
              <a:gd name="connsiteY165" fmla="*/ 1954813 h 2083506"/>
              <a:gd name="connsiteX166" fmla="*/ 4109069 w 12191999"/>
              <a:gd name="connsiteY166" fmla="*/ 1951778 h 2083506"/>
              <a:gd name="connsiteX167" fmla="*/ 4092908 w 12191999"/>
              <a:gd name="connsiteY167" fmla="*/ 1946662 h 2083506"/>
              <a:gd name="connsiteX168" fmla="*/ 4092306 w 12191999"/>
              <a:gd name="connsiteY168" fmla="*/ 1943291 h 2083506"/>
              <a:gd name="connsiteX169" fmla="*/ 4080234 w 12191999"/>
              <a:gd name="connsiteY169" fmla="*/ 1941219 h 2083506"/>
              <a:gd name="connsiteX170" fmla="*/ 4077778 w 12191999"/>
              <a:gd name="connsiteY170" fmla="*/ 1940145 h 2083506"/>
              <a:gd name="connsiteX171" fmla="*/ 4062936 w 12191999"/>
              <a:gd name="connsiteY171" fmla="*/ 1934506 h 2083506"/>
              <a:gd name="connsiteX172" fmla="*/ 4012506 w 12191999"/>
              <a:gd name="connsiteY172" fmla="*/ 1935475 h 2083506"/>
              <a:gd name="connsiteX173" fmla="*/ 3965880 w 12191999"/>
              <a:gd name="connsiteY173" fmla="*/ 1925968 h 2083506"/>
              <a:gd name="connsiteX174" fmla="*/ 3765338 w 12191999"/>
              <a:gd name="connsiteY174" fmla="*/ 1906649 h 2083506"/>
              <a:gd name="connsiteX175" fmla="*/ 3749493 w 12191999"/>
              <a:gd name="connsiteY175" fmla="*/ 1893071 h 2083506"/>
              <a:gd name="connsiteX176" fmla="*/ 3672704 w 12191999"/>
              <a:gd name="connsiteY176" fmla="*/ 1881383 h 2083506"/>
              <a:gd name="connsiteX177" fmla="*/ 3530082 w 12191999"/>
              <a:gd name="connsiteY177" fmla="*/ 1883187 h 2083506"/>
              <a:gd name="connsiteX178" fmla="*/ 3387664 w 12191999"/>
              <a:gd name="connsiteY178" fmla="*/ 1862579 h 2083506"/>
              <a:gd name="connsiteX179" fmla="*/ 3371681 w 12191999"/>
              <a:gd name="connsiteY179" fmla="*/ 1865293 h 2083506"/>
              <a:gd name="connsiteX180" fmla="*/ 3355305 w 12191999"/>
              <a:gd name="connsiteY180" fmla="*/ 1865842 h 2083506"/>
              <a:gd name="connsiteX181" fmla="*/ 3353790 w 12191999"/>
              <a:gd name="connsiteY181" fmla="*/ 1865158 h 2083506"/>
              <a:gd name="connsiteX182" fmla="*/ 3336210 w 12191999"/>
              <a:gd name="connsiteY182" fmla="*/ 1863564 h 2083506"/>
              <a:gd name="connsiteX183" fmla="*/ 3331381 w 12191999"/>
              <a:gd name="connsiteY183" fmla="*/ 1864716 h 2083506"/>
              <a:gd name="connsiteX184" fmla="*/ 3319012 w 12191999"/>
              <a:gd name="connsiteY184" fmla="*/ 1864093 h 2083506"/>
              <a:gd name="connsiteX185" fmla="*/ 3293818 w 12191999"/>
              <a:gd name="connsiteY185" fmla="*/ 1864135 h 2083506"/>
              <a:gd name="connsiteX186" fmla="*/ 3289881 w 12191999"/>
              <a:gd name="connsiteY186" fmla="*/ 1862954 h 2083506"/>
              <a:gd name="connsiteX187" fmla="*/ 3253090 w 12191999"/>
              <a:gd name="connsiteY187" fmla="*/ 1861164 h 2083506"/>
              <a:gd name="connsiteX188" fmla="*/ 3252949 w 12191999"/>
              <a:gd name="connsiteY188" fmla="*/ 1860574 h 2083506"/>
              <a:gd name="connsiteX189" fmla="*/ 3244187 w 12191999"/>
              <a:gd name="connsiteY189" fmla="*/ 1857604 h 2083506"/>
              <a:gd name="connsiteX190" fmla="*/ 3246570 w 12191999"/>
              <a:gd name="connsiteY190" fmla="*/ 1852946 h 2083506"/>
              <a:gd name="connsiteX191" fmla="*/ 3237810 w 12191999"/>
              <a:gd name="connsiteY191" fmla="*/ 1853064 h 2083506"/>
              <a:gd name="connsiteX192" fmla="*/ 3230822 w 12191999"/>
              <a:gd name="connsiteY192" fmla="*/ 1855474 h 2083506"/>
              <a:gd name="connsiteX193" fmla="*/ 3136549 w 12191999"/>
              <a:gd name="connsiteY193" fmla="*/ 1874037 h 2083506"/>
              <a:gd name="connsiteX194" fmla="*/ 2845754 w 12191999"/>
              <a:gd name="connsiteY194" fmla="*/ 1910932 h 2083506"/>
              <a:gd name="connsiteX195" fmla="*/ 2786878 w 12191999"/>
              <a:gd name="connsiteY195" fmla="*/ 1917162 h 2083506"/>
              <a:gd name="connsiteX196" fmla="*/ 2725298 w 12191999"/>
              <a:gd name="connsiteY196" fmla="*/ 1912340 h 2083506"/>
              <a:gd name="connsiteX197" fmla="*/ 2697754 w 12191999"/>
              <a:gd name="connsiteY197" fmla="*/ 1914863 h 2083506"/>
              <a:gd name="connsiteX198" fmla="*/ 2568063 w 12191999"/>
              <a:gd name="connsiteY198" fmla="*/ 1936283 h 2083506"/>
              <a:gd name="connsiteX199" fmla="*/ 2489784 w 12191999"/>
              <a:gd name="connsiteY199" fmla="*/ 1943720 h 2083506"/>
              <a:gd name="connsiteX200" fmla="*/ 2458978 w 12191999"/>
              <a:gd name="connsiteY200" fmla="*/ 1938095 h 2083506"/>
              <a:gd name="connsiteX201" fmla="*/ 2318712 w 12191999"/>
              <a:gd name="connsiteY201" fmla="*/ 1934474 h 2083506"/>
              <a:gd name="connsiteX202" fmla="*/ 2268709 w 12191999"/>
              <a:gd name="connsiteY202" fmla="*/ 1940521 h 2083506"/>
              <a:gd name="connsiteX203" fmla="*/ 2264080 w 12191999"/>
              <a:gd name="connsiteY203" fmla="*/ 1941232 h 2083506"/>
              <a:gd name="connsiteX204" fmla="*/ 2254684 w 12191999"/>
              <a:gd name="connsiteY204" fmla="*/ 1943524 h 2083506"/>
              <a:gd name="connsiteX205" fmla="*/ 2252523 w 12191999"/>
              <a:gd name="connsiteY205" fmla="*/ 1943004 h 2083506"/>
              <a:gd name="connsiteX206" fmla="*/ 2173350 w 12191999"/>
              <a:gd name="connsiteY206" fmla="*/ 1929202 h 2083506"/>
              <a:gd name="connsiteX207" fmla="*/ 2155266 w 12191999"/>
              <a:gd name="connsiteY207" fmla="*/ 1920267 h 2083506"/>
              <a:gd name="connsiteX208" fmla="*/ 2091013 w 12191999"/>
              <a:gd name="connsiteY208" fmla="*/ 1914631 h 2083506"/>
              <a:gd name="connsiteX209" fmla="*/ 2030712 w 12191999"/>
              <a:gd name="connsiteY209" fmla="*/ 1897690 h 2083506"/>
              <a:gd name="connsiteX210" fmla="*/ 1908838 w 12191999"/>
              <a:gd name="connsiteY210" fmla="*/ 1892222 h 2083506"/>
              <a:gd name="connsiteX211" fmla="*/ 1877796 w 12191999"/>
              <a:gd name="connsiteY211" fmla="*/ 1883887 h 2083506"/>
              <a:gd name="connsiteX212" fmla="*/ 1875824 w 12191999"/>
              <a:gd name="connsiteY212" fmla="*/ 1879265 h 2083506"/>
              <a:gd name="connsiteX213" fmla="*/ 1823048 w 12191999"/>
              <a:gd name="connsiteY213" fmla="*/ 1881064 h 2083506"/>
              <a:gd name="connsiteX214" fmla="*/ 1765736 w 12191999"/>
              <a:gd name="connsiteY214" fmla="*/ 1856578 h 2083506"/>
              <a:gd name="connsiteX215" fmla="*/ 1725669 w 12191999"/>
              <a:gd name="connsiteY215" fmla="*/ 1833744 h 2083506"/>
              <a:gd name="connsiteX216" fmla="*/ 1725216 w 12191999"/>
              <a:gd name="connsiteY216" fmla="*/ 1829447 h 2083506"/>
              <a:gd name="connsiteX217" fmla="*/ 1721485 w 12191999"/>
              <a:gd name="connsiteY217" fmla="*/ 1828960 h 2083506"/>
              <a:gd name="connsiteX218" fmla="*/ 1717786 w 12191999"/>
              <a:gd name="connsiteY218" fmla="*/ 1832224 h 2083506"/>
              <a:gd name="connsiteX219" fmla="*/ 1689907 w 12191999"/>
              <a:gd name="connsiteY219" fmla="*/ 1825425 h 2083506"/>
              <a:gd name="connsiteX220" fmla="*/ 1688093 w 12191999"/>
              <a:gd name="connsiteY220" fmla="*/ 1817391 h 2083506"/>
              <a:gd name="connsiteX221" fmla="*/ 1496789 w 12191999"/>
              <a:gd name="connsiteY221" fmla="*/ 1805297 h 2083506"/>
              <a:gd name="connsiteX222" fmla="*/ 1392839 w 12191999"/>
              <a:gd name="connsiteY222" fmla="*/ 1758649 h 2083506"/>
              <a:gd name="connsiteX223" fmla="*/ 1360872 w 12191999"/>
              <a:gd name="connsiteY223" fmla="*/ 1752441 h 2083506"/>
              <a:gd name="connsiteX224" fmla="*/ 1313885 w 12191999"/>
              <a:gd name="connsiteY224" fmla="*/ 1731785 h 2083506"/>
              <a:gd name="connsiteX225" fmla="*/ 1247665 w 12191999"/>
              <a:gd name="connsiteY225" fmla="*/ 1727765 h 2083506"/>
              <a:gd name="connsiteX226" fmla="*/ 1196850 w 12191999"/>
              <a:gd name="connsiteY226" fmla="*/ 1729622 h 2083506"/>
              <a:gd name="connsiteX227" fmla="*/ 1168728 w 12191999"/>
              <a:gd name="connsiteY227" fmla="*/ 1728550 h 2083506"/>
              <a:gd name="connsiteX228" fmla="*/ 1096918 w 12191999"/>
              <a:gd name="connsiteY228" fmla="*/ 1721485 h 2083506"/>
              <a:gd name="connsiteX229" fmla="*/ 1094082 w 12191999"/>
              <a:gd name="connsiteY229" fmla="*/ 1720113 h 2083506"/>
              <a:gd name="connsiteX230" fmla="*/ 1040782 w 12191999"/>
              <a:gd name="connsiteY230" fmla="*/ 1721762 h 2083506"/>
              <a:gd name="connsiteX231" fmla="*/ 955980 w 12191999"/>
              <a:gd name="connsiteY231" fmla="*/ 1719289 h 2083506"/>
              <a:gd name="connsiteX232" fmla="*/ 926108 w 12191999"/>
              <a:gd name="connsiteY232" fmla="*/ 1715917 h 2083506"/>
              <a:gd name="connsiteX233" fmla="*/ 876049 w 12191999"/>
              <a:gd name="connsiteY233" fmla="*/ 1710422 h 2083506"/>
              <a:gd name="connsiteX234" fmla="*/ 839194 w 12191999"/>
              <a:gd name="connsiteY234" fmla="*/ 1700176 h 2083506"/>
              <a:gd name="connsiteX235" fmla="*/ 797112 w 12191999"/>
              <a:gd name="connsiteY235" fmla="*/ 1698014 h 2083506"/>
              <a:gd name="connsiteX236" fmla="*/ 786610 w 12191999"/>
              <a:gd name="connsiteY236" fmla="*/ 1705455 h 2083506"/>
              <a:gd name="connsiteX237" fmla="*/ 741833 w 12191999"/>
              <a:gd name="connsiteY237" fmla="*/ 1700566 h 2083506"/>
              <a:gd name="connsiteX238" fmla="*/ 673985 w 12191999"/>
              <a:gd name="connsiteY238" fmla="*/ 1692278 h 2083506"/>
              <a:gd name="connsiteX239" fmla="*/ 634665 w 12191999"/>
              <a:gd name="connsiteY239" fmla="*/ 1689550 h 2083506"/>
              <a:gd name="connsiteX240" fmla="*/ 527471 w 12191999"/>
              <a:gd name="connsiteY240" fmla="*/ 1679869 h 2083506"/>
              <a:gd name="connsiteX241" fmla="*/ 420260 w 12191999"/>
              <a:gd name="connsiteY241" fmla="*/ 1668475 h 2083506"/>
              <a:gd name="connsiteX242" fmla="*/ 357630 w 12191999"/>
              <a:gd name="connsiteY242" fmla="*/ 1652142 h 2083506"/>
              <a:gd name="connsiteX243" fmla="*/ 269407 w 12191999"/>
              <a:gd name="connsiteY243" fmla="*/ 1643812 h 2083506"/>
              <a:gd name="connsiteX244" fmla="*/ 254769 w 12191999"/>
              <a:gd name="connsiteY244" fmla="*/ 1641013 h 2083506"/>
              <a:gd name="connsiteX245" fmla="*/ 150763 w 12191999"/>
              <a:gd name="connsiteY245" fmla="*/ 1628143 h 2083506"/>
              <a:gd name="connsiteX246" fmla="*/ 29133 w 12191999"/>
              <a:gd name="connsiteY246" fmla="*/ 1626172 h 2083506"/>
              <a:gd name="connsiteX247" fmla="*/ 0 w 12191999"/>
              <a:gd name="connsiteY247" fmla="*/ 1619589 h 20835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</a:cxnLst>
            <a:rect l="l" t="t" r="r" b="b"/>
            <a:pathLst>
              <a:path w="12191999" h="2083506">
                <a:moveTo>
                  <a:pt x="0" y="0"/>
                </a:moveTo>
                <a:lnTo>
                  <a:pt x="9429748" y="0"/>
                </a:lnTo>
                <a:lnTo>
                  <a:pt x="9429748" y="1"/>
                </a:lnTo>
                <a:lnTo>
                  <a:pt x="12191999" y="1"/>
                </a:lnTo>
                <a:lnTo>
                  <a:pt x="12191999" y="1164372"/>
                </a:lnTo>
                <a:lnTo>
                  <a:pt x="12147852" y="1163783"/>
                </a:lnTo>
                <a:cubicBezTo>
                  <a:pt x="12063101" y="1189107"/>
                  <a:pt x="12045020" y="1156925"/>
                  <a:pt x="11993604" y="1153496"/>
                </a:cubicBezTo>
                <a:cubicBezTo>
                  <a:pt x="11954216" y="1165241"/>
                  <a:pt x="11911195" y="1167350"/>
                  <a:pt x="11865319" y="1176624"/>
                </a:cubicBezTo>
                <a:cubicBezTo>
                  <a:pt x="11822513" y="1184682"/>
                  <a:pt x="11766915" y="1201558"/>
                  <a:pt x="11718353" y="1209136"/>
                </a:cubicBezTo>
                <a:cubicBezTo>
                  <a:pt x="11675379" y="1217463"/>
                  <a:pt x="11638007" y="1216639"/>
                  <a:pt x="11609067" y="1218512"/>
                </a:cubicBezTo>
                <a:cubicBezTo>
                  <a:pt x="11597582" y="1221322"/>
                  <a:pt x="11554280" y="1243577"/>
                  <a:pt x="11545958" y="1240430"/>
                </a:cubicBezTo>
                <a:lnTo>
                  <a:pt x="11445770" y="1225780"/>
                </a:lnTo>
                <a:cubicBezTo>
                  <a:pt x="11425543" y="1230782"/>
                  <a:pt x="11413740" y="1222096"/>
                  <a:pt x="11398842" y="1227250"/>
                </a:cubicBezTo>
                <a:cubicBezTo>
                  <a:pt x="11367060" y="1233093"/>
                  <a:pt x="11269285" y="1263712"/>
                  <a:pt x="11240093" y="1266797"/>
                </a:cubicBezTo>
                <a:cubicBezTo>
                  <a:pt x="11197297" y="1273685"/>
                  <a:pt x="11181311" y="1272682"/>
                  <a:pt x="11141364" y="1288059"/>
                </a:cubicBezTo>
                <a:cubicBezTo>
                  <a:pt x="11099891" y="1305386"/>
                  <a:pt x="11051533" y="1319157"/>
                  <a:pt x="11015396" y="1353104"/>
                </a:cubicBezTo>
                <a:cubicBezTo>
                  <a:pt x="11009424" y="1362217"/>
                  <a:pt x="10992328" y="1361966"/>
                  <a:pt x="10973905" y="1365109"/>
                </a:cubicBezTo>
                <a:cubicBezTo>
                  <a:pt x="10955482" y="1368254"/>
                  <a:pt x="10907369" y="1372817"/>
                  <a:pt x="10904858" y="1371966"/>
                </a:cubicBezTo>
                <a:cubicBezTo>
                  <a:pt x="10880521" y="1379494"/>
                  <a:pt x="10873670" y="1399734"/>
                  <a:pt x="10827883" y="1410270"/>
                </a:cubicBezTo>
                <a:cubicBezTo>
                  <a:pt x="10790248" y="1415655"/>
                  <a:pt x="10724899" y="1420726"/>
                  <a:pt x="10690996" y="1426394"/>
                </a:cubicBezTo>
                <a:cubicBezTo>
                  <a:pt x="10676463" y="1423331"/>
                  <a:pt x="10634514" y="1436908"/>
                  <a:pt x="10624461" y="1444283"/>
                </a:cubicBezTo>
                <a:cubicBezTo>
                  <a:pt x="10601952" y="1468442"/>
                  <a:pt x="10536224" y="1460228"/>
                  <a:pt x="10517208" y="1478947"/>
                </a:cubicBezTo>
                <a:cubicBezTo>
                  <a:pt x="10509508" y="1482271"/>
                  <a:pt x="10505833" y="1468818"/>
                  <a:pt x="10497937" y="1469831"/>
                </a:cubicBezTo>
                <a:lnTo>
                  <a:pt x="10471201" y="1486037"/>
                </a:lnTo>
                <a:lnTo>
                  <a:pt x="10448263" y="1478223"/>
                </a:lnTo>
                <a:lnTo>
                  <a:pt x="10388089" y="1507175"/>
                </a:lnTo>
                <a:cubicBezTo>
                  <a:pt x="10350285" y="1513081"/>
                  <a:pt x="10383281" y="1526586"/>
                  <a:pt x="10333720" y="1515848"/>
                </a:cubicBezTo>
                <a:cubicBezTo>
                  <a:pt x="10286428" y="1526223"/>
                  <a:pt x="10174884" y="1550019"/>
                  <a:pt x="10104338" y="1569424"/>
                </a:cubicBezTo>
                <a:cubicBezTo>
                  <a:pt x="10066963" y="1581564"/>
                  <a:pt x="9967395" y="1605712"/>
                  <a:pt x="9910445" y="1632275"/>
                </a:cubicBezTo>
                <a:cubicBezTo>
                  <a:pt x="9856131" y="1644130"/>
                  <a:pt x="9831118" y="1689967"/>
                  <a:pt x="9770872" y="1688088"/>
                </a:cubicBezTo>
                <a:cubicBezTo>
                  <a:pt x="9769882" y="1691843"/>
                  <a:pt x="9737016" y="1697044"/>
                  <a:pt x="9733849" y="1700034"/>
                </a:cubicBezTo>
                <a:lnTo>
                  <a:pt x="9703714" y="1730093"/>
                </a:lnTo>
                <a:lnTo>
                  <a:pt x="9698351" y="1730377"/>
                </a:lnTo>
                <a:lnTo>
                  <a:pt x="9632895" y="1736363"/>
                </a:lnTo>
                <a:lnTo>
                  <a:pt x="9569107" y="1741010"/>
                </a:lnTo>
                <a:cubicBezTo>
                  <a:pt x="9558961" y="1745882"/>
                  <a:pt x="9548028" y="1750646"/>
                  <a:pt x="9536451" y="1755120"/>
                </a:cubicBezTo>
                <a:lnTo>
                  <a:pt x="9529385" y="1757515"/>
                </a:lnTo>
                <a:lnTo>
                  <a:pt x="9498527" y="1753117"/>
                </a:lnTo>
                <a:lnTo>
                  <a:pt x="9436642" y="1755478"/>
                </a:lnTo>
                <a:lnTo>
                  <a:pt x="9429748" y="1756317"/>
                </a:lnTo>
                <a:lnTo>
                  <a:pt x="9429748" y="1768745"/>
                </a:lnTo>
                <a:lnTo>
                  <a:pt x="9425802" y="1769273"/>
                </a:lnTo>
                <a:cubicBezTo>
                  <a:pt x="9390751" y="1773262"/>
                  <a:pt x="9371406" y="1773457"/>
                  <a:pt x="9349763" y="1776107"/>
                </a:cubicBezTo>
                <a:cubicBezTo>
                  <a:pt x="9314721" y="1782260"/>
                  <a:pt x="9277650" y="1796217"/>
                  <a:pt x="9256503" y="1800699"/>
                </a:cubicBezTo>
                <a:lnTo>
                  <a:pt x="9222873" y="1803003"/>
                </a:lnTo>
                <a:lnTo>
                  <a:pt x="9224095" y="1807355"/>
                </a:lnTo>
                <a:lnTo>
                  <a:pt x="9211603" y="1807675"/>
                </a:lnTo>
                <a:lnTo>
                  <a:pt x="9183719" y="1807781"/>
                </a:lnTo>
                <a:cubicBezTo>
                  <a:pt x="9166319" y="1808439"/>
                  <a:pt x="9117935" y="1807396"/>
                  <a:pt x="9100221" y="1808989"/>
                </a:cubicBezTo>
                <a:cubicBezTo>
                  <a:pt x="9095111" y="1813630"/>
                  <a:pt x="9087224" y="1816160"/>
                  <a:pt x="9077439" y="1817333"/>
                </a:cubicBezTo>
                <a:lnTo>
                  <a:pt x="9055889" y="1817464"/>
                </a:lnTo>
                <a:lnTo>
                  <a:pt x="8930912" y="1828648"/>
                </a:lnTo>
                <a:lnTo>
                  <a:pt x="8913729" y="1829483"/>
                </a:lnTo>
                <a:lnTo>
                  <a:pt x="8904423" y="1833234"/>
                </a:lnTo>
                <a:cubicBezTo>
                  <a:pt x="8897319" y="1833982"/>
                  <a:pt x="8876911" y="1833498"/>
                  <a:pt x="8871099" y="1833979"/>
                </a:cubicBezTo>
                <a:lnTo>
                  <a:pt x="8869557" y="1836113"/>
                </a:lnTo>
                <a:cubicBezTo>
                  <a:pt x="8851043" y="1839524"/>
                  <a:pt x="8781405" y="1850882"/>
                  <a:pt x="8760021" y="1854442"/>
                </a:cubicBezTo>
                <a:cubicBezTo>
                  <a:pt x="8755749" y="1851161"/>
                  <a:pt x="8746183" y="1856343"/>
                  <a:pt x="8741254" y="1857469"/>
                </a:cubicBezTo>
                <a:cubicBezTo>
                  <a:pt x="8740491" y="1855259"/>
                  <a:pt x="8728559" y="1854585"/>
                  <a:pt x="8725039" y="1856552"/>
                </a:cubicBezTo>
                <a:cubicBezTo>
                  <a:pt x="8641157" y="1867333"/>
                  <a:pt x="8683145" y="1845054"/>
                  <a:pt x="8635265" y="1859168"/>
                </a:cubicBezTo>
                <a:cubicBezTo>
                  <a:pt x="8626795" y="1860103"/>
                  <a:pt x="8619931" y="1859212"/>
                  <a:pt x="8613911" y="1857561"/>
                </a:cubicBezTo>
                <a:lnTo>
                  <a:pt x="8604931" y="1854170"/>
                </a:lnTo>
                <a:lnTo>
                  <a:pt x="8570171" y="1860579"/>
                </a:lnTo>
                <a:cubicBezTo>
                  <a:pt x="8553049" y="1862813"/>
                  <a:pt x="8535028" y="1864294"/>
                  <a:pt x="8516537" y="1864971"/>
                </a:cubicBezTo>
                <a:cubicBezTo>
                  <a:pt x="8512388" y="1860455"/>
                  <a:pt x="8497874" y="1866870"/>
                  <a:pt x="8491046" y="1868141"/>
                </a:cubicBezTo>
                <a:cubicBezTo>
                  <a:pt x="8490975" y="1865191"/>
                  <a:pt x="8475847" y="1863778"/>
                  <a:pt x="8470478" y="1866216"/>
                </a:cubicBezTo>
                <a:cubicBezTo>
                  <a:pt x="8357654" y="1876758"/>
                  <a:pt x="8421139" y="1849210"/>
                  <a:pt x="8353433" y="1865729"/>
                </a:cubicBezTo>
                <a:lnTo>
                  <a:pt x="8347675" y="1865075"/>
                </a:lnTo>
                <a:lnTo>
                  <a:pt x="8343939" y="1865677"/>
                </a:lnTo>
                <a:cubicBezTo>
                  <a:pt x="8309852" y="1870841"/>
                  <a:pt x="8272587" y="1875809"/>
                  <a:pt x="8221566" y="1881148"/>
                </a:cubicBezTo>
                <a:cubicBezTo>
                  <a:pt x="8158043" y="1892960"/>
                  <a:pt x="8095547" y="1914042"/>
                  <a:pt x="8066095" y="1919902"/>
                </a:cubicBezTo>
                <a:cubicBezTo>
                  <a:pt x="8058949" y="1919234"/>
                  <a:pt x="8051921" y="1917862"/>
                  <a:pt x="8044849" y="1916308"/>
                </a:cubicBezTo>
                <a:lnTo>
                  <a:pt x="8041142" y="1915506"/>
                </a:lnTo>
                <a:lnTo>
                  <a:pt x="8022159" y="1911521"/>
                </a:lnTo>
                <a:lnTo>
                  <a:pt x="7944932" y="1917265"/>
                </a:lnTo>
                <a:lnTo>
                  <a:pt x="7879011" y="1928570"/>
                </a:lnTo>
                <a:lnTo>
                  <a:pt x="7865529" y="1934399"/>
                </a:lnTo>
                <a:lnTo>
                  <a:pt x="7774801" y="1947969"/>
                </a:lnTo>
                <a:lnTo>
                  <a:pt x="7748398" y="1955982"/>
                </a:lnTo>
                <a:lnTo>
                  <a:pt x="7740684" y="1955717"/>
                </a:lnTo>
                <a:cubicBezTo>
                  <a:pt x="7728362" y="1958584"/>
                  <a:pt x="7714099" y="1968442"/>
                  <a:pt x="7712976" y="1960442"/>
                </a:cubicBezTo>
                <a:lnTo>
                  <a:pt x="7699956" y="1966104"/>
                </a:lnTo>
                <a:lnTo>
                  <a:pt x="7684158" y="1962927"/>
                </a:lnTo>
                <a:cubicBezTo>
                  <a:pt x="7674684" y="1962643"/>
                  <a:pt x="7652105" y="1963177"/>
                  <a:pt x="7643109" y="1964400"/>
                </a:cubicBezTo>
                <a:lnTo>
                  <a:pt x="7630180" y="1970266"/>
                </a:lnTo>
                <a:lnTo>
                  <a:pt x="7609131" y="1971774"/>
                </a:lnTo>
                <a:cubicBezTo>
                  <a:pt x="7596694" y="1971644"/>
                  <a:pt x="7570258" y="1969757"/>
                  <a:pt x="7555555" y="1969491"/>
                </a:cubicBezTo>
                <a:cubicBezTo>
                  <a:pt x="7541460" y="1966540"/>
                  <a:pt x="7530571" y="1964848"/>
                  <a:pt x="7520919" y="1970177"/>
                </a:cubicBezTo>
                <a:cubicBezTo>
                  <a:pt x="7500295" y="1966884"/>
                  <a:pt x="7480780" y="1949401"/>
                  <a:pt x="7456258" y="1960468"/>
                </a:cubicBezTo>
                <a:cubicBezTo>
                  <a:pt x="7434946" y="1957506"/>
                  <a:pt x="7435772" y="1952500"/>
                  <a:pt x="7393047" y="1952408"/>
                </a:cubicBezTo>
                <a:cubicBezTo>
                  <a:pt x="7356520" y="1952860"/>
                  <a:pt x="7236307" y="1958626"/>
                  <a:pt x="7199912" y="1959913"/>
                </a:cubicBezTo>
                <a:cubicBezTo>
                  <a:pt x="7176501" y="1959942"/>
                  <a:pt x="7160098" y="1958343"/>
                  <a:pt x="7146774" y="1956641"/>
                </a:cubicBezTo>
                <a:lnTo>
                  <a:pt x="7122244" y="1953891"/>
                </a:lnTo>
                <a:lnTo>
                  <a:pt x="7032241" y="1962723"/>
                </a:lnTo>
                <a:cubicBezTo>
                  <a:pt x="6997214" y="1965198"/>
                  <a:pt x="6963725" y="1968396"/>
                  <a:pt x="6941492" y="1976868"/>
                </a:cubicBezTo>
                <a:cubicBezTo>
                  <a:pt x="6947015" y="1970398"/>
                  <a:pt x="6923088" y="1965379"/>
                  <a:pt x="6906514" y="1968589"/>
                </a:cubicBezTo>
                <a:cubicBezTo>
                  <a:pt x="6925890" y="1943204"/>
                  <a:pt x="6840983" y="1991464"/>
                  <a:pt x="6826395" y="1974141"/>
                </a:cubicBezTo>
                <a:cubicBezTo>
                  <a:pt x="6825676" y="1990223"/>
                  <a:pt x="6751393" y="2017492"/>
                  <a:pt x="6716431" y="2004297"/>
                </a:cubicBezTo>
                <a:cubicBezTo>
                  <a:pt x="6663167" y="2007518"/>
                  <a:pt x="6625450" y="2020811"/>
                  <a:pt x="6569607" y="2015496"/>
                </a:cubicBezTo>
                <a:cubicBezTo>
                  <a:pt x="6567874" y="2017648"/>
                  <a:pt x="6565034" y="2019449"/>
                  <a:pt x="6561430" y="2020996"/>
                </a:cubicBezTo>
                <a:lnTo>
                  <a:pt x="6549371" y="2024747"/>
                </a:lnTo>
                <a:lnTo>
                  <a:pt x="6547040" y="2024474"/>
                </a:lnTo>
                <a:cubicBezTo>
                  <a:pt x="6537882" y="2024425"/>
                  <a:pt x="6533193" y="2025332"/>
                  <a:pt x="6530482" y="2026659"/>
                </a:cubicBezTo>
                <a:lnTo>
                  <a:pt x="6528565" y="2028600"/>
                </a:lnTo>
                <a:lnTo>
                  <a:pt x="6517741" y="2030558"/>
                </a:lnTo>
                <a:lnTo>
                  <a:pt x="6497855" y="2035650"/>
                </a:lnTo>
                <a:lnTo>
                  <a:pt x="6492785" y="2035444"/>
                </a:lnTo>
                <a:lnTo>
                  <a:pt x="6460692" y="2041321"/>
                </a:lnTo>
                <a:lnTo>
                  <a:pt x="6459609" y="2040851"/>
                </a:lnTo>
                <a:cubicBezTo>
                  <a:pt x="6456451" y="2039933"/>
                  <a:pt x="6452734" y="2039508"/>
                  <a:pt x="6447765" y="2040102"/>
                </a:cubicBezTo>
                <a:cubicBezTo>
                  <a:pt x="6446007" y="2031126"/>
                  <a:pt x="6441093" y="2037380"/>
                  <a:pt x="6426590" y="2039928"/>
                </a:cubicBezTo>
                <a:cubicBezTo>
                  <a:pt x="6423606" y="2033241"/>
                  <a:pt x="6413230" y="2032925"/>
                  <a:pt x="6401693" y="2033537"/>
                </a:cubicBezTo>
                <a:lnTo>
                  <a:pt x="6387141" y="2033161"/>
                </a:lnTo>
                <a:lnTo>
                  <a:pt x="6357846" y="2036782"/>
                </a:lnTo>
                <a:lnTo>
                  <a:pt x="6342914" y="2037585"/>
                </a:lnTo>
                <a:lnTo>
                  <a:pt x="6336300" y="2038781"/>
                </a:lnTo>
                <a:lnTo>
                  <a:pt x="6317178" y="2038968"/>
                </a:lnTo>
                <a:lnTo>
                  <a:pt x="6161427" y="2047338"/>
                </a:lnTo>
                <a:cubicBezTo>
                  <a:pt x="6147824" y="2057658"/>
                  <a:pt x="6118908" y="2077615"/>
                  <a:pt x="6097339" y="2082438"/>
                </a:cubicBezTo>
                <a:cubicBezTo>
                  <a:pt x="6090149" y="2084046"/>
                  <a:pt x="6083776" y="2083972"/>
                  <a:pt x="6079059" y="2081299"/>
                </a:cubicBezTo>
                <a:cubicBezTo>
                  <a:pt x="6063900" y="2082334"/>
                  <a:pt x="6011621" y="2084537"/>
                  <a:pt x="5998439" y="2070958"/>
                </a:cubicBezTo>
                <a:cubicBezTo>
                  <a:pt x="5976443" y="2071759"/>
                  <a:pt x="5925514" y="2069780"/>
                  <a:pt x="5904290" y="2070255"/>
                </a:cubicBezTo>
                <a:cubicBezTo>
                  <a:pt x="5871515" y="2066244"/>
                  <a:pt x="5843986" y="2088249"/>
                  <a:pt x="5814867" y="2079032"/>
                </a:cubicBezTo>
                <a:cubicBezTo>
                  <a:pt x="5792003" y="2070559"/>
                  <a:pt x="5750009" y="2076273"/>
                  <a:pt x="5725743" y="2070558"/>
                </a:cubicBezTo>
                <a:cubicBezTo>
                  <a:pt x="5716432" y="2058355"/>
                  <a:pt x="5667424" y="2047322"/>
                  <a:pt x="5650546" y="2052412"/>
                </a:cubicBezTo>
                <a:cubicBezTo>
                  <a:pt x="5614627" y="2046084"/>
                  <a:pt x="5608108" y="2028306"/>
                  <a:pt x="5581284" y="2023175"/>
                </a:cubicBezTo>
                <a:lnTo>
                  <a:pt x="5572593" y="2018391"/>
                </a:lnTo>
                <a:lnTo>
                  <a:pt x="5548580" y="2016951"/>
                </a:lnTo>
                <a:cubicBezTo>
                  <a:pt x="5523726" y="2017783"/>
                  <a:pt x="5498337" y="2019663"/>
                  <a:pt x="5471173" y="2018786"/>
                </a:cubicBezTo>
                <a:cubicBezTo>
                  <a:pt x="5447687" y="2003020"/>
                  <a:pt x="5353807" y="2022324"/>
                  <a:pt x="5340320" y="2037611"/>
                </a:cubicBezTo>
                <a:cubicBezTo>
                  <a:pt x="5340015" y="2024215"/>
                  <a:pt x="5271937" y="2042455"/>
                  <a:pt x="5254376" y="2042928"/>
                </a:cubicBezTo>
                <a:cubicBezTo>
                  <a:pt x="5248522" y="2043086"/>
                  <a:pt x="5248281" y="2041270"/>
                  <a:pt x="5258035" y="2035649"/>
                </a:cubicBezTo>
                <a:cubicBezTo>
                  <a:pt x="5239374" y="2037214"/>
                  <a:pt x="5220112" y="2030252"/>
                  <a:pt x="5230622" y="2024576"/>
                </a:cubicBezTo>
                <a:cubicBezTo>
                  <a:pt x="5173932" y="2036724"/>
                  <a:pt x="5090262" y="2024645"/>
                  <a:pt x="5026203" y="2030162"/>
                </a:cubicBezTo>
                <a:cubicBezTo>
                  <a:pt x="4991280" y="2016814"/>
                  <a:pt x="5010212" y="2029164"/>
                  <a:pt x="4973988" y="2026668"/>
                </a:cubicBezTo>
                <a:cubicBezTo>
                  <a:pt x="4983896" y="2038955"/>
                  <a:pt x="4930012" y="2019774"/>
                  <a:pt x="4928030" y="2033642"/>
                </a:cubicBezTo>
                <a:cubicBezTo>
                  <a:pt x="4921501" y="2032748"/>
                  <a:pt x="4915238" y="2031445"/>
                  <a:pt x="4908970" y="2030033"/>
                </a:cubicBezTo>
                <a:lnTo>
                  <a:pt x="4905679" y="2029300"/>
                </a:lnTo>
                <a:lnTo>
                  <a:pt x="4892525" y="2028768"/>
                </a:lnTo>
                <a:lnTo>
                  <a:pt x="4888818" y="2025619"/>
                </a:lnTo>
                <a:lnTo>
                  <a:pt x="4869018" y="2022668"/>
                </a:lnTo>
                <a:cubicBezTo>
                  <a:pt x="4861602" y="2022028"/>
                  <a:pt x="4853622" y="2021880"/>
                  <a:pt x="4844804" y="2022527"/>
                </a:cubicBezTo>
                <a:cubicBezTo>
                  <a:pt x="4823110" y="2028022"/>
                  <a:pt x="4789330" y="2021287"/>
                  <a:pt x="4758778" y="2021694"/>
                </a:cubicBezTo>
                <a:lnTo>
                  <a:pt x="4744748" y="2023396"/>
                </a:lnTo>
                <a:lnTo>
                  <a:pt x="4698956" y="2020558"/>
                </a:lnTo>
                <a:cubicBezTo>
                  <a:pt x="4685921" y="2020008"/>
                  <a:pt x="4672392" y="2019718"/>
                  <a:pt x="4658147" y="2019920"/>
                </a:cubicBezTo>
                <a:lnTo>
                  <a:pt x="4631706" y="2021274"/>
                </a:lnTo>
                <a:lnTo>
                  <a:pt x="4624776" y="2020152"/>
                </a:lnTo>
                <a:cubicBezTo>
                  <a:pt x="4612703" y="2020277"/>
                  <a:pt x="4596727" y="2024226"/>
                  <a:pt x="4598150" y="2019429"/>
                </a:cubicBezTo>
                <a:lnTo>
                  <a:pt x="4584588" y="2021092"/>
                </a:lnTo>
                <a:lnTo>
                  <a:pt x="4571203" y="2017263"/>
                </a:lnTo>
                <a:cubicBezTo>
                  <a:pt x="4569736" y="2016374"/>
                  <a:pt x="4568633" y="2015427"/>
                  <a:pt x="4567930" y="2014458"/>
                </a:cubicBezTo>
                <a:lnTo>
                  <a:pt x="4548984" y="2015717"/>
                </a:lnTo>
                <a:lnTo>
                  <a:pt x="4533451" y="2012976"/>
                </a:lnTo>
                <a:lnTo>
                  <a:pt x="4519910" y="2014768"/>
                </a:lnTo>
                <a:lnTo>
                  <a:pt x="4514290" y="2014364"/>
                </a:lnTo>
                <a:lnTo>
                  <a:pt x="4500320" y="2013007"/>
                </a:lnTo>
                <a:cubicBezTo>
                  <a:pt x="4493159" y="2012056"/>
                  <a:pt x="4485144" y="2010910"/>
                  <a:pt x="4476219" y="2009993"/>
                </a:cubicBezTo>
                <a:lnTo>
                  <a:pt x="4468701" y="2009574"/>
                </a:lnTo>
                <a:lnTo>
                  <a:pt x="4452333" y="2004964"/>
                </a:lnTo>
                <a:cubicBezTo>
                  <a:pt x="4440422" y="2001479"/>
                  <a:pt x="4431048" y="1999130"/>
                  <a:pt x="4420644" y="2001021"/>
                </a:cubicBezTo>
                <a:cubicBezTo>
                  <a:pt x="4402911" y="1996519"/>
                  <a:pt x="4390524" y="1983900"/>
                  <a:pt x="4364856" y="1987267"/>
                </a:cubicBezTo>
                <a:cubicBezTo>
                  <a:pt x="4372645" y="1981550"/>
                  <a:pt x="4336350" y="1986575"/>
                  <a:pt x="4332062" y="1980703"/>
                </a:cubicBezTo>
                <a:cubicBezTo>
                  <a:pt x="4330083" y="1975974"/>
                  <a:pt x="4318612" y="1976397"/>
                  <a:pt x="4309876" y="1974653"/>
                </a:cubicBezTo>
                <a:cubicBezTo>
                  <a:pt x="4303650" y="1969824"/>
                  <a:pt x="4259693" y="1965414"/>
                  <a:pt x="4244391" y="1966109"/>
                </a:cubicBezTo>
                <a:cubicBezTo>
                  <a:pt x="4201255" y="1970914"/>
                  <a:pt x="4166558" y="1951471"/>
                  <a:pt x="4132071" y="1954813"/>
                </a:cubicBezTo>
                <a:cubicBezTo>
                  <a:pt x="4123041" y="1954358"/>
                  <a:pt x="4115554" y="1953263"/>
                  <a:pt x="4109069" y="1951778"/>
                </a:cubicBezTo>
                <a:lnTo>
                  <a:pt x="4092908" y="1946662"/>
                </a:lnTo>
                <a:cubicBezTo>
                  <a:pt x="4092707" y="1945539"/>
                  <a:pt x="4092506" y="1944415"/>
                  <a:pt x="4092306" y="1943291"/>
                </a:cubicBezTo>
                <a:lnTo>
                  <a:pt x="4080234" y="1941219"/>
                </a:lnTo>
                <a:lnTo>
                  <a:pt x="4077778" y="1940145"/>
                </a:lnTo>
                <a:cubicBezTo>
                  <a:pt x="4073105" y="1938081"/>
                  <a:pt x="4068339" y="1936119"/>
                  <a:pt x="4062936" y="1934506"/>
                </a:cubicBezTo>
                <a:cubicBezTo>
                  <a:pt x="4048082" y="1947155"/>
                  <a:pt x="4014523" y="1922869"/>
                  <a:pt x="4012506" y="1935475"/>
                </a:cubicBezTo>
                <a:cubicBezTo>
                  <a:pt x="3980228" y="1928812"/>
                  <a:pt x="3986775" y="1942559"/>
                  <a:pt x="3965880" y="1925968"/>
                </a:cubicBezTo>
                <a:cubicBezTo>
                  <a:pt x="3899515" y="1923414"/>
                  <a:pt x="3830855" y="1902158"/>
                  <a:pt x="3765338" y="1906649"/>
                </a:cubicBezTo>
                <a:cubicBezTo>
                  <a:pt x="3780686" y="1902635"/>
                  <a:pt x="3768784" y="1893856"/>
                  <a:pt x="3749493" y="1893071"/>
                </a:cubicBezTo>
                <a:cubicBezTo>
                  <a:pt x="3807776" y="1876857"/>
                  <a:pt x="3656400" y="1898030"/>
                  <a:pt x="3672704" y="1881383"/>
                </a:cubicBezTo>
                <a:cubicBezTo>
                  <a:pt x="3645532" y="1893973"/>
                  <a:pt x="3537791" y="1900656"/>
                  <a:pt x="3530082" y="1883187"/>
                </a:cubicBezTo>
                <a:cubicBezTo>
                  <a:pt x="3479808" y="1875044"/>
                  <a:pt x="3426017" y="1877998"/>
                  <a:pt x="3387664" y="1862579"/>
                </a:cubicBezTo>
                <a:cubicBezTo>
                  <a:pt x="3382649" y="1863935"/>
                  <a:pt x="3377277" y="1864791"/>
                  <a:pt x="3371681" y="1865293"/>
                </a:cubicBezTo>
                <a:lnTo>
                  <a:pt x="3355305" y="1865842"/>
                </a:lnTo>
                <a:lnTo>
                  <a:pt x="3353790" y="1865158"/>
                </a:lnTo>
                <a:cubicBezTo>
                  <a:pt x="3346144" y="1863282"/>
                  <a:pt x="3340687" y="1863057"/>
                  <a:pt x="3336210" y="1863564"/>
                </a:cubicBezTo>
                <a:lnTo>
                  <a:pt x="3331381" y="1864716"/>
                </a:lnTo>
                <a:lnTo>
                  <a:pt x="3319012" y="1864093"/>
                </a:lnTo>
                <a:lnTo>
                  <a:pt x="3293818" y="1864135"/>
                </a:lnTo>
                <a:lnTo>
                  <a:pt x="3289881" y="1862954"/>
                </a:lnTo>
                <a:lnTo>
                  <a:pt x="3253090" y="1861164"/>
                </a:lnTo>
                <a:cubicBezTo>
                  <a:pt x="3253042" y="1860968"/>
                  <a:pt x="3252996" y="1860771"/>
                  <a:pt x="3252949" y="1860574"/>
                </a:cubicBezTo>
                <a:cubicBezTo>
                  <a:pt x="3251799" y="1859213"/>
                  <a:pt x="3249368" y="1858131"/>
                  <a:pt x="3244187" y="1857604"/>
                </a:cubicBezTo>
                <a:cubicBezTo>
                  <a:pt x="3250860" y="1853873"/>
                  <a:pt x="3250577" y="1852999"/>
                  <a:pt x="3246570" y="1852946"/>
                </a:cubicBezTo>
                <a:lnTo>
                  <a:pt x="3237810" y="1853064"/>
                </a:lnTo>
                <a:lnTo>
                  <a:pt x="3230822" y="1855474"/>
                </a:lnTo>
                <a:cubicBezTo>
                  <a:pt x="3206812" y="1862286"/>
                  <a:pt x="3176733" y="1868865"/>
                  <a:pt x="3136549" y="1874037"/>
                </a:cubicBezTo>
                <a:cubicBezTo>
                  <a:pt x="3081163" y="1880168"/>
                  <a:pt x="2902557" y="1900580"/>
                  <a:pt x="2845754" y="1910932"/>
                </a:cubicBezTo>
                <a:cubicBezTo>
                  <a:pt x="2860822" y="1944376"/>
                  <a:pt x="2813389" y="1905358"/>
                  <a:pt x="2786878" y="1917162"/>
                </a:cubicBezTo>
                <a:cubicBezTo>
                  <a:pt x="2766803" y="1917398"/>
                  <a:pt x="2741628" y="1915886"/>
                  <a:pt x="2725298" y="1912340"/>
                </a:cubicBezTo>
                <a:cubicBezTo>
                  <a:pt x="2716680" y="1911427"/>
                  <a:pt x="2707572" y="1911972"/>
                  <a:pt x="2697754" y="1914863"/>
                </a:cubicBezTo>
                <a:cubicBezTo>
                  <a:pt x="2667185" y="1939014"/>
                  <a:pt x="2622149" y="1926211"/>
                  <a:pt x="2568063" y="1936283"/>
                </a:cubicBezTo>
                <a:cubicBezTo>
                  <a:pt x="2552625" y="1932001"/>
                  <a:pt x="2502682" y="1953378"/>
                  <a:pt x="2489784" y="1943720"/>
                </a:cubicBezTo>
                <a:cubicBezTo>
                  <a:pt x="2478524" y="1943155"/>
                  <a:pt x="2467418" y="1949411"/>
                  <a:pt x="2458978" y="1938095"/>
                </a:cubicBezTo>
                <a:cubicBezTo>
                  <a:pt x="2417552" y="1934639"/>
                  <a:pt x="2366376" y="1931293"/>
                  <a:pt x="2318712" y="1934474"/>
                </a:cubicBezTo>
                <a:cubicBezTo>
                  <a:pt x="2296029" y="1936526"/>
                  <a:pt x="2282069" y="1938434"/>
                  <a:pt x="2268709" y="1940521"/>
                </a:cubicBezTo>
                <a:lnTo>
                  <a:pt x="2264080" y="1941232"/>
                </a:lnTo>
                <a:lnTo>
                  <a:pt x="2254684" y="1943524"/>
                </a:lnTo>
                <a:lnTo>
                  <a:pt x="2252523" y="1943004"/>
                </a:lnTo>
                <a:lnTo>
                  <a:pt x="2173350" y="1929202"/>
                </a:lnTo>
                <a:lnTo>
                  <a:pt x="2155266" y="1920267"/>
                </a:lnTo>
                <a:lnTo>
                  <a:pt x="2091013" y="1914631"/>
                </a:lnTo>
                <a:cubicBezTo>
                  <a:pt x="2033357" y="1920614"/>
                  <a:pt x="2070513" y="1905065"/>
                  <a:pt x="2030712" y="1897690"/>
                </a:cubicBezTo>
                <a:cubicBezTo>
                  <a:pt x="1994539" y="1893055"/>
                  <a:pt x="1958569" y="1883188"/>
                  <a:pt x="1908838" y="1892222"/>
                </a:cubicBezTo>
                <a:cubicBezTo>
                  <a:pt x="1897236" y="1896147"/>
                  <a:pt x="1883338" y="1892415"/>
                  <a:pt x="1877796" y="1883887"/>
                </a:cubicBezTo>
                <a:cubicBezTo>
                  <a:pt x="1876842" y="1882419"/>
                  <a:pt x="1876177" y="1880863"/>
                  <a:pt x="1875824" y="1879265"/>
                </a:cubicBezTo>
                <a:cubicBezTo>
                  <a:pt x="1843474" y="1887199"/>
                  <a:pt x="1841511" y="1873818"/>
                  <a:pt x="1823048" y="1881064"/>
                </a:cubicBezTo>
                <a:cubicBezTo>
                  <a:pt x="1792640" y="1872164"/>
                  <a:pt x="1782358" y="1850450"/>
                  <a:pt x="1765736" y="1856578"/>
                </a:cubicBezTo>
                <a:cubicBezTo>
                  <a:pt x="1753024" y="1849107"/>
                  <a:pt x="1745932" y="1828316"/>
                  <a:pt x="1725669" y="1833744"/>
                </a:cubicBezTo>
                <a:cubicBezTo>
                  <a:pt x="1727428" y="1831405"/>
                  <a:pt x="1726953" y="1830157"/>
                  <a:pt x="1725216" y="1829447"/>
                </a:cubicBezTo>
                <a:lnTo>
                  <a:pt x="1721485" y="1828960"/>
                </a:lnTo>
                <a:lnTo>
                  <a:pt x="1717786" y="1832224"/>
                </a:lnTo>
                <a:cubicBezTo>
                  <a:pt x="1703445" y="1843277"/>
                  <a:pt x="1706547" y="1827935"/>
                  <a:pt x="1689907" y="1825425"/>
                </a:cubicBezTo>
                <a:cubicBezTo>
                  <a:pt x="1682338" y="1823445"/>
                  <a:pt x="1685181" y="1820226"/>
                  <a:pt x="1688093" y="1817391"/>
                </a:cubicBezTo>
                <a:lnTo>
                  <a:pt x="1496789" y="1805297"/>
                </a:lnTo>
                <a:cubicBezTo>
                  <a:pt x="1463551" y="1793913"/>
                  <a:pt x="1426345" y="1786892"/>
                  <a:pt x="1392839" y="1758649"/>
                </a:cubicBezTo>
                <a:cubicBezTo>
                  <a:pt x="1386461" y="1750573"/>
                  <a:pt x="1374031" y="1756918"/>
                  <a:pt x="1360872" y="1752441"/>
                </a:cubicBezTo>
                <a:cubicBezTo>
                  <a:pt x="1347711" y="1747963"/>
                  <a:pt x="1332751" y="1735898"/>
                  <a:pt x="1313885" y="1731785"/>
                </a:cubicBezTo>
                <a:cubicBezTo>
                  <a:pt x="1281989" y="1726305"/>
                  <a:pt x="1256405" y="1739744"/>
                  <a:pt x="1247665" y="1727765"/>
                </a:cubicBezTo>
                <a:cubicBezTo>
                  <a:pt x="1231363" y="1728538"/>
                  <a:pt x="1209120" y="1742556"/>
                  <a:pt x="1196850" y="1729622"/>
                </a:cubicBezTo>
                <a:cubicBezTo>
                  <a:pt x="1195195" y="1740224"/>
                  <a:pt x="1178147" y="1721561"/>
                  <a:pt x="1168728" y="1728550"/>
                </a:cubicBezTo>
                <a:cubicBezTo>
                  <a:pt x="1152073" y="1727193"/>
                  <a:pt x="1122804" y="1725926"/>
                  <a:pt x="1096918" y="1721485"/>
                </a:cubicBezTo>
                <a:lnTo>
                  <a:pt x="1094082" y="1720113"/>
                </a:lnTo>
                <a:lnTo>
                  <a:pt x="1040782" y="1721762"/>
                </a:lnTo>
                <a:cubicBezTo>
                  <a:pt x="987172" y="1722352"/>
                  <a:pt x="1023272" y="1708707"/>
                  <a:pt x="955980" y="1719289"/>
                </a:cubicBezTo>
                <a:cubicBezTo>
                  <a:pt x="948995" y="1714208"/>
                  <a:pt x="940521" y="1713816"/>
                  <a:pt x="926108" y="1715917"/>
                </a:cubicBezTo>
                <a:cubicBezTo>
                  <a:pt x="900077" y="1715834"/>
                  <a:pt x="902688" y="1703436"/>
                  <a:pt x="876049" y="1710422"/>
                </a:cubicBezTo>
                <a:cubicBezTo>
                  <a:pt x="881084" y="1703830"/>
                  <a:pt x="826830" y="1706893"/>
                  <a:pt x="839194" y="1700176"/>
                </a:cubicBezTo>
                <a:cubicBezTo>
                  <a:pt x="822548" y="1693764"/>
                  <a:pt x="813674" y="1703628"/>
                  <a:pt x="797112" y="1698014"/>
                </a:cubicBezTo>
                <a:cubicBezTo>
                  <a:pt x="778195" y="1696418"/>
                  <a:pt x="807647" y="1705364"/>
                  <a:pt x="786610" y="1705455"/>
                </a:cubicBezTo>
                <a:cubicBezTo>
                  <a:pt x="761170" y="1704357"/>
                  <a:pt x="760599" y="1716610"/>
                  <a:pt x="741833" y="1700566"/>
                </a:cubicBezTo>
                <a:lnTo>
                  <a:pt x="673985" y="1692278"/>
                </a:lnTo>
                <a:cubicBezTo>
                  <a:pt x="658515" y="1695829"/>
                  <a:pt x="646395" y="1693620"/>
                  <a:pt x="634665" y="1689550"/>
                </a:cubicBezTo>
                <a:cubicBezTo>
                  <a:pt x="599149" y="1689690"/>
                  <a:pt x="567176" y="1683160"/>
                  <a:pt x="527471" y="1679869"/>
                </a:cubicBezTo>
                <a:cubicBezTo>
                  <a:pt x="484099" y="1683240"/>
                  <a:pt x="462693" y="1671949"/>
                  <a:pt x="420260" y="1668475"/>
                </a:cubicBezTo>
                <a:cubicBezTo>
                  <a:pt x="377482" y="1677390"/>
                  <a:pt x="393500" y="1652730"/>
                  <a:pt x="357630" y="1652142"/>
                </a:cubicBezTo>
                <a:cubicBezTo>
                  <a:pt x="298692" y="1659518"/>
                  <a:pt x="359631" y="1643849"/>
                  <a:pt x="269407" y="1643812"/>
                </a:cubicBezTo>
                <a:cubicBezTo>
                  <a:pt x="264204" y="1645215"/>
                  <a:pt x="253436" y="1643159"/>
                  <a:pt x="254769" y="1641013"/>
                </a:cubicBezTo>
                <a:cubicBezTo>
                  <a:pt x="234996" y="1641090"/>
                  <a:pt x="179093" y="1626583"/>
                  <a:pt x="150763" y="1628143"/>
                </a:cubicBezTo>
                <a:cubicBezTo>
                  <a:pt x="96232" y="1619954"/>
                  <a:pt x="68845" y="1629422"/>
                  <a:pt x="29133" y="1626172"/>
                </a:cubicBezTo>
                <a:lnTo>
                  <a:pt x="0" y="1619589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55EDEA97-47D0-14F9-CC7F-E4EFD882BF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8675" y="494414"/>
            <a:ext cx="10534650" cy="81740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36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hur</a:t>
            </a:r>
            <a:r>
              <a:rPr lang="en-US" sz="3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Terraform </a:t>
            </a:r>
            <a:r>
              <a:rPr lang="en-US" sz="36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använder</a:t>
            </a:r>
            <a:r>
              <a:rPr lang="en-US" sz="3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state</a:t>
            </a:r>
          </a:p>
        </p:txBody>
      </p:sp>
      <p:pic>
        <p:nvPicPr>
          <p:cNvPr id="5" name="Bildobjekt 4">
            <a:extLst>
              <a:ext uri="{FF2B5EF4-FFF2-40B4-BE49-F238E27FC236}">
                <a16:creationId xmlns:a16="http://schemas.microsoft.com/office/drawing/2014/main" id="{B579E599-473E-AD92-581B-C6F16668046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854" t="5286" r="4841" b="2415"/>
          <a:stretch>
            <a:fillRect/>
          </a:stretch>
        </p:blipFill>
        <p:spPr>
          <a:xfrm>
            <a:off x="168379" y="5316"/>
            <a:ext cx="11859279" cy="6863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807715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7">
            <a:extLst>
              <a:ext uri="{FF2B5EF4-FFF2-40B4-BE49-F238E27FC236}">
                <a16:creationId xmlns:a16="http://schemas.microsoft.com/office/drawing/2014/main" id="{A7AE9375-4664-4DB2-922D-2782A6E439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A0C6F6B8-A044-16D8-239F-334103A0B3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69925"/>
            <a:ext cx="4508946" cy="1325563"/>
          </a:xfrm>
        </p:spPr>
        <p:txBody>
          <a:bodyPr anchor="b">
            <a:normAutofit/>
          </a:bodyPr>
          <a:lstStyle/>
          <a:p>
            <a:pPr algn="r"/>
            <a:r>
              <a:rPr lang="sv-SE">
                <a:solidFill>
                  <a:schemeClr val="bg1"/>
                </a:solidFill>
                <a:ea typeface="+mj-lt"/>
                <a:cs typeface="+mj-lt"/>
              </a:rPr>
              <a:t>VARNING – VIKTIGT!</a:t>
            </a:r>
            <a:endParaRPr lang="sv-SE">
              <a:solidFill>
                <a:schemeClr val="bg1"/>
              </a:solidFill>
            </a:endParaRPr>
          </a:p>
        </p:txBody>
      </p:sp>
      <p:cxnSp>
        <p:nvCxnSpPr>
          <p:cNvPr id="7" name="Straight Connector 9">
            <a:extLst>
              <a:ext uri="{FF2B5EF4-FFF2-40B4-BE49-F238E27FC236}">
                <a16:creationId xmlns:a16="http://schemas.microsoft.com/office/drawing/2014/main" id="{EE504C98-6397-41C1-A8D8-2D9C4ED30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26210" y="2026340"/>
            <a:ext cx="5220936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8136D48D-AA9D-5752-7109-BA0F67D883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4890" y="2398957"/>
            <a:ext cx="11339887" cy="1028478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sv-SE" sz="2000">
                <a:solidFill>
                  <a:schemeClr val="bg1"/>
                </a:solidFill>
                <a:ea typeface="+mn-lt"/>
                <a:cs typeface="+mn-lt"/>
              </a:rPr>
              <a:t>Enligt Scalr: State-filen är en JSON-fil som kartlägger din konfiguration till verkliga resurser. Den håller reda på varje resurs och dess attribut. State-filen innehåller känslig information och bör behandlas säkert .</a:t>
            </a:r>
            <a:endParaRPr lang="sv-SE" sz="2000">
              <a:solidFill>
                <a:schemeClr val="bg1"/>
              </a:solidFill>
            </a:endParaRPr>
          </a:p>
        </p:txBody>
      </p:sp>
      <p:sp>
        <p:nvSpPr>
          <p:cNvPr id="9" name="Rectangle 11">
            <a:extLst>
              <a:ext uri="{FF2B5EF4-FFF2-40B4-BE49-F238E27FC236}">
                <a16:creationId xmlns:a16="http://schemas.microsoft.com/office/drawing/2014/main" id="{9DD005C1-8C51-42D6-9BEE-B9B8384974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6206" y="115193"/>
            <a:ext cx="11939588" cy="6627614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3" name="Tabell 12">
            <a:extLst>
              <a:ext uri="{FF2B5EF4-FFF2-40B4-BE49-F238E27FC236}">
                <a16:creationId xmlns:a16="http://schemas.microsoft.com/office/drawing/2014/main" id="{E8D3F3E8-FAD3-96E2-DAEB-37914120C8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9701433"/>
              </p:ext>
            </p:extLst>
          </p:nvPr>
        </p:nvGraphicFramePr>
        <p:xfrm>
          <a:off x="402566" y="3425272"/>
          <a:ext cx="11336450" cy="2919548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5668225">
                  <a:extLst>
                    <a:ext uri="{9D8B030D-6E8A-4147-A177-3AD203B41FA5}">
                      <a16:colId xmlns:a16="http://schemas.microsoft.com/office/drawing/2014/main" val="753127512"/>
                    </a:ext>
                  </a:extLst>
                </a:gridCol>
                <a:gridCol w="5668225">
                  <a:extLst>
                    <a:ext uri="{9D8B030D-6E8A-4147-A177-3AD203B41FA5}">
                      <a16:colId xmlns:a16="http://schemas.microsoft.com/office/drawing/2014/main" val="1762636113"/>
                    </a:ext>
                  </a:extLst>
                </a:gridCol>
              </a:tblGrid>
              <a:tr h="541627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800" b="1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FARA</a:t>
                      </a:r>
                      <a:endParaRPr lang="sv-SE" sz="1800" b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800" b="1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LÖSNING</a:t>
                      </a:r>
                      <a:endParaRPr lang="sv-SE" sz="1800" b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7214170"/>
                  </a:ext>
                </a:extLst>
              </a:tr>
              <a:tr h="833273"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sv-SE" sz="180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State-filen kan innehålla </a:t>
                      </a:r>
                      <a:r>
                        <a:rPr lang="sv-SE" sz="1800" b="1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känslig information</a:t>
                      </a:r>
                      <a:r>
                        <a:rPr lang="sv-SE" sz="180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 (lösenord, API-nycklar)</a:t>
                      </a: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sv-SE" sz="180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Markera känsliga variabler med </a:t>
                      </a:r>
                      <a:r>
                        <a:rPr lang="sv-SE" sz="1200" i="0">
                          <a:solidFill>
                            <a:srgbClr val="0F1115"/>
                          </a:solidFill>
                          <a:effectLst/>
                          <a:latin typeface="Menlo"/>
                        </a:rPr>
                        <a:t>sensitive = true</a:t>
                      </a:r>
                      <a:r>
                        <a:rPr lang="sv-SE" sz="180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 och kryptera state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2589971"/>
                  </a:ext>
                </a:extLst>
              </a:tr>
              <a:tr h="833273"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sv-SE" sz="180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Lokal state är </a:t>
                      </a:r>
                      <a:r>
                        <a:rPr lang="sv-SE" sz="1800" b="1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inte delbar</a:t>
                      </a:r>
                      <a:r>
                        <a:rPr lang="sv-SE" sz="180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 – flera personer kan inte jobba samtidigt</a:t>
                      </a: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sv-SE" sz="180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Använd </a:t>
                      </a:r>
                      <a:r>
                        <a:rPr lang="sv-SE" sz="1800" b="1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remote backend</a:t>
                      </a:r>
                      <a:r>
                        <a:rPr lang="sv-SE" sz="180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 (S3, Azure Storage) med state-locking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8234469"/>
                  </a:ext>
                </a:extLst>
              </a:tr>
              <a:tr h="541627"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sv-SE" sz="180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State kan bli </a:t>
                      </a:r>
                      <a:r>
                        <a:rPr lang="sv-SE" sz="1800" b="1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förlorad eller korrumperad</a:t>
                      </a:r>
                      <a:endParaRPr lang="sv-SE" sz="180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sv-SE" sz="180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Använd state-backup eller versioning (S3 versioning)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0013775"/>
                  </a:ext>
                </a:extLst>
              </a:tr>
            </a:tbl>
          </a:graphicData>
        </a:graphic>
      </p:graphicFrame>
      <p:pic>
        <p:nvPicPr>
          <p:cNvPr id="17" name="Bildobjekt 16">
            <a:extLst>
              <a:ext uri="{FF2B5EF4-FFF2-40B4-BE49-F238E27FC236}">
                <a16:creationId xmlns:a16="http://schemas.microsoft.com/office/drawing/2014/main" id="{6F5EA3F3-66B6-FFD9-83B3-0AF346F0197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857" t="5233" r="6799" b="9570"/>
          <a:stretch>
            <a:fillRect/>
          </a:stretch>
        </p:blipFill>
        <p:spPr>
          <a:xfrm>
            <a:off x="-658" y="61466"/>
            <a:ext cx="12192967" cy="6738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774992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8A8EAB8-D2FF-444D-B34B-7D32F106AD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E6A0A889-7CA8-5BBA-2A78-953F675FC2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4141" y="1450655"/>
            <a:ext cx="3932030" cy="3956690"/>
          </a:xfrm>
        </p:spPr>
        <p:txBody>
          <a:bodyPr anchor="ctr">
            <a:normAutofit/>
          </a:bodyPr>
          <a:lstStyle/>
          <a:p>
            <a:r>
              <a:rPr lang="sv-SE" sz="5600">
                <a:solidFill>
                  <a:schemeClr val="bg1"/>
                </a:solidFill>
                <a:ea typeface="+mj-lt"/>
                <a:cs typeface="+mj-lt"/>
              </a:rPr>
              <a:t>Remote Backend – Säkrare State-hantering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67633D1-6EE6-4118-B9F0-B363477BEE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014141" y="1450655"/>
            <a:ext cx="393203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AD7FFC6-42A9-49CB-B5E9-B3F6B03833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014141" y="5408571"/>
            <a:ext cx="393203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FC21B4AC-B17D-6AA1-601D-21B1083CCD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7112" y="585950"/>
            <a:ext cx="6843344" cy="577141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sv-SE" sz="4400">
                <a:solidFill>
                  <a:schemeClr val="bg1"/>
                </a:solidFill>
                <a:ea typeface="+mn-lt"/>
                <a:cs typeface="+mn-lt"/>
              </a:rPr>
              <a:t>Remote backend = State lagras i molnet istället för lokalt</a:t>
            </a:r>
            <a:endParaRPr lang="sv-SE" sz="4400">
              <a:solidFill>
                <a:schemeClr val="bg1"/>
              </a:solidFill>
            </a:endParaRPr>
          </a:p>
        </p:txBody>
      </p:sp>
      <p:pic>
        <p:nvPicPr>
          <p:cNvPr id="4" name="Bildobjekt 3">
            <a:extLst>
              <a:ext uri="{FF2B5EF4-FFF2-40B4-BE49-F238E27FC236}">
                <a16:creationId xmlns:a16="http://schemas.microsoft.com/office/drawing/2014/main" id="{94CEE041-D916-3FF3-7E8C-AC88E602667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311" t="4956" r="4105" b="6964"/>
          <a:stretch>
            <a:fillRect/>
          </a:stretch>
        </p:blipFill>
        <p:spPr>
          <a:xfrm>
            <a:off x="0" y="94963"/>
            <a:ext cx="12192021" cy="6673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793061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8">
            <a:extLst>
              <a:ext uri="{FF2B5EF4-FFF2-40B4-BE49-F238E27FC236}">
                <a16:creationId xmlns:a16="http://schemas.microsoft.com/office/drawing/2014/main" id="{6753252F-4873-4F63-801D-CC719279A7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0">
            <a:extLst>
              <a:ext uri="{FF2B5EF4-FFF2-40B4-BE49-F238E27FC236}">
                <a16:creationId xmlns:a16="http://schemas.microsoft.com/office/drawing/2014/main" id="{047C8CCB-F95D-4249-92DD-651249D353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5D3D4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0429BDFE-BDE0-061E-FFCA-E9CECB5E70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Varför remote backend?</a:t>
            </a:r>
          </a:p>
        </p:txBody>
      </p:sp>
      <p:pic>
        <p:nvPicPr>
          <p:cNvPr id="4" name="Platshållare för innehåll 3">
            <a:extLst>
              <a:ext uri="{FF2B5EF4-FFF2-40B4-BE49-F238E27FC236}">
                <a16:creationId xmlns:a16="http://schemas.microsoft.com/office/drawing/2014/main" id="{04D1AF57-DE75-5462-B7B5-D47E0ED6683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744914" y="-1471"/>
            <a:ext cx="8192515" cy="6800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448518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B5B0058-AF13-4859-B429-4EDDE2A26F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C06F4348-2723-6603-4FF8-2F66909072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32903" y="187325"/>
            <a:ext cx="9948483" cy="238760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600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Jämförelse</a:t>
            </a:r>
            <a:r>
              <a:rPr lang="en-US" sz="66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– Local vs Remote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C4521DE-248E-440D-AAD6-FD9E7D34B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85285" y="0"/>
            <a:ext cx="0" cy="685800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42C13FA-4C0F-42D0-9626-5BA6040D8C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6252485"/>
            <a:ext cx="1219200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ell 4">
            <a:extLst>
              <a:ext uri="{FF2B5EF4-FFF2-40B4-BE49-F238E27FC236}">
                <a16:creationId xmlns:a16="http://schemas.microsoft.com/office/drawing/2014/main" id="{60D55D15-DF91-C03C-9396-343B3966EB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8982045"/>
              </p:ext>
            </p:extLst>
          </p:nvPr>
        </p:nvGraphicFramePr>
        <p:xfrm>
          <a:off x="661358" y="3048000"/>
          <a:ext cx="11422456" cy="2887808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604987">
                  <a:extLst>
                    <a:ext uri="{9D8B030D-6E8A-4147-A177-3AD203B41FA5}">
                      <a16:colId xmlns:a16="http://schemas.microsoft.com/office/drawing/2014/main" val="1797314955"/>
                    </a:ext>
                  </a:extLst>
                </a:gridCol>
                <a:gridCol w="4660625">
                  <a:extLst>
                    <a:ext uri="{9D8B030D-6E8A-4147-A177-3AD203B41FA5}">
                      <a16:colId xmlns:a16="http://schemas.microsoft.com/office/drawing/2014/main" val="3215679650"/>
                    </a:ext>
                  </a:extLst>
                </a:gridCol>
                <a:gridCol w="4156844">
                  <a:extLst>
                    <a:ext uri="{9D8B030D-6E8A-4147-A177-3AD203B41FA5}">
                      <a16:colId xmlns:a16="http://schemas.microsoft.com/office/drawing/2014/main" val="3905422518"/>
                    </a:ext>
                  </a:extLst>
                </a:gridCol>
              </a:tblGrid>
              <a:tr h="564586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2000" b="1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Aspekt</a:t>
                      </a:r>
                      <a:endParaRPr lang="sv-SE" sz="2000" b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2000" b="1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Local</a:t>
                      </a:r>
                      <a:endParaRPr lang="sv-SE" sz="2000" b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2000" b="1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Remote</a:t>
                      </a:r>
                      <a:endParaRPr lang="sv-SE" sz="2000" b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8719412"/>
                  </a:ext>
                </a:extLst>
              </a:tr>
              <a:tr h="564586"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sv-SE" sz="2000" b="1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Delning</a:t>
                      </a:r>
                      <a:endParaRPr lang="sv-SE" sz="200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sv-SE" sz="200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Svårt – filen är bara på en dator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sv-SE" sz="200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Enkelt – alla delar samma state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3572735"/>
                  </a:ext>
                </a:extLst>
              </a:tr>
              <a:tr h="868594"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sv-SE" sz="2000" b="1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State-låsning</a:t>
                      </a:r>
                      <a:endParaRPr lang="sv-SE" sz="200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sv-SE" sz="200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Finns inte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sv-SE" sz="200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Ja – förhindrar samtidiga ändringar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8780910"/>
                  </a:ext>
                </a:extLst>
              </a:tr>
              <a:tr h="868594"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sv-SE" sz="2000" b="1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Säkerhet</a:t>
                      </a:r>
                      <a:endParaRPr lang="sv-SE" sz="200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sv-SE" sz="200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Filen kan förloras vid hårddiskproblem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sv-SE" sz="200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State lagras säkert i molnet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2395740"/>
                  </a:ext>
                </a:extLst>
              </a:tr>
            </a:tbl>
          </a:graphicData>
        </a:graphic>
      </p:graphicFrame>
      <p:pic>
        <p:nvPicPr>
          <p:cNvPr id="6" name="Bildobjekt 5">
            <a:extLst>
              <a:ext uri="{FF2B5EF4-FFF2-40B4-BE49-F238E27FC236}">
                <a16:creationId xmlns:a16="http://schemas.microsoft.com/office/drawing/2014/main" id="{D069CC72-E3AE-ACB4-8F77-4631A1E397B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394" t="5066" r="5345" b="5488"/>
          <a:stretch>
            <a:fillRect/>
          </a:stretch>
        </p:blipFill>
        <p:spPr>
          <a:xfrm>
            <a:off x="170" y="-2154"/>
            <a:ext cx="12190176" cy="6863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706335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7AE9375-4664-4DB2-922D-2782A6E439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5D7D52FE-335C-D2F8-1D63-2D70E01165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69925"/>
            <a:ext cx="4508946" cy="1325563"/>
          </a:xfrm>
        </p:spPr>
        <p:txBody>
          <a:bodyPr anchor="b">
            <a:normAutofit/>
          </a:bodyPr>
          <a:lstStyle/>
          <a:p>
            <a:pPr algn="r"/>
            <a:r>
              <a:rPr lang="sv-SE">
                <a:solidFill>
                  <a:schemeClr val="bg1"/>
                </a:solidFill>
                <a:ea typeface="+mj-lt"/>
                <a:cs typeface="+mj-lt"/>
              </a:rPr>
              <a:t>Exempel – S3 backend (AWS)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E504C98-6397-41C1-A8D8-2D9C4ED30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26210" y="2026340"/>
            <a:ext cx="5220936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2C938BA4-82EC-0FC3-424D-E041996244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2197" y="2354134"/>
            <a:ext cx="11737488" cy="4280672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sv-SE" sz="2000">
                <a:solidFill>
                  <a:schemeClr val="bg1"/>
                </a:solidFill>
                <a:ea typeface="+mn-lt"/>
                <a:cs typeface="+mn-lt"/>
              </a:rPr>
              <a:t>Enligt Scalr: Remote backend rekommenderas för team då det ger delad åtkomst, state-låsning för att förhindra samtidiga ändringar, kryptering i vila, och versionshantering .</a:t>
            </a:r>
          </a:p>
          <a:p>
            <a:r>
              <a:rPr lang="sv-SE" sz="2000">
                <a:solidFill>
                  <a:srgbClr val="0F1115"/>
                </a:solidFill>
                <a:highlight>
                  <a:srgbClr val="F9FAFB"/>
                </a:highlight>
                <a:ea typeface="+mn-lt"/>
                <a:cs typeface="+mn-lt"/>
              </a:rPr>
              <a:t>hcl</a:t>
            </a:r>
            <a:endParaRPr lang="sv-SE" sz="2000">
              <a:solidFill>
                <a:srgbClr val="0F1115"/>
              </a:solidFill>
              <a:ea typeface="+mn-lt"/>
              <a:cs typeface="+mn-lt"/>
            </a:endParaRPr>
          </a:p>
          <a:p>
            <a:r>
              <a:rPr lang="sv-SE" sz="2000">
                <a:solidFill>
                  <a:srgbClr val="A626A4"/>
                </a:solidFill>
                <a:highlight>
                  <a:srgbClr val="F9FAFB"/>
                </a:highlight>
                <a:latin typeface="Consolas"/>
              </a:rPr>
              <a:t>terraform</a:t>
            </a:r>
            <a:r>
              <a:rPr lang="sv-SE" sz="20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</a:t>
            </a:r>
            <a:r>
              <a:rPr lang="sv-SE" sz="200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{</a:t>
            </a:r>
            <a:r>
              <a:rPr lang="sv-SE" sz="20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
  </a:t>
            </a:r>
            <a:r>
              <a:rPr lang="sv-SE" sz="2000">
                <a:solidFill>
                  <a:srgbClr val="A626A4"/>
                </a:solidFill>
                <a:highlight>
                  <a:srgbClr val="F9FAFB"/>
                </a:highlight>
                <a:latin typeface="Consolas"/>
              </a:rPr>
              <a:t>backend</a:t>
            </a:r>
            <a:r>
              <a:rPr lang="sv-SE" sz="2000">
                <a:solidFill>
                  <a:srgbClr val="4078F2"/>
                </a:solidFill>
                <a:highlight>
                  <a:srgbClr val="F9FAFB"/>
                </a:highlight>
                <a:latin typeface="Consolas"/>
              </a:rPr>
              <a:t> "s3" </a:t>
            </a:r>
            <a:r>
              <a:rPr lang="sv-SE" sz="200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{</a:t>
            </a:r>
            <a:r>
              <a:rPr lang="sv-SE" sz="20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
    </a:t>
            </a:r>
            <a:r>
              <a:rPr lang="sv-SE" sz="2000">
                <a:solidFill>
                  <a:srgbClr val="E45649"/>
                </a:solidFill>
                <a:highlight>
                  <a:srgbClr val="F9FAFB"/>
                </a:highlight>
                <a:latin typeface="Consolas"/>
              </a:rPr>
              <a:t>bucket</a:t>
            </a:r>
            <a:r>
              <a:rPr lang="sv-SE" sz="20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        </a:t>
            </a:r>
            <a:r>
              <a:rPr lang="sv-SE" sz="200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=</a:t>
            </a:r>
            <a:r>
              <a:rPr lang="sv-SE" sz="20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</a:t>
            </a:r>
            <a:r>
              <a:rPr lang="sv-SE" sz="2000">
                <a:solidFill>
                  <a:srgbClr val="50A14F"/>
                </a:solidFill>
                <a:highlight>
                  <a:srgbClr val="F9FAFB"/>
                </a:highlight>
                <a:latin typeface="Consolas"/>
              </a:rPr>
              <a:t>"my-terraform-state"</a:t>
            </a:r>
            <a:r>
              <a:rPr lang="sv-SE" sz="20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
    </a:t>
            </a:r>
            <a:r>
              <a:rPr lang="sv-SE" sz="2000">
                <a:solidFill>
                  <a:srgbClr val="E45649"/>
                </a:solidFill>
                <a:highlight>
                  <a:srgbClr val="F9FAFB"/>
                </a:highlight>
                <a:latin typeface="Consolas"/>
              </a:rPr>
              <a:t>key</a:t>
            </a:r>
            <a:r>
              <a:rPr lang="sv-SE" sz="20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           </a:t>
            </a:r>
            <a:r>
              <a:rPr lang="sv-SE" sz="200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=</a:t>
            </a:r>
            <a:r>
              <a:rPr lang="sv-SE" sz="20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</a:t>
            </a:r>
            <a:r>
              <a:rPr lang="sv-SE" sz="2000">
                <a:solidFill>
                  <a:srgbClr val="50A14F"/>
                </a:solidFill>
                <a:highlight>
                  <a:srgbClr val="F9FAFB"/>
                </a:highlight>
                <a:latin typeface="Consolas"/>
              </a:rPr>
              <a:t>"prod/terraform.tfstate"</a:t>
            </a:r>
            <a:r>
              <a:rPr lang="sv-SE" sz="20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
    </a:t>
            </a:r>
            <a:r>
              <a:rPr lang="sv-SE" sz="2000">
                <a:solidFill>
                  <a:srgbClr val="E45649"/>
                </a:solidFill>
                <a:highlight>
                  <a:srgbClr val="F9FAFB"/>
                </a:highlight>
                <a:latin typeface="Consolas"/>
              </a:rPr>
              <a:t>region</a:t>
            </a:r>
            <a:r>
              <a:rPr lang="sv-SE" sz="20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        </a:t>
            </a:r>
            <a:r>
              <a:rPr lang="sv-SE" sz="200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=</a:t>
            </a:r>
            <a:r>
              <a:rPr lang="sv-SE" sz="20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</a:t>
            </a:r>
            <a:r>
              <a:rPr lang="sv-SE" sz="2000">
                <a:solidFill>
                  <a:srgbClr val="50A14F"/>
                </a:solidFill>
                <a:highlight>
                  <a:srgbClr val="F9FAFB"/>
                </a:highlight>
                <a:latin typeface="Consolas"/>
              </a:rPr>
              <a:t>"eu-north-1"</a:t>
            </a:r>
            <a:r>
              <a:rPr lang="sv-SE" sz="20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
    </a:t>
            </a:r>
            <a:r>
              <a:rPr lang="sv-SE" sz="2000">
                <a:solidFill>
                  <a:srgbClr val="E45649"/>
                </a:solidFill>
                <a:highlight>
                  <a:srgbClr val="F9FAFB"/>
                </a:highlight>
                <a:latin typeface="Consolas"/>
              </a:rPr>
              <a:t>encrypt</a:t>
            </a:r>
            <a:r>
              <a:rPr lang="sv-SE" sz="20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       </a:t>
            </a:r>
            <a:r>
              <a:rPr lang="sv-SE" sz="200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=</a:t>
            </a:r>
            <a:r>
              <a:rPr lang="sv-SE" sz="20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</a:t>
            </a:r>
            <a:r>
              <a:rPr lang="sv-SE" sz="2000">
                <a:solidFill>
                  <a:srgbClr val="B76B01"/>
                </a:solidFill>
                <a:highlight>
                  <a:srgbClr val="F9FAFB"/>
                </a:highlight>
                <a:latin typeface="Consolas"/>
              </a:rPr>
              <a:t>true</a:t>
            </a:r>
            <a:r>
              <a:rPr lang="sv-SE" sz="20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
    </a:t>
            </a:r>
            <a:r>
              <a:rPr lang="sv-SE" sz="2000">
                <a:solidFill>
                  <a:srgbClr val="E45649"/>
                </a:solidFill>
                <a:highlight>
                  <a:srgbClr val="F9FAFB"/>
                </a:highlight>
                <a:latin typeface="Consolas"/>
              </a:rPr>
              <a:t>dynamodb_table</a:t>
            </a:r>
            <a:r>
              <a:rPr lang="sv-SE" sz="20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</a:t>
            </a:r>
            <a:r>
              <a:rPr lang="sv-SE" sz="200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=</a:t>
            </a:r>
            <a:r>
              <a:rPr lang="sv-SE" sz="20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</a:t>
            </a:r>
            <a:r>
              <a:rPr lang="sv-SE" sz="2000">
                <a:solidFill>
                  <a:srgbClr val="50A14F"/>
                </a:solidFill>
                <a:highlight>
                  <a:srgbClr val="F9FAFB"/>
                </a:highlight>
                <a:latin typeface="Consolas"/>
              </a:rPr>
              <a:t>"terraform-locks"</a:t>
            </a:r>
            <a:r>
              <a:rPr lang="sv-SE" sz="20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 </a:t>
            </a:r>
            <a:r>
              <a:rPr lang="sv-SE" sz="2000" i="1">
                <a:solidFill>
                  <a:srgbClr val="A0A1A7"/>
                </a:solidFill>
                <a:highlight>
                  <a:srgbClr val="F9FAFB"/>
                </a:highlight>
                <a:latin typeface="Consolas"/>
              </a:rPr>
              <a:t># State-locking</a:t>
            </a:r>
            <a:r>
              <a:rPr lang="sv-SE" sz="20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
  </a:t>
            </a:r>
            <a:r>
              <a:rPr lang="sv-SE" sz="200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}</a:t>
            </a:r>
            <a:r>
              <a:rPr lang="sv-SE" sz="20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
</a:t>
            </a:r>
            <a:r>
              <a:rPr lang="sv-SE" sz="200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}</a:t>
            </a:r>
            <a:endParaRPr lang="sv-SE" sz="2000">
              <a:solidFill>
                <a:srgbClr val="383A42"/>
              </a:solidFill>
              <a:highlight>
                <a:srgbClr val="F9FAFB"/>
              </a:highlight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DD005C1-8C51-42D6-9BEE-B9B8384974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6206" y="115193"/>
            <a:ext cx="11939588" cy="6627614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712119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340883C5-4325-35AF-5655-5BC4129311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Lifecycle-</a:t>
            </a:r>
            <a:r>
              <a:rPr lang="en-US" sz="40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regler</a:t>
            </a:r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– </a:t>
            </a:r>
            <a:r>
              <a:rPr lang="en-US" sz="40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Skydda</a:t>
            </a:r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0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Viktiga</a:t>
            </a:r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0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Resurser</a:t>
            </a:r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A77CB435-9B01-658C-131A-616045A913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0042" y="806824"/>
            <a:ext cx="2919738" cy="1494117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L="0" indent="0">
              <a:buNone/>
            </a:pPr>
            <a:r>
              <a:rPr lang="en-US" sz="20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Lifecycle-</a:t>
            </a:r>
            <a:r>
              <a:rPr lang="en-US" sz="2000" kern="1200" dirty="0" err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regler</a:t>
            </a:r>
            <a:r>
              <a:rPr lang="en-US" sz="20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000" kern="1200" dirty="0" err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skyddar</a:t>
            </a:r>
            <a:r>
              <a:rPr lang="en-US" sz="20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000" kern="1200" dirty="0" err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viktiga</a:t>
            </a:r>
            <a:r>
              <a:rPr lang="en-US" sz="20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000" kern="1200" dirty="0" err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resurser</a:t>
            </a:r>
            <a:r>
              <a:rPr lang="en-US" sz="20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000" kern="1200" dirty="0" err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från</a:t>
            </a:r>
            <a:r>
              <a:rPr lang="en-US" sz="20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000" kern="1200" dirty="0" err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oavsiktlig</a:t>
            </a:r>
            <a:r>
              <a:rPr lang="en-US" sz="20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000" kern="1200" dirty="0" err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radering</a:t>
            </a:r>
          </a:p>
        </p:txBody>
      </p:sp>
      <p:pic>
        <p:nvPicPr>
          <p:cNvPr id="7" name="Graphic 6" descr="Varning">
            <a:extLst>
              <a:ext uri="{FF2B5EF4-FFF2-40B4-BE49-F238E27FC236}">
                <a16:creationId xmlns:a16="http://schemas.microsoft.com/office/drawing/2014/main" id="{88E6E160-1872-F3B7-BA84-F2F901440C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153510" y="467208"/>
            <a:ext cx="5923584" cy="5923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938075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8A8EAB8-D2FF-444D-B34B-7D32F106AD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E8393DBE-F255-EE94-1382-5D60F39BE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4141" y="1450655"/>
            <a:ext cx="3932030" cy="3956690"/>
          </a:xfrm>
        </p:spPr>
        <p:txBody>
          <a:bodyPr anchor="ctr">
            <a:normAutofit/>
          </a:bodyPr>
          <a:lstStyle/>
          <a:p>
            <a:r>
              <a:rPr lang="sv-SE" sz="6200">
                <a:solidFill>
                  <a:schemeClr val="bg1"/>
                </a:solidFill>
                <a:ea typeface="+mj-lt"/>
                <a:cs typeface="+mj-lt"/>
              </a:rPr>
              <a:t>Exempel – förhindra radering av databas</a:t>
            </a:r>
            <a:endParaRPr lang="sv-SE" sz="6200">
              <a:solidFill>
                <a:schemeClr val="bg1"/>
              </a:solidFill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67633D1-6EE6-4118-B9F0-B363477BEE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014141" y="1450655"/>
            <a:ext cx="393203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AD7FFC6-42A9-49CB-B5E9-B3F6B03833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014141" y="5408571"/>
            <a:ext cx="393203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F0F58619-0444-D2F2-C49D-6C8FD70088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9765" y="2415"/>
            <a:ext cx="7055840" cy="685797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sv-SE" sz="2400">
                <a:solidFill>
                  <a:srgbClr val="0F1115"/>
                </a:solidFill>
                <a:highlight>
                  <a:srgbClr val="F9FAFB"/>
                </a:highlight>
                <a:ea typeface="+mn-lt"/>
                <a:cs typeface="+mn-lt"/>
              </a:rPr>
              <a:t>hcl</a:t>
            </a:r>
            <a:endParaRPr lang="sv-SE" sz="2400">
              <a:solidFill>
                <a:srgbClr val="0F1115"/>
              </a:solidFill>
              <a:ea typeface="+mn-lt"/>
              <a:cs typeface="+mn-lt"/>
            </a:endParaRPr>
          </a:p>
          <a:p>
            <a:pPr marL="0" indent="0">
              <a:buNone/>
            </a:pPr>
            <a:r>
              <a:rPr lang="sv-SE">
                <a:solidFill>
                  <a:srgbClr val="A626A4"/>
                </a:solidFill>
                <a:highlight>
                  <a:srgbClr val="F9FAFB"/>
                </a:highlight>
                <a:latin typeface="Consolas"/>
              </a:rPr>
              <a:t>resource </a:t>
            </a:r>
            <a:r>
              <a:rPr lang="sv-SE">
                <a:solidFill>
                  <a:srgbClr val="4078F2"/>
                </a:solidFill>
                <a:highlight>
                  <a:srgbClr val="F9FAFB"/>
                </a:highlight>
                <a:latin typeface="Consolas"/>
              </a:rPr>
              <a:t>"local_file"</a:t>
            </a:r>
            <a:r>
              <a:rPr lang="sv-SE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</a:t>
            </a:r>
            <a:r>
              <a:rPr lang="sv-SE">
                <a:solidFill>
                  <a:srgbClr val="50A14F"/>
                </a:solidFill>
                <a:highlight>
                  <a:srgbClr val="F9FAFB"/>
                </a:highlight>
                <a:latin typeface="Consolas"/>
              </a:rPr>
              <a:t>"important_config"</a:t>
            </a:r>
            <a:r>
              <a:rPr lang="sv-SE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</a:t>
            </a:r>
            <a:r>
              <a:rPr lang="sv-SE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{</a:t>
            </a:r>
            <a:r>
              <a:rPr lang="sv-SE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
  </a:t>
            </a:r>
            <a:r>
              <a:rPr lang="sv-SE">
                <a:solidFill>
                  <a:srgbClr val="E45649"/>
                </a:solidFill>
                <a:highlight>
                  <a:srgbClr val="F9FAFB"/>
                </a:highlight>
                <a:latin typeface="Consolas"/>
              </a:rPr>
              <a:t>filename</a:t>
            </a:r>
            <a:r>
              <a:rPr lang="sv-SE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</a:t>
            </a:r>
            <a:r>
              <a:rPr lang="sv-SE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=</a:t>
            </a:r>
            <a:r>
              <a:rPr lang="sv-SE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</a:t>
            </a:r>
            <a:r>
              <a:rPr lang="sv-SE">
                <a:solidFill>
                  <a:srgbClr val="50A14F"/>
                </a:solidFill>
                <a:highlight>
                  <a:srgbClr val="F9FAFB"/>
                </a:highlight>
                <a:latin typeface="Consolas"/>
              </a:rPr>
              <a:t>"C:/prod/database_config.json"</a:t>
            </a:r>
            <a:r>
              <a:rPr lang="sv-SE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
  </a:t>
            </a:r>
            <a:r>
              <a:rPr lang="sv-SE">
                <a:solidFill>
                  <a:srgbClr val="E45649"/>
                </a:solidFill>
                <a:highlight>
                  <a:srgbClr val="F9FAFB"/>
                </a:highlight>
                <a:latin typeface="Consolas"/>
              </a:rPr>
              <a:t>content</a:t>
            </a:r>
            <a:r>
              <a:rPr lang="sv-SE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 </a:t>
            </a:r>
            <a:r>
              <a:rPr lang="sv-SE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=</a:t>
            </a:r>
            <a:r>
              <a:rPr lang="sv-SE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</a:t>
            </a:r>
            <a:r>
              <a:rPr lang="sv-SE">
                <a:solidFill>
                  <a:srgbClr val="50A14F"/>
                </a:solidFill>
                <a:highlight>
                  <a:srgbClr val="F9FAFB"/>
                </a:highlight>
                <a:latin typeface="Consolas"/>
              </a:rPr>
              <a:t>"secret=value"</a:t>
            </a:r>
            <a:r>
              <a:rPr lang="sv-SE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
  </a:t>
            </a:r>
            <a:r>
              <a:rPr lang="sv-SE">
                <a:solidFill>
                  <a:srgbClr val="A626A4"/>
                </a:solidFill>
                <a:highlight>
                  <a:srgbClr val="F9FAFB"/>
                </a:highlight>
                <a:latin typeface="Consolas"/>
              </a:rPr>
              <a:t>lifecycle</a:t>
            </a:r>
            <a:r>
              <a:rPr lang="sv-SE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</a:t>
            </a:r>
            <a:r>
              <a:rPr lang="sv-SE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{</a:t>
            </a:r>
            <a:r>
              <a:rPr lang="sv-SE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
    </a:t>
            </a:r>
            <a:r>
              <a:rPr lang="sv-SE">
                <a:solidFill>
                  <a:srgbClr val="E45649"/>
                </a:solidFill>
                <a:highlight>
                  <a:srgbClr val="F9FAFB"/>
                </a:highlight>
                <a:latin typeface="Consolas"/>
              </a:rPr>
              <a:t>prevent_destroy</a:t>
            </a:r>
            <a:r>
              <a:rPr lang="sv-SE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</a:t>
            </a:r>
            <a:r>
              <a:rPr lang="sv-SE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=</a:t>
            </a:r>
            <a:r>
              <a:rPr lang="sv-SE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</a:t>
            </a:r>
            <a:r>
              <a:rPr lang="sv-SE">
                <a:solidFill>
                  <a:srgbClr val="B76B01"/>
                </a:solidFill>
                <a:highlight>
                  <a:srgbClr val="F9FAFB"/>
                </a:highlight>
                <a:latin typeface="Consolas"/>
              </a:rPr>
              <a:t>true</a:t>
            </a:r>
            <a:r>
              <a:rPr lang="sv-SE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  </a:t>
            </a:r>
            <a:r>
              <a:rPr lang="sv-SE" i="1">
                <a:solidFill>
                  <a:srgbClr val="A0A1A7"/>
                </a:solidFill>
                <a:highlight>
                  <a:srgbClr val="F9FAFB"/>
                </a:highlight>
                <a:latin typeface="Consolas"/>
              </a:rPr>
              <a:t># Terraform kan inte ta bort denna fil!</a:t>
            </a:r>
            <a:r>
              <a:rPr lang="sv-SE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
  </a:t>
            </a:r>
            <a:r>
              <a:rPr lang="sv-SE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}</a:t>
            </a:r>
            <a:r>
              <a:rPr lang="sv-SE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
</a:t>
            </a:r>
            <a:r>
              <a:rPr lang="sv-SE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}</a:t>
            </a:r>
            <a:endParaRPr lang="sv-SE">
              <a:solidFill>
                <a:srgbClr val="383A42"/>
              </a:solidFill>
              <a:highlight>
                <a:srgbClr val="F9FAFB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418997463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8A8EAB8-D2FF-444D-B34B-7D32F106AD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28A36F2B-BA19-1655-B890-ACB821370F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4141" y="1450655"/>
            <a:ext cx="3932030" cy="3956690"/>
          </a:xfrm>
        </p:spPr>
        <p:txBody>
          <a:bodyPr anchor="ctr">
            <a:normAutofit/>
          </a:bodyPr>
          <a:lstStyle/>
          <a:p>
            <a:r>
              <a:rPr lang="sv-SE">
                <a:solidFill>
                  <a:schemeClr val="bg1"/>
                </a:solidFill>
                <a:ea typeface="+mj-lt"/>
                <a:cs typeface="+mj-lt"/>
              </a:rPr>
              <a:t>Exempel – skapa ny resurs innan gammal tas bort (noll driftstopp)</a:t>
            </a:r>
            <a:endParaRPr lang="sv-SE">
              <a:solidFill>
                <a:schemeClr val="bg1"/>
              </a:solidFill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67633D1-6EE6-4118-B9F0-B363477BEE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014141" y="1450655"/>
            <a:ext cx="393203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AD7FFC6-42A9-49CB-B5E9-B3F6B03833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014141" y="5408571"/>
            <a:ext cx="393203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52DF2D18-E9D4-F256-3C51-0C8C757746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69648" y="121944"/>
            <a:ext cx="6913900" cy="663385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sv-SE" sz="2400">
                <a:solidFill>
                  <a:srgbClr val="0F1115"/>
                </a:solidFill>
                <a:highlight>
                  <a:srgbClr val="F9FAFB"/>
                </a:highlight>
                <a:ea typeface="+mn-lt"/>
                <a:cs typeface="+mn-lt"/>
              </a:rPr>
              <a:t>hcl</a:t>
            </a:r>
            <a:endParaRPr lang="sv-SE" sz="2400">
              <a:solidFill>
                <a:srgbClr val="0F1115"/>
              </a:solidFill>
              <a:ea typeface="+mn-lt"/>
              <a:cs typeface="+mn-lt"/>
            </a:endParaRPr>
          </a:p>
          <a:p>
            <a:pPr marL="0" indent="0">
              <a:buNone/>
            </a:pPr>
            <a:r>
              <a:rPr lang="sv-SE">
                <a:solidFill>
                  <a:srgbClr val="A626A4"/>
                </a:solidFill>
                <a:highlight>
                  <a:srgbClr val="F9FAFB"/>
                </a:highlight>
                <a:latin typeface="Consolas"/>
              </a:rPr>
              <a:t>resource </a:t>
            </a:r>
            <a:r>
              <a:rPr lang="sv-SE">
                <a:solidFill>
                  <a:srgbClr val="4078F2"/>
                </a:solidFill>
                <a:highlight>
                  <a:srgbClr val="F9FAFB"/>
                </a:highlight>
                <a:latin typeface="Consolas"/>
              </a:rPr>
              <a:t>"aws_instance"</a:t>
            </a:r>
            <a:r>
              <a:rPr lang="sv-SE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</a:t>
            </a:r>
            <a:r>
              <a:rPr lang="sv-SE">
                <a:solidFill>
                  <a:srgbClr val="50A14F"/>
                </a:solidFill>
                <a:highlight>
                  <a:srgbClr val="F9FAFB"/>
                </a:highlight>
                <a:latin typeface="Consolas"/>
              </a:rPr>
              <a:t>"web"</a:t>
            </a:r>
            <a:r>
              <a:rPr lang="sv-SE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</a:t>
            </a:r>
            <a:r>
              <a:rPr lang="sv-SE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{</a:t>
            </a:r>
            <a:r>
              <a:rPr lang="sv-SE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
  </a:t>
            </a:r>
            <a:r>
              <a:rPr lang="sv-SE">
                <a:solidFill>
                  <a:srgbClr val="E45649"/>
                </a:solidFill>
                <a:highlight>
                  <a:srgbClr val="F9FAFB"/>
                </a:highlight>
                <a:latin typeface="Consolas"/>
              </a:rPr>
              <a:t>ami</a:t>
            </a:r>
            <a:r>
              <a:rPr lang="sv-SE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          </a:t>
            </a:r>
            <a:r>
              <a:rPr lang="sv-SE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=</a:t>
            </a:r>
            <a:r>
              <a:rPr lang="sv-SE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</a:t>
            </a:r>
            <a:r>
              <a:rPr lang="sv-SE">
                <a:solidFill>
                  <a:srgbClr val="50A14F"/>
                </a:solidFill>
                <a:highlight>
                  <a:srgbClr val="F9FAFB"/>
                </a:highlight>
                <a:latin typeface="Consolas"/>
              </a:rPr>
              <a:t>"ami-123456"</a:t>
            </a:r>
            <a:r>
              <a:rPr lang="sv-SE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
  </a:t>
            </a:r>
            <a:r>
              <a:rPr lang="sv-SE">
                <a:solidFill>
                  <a:srgbClr val="E45649"/>
                </a:solidFill>
                <a:highlight>
                  <a:srgbClr val="F9FAFB"/>
                </a:highlight>
                <a:latin typeface="Consolas"/>
              </a:rPr>
              <a:t>instance_type</a:t>
            </a:r>
            <a:r>
              <a:rPr lang="sv-SE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</a:t>
            </a:r>
            <a:r>
              <a:rPr lang="sv-SE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=</a:t>
            </a:r>
            <a:r>
              <a:rPr lang="sv-SE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</a:t>
            </a:r>
            <a:r>
              <a:rPr lang="sv-SE">
                <a:solidFill>
                  <a:srgbClr val="50A14F"/>
                </a:solidFill>
                <a:highlight>
                  <a:srgbClr val="F9FAFB"/>
                </a:highlight>
                <a:latin typeface="Consolas"/>
              </a:rPr>
              <a:t>"t3.medium"</a:t>
            </a:r>
            <a:r>
              <a:rPr lang="sv-SE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
  </a:t>
            </a:r>
            <a:r>
              <a:rPr lang="sv-SE">
                <a:solidFill>
                  <a:srgbClr val="A626A4"/>
                </a:solidFill>
                <a:highlight>
                  <a:srgbClr val="F9FAFB"/>
                </a:highlight>
                <a:latin typeface="Consolas"/>
              </a:rPr>
              <a:t>lifecycle</a:t>
            </a:r>
            <a:r>
              <a:rPr lang="sv-SE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</a:t>
            </a:r>
            <a:r>
              <a:rPr lang="sv-SE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{</a:t>
            </a:r>
            <a:r>
              <a:rPr lang="sv-SE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
    </a:t>
            </a:r>
            <a:r>
              <a:rPr lang="sv-SE">
                <a:solidFill>
                  <a:srgbClr val="E45649"/>
                </a:solidFill>
                <a:highlight>
                  <a:srgbClr val="F9FAFB"/>
                </a:highlight>
                <a:latin typeface="Consolas"/>
              </a:rPr>
              <a:t>create_before_destroy</a:t>
            </a:r>
            <a:r>
              <a:rPr lang="sv-SE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</a:t>
            </a:r>
            <a:r>
              <a:rPr lang="sv-SE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=</a:t>
            </a:r>
            <a:r>
              <a:rPr lang="sv-SE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</a:t>
            </a:r>
            <a:r>
              <a:rPr lang="sv-SE">
                <a:solidFill>
                  <a:srgbClr val="B76B01"/>
                </a:solidFill>
                <a:highlight>
                  <a:srgbClr val="F9FAFB"/>
                </a:highlight>
                <a:latin typeface="Consolas"/>
              </a:rPr>
              <a:t>true</a:t>
            </a:r>
            <a:r>
              <a:rPr lang="sv-SE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  </a:t>
            </a:r>
            <a:r>
              <a:rPr lang="sv-SE" i="1">
                <a:solidFill>
                  <a:srgbClr val="A0A1A7"/>
                </a:solidFill>
                <a:highlight>
                  <a:srgbClr val="F9FAFB"/>
                </a:highlight>
                <a:latin typeface="Consolas"/>
              </a:rPr>
              <a:t># Ny skapas innan gammal tas bort</a:t>
            </a:r>
            <a:r>
              <a:rPr lang="sv-SE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
  </a:t>
            </a:r>
            <a:r>
              <a:rPr lang="sv-SE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}</a:t>
            </a:r>
            <a:r>
              <a:rPr lang="sv-SE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
</a:t>
            </a:r>
            <a:r>
              <a:rPr lang="sv-SE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}</a:t>
            </a:r>
            <a:endParaRPr lang="sv-SE">
              <a:solidFill>
                <a:srgbClr val="383A42"/>
              </a:solidFill>
              <a:highlight>
                <a:srgbClr val="F9FAFB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57122769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95B9BA8-1D69-4796-85F5-B6D0BD5235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6C985EC8-1375-525C-FAAF-F0CE56BDA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853" y="1641752"/>
            <a:ext cx="2115484" cy="4366936"/>
          </a:xfrm>
        </p:spPr>
        <p:txBody>
          <a:bodyPr anchor="t">
            <a:normAutofit/>
          </a:bodyPr>
          <a:lstStyle/>
          <a:p>
            <a:r>
              <a:rPr lang="sv-SE" sz="4000">
                <a:ea typeface="+mj-lt"/>
                <a:cs typeface="+mj-lt"/>
              </a:rPr>
              <a:t>Viktiga lifecycle-regler</a:t>
            </a:r>
            <a:endParaRPr lang="sv-SE" sz="4000"/>
          </a:p>
        </p:txBody>
      </p:sp>
      <p:graphicFrame>
        <p:nvGraphicFramePr>
          <p:cNvPr id="5" name="Platshållare för innehåll 4">
            <a:extLst>
              <a:ext uri="{FF2B5EF4-FFF2-40B4-BE49-F238E27FC236}">
                <a16:creationId xmlns:a16="http://schemas.microsoft.com/office/drawing/2014/main" id="{5F846A7B-03B2-FBA1-A654-524CF124B66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52150727"/>
              </p:ext>
            </p:extLst>
          </p:nvPr>
        </p:nvGraphicFramePr>
        <p:xfrm>
          <a:off x="2823882" y="328705"/>
          <a:ext cx="8713888" cy="6235764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430551">
                  <a:extLst>
                    <a:ext uri="{9D8B030D-6E8A-4147-A177-3AD203B41FA5}">
                      <a16:colId xmlns:a16="http://schemas.microsoft.com/office/drawing/2014/main" val="3632574723"/>
                    </a:ext>
                  </a:extLst>
                </a:gridCol>
                <a:gridCol w="2977689">
                  <a:extLst>
                    <a:ext uri="{9D8B030D-6E8A-4147-A177-3AD203B41FA5}">
                      <a16:colId xmlns:a16="http://schemas.microsoft.com/office/drawing/2014/main" val="2137886252"/>
                    </a:ext>
                  </a:extLst>
                </a:gridCol>
                <a:gridCol w="3305648">
                  <a:extLst>
                    <a:ext uri="{9D8B030D-6E8A-4147-A177-3AD203B41FA5}">
                      <a16:colId xmlns:a16="http://schemas.microsoft.com/office/drawing/2014/main" val="8370227"/>
                    </a:ext>
                  </a:extLst>
                </a:gridCol>
              </a:tblGrid>
              <a:tr h="2078588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2800" b="1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Regel</a:t>
                      </a:r>
                      <a:endParaRPr lang="sv-SE" sz="28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2800" b="1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Vad gör den?</a:t>
                      </a:r>
                      <a:endParaRPr lang="sv-SE" sz="28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2800" b="1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När används?</a:t>
                      </a:r>
                      <a:endParaRPr lang="sv-SE" sz="28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6214309"/>
                  </a:ext>
                </a:extLst>
              </a:tr>
              <a:tr h="2078588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600" b="0" i="0">
                          <a:solidFill>
                            <a:srgbClr val="0F1115"/>
                          </a:solidFill>
                          <a:effectLst/>
                          <a:latin typeface="Menlo"/>
                        </a:rPr>
                        <a:t>prevent_destroy = true</a:t>
                      </a:r>
                      <a:endParaRPr lang="sv-SE" sz="16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8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Förhindrar radering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8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Databaser, lagring, kritiska resurser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490356"/>
                  </a:ext>
                </a:extLst>
              </a:tr>
              <a:tr h="2078588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600" b="0" i="0">
                          <a:solidFill>
                            <a:srgbClr val="0F1115"/>
                          </a:solidFill>
                          <a:effectLst/>
                          <a:latin typeface="Menlo"/>
                        </a:rPr>
                        <a:t>create_before_destroy = true</a:t>
                      </a:r>
                      <a:endParaRPr lang="sv-SE" sz="16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8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Skapar ny innan gammal tas bort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8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Noll driftstopp vid uppdateringar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4710573"/>
                  </a:ext>
                </a:extLst>
              </a:tr>
            </a:tbl>
          </a:graphicData>
        </a:graphic>
      </p:graphicFrame>
      <p:grpSp>
        <p:nvGrpSpPr>
          <p:cNvPr id="10" name="Group 9">
            <a:extLst>
              <a:ext uri="{FF2B5EF4-FFF2-40B4-BE49-F238E27FC236}">
                <a16:creationId xmlns:a16="http://schemas.microsoft.com/office/drawing/2014/main" id="{4728F330-19FB-4D39-BD0F-53032ABFEB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79015" y="0"/>
            <a:ext cx="712985" cy="6858000"/>
            <a:chOff x="11479015" y="0"/>
            <a:chExt cx="712985" cy="6858000"/>
          </a:xfrm>
          <a:effectLst>
            <a:outerShdw blurRad="381000" dist="152400" dir="10800000" algn="ctr" rotWithShape="0">
              <a:schemeClr val="bg1">
                <a:alpha val="10000"/>
              </a:schemeClr>
            </a:outerShdw>
          </a:effectLst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30220D63-6F38-42F9-8AAD-3B1363A4FA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479018" y="0"/>
              <a:ext cx="712982" cy="6858000"/>
            </a:xfrm>
            <a:custGeom>
              <a:avLst/>
              <a:gdLst>
                <a:gd name="connsiteX0" fmla="*/ 280560 w 712982"/>
                <a:gd name="connsiteY0" fmla="*/ 0 h 6858000"/>
                <a:gd name="connsiteX1" fmla="*/ 712982 w 712982"/>
                <a:gd name="connsiteY1" fmla="*/ 0 h 6858000"/>
                <a:gd name="connsiteX2" fmla="*/ 712982 w 712982"/>
                <a:gd name="connsiteY2" fmla="*/ 6858000 h 6858000"/>
                <a:gd name="connsiteX3" fmla="*/ 372527 w 712982"/>
                <a:gd name="connsiteY3" fmla="*/ 6858000 h 6858000"/>
                <a:gd name="connsiteX4" fmla="*/ 372901 w 712982"/>
                <a:gd name="connsiteY4" fmla="*/ 6835810 h 6858000"/>
                <a:gd name="connsiteX5" fmla="*/ 363017 w 712982"/>
                <a:gd name="connsiteY5" fmla="*/ 6518145 h 6858000"/>
                <a:gd name="connsiteX6" fmla="*/ 310498 w 712982"/>
                <a:gd name="connsiteY6" fmla="*/ 6393936 h 6858000"/>
                <a:gd name="connsiteX7" fmla="*/ 305420 w 712982"/>
                <a:gd name="connsiteY7" fmla="*/ 6355564 h 6858000"/>
                <a:gd name="connsiteX8" fmla="*/ 311030 w 712982"/>
                <a:gd name="connsiteY8" fmla="*/ 6267729 h 6858000"/>
                <a:gd name="connsiteX9" fmla="*/ 281440 w 712982"/>
                <a:gd name="connsiteY9" fmla="*/ 6090959 h 6858000"/>
                <a:gd name="connsiteX10" fmla="*/ 258928 w 712982"/>
                <a:gd name="connsiteY10" fmla="*/ 6026981 h 6858000"/>
                <a:gd name="connsiteX11" fmla="*/ 245105 w 712982"/>
                <a:gd name="connsiteY11" fmla="*/ 5991615 h 6858000"/>
                <a:gd name="connsiteX12" fmla="*/ 197441 w 712982"/>
                <a:gd name="connsiteY12" fmla="*/ 5807458 h 6858000"/>
                <a:gd name="connsiteX13" fmla="*/ 159115 w 712982"/>
                <a:gd name="connsiteY13" fmla="*/ 5727356 h 6858000"/>
                <a:gd name="connsiteX14" fmla="*/ 152306 w 712982"/>
                <a:gd name="connsiteY14" fmla="*/ 5705270 h 6858000"/>
                <a:gd name="connsiteX15" fmla="*/ 150939 w 712982"/>
                <a:gd name="connsiteY15" fmla="*/ 5580441 h 6858000"/>
                <a:gd name="connsiteX16" fmla="*/ 187956 w 712982"/>
                <a:gd name="connsiteY16" fmla="*/ 5482729 h 6858000"/>
                <a:gd name="connsiteX17" fmla="*/ 201902 w 712982"/>
                <a:gd name="connsiteY17" fmla="*/ 5463053 h 6858000"/>
                <a:gd name="connsiteX18" fmla="*/ 168174 w 712982"/>
                <a:gd name="connsiteY18" fmla="*/ 5205662 h 6858000"/>
                <a:gd name="connsiteX19" fmla="*/ 157186 w 712982"/>
                <a:gd name="connsiteY19" fmla="*/ 5166766 h 6858000"/>
                <a:gd name="connsiteX20" fmla="*/ 163999 w 712982"/>
                <a:gd name="connsiteY20" fmla="*/ 4972256 h 6858000"/>
                <a:gd name="connsiteX21" fmla="*/ 163388 w 712982"/>
                <a:gd name="connsiteY21" fmla="*/ 4915833 h 6858000"/>
                <a:gd name="connsiteX22" fmla="*/ 166361 w 712982"/>
                <a:gd name="connsiteY22" fmla="*/ 4712964 h 6858000"/>
                <a:gd name="connsiteX23" fmla="*/ 140122 w 712982"/>
                <a:gd name="connsiteY23" fmla="*/ 4687152 h 6858000"/>
                <a:gd name="connsiteX24" fmla="*/ 73058 w 712982"/>
                <a:gd name="connsiteY24" fmla="*/ 4611951 h 6858000"/>
                <a:gd name="connsiteX25" fmla="*/ 3979 w 712982"/>
                <a:gd name="connsiteY25" fmla="*/ 4456771 h 6858000"/>
                <a:gd name="connsiteX26" fmla="*/ 2091 w 712982"/>
                <a:gd name="connsiteY26" fmla="*/ 4412781 h 6858000"/>
                <a:gd name="connsiteX27" fmla="*/ 75905 w 712982"/>
                <a:gd name="connsiteY27" fmla="*/ 4292897 h 6858000"/>
                <a:gd name="connsiteX28" fmla="*/ 104434 w 712982"/>
                <a:gd name="connsiteY28" fmla="*/ 4235333 h 6858000"/>
                <a:gd name="connsiteX29" fmla="*/ 151065 w 712982"/>
                <a:gd name="connsiteY29" fmla="*/ 4075686 h 6858000"/>
                <a:gd name="connsiteX30" fmla="*/ 161243 w 712982"/>
                <a:gd name="connsiteY30" fmla="*/ 4061695 h 6858000"/>
                <a:gd name="connsiteX31" fmla="*/ 286285 w 712982"/>
                <a:gd name="connsiteY31" fmla="*/ 3933862 h 6858000"/>
                <a:gd name="connsiteX32" fmla="*/ 306926 w 712982"/>
                <a:gd name="connsiteY32" fmla="*/ 3905847 h 6858000"/>
                <a:gd name="connsiteX33" fmla="*/ 340015 w 712982"/>
                <a:gd name="connsiteY33" fmla="*/ 3871199 h 6858000"/>
                <a:gd name="connsiteX34" fmla="*/ 400111 w 712982"/>
                <a:gd name="connsiteY34" fmla="*/ 3767743 h 6858000"/>
                <a:gd name="connsiteX35" fmla="*/ 409694 w 712982"/>
                <a:gd name="connsiteY35" fmla="*/ 3646690 h 6858000"/>
                <a:gd name="connsiteX36" fmla="*/ 428447 w 712982"/>
                <a:gd name="connsiteY36" fmla="*/ 3499752 h 6858000"/>
                <a:gd name="connsiteX37" fmla="*/ 445033 w 712982"/>
                <a:gd name="connsiteY37" fmla="*/ 3437349 h 6858000"/>
                <a:gd name="connsiteX38" fmla="*/ 471431 w 712982"/>
                <a:gd name="connsiteY38" fmla="*/ 3272018 h 6858000"/>
                <a:gd name="connsiteX39" fmla="*/ 495919 w 712982"/>
                <a:gd name="connsiteY39" fmla="*/ 3153432 h 6858000"/>
                <a:gd name="connsiteX40" fmla="*/ 499541 w 712982"/>
                <a:gd name="connsiteY40" fmla="*/ 2985907 h 6858000"/>
                <a:gd name="connsiteX41" fmla="*/ 491640 w 712982"/>
                <a:gd name="connsiteY41" fmla="*/ 2905697 h 6858000"/>
                <a:gd name="connsiteX42" fmla="*/ 586592 w 712982"/>
                <a:gd name="connsiteY42" fmla="*/ 2746325 h 6858000"/>
                <a:gd name="connsiteX43" fmla="*/ 647211 w 712982"/>
                <a:gd name="connsiteY43" fmla="*/ 2620857 h 6858000"/>
                <a:gd name="connsiteX44" fmla="*/ 598120 w 712982"/>
                <a:gd name="connsiteY44" fmla="*/ 2501248 h 6858000"/>
                <a:gd name="connsiteX45" fmla="*/ 560897 w 712982"/>
                <a:gd name="connsiteY45" fmla="*/ 2471368 h 6858000"/>
                <a:gd name="connsiteX46" fmla="*/ 506928 w 712982"/>
                <a:gd name="connsiteY46" fmla="*/ 2272389 h 6858000"/>
                <a:gd name="connsiteX47" fmla="*/ 474122 w 712982"/>
                <a:gd name="connsiteY47" fmla="*/ 1983284 h 6858000"/>
                <a:gd name="connsiteX48" fmla="*/ 349180 w 712982"/>
                <a:gd name="connsiteY48" fmla="*/ 1510207 h 6858000"/>
                <a:gd name="connsiteX49" fmla="*/ 306451 w 712982"/>
                <a:gd name="connsiteY49" fmla="*/ 1430003 h 6858000"/>
                <a:gd name="connsiteX50" fmla="*/ 287747 w 712982"/>
                <a:gd name="connsiteY50" fmla="*/ 1336633 h 6858000"/>
                <a:gd name="connsiteX51" fmla="*/ 304326 w 712982"/>
                <a:gd name="connsiteY51" fmla="*/ 1298229 h 6858000"/>
                <a:gd name="connsiteX52" fmla="*/ 317671 w 712982"/>
                <a:gd name="connsiteY52" fmla="*/ 1136667 h 6858000"/>
                <a:gd name="connsiteX53" fmla="*/ 314959 w 712982"/>
                <a:gd name="connsiteY53" fmla="*/ 1106522 h 6858000"/>
                <a:gd name="connsiteX54" fmla="*/ 290675 w 712982"/>
                <a:gd name="connsiteY54" fmla="*/ 1004980 h 6858000"/>
                <a:gd name="connsiteX55" fmla="*/ 272712 w 712982"/>
                <a:gd name="connsiteY55" fmla="*/ 910357 h 6858000"/>
                <a:gd name="connsiteX56" fmla="*/ 270963 w 712982"/>
                <a:gd name="connsiteY56" fmla="*/ 667028 h 6858000"/>
                <a:gd name="connsiteX57" fmla="*/ 244986 w 712982"/>
                <a:gd name="connsiteY57" fmla="*/ 483131 h 6858000"/>
                <a:gd name="connsiteX58" fmla="*/ 241465 w 712982"/>
                <a:gd name="connsiteY58" fmla="*/ 397465 h 6858000"/>
                <a:gd name="connsiteX59" fmla="*/ 244890 w 712982"/>
                <a:gd name="connsiteY59" fmla="*/ 348507 h 6858000"/>
                <a:gd name="connsiteX60" fmla="*/ 293439 w 712982"/>
                <a:gd name="connsiteY60" fmla="*/ 233141 h 6858000"/>
                <a:gd name="connsiteX61" fmla="*/ 300513 w 712982"/>
                <a:gd name="connsiteY61" fmla="*/ 172069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712982" h="6858000">
                  <a:moveTo>
                    <a:pt x="280560" y="0"/>
                  </a:moveTo>
                  <a:lnTo>
                    <a:pt x="712982" y="0"/>
                  </a:lnTo>
                  <a:lnTo>
                    <a:pt x="712982" y="6858000"/>
                  </a:lnTo>
                  <a:lnTo>
                    <a:pt x="372527" y="6858000"/>
                  </a:lnTo>
                  <a:lnTo>
                    <a:pt x="372901" y="6835810"/>
                  </a:lnTo>
                  <a:cubicBezTo>
                    <a:pt x="343741" y="6729822"/>
                    <a:pt x="373381" y="6623551"/>
                    <a:pt x="363017" y="6518145"/>
                  </a:cubicBezTo>
                  <a:cubicBezTo>
                    <a:pt x="358372" y="6470360"/>
                    <a:pt x="362468" y="6422202"/>
                    <a:pt x="310498" y="6393936"/>
                  </a:cubicBezTo>
                  <a:cubicBezTo>
                    <a:pt x="303659" y="6390296"/>
                    <a:pt x="304819" y="6368800"/>
                    <a:pt x="305420" y="6355564"/>
                  </a:cubicBezTo>
                  <a:cubicBezTo>
                    <a:pt x="306594" y="6326166"/>
                    <a:pt x="314451" y="6296329"/>
                    <a:pt x="311030" y="6267729"/>
                  </a:cubicBezTo>
                  <a:cubicBezTo>
                    <a:pt x="304253" y="6208466"/>
                    <a:pt x="293104" y="6149393"/>
                    <a:pt x="281440" y="6090959"/>
                  </a:cubicBezTo>
                  <a:cubicBezTo>
                    <a:pt x="276978" y="6068911"/>
                    <a:pt x="266829" y="6048361"/>
                    <a:pt x="258928" y="6026981"/>
                  </a:cubicBezTo>
                  <a:cubicBezTo>
                    <a:pt x="254416" y="6015184"/>
                    <a:pt x="244605" y="6003083"/>
                    <a:pt x="245105" y="5991615"/>
                  </a:cubicBezTo>
                  <a:cubicBezTo>
                    <a:pt x="248075" y="5925141"/>
                    <a:pt x="216651" y="5867990"/>
                    <a:pt x="197441" y="5807458"/>
                  </a:cubicBezTo>
                  <a:cubicBezTo>
                    <a:pt x="188523" y="5779456"/>
                    <a:pt x="171697" y="5754078"/>
                    <a:pt x="159115" y="5727356"/>
                  </a:cubicBezTo>
                  <a:cubicBezTo>
                    <a:pt x="155717" y="5720411"/>
                    <a:pt x="152517" y="5712566"/>
                    <a:pt x="152306" y="5705270"/>
                  </a:cubicBezTo>
                  <a:cubicBezTo>
                    <a:pt x="151252" y="5663532"/>
                    <a:pt x="151674" y="5621922"/>
                    <a:pt x="150939" y="5580441"/>
                  </a:cubicBezTo>
                  <a:cubicBezTo>
                    <a:pt x="150326" y="5542748"/>
                    <a:pt x="147369" y="5505023"/>
                    <a:pt x="187956" y="5482729"/>
                  </a:cubicBezTo>
                  <a:cubicBezTo>
                    <a:pt x="194324" y="5479395"/>
                    <a:pt x="198291" y="5470181"/>
                    <a:pt x="201902" y="5463053"/>
                  </a:cubicBezTo>
                  <a:cubicBezTo>
                    <a:pt x="257480" y="5353065"/>
                    <a:pt x="249730" y="5298303"/>
                    <a:pt x="168174" y="5205662"/>
                  </a:cubicBezTo>
                  <a:cubicBezTo>
                    <a:pt x="159805" y="5196040"/>
                    <a:pt x="152161" y="5174340"/>
                    <a:pt x="157186" y="5166766"/>
                  </a:cubicBezTo>
                  <a:cubicBezTo>
                    <a:pt x="198743" y="5102508"/>
                    <a:pt x="186477" y="5038579"/>
                    <a:pt x="163999" y="4972256"/>
                  </a:cubicBezTo>
                  <a:cubicBezTo>
                    <a:pt x="158020" y="4955056"/>
                    <a:pt x="155299" y="4930181"/>
                    <a:pt x="163388" y="4915833"/>
                  </a:cubicBezTo>
                  <a:cubicBezTo>
                    <a:pt x="200708" y="4847649"/>
                    <a:pt x="186907" y="4780374"/>
                    <a:pt x="166361" y="4712964"/>
                  </a:cubicBezTo>
                  <a:cubicBezTo>
                    <a:pt x="163165" y="4702485"/>
                    <a:pt x="150748" y="4690669"/>
                    <a:pt x="140122" y="4687152"/>
                  </a:cubicBezTo>
                  <a:cubicBezTo>
                    <a:pt x="102452" y="4674589"/>
                    <a:pt x="86917" y="4644970"/>
                    <a:pt x="73058" y="4611951"/>
                  </a:cubicBezTo>
                  <a:cubicBezTo>
                    <a:pt x="50686" y="4559957"/>
                    <a:pt x="25516" y="4509149"/>
                    <a:pt x="3979" y="4456771"/>
                  </a:cubicBezTo>
                  <a:cubicBezTo>
                    <a:pt x="-1236" y="4443877"/>
                    <a:pt x="-726" y="4427139"/>
                    <a:pt x="2091" y="4412781"/>
                  </a:cubicBezTo>
                  <a:cubicBezTo>
                    <a:pt x="11653" y="4363733"/>
                    <a:pt x="45382" y="4329603"/>
                    <a:pt x="75905" y="4292897"/>
                  </a:cubicBezTo>
                  <a:cubicBezTo>
                    <a:pt x="89361" y="4276787"/>
                    <a:pt x="97880" y="4255660"/>
                    <a:pt x="104434" y="4235333"/>
                  </a:cubicBezTo>
                  <a:cubicBezTo>
                    <a:pt x="121200" y="4182569"/>
                    <a:pt x="135523" y="4128901"/>
                    <a:pt x="151065" y="4075686"/>
                  </a:cubicBezTo>
                  <a:cubicBezTo>
                    <a:pt x="152552" y="4070549"/>
                    <a:pt x="157315" y="4065932"/>
                    <a:pt x="161243" y="4061695"/>
                  </a:cubicBezTo>
                  <a:cubicBezTo>
                    <a:pt x="202828" y="4019095"/>
                    <a:pt x="244731" y="3976753"/>
                    <a:pt x="286285" y="3933862"/>
                  </a:cubicBezTo>
                  <a:cubicBezTo>
                    <a:pt x="294168" y="3925683"/>
                    <a:pt x="299393" y="3914571"/>
                    <a:pt x="306926" y="3905847"/>
                  </a:cubicBezTo>
                  <a:cubicBezTo>
                    <a:pt x="317292" y="3893589"/>
                    <a:pt x="326766" y="3878502"/>
                    <a:pt x="340015" y="3871199"/>
                  </a:cubicBezTo>
                  <a:cubicBezTo>
                    <a:pt x="381725" y="3848490"/>
                    <a:pt x="396760" y="3812013"/>
                    <a:pt x="400111" y="3767743"/>
                  </a:cubicBezTo>
                  <a:cubicBezTo>
                    <a:pt x="403294" y="3727294"/>
                    <a:pt x="405323" y="3686973"/>
                    <a:pt x="409694" y="3646690"/>
                  </a:cubicBezTo>
                  <a:cubicBezTo>
                    <a:pt x="414852" y="3597538"/>
                    <a:pt x="420910" y="3548579"/>
                    <a:pt x="428447" y="3499752"/>
                  </a:cubicBezTo>
                  <a:cubicBezTo>
                    <a:pt x="431696" y="3478619"/>
                    <a:pt x="435683" y="3456228"/>
                    <a:pt x="445033" y="3437349"/>
                  </a:cubicBezTo>
                  <a:cubicBezTo>
                    <a:pt x="470858" y="3384475"/>
                    <a:pt x="486179" y="3329236"/>
                    <a:pt x="471431" y="3272018"/>
                  </a:cubicBezTo>
                  <a:cubicBezTo>
                    <a:pt x="459682" y="3226180"/>
                    <a:pt x="472474" y="3185267"/>
                    <a:pt x="495919" y="3153432"/>
                  </a:cubicBezTo>
                  <a:cubicBezTo>
                    <a:pt x="538461" y="3095505"/>
                    <a:pt x="521296" y="3040311"/>
                    <a:pt x="499541" y="2985907"/>
                  </a:cubicBezTo>
                  <a:cubicBezTo>
                    <a:pt x="488276" y="2957871"/>
                    <a:pt x="486838" y="2934028"/>
                    <a:pt x="491640" y="2905697"/>
                  </a:cubicBezTo>
                  <a:cubicBezTo>
                    <a:pt x="502898" y="2840071"/>
                    <a:pt x="547705" y="2792141"/>
                    <a:pt x="586592" y="2746325"/>
                  </a:cubicBezTo>
                  <a:cubicBezTo>
                    <a:pt x="619786" y="2707275"/>
                    <a:pt x="636305" y="2665661"/>
                    <a:pt x="647211" y="2620857"/>
                  </a:cubicBezTo>
                  <a:cubicBezTo>
                    <a:pt x="661216" y="2564298"/>
                    <a:pt x="648982" y="2522027"/>
                    <a:pt x="598120" y="2501248"/>
                  </a:cubicBezTo>
                  <a:cubicBezTo>
                    <a:pt x="583733" y="2495506"/>
                    <a:pt x="566431" y="2484521"/>
                    <a:pt x="560897" y="2471368"/>
                  </a:cubicBezTo>
                  <a:cubicBezTo>
                    <a:pt x="533469" y="2407931"/>
                    <a:pt x="496686" y="2344634"/>
                    <a:pt x="506928" y="2272389"/>
                  </a:cubicBezTo>
                  <a:cubicBezTo>
                    <a:pt x="520879" y="2172517"/>
                    <a:pt x="509052" y="2077807"/>
                    <a:pt x="474122" y="1983284"/>
                  </a:cubicBezTo>
                  <a:cubicBezTo>
                    <a:pt x="417537" y="1829959"/>
                    <a:pt x="358639" y="1676886"/>
                    <a:pt x="349180" y="1510207"/>
                  </a:cubicBezTo>
                  <a:cubicBezTo>
                    <a:pt x="347619" y="1482573"/>
                    <a:pt x="326399" y="1451821"/>
                    <a:pt x="306451" y="1430003"/>
                  </a:cubicBezTo>
                  <a:cubicBezTo>
                    <a:pt x="268511" y="1388202"/>
                    <a:pt x="266127" y="1390512"/>
                    <a:pt x="287747" y="1336633"/>
                  </a:cubicBezTo>
                  <a:cubicBezTo>
                    <a:pt x="293070" y="1323756"/>
                    <a:pt x="295470" y="1308272"/>
                    <a:pt x="304326" y="1298229"/>
                  </a:cubicBezTo>
                  <a:cubicBezTo>
                    <a:pt x="349361" y="1247057"/>
                    <a:pt x="331041" y="1191986"/>
                    <a:pt x="317671" y="1136667"/>
                  </a:cubicBezTo>
                  <a:cubicBezTo>
                    <a:pt x="315148" y="1126990"/>
                    <a:pt x="311827" y="1115354"/>
                    <a:pt x="314959" y="1106522"/>
                  </a:cubicBezTo>
                  <a:cubicBezTo>
                    <a:pt x="329032" y="1066641"/>
                    <a:pt x="319157" y="1035231"/>
                    <a:pt x="290675" y="1004980"/>
                  </a:cubicBezTo>
                  <a:cubicBezTo>
                    <a:pt x="266138" y="978690"/>
                    <a:pt x="249805" y="947108"/>
                    <a:pt x="272712" y="910357"/>
                  </a:cubicBezTo>
                  <a:cubicBezTo>
                    <a:pt x="323486" y="828702"/>
                    <a:pt x="317578" y="747981"/>
                    <a:pt x="270963" y="667028"/>
                  </a:cubicBezTo>
                  <a:cubicBezTo>
                    <a:pt x="237707" y="609204"/>
                    <a:pt x="225082" y="549995"/>
                    <a:pt x="244986" y="483131"/>
                  </a:cubicBezTo>
                  <a:cubicBezTo>
                    <a:pt x="252708" y="457408"/>
                    <a:pt x="242285" y="426353"/>
                    <a:pt x="241465" y="397465"/>
                  </a:cubicBezTo>
                  <a:cubicBezTo>
                    <a:pt x="240850" y="381142"/>
                    <a:pt x="239176" y="363176"/>
                    <a:pt x="244890" y="348507"/>
                  </a:cubicBezTo>
                  <a:cubicBezTo>
                    <a:pt x="259350" y="309454"/>
                    <a:pt x="279299" y="272445"/>
                    <a:pt x="293439" y="233141"/>
                  </a:cubicBezTo>
                  <a:cubicBezTo>
                    <a:pt x="300152" y="214256"/>
                    <a:pt x="302437" y="192349"/>
                    <a:pt x="300513" y="172069"/>
                  </a:cubicBezTo>
                  <a:close/>
                </a:path>
              </a:pathLst>
            </a:custGeom>
            <a:solidFill>
              <a:srgbClr val="FFFFFF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97B054CB-4DA3-4EDD-B196-A5DDD1E4E6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479015" y="0"/>
              <a:ext cx="712985" cy="6858000"/>
            </a:xfrm>
            <a:custGeom>
              <a:avLst/>
              <a:gdLst>
                <a:gd name="connsiteX0" fmla="*/ 280560 w 712985"/>
                <a:gd name="connsiteY0" fmla="*/ 0 h 6858000"/>
                <a:gd name="connsiteX1" fmla="*/ 712985 w 712985"/>
                <a:gd name="connsiteY1" fmla="*/ 0 h 6858000"/>
                <a:gd name="connsiteX2" fmla="*/ 712985 w 712985"/>
                <a:gd name="connsiteY2" fmla="*/ 6858000 h 6858000"/>
                <a:gd name="connsiteX3" fmla="*/ 372527 w 712985"/>
                <a:gd name="connsiteY3" fmla="*/ 6858000 h 6858000"/>
                <a:gd name="connsiteX4" fmla="*/ 372901 w 712985"/>
                <a:gd name="connsiteY4" fmla="*/ 6835810 h 6858000"/>
                <a:gd name="connsiteX5" fmla="*/ 363017 w 712985"/>
                <a:gd name="connsiteY5" fmla="*/ 6518145 h 6858000"/>
                <a:gd name="connsiteX6" fmla="*/ 310498 w 712985"/>
                <a:gd name="connsiteY6" fmla="*/ 6393936 h 6858000"/>
                <a:gd name="connsiteX7" fmla="*/ 305420 w 712985"/>
                <a:gd name="connsiteY7" fmla="*/ 6355564 h 6858000"/>
                <a:gd name="connsiteX8" fmla="*/ 311030 w 712985"/>
                <a:gd name="connsiteY8" fmla="*/ 6267729 h 6858000"/>
                <a:gd name="connsiteX9" fmla="*/ 281440 w 712985"/>
                <a:gd name="connsiteY9" fmla="*/ 6090959 h 6858000"/>
                <a:gd name="connsiteX10" fmla="*/ 258928 w 712985"/>
                <a:gd name="connsiteY10" fmla="*/ 6026981 h 6858000"/>
                <a:gd name="connsiteX11" fmla="*/ 245105 w 712985"/>
                <a:gd name="connsiteY11" fmla="*/ 5991615 h 6858000"/>
                <a:gd name="connsiteX12" fmla="*/ 197441 w 712985"/>
                <a:gd name="connsiteY12" fmla="*/ 5807458 h 6858000"/>
                <a:gd name="connsiteX13" fmla="*/ 159115 w 712985"/>
                <a:gd name="connsiteY13" fmla="*/ 5727356 h 6858000"/>
                <a:gd name="connsiteX14" fmla="*/ 152306 w 712985"/>
                <a:gd name="connsiteY14" fmla="*/ 5705270 h 6858000"/>
                <a:gd name="connsiteX15" fmla="*/ 150939 w 712985"/>
                <a:gd name="connsiteY15" fmla="*/ 5580441 h 6858000"/>
                <a:gd name="connsiteX16" fmla="*/ 187956 w 712985"/>
                <a:gd name="connsiteY16" fmla="*/ 5482729 h 6858000"/>
                <a:gd name="connsiteX17" fmla="*/ 201902 w 712985"/>
                <a:gd name="connsiteY17" fmla="*/ 5463053 h 6858000"/>
                <a:gd name="connsiteX18" fmla="*/ 168174 w 712985"/>
                <a:gd name="connsiteY18" fmla="*/ 5205662 h 6858000"/>
                <a:gd name="connsiteX19" fmla="*/ 157186 w 712985"/>
                <a:gd name="connsiteY19" fmla="*/ 5166766 h 6858000"/>
                <a:gd name="connsiteX20" fmla="*/ 163999 w 712985"/>
                <a:gd name="connsiteY20" fmla="*/ 4972256 h 6858000"/>
                <a:gd name="connsiteX21" fmla="*/ 163388 w 712985"/>
                <a:gd name="connsiteY21" fmla="*/ 4915833 h 6858000"/>
                <a:gd name="connsiteX22" fmla="*/ 166361 w 712985"/>
                <a:gd name="connsiteY22" fmla="*/ 4712964 h 6858000"/>
                <a:gd name="connsiteX23" fmla="*/ 140122 w 712985"/>
                <a:gd name="connsiteY23" fmla="*/ 4687152 h 6858000"/>
                <a:gd name="connsiteX24" fmla="*/ 73058 w 712985"/>
                <a:gd name="connsiteY24" fmla="*/ 4611951 h 6858000"/>
                <a:gd name="connsiteX25" fmla="*/ 3979 w 712985"/>
                <a:gd name="connsiteY25" fmla="*/ 4456771 h 6858000"/>
                <a:gd name="connsiteX26" fmla="*/ 2091 w 712985"/>
                <a:gd name="connsiteY26" fmla="*/ 4412781 h 6858000"/>
                <a:gd name="connsiteX27" fmla="*/ 75905 w 712985"/>
                <a:gd name="connsiteY27" fmla="*/ 4292897 h 6858000"/>
                <a:gd name="connsiteX28" fmla="*/ 104434 w 712985"/>
                <a:gd name="connsiteY28" fmla="*/ 4235333 h 6858000"/>
                <a:gd name="connsiteX29" fmla="*/ 151065 w 712985"/>
                <a:gd name="connsiteY29" fmla="*/ 4075686 h 6858000"/>
                <a:gd name="connsiteX30" fmla="*/ 161243 w 712985"/>
                <a:gd name="connsiteY30" fmla="*/ 4061695 h 6858000"/>
                <a:gd name="connsiteX31" fmla="*/ 286285 w 712985"/>
                <a:gd name="connsiteY31" fmla="*/ 3933862 h 6858000"/>
                <a:gd name="connsiteX32" fmla="*/ 306926 w 712985"/>
                <a:gd name="connsiteY32" fmla="*/ 3905847 h 6858000"/>
                <a:gd name="connsiteX33" fmla="*/ 340015 w 712985"/>
                <a:gd name="connsiteY33" fmla="*/ 3871199 h 6858000"/>
                <a:gd name="connsiteX34" fmla="*/ 400111 w 712985"/>
                <a:gd name="connsiteY34" fmla="*/ 3767743 h 6858000"/>
                <a:gd name="connsiteX35" fmla="*/ 409694 w 712985"/>
                <a:gd name="connsiteY35" fmla="*/ 3646690 h 6858000"/>
                <a:gd name="connsiteX36" fmla="*/ 428447 w 712985"/>
                <a:gd name="connsiteY36" fmla="*/ 3499752 h 6858000"/>
                <a:gd name="connsiteX37" fmla="*/ 445033 w 712985"/>
                <a:gd name="connsiteY37" fmla="*/ 3437349 h 6858000"/>
                <a:gd name="connsiteX38" fmla="*/ 471431 w 712985"/>
                <a:gd name="connsiteY38" fmla="*/ 3272018 h 6858000"/>
                <a:gd name="connsiteX39" fmla="*/ 495919 w 712985"/>
                <a:gd name="connsiteY39" fmla="*/ 3153432 h 6858000"/>
                <a:gd name="connsiteX40" fmla="*/ 499541 w 712985"/>
                <a:gd name="connsiteY40" fmla="*/ 2985907 h 6858000"/>
                <a:gd name="connsiteX41" fmla="*/ 491640 w 712985"/>
                <a:gd name="connsiteY41" fmla="*/ 2905697 h 6858000"/>
                <a:gd name="connsiteX42" fmla="*/ 586592 w 712985"/>
                <a:gd name="connsiteY42" fmla="*/ 2746325 h 6858000"/>
                <a:gd name="connsiteX43" fmla="*/ 647211 w 712985"/>
                <a:gd name="connsiteY43" fmla="*/ 2620857 h 6858000"/>
                <a:gd name="connsiteX44" fmla="*/ 598120 w 712985"/>
                <a:gd name="connsiteY44" fmla="*/ 2501248 h 6858000"/>
                <a:gd name="connsiteX45" fmla="*/ 560897 w 712985"/>
                <a:gd name="connsiteY45" fmla="*/ 2471368 h 6858000"/>
                <a:gd name="connsiteX46" fmla="*/ 506928 w 712985"/>
                <a:gd name="connsiteY46" fmla="*/ 2272389 h 6858000"/>
                <a:gd name="connsiteX47" fmla="*/ 474122 w 712985"/>
                <a:gd name="connsiteY47" fmla="*/ 1983284 h 6858000"/>
                <a:gd name="connsiteX48" fmla="*/ 349180 w 712985"/>
                <a:gd name="connsiteY48" fmla="*/ 1510207 h 6858000"/>
                <a:gd name="connsiteX49" fmla="*/ 306451 w 712985"/>
                <a:gd name="connsiteY49" fmla="*/ 1430003 h 6858000"/>
                <a:gd name="connsiteX50" fmla="*/ 287747 w 712985"/>
                <a:gd name="connsiteY50" fmla="*/ 1336633 h 6858000"/>
                <a:gd name="connsiteX51" fmla="*/ 304326 w 712985"/>
                <a:gd name="connsiteY51" fmla="*/ 1298229 h 6858000"/>
                <a:gd name="connsiteX52" fmla="*/ 317671 w 712985"/>
                <a:gd name="connsiteY52" fmla="*/ 1136667 h 6858000"/>
                <a:gd name="connsiteX53" fmla="*/ 314959 w 712985"/>
                <a:gd name="connsiteY53" fmla="*/ 1106522 h 6858000"/>
                <a:gd name="connsiteX54" fmla="*/ 290675 w 712985"/>
                <a:gd name="connsiteY54" fmla="*/ 1004980 h 6858000"/>
                <a:gd name="connsiteX55" fmla="*/ 272712 w 712985"/>
                <a:gd name="connsiteY55" fmla="*/ 910357 h 6858000"/>
                <a:gd name="connsiteX56" fmla="*/ 270963 w 712985"/>
                <a:gd name="connsiteY56" fmla="*/ 667028 h 6858000"/>
                <a:gd name="connsiteX57" fmla="*/ 244986 w 712985"/>
                <a:gd name="connsiteY57" fmla="*/ 483131 h 6858000"/>
                <a:gd name="connsiteX58" fmla="*/ 241465 w 712985"/>
                <a:gd name="connsiteY58" fmla="*/ 397465 h 6858000"/>
                <a:gd name="connsiteX59" fmla="*/ 244890 w 712985"/>
                <a:gd name="connsiteY59" fmla="*/ 348507 h 6858000"/>
                <a:gd name="connsiteX60" fmla="*/ 293439 w 712985"/>
                <a:gd name="connsiteY60" fmla="*/ 233141 h 6858000"/>
                <a:gd name="connsiteX61" fmla="*/ 300513 w 712985"/>
                <a:gd name="connsiteY61" fmla="*/ 172069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712985" h="6858000">
                  <a:moveTo>
                    <a:pt x="280560" y="0"/>
                  </a:moveTo>
                  <a:lnTo>
                    <a:pt x="712985" y="0"/>
                  </a:lnTo>
                  <a:lnTo>
                    <a:pt x="712985" y="6858000"/>
                  </a:lnTo>
                  <a:lnTo>
                    <a:pt x="372527" y="6858000"/>
                  </a:lnTo>
                  <a:lnTo>
                    <a:pt x="372901" y="6835810"/>
                  </a:lnTo>
                  <a:cubicBezTo>
                    <a:pt x="343741" y="6729822"/>
                    <a:pt x="373381" y="6623551"/>
                    <a:pt x="363017" y="6518145"/>
                  </a:cubicBezTo>
                  <a:cubicBezTo>
                    <a:pt x="358372" y="6470360"/>
                    <a:pt x="362468" y="6422202"/>
                    <a:pt x="310498" y="6393936"/>
                  </a:cubicBezTo>
                  <a:cubicBezTo>
                    <a:pt x="303659" y="6390296"/>
                    <a:pt x="304819" y="6368800"/>
                    <a:pt x="305420" y="6355564"/>
                  </a:cubicBezTo>
                  <a:cubicBezTo>
                    <a:pt x="306594" y="6326166"/>
                    <a:pt x="314451" y="6296329"/>
                    <a:pt x="311030" y="6267729"/>
                  </a:cubicBezTo>
                  <a:cubicBezTo>
                    <a:pt x="304253" y="6208466"/>
                    <a:pt x="293104" y="6149393"/>
                    <a:pt x="281440" y="6090959"/>
                  </a:cubicBezTo>
                  <a:cubicBezTo>
                    <a:pt x="276978" y="6068911"/>
                    <a:pt x="266829" y="6048361"/>
                    <a:pt x="258928" y="6026981"/>
                  </a:cubicBezTo>
                  <a:cubicBezTo>
                    <a:pt x="254416" y="6015184"/>
                    <a:pt x="244605" y="6003083"/>
                    <a:pt x="245105" y="5991615"/>
                  </a:cubicBezTo>
                  <a:cubicBezTo>
                    <a:pt x="248075" y="5925141"/>
                    <a:pt x="216651" y="5867990"/>
                    <a:pt x="197441" y="5807458"/>
                  </a:cubicBezTo>
                  <a:cubicBezTo>
                    <a:pt x="188523" y="5779456"/>
                    <a:pt x="171697" y="5754078"/>
                    <a:pt x="159115" y="5727356"/>
                  </a:cubicBezTo>
                  <a:cubicBezTo>
                    <a:pt x="155717" y="5720411"/>
                    <a:pt x="152517" y="5712566"/>
                    <a:pt x="152306" y="5705270"/>
                  </a:cubicBezTo>
                  <a:cubicBezTo>
                    <a:pt x="151252" y="5663532"/>
                    <a:pt x="151674" y="5621922"/>
                    <a:pt x="150939" y="5580441"/>
                  </a:cubicBezTo>
                  <a:cubicBezTo>
                    <a:pt x="150326" y="5542748"/>
                    <a:pt x="147369" y="5505023"/>
                    <a:pt x="187956" y="5482729"/>
                  </a:cubicBezTo>
                  <a:cubicBezTo>
                    <a:pt x="194324" y="5479395"/>
                    <a:pt x="198291" y="5470181"/>
                    <a:pt x="201902" y="5463053"/>
                  </a:cubicBezTo>
                  <a:cubicBezTo>
                    <a:pt x="257480" y="5353065"/>
                    <a:pt x="249730" y="5298303"/>
                    <a:pt x="168174" y="5205662"/>
                  </a:cubicBezTo>
                  <a:cubicBezTo>
                    <a:pt x="159805" y="5196040"/>
                    <a:pt x="152161" y="5174340"/>
                    <a:pt x="157186" y="5166766"/>
                  </a:cubicBezTo>
                  <a:cubicBezTo>
                    <a:pt x="198743" y="5102508"/>
                    <a:pt x="186477" y="5038579"/>
                    <a:pt x="163999" y="4972256"/>
                  </a:cubicBezTo>
                  <a:cubicBezTo>
                    <a:pt x="158020" y="4955056"/>
                    <a:pt x="155299" y="4930181"/>
                    <a:pt x="163388" y="4915833"/>
                  </a:cubicBezTo>
                  <a:cubicBezTo>
                    <a:pt x="200708" y="4847649"/>
                    <a:pt x="186907" y="4780374"/>
                    <a:pt x="166361" y="4712964"/>
                  </a:cubicBezTo>
                  <a:cubicBezTo>
                    <a:pt x="163165" y="4702485"/>
                    <a:pt x="150748" y="4690669"/>
                    <a:pt x="140122" y="4687152"/>
                  </a:cubicBezTo>
                  <a:cubicBezTo>
                    <a:pt x="102452" y="4674589"/>
                    <a:pt x="86917" y="4644970"/>
                    <a:pt x="73058" y="4611951"/>
                  </a:cubicBezTo>
                  <a:cubicBezTo>
                    <a:pt x="50686" y="4559957"/>
                    <a:pt x="25516" y="4509149"/>
                    <a:pt x="3979" y="4456771"/>
                  </a:cubicBezTo>
                  <a:cubicBezTo>
                    <a:pt x="-1236" y="4443877"/>
                    <a:pt x="-726" y="4427139"/>
                    <a:pt x="2091" y="4412781"/>
                  </a:cubicBezTo>
                  <a:cubicBezTo>
                    <a:pt x="11653" y="4363733"/>
                    <a:pt x="45382" y="4329603"/>
                    <a:pt x="75905" y="4292897"/>
                  </a:cubicBezTo>
                  <a:cubicBezTo>
                    <a:pt x="89361" y="4276787"/>
                    <a:pt x="97880" y="4255660"/>
                    <a:pt x="104434" y="4235333"/>
                  </a:cubicBezTo>
                  <a:cubicBezTo>
                    <a:pt x="121200" y="4182569"/>
                    <a:pt x="135523" y="4128901"/>
                    <a:pt x="151065" y="4075686"/>
                  </a:cubicBezTo>
                  <a:cubicBezTo>
                    <a:pt x="152552" y="4070549"/>
                    <a:pt x="157315" y="4065932"/>
                    <a:pt x="161243" y="4061695"/>
                  </a:cubicBezTo>
                  <a:cubicBezTo>
                    <a:pt x="202828" y="4019095"/>
                    <a:pt x="244731" y="3976753"/>
                    <a:pt x="286285" y="3933862"/>
                  </a:cubicBezTo>
                  <a:cubicBezTo>
                    <a:pt x="294168" y="3925683"/>
                    <a:pt x="299393" y="3914571"/>
                    <a:pt x="306926" y="3905847"/>
                  </a:cubicBezTo>
                  <a:cubicBezTo>
                    <a:pt x="317292" y="3893589"/>
                    <a:pt x="326766" y="3878502"/>
                    <a:pt x="340015" y="3871199"/>
                  </a:cubicBezTo>
                  <a:cubicBezTo>
                    <a:pt x="381725" y="3848490"/>
                    <a:pt x="396760" y="3812013"/>
                    <a:pt x="400111" y="3767743"/>
                  </a:cubicBezTo>
                  <a:cubicBezTo>
                    <a:pt x="403294" y="3727294"/>
                    <a:pt x="405323" y="3686973"/>
                    <a:pt x="409694" y="3646690"/>
                  </a:cubicBezTo>
                  <a:cubicBezTo>
                    <a:pt x="414852" y="3597538"/>
                    <a:pt x="420910" y="3548579"/>
                    <a:pt x="428447" y="3499752"/>
                  </a:cubicBezTo>
                  <a:cubicBezTo>
                    <a:pt x="431696" y="3478619"/>
                    <a:pt x="435683" y="3456228"/>
                    <a:pt x="445033" y="3437349"/>
                  </a:cubicBezTo>
                  <a:cubicBezTo>
                    <a:pt x="470858" y="3384475"/>
                    <a:pt x="486179" y="3329236"/>
                    <a:pt x="471431" y="3272018"/>
                  </a:cubicBezTo>
                  <a:cubicBezTo>
                    <a:pt x="459682" y="3226180"/>
                    <a:pt x="472474" y="3185267"/>
                    <a:pt x="495919" y="3153432"/>
                  </a:cubicBezTo>
                  <a:cubicBezTo>
                    <a:pt x="538461" y="3095505"/>
                    <a:pt x="521296" y="3040311"/>
                    <a:pt x="499541" y="2985907"/>
                  </a:cubicBezTo>
                  <a:cubicBezTo>
                    <a:pt x="488276" y="2957871"/>
                    <a:pt x="486838" y="2934028"/>
                    <a:pt x="491640" y="2905697"/>
                  </a:cubicBezTo>
                  <a:cubicBezTo>
                    <a:pt x="502898" y="2840071"/>
                    <a:pt x="547705" y="2792141"/>
                    <a:pt x="586592" y="2746325"/>
                  </a:cubicBezTo>
                  <a:cubicBezTo>
                    <a:pt x="619786" y="2707275"/>
                    <a:pt x="636305" y="2665661"/>
                    <a:pt x="647211" y="2620857"/>
                  </a:cubicBezTo>
                  <a:cubicBezTo>
                    <a:pt x="661216" y="2564298"/>
                    <a:pt x="648982" y="2522027"/>
                    <a:pt x="598120" y="2501248"/>
                  </a:cubicBezTo>
                  <a:cubicBezTo>
                    <a:pt x="583733" y="2495506"/>
                    <a:pt x="566431" y="2484521"/>
                    <a:pt x="560897" y="2471368"/>
                  </a:cubicBezTo>
                  <a:cubicBezTo>
                    <a:pt x="533469" y="2407931"/>
                    <a:pt x="496686" y="2344634"/>
                    <a:pt x="506928" y="2272389"/>
                  </a:cubicBezTo>
                  <a:cubicBezTo>
                    <a:pt x="520879" y="2172517"/>
                    <a:pt x="509052" y="2077807"/>
                    <a:pt x="474122" y="1983284"/>
                  </a:cubicBezTo>
                  <a:cubicBezTo>
                    <a:pt x="417537" y="1829959"/>
                    <a:pt x="358639" y="1676886"/>
                    <a:pt x="349180" y="1510207"/>
                  </a:cubicBezTo>
                  <a:cubicBezTo>
                    <a:pt x="347619" y="1482573"/>
                    <a:pt x="326399" y="1451821"/>
                    <a:pt x="306451" y="1430003"/>
                  </a:cubicBezTo>
                  <a:cubicBezTo>
                    <a:pt x="268511" y="1388202"/>
                    <a:pt x="266127" y="1390512"/>
                    <a:pt x="287747" y="1336633"/>
                  </a:cubicBezTo>
                  <a:cubicBezTo>
                    <a:pt x="293070" y="1323756"/>
                    <a:pt x="295470" y="1308272"/>
                    <a:pt x="304326" y="1298229"/>
                  </a:cubicBezTo>
                  <a:cubicBezTo>
                    <a:pt x="349361" y="1247057"/>
                    <a:pt x="331041" y="1191986"/>
                    <a:pt x="317671" y="1136667"/>
                  </a:cubicBezTo>
                  <a:cubicBezTo>
                    <a:pt x="315148" y="1126990"/>
                    <a:pt x="311827" y="1115354"/>
                    <a:pt x="314959" y="1106522"/>
                  </a:cubicBezTo>
                  <a:cubicBezTo>
                    <a:pt x="329032" y="1066641"/>
                    <a:pt x="319157" y="1035231"/>
                    <a:pt x="290675" y="1004980"/>
                  </a:cubicBezTo>
                  <a:cubicBezTo>
                    <a:pt x="266138" y="978690"/>
                    <a:pt x="249805" y="947108"/>
                    <a:pt x="272712" y="910357"/>
                  </a:cubicBezTo>
                  <a:cubicBezTo>
                    <a:pt x="323486" y="828702"/>
                    <a:pt x="317578" y="747981"/>
                    <a:pt x="270963" y="667028"/>
                  </a:cubicBezTo>
                  <a:cubicBezTo>
                    <a:pt x="237707" y="609204"/>
                    <a:pt x="225082" y="549995"/>
                    <a:pt x="244986" y="483131"/>
                  </a:cubicBezTo>
                  <a:cubicBezTo>
                    <a:pt x="252708" y="457408"/>
                    <a:pt x="242285" y="426353"/>
                    <a:pt x="241465" y="397465"/>
                  </a:cubicBezTo>
                  <a:cubicBezTo>
                    <a:pt x="240850" y="381142"/>
                    <a:pt x="239176" y="363176"/>
                    <a:pt x="244890" y="348507"/>
                  </a:cubicBezTo>
                  <a:cubicBezTo>
                    <a:pt x="259350" y="309454"/>
                    <a:pt x="279299" y="272445"/>
                    <a:pt x="293439" y="233141"/>
                  </a:cubicBezTo>
                  <a:cubicBezTo>
                    <a:pt x="300152" y="214256"/>
                    <a:pt x="302437" y="192349"/>
                    <a:pt x="300513" y="172069"/>
                  </a:cubicBezTo>
                  <a:close/>
                </a:path>
              </a:pathLst>
            </a:custGeom>
            <a:blipFill>
              <a:blip r:embed="rId2">
                <a:alphaModFix amt="57000"/>
              </a:blip>
              <a:tile tx="0" ty="0" sx="100000" sy="100000" flip="none" algn="tl"/>
            </a:blip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pic>
        <p:nvPicPr>
          <p:cNvPr id="6" name="Bildobjekt 5">
            <a:extLst>
              <a:ext uri="{FF2B5EF4-FFF2-40B4-BE49-F238E27FC236}">
                <a16:creationId xmlns:a16="http://schemas.microsoft.com/office/drawing/2014/main" id="{709C8FEB-ECF8-45D6-8D83-F0E551A39F9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355" t="5379" r="5338" b="4390"/>
          <a:stretch>
            <a:fillRect/>
          </a:stretch>
        </p:blipFill>
        <p:spPr>
          <a:xfrm>
            <a:off x="-4481" y="-3301"/>
            <a:ext cx="12188131" cy="6864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000199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" name="Rectangle 7">
            <a:extLst>
              <a:ext uri="{FF2B5EF4-FFF2-40B4-BE49-F238E27FC236}">
                <a16:creationId xmlns:a16="http://schemas.microsoft.com/office/drawing/2014/main" id="{0E30439A-8A5B-46EC-8283-9B6B031D40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9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27"/>
            <a:ext cx="12192001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11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55521" y="-1720"/>
            <a:ext cx="11750040" cy="6840685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61000"/>
                </a:schemeClr>
              </a:gs>
              <a:gs pos="100000">
                <a:schemeClr val="accent1">
                  <a:alpha val="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13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6054" y="-1291"/>
            <a:ext cx="3608179" cy="685886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15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5274173">
            <a:off x="6059728" y="779270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79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2AF68505-FBA0-872A-6F4A-1F518E509C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6865" y="818984"/>
            <a:ext cx="6596245" cy="326852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48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Workshop – Skapa En Katalogstruktur Med Terraform</a:t>
            </a:r>
          </a:p>
        </p:txBody>
      </p:sp>
      <p:sp>
        <p:nvSpPr>
          <p:cNvPr id="37" name="Rectangle 17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314" y="4480038"/>
            <a:ext cx="12179371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799240DC-6236-2D5D-048F-E2D9A8A6F6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31874" y="4797188"/>
            <a:ext cx="6051236" cy="1241828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algn="r">
              <a:buNone/>
            </a:pPr>
            <a:r>
              <a:rPr lang="en-US" sz="2400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Mål: Använda Terraform, variabler och outputs för att skapa en komplett katalogstruktur.</a:t>
            </a:r>
          </a:p>
        </p:txBody>
      </p:sp>
      <p:sp>
        <p:nvSpPr>
          <p:cNvPr id="38" name="Rectangle 19">
            <a:extLst>
              <a:ext uri="{FF2B5EF4-FFF2-40B4-BE49-F238E27FC236}">
                <a16:creationId xmlns:a16="http://schemas.microsoft.com/office/drawing/2014/main" id="{53947E58-F088-49F1-A3D1-DEA690192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6967085" y="1632660"/>
            <a:ext cx="6857572" cy="3592258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0"/>
                </a:srgb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635492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7AE9375-4664-4DB2-922D-2782A6E439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E5364D1D-E04F-1776-439C-AE4B40B2CE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69925"/>
            <a:ext cx="4508946" cy="1325563"/>
          </a:xfrm>
        </p:spPr>
        <p:txBody>
          <a:bodyPr anchor="b">
            <a:normAutofit/>
          </a:bodyPr>
          <a:lstStyle/>
          <a:p>
            <a:pPr algn="r"/>
            <a:r>
              <a:rPr lang="sv-SE">
                <a:solidFill>
                  <a:schemeClr val="bg1"/>
                </a:solidFill>
                <a:ea typeface="+mj-lt"/>
                <a:cs typeface="+mj-lt"/>
              </a:rPr>
              <a:t>Skapa main.tf</a:t>
            </a:r>
            <a:endParaRPr lang="sv-SE">
              <a:solidFill>
                <a:schemeClr val="bg1"/>
              </a:solidFill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E504C98-6397-41C1-A8D8-2D9C4ED30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26210" y="2026340"/>
            <a:ext cx="5220936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37BB07DA-EC11-61BE-8DF7-E9A6F32F7C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1962" y="2354134"/>
            <a:ext cx="11580606" cy="4303084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sv-SE" sz="2000">
                <a:solidFill>
                  <a:srgbClr val="0F1115"/>
                </a:solidFill>
                <a:highlight>
                  <a:srgbClr val="F9FAFB"/>
                </a:highlight>
                <a:ea typeface="+mn-lt"/>
                <a:cs typeface="+mn-lt"/>
              </a:rPr>
              <a:t>hcl</a:t>
            </a:r>
            <a:endParaRPr lang="sv-SE" sz="2000">
              <a:solidFill>
                <a:srgbClr val="0F1115"/>
              </a:solidFill>
              <a:ea typeface="+mn-lt"/>
              <a:cs typeface="+mn-lt"/>
            </a:endParaRPr>
          </a:p>
          <a:p>
            <a:pPr marL="0" indent="0">
              <a:buNone/>
            </a:pPr>
            <a:r>
              <a:rPr lang="sv-SE" sz="2400">
                <a:solidFill>
                  <a:srgbClr val="A626A4"/>
                </a:solidFill>
                <a:highlight>
                  <a:srgbClr val="F9FAFB"/>
                </a:highlight>
                <a:latin typeface="Consolas"/>
              </a:rPr>
              <a:t>provider</a:t>
            </a:r>
            <a:r>
              <a:rPr lang="sv-SE" sz="2400">
                <a:solidFill>
                  <a:srgbClr val="4078F2"/>
                </a:solidFill>
                <a:highlight>
                  <a:srgbClr val="F9FAFB"/>
                </a:highlight>
                <a:latin typeface="Consolas"/>
              </a:rPr>
              <a:t> "local" </a:t>
            </a:r>
            <a:r>
              <a:rPr lang="sv-SE" sz="240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{</a:t>
            </a:r>
            <a:r>
              <a:rPr lang="sv-SE" sz="24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</a:t>
            </a:r>
            <a:r>
              <a:rPr lang="sv-SE" sz="240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}</a:t>
            </a:r>
            <a:r>
              <a:rPr lang="sv-SE" sz="24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
</a:t>
            </a:r>
            <a:r>
              <a:rPr lang="sv-SE" sz="2400">
                <a:solidFill>
                  <a:srgbClr val="A626A4"/>
                </a:solidFill>
                <a:highlight>
                  <a:srgbClr val="F9FAFB"/>
                </a:highlight>
                <a:latin typeface="Consolas"/>
              </a:rPr>
              <a:t>resource </a:t>
            </a:r>
            <a:r>
              <a:rPr lang="sv-SE" sz="2400">
                <a:solidFill>
                  <a:srgbClr val="4078F2"/>
                </a:solidFill>
                <a:highlight>
                  <a:srgbClr val="F9FAFB"/>
                </a:highlight>
                <a:latin typeface="Consolas"/>
              </a:rPr>
              <a:t>"local_file"</a:t>
            </a:r>
            <a:r>
              <a:rPr lang="sv-SE" sz="24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</a:t>
            </a:r>
            <a:r>
              <a:rPr lang="sv-SE" sz="2400">
                <a:solidFill>
                  <a:srgbClr val="50A14F"/>
                </a:solidFill>
                <a:highlight>
                  <a:srgbClr val="F9FAFB"/>
                </a:highlight>
                <a:latin typeface="Consolas"/>
              </a:rPr>
              <a:t>"root_folder"</a:t>
            </a:r>
            <a:r>
              <a:rPr lang="sv-SE" sz="24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</a:t>
            </a:r>
            <a:r>
              <a:rPr lang="sv-SE" sz="240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{</a:t>
            </a:r>
            <a:r>
              <a:rPr lang="sv-SE" sz="24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
  </a:t>
            </a:r>
            <a:r>
              <a:rPr lang="sv-SE" sz="2400">
                <a:solidFill>
                  <a:srgbClr val="E45649"/>
                </a:solidFill>
                <a:highlight>
                  <a:srgbClr val="F9FAFB"/>
                </a:highlight>
                <a:latin typeface="Consolas"/>
              </a:rPr>
              <a:t>filename</a:t>
            </a:r>
            <a:r>
              <a:rPr lang="sv-SE" sz="24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</a:t>
            </a:r>
            <a:r>
              <a:rPr lang="sv-SE" sz="240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=</a:t>
            </a:r>
            <a:r>
              <a:rPr lang="sv-SE" sz="24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</a:t>
            </a:r>
            <a:r>
              <a:rPr lang="sv-SE" sz="2400">
                <a:solidFill>
                  <a:srgbClr val="50A14F"/>
                </a:solidFill>
                <a:highlight>
                  <a:srgbClr val="F9FAFB"/>
                </a:highlight>
                <a:latin typeface="Consolas"/>
              </a:rPr>
              <a:t>"C:/Projekt/</a:t>
            </a:r>
            <a:r>
              <a:rPr lang="sv-SE" sz="240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${</a:t>
            </a:r>
            <a:r>
              <a:rPr lang="sv-SE" sz="2400">
                <a:solidFill>
                  <a:srgbClr val="A626A4"/>
                </a:solidFill>
                <a:highlight>
                  <a:srgbClr val="F9FAFB"/>
                </a:highlight>
                <a:latin typeface="Consolas"/>
              </a:rPr>
              <a:t>var</a:t>
            </a:r>
            <a:r>
              <a:rPr lang="sv-SE" sz="240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.</a:t>
            </a:r>
            <a:r>
              <a:rPr lang="sv-SE" sz="2400">
                <a:solidFill>
                  <a:srgbClr val="4078F2"/>
                </a:solidFill>
                <a:highlight>
                  <a:srgbClr val="F9FAFB"/>
                </a:highlight>
                <a:latin typeface="Consolas"/>
              </a:rPr>
              <a:t>project_name</a:t>
            </a:r>
            <a:r>
              <a:rPr lang="sv-SE" sz="240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}</a:t>
            </a:r>
            <a:r>
              <a:rPr lang="sv-SE" sz="2400">
                <a:solidFill>
                  <a:srgbClr val="50A14F"/>
                </a:solidFill>
                <a:highlight>
                  <a:srgbClr val="F9FAFB"/>
                </a:highlight>
                <a:latin typeface="Consolas"/>
              </a:rPr>
              <a:t>/.keep"</a:t>
            </a:r>
            <a:r>
              <a:rPr lang="sv-SE" sz="24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
  </a:t>
            </a:r>
            <a:r>
              <a:rPr lang="sv-SE" sz="2400">
                <a:solidFill>
                  <a:srgbClr val="E45649"/>
                </a:solidFill>
                <a:highlight>
                  <a:srgbClr val="F9FAFB"/>
                </a:highlight>
                <a:latin typeface="Consolas"/>
              </a:rPr>
              <a:t>content</a:t>
            </a:r>
            <a:r>
              <a:rPr lang="sv-SE" sz="24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 </a:t>
            </a:r>
            <a:r>
              <a:rPr lang="sv-SE" sz="240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=</a:t>
            </a:r>
            <a:r>
              <a:rPr lang="sv-SE" sz="24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</a:t>
            </a:r>
            <a:r>
              <a:rPr lang="sv-SE" sz="2400">
                <a:solidFill>
                  <a:srgbClr val="50A14F"/>
                </a:solidFill>
                <a:highlight>
                  <a:srgbClr val="F9FAFB"/>
                </a:highlight>
                <a:latin typeface="Consolas"/>
              </a:rPr>
              <a:t>"# Projekt: </a:t>
            </a:r>
            <a:r>
              <a:rPr lang="sv-SE" sz="240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${</a:t>
            </a:r>
            <a:r>
              <a:rPr lang="sv-SE" sz="2400">
                <a:solidFill>
                  <a:srgbClr val="A626A4"/>
                </a:solidFill>
                <a:highlight>
                  <a:srgbClr val="F9FAFB"/>
                </a:highlight>
                <a:latin typeface="Consolas"/>
              </a:rPr>
              <a:t>var</a:t>
            </a:r>
            <a:r>
              <a:rPr lang="sv-SE" sz="240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.</a:t>
            </a:r>
            <a:r>
              <a:rPr lang="sv-SE" sz="2400">
                <a:solidFill>
                  <a:srgbClr val="4078F2"/>
                </a:solidFill>
                <a:highlight>
                  <a:srgbClr val="F9FAFB"/>
                </a:highlight>
                <a:latin typeface="Consolas"/>
              </a:rPr>
              <a:t>project_name</a:t>
            </a:r>
            <a:r>
              <a:rPr lang="sv-SE" sz="240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}</a:t>
            </a:r>
            <a:r>
              <a:rPr lang="sv-SE" sz="2400">
                <a:solidFill>
                  <a:srgbClr val="50A14F"/>
                </a:solidFill>
                <a:highlight>
                  <a:srgbClr val="F9FAFB"/>
                </a:highlight>
                <a:latin typeface="Consolas"/>
              </a:rPr>
              <a:t>\n# Miljö: </a:t>
            </a:r>
            <a:r>
              <a:rPr lang="sv-SE" sz="240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${</a:t>
            </a:r>
            <a:r>
              <a:rPr lang="sv-SE" sz="2400">
                <a:solidFill>
                  <a:srgbClr val="A626A4"/>
                </a:solidFill>
                <a:highlight>
                  <a:srgbClr val="F9FAFB"/>
                </a:highlight>
                <a:latin typeface="Consolas"/>
              </a:rPr>
              <a:t>var</a:t>
            </a:r>
            <a:r>
              <a:rPr lang="sv-SE" sz="240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.</a:t>
            </a:r>
            <a:r>
              <a:rPr lang="sv-SE" sz="2400">
                <a:solidFill>
                  <a:srgbClr val="4078F2"/>
                </a:solidFill>
                <a:highlight>
                  <a:srgbClr val="F9FAFB"/>
                </a:highlight>
                <a:latin typeface="Consolas"/>
              </a:rPr>
              <a:t>environment</a:t>
            </a:r>
            <a:r>
              <a:rPr lang="sv-SE" sz="240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}</a:t>
            </a:r>
            <a:r>
              <a:rPr lang="sv-SE" sz="2400">
                <a:solidFill>
                  <a:srgbClr val="50A14F"/>
                </a:solidFill>
                <a:highlight>
                  <a:srgbClr val="F9FAFB"/>
                </a:highlight>
                <a:latin typeface="Consolas"/>
              </a:rPr>
              <a:t>"</a:t>
            </a:r>
            <a:r>
              <a:rPr lang="sv-SE" sz="24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
</a:t>
            </a:r>
            <a:r>
              <a:rPr lang="sv-SE" sz="240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}</a:t>
            </a:r>
            <a:r>
              <a:rPr lang="sv-SE" sz="24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
</a:t>
            </a:r>
            <a:r>
              <a:rPr lang="sv-SE" sz="2400">
                <a:solidFill>
                  <a:srgbClr val="A626A4"/>
                </a:solidFill>
                <a:highlight>
                  <a:srgbClr val="F9FAFB"/>
                </a:highlight>
                <a:latin typeface="Consolas"/>
              </a:rPr>
              <a:t>output</a:t>
            </a:r>
            <a:r>
              <a:rPr lang="sv-SE" sz="2400">
                <a:solidFill>
                  <a:srgbClr val="4078F2"/>
                </a:solidFill>
                <a:highlight>
                  <a:srgbClr val="F9FAFB"/>
                </a:highlight>
                <a:latin typeface="Consolas"/>
              </a:rPr>
              <a:t> "project_path" </a:t>
            </a:r>
            <a:r>
              <a:rPr lang="sv-SE" sz="240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{</a:t>
            </a:r>
            <a:r>
              <a:rPr lang="sv-SE" sz="24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
  </a:t>
            </a:r>
            <a:r>
              <a:rPr lang="sv-SE" sz="2400">
                <a:solidFill>
                  <a:srgbClr val="E45649"/>
                </a:solidFill>
                <a:highlight>
                  <a:srgbClr val="F9FAFB"/>
                </a:highlight>
                <a:latin typeface="Consolas"/>
              </a:rPr>
              <a:t>value</a:t>
            </a:r>
            <a:r>
              <a:rPr lang="sv-SE" sz="24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</a:t>
            </a:r>
            <a:r>
              <a:rPr lang="sv-SE" sz="240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=</a:t>
            </a:r>
            <a:r>
              <a:rPr lang="sv-SE" sz="24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</a:t>
            </a:r>
            <a:r>
              <a:rPr lang="sv-SE" sz="2400">
                <a:solidFill>
                  <a:srgbClr val="50A14F"/>
                </a:solidFill>
                <a:highlight>
                  <a:srgbClr val="F9FAFB"/>
                </a:highlight>
                <a:latin typeface="Consolas"/>
              </a:rPr>
              <a:t>"C:/Projekt/</a:t>
            </a:r>
            <a:r>
              <a:rPr lang="sv-SE" sz="240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${</a:t>
            </a:r>
            <a:r>
              <a:rPr lang="sv-SE" sz="2400">
                <a:solidFill>
                  <a:srgbClr val="A626A4"/>
                </a:solidFill>
                <a:highlight>
                  <a:srgbClr val="F9FAFB"/>
                </a:highlight>
                <a:latin typeface="Consolas"/>
              </a:rPr>
              <a:t>var</a:t>
            </a:r>
            <a:r>
              <a:rPr lang="sv-SE" sz="240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.</a:t>
            </a:r>
            <a:r>
              <a:rPr lang="sv-SE" sz="2400">
                <a:solidFill>
                  <a:srgbClr val="4078F2"/>
                </a:solidFill>
                <a:highlight>
                  <a:srgbClr val="F9FAFB"/>
                </a:highlight>
                <a:latin typeface="Consolas"/>
              </a:rPr>
              <a:t>project_name</a:t>
            </a:r>
            <a:r>
              <a:rPr lang="sv-SE" sz="240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}</a:t>
            </a:r>
            <a:r>
              <a:rPr lang="sv-SE" sz="2400">
                <a:solidFill>
                  <a:srgbClr val="50A14F"/>
                </a:solidFill>
                <a:highlight>
                  <a:srgbClr val="F9FAFB"/>
                </a:highlight>
                <a:latin typeface="Consolas"/>
              </a:rPr>
              <a:t>"</a:t>
            </a:r>
            <a:r>
              <a:rPr lang="sv-SE" sz="24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
</a:t>
            </a:r>
            <a:r>
              <a:rPr lang="sv-SE" sz="240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}</a:t>
            </a:r>
            <a:endParaRPr lang="sv-SE" sz="2400">
              <a:solidFill>
                <a:srgbClr val="383A42"/>
              </a:solidFill>
              <a:highlight>
                <a:srgbClr val="F9FAFB"/>
              </a:highlight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DD005C1-8C51-42D6-9BEE-B9B8384974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6206" y="115193"/>
            <a:ext cx="11939588" cy="6627614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236647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7AE9375-4664-4DB2-922D-2782A6E439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136F5FAD-C45E-C270-745D-99AC1AADF3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69925"/>
            <a:ext cx="4508946" cy="1325563"/>
          </a:xfrm>
        </p:spPr>
        <p:txBody>
          <a:bodyPr anchor="b">
            <a:normAutofit/>
          </a:bodyPr>
          <a:lstStyle/>
          <a:p>
            <a:pPr algn="r"/>
            <a:r>
              <a:rPr lang="sv-SE">
                <a:solidFill>
                  <a:schemeClr val="bg1"/>
                </a:solidFill>
                <a:ea typeface="+mj-lt"/>
                <a:cs typeface="+mj-lt"/>
              </a:rPr>
              <a:t>Skapa variables.tf</a:t>
            </a:r>
            <a:endParaRPr lang="sv-SE">
              <a:solidFill>
                <a:schemeClr val="bg1"/>
              </a:solidFill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E504C98-6397-41C1-A8D8-2D9C4ED30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26210" y="2026340"/>
            <a:ext cx="5220936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ED234DEA-1557-9248-914A-E870590A18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9667" y="2174840"/>
            <a:ext cx="11670254" cy="4422613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buNone/>
            </a:pPr>
            <a:r>
              <a:rPr lang="sv-SE" sz="2000">
                <a:solidFill>
                  <a:srgbClr val="0F1115"/>
                </a:solidFill>
                <a:highlight>
                  <a:srgbClr val="F9FAFB"/>
                </a:highlight>
                <a:ea typeface="+mn-lt"/>
                <a:cs typeface="+mn-lt"/>
              </a:rPr>
              <a:t>hcl</a:t>
            </a:r>
            <a:endParaRPr lang="sv-SE" sz="2000">
              <a:solidFill>
                <a:srgbClr val="0F1115"/>
              </a:solidFill>
              <a:ea typeface="+mn-lt"/>
              <a:cs typeface="+mn-lt"/>
            </a:endParaRPr>
          </a:p>
          <a:p>
            <a:pPr marL="0" indent="0">
              <a:buNone/>
            </a:pPr>
            <a:r>
              <a:rPr lang="sv-SE" sz="2400">
                <a:solidFill>
                  <a:srgbClr val="A626A4"/>
                </a:solidFill>
                <a:highlight>
                  <a:srgbClr val="F9FAFB"/>
                </a:highlight>
                <a:latin typeface="Consolas"/>
              </a:rPr>
              <a:t>variable</a:t>
            </a:r>
            <a:r>
              <a:rPr lang="sv-SE" sz="2400">
                <a:solidFill>
                  <a:srgbClr val="4078F2"/>
                </a:solidFill>
                <a:highlight>
                  <a:srgbClr val="F9FAFB"/>
                </a:highlight>
                <a:latin typeface="Consolas"/>
              </a:rPr>
              <a:t> "project_name" </a:t>
            </a:r>
            <a:r>
              <a:rPr lang="sv-SE" sz="240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{</a:t>
            </a:r>
            <a:r>
              <a:rPr lang="sv-SE" sz="24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
  </a:t>
            </a:r>
            <a:r>
              <a:rPr lang="sv-SE" sz="2400">
                <a:solidFill>
                  <a:srgbClr val="E45649"/>
                </a:solidFill>
                <a:highlight>
                  <a:srgbClr val="F9FAFB"/>
                </a:highlight>
                <a:latin typeface="Consolas"/>
              </a:rPr>
              <a:t>type</a:t>
            </a:r>
            <a:r>
              <a:rPr lang="sv-SE" sz="24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       </a:t>
            </a:r>
            <a:r>
              <a:rPr lang="sv-SE" sz="240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=</a:t>
            </a:r>
            <a:r>
              <a:rPr lang="sv-SE" sz="240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string</a:t>
            </a:r>
            <a:r>
              <a:rPr lang="sv-SE" sz="24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
  </a:t>
            </a:r>
            <a:r>
              <a:rPr lang="sv-SE" sz="2400">
                <a:solidFill>
                  <a:srgbClr val="E45649"/>
                </a:solidFill>
                <a:highlight>
                  <a:srgbClr val="F9FAFB"/>
                </a:highlight>
                <a:latin typeface="Consolas"/>
              </a:rPr>
              <a:t>description</a:t>
            </a:r>
            <a:r>
              <a:rPr lang="sv-SE" sz="24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</a:t>
            </a:r>
            <a:r>
              <a:rPr lang="sv-SE" sz="240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=</a:t>
            </a:r>
            <a:r>
              <a:rPr lang="sv-SE" sz="24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</a:t>
            </a:r>
            <a:r>
              <a:rPr lang="sv-SE" sz="2400">
                <a:solidFill>
                  <a:srgbClr val="50A14F"/>
                </a:solidFill>
                <a:highlight>
                  <a:srgbClr val="F9FAFB"/>
                </a:highlight>
                <a:latin typeface="Consolas"/>
              </a:rPr>
              <a:t>"Namnet på projektet"</a:t>
            </a:r>
            <a:r>
              <a:rPr lang="sv-SE" sz="24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
  </a:t>
            </a:r>
            <a:r>
              <a:rPr lang="sv-SE" sz="2400">
                <a:solidFill>
                  <a:srgbClr val="E45649"/>
                </a:solidFill>
                <a:highlight>
                  <a:srgbClr val="F9FAFB"/>
                </a:highlight>
                <a:latin typeface="Consolas"/>
              </a:rPr>
              <a:t>default</a:t>
            </a:r>
            <a:r>
              <a:rPr lang="sv-SE" sz="24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    </a:t>
            </a:r>
            <a:r>
              <a:rPr lang="sv-SE" sz="240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=</a:t>
            </a:r>
            <a:r>
              <a:rPr lang="sv-SE" sz="24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</a:t>
            </a:r>
            <a:r>
              <a:rPr lang="sv-SE" sz="2400">
                <a:solidFill>
                  <a:srgbClr val="50A14F"/>
                </a:solidFill>
                <a:highlight>
                  <a:srgbClr val="F9FAFB"/>
                </a:highlight>
                <a:latin typeface="Consolas"/>
              </a:rPr>
              <a:t>"mittprojekt"</a:t>
            </a:r>
            <a:r>
              <a:rPr lang="sv-SE" sz="24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
</a:t>
            </a:r>
            <a:r>
              <a:rPr lang="sv-SE" sz="240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}</a:t>
            </a:r>
            <a:r>
              <a:rPr lang="sv-SE" sz="24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
</a:t>
            </a:r>
            <a:r>
              <a:rPr lang="sv-SE" sz="2400">
                <a:solidFill>
                  <a:srgbClr val="A626A4"/>
                </a:solidFill>
                <a:highlight>
                  <a:srgbClr val="F9FAFB"/>
                </a:highlight>
                <a:latin typeface="Consolas"/>
              </a:rPr>
              <a:t>variable</a:t>
            </a:r>
            <a:r>
              <a:rPr lang="sv-SE" sz="2400">
                <a:solidFill>
                  <a:srgbClr val="4078F2"/>
                </a:solidFill>
                <a:highlight>
                  <a:srgbClr val="F9FAFB"/>
                </a:highlight>
                <a:latin typeface="Consolas"/>
              </a:rPr>
              <a:t> "environment" </a:t>
            </a:r>
            <a:r>
              <a:rPr lang="sv-SE" sz="240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{</a:t>
            </a:r>
            <a:r>
              <a:rPr lang="sv-SE" sz="24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
  </a:t>
            </a:r>
            <a:r>
              <a:rPr lang="sv-SE" sz="2400">
                <a:solidFill>
                  <a:srgbClr val="E45649"/>
                </a:solidFill>
                <a:highlight>
                  <a:srgbClr val="F9FAFB"/>
                </a:highlight>
                <a:latin typeface="Consolas"/>
              </a:rPr>
              <a:t>type</a:t>
            </a:r>
            <a:r>
              <a:rPr lang="sv-SE" sz="24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       </a:t>
            </a:r>
            <a:r>
              <a:rPr lang="sv-SE" sz="240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=</a:t>
            </a:r>
            <a:r>
              <a:rPr lang="sv-SE" sz="240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string</a:t>
            </a:r>
            <a:r>
              <a:rPr lang="sv-SE" sz="24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
  </a:t>
            </a:r>
            <a:r>
              <a:rPr lang="sv-SE" sz="2400">
                <a:solidFill>
                  <a:srgbClr val="E45649"/>
                </a:solidFill>
                <a:highlight>
                  <a:srgbClr val="F9FAFB"/>
                </a:highlight>
                <a:latin typeface="Consolas"/>
              </a:rPr>
              <a:t>description</a:t>
            </a:r>
            <a:r>
              <a:rPr lang="sv-SE" sz="24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</a:t>
            </a:r>
            <a:r>
              <a:rPr lang="sv-SE" sz="240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=</a:t>
            </a:r>
            <a:r>
              <a:rPr lang="sv-SE" sz="24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</a:t>
            </a:r>
            <a:r>
              <a:rPr lang="sv-SE" sz="2400">
                <a:solidFill>
                  <a:srgbClr val="50A14F"/>
                </a:solidFill>
                <a:highlight>
                  <a:srgbClr val="F9FAFB"/>
                </a:highlight>
                <a:latin typeface="Consolas"/>
              </a:rPr>
              <a:t>"Miljö: dev, test, staging, production"</a:t>
            </a:r>
            <a:r>
              <a:rPr lang="sv-SE" sz="24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
  </a:t>
            </a:r>
            <a:r>
              <a:rPr lang="sv-SE" sz="2400">
                <a:solidFill>
                  <a:srgbClr val="E45649"/>
                </a:solidFill>
                <a:highlight>
                  <a:srgbClr val="F9FAFB"/>
                </a:highlight>
                <a:latin typeface="Consolas"/>
              </a:rPr>
              <a:t>default</a:t>
            </a:r>
            <a:r>
              <a:rPr lang="sv-SE" sz="24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    </a:t>
            </a:r>
            <a:r>
              <a:rPr lang="sv-SE" sz="240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=</a:t>
            </a:r>
            <a:r>
              <a:rPr lang="sv-SE" sz="24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</a:t>
            </a:r>
            <a:r>
              <a:rPr lang="sv-SE" sz="2400">
                <a:solidFill>
                  <a:srgbClr val="50A14F"/>
                </a:solidFill>
                <a:highlight>
                  <a:srgbClr val="F9FAFB"/>
                </a:highlight>
                <a:latin typeface="Consolas"/>
              </a:rPr>
              <a:t>"development"</a:t>
            </a:r>
            <a:r>
              <a:rPr lang="sv-SE" sz="24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
</a:t>
            </a:r>
            <a:r>
              <a:rPr lang="sv-SE" sz="240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}</a:t>
            </a:r>
            <a:endParaRPr lang="sv-SE" sz="2400">
              <a:solidFill>
                <a:srgbClr val="383A42"/>
              </a:solidFill>
              <a:highlight>
                <a:srgbClr val="F9FAFB"/>
              </a:highlight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DD005C1-8C51-42D6-9BEE-B9B8384974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6206" y="115193"/>
            <a:ext cx="11939588" cy="6627614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461826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7AE9375-4664-4DB2-922D-2782A6E439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2836F37D-42FE-6F61-690E-AB1B5E0D47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69925"/>
            <a:ext cx="4508946" cy="1325563"/>
          </a:xfrm>
        </p:spPr>
        <p:txBody>
          <a:bodyPr anchor="b">
            <a:noAutofit/>
          </a:bodyPr>
          <a:lstStyle/>
          <a:p>
            <a:pPr algn="r"/>
            <a:r>
              <a:rPr lang="sv-SE" sz="6000">
                <a:solidFill>
                  <a:schemeClr val="bg1"/>
                </a:solidFill>
                <a:ea typeface="+mj-lt"/>
                <a:cs typeface="+mj-lt"/>
              </a:rPr>
              <a:t>Steg 3 – Kör Terraform</a:t>
            </a:r>
            <a:endParaRPr lang="sv-SE" sz="6000">
              <a:solidFill>
                <a:schemeClr val="bg1"/>
              </a:solidFill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E504C98-6397-41C1-A8D8-2D9C4ED30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26210" y="2026340"/>
            <a:ext cx="5220936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A3E7F7FF-98E5-CA1B-4E5C-38CFEFF38B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2667" y="2398957"/>
            <a:ext cx="9406666" cy="352614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sv-SE" sz="3200">
                <a:solidFill>
                  <a:srgbClr val="0F1115"/>
                </a:solidFill>
                <a:highlight>
                  <a:srgbClr val="F9FAFB"/>
                </a:highlight>
                <a:ea typeface="+mn-lt"/>
                <a:cs typeface="+mn-lt"/>
              </a:rPr>
              <a:t>bash</a:t>
            </a:r>
            <a:endParaRPr lang="sv-SE" sz="3200">
              <a:solidFill>
                <a:srgbClr val="0F1115"/>
              </a:solidFill>
              <a:ea typeface="+mn-lt"/>
              <a:cs typeface="+mn-lt"/>
            </a:endParaRPr>
          </a:p>
          <a:p>
            <a:r>
              <a:rPr lang="sv-SE" sz="36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terraform init
</a:t>
            </a:r>
            <a:r>
              <a:rPr lang="sv-SE" sz="360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terraform plan</a:t>
            </a:r>
            <a:r>
              <a:rPr lang="sv-SE" sz="36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
</a:t>
            </a:r>
            <a:r>
              <a:rPr lang="sv-SE" sz="360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terraform apply -auto-approve</a:t>
            </a:r>
            <a:endParaRPr lang="sv-SE" sz="3600">
              <a:solidFill>
                <a:srgbClr val="0F1115"/>
              </a:solidFill>
              <a:highlight>
                <a:srgbClr val="F9FAFB"/>
              </a:highlight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DD005C1-8C51-42D6-9BEE-B9B8384974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6206" y="115193"/>
            <a:ext cx="11939588" cy="6627614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966324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7AE9375-4664-4DB2-922D-2782A6E439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40E25F53-3AC9-7272-F8A3-E227051640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69925"/>
            <a:ext cx="4508946" cy="1325563"/>
          </a:xfrm>
        </p:spPr>
        <p:txBody>
          <a:bodyPr anchor="b">
            <a:normAutofit/>
          </a:bodyPr>
          <a:lstStyle/>
          <a:p>
            <a:pPr algn="r"/>
            <a:r>
              <a:rPr lang="sv-SE">
                <a:solidFill>
                  <a:schemeClr val="bg1"/>
                </a:solidFill>
                <a:ea typeface="+mj-lt"/>
                <a:cs typeface="+mj-lt"/>
              </a:rPr>
              <a:t>Kontrollera att struktur skapades</a:t>
            </a:r>
            <a:endParaRPr lang="sv-SE">
              <a:solidFill>
                <a:schemeClr val="bg1"/>
              </a:solidFill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E504C98-6397-41C1-A8D8-2D9C4ED30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26210" y="2026340"/>
            <a:ext cx="5220936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196B3949-7F55-92C5-3857-22233ACEF5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4334" y="2398957"/>
            <a:ext cx="11495110" cy="396358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sv-SE">
                <a:solidFill>
                  <a:schemeClr val="bg1"/>
                </a:solidFill>
                <a:ea typeface="+mn-lt"/>
                <a:cs typeface="+mn-lt"/>
              </a:rPr>
              <a:t>bash</a:t>
            </a:r>
            <a:endParaRPr lang="sv-SE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sv-SE">
                <a:solidFill>
                  <a:schemeClr val="bg1"/>
                </a:solidFill>
                <a:ea typeface="+mn-lt"/>
                <a:cs typeface="+mn-lt"/>
              </a:rPr>
              <a:t>dir C:/Projekt/mittprojekt</a:t>
            </a:r>
          </a:p>
          <a:p>
            <a:pPr marL="0" indent="0">
              <a:buNone/>
            </a:pPr>
            <a:endParaRPr lang="sv-SE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sv-SE">
                <a:solidFill>
                  <a:schemeClr val="bg1"/>
                </a:solidFill>
                <a:ea typeface="+mn-lt"/>
                <a:cs typeface="+mn-lt"/>
              </a:rPr>
              <a:t>Diskussionsfråga: Varför är det bra att Terraform kan jämföra state med verkligheten innan den gör ändringar? Varför är detta bättre än att bara köra ett skript?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DD005C1-8C51-42D6-9BEE-B9B8384974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6206" y="115193"/>
            <a:ext cx="11939588" cy="6627614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451061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3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1525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5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Bildobjekt 3">
            <a:extLst>
              <a:ext uri="{FF2B5EF4-FFF2-40B4-BE49-F238E27FC236}">
                <a16:creationId xmlns:a16="http://schemas.microsoft.com/office/drawing/2014/main" id="{39A6DBE2-F80F-85D7-ADE5-6941E85DDDF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645" t="5447" r="3281" b="13290"/>
          <a:stretch>
            <a:fillRect/>
          </a:stretch>
        </p:blipFill>
        <p:spPr>
          <a:xfrm>
            <a:off x="643467" y="774959"/>
            <a:ext cx="10905066" cy="5308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668214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Bildobjekt 3">
            <a:extLst>
              <a:ext uri="{FF2B5EF4-FFF2-40B4-BE49-F238E27FC236}">
                <a16:creationId xmlns:a16="http://schemas.microsoft.com/office/drawing/2014/main" id="{4A58DA96-9CF5-4AAD-FDFB-FEA4E657302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103" t="5011" r="3827" b="3159"/>
          <a:stretch>
            <a:fillRect/>
          </a:stretch>
        </p:blipFill>
        <p:spPr>
          <a:xfrm>
            <a:off x="20" y="1282"/>
            <a:ext cx="12194424" cy="6856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718723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9D85EFA9-83F5-4A7B-7783-4322FF5A41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3200" y="181680"/>
            <a:ext cx="10515600" cy="704675"/>
          </a:xfrm>
        </p:spPr>
        <p:txBody>
          <a:bodyPr>
            <a:noAutofit/>
          </a:bodyPr>
          <a:lstStyle/>
          <a:p>
            <a:r>
              <a:rPr lang="sv-SE" sz="6600">
                <a:ea typeface="+mj-lt"/>
                <a:cs typeface="+mj-lt"/>
              </a:rPr>
              <a:t>Vad Har Vi Lärt Oss Idag?</a:t>
            </a:r>
            <a:endParaRPr lang="sv-SE" sz="6600"/>
          </a:p>
        </p:txBody>
      </p:sp>
      <p:graphicFrame>
        <p:nvGraphicFramePr>
          <p:cNvPr id="8" name="Platshållare för innehåll 2">
            <a:extLst>
              <a:ext uri="{FF2B5EF4-FFF2-40B4-BE49-F238E27FC236}">
                <a16:creationId xmlns:a16="http://schemas.microsoft.com/office/drawing/2014/main" id="{A3116E1B-55C4-20AB-30F6-1654C030031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61916430"/>
              </p:ext>
            </p:extLst>
          </p:nvPr>
        </p:nvGraphicFramePr>
        <p:xfrm>
          <a:off x="1400" y="1376701"/>
          <a:ext cx="12168996" cy="478265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9452594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8A8EAB8-D2FF-444D-B34B-7D32F106AD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723E5465-4782-B21F-AC69-19DBA12A4C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4141" y="1450655"/>
            <a:ext cx="3932030" cy="3956690"/>
          </a:xfrm>
        </p:spPr>
        <p:txBody>
          <a:bodyPr anchor="ctr">
            <a:normAutofit/>
          </a:bodyPr>
          <a:lstStyle/>
          <a:p>
            <a:r>
              <a:rPr lang="sv-SE" sz="8000">
                <a:solidFill>
                  <a:schemeClr val="bg1"/>
                </a:solidFill>
                <a:hlinkClick r:id="rId2"/>
              </a:rPr>
              <a:t>Quiz</a:t>
            </a:r>
            <a:r>
              <a:rPr lang="sv-SE" sz="8000">
                <a:solidFill>
                  <a:schemeClr val="bg1"/>
                </a:solidFill>
              </a:rPr>
              <a:t>: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67633D1-6EE6-4118-B9F0-B363477BEE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014141" y="1450655"/>
            <a:ext cx="393203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AD7FFC6-42A9-49CB-B5E9-B3F6B03833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014141" y="5408571"/>
            <a:ext cx="393203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B79DEE46-BCDD-6A3A-36AC-9C20F1E872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94942" y="1108061"/>
            <a:ext cx="6943782" cy="457197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sv-SE" dirty="0">
                <a:solidFill>
                  <a:schemeClr val="bg1"/>
                </a:solidFill>
                <a:ea typeface="+mn-lt"/>
                <a:cs typeface="+mn-l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https://forms.gle/1Wdjq1CJ39LM2TA8A</a:t>
            </a:r>
            <a:endParaRPr lang="sv-SE">
              <a:solidFill>
                <a:schemeClr val="bg1"/>
              </a:solidFill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9290265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ema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2011</Words>
  <Application>Microsoft Office PowerPoint</Application>
  <PresentationFormat>Widescreen</PresentationFormat>
  <Paragraphs>179</Paragraphs>
  <Slides>43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50" baseType="lpstr">
      <vt:lpstr>Aptos</vt:lpstr>
      <vt:lpstr>Aptos Display</vt:lpstr>
      <vt:lpstr>Arial</vt:lpstr>
      <vt:lpstr>Consolas</vt:lpstr>
      <vt:lpstr>Menlo</vt:lpstr>
      <vt:lpstr>quote-cjk-patch</vt:lpstr>
      <vt:lpstr>Office-tema</vt:lpstr>
      <vt:lpstr>Terraform Fortsättning</vt:lpstr>
      <vt:lpstr>PowerPoint Presentation</vt:lpstr>
      <vt:lpstr>Diagram – resan från grund till avancerad</vt:lpstr>
      <vt:lpstr>Från Verkligheten – Terraform I Svenska Företag</vt:lpstr>
      <vt:lpstr>Variabler – Gör Din Kod Flexibel</vt:lpstr>
      <vt:lpstr>Problem – hårdkodade värden</vt:lpstr>
      <vt:lpstr>PowerPoint Presentation</vt:lpstr>
      <vt:lpstr>Lösning – variabler</vt:lpstr>
      <vt:lpstr>Viktiga attribut för variabler</vt:lpstr>
      <vt:lpstr>Så Här Använder Du Variabler</vt:lpstr>
      <vt:lpstr>Exempel – tfvars-fil för produktion (prod.tfvars)</vt:lpstr>
      <vt:lpstr>Validera Variabler – Fånga Fel Tidigt</vt:lpstr>
      <vt:lpstr>PowerPoint Presentation</vt:lpstr>
      <vt:lpstr>Exempel – validera miljö och tal:</vt:lpstr>
      <vt:lpstr>Varför är detta viktigt?</vt:lpstr>
      <vt:lpstr>Outputs – Visa Resultat och Dela Data</vt:lpstr>
      <vt:lpstr>PowerPoint Presentation</vt:lpstr>
      <vt:lpstr>Exempel – outputs:</vt:lpstr>
      <vt:lpstr>Hämta outputs efter apply:</vt:lpstr>
      <vt:lpstr>Data Sources – Läs Befintlig Information</vt:lpstr>
      <vt:lpstr>Data source</vt:lpstr>
      <vt:lpstr>Läsa en befintlig fil</vt:lpstr>
      <vt:lpstr>Vanliga data sources</vt:lpstr>
      <vt:lpstr>Terraform State – Ditt Viktigaste "Minne"</vt:lpstr>
      <vt:lpstr>hur Terraform använder state</vt:lpstr>
      <vt:lpstr>VARNING – VIKTIGT!</vt:lpstr>
      <vt:lpstr>Remote Backend – Säkrare State-hantering</vt:lpstr>
      <vt:lpstr>Varför remote backend?</vt:lpstr>
      <vt:lpstr>Jämförelse – Local vs Remote</vt:lpstr>
      <vt:lpstr>Exempel – S3 backend (AWS)</vt:lpstr>
      <vt:lpstr>Lifecycle-regler – Skydda Viktiga Resurser</vt:lpstr>
      <vt:lpstr>Exempel – förhindra radering av databas</vt:lpstr>
      <vt:lpstr>Exempel – skapa ny resurs innan gammal tas bort (noll driftstopp)</vt:lpstr>
      <vt:lpstr>Viktiga lifecycle-regler</vt:lpstr>
      <vt:lpstr>Workshop – Skapa En Katalogstruktur Med Terraform</vt:lpstr>
      <vt:lpstr>Skapa main.tf</vt:lpstr>
      <vt:lpstr>Skapa variables.tf</vt:lpstr>
      <vt:lpstr>Steg 3 – Kör Terraform</vt:lpstr>
      <vt:lpstr>Kontrollera att struktur skapades</vt:lpstr>
      <vt:lpstr>PowerPoint Presentation</vt:lpstr>
      <vt:lpstr>PowerPoint Presentation</vt:lpstr>
      <vt:lpstr>Vad Har Vi Lärt Oss Idag?</vt:lpstr>
      <vt:lpstr>Quiz: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Arseniy Buzyan (extern)</cp:lastModifiedBy>
  <cp:revision>387</cp:revision>
  <dcterms:created xsi:type="dcterms:W3CDTF">2026-08-12T18:23:12Z</dcterms:created>
  <dcterms:modified xsi:type="dcterms:W3CDTF">2026-08-12T19:52:54Z</dcterms:modified>
</cp:coreProperties>
</file>