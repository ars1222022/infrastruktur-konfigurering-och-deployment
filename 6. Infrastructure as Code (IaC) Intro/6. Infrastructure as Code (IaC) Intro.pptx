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1" r:id="rId20"/>
    <p:sldId id="300" r:id="rId21"/>
    <p:sldId id="273" r:id="rId22"/>
    <p:sldId id="274" r:id="rId23"/>
    <p:sldId id="275" r:id="rId24"/>
    <p:sldId id="302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303" r:id="rId35"/>
    <p:sldId id="285" r:id="rId36"/>
    <p:sldId id="286" r:id="rId37"/>
    <p:sldId id="304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305" r:id="rId49"/>
    <p:sldId id="306" r:id="rId50"/>
    <p:sldId id="307" r:id="rId51"/>
    <p:sldId id="297" r:id="rId52"/>
    <p:sldId id="298" r:id="rId5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DACC3-8392-7FC7-A74E-D1DBD9048FE1}" v="1181" dt="2026-08-09T08:57:13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496DACC3-8392-7FC7-A74E-D1DBD9048FE1}"/>
    <pc:docChg chg="addSld delSld modSld">
      <pc:chgData name="Arseniy Buzyan (extern)" userId="S::arseniy.buzyan@edu.stockholm.se::f92a01cd-049f-4602-b292-09b82d2ea4e3" providerId="AD" clId="Web-{496DACC3-8392-7FC7-A74E-D1DBD9048FE1}" dt="2026-08-09T08:57:13.026" v="1315" actId="1076"/>
      <pc:docMkLst>
        <pc:docMk/>
      </pc:docMkLst>
      <pc:sldChg chg="addSp modSp mod setBg">
        <pc:chgData name="Arseniy Buzyan (extern)" userId="S::arseniy.buzyan@edu.stockholm.se::f92a01cd-049f-4602-b292-09b82d2ea4e3" providerId="AD" clId="Web-{496DACC3-8392-7FC7-A74E-D1DBD9048FE1}" dt="2026-08-09T07:16:25.760" v="2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496DACC3-8392-7FC7-A74E-D1DBD9048FE1}" dt="2026-08-09T07:16:25.760" v="2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16:25.760" v="2"/>
          <ac:spMkLst>
            <pc:docMk/>
            <pc:sldMk cId="3194377694" sldId="256"/>
            <ac:spMk id="3" creationId="{00000000-0000-0000-0000-00000000000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6:25.760" v="2"/>
          <ac:spMkLst>
            <pc:docMk/>
            <pc:sldMk cId="3194377694" sldId="256"/>
            <ac:spMk id="8" creationId="{35F60170-91B4-45F0-B88B-9C07AEC4642C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6:25.760" v="2"/>
          <ac:spMkLst>
            <pc:docMk/>
            <pc:sldMk cId="3194377694" sldId="256"/>
            <ac:spMk id="10" creationId="{2C7D7C94-41C0-4614-8A18-941174D4D2AF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16:25.760" v="2"/>
          <ac:grpSpMkLst>
            <pc:docMk/>
            <pc:sldMk cId="3194377694" sldId="256"/>
            <ac:grpSpMk id="16" creationId="{65B3D45F-509E-43F3-B685-A5E78AD0D820}"/>
          </ac:grpSpMkLst>
        </pc:grpChg>
        <pc:cxnChg chg="add">
          <ac:chgData name="Arseniy Buzyan (extern)" userId="S::arseniy.buzyan@edu.stockholm.se::f92a01cd-049f-4602-b292-09b82d2ea4e3" providerId="AD" clId="Web-{496DACC3-8392-7FC7-A74E-D1DBD9048FE1}" dt="2026-08-09T07:16:25.760" v="2"/>
          <ac:cxnSpMkLst>
            <pc:docMk/>
            <pc:sldMk cId="3194377694" sldId="256"/>
            <ac:cxnSpMk id="12" creationId="{61F6FBC1-6409-4059-B87B-1BE513242FE6}"/>
          </ac:cxnSpMkLst>
        </pc:cxnChg>
        <pc:cxnChg chg="add">
          <ac:chgData name="Arseniy Buzyan (extern)" userId="S::arseniy.buzyan@edu.stockholm.se::f92a01cd-049f-4602-b292-09b82d2ea4e3" providerId="AD" clId="Web-{496DACC3-8392-7FC7-A74E-D1DBD9048FE1}" dt="2026-08-09T07:16:25.760" v="2"/>
          <ac:cxnSpMkLst>
            <pc:docMk/>
            <pc:sldMk cId="3194377694" sldId="256"/>
            <ac:cxnSpMk id="14" creationId="{E6A98E26-C7DC-48E3-8F50-FBF7F3C50F4C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17:39.855" v="19" actId="20577"/>
        <pc:sldMkLst>
          <pc:docMk/>
          <pc:sldMk cId="1498597524" sldId="257"/>
        </pc:sldMkLst>
        <pc:spChg chg="mod">
          <ac:chgData name="Arseniy Buzyan (extern)" userId="S::arseniy.buzyan@edu.stockholm.se::f92a01cd-049f-4602-b292-09b82d2ea4e3" providerId="AD" clId="Web-{496DACC3-8392-7FC7-A74E-D1DBD9048FE1}" dt="2026-08-09T07:17:25.995" v="12"/>
          <ac:spMkLst>
            <pc:docMk/>
            <pc:sldMk cId="1498597524" sldId="257"/>
            <ac:spMk id="2" creationId="{DEE0D0BA-95E6-8C54-D510-21A1E61FCA6D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17:39.855" v="19" actId="20577"/>
          <ac:spMkLst>
            <pc:docMk/>
            <pc:sldMk cId="1498597524" sldId="257"/>
            <ac:spMk id="3" creationId="{50CA280C-C8EC-B223-FBF8-59CBFE0A70E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7:25.995" v="12"/>
          <ac:spMkLst>
            <pc:docMk/>
            <pc:sldMk cId="1498597524" sldId="257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7:25.995" v="12"/>
          <ac:spMkLst>
            <pc:docMk/>
            <pc:sldMk cId="1498597524" sldId="257"/>
            <ac:spMk id="10" creationId="{FBD77573-9EF2-4C35-8285-A1CF6FBB0EA5}"/>
          </ac:spMkLst>
        </pc:spChg>
        <pc:graphicFrameChg chg="add del mod">
          <ac:chgData name="Arseniy Buzyan (extern)" userId="S::arseniy.buzyan@edu.stockholm.se::f92a01cd-049f-4602-b292-09b82d2ea4e3" providerId="AD" clId="Web-{496DACC3-8392-7FC7-A74E-D1DBD9048FE1}" dt="2026-08-09T07:17:01.261" v="10"/>
          <ac:graphicFrameMkLst>
            <pc:docMk/>
            <pc:sldMk cId="1498597524" sldId="257"/>
            <ac:graphicFrameMk id="5" creationId="{B791773A-D5FC-29B0-2E4B-BBC58AF2556F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18:54.777" v="32"/>
        <pc:sldMkLst>
          <pc:docMk/>
          <pc:sldMk cId="3348829707" sldId="258"/>
        </pc:sldMkLst>
        <pc:spChg chg="mod">
          <ac:chgData name="Arseniy Buzyan (extern)" userId="S::arseniy.buzyan@edu.stockholm.se::f92a01cd-049f-4602-b292-09b82d2ea4e3" providerId="AD" clId="Web-{496DACC3-8392-7FC7-A74E-D1DBD9048FE1}" dt="2026-08-09T07:18:54.777" v="32"/>
          <ac:spMkLst>
            <pc:docMk/>
            <pc:sldMk cId="3348829707" sldId="258"/>
            <ac:spMk id="2" creationId="{F69CF13A-A8A4-C6D1-CEB6-451DF205BDF8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7:17:53.917" v="22"/>
          <ac:spMkLst>
            <pc:docMk/>
            <pc:sldMk cId="3348829707" sldId="258"/>
            <ac:spMk id="3" creationId="{8FE7FF6A-F032-9713-C392-A2121AEC331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8:54.777" v="32"/>
          <ac:spMkLst>
            <pc:docMk/>
            <pc:sldMk cId="3348829707" sldId="258"/>
            <ac:spMk id="9" creationId="{F0DCC097-1DB8-4B6D-85D0-6FBA0E1CA4BA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8:54.777" v="32"/>
          <ac:spMkLst>
            <pc:docMk/>
            <pc:sldMk cId="3348829707" sldId="258"/>
            <ac:spMk id="11" creationId="{E0B58608-23C8-4441-994D-C6823EEE1DB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8:54.777" v="32"/>
          <ac:spMkLst>
            <pc:docMk/>
            <pc:sldMk cId="3348829707" sldId="258"/>
            <ac:spMk id="16" creationId="{F0DCC097-1DB8-4B6D-85D0-6FBA0E1CA4BA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8:54.777" v="32"/>
          <ac:spMkLst>
            <pc:docMk/>
            <pc:sldMk cId="3348829707" sldId="258"/>
            <ac:spMk id="18" creationId="{E0B58608-23C8-4441-994D-C6823EEE1DB7}"/>
          </ac:spMkLst>
        </pc:spChg>
        <pc:picChg chg="add mod ord">
          <ac:chgData name="Arseniy Buzyan (extern)" userId="S::arseniy.buzyan@edu.stockholm.se::f92a01cd-049f-4602-b292-09b82d2ea4e3" providerId="AD" clId="Web-{496DACC3-8392-7FC7-A74E-D1DBD9048FE1}" dt="2026-08-09T07:18:54.777" v="32"/>
          <ac:picMkLst>
            <pc:docMk/>
            <pc:sldMk cId="3348829707" sldId="258"/>
            <ac:picMk id="4" creationId="{44B4B574-BD82-28DE-BAC1-993E6A5189F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20:28.309" v="53" actId="20577"/>
        <pc:sldMkLst>
          <pc:docMk/>
          <pc:sldMk cId="2874031006" sldId="259"/>
        </pc:sldMkLst>
        <pc:spChg chg="mod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2" creationId="{92B9913C-386F-6A83-7825-6DEDC41A7977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20:28.309" v="53" actId="20577"/>
          <ac:spMkLst>
            <pc:docMk/>
            <pc:sldMk cId="2874031006" sldId="259"/>
            <ac:spMk id="3" creationId="{BE0B9642-F2F9-51CC-F618-0E12013F93E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8" creationId="{4FC5CF8D-5E28-4170-85D9-B23379A1AC6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10" creationId="{575A2C8F-EFE3-4530-B871-79D0DF46158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12" creationId="{F8283B2D-BF4E-4773-99DE-61834B033AF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14" creationId="{7FF89E09-42FB-4694-96E4-95652B1D83E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19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21" creationId="{EA8CF0DC-D23A-4CA2-8463-27F89928349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19:52.965" v="41"/>
          <ac:spMkLst>
            <pc:docMk/>
            <pc:sldMk cId="2874031006" sldId="259"/>
            <ac:spMk id="23" creationId="{B8A381C4-0C0D-491F-90D8-63CF760B459B}"/>
          </ac:spMkLst>
        </pc:spChg>
        <pc:graphicFrameChg chg="add del mod ord modGraphic">
          <ac:chgData name="Arseniy Buzyan (extern)" userId="S::arseniy.buzyan@edu.stockholm.se::f92a01cd-049f-4602-b292-09b82d2ea4e3" providerId="AD" clId="Web-{496DACC3-8392-7FC7-A74E-D1DBD9048FE1}" dt="2026-08-09T07:19:14.871" v="35"/>
          <ac:graphicFrameMkLst>
            <pc:docMk/>
            <pc:sldMk cId="2874031006" sldId="259"/>
            <ac:graphicFrameMk id="5" creationId="{D943637C-88DE-FFAC-531F-C764BD221F5C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496DACC3-8392-7FC7-A74E-D1DBD9048FE1}" dt="2026-08-09T07:23:47" v="118" actId="20577"/>
        <pc:sldMkLst>
          <pc:docMk/>
          <pc:sldMk cId="3189208027" sldId="260"/>
        </pc:sldMkLst>
        <pc:spChg chg="mod">
          <ac:chgData name="Arseniy Buzyan (extern)" userId="S::arseniy.buzyan@edu.stockholm.se::f92a01cd-049f-4602-b292-09b82d2ea4e3" providerId="AD" clId="Web-{496DACC3-8392-7FC7-A74E-D1DBD9048FE1}" dt="2026-08-09T07:22:59.265" v="100"/>
          <ac:spMkLst>
            <pc:docMk/>
            <pc:sldMk cId="3189208027" sldId="260"/>
            <ac:spMk id="2" creationId="{1FF1E0B7-5E02-ECB4-5223-B2165AA7DADC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23:47" v="118" actId="20577"/>
          <ac:spMkLst>
            <pc:docMk/>
            <pc:sldMk cId="3189208027" sldId="260"/>
            <ac:spMk id="3" creationId="{4B53267D-A688-5A26-7DA4-C703DF34A718}"/>
          </ac:spMkLst>
        </pc:spChg>
        <pc:spChg chg="add mod">
          <ac:chgData name="Arseniy Buzyan (extern)" userId="S::arseniy.buzyan@edu.stockholm.se::f92a01cd-049f-4602-b292-09b82d2ea4e3" providerId="AD" clId="Web-{496DACC3-8392-7FC7-A74E-D1DBD9048FE1}" dt="2026-08-09T07:23:35.656" v="116" actId="20577"/>
          <ac:spMkLst>
            <pc:docMk/>
            <pc:sldMk cId="3189208027" sldId="260"/>
            <ac:spMk id="4" creationId="{C7DB5F31-075B-6D0F-AB33-EFE18AE6B16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08.609" v="83"/>
          <ac:spMkLst>
            <pc:docMk/>
            <pc:sldMk cId="3189208027" sldId="260"/>
            <ac:spMk id="9" creationId="{8CA06CD6-90CA-4C45-856C-6771339E1E22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10.999" v="85"/>
          <ac:spMkLst>
            <pc:docMk/>
            <pc:sldMk cId="3189208027" sldId="260"/>
            <ac:spMk id="13" creationId="{4C608BEB-860E-4094-8511-78603564A75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13.265" v="87"/>
          <ac:spMkLst>
            <pc:docMk/>
            <pc:sldMk cId="3189208027" sldId="260"/>
            <ac:spMk id="16" creationId="{8CA06CD6-90CA-4C45-856C-6771339E1E22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16.156" v="89"/>
          <ac:spMkLst>
            <pc:docMk/>
            <pc:sldMk cId="3189208027" sldId="260"/>
            <ac:spMk id="19" creationId="{4C608BEB-860E-4094-8511-78603564A75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33.453" v="91"/>
          <ac:spMkLst>
            <pc:docMk/>
            <pc:sldMk cId="3189208027" sldId="260"/>
            <ac:spMk id="22" creationId="{2A6B319F-86FE-4754-878E-06F0804D882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33.453" v="91"/>
          <ac:spMkLst>
            <pc:docMk/>
            <pc:sldMk cId="3189208027" sldId="260"/>
            <ac:spMk id="23" creationId="{DCF7D1B5-3477-499F-ACC5-2C8B07F4EDB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49.265" v="97"/>
          <ac:spMkLst>
            <pc:docMk/>
            <pc:sldMk cId="3189208027" sldId="260"/>
            <ac:spMk id="25" creationId="{FEF085B8-A2C0-4A6F-B663-CCC56F3CD37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49.265" v="97"/>
          <ac:spMkLst>
            <pc:docMk/>
            <pc:sldMk cId="3189208027" sldId="260"/>
            <ac:spMk id="26" creationId="{2658F6D6-96E0-421A-96D6-3DF40400854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49.265" v="97"/>
          <ac:spMkLst>
            <pc:docMk/>
            <pc:sldMk cId="3189208027" sldId="260"/>
            <ac:spMk id="27" creationId="{3CF62545-93A0-4FD5-9B48-48DCA794CBA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49.265" v="96"/>
          <ac:spMkLst>
            <pc:docMk/>
            <pc:sldMk cId="3189208027" sldId="260"/>
            <ac:spMk id="32" creationId="{4C608BEB-860E-4094-8511-78603564A75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59.265" v="100"/>
          <ac:spMkLst>
            <pc:docMk/>
            <pc:sldMk cId="3189208027" sldId="260"/>
            <ac:spMk id="36" creationId="{1DE7243B-5109-444B-8FAF-7437C66BC0E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2:59.265" v="100"/>
          <ac:spMkLst>
            <pc:docMk/>
            <pc:sldMk cId="3189208027" sldId="260"/>
            <ac:spMk id="37" creationId="{4C5D6221-DA7B-4611-AA26-7D8E349FDE9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2:59.265" v="100"/>
          <ac:spMkLst>
            <pc:docMk/>
            <pc:sldMk cId="3189208027" sldId="260"/>
            <ac:spMk id="42" creationId="{4C608BEB-860E-4094-8511-78603564A75E}"/>
          </ac:spMkLst>
        </pc:spChg>
        <pc:cxnChg chg="add del">
          <ac:chgData name="Arseniy Buzyan (extern)" userId="S::arseniy.buzyan@edu.stockholm.se::f92a01cd-049f-4602-b292-09b82d2ea4e3" providerId="AD" clId="Web-{496DACC3-8392-7FC7-A74E-D1DBD9048FE1}" dt="2026-08-09T07:22:08.609" v="83"/>
          <ac:cxnSpMkLst>
            <pc:docMk/>
            <pc:sldMk cId="3189208027" sldId="260"/>
            <ac:cxnSpMk id="11" creationId="{5021601D-2758-4B15-A31C-FDA184C51B3A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22:10.999" v="85"/>
          <ac:cxnSpMkLst>
            <pc:docMk/>
            <pc:sldMk cId="3189208027" sldId="260"/>
            <ac:cxnSpMk id="14" creationId="{1F16A8D4-FE87-4604-88B2-394B5D1EB437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22:13.265" v="87"/>
          <ac:cxnSpMkLst>
            <pc:docMk/>
            <pc:sldMk cId="3189208027" sldId="260"/>
            <ac:cxnSpMk id="17" creationId="{5021601D-2758-4B15-A31C-FDA184C51B3A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22:16.156" v="89"/>
          <ac:cxnSpMkLst>
            <pc:docMk/>
            <pc:sldMk cId="3189208027" sldId="260"/>
            <ac:cxnSpMk id="20" creationId="{1F16A8D4-FE87-4604-88B2-394B5D1EB437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22:49.265" v="96"/>
          <ac:cxnSpMkLst>
            <pc:docMk/>
            <pc:sldMk cId="3189208027" sldId="260"/>
            <ac:cxnSpMk id="34" creationId="{1F16A8D4-FE87-4604-88B2-394B5D1EB437}"/>
          </ac:cxnSpMkLst>
        </pc:cxnChg>
        <pc:cxnChg chg="add">
          <ac:chgData name="Arseniy Buzyan (extern)" userId="S::arseniy.buzyan@edu.stockholm.se::f92a01cd-049f-4602-b292-09b82d2ea4e3" providerId="AD" clId="Web-{496DACC3-8392-7FC7-A74E-D1DBD9048FE1}" dt="2026-08-09T07:22:59.265" v="100"/>
          <ac:cxnSpMkLst>
            <pc:docMk/>
            <pc:sldMk cId="3189208027" sldId="260"/>
            <ac:cxnSpMk id="44" creationId="{1F16A8D4-FE87-4604-88B2-394B5D1EB437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25:32.110" v="145"/>
        <pc:sldMkLst>
          <pc:docMk/>
          <pc:sldMk cId="1455072180" sldId="261"/>
        </pc:sldMkLst>
        <pc:spChg chg="mod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2" creationId="{F0EE7099-220A-ABCB-F159-84EBB2F5D137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3" creationId="{6A3A5AC9-68EB-3459-AD2E-FBA9D20751A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07.297" v="140"/>
          <ac:spMkLst>
            <pc:docMk/>
            <pc:sldMk cId="1455072180" sldId="261"/>
            <ac:spMk id="8" creationId="{4FC5CF8D-5E28-4170-85D9-B23379A1AC6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07.297" v="140"/>
          <ac:spMkLst>
            <pc:docMk/>
            <pc:sldMk cId="1455072180" sldId="261"/>
            <ac:spMk id="10" creationId="{575A2C8F-EFE3-4530-B871-79D0DF46158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07.297" v="140"/>
          <ac:spMkLst>
            <pc:docMk/>
            <pc:sldMk cId="1455072180" sldId="261"/>
            <ac:spMk id="12" creationId="{F8283B2D-BF4E-4773-99DE-61834B033AF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07.297" v="140"/>
          <ac:spMkLst>
            <pc:docMk/>
            <pc:sldMk cId="1455072180" sldId="261"/>
            <ac:spMk id="14" creationId="{7FF89E09-42FB-4694-96E4-95652B1D83E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16" creationId="{B34F5AD2-EDBD-4BBD-A55C-EAFFD0C7097A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17" creationId="{C3896A03-3945-419A-B66B-4EE266EDD152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18" creationId="{B8EAE243-3A9F-4A46-B0D9-04C723A8A1B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5:32.110" v="145"/>
          <ac:spMkLst>
            <pc:docMk/>
            <pc:sldMk cId="1455072180" sldId="261"/>
            <ac:spMk id="25" creationId="{B50AB553-2A96-4A92-96F2-93548E096954}"/>
          </ac:spMkLst>
        </pc:spChg>
        <pc:graphicFrameChg chg="add del">
          <ac:chgData name="Arseniy Buzyan (extern)" userId="S::arseniy.buzyan@edu.stockholm.se::f92a01cd-049f-4602-b292-09b82d2ea4e3" providerId="AD" clId="Web-{496DACC3-8392-7FC7-A74E-D1DBD9048FE1}" dt="2026-08-09T07:25:32.110" v="145"/>
          <ac:graphicFrameMkLst>
            <pc:docMk/>
            <pc:sldMk cId="1455072180" sldId="261"/>
            <ac:graphicFrameMk id="20" creationId="{DC769442-FE58-3961-6152-BD418CF555BB}"/>
          </ac:graphicFrameMkLst>
        </pc:graphicFrameChg>
        <pc:picChg chg="add del">
          <ac:chgData name="Arseniy Buzyan (extern)" userId="S::arseniy.buzyan@edu.stockholm.se::f92a01cd-049f-4602-b292-09b82d2ea4e3" providerId="AD" clId="Web-{496DACC3-8392-7FC7-A74E-D1DBD9048FE1}" dt="2026-08-09T07:25:32.110" v="145"/>
          <ac:picMkLst>
            <pc:docMk/>
            <pc:sldMk cId="1455072180" sldId="261"/>
            <ac:picMk id="21" creationId="{48414B36-3BA3-E09C-49FC-F1180AAF7528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27:27.798" v="206" actId="20577"/>
        <pc:sldMkLst>
          <pc:docMk/>
          <pc:sldMk cId="2884406262" sldId="262"/>
        </pc:sldMkLst>
        <pc:spChg chg="mod">
          <ac:chgData name="Arseniy Buzyan (extern)" userId="S::arseniy.buzyan@edu.stockholm.se::f92a01cd-049f-4602-b292-09b82d2ea4e3" providerId="AD" clId="Web-{496DACC3-8392-7FC7-A74E-D1DBD9048FE1}" dt="2026-08-09T07:26:18.657" v="151"/>
          <ac:spMkLst>
            <pc:docMk/>
            <pc:sldMk cId="2884406262" sldId="262"/>
            <ac:spMk id="2" creationId="{70B35B48-F882-7E9B-C842-A6E9A8CBFBC7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27:27.798" v="206" actId="20577"/>
          <ac:spMkLst>
            <pc:docMk/>
            <pc:sldMk cId="2884406262" sldId="262"/>
            <ac:spMk id="3" creationId="{4DC0E6F7-3F7D-D2BD-9D6F-70D582B2E87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6:18.657" v="150"/>
          <ac:spMkLst>
            <pc:docMk/>
            <pc:sldMk cId="2884406262" sldId="262"/>
            <ac:spMk id="8" creationId="{0741393E-C764-4C6F-8886-35CFF2E4835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6:18.657" v="150"/>
          <ac:spMkLst>
            <pc:docMk/>
            <pc:sldMk cId="2884406262" sldId="262"/>
            <ac:spMk id="10" creationId="{390890DC-37FF-4B49-BD4C-FE4232F69B3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6:18.657" v="151"/>
          <ac:spMkLst>
            <pc:docMk/>
            <pc:sldMk cId="2884406262" sldId="262"/>
            <ac:spMk id="12" creationId="{B8A381C4-0C0D-491F-90D8-63CF760B459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6:18.657" v="151"/>
          <ac:spMkLst>
            <pc:docMk/>
            <pc:sldMk cId="2884406262" sldId="262"/>
            <ac:spMk id="13" creationId="{2515456E-B1B1-48C1-8164-7E567F5D40D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6:18.657" v="151"/>
          <ac:spMkLst>
            <pc:docMk/>
            <pc:sldMk cId="2884406262" sldId="262"/>
            <ac:spMk id="14" creationId="{EA8CF0DC-D23A-4CA2-8463-27F89928349F}"/>
          </ac:spMkLst>
        </pc:spChg>
        <pc:graphicFrameChg chg="add mod modGraphic">
          <ac:chgData name="Arseniy Buzyan (extern)" userId="S::arseniy.buzyan@edu.stockholm.se::f92a01cd-049f-4602-b292-09b82d2ea4e3" providerId="AD" clId="Web-{496DACC3-8392-7FC7-A74E-D1DBD9048FE1}" dt="2026-08-09T07:27:17.845" v="204"/>
          <ac:graphicFrameMkLst>
            <pc:docMk/>
            <pc:sldMk cId="2884406262" sldId="262"/>
            <ac:graphicFrameMk id="5" creationId="{89394714-D471-9BCA-0AF7-47896E92C8BA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39:42.591" v="1227" actId="14100"/>
        <pc:sldMkLst>
          <pc:docMk/>
          <pc:sldMk cId="2015166950" sldId="263"/>
        </pc:sldMkLst>
        <pc:spChg chg="mod">
          <ac:chgData name="Arseniy Buzyan (extern)" userId="S::arseniy.buzyan@edu.stockholm.se::f92a01cd-049f-4602-b292-09b82d2ea4e3" providerId="AD" clId="Web-{496DACC3-8392-7FC7-A74E-D1DBD9048FE1}" dt="2026-08-09T07:28:23.768" v="211"/>
          <ac:spMkLst>
            <pc:docMk/>
            <pc:sldMk cId="2015166950" sldId="263"/>
            <ac:spMk id="2" creationId="{193D2278-4F1E-9EE9-B1BF-EE172127DA63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28:23.768" v="211"/>
          <ac:spMkLst>
            <pc:docMk/>
            <pc:sldMk cId="2015166950" sldId="263"/>
            <ac:spMk id="3" creationId="{802F42D8-AD6B-0801-9647-E823861AEF9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8:23.768" v="211"/>
          <ac:spMkLst>
            <pc:docMk/>
            <pc:sldMk cId="2015166950" sldId="263"/>
            <ac:spMk id="9" creationId="{3C54F4CE-85F0-46ED-80DA-9518C9251AD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28:23.768" v="211"/>
          <ac:spMkLst>
            <pc:docMk/>
            <pc:sldMk cId="2015166950" sldId="263"/>
            <ac:spMk id="11" creationId="{DADD1FCA-8ACB-4958-81DD-4CDD6D3E1921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7:28:36.378" v="214" actId="14100"/>
          <ac:picMkLst>
            <pc:docMk/>
            <pc:sldMk cId="2015166950" sldId="263"/>
            <ac:picMk id="4" creationId="{0969407D-CC39-CD40-5840-74275E3EC2FD}"/>
          </ac:picMkLst>
        </pc:picChg>
        <pc:picChg chg="add mod modCrop">
          <ac:chgData name="Arseniy Buzyan (extern)" userId="S::arseniy.buzyan@edu.stockholm.se::f92a01cd-049f-4602-b292-09b82d2ea4e3" providerId="AD" clId="Web-{496DACC3-8392-7FC7-A74E-D1DBD9048FE1}" dt="2026-08-09T08:39:42.591" v="1227" actId="14100"/>
          <ac:picMkLst>
            <pc:docMk/>
            <pc:sldMk cId="2015166950" sldId="263"/>
            <ac:picMk id="5" creationId="{F633108B-AE29-6A5D-EB9C-11B0214C495E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32:40.208" v="269" actId="20577"/>
        <pc:sldMkLst>
          <pc:docMk/>
          <pc:sldMk cId="1152746363" sldId="264"/>
        </pc:sldMkLst>
        <pc:spChg chg="del mod">
          <ac:chgData name="Arseniy Buzyan (extern)" userId="S::arseniy.buzyan@edu.stockholm.se::f92a01cd-049f-4602-b292-09b82d2ea4e3" providerId="AD" clId="Web-{496DACC3-8392-7FC7-A74E-D1DBD9048FE1}" dt="2026-08-09T07:28:50.675" v="217"/>
          <ac:spMkLst>
            <pc:docMk/>
            <pc:sldMk cId="1152746363" sldId="264"/>
            <ac:spMk id="2" creationId="{CE6A7ADB-ED02-5E24-8550-73FC9C7B04BD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29:42.050" v="232"/>
          <ac:spMkLst>
            <pc:docMk/>
            <pc:sldMk cId="1152746363" sldId="264"/>
            <ac:spMk id="3" creationId="{2C5F8C88-4442-F38D-4E37-777239E75B05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28:53.362" v="218"/>
          <ac:spMkLst>
            <pc:docMk/>
            <pc:sldMk cId="1152746363" sldId="264"/>
            <ac:spMk id="5" creationId="{2728A479-7AA9-237F-66E1-92E4346ACB92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9:22.425" v="229"/>
          <ac:spMkLst>
            <pc:docMk/>
            <pc:sldMk cId="1152746363" sldId="264"/>
            <ac:spMk id="8" creationId="{0741393E-C764-4C6F-8886-35CFF2E4835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9:20.144" v="227"/>
          <ac:spMkLst>
            <pc:docMk/>
            <pc:sldMk cId="1152746363" sldId="264"/>
            <ac:spMk id="10" creationId="{257363FD-7E77-4145-9483-331A807ADF0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9:22.425" v="229"/>
          <ac:spMkLst>
            <pc:docMk/>
            <pc:sldMk cId="1152746363" sldId="264"/>
            <ac:spMk id="12" creationId="{390890DC-37FF-4B49-BD4C-FE4232F69B37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9:22.425" v="229"/>
          <ac:spMkLst>
            <pc:docMk/>
            <pc:sldMk cId="1152746363" sldId="264"/>
            <ac:spMk id="13" creationId="{2C5F8C88-4442-F38D-4E37-777239E75B05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31:38.551" v="244"/>
          <ac:spMkLst>
            <pc:docMk/>
            <pc:sldMk cId="1152746363" sldId="264"/>
            <ac:spMk id="14" creationId="{08215CFF-2F76-424C-87EF-8C7D8DDD11D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29:31.003" v="231"/>
          <ac:spMkLst>
            <pc:docMk/>
            <pc:sldMk cId="1152746363" sldId="264"/>
            <ac:spMk id="16" creationId="{257363FD-7E77-4145-9483-331A807ADF0E}"/>
          </ac:spMkLst>
        </pc:spChg>
        <pc:spChg chg="add mod">
          <ac:chgData name="Arseniy Buzyan (extern)" userId="S::arseniy.buzyan@edu.stockholm.se::f92a01cd-049f-4602-b292-09b82d2ea4e3" providerId="AD" clId="Web-{496DACC3-8392-7FC7-A74E-D1DBD9048FE1}" dt="2026-08-09T07:32:40.208" v="269" actId="20577"/>
          <ac:spMkLst>
            <pc:docMk/>
            <pc:sldMk cId="1152746363" sldId="264"/>
            <ac:spMk id="137" creationId="{D4954536-DDD3-42FC-4DD6-48A9C430E2C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1:38.551" v="244"/>
          <ac:spMkLst>
            <pc:docMk/>
            <pc:sldMk cId="1152746363" sldId="264"/>
            <ac:spMk id="142" creationId="{AF995063-C99E-4035-9D65-4CB27810F9BE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31:38.551" v="244"/>
          <ac:grpSpMkLst>
            <pc:docMk/>
            <pc:sldMk cId="1152746363" sldId="264"/>
            <ac:grpSpMk id="144" creationId="{ED632E6E-09F6-4CB8-8438-22C1233D8E41}"/>
          </ac:grpSpMkLst>
        </pc:grpChg>
        <pc:graphicFrameChg chg="add del">
          <ac:chgData name="Arseniy Buzyan (extern)" userId="S::arseniy.buzyan@edu.stockholm.se::f92a01cd-049f-4602-b292-09b82d2ea4e3" providerId="AD" clId="Web-{496DACC3-8392-7FC7-A74E-D1DBD9048FE1}" dt="2026-08-09T07:29:20.144" v="227"/>
          <ac:graphicFrameMkLst>
            <pc:docMk/>
            <pc:sldMk cId="1152746363" sldId="264"/>
            <ac:graphicFrameMk id="7" creationId="{08F2C5B6-1792-EB5D-962A-4FC6B94085EC}"/>
          </ac:graphicFrameMkLst>
        </pc:graphicFrameChg>
        <pc:graphicFrameChg chg="add del mod modGraphic">
          <ac:chgData name="Arseniy Buzyan (extern)" userId="S::arseniy.buzyan@edu.stockholm.se::f92a01cd-049f-4602-b292-09b82d2ea4e3" providerId="AD" clId="Web-{496DACC3-8392-7FC7-A74E-D1DBD9048FE1}" dt="2026-08-09T07:31:23.676" v="241"/>
          <ac:graphicFrameMkLst>
            <pc:docMk/>
            <pc:sldMk cId="1152746363" sldId="264"/>
            <ac:graphicFrameMk id="9" creationId="{1D62BCBC-6168-0EE8-B1F5-122E04AE8360}"/>
          </ac:graphicFrameMkLst>
        </pc:graphicFrameChg>
        <pc:graphicFrameChg chg="add del">
          <ac:chgData name="Arseniy Buzyan (extern)" userId="S::arseniy.buzyan@edu.stockholm.se::f92a01cd-049f-4602-b292-09b82d2ea4e3" providerId="AD" clId="Web-{496DACC3-8392-7FC7-A74E-D1DBD9048FE1}" dt="2026-08-09T07:29:31.003" v="231"/>
          <ac:graphicFrameMkLst>
            <pc:docMk/>
            <pc:sldMk cId="1152746363" sldId="264"/>
            <ac:graphicFrameMk id="17" creationId="{08F2C5B6-1792-EB5D-962A-4FC6B94085EC}"/>
          </ac:graphicFrameMkLst>
        </pc:graphicFrameChg>
        <pc:picChg chg="add del">
          <ac:chgData name="Arseniy Buzyan (extern)" userId="S::arseniy.buzyan@edu.stockholm.se::f92a01cd-049f-4602-b292-09b82d2ea4e3" providerId="AD" clId="Web-{496DACC3-8392-7FC7-A74E-D1DBD9048FE1}" dt="2026-08-09T07:29:20.144" v="227"/>
          <ac:picMkLst>
            <pc:docMk/>
            <pc:sldMk cId="1152746363" sldId="264"/>
            <ac:picMk id="6" creationId="{DF4E39AF-5228-47C7-2541-8268179B8DE1}"/>
          </ac:picMkLst>
        </pc:picChg>
        <pc:picChg chg="add del">
          <ac:chgData name="Arseniy Buzyan (extern)" userId="S::arseniy.buzyan@edu.stockholm.se::f92a01cd-049f-4602-b292-09b82d2ea4e3" providerId="AD" clId="Web-{496DACC3-8392-7FC7-A74E-D1DBD9048FE1}" dt="2026-08-09T07:29:31.003" v="231"/>
          <ac:picMkLst>
            <pc:docMk/>
            <pc:sldMk cId="1152746363" sldId="264"/>
            <ac:picMk id="15" creationId="{DF4E39AF-5228-47C7-2541-8268179B8DE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34:27.837" v="384"/>
        <pc:sldMkLst>
          <pc:docMk/>
          <pc:sldMk cId="1796756938" sldId="265"/>
        </pc:sldMkLst>
        <pc:spChg chg="mod">
          <ac:chgData name="Arseniy Buzyan (extern)" userId="S::arseniy.buzyan@edu.stockholm.se::f92a01cd-049f-4602-b292-09b82d2ea4e3" providerId="AD" clId="Web-{496DACC3-8392-7FC7-A74E-D1DBD9048FE1}" dt="2026-08-09T07:34:20.009" v="382" actId="1076"/>
          <ac:spMkLst>
            <pc:docMk/>
            <pc:sldMk cId="1796756938" sldId="265"/>
            <ac:spMk id="2" creationId="{7CE43B4D-BF1D-0039-00E7-3F3DA1760684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34:24.290" v="383" actId="14100"/>
          <ac:spMkLst>
            <pc:docMk/>
            <pc:sldMk cId="1796756938" sldId="265"/>
            <ac:spMk id="3" creationId="{633459FA-67F1-E87E-3A7D-09A75BBC1376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33:29.052" v="276"/>
          <ac:spMkLst>
            <pc:docMk/>
            <pc:sldMk cId="1796756938" sldId="265"/>
            <ac:spMk id="8" creationId="{B3623F37-A8C4-480F-BCB1-CF9E49F0CF8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33:29.052" v="276"/>
          <ac:spMkLst>
            <pc:docMk/>
            <pc:sldMk cId="1796756938" sldId="265"/>
            <ac:spMk id="10" creationId="{FEA3E6C2-0820-41EE-816A-5D9A9CB330C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33:29.036" v="275"/>
          <ac:spMkLst>
            <pc:docMk/>
            <pc:sldMk cId="1796756938" sldId="265"/>
            <ac:spMk id="23" creationId="{17718681-A12E-49D6-9925-DD7C68176D6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33:29.036" v="275"/>
          <ac:spMkLst>
            <pc:docMk/>
            <pc:sldMk cId="1796756938" sldId="265"/>
            <ac:spMk id="25" creationId="{FBD77573-9EF2-4C35-8285-A1CF6FBB0EA5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3:29.052" v="276"/>
          <ac:spMkLst>
            <pc:docMk/>
            <pc:sldMk cId="1796756938" sldId="265"/>
            <ac:spMk id="27" creationId="{AC8F6C8C-AB5A-4548-942D-E3FD40ACBC4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3:29.052" v="276"/>
          <ac:spMkLst>
            <pc:docMk/>
            <pc:sldMk cId="1796756938" sldId="265"/>
            <ac:spMk id="28" creationId="{979E27D9-03C7-44E2-9FF8-15D0C8506AF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3:29.052" v="276"/>
          <ac:spMkLst>
            <pc:docMk/>
            <pc:sldMk cId="1796756938" sldId="265"/>
            <ac:spMk id="29" creationId="{EEBF1590-3B36-48EE-A89D-3B6F3CB256AB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7:33:29.052" v="276"/>
          <ac:grpSpMkLst>
            <pc:docMk/>
            <pc:sldMk cId="1796756938" sldId="265"/>
            <ac:grpSpMk id="16" creationId="{B16AE491-4898-437E-9E32-86A2F192095E}"/>
          </ac:grpSpMkLst>
        </pc:grpChg>
        <pc:graphicFrameChg chg="add mod modGraphic">
          <ac:chgData name="Arseniy Buzyan (extern)" userId="S::arseniy.buzyan@edu.stockholm.se::f92a01cd-049f-4602-b292-09b82d2ea4e3" providerId="AD" clId="Web-{496DACC3-8392-7FC7-A74E-D1DBD9048FE1}" dt="2026-08-09T07:34:27.837" v="384"/>
          <ac:graphicFrameMkLst>
            <pc:docMk/>
            <pc:sldMk cId="1796756938" sldId="265"/>
            <ac:graphicFrameMk id="5" creationId="{08421409-5D34-E951-E0C7-6D3F80B6DF80}"/>
          </ac:graphicFrameMkLst>
        </pc:graphicFrameChg>
        <pc:cxnChg chg="add del">
          <ac:chgData name="Arseniy Buzyan (extern)" userId="S::arseniy.buzyan@edu.stockholm.se::f92a01cd-049f-4602-b292-09b82d2ea4e3" providerId="AD" clId="Web-{496DACC3-8392-7FC7-A74E-D1DBD9048FE1}" dt="2026-08-09T07:33:29.052" v="276"/>
          <ac:cxnSpMkLst>
            <pc:docMk/>
            <pc:sldMk cId="1796756938" sldId="265"/>
            <ac:cxnSpMk id="12" creationId="{A2CF87F1-3B54-482D-A798-9F4A99449EC9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33:29.052" v="276"/>
          <ac:cxnSpMkLst>
            <pc:docMk/>
            <pc:sldMk cId="1796756938" sldId="265"/>
            <ac:cxnSpMk id="14" creationId="{C3994C9B-C550-4E20-89C5-83F12CB5A908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7:36:51.526" v="500"/>
        <pc:sldMkLst>
          <pc:docMk/>
          <pc:sldMk cId="1208120385" sldId="266"/>
        </pc:sldMkLst>
        <pc:spChg chg="mod">
          <ac:chgData name="Arseniy Buzyan (extern)" userId="S::arseniy.buzyan@edu.stockholm.se::f92a01cd-049f-4602-b292-09b82d2ea4e3" providerId="AD" clId="Web-{496DACC3-8392-7FC7-A74E-D1DBD9048FE1}" dt="2026-08-09T07:36:09.354" v="405" actId="14100"/>
          <ac:spMkLst>
            <pc:docMk/>
            <pc:sldMk cId="1208120385" sldId="266"/>
            <ac:spMk id="2" creationId="{6F21654B-D613-B313-3C95-0BA8966884F3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36:41.494" v="497" actId="20577"/>
          <ac:spMkLst>
            <pc:docMk/>
            <pc:sldMk cId="1208120385" sldId="266"/>
            <ac:spMk id="3" creationId="{25DBCCF8-3EBF-4D68-3185-0F0F4248AB7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5:05.838" v="389"/>
          <ac:spMkLst>
            <pc:docMk/>
            <pc:sldMk cId="1208120385" sldId="266"/>
            <ac:spMk id="8" creationId="{4BF7B88A-63D0-4DCB-B8E8-519A15C7E4DB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35:05.838" v="389"/>
          <ac:grpSpMkLst>
            <pc:docMk/>
            <pc:sldMk cId="1208120385" sldId="266"/>
            <ac:grpSpMk id="14" creationId="{A21C871B-0AC3-4789-86F5-7739DD5824F3}"/>
          </ac:grpSpMkLst>
        </pc:grpChg>
        <pc:graphicFrameChg chg="add mod modGraphic">
          <ac:chgData name="Arseniy Buzyan (extern)" userId="S::arseniy.buzyan@edu.stockholm.se::f92a01cd-049f-4602-b292-09b82d2ea4e3" providerId="AD" clId="Web-{496DACC3-8392-7FC7-A74E-D1DBD9048FE1}" dt="2026-08-09T07:36:51.526" v="500"/>
          <ac:graphicFrameMkLst>
            <pc:docMk/>
            <pc:sldMk cId="1208120385" sldId="266"/>
            <ac:graphicFrameMk id="5" creationId="{1EDCBCEB-5F18-EEB8-6F7D-BD8F28CD4328}"/>
          </ac:graphicFrameMkLst>
        </pc:graphicFrameChg>
        <pc:cxnChg chg="add">
          <ac:chgData name="Arseniy Buzyan (extern)" userId="S::arseniy.buzyan@edu.stockholm.se::f92a01cd-049f-4602-b292-09b82d2ea4e3" providerId="AD" clId="Web-{496DACC3-8392-7FC7-A74E-D1DBD9048FE1}" dt="2026-08-09T07:35:05.838" v="389"/>
          <ac:cxnSpMkLst>
            <pc:docMk/>
            <pc:sldMk cId="1208120385" sldId="266"/>
            <ac:cxnSpMk id="10" creationId="{DED30818-B638-4525-8D35-242C01B4C8D1}"/>
          </ac:cxnSpMkLst>
        </pc:cxnChg>
        <pc:cxnChg chg="add">
          <ac:chgData name="Arseniy Buzyan (extern)" userId="S::arseniy.buzyan@edu.stockholm.se::f92a01cd-049f-4602-b292-09b82d2ea4e3" providerId="AD" clId="Web-{496DACC3-8392-7FC7-A74E-D1DBD9048FE1}" dt="2026-08-09T07:35:05.838" v="389"/>
          <ac:cxnSpMkLst>
            <pc:docMk/>
            <pc:sldMk cId="1208120385" sldId="266"/>
            <ac:cxnSpMk id="12" creationId="{1DF07162-510C-43F7-ADCC-4EAD5DE6C3EF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7:37:46.182" v="522" actId="20577"/>
        <pc:sldMkLst>
          <pc:docMk/>
          <pc:sldMk cId="36448887" sldId="267"/>
        </pc:sldMkLst>
        <pc:spChg chg="mod">
          <ac:chgData name="Arseniy Buzyan (extern)" userId="S::arseniy.buzyan@edu.stockholm.se::f92a01cd-049f-4602-b292-09b82d2ea4e3" providerId="AD" clId="Web-{496DACC3-8392-7FC7-A74E-D1DBD9048FE1}" dt="2026-08-09T07:37:46.182" v="522" actId="20577"/>
          <ac:spMkLst>
            <pc:docMk/>
            <pc:sldMk cId="36448887" sldId="267"/>
            <ac:spMk id="2" creationId="{FDC210CE-CBD7-64D8-4156-428E1252F8AE}"/>
          </ac:spMkLst>
        </pc:spChg>
        <pc:spChg chg="mod ord">
          <ac:chgData name="Arseniy Buzyan (extern)" userId="S::arseniy.buzyan@edu.stockholm.se::f92a01cd-049f-4602-b292-09b82d2ea4e3" providerId="AD" clId="Web-{496DACC3-8392-7FC7-A74E-D1DBD9048FE1}" dt="2026-08-09T07:37:40.042" v="516" actId="20577"/>
          <ac:spMkLst>
            <pc:docMk/>
            <pc:sldMk cId="36448887" sldId="267"/>
            <ac:spMk id="3" creationId="{E095ADEB-0848-6161-E2D9-7656A2EA64E2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7:19.354" v="507"/>
          <ac:spMkLst>
            <pc:docMk/>
            <pc:sldMk cId="36448887" sldId="267"/>
            <ac:spMk id="9" creationId="{8B3A2D1A-45FC-4F95-B150-1C13EF2F6D0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7:19.354" v="507"/>
          <ac:spMkLst>
            <pc:docMk/>
            <pc:sldMk cId="36448887" sldId="267"/>
            <ac:spMk id="11" creationId="{39C3C864-C625-4883-B868-9A4C470F4DD5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7:37:31.557" v="511" actId="1076"/>
          <ac:picMkLst>
            <pc:docMk/>
            <pc:sldMk cId="36448887" sldId="267"/>
            <ac:picMk id="4" creationId="{6ED7D4E9-502A-2F31-01A8-FFD70FF89DE3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7:38:36.808" v="537" actId="20577"/>
        <pc:sldMkLst>
          <pc:docMk/>
          <pc:sldMk cId="1541406633" sldId="268"/>
        </pc:sldMkLst>
        <pc:spChg chg="mod">
          <ac:chgData name="Arseniy Buzyan (extern)" userId="S::arseniy.buzyan@edu.stockholm.se::f92a01cd-049f-4602-b292-09b82d2ea4e3" providerId="AD" clId="Web-{496DACC3-8392-7FC7-A74E-D1DBD9048FE1}" dt="2026-08-09T07:38:36.808" v="537" actId="20577"/>
          <ac:spMkLst>
            <pc:docMk/>
            <pc:sldMk cId="1541406633" sldId="268"/>
            <ac:spMk id="2" creationId="{F78F8922-DAA8-9ABB-9794-E0EF6B084AA4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38:28.464" v="533" actId="20577"/>
          <ac:spMkLst>
            <pc:docMk/>
            <pc:sldMk cId="1541406633" sldId="268"/>
            <ac:spMk id="3" creationId="{7932B8EC-502E-9235-E3FB-8E04312D1DA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8:21.464" v="530"/>
          <ac:spMkLst>
            <pc:docMk/>
            <pc:sldMk cId="1541406633" sldId="268"/>
            <ac:spMk id="10" creationId="{8B3A2D1A-45FC-4F95-B150-1C13EF2F6D0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8:21.464" v="530"/>
          <ac:spMkLst>
            <pc:docMk/>
            <pc:sldMk cId="1541406633" sldId="268"/>
            <ac:spMk id="12" creationId="{39C3C864-C625-4883-B868-9A4C470F4DD5}"/>
          </ac:spMkLst>
        </pc:spChg>
        <pc:picChg chg="add">
          <ac:chgData name="Arseniy Buzyan (extern)" userId="S::arseniy.buzyan@edu.stockholm.se::f92a01cd-049f-4602-b292-09b82d2ea4e3" providerId="AD" clId="Web-{496DACC3-8392-7FC7-A74E-D1DBD9048FE1}" dt="2026-08-09T07:38:21.464" v="530"/>
          <ac:picMkLst>
            <pc:docMk/>
            <pc:sldMk cId="1541406633" sldId="268"/>
            <ac:picMk id="7" creationId="{567076BD-E0E9-2FB6-9E1F-8CF901F389BF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7:40:18.532" v="568" actId="20577"/>
        <pc:sldMkLst>
          <pc:docMk/>
          <pc:sldMk cId="3094748357" sldId="269"/>
        </pc:sldMkLst>
        <pc:spChg chg="mod">
          <ac:chgData name="Arseniy Buzyan (extern)" userId="S::arseniy.buzyan@edu.stockholm.se::f92a01cd-049f-4602-b292-09b82d2ea4e3" providerId="AD" clId="Web-{496DACC3-8392-7FC7-A74E-D1DBD9048FE1}" dt="2026-08-09T07:40:07.954" v="566" actId="1076"/>
          <ac:spMkLst>
            <pc:docMk/>
            <pc:sldMk cId="3094748357" sldId="269"/>
            <ac:spMk id="2" creationId="{1756DEE3-7438-7CE9-364F-9B9C8049008F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40:18.532" v="568" actId="20577"/>
          <ac:spMkLst>
            <pc:docMk/>
            <pc:sldMk cId="3094748357" sldId="269"/>
            <ac:spMk id="3" creationId="{06939A79-4BA3-0C5A-6381-A6CD5759C5F2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9:11.136" v="547"/>
          <ac:spMkLst>
            <pc:docMk/>
            <pc:sldMk cId="3094748357" sldId="269"/>
            <ac:spMk id="8" creationId="{00A0D747-F38B-4A99-9985-62CE8C24765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39:11.136" v="547"/>
          <ac:spMkLst>
            <pc:docMk/>
            <pc:sldMk cId="3094748357" sldId="269"/>
            <ac:spMk id="10" creationId="{3D1BF32B-6CA3-4695-8A0C-1AC789B58D94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43:12.427" v="605" actId="20577"/>
        <pc:sldMkLst>
          <pc:docMk/>
          <pc:sldMk cId="891402416" sldId="270"/>
        </pc:sldMkLst>
        <pc:spChg chg="mod">
          <ac:chgData name="Arseniy Buzyan (extern)" userId="S::arseniy.buzyan@edu.stockholm.se::f92a01cd-049f-4602-b292-09b82d2ea4e3" providerId="AD" clId="Web-{496DACC3-8392-7FC7-A74E-D1DBD9048FE1}" dt="2026-08-09T07:41:53.145" v="591" actId="14100"/>
          <ac:spMkLst>
            <pc:docMk/>
            <pc:sldMk cId="891402416" sldId="270"/>
            <ac:spMk id="2" creationId="{FC4AFD08-5BED-E722-98DC-CA67CF40673C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43:12.427" v="605" actId="20577"/>
          <ac:spMkLst>
            <pc:docMk/>
            <pc:sldMk cId="891402416" sldId="270"/>
            <ac:spMk id="3" creationId="{72BF5907-ED06-BC9A-2F7A-47D29994AB0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1:25.082" v="580"/>
          <ac:spMkLst>
            <pc:docMk/>
            <pc:sldMk cId="891402416" sldId="270"/>
            <ac:spMk id="8" creationId="{B3623F37-A8C4-480F-BCB1-CF9E49F0CF8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1:25.082" v="580"/>
          <ac:spMkLst>
            <pc:docMk/>
            <pc:sldMk cId="891402416" sldId="270"/>
            <ac:spMk id="10" creationId="{FEA3E6C2-0820-41EE-816A-5D9A9CB330C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1:33.020" v="581"/>
          <ac:spMkLst>
            <pc:docMk/>
            <pc:sldMk cId="891402416" sldId="270"/>
            <ac:spMk id="25" creationId="{8B3A2D1A-45FC-4F95-B150-1C13EF2F6D0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1:33.020" v="581"/>
          <ac:spMkLst>
            <pc:docMk/>
            <pc:sldMk cId="891402416" sldId="270"/>
            <ac:spMk id="27" creationId="{39C3C864-C625-4883-B868-9A4C470F4DD5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1:33.020" v="581"/>
          <ac:spMkLst>
            <pc:docMk/>
            <pc:sldMk cId="891402416" sldId="270"/>
            <ac:spMk id="32" creationId="{6897DEB4-4A88-4293-A935-9B25506C153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1:33.020" v="581"/>
          <ac:spMkLst>
            <pc:docMk/>
            <pc:sldMk cId="891402416" sldId="270"/>
            <ac:spMk id="34" creationId="{FBE42BC3-6707-4CBF-9386-048B994A4F19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7:41:25.082" v="580"/>
          <ac:grpSpMkLst>
            <pc:docMk/>
            <pc:sldMk cId="891402416" sldId="270"/>
            <ac:grpSpMk id="16" creationId="{B16AE491-4898-437E-9E32-86A2F192095E}"/>
          </ac:grpSpMkLst>
        </pc:grpChg>
        <pc:graphicFrameChg chg="add del mod ord modGraphic">
          <ac:chgData name="Arseniy Buzyan (extern)" userId="S::arseniy.buzyan@edu.stockholm.se::f92a01cd-049f-4602-b292-09b82d2ea4e3" providerId="AD" clId="Web-{496DACC3-8392-7FC7-A74E-D1DBD9048FE1}" dt="2026-08-09T07:40:38.923" v="572"/>
          <ac:graphicFrameMkLst>
            <pc:docMk/>
            <pc:sldMk cId="891402416" sldId="270"/>
            <ac:graphicFrameMk id="5" creationId="{6C2996B7-6F2E-4C8A-6A63-D2E8FC40A789}"/>
          </ac:graphicFrameMkLst>
        </pc:graphicFrameChg>
        <pc:picChg chg="add mod">
          <ac:chgData name="Arseniy Buzyan (extern)" userId="S::arseniy.buzyan@edu.stockholm.se::f92a01cd-049f-4602-b292-09b82d2ea4e3" providerId="AD" clId="Web-{496DACC3-8392-7FC7-A74E-D1DBD9048FE1}" dt="2026-08-09T07:41:33.020" v="581"/>
          <ac:picMkLst>
            <pc:docMk/>
            <pc:sldMk cId="891402416" sldId="270"/>
            <ac:picMk id="22" creationId="{ACDCE588-C576-C65C-4553-45B04AF3A906}"/>
          </ac:picMkLst>
        </pc:picChg>
        <pc:cxnChg chg="add del">
          <ac:chgData name="Arseniy Buzyan (extern)" userId="S::arseniy.buzyan@edu.stockholm.se::f92a01cd-049f-4602-b292-09b82d2ea4e3" providerId="AD" clId="Web-{496DACC3-8392-7FC7-A74E-D1DBD9048FE1}" dt="2026-08-09T07:41:25.082" v="580"/>
          <ac:cxnSpMkLst>
            <pc:docMk/>
            <pc:sldMk cId="891402416" sldId="270"/>
            <ac:cxnSpMk id="12" creationId="{A2CF87F1-3B54-482D-A798-9F4A99449EC9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41:25.082" v="580"/>
          <ac:cxnSpMkLst>
            <pc:docMk/>
            <pc:sldMk cId="891402416" sldId="270"/>
            <ac:cxnSpMk id="14" creationId="{C3994C9B-C550-4E20-89C5-83F12CB5A908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44:20.880" v="622" actId="20577"/>
        <pc:sldMkLst>
          <pc:docMk/>
          <pc:sldMk cId="1299803428" sldId="271"/>
        </pc:sldMkLst>
        <pc:spChg chg="mod">
          <ac:chgData name="Arseniy Buzyan (extern)" userId="S::arseniy.buzyan@edu.stockholm.se::f92a01cd-049f-4602-b292-09b82d2ea4e3" providerId="AD" clId="Web-{496DACC3-8392-7FC7-A74E-D1DBD9048FE1}" dt="2026-08-09T07:44:14.411" v="618" actId="1076"/>
          <ac:spMkLst>
            <pc:docMk/>
            <pc:sldMk cId="1299803428" sldId="271"/>
            <ac:spMk id="2" creationId="{C189EED0-36BA-23E1-AB59-6F66F7B2DF23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44:20.880" v="622" actId="20577"/>
          <ac:spMkLst>
            <pc:docMk/>
            <pc:sldMk cId="1299803428" sldId="271"/>
            <ac:spMk id="3" creationId="{0F9AED80-D783-412D-8C4F-7D9EF0E51F35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4:01.317" v="613"/>
          <ac:spMkLst>
            <pc:docMk/>
            <pc:sldMk cId="1299803428" sldId="271"/>
            <ac:spMk id="10" creationId="{8B3A2D1A-45FC-4F95-B150-1C13EF2F6D0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4:01.317" v="613"/>
          <ac:spMkLst>
            <pc:docMk/>
            <pc:sldMk cId="1299803428" sldId="271"/>
            <ac:spMk id="12" creationId="{39C3C864-C625-4883-B868-9A4C470F4DD5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4:01.317" v="613"/>
          <ac:spMkLst>
            <pc:docMk/>
            <pc:sldMk cId="1299803428" sldId="271"/>
            <ac:spMk id="17" creationId="{6897DEB4-4A88-4293-A935-9B25506C153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4:01.317" v="613"/>
          <ac:spMkLst>
            <pc:docMk/>
            <pc:sldMk cId="1299803428" sldId="271"/>
            <ac:spMk id="19" creationId="{FBE42BC3-6707-4CBF-9386-048B994A4F19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7:44:01.317" v="613"/>
          <ac:picMkLst>
            <pc:docMk/>
            <pc:sldMk cId="1299803428" sldId="271"/>
            <ac:picMk id="7" creationId="{D75067CA-BE75-230A-918E-E4100CC7D9F2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48:32.022" v="647" actId="20577"/>
        <pc:sldMkLst>
          <pc:docMk/>
          <pc:sldMk cId="2450535476" sldId="272"/>
        </pc:sldMkLst>
        <pc:spChg chg="mod">
          <ac:chgData name="Arseniy Buzyan (extern)" userId="S::arseniy.buzyan@edu.stockholm.se::f92a01cd-049f-4602-b292-09b82d2ea4e3" providerId="AD" clId="Web-{496DACC3-8392-7FC7-A74E-D1DBD9048FE1}" dt="2026-08-09T07:46:30.209" v="639" actId="1076"/>
          <ac:spMkLst>
            <pc:docMk/>
            <pc:sldMk cId="2450535476" sldId="272"/>
            <ac:spMk id="2" creationId="{AF304111-F7A4-7C1C-19A5-78EBA0CE40D1}"/>
          </ac:spMkLst>
        </pc:spChg>
        <pc:spChg chg="del mod">
          <ac:chgData name="Arseniy Buzyan (extern)" userId="S::arseniy.buzyan@edu.stockholm.se::f92a01cd-049f-4602-b292-09b82d2ea4e3" providerId="AD" clId="Web-{496DACC3-8392-7FC7-A74E-D1DBD9048FE1}" dt="2026-08-09T07:45:17.334" v="632"/>
          <ac:spMkLst>
            <pc:docMk/>
            <pc:sldMk cId="2450535476" sldId="272"/>
            <ac:spMk id="3" creationId="{C5C6A634-FA0B-9264-5872-40AA5BF8233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5:28.818" v="633"/>
          <ac:spMkLst>
            <pc:docMk/>
            <pc:sldMk cId="2450535476" sldId="272"/>
            <ac:spMk id="9" creationId="{C5278130-DFE0-457B-8698-88DF69019DD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5:28.818" v="633"/>
          <ac:spMkLst>
            <pc:docMk/>
            <pc:sldMk cId="2450535476" sldId="272"/>
            <ac:spMk id="11" creationId="{2F99531B-1681-4D6E-BECB-18325B33A61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5:28.818" v="633"/>
          <ac:spMkLst>
            <pc:docMk/>
            <pc:sldMk cId="2450535476" sldId="272"/>
            <ac:spMk id="13" creationId="{20344094-430A-400B-804B-910E696A1A90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5:28.818" v="633"/>
          <ac:spMkLst>
            <pc:docMk/>
            <pc:sldMk cId="2450535476" sldId="272"/>
            <ac:spMk id="15" creationId="{453C67DF-7782-4E57-AB9B-F1B4811AD8F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5:38.412" v="634"/>
          <ac:spMkLst>
            <pc:docMk/>
            <pc:sldMk cId="2450535476" sldId="272"/>
            <ac:spMk id="24" creationId="{257363FD-7E77-4145-9483-331A807ADF0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46:18.303" v="637"/>
          <ac:spMkLst>
            <pc:docMk/>
            <pc:sldMk cId="2450535476" sldId="272"/>
            <ac:spMk id="29" creationId="{B50AB553-2A96-4A92-96F2-93548E09695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6:18.303" v="637"/>
          <ac:spMkLst>
            <pc:docMk/>
            <pc:sldMk cId="2450535476" sldId="272"/>
            <ac:spMk id="34" creationId="{94087E04-C99E-4195-8EBA-1BD4C45117C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6:18.303" v="637"/>
          <ac:spMkLst>
            <pc:docMk/>
            <pc:sldMk cId="2450535476" sldId="272"/>
            <ac:spMk id="40" creationId="{FD73501D-A515-4725-8404-1315A591A54C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46:18.303" v="637"/>
          <ac:grpSpMkLst>
            <pc:docMk/>
            <pc:sldMk cId="2450535476" sldId="272"/>
            <ac:grpSpMk id="36" creationId="{336EACDA-272E-4472-852A-83CAB409195F}"/>
          </ac:grpSpMkLst>
        </pc:grpChg>
        <pc:graphicFrameChg chg="add mod modGraphic">
          <ac:chgData name="Arseniy Buzyan (extern)" userId="S::arseniy.buzyan@edu.stockholm.se::f92a01cd-049f-4602-b292-09b82d2ea4e3" providerId="AD" clId="Web-{496DACC3-8392-7FC7-A74E-D1DBD9048FE1}" dt="2026-08-09T07:48:32.022" v="647" actId="20577"/>
          <ac:graphicFrameMkLst>
            <pc:docMk/>
            <pc:sldMk cId="2450535476" sldId="272"/>
            <ac:graphicFrameMk id="5" creationId="{D65E2810-FC5A-0D0C-F449-FFBB523BBF86}"/>
          </ac:graphicFrameMkLst>
        </pc:graphicFrameChg>
        <pc:cxnChg chg="add del">
          <ac:chgData name="Arseniy Buzyan (extern)" userId="S::arseniy.buzyan@edu.stockholm.se::f92a01cd-049f-4602-b292-09b82d2ea4e3" providerId="AD" clId="Web-{496DACC3-8392-7FC7-A74E-D1DBD9048FE1}" dt="2026-08-09T07:45:28.818" v="633"/>
          <ac:cxnSpMkLst>
            <pc:docMk/>
            <pc:sldMk cId="2450535476" sldId="272"/>
            <ac:cxnSpMk id="17" creationId="{B03A5AE3-BD30-455C-842B-7626C8BEF097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45:28.818" v="633"/>
          <ac:cxnSpMkLst>
            <pc:docMk/>
            <pc:sldMk cId="2450535476" sldId="272"/>
            <ac:cxnSpMk id="19" creationId="{2DBECAA5-1F2D-470D-875C-8F2C2CA3E54B}"/>
          </ac:cxnSpMkLst>
        </pc:cxnChg>
      </pc:sldChg>
      <pc:sldChg chg="addSp modSp new mod setBg setClrOvrMap">
        <pc:chgData name="Arseniy Buzyan (extern)" userId="S::arseniy.buzyan@edu.stockholm.se::f92a01cd-049f-4602-b292-09b82d2ea4e3" providerId="AD" clId="Web-{496DACC3-8392-7FC7-A74E-D1DBD9048FE1}" dt="2026-08-09T07:52:33.853" v="693" actId="14100"/>
        <pc:sldMkLst>
          <pc:docMk/>
          <pc:sldMk cId="1171772656" sldId="273"/>
        </pc:sldMkLst>
        <pc:spChg chg="mod">
          <ac:chgData name="Arseniy Buzyan (extern)" userId="S::arseniy.buzyan@edu.stockholm.se::f92a01cd-049f-4602-b292-09b82d2ea4e3" providerId="AD" clId="Web-{496DACC3-8392-7FC7-A74E-D1DBD9048FE1}" dt="2026-08-09T07:49:33.179" v="667" actId="1076"/>
          <ac:spMkLst>
            <pc:docMk/>
            <pc:sldMk cId="1171772656" sldId="273"/>
            <ac:spMk id="2" creationId="{B0A15091-FD2F-E512-527C-9045E2B49634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52:33.853" v="693" actId="14100"/>
          <ac:spMkLst>
            <pc:docMk/>
            <pc:sldMk cId="1171772656" sldId="273"/>
            <ac:spMk id="3" creationId="{7AFB4E9C-9056-8996-CBDD-C1CE045DD23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49:09.804" v="652"/>
          <ac:spMkLst>
            <pc:docMk/>
            <pc:sldMk cId="1171772656" sldId="273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49:09.804" v="652"/>
          <ac:grpSpMkLst>
            <pc:docMk/>
            <pc:sldMk cId="1171772656" sldId="273"/>
            <ac:grpSpMk id="10" creationId="{207EE6D2-B8A8-4EA6-879E-705FC91778E0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7:53:53.556" v="703"/>
        <pc:sldMkLst>
          <pc:docMk/>
          <pc:sldMk cId="400209604" sldId="274"/>
        </pc:sldMkLst>
        <pc:spChg chg="mo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2" creationId="{8995463D-B7DB-CC36-90C9-5C1C8D8AA183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3" creationId="{08381A1B-9A11-B38A-3F7C-68398BAF91A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8" creationId="{5A0118C5-4F8D-4CF4-BADD-53FEACC6C42A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10" creationId="{A99050EE-26AF-4253-BD50-F0FCD965A8F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16" creationId="{D0C78466-EB6E-45A0-99A6-A00789ACD90A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3:53.556" v="703"/>
          <ac:spMkLst>
            <pc:docMk/>
            <pc:sldMk cId="400209604" sldId="274"/>
            <ac:spMk id="18" creationId="{E99F76E4-5DFD-4DBE-B042-66FBCD1182C9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7:53:53.556" v="703"/>
          <ac:grpSpMkLst>
            <pc:docMk/>
            <pc:sldMk cId="400209604" sldId="274"/>
            <ac:grpSpMk id="12" creationId="{00E015F5-1A99-4E40-BC3D-7707802996B5}"/>
          </ac:grpSpMkLst>
        </pc:grpChg>
        <pc:grpChg chg="add">
          <ac:chgData name="Arseniy Buzyan (extern)" userId="S::arseniy.buzyan@edu.stockholm.se::f92a01cd-049f-4602-b292-09b82d2ea4e3" providerId="AD" clId="Web-{496DACC3-8392-7FC7-A74E-D1DBD9048FE1}" dt="2026-08-09T07:53:53.556" v="703"/>
          <ac:grpSpMkLst>
            <pc:docMk/>
            <pc:sldMk cId="400209604" sldId="274"/>
            <ac:grpSpMk id="20" creationId="{5468B3A9-705E-43C3-A742-0619B0D8F2EE}"/>
          </ac:grpSpMkLst>
        </pc:grpChg>
        <pc:grpChg chg="add">
          <ac:chgData name="Arseniy Buzyan (extern)" userId="S::arseniy.buzyan@edu.stockholm.se::f92a01cd-049f-4602-b292-09b82d2ea4e3" providerId="AD" clId="Web-{496DACC3-8392-7FC7-A74E-D1DBD9048FE1}" dt="2026-08-09T07:53:53.556" v="703"/>
          <ac:grpSpMkLst>
            <pc:docMk/>
            <pc:sldMk cId="400209604" sldId="274"/>
            <ac:grpSpMk id="191" creationId="{773717CC-ECEE-4ABF-BA61-C59F46801775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55:18.541" v="725" actId="14100"/>
        <pc:sldMkLst>
          <pc:docMk/>
          <pc:sldMk cId="2547487458" sldId="275"/>
        </pc:sldMkLst>
        <pc:spChg chg="mod">
          <ac:chgData name="Arseniy Buzyan (extern)" userId="S::arseniy.buzyan@edu.stockholm.se::f92a01cd-049f-4602-b292-09b82d2ea4e3" providerId="AD" clId="Web-{496DACC3-8392-7FC7-A74E-D1DBD9048FE1}" dt="2026-08-09T07:55:04.932" v="724" actId="14100"/>
          <ac:spMkLst>
            <pc:docMk/>
            <pc:sldMk cId="2547487458" sldId="275"/>
            <ac:spMk id="2" creationId="{C9831290-4897-E253-B8A2-A3739B199AA7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7:55:18.541" v="725" actId="14100"/>
          <ac:spMkLst>
            <pc:docMk/>
            <pc:sldMk cId="2547487458" sldId="275"/>
            <ac:spMk id="3" creationId="{7437C47F-607E-6205-AF71-DA87AE0C3DE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4:45.963" v="712"/>
          <ac:spMkLst>
            <pc:docMk/>
            <pc:sldMk cId="2547487458" sldId="275"/>
            <ac:spMk id="13" creationId="{90D0877E-6CD0-4206-8A18-56CEE73EFBF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4:45.963" v="712"/>
          <ac:spMkLst>
            <pc:docMk/>
            <pc:sldMk cId="2547487458" sldId="275"/>
            <ac:spMk id="14" creationId="{E18AC0D4-F32D-4067-9F63-E553F4AFFF0E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7:54:54.385" v="715" actId="14100"/>
          <ac:picMkLst>
            <pc:docMk/>
            <pc:sldMk cId="2547487458" sldId="275"/>
            <ac:picMk id="4" creationId="{2A8FF4DF-34C5-D512-47B2-E8124344C441}"/>
          </ac:picMkLst>
        </pc:picChg>
        <pc:cxnChg chg="add del">
          <ac:chgData name="Arseniy Buzyan (extern)" userId="S::arseniy.buzyan@edu.stockholm.se::f92a01cd-049f-4602-b292-09b82d2ea4e3" providerId="AD" clId="Web-{496DACC3-8392-7FC7-A74E-D1DBD9048FE1}" dt="2026-08-09T07:54:45.947" v="711"/>
          <ac:cxnSpMkLst>
            <pc:docMk/>
            <pc:sldMk cId="2547487458" sldId="275"/>
            <ac:cxnSpMk id="9" creationId="{192712F8-36FA-35DF-0CE8-4098D93322A3}"/>
          </ac:cxnSpMkLst>
        </pc:cxnChg>
        <pc:cxnChg chg="add del">
          <ac:chgData name="Arseniy Buzyan (extern)" userId="S::arseniy.buzyan@edu.stockholm.se::f92a01cd-049f-4602-b292-09b82d2ea4e3" providerId="AD" clId="Web-{496DACC3-8392-7FC7-A74E-D1DBD9048FE1}" dt="2026-08-09T07:54:45.947" v="711"/>
          <ac:cxnSpMkLst>
            <pc:docMk/>
            <pc:sldMk cId="2547487458" sldId="275"/>
            <ac:cxnSpMk id="11" creationId="{AF9469B9-6468-5B6A-E832-8D4590388432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56:26.604" v="735" actId="14100"/>
        <pc:sldMkLst>
          <pc:docMk/>
          <pc:sldMk cId="1014602471" sldId="276"/>
        </pc:sldMkLst>
        <pc:spChg chg="mod">
          <ac:chgData name="Arseniy Buzyan (extern)" userId="S::arseniy.buzyan@edu.stockholm.se::f92a01cd-049f-4602-b292-09b82d2ea4e3" providerId="AD" clId="Web-{496DACC3-8392-7FC7-A74E-D1DBD9048FE1}" dt="2026-08-09T07:56:15.635" v="733"/>
          <ac:spMkLst>
            <pc:docMk/>
            <pc:sldMk cId="1014602471" sldId="276"/>
            <ac:spMk id="2" creationId="{EDE5E1EB-AD51-09CF-4786-3169CCF2D21D}"/>
          </ac:spMkLst>
        </pc:spChg>
        <pc:spChg chg="del mod">
          <ac:chgData name="Arseniy Buzyan (extern)" userId="S::arseniy.buzyan@edu.stockholm.se::f92a01cd-049f-4602-b292-09b82d2ea4e3" providerId="AD" clId="Web-{496DACC3-8392-7FC7-A74E-D1DBD9048FE1}" dt="2026-08-09T07:55:55.854" v="730"/>
          <ac:spMkLst>
            <pc:docMk/>
            <pc:sldMk cId="1014602471" sldId="276"/>
            <ac:spMk id="3" creationId="{96C06A3B-B215-C2A3-5319-44AF399D55C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6:15.635" v="733"/>
          <ac:spMkLst>
            <pc:docMk/>
            <pc:sldMk cId="1014602471" sldId="276"/>
            <ac:spMk id="9" creationId="{2659FDB4-FCBE-4A89-B46D-43D4FA54464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6:15.604" v="732"/>
          <ac:spMkLst>
            <pc:docMk/>
            <pc:sldMk cId="1014602471" sldId="276"/>
            <ac:spMk id="16" creationId="{DCC231C8-C761-4B31-9B1C-C6D19248C6B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6:15.635" v="733"/>
          <ac:spMkLst>
            <pc:docMk/>
            <pc:sldMk cId="1014602471" sldId="276"/>
            <ac:spMk id="18" creationId="{7D144591-E9E9-4209-8701-3BB48A917D51}"/>
          </ac:spMkLst>
        </pc:spChg>
        <pc:graphicFrameChg chg="add mod modGraphic">
          <ac:chgData name="Arseniy Buzyan (extern)" userId="S::arseniy.buzyan@edu.stockholm.se::f92a01cd-049f-4602-b292-09b82d2ea4e3" providerId="AD" clId="Web-{496DACC3-8392-7FC7-A74E-D1DBD9048FE1}" dt="2026-08-09T07:56:26.604" v="735" actId="14100"/>
          <ac:graphicFrameMkLst>
            <pc:docMk/>
            <pc:sldMk cId="1014602471" sldId="276"/>
            <ac:graphicFrameMk id="5" creationId="{5FB8933F-DDC8-3B1D-10AC-3345446EC118}"/>
          </ac:graphicFrameMkLst>
        </pc:graphicFrameChg>
        <pc:cxnChg chg="add del">
          <ac:chgData name="Arseniy Buzyan (extern)" userId="S::arseniy.buzyan@edu.stockholm.se::f92a01cd-049f-4602-b292-09b82d2ea4e3" providerId="AD" clId="Web-{496DACC3-8392-7FC7-A74E-D1DBD9048FE1}" dt="2026-08-09T07:56:15.635" v="733"/>
          <ac:cxnSpMkLst>
            <pc:docMk/>
            <pc:sldMk cId="1014602471" sldId="276"/>
            <ac:cxnSpMk id="11" creationId="{C8F51B3F-8331-4E4A-AE96-D47B1006EEAD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7:57:13.401" v="744"/>
        <pc:sldMkLst>
          <pc:docMk/>
          <pc:sldMk cId="2688420395" sldId="277"/>
        </pc:sldMkLst>
        <pc:spChg chg="mod">
          <ac:chgData name="Arseniy Buzyan (extern)" userId="S::arseniy.buzyan@edu.stockholm.se::f92a01cd-049f-4602-b292-09b82d2ea4e3" providerId="AD" clId="Web-{496DACC3-8392-7FC7-A74E-D1DBD9048FE1}" dt="2026-08-09T07:57:13.401" v="744"/>
          <ac:spMkLst>
            <pc:docMk/>
            <pc:sldMk cId="2688420395" sldId="277"/>
            <ac:spMk id="2" creationId="{6EF0C5BB-5F14-EEE6-8D52-F1DEE8014FE8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57:13.401" v="744"/>
          <ac:spMkLst>
            <pc:docMk/>
            <pc:sldMk cId="2688420395" sldId="277"/>
            <ac:spMk id="3" creationId="{A0428801-F29F-78C1-8029-FD6EFC965058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7:57:04.854" v="741"/>
          <ac:spMkLst>
            <pc:docMk/>
            <pc:sldMk cId="2688420395" sldId="277"/>
            <ac:spMk id="5" creationId="{0984B558-F970-F91F-3E65-E0D60A5D8D7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7:13.401" v="743"/>
          <ac:spMkLst>
            <pc:docMk/>
            <pc:sldMk cId="2688420395" sldId="277"/>
            <ac:spMk id="8" creationId="{C3896A03-3945-419A-B66B-4EE266EDD152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7:13.401" v="743"/>
          <ac:spMkLst>
            <pc:docMk/>
            <pc:sldMk cId="2688420395" sldId="277"/>
            <ac:spMk id="10" creationId="{B34F5AD2-EDBD-4BBD-A55C-EAFFD0C7097A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7:13.401" v="744"/>
          <ac:spMkLst>
            <pc:docMk/>
            <pc:sldMk cId="2688420395" sldId="277"/>
            <ac:spMk id="12" creationId="{74751229-0244-4FBB-BED1-407467F4C951}"/>
          </ac:spMkLst>
        </pc:spChg>
        <pc:picChg chg="add">
          <ac:chgData name="Arseniy Buzyan (extern)" userId="S::arseniy.buzyan@edu.stockholm.se::f92a01cd-049f-4602-b292-09b82d2ea4e3" providerId="AD" clId="Web-{496DACC3-8392-7FC7-A74E-D1DBD9048FE1}" dt="2026-08-09T07:57:13.401" v="744"/>
          <ac:picMkLst>
            <pc:docMk/>
            <pc:sldMk cId="2688420395" sldId="277"/>
            <ac:picMk id="7" creationId="{546F4EB9-F808-6F83-2404-6B7370B18234}"/>
          </ac:picMkLst>
        </pc:picChg>
        <pc:picChg chg="add">
          <ac:chgData name="Arseniy Buzyan (extern)" userId="S::arseniy.buzyan@edu.stockholm.se::f92a01cd-049f-4602-b292-09b82d2ea4e3" providerId="AD" clId="Web-{496DACC3-8392-7FC7-A74E-D1DBD9048FE1}" dt="2026-08-09T07:57:13.401" v="744"/>
          <ac:picMkLst>
            <pc:docMk/>
            <pc:sldMk cId="2688420395" sldId="277"/>
            <ac:picMk id="9" creationId="{C37063FE-08C0-4C78-8ECF-F47120F6FAB1}"/>
          </ac:picMkLst>
        </pc:picChg>
      </pc:sldChg>
      <pc:sldChg chg="addSp delSp modSp new mod setBg setClrOvrMap">
        <pc:chgData name="Arseniy Buzyan (extern)" userId="S::arseniy.buzyan@edu.stockholm.se::f92a01cd-049f-4602-b292-09b82d2ea4e3" providerId="AD" clId="Web-{496DACC3-8392-7FC7-A74E-D1DBD9048FE1}" dt="2026-08-09T07:57:44.636" v="748"/>
        <pc:sldMkLst>
          <pc:docMk/>
          <pc:sldMk cId="828713640" sldId="278"/>
        </pc:sldMkLst>
        <pc:spChg chg="mod">
          <ac:chgData name="Arseniy Buzyan (extern)" userId="S::arseniy.buzyan@edu.stockholm.se::f92a01cd-049f-4602-b292-09b82d2ea4e3" providerId="AD" clId="Web-{496DACC3-8392-7FC7-A74E-D1DBD9048FE1}" dt="2026-08-09T07:57:44.636" v="748"/>
          <ac:spMkLst>
            <pc:docMk/>
            <pc:sldMk cId="828713640" sldId="278"/>
            <ac:spMk id="2" creationId="{BA607117-ECD6-4678-BE90-35D768F03832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7:57:26.808" v="747"/>
          <ac:spMkLst>
            <pc:docMk/>
            <pc:sldMk cId="828713640" sldId="278"/>
            <ac:spMk id="3" creationId="{398DCE98-76E1-B36C-CF85-CB5BA9B018C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7:44.636" v="748"/>
          <ac:spMkLst>
            <pc:docMk/>
            <pc:sldMk cId="828713640" sldId="278"/>
            <ac:spMk id="7" creationId="{66B332A4-D438-4773-A77F-5ED49A448D9D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7:57:44.636" v="748"/>
          <ac:spMkLst>
            <pc:docMk/>
            <pc:sldMk cId="828713640" sldId="278"/>
            <ac:spMk id="9" creationId="{DF9AD32D-FF05-44F4-BD4D-9CEE89B71EB9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01:17.049" v="800" actId="20577"/>
        <pc:sldMkLst>
          <pc:docMk/>
          <pc:sldMk cId="2716915851" sldId="279"/>
        </pc:sldMkLst>
        <pc:spChg chg="mod">
          <ac:chgData name="Arseniy Buzyan (extern)" userId="S::arseniy.buzyan@edu.stockholm.se::f92a01cd-049f-4602-b292-09b82d2ea4e3" providerId="AD" clId="Web-{496DACC3-8392-7FC7-A74E-D1DBD9048FE1}" dt="2026-08-09T08:00:28.564" v="789" actId="1076"/>
          <ac:spMkLst>
            <pc:docMk/>
            <pc:sldMk cId="2716915851" sldId="279"/>
            <ac:spMk id="2" creationId="{E246FFF4-977E-DEF7-F07C-E7FC8FA69A69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8:01:17.049" v="800" actId="20577"/>
          <ac:spMkLst>
            <pc:docMk/>
            <pc:sldMk cId="2716915851" sldId="279"/>
            <ac:spMk id="3" creationId="{183416F6-FDCE-2005-7CD8-D529194497C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0:18.283" v="785"/>
          <ac:spMkLst>
            <pc:docMk/>
            <pc:sldMk cId="2716915851" sldId="279"/>
            <ac:spMk id="8" creationId="{245A9F99-D9B1-4094-A2E2-B90AC1DB7B9C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8:27.324" v="757"/>
          <ac:spMkLst>
            <pc:docMk/>
            <pc:sldMk cId="2716915851" sldId="279"/>
            <ac:spMk id="9" creationId="{2659FDB4-FCBE-4A89-B46D-43D4FA54464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9:18.954" v="767"/>
          <ac:spMkLst>
            <pc:docMk/>
            <pc:sldMk cId="2716915851" sldId="279"/>
            <ac:spMk id="10" creationId="{39F23E05-E5C5-497C-A842-7BD21B20760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0:18.283" v="785"/>
          <ac:spMkLst>
            <pc:docMk/>
            <pc:sldMk cId="2716915851" sldId="279"/>
            <ac:spMk id="12" creationId="{B7FAF607-473A-4A43-A23D-BBFF5C4117B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8:27.324" v="757"/>
          <ac:spMkLst>
            <pc:docMk/>
            <pc:sldMk cId="2716915851" sldId="279"/>
            <ac:spMk id="13" creationId="{58BDB0EE-D238-415B-9ED8-62AA6AB2AAD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8:27.324" v="757"/>
          <ac:spMkLst>
            <pc:docMk/>
            <pc:sldMk cId="2716915851" sldId="279"/>
            <ac:spMk id="15" creationId="{C5B55FC3-961D-4325-82F1-DE92B0D04E0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7:58:27.324" v="757"/>
          <ac:spMkLst>
            <pc:docMk/>
            <pc:sldMk cId="2716915851" sldId="279"/>
            <ac:spMk id="17" creationId="{4C8AB332-D09E-4F28-943C-DABDD4716A3C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0:18.283" v="785"/>
          <ac:spMkLst>
            <pc:docMk/>
            <pc:sldMk cId="2716915851" sldId="279"/>
            <ac:spMk id="25" creationId="{3346177D-ADC4-4968-B747-5CFCD390B5B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0:18.283" v="785"/>
          <ac:spMkLst>
            <pc:docMk/>
            <pc:sldMk cId="2716915851" sldId="279"/>
            <ac:spMk id="27" creationId="{0844A943-BF79-4FEA-ABB1-3BD54D23660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0:18.283" v="785"/>
          <ac:spMkLst>
            <pc:docMk/>
            <pc:sldMk cId="2716915851" sldId="279"/>
            <ac:spMk id="29" creationId="{6437CC72-F4A8-4DC3-AFAB-D22C482C8100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8:00:18.283" v="785"/>
          <ac:grpSpMkLst>
            <pc:docMk/>
            <pc:sldMk cId="2716915851" sldId="279"/>
            <ac:grpSpMk id="14" creationId="{C5F6476F-D303-44D3-B30F-1BA348F0F64A}"/>
          </ac:grpSpMkLst>
        </pc:grpChg>
        <pc:graphicFrameChg chg="add del">
          <ac:chgData name="Arseniy Buzyan (extern)" userId="S::arseniy.buzyan@edu.stockholm.se::f92a01cd-049f-4602-b292-09b82d2ea4e3" providerId="AD" clId="Web-{496DACC3-8392-7FC7-A74E-D1DBD9048FE1}" dt="2026-08-09T07:58:27.324" v="757"/>
          <ac:graphicFrameMkLst>
            <pc:docMk/>
            <pc:sldMk cId="2716915851" sldId="279"/>
            <ac:graphicFrameMk id="5" creationId="{962E1E29-C5C9-09FC-F2BA-5E0874C901A4}"/>
          </ac:graphicFrameMkLst>
        </pc:graphicFrameChg>
        <pc:graphicFrameChg chg="add del mod">
          <ac:chgData name="Arseniy Buzyan (extern)" userId="S::arseniy.buzyan@edu.stockholm.se::f92a01cd-049f-4602-b292-09b82d2ea4e3" providerId="AD" clId="Web-{496DACC3-8392-7FC7-A74E-D1DBD9048FE1}" dt="2026-08-09T07:59:18.954" v="767"/>
          <ac:graphicFrameMkLst>
            <pc:docMk/>
            <pc:sldMk cId="2716915851" sldId="279"/>
            <ac:graphicFrameMk id="7" creationId="{A4590BA1-AB57-8CAB-D05C-35238176E6EA}"/>
          </ac:graphicFrameMkLst>
        </pc:graphicFrameChg>
        <pc:picChg chg="add del">
          <ac:chgData name="Arseniy Buzyan (extern)" userId="S::arseniy.buzyan@edu.stockholm.se::f92a01cd-049f-4602-b292-09b82d2ea4e3" providerId="AD" clId="Web-{496DACC3-8392-7FC7-A74E-D1DBD9048FE1}" dt="2026-08-09T07:59:18.954" v="767"/>
          <ac:picMkLst>
            <pc:docMk/>
            <pc:sldMk cId="2716915851" sldId="279"/>
            <ac:picMk id="6" creationId="{D963099E-6540-0CA9-943D-053E6EA81E7B}"/>
          </ac:picMkLst>
        </pc:picChg>
        <pc:picChg chg="add mod">
          <ac:chgData name="Arseniy Buzyan (extern)" userId="S::arseniy.buzyan@edu.stockholm.se::f92a01cd-049f-4602-b292-09b82d2ea4e3" providerId="AD" clId="Web-{496DACC3-8392-7FC7-A74E-D1DBD9048FE1}" dt="2026-08-09T08:01:03.143" v="796" actId="1076"/>
          <ac:picMkLst>
            <pc:docMk/>
            <pc:sldMk cId="2716915851" sldId="279"/>
            <ac:picMk id="18" creationId="{C0F5FC16-FBCA-5486-0EA8-5931BF39C63C}"/>
          </ac:picMkLst>
        </pc:picChg>
        <pc:cxnChg chg="add del">
          <ac:chgData name="Arseniy Buzyan (extern)" userId="S::arseniy.buzyan@edu.stockholm.se::f92a01cd-049f-4602-b292-09b82d2ea4e3" providerId="AD" clId="Web-{496DACC3-8392-7FC7-A74E-D1DBD9048FE1}" dt="2026-08-09T07:58:27.324" v="757"/>
          <ac:cxnSpMkLst>
            <pc:docMk/>
            <pc:sldMk cId="2716915851" sldId="279"/>
            <ac:cxnSpMk id="11" creationId="{C8F51B3F-8331-4E4A-AE96-D47B1006EEAD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02:59.253" v="832" actId="20577"/>
        <pc:sldMkLst>
          <pc:docMk/>
          <pc:sldMk cId="1719425075" sldId="280"/>
        </pc:sldMkLst>
        <pc:spChg chg="mod">
          <ac:chgData name="Arseniy Buzyan (extern)" userId="S::arseniy.buzyan@edu.stockholm.se::f92a01cd-049f-4602-b292-09b82d2ea4e3" providerId="AD" clId="Web-{496DACC3-8392-7FC7-A74E-D1DBD9048FE1}" dt="2026-08-09T08:02:36.534" v="820" actId="14100"/>
          <ac:spMkLst>
            <pc:docMk/>
            <pc:sldMk cId="1719425075" sldId="280"/>
            <ac:spMk id="2" creationId="{B6D81CAB-7904-E01B-FB21-98585F5BC089}"/>
          </ac:spMkLst>
        </pc:spChg>
        <pc:spChg chg="mod ord">
          <ac:chgData name="Arseniy Buzyan (extern)" userId="S::arseniy.buzyan@edu.stockholm.se::f92a01cd-049f-4602-b292-09b82d2ea4e3" providerId="AD" clId="Web-{496DACC3-8392-7FC7-A74E-D1DBD9048FE1}" dt="2026-08-09T08:02:59.253" v="832" actId="20577"/>
          <ac:spMkLst>
            <pc:docMk/>
            <pc:sldMk cId="1719425075" sldId="280"/>
            <ac:spMk id="3" creationId="{5E423124-1672-79DE-BE08-B41238A58785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2:24.706" v="816"/>
          <ac:spMkLst>
            <pc:docMk/>
            <pc:sldMk cId="1719425075" sldId="280"/>
            <ac:spMk id="10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2:24.706" v="816"/>
          <ac:spMkLst>
            <pc:docMk/>
            <pc:sldMk cId="1719425075" sldId="280"/>
            <ac:spMk id="12" creationId="{975D1CFA-2CDB-4B64-BD9F-85744E8DA12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2:24.706" v="816"/>
          <ac:spMkLst>
            <pc:docMk/>
            <pc:sldMk cId="1719425075" sldId="280"/>
            <ac:spMk id="23" creationId="{3346177D-ADC4-4968-B747-5CFCD390B5B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2:24.706" v="816"/>
          <ac:spMkLst>
            <pc:docMk/>
            <pc:sldMk cId="1719425075" sldId="280"/>
            <ac:spMk id="25" creationId="{0844A943-BF79-4FEA-ABB1-3BD54D23660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2:24.706" v="816"/>
          <ac:spMkLst>
            <pc:docMk/>
            <pc:sldMk cId="1719425075" sldId="280"/>
            <ac:spMk id="27" creationId="{6437CC72-F4A8-4DC3-AFAB-D22C482C8100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8:02:24.706" v="816"/>
          <ac:grpSpMkLst>
            <pc:docMk/>
            <pc:sldMk cId="1719425075" sldId="280"/>
            <ac:grpSpMk id="14" creationId="{25EE5136-01F1-466C-962D-BA9B4C6757AA}"/>
          </ac:grpSpMkLst>
        </pc:grpChg>
        <pc:picChg chg="add mod">
          <ac:chgData name="Arseniy Buzyan (extern)" userId="S::arseniy.buzyan@edu.stockholm.se::f92a01cd-049f-4602-b292-09b82d2ea4e3" providerId="AD" clId="Web-{496DACC3-8392-7FC7-A74E-D1DBD9048FE1}" dt="2026-08-09T08:02:37.799" v="821" actId="1076"/>
          <ac:picMkLst>
            <pc:docMk/>
            <pc:sldMk cId="1719425075" sldId="280"/>
            <ac:picMk id="7" creationId="{2E8DEC30-20A5-95D5-5D88-E51F7A0AD7B7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04:46.055" v="865" actId="1076"/>
        <pc:sldMkLst>
          <pc:docMk/>
          <pc:sldMk cId="2376578530" sldId="281"/>
        </pc:sldMkLst>
        <pc:spChg chg="mod">
          <ac:chgData name="Arseniy Buzyan (extern)" userId="S::arseniy.buzyan@edu.stockholm.se::f92a01cd-049f-4602-b292-09b82d2ea4e3" providerId="AD" clId="Web-{496DACC3-8392-7FC7-A74E-D1DBD9048FE1}" dt="2026-08-09T08:04:43.055" v="864" actId="14100"/>
          <ac:spMkLst>
            <pc:docMk/>
            <pc:sldMk cId="2376578530" sldId="281"/>
            <ac:spMk id="2" creationId="{00808543-4FD0-5994-15B4-C6BB7B74FE14}"/>
          </ac:spMkLst>
        </pc:spChg>
        <pc:spChg chg="add del mod ord">
          <ac:chgData name="Arseniy Buzyan (extern)" userId="S::arseniy.buzyan@edu.stockholm.se::f92a01cd-049f-4602-b292-09b82d2ea4e3" providerId="AD" clId="Web-{496DACC3-8392-7FC7-A74E-D1DBD9048FE1}" dt="2026-08-09T08:04:37.555" v="860" actId="20577"/>
          <ac:spMkLst>
            <pc:docMk/>
            <pc:sldMk cId="2376578530" sldId="281"/>
            <ac:spMk id="3" creationId="{BB6E3CC5-5005-65BF-FD9E-DCBBAAE23215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4:09.289" v="847"/>
          <ac:spMkLst>
            <pc:docMk/>
            <pc:sldMk cId="2376578530" sldId="281"/>
            <ac:spMk id="8" creationId="{979E27D9-03C7-44E2-9FF8-15D0C8506AF7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4:09.289" v="847"/>
          <ac:spMkLst>
            <pc:docMk/>
            <pc:sldMk cId="2376578530" sldId="281"/>
            <ac:spMk id="10" creationId="{EEBF1590-3B36-48EE-A89D-3B6F3CB256A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4:09.289" v="847"/>
          <ac:spMkLst>
            <pc:docMk/>
            <pc:sldMk cId="2376578530" sldId="281"/>
            <ac:spMk id="12" creationId="{AC8F6C8C-AB5A-4548-942D-E3FD40ACBC4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4:17.429" v="849"/>
          <ac:spMkLst>
            <pc:docMk/>
            <pc:sldMk cId="2376578530" sldId="281"/>
            <ac:spMk id="19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4:17.429" v="849"/>
          <ac:spMkLst>
            <pc:docMk/>
            <pc:sldMk cId="2376578530" sldId="281"/>
            <ac:spMk id="20" creationId="{975D1CFA-2CDB-4B64-BD9F-85744E8DA12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4:17.429" v="849"/>
          <ac:spMkLst>
            <pc:docMk/>
            <pc:sldMk cId="2376578530" sldId="281"/>
            <ac:spMk id="25" creationId="{3346177D-ADC4-4968-B747-5CFCD390B5B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4:17.429" v="849"/>
          <ac:spMkLst>
            <pc:docMk/>
            <pc:sldMk cId="2376578530" sldId="281"/>
            <ac:spMk id="27" creationId="{0844A943-BF79-4FEA-ABB1-3BD54D23660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4:17.429" v="849"/>
          <ac:spMkLst>
            <pc:docMk/>
            <pc:sldMk cId="2376578530" sldId="281"/>
            <ac:spMk id="29" creationId="{6437CC72-F4A8-4DC3-AFAB-D22C482C8100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8:04:17.429" v="849"/>
          <ac:grpSpMkLst>
            <pc:docMk/>
            <pc:sldMk cId="2376578530" sldId="281"/>
            <ac:grpSpMk id="14" creationId="{25EE5136-01F1-466C-962D-BA9B4C6757AA}"/>
          </ac:grpSpMkLst>
        </pc:grpChg>
        <pc:graphicFrameChg chg="add del mod ord modGraphic">
          <ac:chgData name="Arseniy Buzyan (extern)" userId="S::arseniy.buzyan@edu.stockholm.se::f92a01cd-049f-4602-b292-09b82d2ea4e3" providerId="AD" clId="Web-{496DACC3-8392-7FC7-A74E-D1DBD9048FE1}" dt="2026-08-09T08:03:29.003" v="836"/>
          <ac:graphicFrameMkLst>
            <pc:docMk/>
            <pc:sldMk cId="2376578530" sldId="281"/>
            <ac:graphicFrameMk id="5" creationId="{5F903B78-E31F-769B-C631-3F5809986619}"/>
          </ac:graphicFrameMkLst>
        </pc:graphicFrameChg>
        <pc:picChg chg="add mod">
          <ac:chgData name="Arseniy Buzyan (extern)" userId="S::arseniy.buzyan@edu.stockholm.se::f92a01cd-049f-4602-b292-09b82d2ea4e3" providerId="AD" clId="Web-{496DACC3-8392-7FC7-A74E-D1DBD9048FE1}" dt="2026-08-09T08:04:46.055" v="865" actId="1076"/>
          <ac:picMkLst>
            <pc:docMk/>
            <pc:sldMk cId="2376578530" sldId="281"/>
            <ac:picMk id="7" creationId="{A4E4AD2D-F609-F9B8-FDC9-1484F252EA56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07:03.306" v="903" actId="20577"/>
        <pc:sldMkLst>
          <pc:docMk/>
          <pc:sldMk cId="3699765112" sldId="282"/>
        </pc:sldMkLst>
        <pc:spChg chg="mod">
          <ac:chgData name="Arseniy Buzyan (extern)" userId="S::arseniy.buzyan@edu.stockholm.se::f92a01cd-049f-4602-b292-09b82d2ea4e3" providerId="AD" clId="Web-{496DACC3-8392-7FC7-A74E-D1DBD9048FE1}" dt="2026-08-09T08:06:37.946" v="896" actId="14100"/>
          <ac:spMkLst>
            <pc:docMk/>
            <pc:sldMk cId="3699765112" sldId="282"/>
            <ac:spMk id="2" creationId="{42FA1E42-F658-5265-DFF0-072AC2E0F545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07:03.306" v="903" actId="20577"/>
          <ac:spMkLst>
            <pc:docMk/>
            <pc:sldMk cId="3699765112" sldId="282"/>
            <ac:spMk id="3" creationId="{2C14EFF6-E704-2EB3-3CEA-825F1E79B3E6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6:10.087" v="881"/>
          <ac:spMkLst>
            <pc:docMk/>
            <pc:sldMk cId="3699765112" sldId="282"/>
            <ac:spMk id="10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6:10.087" v="881"/>
          <ac:spMkLst>
            <pc:docMk/>
            <pc:sldMk cId="3699765112" sldId="282"/>
            <ac:spMk id="12" creationId="{975D1CFA-2CDB-4B64-BD9F-85744E8DA12F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6:10.087" v="881"/>
          <ac:spMkLst>
            <pc:docMk/>
            <pc:sldMk cId="3699765112" sldId="282"/>
            <ac:spMk id="23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6:10.087" v="881"/>
          <ac:spMkLst>
            <pc:docMk/>
            <pc:sldMk cId="3699765112" sldId="282"/>
            <ac:spMk id="25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6:10.087" v="881"/>
          <ac:spMkLst>
            <pc:docMk/>
            <pc:sldMk cId="3699765112" sldId="282"/>
            <ac:spMk id="27" creationId="{8F035CD8-AE30-4146-96F2-036B0CE5E4F3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8:06:10.087" v="881"/>
          <ac:grpSpMkLst>
            <pc:docMk/>
            <pc:sldMk cId="3699765112" sldId="282"/>
            <ac:grpSpMk id="14" creationId="{25EE5136-01F1-466C-962D-BA9B4C6757AA}"/>
          </ac:grpSpMkLst>
        </pc:grpChg>
        <pc:picChg chg="add mod">
          <ac:chgData name="Arseniy Buzyan (extern)" userId="S::arseniy.buzyan@edu.stockholm.se::f92a01cd-049f-4602-b292-09b82d2ea4e3" providerId="AD" clId="Web-{496DACC3-8392-7FC7-A74E-D1DBD9048FE1}" dt="2026-08-09T08:06:10.087" v="881"/>
          <ac:picMkLst>
            <pc:docMk/>
            <pc:sldMk cId="3699765112" sldId="282"/>
            <ac:picMk id="7" creationId="{625FC0C3-CBC5-7CFD-C549-ED274945C16C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08:09.915" v="923" actId="14100"/>
        <pc:sldMkLst>
          <pc:docMk/>
          <pc:sldMk cId="499957356" sldId="283"/>
        </pc:sldMkLst>
        <pc:spChg chg="mod">
          <ac:chgData name="Arseniy Buzyan (extern)" userId="S::arseniy.buzyan@edu.stockholm.se::f92a01cd-049f-4602-b292-09b82d2ea4e3" providerId="AD" clId="Web-{496DACC3-8392-7FC7-A74E-D1DBD9048FE1}" dt="2026-08-09T08:08:05.619" v="922" actId="14100"/>
          <ac:spMkLst>
            <pc:docMk/>
            <pc:sldMk cId="499957356" sldId="283"/>
            <ac:spMk id="2" creationId="{85FADFD9-8B08-76F3-9CE2-E780765C3F01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08:09.915" v="923" actId="14100"/>
          <ac:spMkLst>
            <pc:docMk/>
            <pc:sldMk cId="499957356" sldId="283"/>
            <ac:spMk id="3" creationId="{8C435CC6-9EFF-C4EA-09E5-D162AB8E1A2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7:41.915" v="909"/>
          <ac:spMkLst>
            <pc:docMk/>
            <pc:sldMk cId="499957356" sldId="283"/>
            <ac:spMk id="8" creationId="{17718681-A12E-49D6-9925-DD7C68176D6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7:41.915" v="909"/>
          <ac:spMkLst>
            <pc:docMk/>
            <pc:sldMk cId="499957356" sldId="283"/>
            <ac:spMk id="10" creationId="{FBD77573-9EF2-4C35-8285-A1CF6FBB0EA5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09:33.010" v="949" actId="20577"/>
        <pc:sldMkLst>
          <pc:docMk/>
          <pc:sldMk cId="2045887320" sldId="284"/>
        </pc:sldMkLst>
        <pc:spChg chg="mod">
          <ac:chgData name="Arseniy Buzyan (extern)" userId="S::arseniy.buzyan@edu.stockholm.se::f92a01cd-049f-4602-b292-09b82d2ea4e3" providerId="AD" clId="Web-{496DACC3-8392-7FC7-A74E-D1DBD9048FE1}" dt="2026-08-09T08:09:15.541" v="945" actId="1076"/>
          <ac:spMkLst>
            <pc:docMk/>
            <pc:sldMk cId="2045887320" sldId="284"/>
            <ac:spMk id="2" creationId="{57866BF7-6E58-95A3-89AF-E66C08617FCA}"/>
          </ac:spMkLst>
        </pc:spChg>
        <pc:spChg chg="mod ord">
          <ac:chgData name="Arseniy Buzyan (extern)" userId="S::arseniy.buzyan@edu.stockholm.se::f92a01cd-049f-4602-b292-09b82d2ea4e3" providerId="AD" clId="Web-{496DACC3-8392-7FC7-A74E-D1DBD9048FE1}" dt="2026-08-09T08:09:33.010" v="949" actId="20577"/>
          <ac:spMkLst>
            <pc:docMk/>
            <pc:sldMk cId="2045887320" sldId="284"/>
            <ac:spMk id="3" creationId="{16B4B081-CC86-FE0D-B560-01D175F6EE16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8:46.619" v="931"/>
          <ac:spMkLst>
            <pc:docMk/>
            <pc:sldMk cId="2045887320" sldId="284"/>
            <ac:spMk id="10" creationId="{EDDBB197-D710-4A4F-A9CA-FD2177498BE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8:46.619" v="931"/>
          <ac:spMkLst>
            <pc:docMk/>
            <pc:sldMk cId="2045887320" sldId="284"/>
            <ac:spMk id="12" creationId="{975D1CFA-2CDB-4B64-BD9F-85744E8DA12F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8:46.603" v="930"/>
          <ac:spMkLst>
            <pc:docMk/>
            <pc:sldMk cId="2045887320" sldId="284"/>
            <ac:spMk id="23" creationId="{3346177D-ADC4-4968-B747-5CFCD390B5B9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8:46.603" v="930"/>
          <ac:spMkLst>
            <pc:docMk/>
            <pc:sldMk cId="2045887320" sldId="284"/>
            <ac:spMk id="25" creationId="{0844A943-BF79-4FEA-ABB1-3BD54D236606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08:46.603" v="930"/>
          <ac:spMkLst>
            <pc:docMk/>
            <pc:sldMk cId="2045887320" sldId="284"/>
            <ac:spMk id="27" creationId="{6437CC72-F4A8-4DC3-AFAB-D22C482C810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8:46.619" v="931"/>
          <ac:spMkLst>
            <pc:docMk/>
            <pc:sldMk cId="2045887320" sldId="284"/>
            <ac:spMk id="29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8:46.619" v="931"/>
          <ac:spMkLst>
            <pc:docMk/>
            <pc:sldMk cId="2045887320" sldId="284"/>
            <ac:spMk id="30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08:46.619" v="931"/>
          <ac:spMkLst>
            <pc:docMk/>
            <pc:sldMk cId="2045887320" sldId="284"/>
            <ac:spMk id="31" creationId="{8F035CD8-AE30-4146-96F2-036B0CE5E4F3}"/>
          </ac:spMkLst>
        </pc:spChg>
        <pc:grpChg chg="add del">
          <ac:chgData name="Arseniy Buzyan (extern)" userId="S::arseniy.buzyan@edu.stockholm.se::f92a01cd-049f-4602-b292-09b82d2ea4e3" providerId="AD" clId="Web-{496DACC3-8392-7FC7-A74E-D1DBD9048FE1}" dt="2026-08-09T08:08:46.619" v="931"/>
          <ac:grpSpMkLst>
            <pc:docMk/>
            <pc:sldMk cId="2045887320" sldId="284"/>
            <ac:grpSpMk id="14" creationId="{25EE5136-01F1-466C-962D-BA9B4C6757AA}"/>
          </ac:grpSpMkLst>
        </pc:grpChg>
        <pc:picChg chg="add mod">
          <ac:chgData name="Arseniy Buzyan (extern)" userId="S::arseniy.buzyan@edu.stockholm.se::f92a01cd-049f-4602-b292-09b82d2ea4e3" providerId="AD" clId="Web-{496DACC3-8392-7FC7-A74E-D1DBD9048FE1}" dt="2026-08-09T08:09:09.525" v="942" actId="1076"/>
          <ac:picMkLst>
            <pc:docMk/>
            <pc:sldMk cId="2045887320" sldId="284"/>
            <ac:picMk id="7" creationId="{8AC3CB9D-BF2E-BA4E-14DF-6EF6969CDE00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10:43.448" v="968" actId="20577"/>
        <pc:sldMkLst>
          <pc:docMk/>
          <pc:sldMk cId="827836154" sldId="285"/>
        </pc:sldMkLst>
        <pc:spChg chg="del">
          <ac:chgData name="Arseniy Buzyan (extern)" userId="S::arseniy.buzyan@edu.stockholm.se::f92a01cd-049f-4602-b292-09b82d2ea4e3" providerId="AD" clId="Web-{496DACC3-8392-7FC7-A74E-D1DBD9048FE1}" dt="2026-08-09T08:09:52.916" v="953"/>
          <ac:spMkLst>
            <pc:docMk/>
            <pc:sldMk cId="827836154" sldId="285"/>
            <ac:spMk id="2" creationId="{7D86C2E9-4E57-F94E-4C0E-5C5FEBA01AB8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0:43.448" v="968" actId="20577"/>
          <ac:spMkLst>
            <pc:docMk/>
            <pc:sldMk cId="827836154" sldId="285"/>
            <ac:spMk id="3" creationId="{65FEA49D-27C9-B884-DC08-BDC3887B535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0:04.057" v="954"/>
          <ac:spMkLst>
            <pc:docMk/>
            <pc:sldMk cId="827836154" sldId="285"/>
            <ac:spMk id="10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0:04.057" v="954"/>
          <ac:spMkLst>
            <pc:docMk/>
            <pc:sldMk cId="827836154" sldId="285"/>
            <ac:spMk id="12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0:04.057" v="954"/>
          <ac:spMkLst>
            <pc:docMk/>
            <pc:sldMk cId="827836154" sldId="285"/>
            <ac:spMk id="14" creationId="{8F035CD8-AE30-4146-96F2-036B0CE5E4F3}"/>
          </ac:spMkLst>
        </pc:spChg>
        <pc:picChg chg="add">
          <ac:chgData name="Arseniy Buzyan (extern)" userId="S::arseniy.buzyan@edu.stockholm.se::f92a01cd-049f-4602-b292-09b82d2ea4e3" providerId="AD" clId="Web-{496DACC3-8392-7FC7-A74E-D1DBD9048FE1}" dt="2026-08-09T08:10:04.057" v="954"/>
          <ac:picMkLst>
            <pc:docMk/>
            <pc:sldMk cId="827836154" sldId="285"/>
            <ac:picMk id="7" creationId="{290C27B4-AA29-D351-B021-9BA824E8E5FC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1:38.511" v="983" actId="20577"/>
        <pc:sldMkLst>
          <pc:docMk/>
          <pc:sldMk cId="4037577258" sldId="286"/>
        </pc:sldMkLst>
        <pc:spChg chg="mod">
          <ac:chgData name="Arseniy Buzyan (extern)" userId="S::arseniy.buzyan@edu.stockholm.se::f92a01cd-049f-4602-b292-09b82d2ea4e3" providerId="AD" clId="Web-{496DACC3-8392-7FC7-A74E-D1DBD9048FE1}" dt="2026-08-09T08:11:38.511" v="983" actId="20577"/>
          <ac:spMkLst>
            <pc:docMk/>
            <pc:sldMk cId="4037577258" sldId="286"/>
            <ac:spMk id="2" creationId="{D36E5E3C-5F32-2FC2-B05D-25C666926319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1:30.167" v="979" actId="14100"/>
          <ac:spMkLst>
            <pc:docMk/>
            <pc:sldMk cId="4037577258" sldId="286"/>
            <ac:spMk id="3" creationId="{6F17F546-197A-55FE-1E51-8443A1CF9D9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22.432" v="974"/>
          <ac:spMkLst>
            <pc:docMk/>
            <pc:sldMk cId="4037577258" sldId="286"/>
            <ac:spMk id="10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22.432" v="974"/>
          <ac:spMkLst>
            <pc:docMk/>
            <pc:sldMk cId="4037577258" sldId="286"/>
            <ac:spMk id="12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22.432" v="974"/>
          <ac:spMkLst>
            <pc:docMk/>
            <pc:sldMk cId="4037577258" sldId="286"/>
            <ac:spMk id="14" creationId="{8F035CD8-AE30-4146-96F2-036B0CE5E4F3}"/>
          </ac:spMkLst>
        </pc:spChg>
        <pc:picChg chg="add">
          <ac:chgData name="Arseniy Buzyan (extern)" userId="S::arseniy.buzyan@edu.stockholm.se::f92a01cd-049f-4602-b292-09b82d2ea4e3" providerId="AD" clId="Web-{496DACC3-8392-7FC7-A74E-D1DBD9048FE1}" dt="2026-08-09T08:11:22.432" v="974"/>
          <ac:picMkLst>
            <pc:docMk/>
            <pc:sldMk cId="4037577258" sldId="286"/>
            <ac:picMk id="7" creationId="{9F1A5B4D-3DCA-D850-FEA8-33AFB6169AE9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2:55.623" v="1007" actId="1076"/>
        <pc:sldMkLst>
          <pc:docMk/>
          <pc:sldMk cId="504210794" sldId="287"/>
        </pc:sldMkLst>
        <pc:spChg chg="mod">
          <ac:chgData name="Arseniy Buzyan (extern)" userId="S::arseniy.buzyan@edu.stockholm.se::f92a01cd-049f-4602-b292-09b82d2ea4e3" providerId="AD" clId="Web-{496DACC3-8392-7FC7-A74E-D1DBD9048FE1}" dt="2026-08-09T08:12:55.623" v="1007" actId="1076"/>
          <ac:spMkLst>
            <pc:docMk/>
            <pc:sldMk cId="504210794" sldId="287"/>
            <ac:spMk id="2" creationId="{279FEC96-9418-9849-08C0-318B5F68B6FC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2:51.045" v="1006" actId="14100"/>
          <ac:spMkLst>
            <pc:docMk/>
            <pc:sldMk cId="504210794" sldId="287"/>
            <ac:spMk id="3" creationId="{37028AE2-A8EA-D74C-3B9E-463EC4082E1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56.339" v="988"/>
          <ac:spMkLst>
            <pc:docMk/>
            <pc:sldMk cId="504210794" sldId="287"/>
            <ac:spMk id="10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56.339" v="988"/>
          <ac:spMkLst>
            <pc:docMk/>
            <pc:sldMk cId="504210794" sldId="287"/>
            <ac:spMk id="12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1:56.339" v="988"/>
          <ac:spMkLst>
            <pc:docMk/>
            <pc:sldMk cId="504210794" sldId="287"/>
            <ac:spMk id="14" creationId="{8F035CD8-AE30-4146-96F2-036B0CE5E4F3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8:12:26.123" v="999" actId="1076"/>
          <ac:picMkLst>
            <pc:docMk/>
            <pc:sldMk cId="504210794" sldId="287"/>
            <ac:picMk id="7" creationId="{5D865E1E-6AEF-BB82-7C01-3E210EE7111B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3:45.530" v="1019" actId="14100"/>
        <pc:sldMkLst>
          <pc:docMk/>
          <pc:sldMk cId="3577839661" sldId="288"/>
        </pc:sldMkLst>
        <pc:spChg chg="mod">
          <ac:chgData name="Arseniy Buzyan (extern)" userId="S::arseniy.buzyan@edu.stockholm.se::f92a01cd-049f-4602-b292-09b82d2ea4e3" providerId="AD" clId="Web-{496DACC3-8392-7FC7-A74E-D1DBD9048FE1}" dt="2026-08-09T08:13:29.592" v="1012"/>
          <ac:spMkLst>
            <pc:docMk/>
            <pc:sldMk cId="3577839661" sldId="288"/>
            <ac:spMk id="2" creationId="{FEAF5543-A7E0-75C9-0D94-52CB2CF7350F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3:45.530" v="1019" actId="14100"/>
          <ac:spMkLst>
            <pc:docMk/>
            <pc:sldMk cId="3577839661" sldId="288"/>
            <ac:spMk id="3" creationId="{4137EC0F-02EE-D60A-805B-19E99E3CB84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3:29.592" v="1012"/>
          <ac:spMkLst>
            <pc:docMk/>
            <pc:sldMk cId="3577839661" sldId="288"/>
            <ac:spMk id="10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3:29.592" v="1012"/>
          <ac:spMkLst>
            <pc:docMk/>
            <pc:sldMk cId="3577839661" sldId="288"/>
            <ac:spMk id="12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3:29.592" v="1012"/>
          <ac:spMkLst>
            <pc:docMk/>
            <pc:sldMk cId="3577839661" sldId="288"/>
            <ac:spMk id="14" creationId="{8F035CD8-AE30-4146-96F2-036B0CE5E4F3}"/>
          </ac:spMkLst>
        </pc:spChg>
        <pc:picChg chg="add">
          <ac:chgData name="Arseniy Buzyan (extern)" userId="S::arseniy.buzyan@edu.stockholm.se::f92a01cd-049f-4602-b292-09b82d2ea4e3" providerId="AD" clId="Web-{496DACC3-8392-7FC7-A74E-D1DBD9048FE1}" dt="2026-08-09T08:13:29.592" v="1012"/>
          <ac:picMkLst>
            <pc:docMk/>
            <pc:sldMk cId="3577839661" sldId="288"/>
            <ac:picMk id="7" creationId="{1B742D5B-9B75-CFB3-6DA3-28C52969EA93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4:56.421" v="1042" actId="1076"/>
        <pc:sldMkLst>
          <pc:docMk/>
          <pc:sldMk cId="2901888256" sldId="289"/>
        </pc:sldMkLst>
        <pc:spChg chg="mod">
          <ac:chgData name="Arseniy Buzyan (extern)" userId="S::arseniy.buzyan@edu.stockholm.se::f92a01cd-049f-4602-b292-09b82d2ea4e3" providerId="AD" clId="Web-{496DACC3-8392-7FC7-A74E-D1DBD9048FE1}" dt="2026-08-09T08:14:56.421" v="1042" actId="1076"/>
          <ac:spMkLst>
            <pc:docMk/>
            <pc:sldMk cId="2901888256" sldId="289"/>
            <ac:spMk id="2" creationId="{4597948C-0377-9EBF-31FF-BC4D424909EE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4:53.374" v="1041" actId="14100"/>
          <ac:spMkLst>
            <pc:docMk/>
            <pc:sldMk cId="2901888256" sldId="289"/>
            <ac:spMk id="3" creationId="{451F77AF-F931-9A0B-3218-DA68FF9FDBE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4:30.452" v="1030"/>
          <ac:spMkLst>
            <pc:docMk/>
            <pc:sldMk cId="2901888256" sldId="289"/>
            <ac:spMk id="10" creationId="{1B15ED52-F352-441B-82BF-E0EA34836D0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4:30.452" v="1030"/>
          <ac:spMkLst>
            <pc:docMk/>
            <pc:sldMk cId="2901888256" sldId="289"/>
            <ac:spMk id="12" creationId="{61707E60-CEC9-4661-AA82-69242EB4BDC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4:30.452" v="1030"/>
          <ac:spMkLst>
            <pc:docMk/>
            <pc:sldMk cId="2901888256" sldId="289"/>
            <ac:spMk id="14" creationId="{8F035CD8-AE30-4146-96F2-036B0CE5E4F3}"/>
          </ac:spMkLst>
        </pc:spChg>
        <pc:picChg chg="add mod">
          <ac:chgData name="Arseniy Buzyan (extern)" userId="S::arseniy.buzyan@edu.stockholm.se::f92a01cd-049f-4602-b292-09b82d2ea4e3" providerId="AD" clId="Web-{496DACC3-8392-7FC7-A74E-D1DBD9048FE1}" dt="2026-08-09T08:14:48.905" v="1039" actId="1076"/>
          <ac:picMkLst>
            <pc:docMk/>
            <pc:sldMk cId="2901888256" sldId="289"/>
            <ac:picMk id="7" creationId="{9F05C110-9D97-4152-6AC5-05CAE99544A8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15:45.281" v="1048"/>
        <pc:sldMkLst>
          <pc:docMk/>
          <pc:sldMk cId="2361723337" sldId="290"/>
        </pc:sldMkLst>
        <pc:spChg chg="mod">
          <ac:chgData name="Arseniy Buzyan (extern)" userId="S::arseniy.buzyan@edu.stockholm.se::f92a01cd-049f-4602-b292-09b82d2ea4e3" providerId="AD" clId="Web-{496DACC3-8392-7FC7-A74E-D1DBD9048FE1}" dt="2026-08-09T08:15:45.281" v="1048"/>
          <ac:spMkLst>
            <pc:docMk/>
            <pc:sldMk cId="2361723337" sldId="290"/>
            <ac:spMk id="2" creationId="{28997529-5BBF-01F2-E164-75AB3094062D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5:45.281" v="1048"/>
          <ac:spMkLst>
            <pc:docMk/>
            <pc:sldMk cId="2361723337" sldId="290"/>
            <ac:spMk id="3" creationId="{90483751-1906-C64A-D5B2-89FD97A12C55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5:45.265" v="1047"/>
          <ac:spMkLst>
            <pc:docMk/>
            <pc:sldMk cId="2361723337" sldId="290"/>
            <ac:spMk id="10" creationId="{1B15ED52-F352-441B-82BF-E0EA34836D0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5:45.265" v="1047"/>
          <ac:spMkLst>
            <pc:docMk/>
            <pc:sldMk cId="2361723337" sldId="290"/>
            <ac:spMk id="12" creationId="{61707E60-CEC9-4661-AA82-69242EB4BDC3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5:45.265" v="1047"/>
          <ac:spMkLst>
            <pc:docMk/>
            <pc:sldMk cId="2361723337" sldId="290"/>
            <ac:spMk id="14" creationId="{8F035CD8-AE30-4146-96F2-036B0CE5E4F3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5:45.281" v="1048"/>
          <ac:spMkLst>
            <pc:docMk/>
            <pc:sldMk cId="2361723337" sldId="290"/>
            <ac:spMk id="16" creationId="{74751229-0244-4FBB-BED1-407467F4C951}"/>
          </ac:spMkLst>
        </pc:spChg>
        <pc:picChg chg="add del">
          <ac:chgData name="Arseniy Buzyan (extern)" userId="S::arseniy.buzyan@edu.stockholm.se::f92a01cd-049f-4602-b292-09b82d2ea4e3" providerId="AD" clId="Web-{496DACC3-8392-7FC7-A74E-D1DBD9048FE1}" dt="2026-08-09T08:15:45.265" v="1047"/>
          <ac:picMkLst>
            <pc:docMk/>
            <pc:sldMk cId="2361723337" sldId="290"/>
            <ac:picMk id="7" creationId="{E4541A96-2231-1C9B-33AB-EB5583B080D0}"/>
          </ac:picMkLst>
        </pc:picChg>
        <pc:picChg chg="add">
          <ac:chgData name="Arseniy Buzyan (extern)" userId="S::arseniy.buzyan@edu.stockholm.se::f92a01cd-049f-4602-b292-09b82d2ea4e3" providerId="AD" clId="Web-{496DACC3-8392-7FC7-A74E-D1DBD9048FE1}" dt="2026-08-09T08:15:45.281" v="1048"/>
          <ac:picMkLst>
            <pc:docMk/>
            <pc:sldMk cId="2361723337" sldId="290"/>
            <ac:picMk id="9" creationId="{88A5113A-2284-4C10-9F74-BA5F4B70174A}"/>
          </ac:picMkLst>
        </pc:picChg>
        <pc:picChg chg="add">
          <ac:chgData name="Arseniy Buzyan (extern)" userId="S::arseniy.buzyan@edu.stockholm.se::f92a01cd-049f-4602-b292-09b82d2ea4e3" providerId="AD" clId="Web-{496DACC3-8392-7FC7-A74E-D1DBD9048FE1}" dt="2026-08-09T08:15:45.281" v="1048"/>
          <ac:picMkLst>
            <pc:docMk/>
            <pc:sldMk cId="2361723337" sldId="290"/>
            <ac:picMk id="17" creationId="{E4541A96-2231-1C9B-33AB-EB5583B080D0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17:14.125" v="1077" actId="14100"/>
        <pc:sldMkLst>
          <pc:docMk/>
          <pc:sldMk cId="823203433" sldId="291"/>
        </pc:sldMkLst>
        <pc:spChg chg="mod">
          <ac:chgData name="Arseniy Buzyan (extern)" userId="S::arseniy.buzyan@edu.stockholm.se::f92a01cd-049f-4602-b292-09b82d2ea4e3" providerId="AD" clId="Web-{496DACC3-8392-7FC7-A74E-D1DBD9048FE1}" dt="2026-08-09T08:17:14.125" v="1077" actId="14100"/>
          <ac:spMkLst>
            <pc:docMk/>
            <pc:sldMk cId="823203433" sldId="291"/>
            <ac:spMk id="2" creationId="{F8570156-D814-C218-4671-B098559F7670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7:08.266" v="1072" actId="20577"/>
          <ac:spMkLst>
            <pc:docMk/>
            <pc:sldMk cId="823203433" sldId="291"/>
            <ac:spMk id="3" creationId="{E5CC4034-17E6-3F61-CF91-144EC75B34FF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8" creationId="{43C48B49-6135-48B6-AC0F-97E5D8D1F03F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10" creationId="{9715DAF0-AE1B-46C9-8A6B-DB2AA05AB91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12" creationId="{DC631C0B-6DA6-4E57-8231-CE32B3434A7E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14" creationId="{F256AC18-FB41-4977-8B0C-F5082335AB7D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16" creationId="{AFF4A713-7B75-4B21-90D7-5AB19547C72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21" creationId="{6DDA8CE9-E0A6-4FF2-823D-D08607606DC2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6:59.640" v="1067"/>
          <ac:spMkLst>
            <pc:docMk/>
            <pc:sldMk cId="823203433" sldId="291"/>
            <ac:spMk id="23" creationId="{11195564-33B9-434B-9641-764F5905A56F}"/>
          </ac:spMkLst>
        </pc:spChg>
        <pc:grpChg chg="add">
          <ac:chgData name="Arseniy Buzyan (extern)" userId="S::arseniy.buzyan@edu.stockholm.se::f92a01cd-049f-4602-b292-09b82d2ea4e3" providerId="AD" clId="Web-{496DACC3-8392-7FC7-A74E-D1DBD9048FE1}" dt="2026-08-09T08:16:59.640" v="1067"/>
          <ac:grpSpMkLst>
            <pc:docMk/>
            <pc:sldMk cId="823203433" sldId="291"/>
            <ac:grpSpMk id="25" creationId="{1D18C537-E336-47C4-836B-C342A230F8F3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7:44.422" v="1086" actId="20577"/>
        <pc:sldMkLst>
          <pc:docMk/>
          <pc:sldMk cId="852762841" sldId="292"/>
        </pc:sldMkLst>
        <pc:spChg chg="mo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2" creationId="{BCCD2CA7-80F1-1B4C-2826-D1F4F9FE32C9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7:44.422" v="1086" actId="20577"/>
          <ac:spMkLst>
            <pc:docMk/>
            <pc:sldMk cId="852762841" sldId="292"/>
            <ac:spMk id="3" creationId="{E4F63553-28B8-3DDD-D591-D63FCB6FA4AD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8" creationId="{DEE2AD96-B495-4E06-9291-B71706F728C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10" creationId="{53CF6D67-C5A8-4ADD-9E8E-1E38CA1D316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12" creationId="{86909FA0-B515-4681-B7A8-FA281D133B9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14" creationId="{21C9FE86-FCC3-4A31-AA1C-C882262B7FE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7:34.406" v="1082"/>
          <ac:spMkLst>
            <pc:docMk/>
            <pc:sldMk cId="852762841" sldId="292"/>
            <ac:spMk id="18" creationId="{A09989E4-EFDC-4A90-A633-E0525FB4139E}"/>
          </ac:spMkLst>
        </pc:s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8:18.172" v="1097" actId="14100"/>
        <pc:sldMkLst>
          <pc:docMk/>
          <pc:sldMk cId="1208949658" sldId="293"/>
        </pc:sldMkLst>
        <pc:spChg chg="mo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2" creationId="{22C8ACB7-79B8-30C3-7677-B0ED11E75247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8:18.172" v="1097" actId="14100"/>
          <ac:spMkLst>
            <pc:docMk/>
            <pc:sldMk cId="1208949658" sldId="293"/>
            <ac:spMk id="3" creationId="{47213EA9-A970-8276-E5F6-A0312D730C0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8" creationId="{DEE2AD96-B495-4E06-9291-B71706F728C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10" creationId="{53CF6D67-C5A8-4ADD-9E8E-1E38CA1D316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12" creationId="{86909FA0-B515-4681-B7A8-FA281D133B9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14" creationId="{21C9FE86-FCC3-4A31-AA1C-C882262B7FE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08.063" v="1092"/>
          <ac:spMkLst>
            <pc:docMk/>
            <pc:sldMk cId="1208949658" sldId="293"/>
            <ac:spMk id="18" creationId="{A09989E4-EFDC-4A90-A633-E0525FB4139E}"/>
          </ac:spMkLst>
        </pc:s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9:20.641" v="1120" actId="20577"/>
        <pc:sldMkLst>
          <pc:docMk/>
          <pc:sldMk cId="4095610037" sldId="294"/>
        </pc:sldMkLst>
        <pc:spChg chg="mo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2" creationId="{30003F6E-B671-5E80-1351-AABAAD0E27D8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9:20.641" v="1120" actId="20577"/>
          <ac:spMkLst>
            <pc:docMk/>
            <pc:sldMk cId="4095610037" sldId="294"/>
            <ac:spMk id="3" creationId="{3E35EB95-9A60-A92B-BFB7-6292B1AF171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8" creationId="{DEE2AD96-B495-4E06-9291-B71706F728C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10" creationId="{53CF6D67-C5A8-4ADD-9E8E-1E38CA1D316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12" creationId="{86909FA0-B515-4681-B7A8-FA281D133B9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14" creationId="{21C9FE86-FCC3-4A31-AA1C-C882262B7FE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8:40.766" v="1104"/>
          <ac:spMkLst>
            <pc:docMk/>
            <pc:sldMk cId="4095610037" sldId="294"/>
            <ac:spMk id="18" creationId="{A09989E4-EFDC-4A90-A633-E0525FB4139E}"/>
          </ac:spMkLst>
        </pc:s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19:52.548" v="1132" actId="14100"/>
        <pc:sldMkLst>
          <pc:docMk/>
          <pc:sldMk cId="1686355095" sldId="295"/>
        </pc:sldMkLst>
        <pc:spChg chg="mo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2" creationId="{B1C47B25-06AE-5304-D9FE-E4331DCD64F3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19:52.548" v="1132" actId="14100"/>
          <ac:spMkLst>
            <pc:docMk/>
            <pc:sldMk cId="1686355095" sldId="295"/>
            <ac:spMk id="3" creationId="{FC275AA1-294F-7CAF-DBB6-184D06A6DDAC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8" creationId="{DEE2AD96-B495-4E06-9291-B71706F728C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10" creationId="{53CF6D67-C5A8-4ADD-9E8E-1E38CA1D316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12" creationId="{86909FA0-B515-4681-B7A8-FA281D133B9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14" creationId="{21C9FE86-FCC3-4A31-AA1C-C882262B7FE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19:37.563" v="1122"/>
          <ac:spMkLst>
            <pc:docMk/>
            <pc:sldMk cId="1686355095" sldId="295"/>
            <ac:spMk id="18" creationId="{A09989E4-EFDC-4A90-A633-E0525FB4139E}"/>
          </ac:spMkLst>
        </pc:sp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20:45.798" v="1145" actId="20577"/>
        <pc:sldMkLst>
          <pc:docMk/>
          <pc:sldMk cId="990905942" sldId="296"/>
        </pc:sldMkLst>
        <pc:spChg chg="mo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2" creationId="{DB25CFD3-5FCB-E535-1FBA-6D35D458B2DC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20:45.798" v="1145" actId="20577"/>
          <ac:spMkLst>
            <pc:docMk/>
            <pc:sldMk cId="990905942" sldId="296"/>
            <ac:spMk id="3" creationId="{227BD80B-08C4-98C5-F447-889003D0303D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8" creationId="{DEE2AD96-B495-4E06-9291-B71706F728CB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10" creationId="{53CF6D67-C5A8-4ADD-9E8E-1E38CA1D316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12" creationId="{86909FA0-B515-4681-B7A8-FA281D133B94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14" creationId="{21C9FE86-FCC3-4A31-AA1C-C882262B7FE7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0:30.017" v="1140"/>
          <ac:spMkLst>
            <pc:docMk/>
            <pc:sldMk cId="990905942" sldId="296"/>
            <ac:spMk id="18" creationId="{A09989E4-EFDC-4A90-A633-E0525FB4139E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23:37.300" v="1175" actId="14100"/>
        <pc:sldMkLst>
          <pc:docMk/>
          <pc:sldMk cId="1263398144" sldId="297"/>
        </pc:sldMkLst>
        <pc:spChg chg="mod">
          <ac:chgData name="Arseniy Buzyan (extern)" userId="S::arseniy.buzyan@edu.stockholm.se::f92a01cd-049f-4602-b292-09b82d2ea4e3" providerId="AD" clId="Web-{496DACC3-8392-7FC7-A74E-D1DBD9048FE1}" dt="2026-08-09T08:23:37.300" v="1175" actId="14100"/>
          <ac:spMkLst>
            <pc:docMk/>
            <pc:sldMk cId="1263398144" sldId="297"/>
            <ac:spMk id="2" creationId="{CDB1DAC0-C6F8-292C-FA77-8227B931807E}"/>
          </ac:spMkLst>
        </pc:spChg>
        <pc:spChg chg="add del mod">
          <ac:chgData name="Arseniy Buzyan (extern)" userId="S::arseniy.buzyan@edu.stockholm.se::f92a01cd-049f-4602-b292-09b82d2ea4e3" providerId="AD" clId="Web-{496DACC3-8392-7FC7-A74E-D1DBD9048FE1}" dt="2026-08-09T08:22:45.971" v="1171" actId="20577"/>
          <ac:spMkLst>
            <pc:docMk/>
            <pc:sldMk cId="1263398144" sldId="297"/>
            <ac:spMk id="3" creationId="{68B6988E-E37D-BE95-DF8C-F6C443E2965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8" creationId="{09588DA8-065E-4F6F-8EFD-43104AB2E0CF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10" creationId="{C4285719-470E-454C-AF62-8323075F1F5B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12" creationId="{CD9FE4EF-C4D8-49A0-B2FF-81D8DB7D8A24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14" creationId="{4300840D-0A0B-4512-BACA-B439D5B9C57C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16" creationId="{D2B78728-A580-49A7-84F9-6EF6F583ADE0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18" creationId="{38FAA1A1-D861-433F-88FA-1E9D6FD31D11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21:44.205" v="1153"/>
          <ac:spMkLst>
            <pc:docMk/>
            <pc:sldMk cId="1263398144" sldId="297"/>
            <ac:spMk id="20" creationId="{8D71EDA1-87BF-4D5D-AB79-F346FD19278A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1:44.205" v="1154"/>
          <ac:spMkLst>
            <pc:docMk/>
            <pc:sldMk cId="1263398144" sldId="297"/>
            <ac:spMk id="22" creationId="{6405C78F-9B48-4B89-84D5-12F7CD40413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21:44.205" v="1154"/>
          <ac:spMkLst>
            <pc:docMk/>
            <pc:sldMk cId="1263398144" sldId="297"/>
            <ac:spMk id="23" creationId="{F2415187-98D5-440E-BD4A-1B2A0D39EAAD}"/>
          </ac:spMkLst>
        </pc:spChg>
        <pc:graphicFrameChg chg="add del mod ord modGraphic">
          <ac:chgData name="Arseniy Buzyan (extern)" userId="S::arseniy.buzyan@edu.stockholm.se::f92a01cd-049f-4602-b292-09b82d2ea4e3" providerId="AD" clId="Web-{496DACC3-8392-7FC7-A74E-D1DBD9048FE1}" dt="2026-08-09T08:21:31.236" v="1149"/>
          <ac:graphicFrameMkLst>
            <pc:docMk/>
            <pc:sldMk cId="1263398144" sldId="297"/>
            <ac:graphicFrameMk id="5" creationId="{1EBE7D81-43B6-7F5E-9FFE-1E35BC1DE9A7}"/>
          </ac:graphicFrameMkLst>
        </pc:graphicFrameChg>
        <pc:graphicFrameChg chg="add del mod ord modGraphic">
          <ac:chgData name="Arseniy Buzyan (extern)" userId="S::arseniy.buzyan@edu.stockholm.se::f92a01cd-049f-4602-b292-09b82d2ea4e3" providerId="AD" clId="Web-{496DACC3-8392-7FC7-A74E-D1DBD9048FE1}" dt="2026-08-09T08:22:10.705" v="1159"/>
          <ac:graphicFrameMkLst>
            <pc:docMk/>
            <pc:sldMk cId="1263398144" sldId="297"/>
            <ac:graphicFrameMk id="7" creationId="{55B4B337-DC53-6292-5057-E97A5E47FAD7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496DACC3-8392-7FC7-A74E-D1DBD9048FE1}" dt="2026-08-09T08:33:16.288" v="1205" actId="20577"/>
        <pc:sldMkLst>
          <pc:docMk/>
          <pc:sldMk cId="3220803107" sldId="298"/>
        </pc:sldMkLst>
        <pc:spChg chg="mod">
          <ac:chgData name="Arseniy Buzyan (extern)" userId="S::arseniy.buzyan@edu.stockholm.se::f92a01cd-049f-4602-b292-09b82d2ea4e3" providerId="AD" clId="Web-{496DACC3-8392-7FC7-A74E-D1DBD9048FE1}" dt="2026-08-09T08:32:59.241" v="1195" actId="20577"/>
          <ac:spMkLst>
            <pc:docMk/>
            <pc:sldMk cId="3220803107" sldId="298"/>
            <ac:spMk id="2" creationId="{F5C61713-A64E-437A-18DC-ECFCEBA4A3D6}"/>
          </ac:spMkLst>
        </pc:spChg>
        <pc:spChg chg="mod">
          <ac:chgData name="Arseniy Buzyan (extern)" userId="S::arseniy.buzyan@edu.stockholm.se::f92a01cd-049f-4602-b292-09b82d2ea4e3" providerId="AD" clId="Web-{496DACC3-8392-7FC7-A74E-D1DBD9048FE1}" dt="2026-08-09T08:33:16.288" v="1205" actId="20577"/>
          <ac:spMkLst>
            <pc:docMk/>
            <pc:sldMk cId="3220803107" sldId="298"/>
            <ac:spMk id="3" creationId="{38802977-BC73-3C4D-8955-0B4230FBBD6D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2:50.116" v="1183"/>
          <ac:spMkLst>
            <pc:docMk/>
            <pc:sldMk cId="3220803107" sldId="298"/>
            <ac:spMk id="8" creationId="{6405C78F-9B48-4B89-84D5-12F7CD40413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2:50.116" v="1183"/>
          <ac:spMkLst>
            <pc:docMk/>
            <pc:sldMk cId="3220803107" sldId="298"/>
            <ac:spMk id="10" creationId="{F2415187-98D5-440E-BD4A-1B2A0D39EAAD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36:25.839" v="1218" actId="1076"/>
        <pc:sldMkLst>
          <pc:docMk/>
          <pc:sldMk cId="280461416" sldId="299"/>
        </pc:sldMkLst>
        <pc:spChg chg="del">
          <ac:chgData name="Arseniy Buzyan (extern)" userId="S::arseniy.buzyan@edu.stockholm.se::f92a01cd-049f-4602-b292-09b82d2ea4e3" providerId="AD" clId="Web-{496DACC3-8392-7FC7-A74E-D1DBD9048FE1}" dt="2026-08-09T08:34:46.870" v="1210"/>
          <ac:spMkLst>
            <pc:docMk/>
            <pc:sldMk cId="280461416" sldId="299"/>
            <ac:spMk id="2" creationId="{5B869E08-E6DE-E32C-6CB4-63D917F2949C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34:46.870" v="1209"/>
          <ac:spMkLst>
            <pc:docMk/>
            <pc:sldMk cId="280461416" sldId="299"/>
            <ac:spMk id="3" creationId="{C54B1FEE-0AB4-7859-D86A-BEB4FA8541E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9" creationId="{F3060C83-F051-4F0E-ABAD-AA0DFC48B218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11" creationId="{83C98ABE-055B-441F-B07E-44F97F083C3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13" creationId="{29FDB030-9B49-4CED-8CCD-4D99382388AC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15" creationId="{3783CA14-24A1-485C-8B30-D6A5D87987AD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17" creationId="{9A97C86A-04D6-40F7-AE84-31AB43E6A84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19" creationId="{FF9F2414-84E8-453E-B1F3-389FDE8192D9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36:14.620" v="1215"/>
          <ac:spMkLst>
            <pc:docMk/>
            <pc:sldMk cId="280461416" sldId="299"/>
            <ac:spMk id="21" creationId="{3ECA69A1-7536-43AC-85EF-C7106179F5ED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36:25.839" v="1218" actId="1076"/>
          <ac:picMkLst>
            <pc:docMk/>
            <pc:sldMk cId="280461416" sldId="299"/>
            <ac:picMk id="4" creationId="{B1D40791-A501-8C19-7759-71B37887B9F0}"/>
          </ac:picMkLst>
        </pc:picChg>
      </pc:sldChg>
      <pc:sldChg chg="new del">
        <pc:chgData name="Arseniy Buzyan (extern)" userId="S::arseniy.buzyan@edu.stockholm.se::f92a01cd-049f-4602-b292-09b82d2ea4e3" providerId="AD" clId="Web-{496DACC3-8392-7FC7-A74E-D1DBD9048FE1}" dt="2026-08-09T08:34:12.757" v="1207"/>
        <pc:sldMkLst>
          <pc:docMk/>
          <pc:sldMk cId="3761476187" sldId="299"/>
        </pc:sldMkLst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43:12.295" v="1237" actId="1076"/>
        <pc:sldMkLst>
          <pc:docMk/>
          <pc:sldMk cId="2123386360" sldId="300"/>
        </pc:sldMkLst>
        <pc:spChg chg="del">
          <ac:chgData name="Arseniy Buzyan (extern)" userId="S::arseniy.buzyan@edu.stockholm.se::f92a01cd-049f-4602-b292-09b82d2ea4e3" providerId="AD" clId="Web-{496DACC3-8392-7FC7-A74E-D1DBD9048FE1}" dt="2026-08-09T08:42:47.608" v="1230"/>
          <ac:spMkLst>
            <pc:docMk/>
            <pc:sldMk cId="2123386360" sldId="300"/>
            <ac:spMk id="2" creationId="{5CA398E8-3BBE-7DC4-CA7B-5FA75E714823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42:47.608" v="1229"/>
          <ac:spMkLst>
            <pc:docMk/>
            <pc:sldMk cId="2123386360" sldId="300"/>
            <ac:spMk id="3" creationId="{DE2C81F4-5653-5C52-D6B4-982338B68BE1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42:53.045" v="1232"/>
          <ac:spMkLst>
            <pc:docMk/>
            <pc:sldMk cId="2123386360" sldId="300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43:12.295" v="1237" actId="1076"/>
          <ac:picMkLst>
            <pc:docMk/>
            <pc:sldMk cId="2123386360" sldId="300"/>
            <ac:picMk id="4" creationId="{41101D40-1417-ADE0-7746-74B05B48304A}"/>
          </ac:picMkLst>
        </pc:picChg>
      </pc:sldChg>
      <pc:sldChg chg="addSp delSp modSp new">
        <pc:chgData name="Arseniy Buzyan (extern)" userId="S::arseniy.buzyan@edu.stockholm.se::f92a01cd-049f-4602-b292-09b82d2ea4e3" providerId="AD" clId="Web-{496DACC3-8392-7FC7-A74E-D1DBD9048FE1}" dt="2026-08-09T08:44:49.218" v="1248" actId="1076"/>
        <pc:sldMkLst>
          <pc:docMk/>
          <pc:sldMk cId="3948098653" sldId="301"/>
        </pc:sldMkLst>
        <pc:spChg chg="del">
          <ac:chgData name="Arseniy Buzyan (extern)" userId="S::arseniy.buzyan@edu.stockholm.se::f92a01cd-049f-4602-b292-09b82d2ea4e3" providerId="AD" clId="Web-{496DACC3-8392-7FC7-A74E-D1DBD9048FE1}" dt="2026-08-09T08:44:23.280" v="1240"/>
          <ac:spMkLst>
            <pc:docMk/>
            <pc:sldMk cId="3948098653" sldId="301"/>
            <ac:spMk id="2" creationId="{297D275D-D27F-AD75-6FF8-23F87ACA028C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44:23.280" v="1239"/>
          <ac:spMkLst>
            <pc:docMk/>
            <pc:sldMk cId="3948098653" sldId="301"/>
            <ac:spMk id="3" creationId="{0F9EB981-8E17-69F4-BA83-20DE89CE2BFE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44:49.218" v="1248" actId="1076"/>
          <ac:picMkLst>
            <pc:docMk/>
            <pc:sldMk cId="3948098653" sldId="301"/>
            <ac:picMk id="4" creationId="{4FA28C94-F938-CED0-5E4A-276313648631}"/>
          </ac:picMkLst>
        </pc:picChg>
      </pc:sldChg>
      <pc:sldChg chg="addSp delSp modSp new">
        <pc:chgData name="Arseniy Buzyan (extern)" userId="S::arseniy.buzyan@edu.stockholm.se::f92a01cd-049f-4602-b292-09b82d2ea4e3" providerId="AD" clId="Web-{496DACC3-8392-7FC7-A74E-D1DBD9048FE1}" dt="2026-08-09T08:46:51.797" v="1257" actId="1076"/>
        <pc:sldMkLst>
          <pc:docMk/>
          <pc:sldMk cId="1348121585" sldId="302"/>
        </pc:sldMkLst>
        <pc:spChg chg="del">
          <ac:chgData name="Arseniy Buzyan (extern)" userId="S::arseniy.buzyan@edu.stockholm.se::f92a01cd-049f-4602-b292-09b82d2ea4e3" providerId="AD" clId="Web-{496DACC3-8392-7FC7-A74E-D1DBD9048FE1}" dt="2026-08-09T08:46:19.531" v="1251"/>
          <ac:spMkLst>
            <pc:docMk/>
            <pc:sldMk cId="1348121585" sldId="302"/>
            <ac:spMk id="2" creationId="{C3E86891-2440-7D46-8258-DFA25952B2FA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46:19.531" v="1250"/>
          <ac:spMkLst>
            <pc:docMk/>
            <pc:sldMk cId="1348121585" sldId="302"/>
            <ac:spMk id="3" creationId="{985F5C97-EEFF-E597-131D-CC4E76EDC23B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46:51.797" v="1257" actId="1076"/>
          <ac:picMkLst>
            <pc:docMk/>
            <pc:sldMk cId="1348121585" sldId="302"/>
            <ac:picMk id="4" creationId="{B4ACCA70-95B2-2EDA-628A-C0439FD26C4A}"/>
          </ac:picMkLst>
        </pc:picChg>
      </pc:sldChg>
      <pc:sldChg chg="addSp delSp modSp new">
        <pc:chgData name="Arseniy Buzyan (extern)" userId="S::arseniy.buzyan@edu.stockholm.se::f92a01cd-049f-4602-b292-09b82d2ea4e3" providerId="AD" clId="Web-{496DACC3-8392-7FC7-A74E-D1DBD9048FE1}" dt="2026-08-09T08:49:25.673" v="1268" actId="1076"/>
        <pc:sldMkLst>
          <pc:docMk/>
          <pc:sldMk cId="3497293739" sldId="303"/>
        </pc:sldMkLst>
        <pc:spChg chg="del">
          <ac:chgData name="Arseniy Buzyan (extern)" userId="S::arseniy.buzyan@edu.stockholm.se::f92a01cd-049f-4602-b292-09b82d2ea4e3" providerId="AD" clId="Web-{496DACC3-8392-7FC7-A74E-D1DBD9048FE1}" dt="2026-08-09T08:48:58.267" v="1260"/>
          <ac:spMkLst>
            <pc:docMk/>
            <pc:sldMk cId="3497293739" sldId="303"/>
            <ac:spMk id="2" creationId="{D4E42A8C-56D9-64E1-A19A-DE98832DAEDB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48:58.267" v="1259"/>
          <ac:spMkLst>
            <pc:docMk/>
            <pc:sldMk cId="3497293739" sldId="303"/>
            <ac:spMk id="3" creationId="{A66C427C-8F5A-8E75-4491-E7305EE60329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49:25.673" v="1268" actId="1076"/>
          <ac:picMkLst>
            <pc:docMk/>
            <pc:sldMk cId="3497293739" sldId="303"/>
            <ac:picMk id="4" creationId="{8097783B-5D5A-B89D-449C-21E881091951}"/>
          </ac:picMkLst>
        </pc:picChg>
      </pc:sldChg>
      <pc:sldChg chg="addSp delSp modSp new">
        <pc:chgData name="Arseniy Buzyan (extern)" userId="S::arseniy.buzyan@edu.stockholm.se::f92a01cd-049f-4602-b292-09b82d2ea4e3" providerId="AD" clId="Web-{496DACC3-8392-7FC7-A74E-D1DBD9048FE1}" dt="2026-08-09T08:51:30.471" v="1277" actId="1076"/>
        <pc:sldMkLst>
          <pc:docMk/>
          <pc:sldMk cId="3391666374" sldId="304"/>
        </pc:sldMkLst>
        <pc:spChg chg="del">
          <ac:chgData name="Arseniy Buzyan (extern)" userId="S::arseniy.buzyan@edu.stockholm.se::f92a01cd-049f-4602-b292-09b82d2ea4e3" providerId="AD" clId="Web-{496DACC3-8392-7FC7-A74E-D1DBD9048FE1}" dt="2026-08-09T08:51:10.549" v="1271"/>
          <ac:spMkLst>
            <pc:docMk/>
            <pc:sldMk cId="3391666374" sldId="304"/>
            <ac:spMk id="2" creationId="{8AB640CC-D3A8-5E3A-7F66-14498CA5EE74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51:10.549" v="1270"/>
          <ac:spMkLst>
            <pc:docMk/>
            <pc:sldMk cId="3391666374" sldId="304"/>
            <ac:spMk id="3" creationId="{C513CD98-F728-33F4-14D2-4D81D6FF7270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51:30.471" v="1277" actId="1076"/>
          <ac:picMkLst>
            <pc:docMk/>
            <pc:sldMk cId="3391666374" sldId="304"/>
            <ac:picMk id="4" creationId="{6E8D6E12-63F4-BC45-2B7B-BD6CDF239DB4}"/>
          </ac:picMkLst>
        </pc:picChg>
      </pc:sldChg>
      <pc:sldChg chg="addSp delSp modSp new">
        <pc:chgData name="Arseniy Buzyan (extern)" userId="S::arseniy.buzyan@edu.stockholm.se::f92a01cd-049f-4602-b292-09b82d2ea4e3" providerId="AD" clId="Web-{496DACC3-8392-7FC7-A74E-D1DBD9048FE1}" dt="2026-08-09T08:54:15.103" v="1286" actId="1076"/>
        <pc:sldMkLst>
          <pc:docMk/>
          <pc:sldMk cId="234920773" sldId="305"/>
        </pc:sldMkLst>
        <pc:spChg chg="del">
          <ac:chgData name="Arseniy Buzyan (extern)" userId="S::arseniy.buzyan@edu.stockholm.se::f92a01cd-049f-4602-b292-09b82d2ea4e3" providerId="AD" clId="Web-{496DACC3-8392-7FC7-A74E-D1DBD9048FE1}" dt="2026-08-09T08:53:53.300" v="1280"/>
          <ac:spMkLst>
            <pc:docMk/>
            <pc:sldMk cId="234920773" sldId="305"/>
            <ac:spMk id="2" creationId="{C87D05F6-BB3F-297D-9C5C-C21EF42B9E5B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53:53.300" v="1279"/>
          <ac:spMkLst>
            <pc:docMk/>
            <pc:sldMk cId="234920773" sldId="305"/>
            <ac:spMk id="3" creationId="{EB096C5F-B74E-F51A-6303-B6F08FFF5308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54:15.103" v="1286" actId="1076"/>
          <ac:picMkLst>
            <pc:docMk/>
            <pc:sldMk cId="234920773" sldId="305"/>
            <ac:picMk id="4" creationId="{F72DA26A-B87A-0E49-D051-57D82A12EE7F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56:02.229" v="1301" actId="1076"/>
        <pc:sldMkLst>
          <pc:docMk/>
          <pc:sldMk cId="2917040694" sldId="306"/>
        </pc:sldMkLst>
        <pc:spChg chg="del">
          <ac:chgData name="Arseniy Buzyan (extern)" userId="S::arseniy.buzyan@edu.stockholm.se::f92a01cd-049f-4602-b292-09b82d2ea4e3" providerId="AD" clId="Web-{496DACC3-8392-7FC7-A74E-D1DBD9048FE1}" dt="2026-08-09T08:55:12.057" v="1289"/>
          <ac:spMkLst>
            <pc:docMk/>
            <pc:sldMk cId="2917040694" sldId="306"/>
            <ac:spMk id="2" creationId="{7EAA9A0B-8503-E18F-70CC-8EAEAD84D5CD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55:12.057" v="1288"/>
          <ac:spMkLst>
            <pc:docMk/>
            <pc:sldMk cId="2917040694" sldId="306"/>
            <ac:spMk id="3" creationId="{A6BD399E-A076-8459-DAD1-11DDA8705A88}"/>
          </ac:spMkLst>
        </pc:spChg>
        <pc:spChg chg="add del">
          <ac:chgData name="Arseniy Buzyan (extern)" userId="S::arseniy.buzyan@edu.stockholm.se::f92a01cd-049f-4602-b292-09b82d2ea4e3" providerId="AD" clId="Web-{496DACC3-8392-7FC7-A74E-D1DBD9048FE1}" dt="2026-08-09T08:55:35.010" v="1296"/>
          <ac:spMkLst>
            <pc:docMk/>
            <pc:sldMk cId="2917040694" sldId="306"/>
            <ac:spMk id="9" creationId="{42A4FC2C-047E-45A5-965D-8E1E3BF09BC6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55:35.010" v="1296"/>
          <ac:spMkLst>
            <pc:docMk/>
            <pc:sldMk cId="2917040694" sldId="306"/>
            <ac:spMk id="14" creationId="{206E56BB-C8E6-4F70-B8BF-921C4912D6DE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55:35.010" v="1296"/>
          <ac:spMkLst>
            <pc:docMk/>
            <pc:sldMk cId="2917040694" sldId="306"/>
            <ac:spMk id="16" creationId="{99643316-AB20-4DD1-8578-B5D7F033C0A3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56:02.229" v="1301" actId="1076"/>
          <ac:picMkLst>
            <pc:docMk/>
            <pc:sldMk cId="2917040694" sldId="306"/>
            <ac:picMk id="4" creationId="{D5FA0FF4-4CE8-5586-DF41-CA13C1EF3DC1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496DACC3-8392-7FC7-A74E-D1DBD9048FE1}" dt="2026-08-09T08:57:13.026" v="1315" actId="1076"/>
        <pc:sldMkLst>
          <pc:docMk/>
          <pc:sldMk cId="265381291" sldId="307"/>
        </pc:sldMkLst>
        <pc:spChg chg="del">
          <ac:chgData name="Arseniy Buzyan (extern)" userId="S::arseniy.buzyan@edu.stockholm.se::f92a01cd-049f-4602-b292-09b82d2ea4e3" providerId="AD" clId="Web-{496DACC3-8392-7FC7-A74E-D1DBD9048FE1}" dt="2026-08-09T08:56:33.667" v="1304"/>
          <ac:spMkLst>
            <pc:docMk/>
            <pc:sldMk cId="265381291" sldId="307"/>
            <ac:spMk id="2" creationId="{797DF0F6-B231-8C3D-7AB6-99DBAFE123F7}"/>
          </ac:spMkLst>
        </pc:spChg>
        <pc:spChg chg="del">
          <ac:chgData name="Arseniy Buzyan (extern)" userId="S::arseniy.buzyan@edu.stockholm.se::f92a01cd-049f-4602-b292-09b82d2ea4e3" providerId="AD" clId="Web-{496DACC3-8392-7FC7-A74E-D1DBD9048FE1}" dt="2026-08-09T08:56:33.667" v="1303"/>
          <ac:spMkLst>
            <pc:docMk/>
            <pc:sldMk cId="265381291" sldId="307"/>
            <ac:spMk id="3" creationId="{4F3A938D-8503-1F79-948C-BD447331ED92}"/>
          </ac:spMkLst>
        </pc:spChg>
        <pc:spChg chg="add">
          <ac:chgData name="Arseniy Buzyan (extern)" userId="S::arseniy.buzyan@edu.stockholm.se::f92a01cd-049f-4602-b292-09b82d2ea4e3" providerId="AD" clId="Web-{496DACC3-8392-7FC7-A74E-D1DBD9048FE1}" dt="2026-08-09T08:56:38.604" v="1306"/>
          <ac:spMkLst>
            <pc:docMk/>
            <pc:sldMk cId="265381291" sldId="307"/>
            <ac:spMk id="9" creationId="{42A4FC2C-047E-45A5-965D-8E1E3BF09BC6}"/>
          </ac:spMkLst>
        </pc:spChg>
        <pc:picChg chg="add mod modCrop">
          <ac:chgData name="Arseniy Buzyan (extern)" userId="S::arseniy.buzyan@edu.stockholm.se::f92a01cd-049f-4602-b292-09b82d2ea4e3" providerId="AD" clId="Web-{496DACC3-8392-7FC7-A74E-D1DBD9048FE1}" dt="2026-08-09T08:57:13.026" v="1315" actId="1076"/>
          <ac:picMkLst>
            <pc:docMk/>
            <pc:sldMk cId="265381291" sldId="307"/>
            <ac:picMk id="4" creationId="{C1EB9BC6-77B3-7F22-D354-D61FAE50491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7DD329-0740-42F4-BBE9-5C340109B0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6_2" csCatId="accent6" phldr="1"/>
      <dgm:spPr/>
      <dgm:t>
        <a:bodyPr/>
        <a:lstStyle/>
        <a:p>
          <a:endParaRPr lang="en-US"/>
        </a:p>
      </dgm:t>
    </dgm:pt>
    <dgm:pt modelId="{A9F6C2A5-6D71-400A-A464-C072CD94606F}">
      <dgm:prSet/>
      <dgm:spPr/>
      <dgm:t>
        <a:bodyPr/>
        <a:lstStyle/>
        <a:p>
          <a:r>
            <a:rPr lang="en-US" dirty="0" err="1"/>
            <a:t>Två</a:t>
          </a:r>
          <a:r>
            <a:rPr lang="en-US" dirty="0"/>
            <a:t> </a:t>
          </a:r>
          <a:r>
            <a:rPr lang="en-US" dirty="0" err="1"/>
            <a:t>begrepp</a:t>
          </a:r>
          <a:r>
            <a:rPr lang="en-US" dirty="0"/>
            <a:t> </a:t>
          </a:r>
          <a:r>
            <a:rPr lang="en-US" dirty="0" err="1"/>
            <a:t>som</a:t>
          </a:r>
          <a:r>
            <a:rPr lang="en-US" dirty="0"/>
            <a:t> </a:t>
          </a:r>
          <a:r>
            <a:rPr lang="en-US" dirty="0" err="1"/>
            <a:t>är</a:t>
          </a:r>
          <a:r>
            <a:rPr lang="en-US" dirty="0"/>
            <a:t> </a:t>
          </a:r>
          <a:r>
            <a:rPr lang="en-US" dirty="0" err="1"/>
            <a:t>nyckeln</a:t>
          </a:r>
          <a:r>
            <a:rPr lang="en-US" dirty="0"/>
            <a:t> till </a:t>
          </a:r>
          <a:r>
            <a:rPr lang="en-US" dirty="0" err="1"/>
            <a:t>att</a:t>
          </a:r>
          <a:r>
            <a:rPr lang="en-US" dirty="0"/>
            <a:t> </a:t>
          </a:r>
          <a:r>
            <a:rPr lang="en-US" dirty="0" err="1"/>
            <a:t>förstå</a:t>
          </a:r>
          <a:r>
            <a:rPr lang="en-US" dirty="0"/>
            <a:t> Terraform:</a:t>
          </a:r>
        </a:p>
      </dgm:t>
    </dgm:pt>
    <dgm:pt modelId="{3BE94A6F-FB1B-46CA-BFE8-532EE4FA3385}" type="parTrans" cxnId="{72970EEA-AC7D-44C3-A478-2507DBB8432A}">
      <dgm:prSet/>
      <dgm:spPr/>
      <dgm:t>
        <a:bodyPr/>
        <a:lstStyle/>
        <a:p>
          <a:endParaRPr lang="en-US"/>
        </a:p>
      </dgm:t>
    </dgm:pt>
    <dgm:pt modelId="{08C8A0CA-71A6-4CBD-A8B4-E0C2C50D8E2E}" type="sibTrans" cxnId="{72970EEA-AC7D-44C3-A478-2507DBB8432A}">
      <dgm:prSet/>
      <dgm:spPr/>
      <dgm:t>
        <a:bodyPr/>
        <a:lstStyle/>
        <a:p>
          <a:endParaRPr lang="en-US"/>
        </a:p>
      </dgm:t>
    </dgm:pt>
    <dgm:pt modelId="{AB4AFB8B-DEB4-4DB9-B107-E07606B35487}">
      <dgm:prSet/>
      <dgm:spPr/>
      <dgm:t>
        <a:bodyPr/>
        <a:lstStyle/>
        <a:p>
          <a:r>
            <a:rPr lang="en-US" b="1" dirty="0"/>
            <a:t>Provider = "Vilken </a:t>
          </a:r>
          <a:r>
            <a:rPr lang="en-US" b="1" dirty="0" err="1"/>
            <a:t>plattform</a:t>
          </a:r>
          <a:r>
            <a:rPr lang="en-US" b="1" dirty="0"/>
            <a:t>?"</a:t>
          </a:r>
          <a:endParaRPr lang="en-US" dirty="0"/>
        </a:p>
      </dgm:t>
    </dgm:pt>
    <dgm:pt modelId="{1244D96C-AB6E-434B-A695-DB5ADCF9ED67}" type="parTrans" cxnId="{8FB3A7C5-45D6-4286-AEC4-9421353217BF}">
      <dgm:prSet/>
      <dgm:spPr/>
      <dgm:t>
        <a:bodyPr/>
        <a:lstStyle/>
        <a:p>
          <a:endParaRPr lang="en-US"/>
        </a:p>
      </dgm:t>
    </dgm:pt>
    <dgm:pt modelId="{4E6AAFEC-BD98-4354-8E20-1FB636AE75C7}" type="sibTrans" cxnId="{8FB3A7C5-45D6-4286-AEC4-9421353217BF}">
      <dgm:prSet/>
      <dgm:spPr/>
      <dgm:t>
        <a:bodyPr/>
        <a:lstStyle/>
        <a:p>
          <a:endParaRPr lang="en-US"/>
        </a:p>
      </dgm:t>
    </dgm:pt>
    <dgm:pt modelId="{393793CF-7BE1-4FFD-8852-B99A6B672F49}">
      <dgm:prSet/>
      <dgm:spPr/>
      <dgm:t>
        <a:bodyPr/>
        <a:lstStyle/>
        <a:p>
          <a:r>
            <a:rPr lang="en-US" dirty="0" err="1"/>
            <a:t>hcl</a:t>
          </a:r>
        </a:p>
      </dgm:t>
    </dgm:pt>
    <dgm:pt modelId="{D5133B9B-7AFF-4545-9357-7638D392CD54}" type="parTrans" cxnId="{122F2AC6-161F-4A9F-AF35-78FD6FCF8DA1}">
      <dgm:prSet/>
      <dgm:spPr/>
      <dgm:t>
        <a:bodyPr/>
        <a:lstStyle/>
        <a:p>
          <a:endParaRPr lang="en-US"/>
        </a:p>
      </dgm:t>
    </dgm:pt>
    <dgm:pt modelId="{1D49AE2C-1CDC-45CA-8E9F-3A95EA85C361}" type="sibTrans" cxnId="{122F2AC6-161F-4A9F-AF35-78FD6FCF8DA1}">
      <dgm:prSet/>
      <dgm:spPr/>
      <dgm:t>
        <a:bodyPr/>
        <a:lstStyle/>
        <a:p>
          <a:endParaRPr lang="en-US"/>
        </a:p>
      </dgm:t>
    </dgm:pt>
    <dgm:pt modelId="{B3578B2A-9690-44EF-B019-2566B5B2751B}">
      <dgm:prSet custT="0"/>
      <dgm:spPr/>
      <dgm:t>
        <a:bodyPr/>
        <a:lstStyle/>
        <a:p>
          <a:r>
            <a:rPr lang="en-US" dirty="0"/>
            <a:t>provider </a:t>
          </a:r>
          <a:r>
            <a:rPr lang="en-US" b="1" dirty="0"/>
            <a:t>"local" { }</a:t>
          </a:r>
          <a:br>
            <a:rPr lang="en-US" b="1" dirty="0"/>
          </a:br>
          <a:r>
            <a:rPr lang="en-US" i="1" dirty="0"/>
            <a:t># Detta talar om för Terraform </a:t>
          </a:r>
          <a:r>
            <a:rPr lang="en-US" i="1" dirty="0" err="1"/>
            <a:t>att</a:t>
          </a:r>
          <a:r>
            <a:rPr lang="en-US" i="1" dirty="0"/>
            <a:t> </a:t>
          </a:r>
          <a:r>
            <a:rPr lang="en-US" i="1" dirty="0" err="1"/>
            <a:t>jobba</a:t>
          </a:r>
          <a:r>
            <a:rPr lang="en-US" i="1" dirty="0"/>
            <a:t> </a:t>
          </a:r>
          <a:r>
            <a:rPr lang="en-US" i="1" dirty="0" err="1"/>
            <a:t>på</a:t>
          </a:r>
          <a:r>
            <a:rPr lang="en-US" i="1" dirty="0"/>
            <a:t> din </a:t>
          </a:r>
          <a:r>
            <a:rPr lang="en-US" i="1" dirty="0" err="1"/>
            <a:t>dator</a:t>
          </a:r>
          <a:endParaRPr lang="en-US" dirty="0" err="1"/>
        </a:p>
      </dgm:t>
    </dgm:pt>
    <dgm:pt modelId="{380A8617-0886-4862-87B0-63A6C66ECFFA}" type="parTrans" cxnId="{9CEEA0B8-FBD0-4DCE-A7B6-0B472AB8BCFA}">
      <dgm:prSet/>
      <dgm:spPr/>
      <dgm:t>
        <a:bodyPr/>
        <a:lstStyle/>
        <a:p>
          <a:endParaRPr lang="en-US"/>
        </a:p>
      </dgm:t>
    </dgm:pt>
    <dgm:pt modelId="{9578910A-5E9E-424E-8547-796AB2D1A663}" type="sibTrans" cxnId="{9CEEA0B8-FBD0-4DCE-A7B6-0B472AB8BCFA}">
      <dgm:prSet/>
      <dgm:spPr/>
      <dgm:t>
        <a:bodyPr/>
        <a:lstStyle/>
        <a:p>
          <a:endParaRPr lang="en-US"/>
        </a:p>
      </dgm:t>
    </dgm:pt>
    <dgm:pt modelId="{CB7FF6C2-5C30-44E1-9447-9F801BB09AC3}">
      <dgm:prSet/>
      <dgm:spPr/>
      <dgm:t>
        <a:bodyPr/>
        <a:lstStyle/>
        <a:p>
          <a:r>
            <a:rPr lang="en-US" dirty="0"/>
            <a:t>local    Din </a:t>
          </a:r>
          <a:r>
            <a:rPr lang="en-US" dirty="0" err="1"/>
            <a:t>lokala</a:t>
          </a:r>
          <a:r>
            <a:rPr lang="en-US" dirty="0"/>
            <a:t> </a:t>
          </a:r>
          <a:r>
            <a:rPr lang="en-US" dirty="0" err="1"/>
            <a:t>dator</a:t>
          </a:r>
          <a:r>
            <a:rPr lang="en-US" dirty="0"/>
            <a:t> (filer, </a:t>
          </a:r>
          <a:r>
            <a:rPr lang="en-US" dirty="0" err="1"/>
            <a:t>mappar</a:t>
          </a:r>
          <a:r>
            <a:rPr lang="en-US" dirty="0"/>
            <a:t>)    </a:t>
          </a:r>
          <a:r>
            <a:rPr lang="en-US" b="1" dirty="0"/>
            <a:t>provider "local" { }</a:t>
          </a:r>
        </a:p>
      </dgm:t>
    </dgm:pt>
    <dgm:pt modelId="{1F5CE3E3-9F8C-4BA9-94DB-94021A6518AA}" type="parTrans" cxnId="{6959EB37-2650-42C8-BD66-BEA03A8C687D}">
      <dgm:prSet/>
      <dgm:spPr/>
      <dgm:t>
        <a:bodyPr/>
        <a:lstStyle/>
        <a:p>
          <a:endParaRPr lang="en-US"/>
        </a:p>
      </dgm:t>
    </dgm:pt>
    <dgm:pt modelId="{B2AEC061-1EB7-473F-A89C-62ACA414956C}" type="sibTrans" cxnId="{6959EB37-2650-42C8-BD66-BEA03A8C687D}">
      <dgm:prSet/>
      <dgm:spPr/>
      <dgm:t>
        <a:bodyPr/>
        <a:lstStyle/>
        <a:p>
          <a:endParaRPr lang="en-US"/>
        </a:p>
      </dgm:t>
    </dgm:pt>
    <dgm:pt modelId="{56E4C8E7-8D85-402D-97EB-D9B4E3FCA607}">
      <dgm:prSet/>
      <dgm:spPr/>
      <dgm:t>
        <a:bodyPr/>
        <a:lstStyle/>
        <a:p>
          <a:r>
            <a:rPr lang="en-US" dirty="0" err="1"/>
            <a:t>aws</a:t>
          </a:r>
          <a:r>
            <a:rPr lang="en-US" dirty="0"/>
            <a:t>    Amazon Web Services    </a:t>
          </a:r>
          <a:r>
            <a:rPr lang="en-US" b="1" dirty="0"/>
            <a:t>provider "</a:t>
          </a:r>
          <a:r>
            <a:rPr lang="en-US" b="1" dirty="0" err="1"/>
            <a:t>aws</a:t>
          </a:r>
          <a:r>
            <a:rPr lang="en-US" b="1" dirty="0"/>
            <a:t>" { region = "eu-north-1" }</a:t>
          </a:r>
        </a:p>
      </dgm:t>
    </dgm:pt>
    <dgm:pt modelId="{05B13E21-2C8B-496D-8B27-827C82584B91}" type="parTrans" cxnId="{AF929DDA-9FFE-44EA-AE45-CF182E96CD33}">
      <dgm:prSet/>
      <dgm:spPr/>
      <dgm:t>
        <a:bodyPr/>
        <a:lstStyle/>
        <a:p>
          <a:endParaRPr lang="en-US"/>
        </a:p>
      </dgm:t>
    </dgm:pt>
    <dgm:pt modelId="{A669C8C0-69ED-45E8-8C81-4D45BBE3C58C}" type="sibTrans" cxnId="{AF929DDA-9FFE-44EA-AE45-CF182E96CD33}">
      <dgm:prSet/>
      <dgm:spPr/>
      <dgm:t>
        <a:bodyPr/>
        <a:lstStyle/>
        <a:p>
          <a:endParaRPr lang="en-US"/>
        </a:p>
      </dgm:t>
    </dgm:pt>
    <dgm:pt modelId="{EDC815CC-DA13-46C6-BAA4-E77A1A7BF420}">
      <dgm:prSet/>
      <dgm:spPr/>
      <dgm:t>
        <a:bodyPr/>
        <a:lstStyle/>
        <a:p>
          <a:r>
            <a:rPr lang="en-US" dirty="0"/>
            <a:t>azure    Microsoft Azure   </a:t>
          </a:r>
          <a:r>
            <a:rPr lang="en-US" b="1" dirty="0"/>
            <a:t> provider "</a:t>
          </a:r>
          <a:r>
            <a:rPr lang="en-US" b="1" dirty="0" err="1"/>
            <a:t>azurerm</a:t>
          </a:r>
          <a:r>
            <a:rPr lang="en-US" b="1" dirty="0"/>
            <a:t>" { features {} }</a:t>
          </a:r>
        </a:p>
      </dgm:t>
    </dgm:pt>
    <dgm:pt modelId="{5E891F0F-883F-41ED-94EA-399785BAD8BA}" type="parTrans" cxnId="{DA3ED091-0C02-47C6-962B-2847BA1F22A7}">
      <dgm:prSet/>
      <dgm:spPr/>
      <dgm:t>
        <a:bodyPr/>
        <a:lstStyle/>
        <a:p>
          <a:endParaRPr lang="en-US"/>
        </a:p>
      </dgm:t>
    </dgm:pt>
    <dgm:pt modelId="{87F7A747-45DD-46D4-9921-C2D1441B31CA}" type="sibTrans" cxnId="{DA3ED091-0C02-47C6-962B-2847BA1F22A7}">
      <dgm:prSet/>
      <dgm:spPr/>
      <dgm:t>
        <a:bodyPr/>
        <a:lstStyle/>
        <a:p>
          <a:endParaRPr lang="en-US"/>
        </a:p>
      </dgm:t>
    </dgm:pt>
    <dgm:pt modelId="{C6EEE49A-77F3-4FC9-8552-4523D6545CC1}" type="pres">
      <dgm:prSet presAssocID="{7C7DD329-0740-42F4-BBE9-5C340109B0CA}" presName="root" presStyleCnt="0">
        <dgm:presLayoutVars>
          <dgm:dir/>
          <dgm:resizeHandles val="exact"/>
        </dgm:presLayoutVars>
      </dgm:prSet>
      <dgm:spPr/>
    </dgm:pt>
    <dgm:pt modelId="{A3022ECA-8DAB-4B0A-9204-10F54986EC23}" type="pres">
      <dgm:prSet presAssocID="{A9F6C2A5-6D71-400A-A464-C072CD94606F}" presName="compNode" presStyleCnt="0"/>
      <dgm:spPr/>
    </dgm:pt>
    <dgm:pt modelId="{4414E98B-14EB-4BCA-B055-9B1E0A222039}" type="pres">
      <dgm:prSet presAssocID="{A9F6C2A5-6D71-400A-A464-C072CD94606F}" presName="bgRect" presStyleLbl="bgShp" presStyleIdx="0" presStyleCnt="7"/>
      <dgm:spPr/>
    </dgm:pt>
    <dgm:pt modelId="{59E4D3A2-EB99-4693-97A2-6C9A11ED750E}" type="pres">
      <dgm:prSet presAssocID="{A9F6C2A5-6D71-400A-A464-C072CD94606F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C6A30E3-F7C8-4D96-85B1-05A485466B3F}" type="pres">
      <dgm:prSet presAssocID="{A9F6C2A5-6D71-400A-A464-C072CD94606F}" presName="spaceRect" presStyleCnt="0"/>
      <dgm:spPr/>
    </dgm:pt>
    <dgm:pt modelId="{FCDB4ACA-213E-4869-A78C-1B714DCA9EC2}" type="pres">
      <dgm:prSet presAssocID="{A9F6C2A5-6D71-400A-A464-C072CD94606F}" presName="parTx" presStyleLbl="revTx" presStyleIdx="0" presStyleCnt="7">
        <dgm:presLayoutVars>
          <dgm:chMax val="0"/>
          <dgm:chPref val="0"/>
        </dgm:presLayoutVars>
      </dgm:prSet>
      <dgm:spPr/>
    </dgm:pt>
    <dgm:pt modelId="{3A74306A-6F2E-42B6-BB7C-D03C44D53AEC}" type="pres">
      <dgm:prSet presAssocID="{08C8A0CA-71A6-4CBD-A8B4-E0C2C50D8E2E}" presName="sibTrans" presStyleCnt="0"/>
      <dgm:spPr/>
    </dgm:pt>
    <dgm:pt modelId="{006A4A8F-745C-4A89-A469-1C83957E3590}" type="pres">
      <dgm:prSet presAssocID="{AB4AFB8B-DEB4-4DB9-B107-E07606B35487}" presName="compNode" presStyleCnt="0"/>
      <dgm:spPr/>
    </dgm:pt>
    <dgm:pt modelId="{4E405383-466A-429B-9F58-79D67A9BA43B}" type="pres">
      <dgm:prSet presAssocID="{AB4AFB8B-DEB4-4DB9-B107-E07606B35487}" presName="bgRect" presStyleLbl="bgShp" presStyleIdx="1" presStyleCnt="7"/>
      <dgm:spPr/>
    </dgm:pt>
    <dgm:pt modelId="{1257566D-B1D7-41B3-AEF2-DA18345F6CBE}" type="pres">
      <dgm:prSet presAssocID="{AB4AFB8B-DEB4-4DB9-B107-E07606B35487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ägg till"/>
        </a:ext>
      </dgm:extLst>
    </dgm:pt>
    <dgm:pt modelId="{CCF1E4BE-6600-433B-B6DA-3400854E640E}" type="pres">
      <dgm:prSet presAssocID="{AB4AFB8B-DEB4-4DB9-B107-E07606B35487}" presName="spaceRect" presStyleCnt="0"/>
      <dgm:spPr/>
    </dgm:pt>
    <dgm:pt modelId="{5D0924C7-EE39-4724-9B91-4CEF2BA81D68}" type="pres">
      <dgm:prSet presAssocID="{AB4AFB8B-DEB4-4DB9-B107-E07606B35487}" presName="parTx" presStyleLbl="revTx" presStyleIdx="1" presStyleCnt="7">
        <dgm:presLayoutVars>
          <dgm:chMax val="0"/>
          <dgm:chPref val="0"/>
        </dgm:presLayoutVars>
      </dgm:prSet>
      <dgm:spPr/>
    </dgm:pt>
    <dgm:pt modelId="{32A6F92C-75BF-48F4-A316-602EAEB2D28B}" type="pres">
      <dgm:prSet presAssocID="{4E6AAFEC-BD98-4354-8E20-1FB636AE75C7}" presName="sibTrans" presStyleCnt="0"/>
      <dgm:spPr/>
    </dgm:pt>
    <dgm:pt modelId="{B1A88C6F-01FF-446E-B846-1022E0821894}" type="pres">
      <dgm:prSet presAssocID="{393793CF-7BE1-4FFD-8852-B99A6B672F49}" presName="compNode" presStyleCnt="0"/>
      <dgm:spPr/>
    </dgm:pt>
    <dgm:pt modelId="{87CBDE51-AFEC-470E-B2D7-98C073E951E5}" type="pres">
      <dgm:prSet presAssocID="{393793CF-7BE1-4FFD-8852-B99A6B672F49}" presName="bgRect" presStyleLbl="bgShp" presStyleIdx="2" presStyleCnt="7"/>
      <dgm:spPr/>
    </dgm:pt>
    <dgm:pt modelId="{135F27DA-2791-455D-93DA-364E406A7CE5}" type="pres">
      <dgm:prSet presAssocID="{393793CF-7BE1-4FFD-8852-B99A6B672F49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ål"/>
        </a:ext>
      </dgm:extLst>
    </dgm:pt>
    <dgm:pt modelId="{3EC4E1ED-65F4-4B34-9D5F-214617C56CD1}" type="pres">
      <dgm:prSet presAssocID="{393793CF-7BE1-4FFD-8852-B99A6B672F49}" presName="spaceRect" presStyleCnt="0"/>
      <dgm:spPr/>
    </dgm:pt>
    <dgm:pt modelId="{1C04F5F9-D573-4966-ABA5-28823CD230CB}" type="pres">
      <dgm:prSet presAssocID="{393793CF-7BE1-4FFD-8852-B99A6B672F49}" presName="parTx" presStyleLbl="revTx" presStyleIdx="2" presStyleCnt="7">
        <dgm:presLayoutVars>
          <dgm:chMax val="0"/>
          <dgm:chPref val="0"/>
        </dgm:presLayoutVars>
      </dgm:prSet>
      <dgm:spPr/>
    </dgm:pt>
    <dgm:pt modelId="{E9395219-C60B-470B-BC5D-94EA9408B661}" type="pres">
      <dgm:prSet presAssocID="{1D49AE2C-1CDC-45CA-8E9F-3A95EA85C361}" presName="sibTrans" presStyleCnt="0"/>
      <dgm:spPr/>
    </dgm:pt>
    <dgm:pt modelId="{CF4B97B6-1A61-47E5-B690-27149348ACCB}" type="pres">
      <dgm:prSet presAssocID="{B3578B2A-9690-44EF-B019-2566B5B2751B}" presName="compNode" presStyleCnt="0"/>
      <dgm:spPr/>
    </dgm:pt>
    <dgm:pt modelId="{CA3A95BB-C4C9-49E5-96C2-F67D46C70B52}" type="pres">
      <dgm:prSet presAssocID="{B3578B2A-9690-44EF-B019-2566B5B2751B}" presName="bgRect" presStyleLbl="bgShp" presStyleIdx="3" presStyleCnt="7"/>
      <dgm:spPr/>
    </dgm:pt>
    <dgm:pt modelId="{08615908-46B7-45D8-B41D-19C210D471F4}" type="pres">
      <dgm:prSet presAssocID="{B3578B2A-9690-44EF-B019-2566B5B2751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nga"/>
        </a:ext>
      </dgm:extLst>
    </dgm:pt>
    <dgm:pt modelId="{C9850F7C-95AF-4F45-A4A7-B35F558A9DD5}" type="pres">
      <dgm:prSet presAssocID="{B3578B2A-9690-44EF-B019-2566B5B2751B}" presName="spaceRect" presStyleCnt="0"/>
      <dgm:spPr/>
    </dgm:pt>
    <dgm:pt modelId="{B82FC15A-7EFF-4DBA-B22A-6157A0E6FDA1}" type="pres">
      <dgm:prSet presAssocID="{B3578B2A-9690-44EF-B019-2566B5B2751B}" presName="parTx" presStyleLbl="revTx" presStyleIdx="3" presStyleCnt="7">
        <dgm:presLayoutVars>
          <dgm:chMax val="0"/>
          <dgm:chPref val="0"/>
        </dgm:presLayoutVars>
      </dgm:prSet>
      <dgm:spPr/>
    </dgm:pt>
    <dgm:pt modelId="{3FC18BDD-B550-4DCA-8543-06F7CF760EB7}" type="pres">
      <dgm:prSet presAssocID="{9578910A-5E9E-424E-8547-796AB2D1A663}" presName="sibTrans" presStyleCnt="0"/>
      <dgm:spPr/>
    </dgm:pt>
    <dgm:pt modelId="{0356F84C-8E2D-4420-B0DE-C6FF3138CA4C}" type="pres">
      <dgm:prSet presAssocID="{CB7FF6C2-5C30-44E1-9447-9F801BB09AC3}" presName="compNode" presStyleCnt="0"/>
      <dgm:spPr/>
    </dgm:pt>
    <dgm:pt modelId="{586AB453-DFBC-4A32-B6D7-136B2420ADCB}" type="pres">
      <dgm:prSet presAssocID="{CB7FF6C2-5C30-44E1-9447-9F801BB09AC3}" presName="bgRect" presStyleLbl="bgShp" presStyleIdx="4" presStyleCnt="7"/>
      <dgm:spPr/>
    </dgm:pt>
    <dgm:pt modelId="{ED90CFBE-72AB-4F9F-BAFC-413625E0E4AA}" type="pres">
      <dgm:prSet presAssocID="{CB7FF6C2-5C30-44E1-9447-9F801BB09AC3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ck"/>
        </a:ext>
      </dgm:extLst>
    </dgm:pt>
    <dgm:pt modelId="{524BBD15-3EEB-44DB-84F7-61EAD88BAF94}" type="pres">
      <dgm:prSet presAssocID="{CB7FF6C2-5C30-44E1-9447-9F801BB09AC3}" presName="spaceRect" presStyleCnt="0"/>
      <dgm:spPr/>
    </dgm:pt>
    <dgm:pt modelId="{C1840489-86C8-4944-A7B8-F8D94D9015EE}" type="pres">
      <dgm:prSet presAssocID="{CB7FF6C2-5C30-44E1-9447-9F801BB09AC3}" presName="parTx" presStyleLbl="revTx" presStyleIdx="4" presStyleCnt="7">
        <dgm:presLayoutVars>
          <dgm:chMax val="0"/>
          <dgm:chPref val="0"/>
        </dgm:presLayoutVars>
      </dgm:prSet>
      <dgm:spPr/>
    </dgm:pt>
    <dgm:pt modelId="{3FBAB964-58DD-4B0E-84DD-F22989A5C788}" type="pres">
      <dgm:prSet presAssocID="{B2AEC061-1EB7-473F-A89C-62ACA414956C}" presName="sibTrans" presStyleCnt="0"/>
      <dgm:spPr/>
    </dgm:pt>
    <dgm:pt modelId="{2CB402A0-979D-4FDA-A96B-8972CC47A434}" type="pres">
      <dgm:prSet presAssocID="{56E4C8E7-8D85-402D-97EB-D9B4E3FCA607}" presName="compNode" presStyleCnt="0"/>
      <dgm:spPr/>
    </dgm:pt>
    <dgm:pt modelId="{0F45075D-F44B-4331-A71A-7FC214628B83}" type="pres">
      <dgm:prSet presAssocID="{56E4C8E7-8D85-402D-97EB-D9B4E3FCA607}" presName="bgRect" presStyleLbl="bgShp" presStyleIdx="5" presStyleCnt="7"/>
      <dgm:spPr/>
    </dgm:pt>
    <dgm:pt modelId="{2283A040-3475-44C9-BA58-3319CF7F9CF9}" type="pres">
      <dgm:prSet presAssocID="{56E4C8E7-8D85-402D-97EB-D9B4E3FCA607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CBCB3604-8CFE-423F-89F3-6C09209184E9}" type="pres">
      <dgm:prSet presAssocID="{56E4C8E7-8D85-402D-97EB-D9B4E3FCA607}" presName="spaceRect" presStyleCnt="0"/>
      <dgm:spPr/>
    </dgm:pt>
    <dgm:pt modelId="{A7D0329F-9F41-43A3-8224-3B31BEA70952}" type="pres">
      <dgm:prSet presAssocID="{56E4C8E7-8D85-402D-97EB-D9B4E3FCA607}" presName="parTx" presStyleLbl="revTx" presStyleIdx="5" presStyleCnt="7">
        <dgm:presLayoutVars>
          <dgm:chMax val="0"/>
          <dgm:chPref val="0"/>
        </dgm:presLayoutVars>
      </dgm:prSet>
      <dgm:spPr/>
    </dgm:pt>
    <dgm:pt modelId="{7F03A2E6-D0E2-4FFB-AF7B-208D933AA9CA}" type="pres">
      <dgm:prSet presAssocID="{A669C8C0-69ED-45E8-8C81-4D45BBE3C58C}" presName="sibTrans" presStyleCnt="0"/>
      <dgm:spPr/>
    </dgm:pt>
    <dgm:pt modelId="{0C55F832-F07D-448B-A6E3-323D0B0325F9}" type="pres">
      <dgm:prSet presAssocID="{EDC815CC-DA13-46C6-BAA4-E77A1A7BF420}" presName="compNode" presStyleCnt="0"/>
      <dgm:spPr/>
    </dgm:pt>
    <dgm:pt modelId="{F93ACCCA-A3BD-44C1-B845-55B0E4DD95A2}" type="pres">
      <dgm:prSet presAssocID="{EDC815CC-DA13-46C6-BAA4-E77A1A7BF420}" presName="bgRect" presStyleLbl="bgShp" presStyleIdx="6" presStyleCnt="7"/>
      <dgm:spPr/>
    </dgm:pt>
    <dgm:pt modelId="{BC33D659-3D82-46D8-B33C-F280EDC46269}" type="pres">
      <dgm:prSet presAssocID="{EDC815CC-DA13-46C6-BAA4-E77A1A7BF420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0A0F848-8647-4025-B901-BD43B34508B6}" type="pres">
      <dgm:prSet presAssocID="{EDC815CC-DA13-46C6-BAA4-E77A1A7BF420}" presName="spaceRect" presStyleCnt="0"/>
      <dgm:spPr/>
    </dgm:pt>
    <dgm:pt modelId="{F5724459-6E07-4D91-A811-FF510A701823}" type="pres">
      <dgm:prSet presAssocID="{EDC815CC-DA13-46C6-BAA4-E77A1A7BF42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38EA250B-EDDF-4A5D-ABCF-3D9D9A664C5C}" type="presOf" srcId="{7C7DD329-0740-42F4-BBE9-5C340109B0CA}" destId="{C6EEE49A-77F3-4FC9-8552-4523D6545CC1}" srcOrd="0" destOrd="0" presId="urn:microsoft.com/office/officeart/2018/2/layout/IconVerticalSolidList"/>
    <dgm:cxn modelId="{60BA7832-B5A9-4EA9-B404-B9B31988C856}" type="presOf" srcId="{56E4C8E7-8D85-402D-97EB-D9B4E3FCA607}" destId="{A7D0329F-9F41-43A3-8224-3B31BEA70952}" srcOrd="0" destOrd="0" presId="urn:microsoft.com/office/officeart/2018/2/layout/IconVerticalSolidList"/>
    <dgm:cxn modelId="{6959EB37-2650-42C8-BD66-BEA03A8C687D}" srcId="{7C7DD329-0740-42F4-BBE9-5C340109B0CA}" destId="{CB7FF6C2-5C30-44E1-9447-9F801BB09AC3}" srcOrd="4" destOrd="0" parTransId="{1F5CE3E3-9F8C-4BA9-94DB-94021A6518AA}" sibTransId="{B2AEC061-1EB7-473F-A89C-62ACA414956C}"/>
    <dgm:cxn modelId="{5748295C-0102-4DCE-9E76-FB00FC7D6512}" type="presOf" srcId="{AB4AFB8B-DEB4-4DB9-B107-E07606B35487}" destId="{5D0924C7-EE39-4724-9B91-4CEF2BA81D68}" srcOrd="0" destOrd="0" presId="urn:microsoft.com/office/officeart/2018/2/layout/IconVerticalSolidList"/>
    <dgm:cxn modelId="{6D4F2741-C2AF-428B-B135-6F72BA1354A0}" type="presOf" srcId="{393793CF-7BE1-4FFD-8852-B99A6B672F49}" destId="{1C04F5F9-D573-4966-ABA5-28823CD230CB}" srcOrd="0" destOrd="0" presId="urn:microsoft.com/office/officeart/2018/2/layout/IconVerticalSolidList"/>
    <dgm:cxn modelId="{F21BFC74-0B3B-4E3E-AE85-43B31E99FC21}" type="presOf" srcId="{CB7FF6C2-5C30-44E1-9447-9F801BB09AC3}" destId="{C1840489-86C8-4944-A7B8-F8D94D9015EE}" srcOrd="0" destOrd="0" presId="urn:microsoft.com/office/officeart/2018/2/layout/IconVerticalSolidList"/>
    <dgm:cxn modelId="{DA3ED091-0C02-47C6-962B-2847BA1F22A7}" srcId="{7C7DD329-0740-42F4-BBE9-5C340109B0CA}" destId="{EDC815CC-DA13-46C6-BAA4-E77A1A7BF420}" srcOrd="6" destOrd="0" parTransId="{5E891F0F-883F-41ED-94EA-399785BAD8BA}" sibTransId="{87F7A747-45DD-46D4-9921-C2D1441B31CA}"/>
    <dgm:cxn modelId="{9CEEA0B8-FBD0-4DCE-A7B6-0B472AB8BCFA}" srcId="{7C7DD329-0740-42F4-BBE9-5C340109B0CA}" destId="{B3578B2A-9690-44EF-B019-2566B5B2751B}" srcOrd="3" destOrd="0" parTransId="{380A8617-0886-4862-87B0-63A6C66ECFFA}" sibTransId="{9578910A-5E9E-424E-8547-796AB2D1A663}"/>
    <dgm:cxn modelId="{6C35AFB9-76F9-45EB-9FDB-22CF1ABCBA38}" type="presOf" srcId="{A9F6C2A5-6D71-400A-A464-C072CD94606F}" destId="{FCDB4ACA-213E-4869-A78C-1B714DCA9EC2}" srcOrd="0" destOrd="0" presId="urn:microsoft.com/office/officeart/2018/2/layout/IconVerticalSolidList"/>
    <dgm:cxn modelId="{8FB3A7C5-45D6-4286-AEC4-9421353217BF}" srcId="{7C7DD329-0740-42F4-BBE9-5C340109B0CA}" destId="{AB4AFB8B-DEB4-4DB9-B107-E07606B35487}" srcOrd="1" destOrd="0" parTransId="{1244D96C-AB6E-434B-A695-DB5ADCF9ED67}" sibTransId="{4E6AAFEC-BD98-4354-8E20-1FB636AE75C7}"/>
    <dgm:cxn modelId="{122F2AC6-161F-4A9F-AF35-78FD6FCF8DA1}" srcId="{7C7DD329-0740-42F4-BBE9-5C340109B0CA}" destId="{393793CF-7BE1-4FFD-8852-B99A6B672F49}" srcOrd="2" destOrd="0" parTransId="{D5133B9B-7AFF-4545-9357-7638D392CD54}" sibTransId="{1D49AE2C-1CDC-45CA-8E9F-3A95EA85C361}"/>
    <dgm:cxn modelId="{AF929DDA-9FFE-44EA-AE45-CF182E96CD33}" srcId="{7C7DD329-0740-42F4-BBE9-5C340109B0CA}" destId="{56E4C8E7-8D85-402D-97EB-D9B4E3FCA607}" srcOrd="5" destOrd="0" parTransId="{05B13E21-2C8B-496D-8B27-827C82584B91}" sibTransId="{A669C8C0-69ED-45E8-8C81-4D45BBE3C58C}"/>
    <dgm:cxn modelId="{091EBDE4-2D94-40EC-8759-EA6BB9C2E0A4}" type="presOf" srcId="{EDC815CC-DA13-46C6-BAA4-E77A1A7BF420}" destId="{F5724459-6E07-4D91-A811-FF510A701823}" srcOrd="0" destOrd="0" presId="urn:microsoft.com/office/officeart/2018/2/layout/IconVerticalSolidList"/>
    <dgm:cxn modelId="{72970EEA-AC7D-44C3-A478-2507DBB8432A}" srcId="{7C7DD329-0740-42F4-BBE9-5C340109B0CA}" destId="{A9F6C2A5-6D71-400A-A464-C072CD94606F}" srcOrd="0" destOrd="0" parTransId="{3BE94A6F-FB1B-46CA-BFE8-532EE4FA3385}" sibTransId="{08C8A0CA-71A6-4CBD-A8B4-E0C2C50D8E2E}"/>
    <dgm:cxn modelId="{E97F8FF1-F435-4836-89D6-C40E65429D43}" type="presOf" srcId="{B3578B2A-9690-44EF-B019-2566B5B2751B}" destId="{B82FC15A-7EFF-4DBA-B22A-6157A0E6FDA1}" srcOrd="0" destOrd="0" presId="urn:microsoft.com/office/officeart/2018/2/layout/IconVerticalSolidList"/>
    <dgm:cxn modelId="{17FBB774-37D4-4FA4-8B59-25AEFE183CA4}" type="presParOf" srcId="{C6EEE49A-77F3-4FC9-8552-4523D6545CC1}" destId="{A3022ECA-8DAB-4B0A-9204-10F54986EC23}" srcOrd="0" destOrd="0" presId="urn:microsoft.com/office/officeart/2018/2/layout/IconVerticalSolidList"/>
    <dgm:cxn modelId="{F213A19B-656B-41D1-819E-38BC293F9DBA}" type="presParOf" srcId="{A3022ECA-8DAB-4B0A-9204-10F54986EC23}" destId="{4414E98B-14EB-4BCA-B055-9B1E0A222039}" srcOrd="0" destOrd="0" presId="urn:microsoft.com/office/officeart/2018/2/layout/IconVerticalSolidList"/>
    <dgm:cxn modelId="{115F0794-A1BA-474E-BEF7-42D18BD11E5D}" type="presParOf" srcId="{A3022ECA-8DAB-4B0A-9204-10F54986EC23}" destId="{59E4D3A2-EB99-4693-97A2-6C9A11ED750E}" srcOrd="1" destOrd="0" presId="urn:microsoft.com/office/officeart/2018/2/layout/IconVerticalSolidList"/>
    <dgm:cxn modelId="{F0613D6E-11BC-4C35-9C05-559BF59573A4}" type="presParOf" srcId="{A3022ECA-8DAB-4B0A-9204-10F54986EC23}" destId="{8C6A30E3-F7C8-4D96-85B1-05A485466B3F}" srcOrd="2" destOrd="0" presId="urn:microsoft.com/office/officeart/2018/2/layout/IconVerticalSolidList"/>
    <dgm:cxn modelId="{821C7BCF-A501-4EF2-BF0B-8B71507ACD3B}" type="presParOf" srcId="{A3022ECA-8DAB-4B0A-9204-10F54986EC23}" destId="{FCDB4ACA-213E-4869-A78C-1B714DCA9EC2}" srcOrd="3" destOrd="0" presId="urn:microsoft.com/office/officeart/2018/2/layout/IconVerticalSolidList"/>
    <dgm:cxn modelId="{7AA9662B-688B-4B06-A729-9CAABB3FE31B}" type="presParOf" srcId="{C6EEE49A-77F3-4FC9-8552-4523D6545CC1}" destId="{3A74306A-6F2E-42B6-BB7C-D03C44D53AEC}" srcOrd="1" destOrd="0" presId="urn:microsoft.com/office/officeart/2018/2/layout/IconVerticalSolidList"/>
    <dgm:cxn modelId="{3FEBE311-9C95-4A9A-A535-97616C2491FB}" type="presParOf" srcId="{C6EEE49A-77F3-4FC9-8552-4523D6545CC1}" destId="{006A4A8F-745C-4A89-A469-1C83957E3590}" srcOrd="2" destOrd="0" presId="urn:microsoft.com/office/officeart/2018/2/layout/IconVerticalSolidList"/>
    <dgm:cxn modelId="{7C050BF7-B067-45D3-827D-F3D321E9D770}" type="presParOf" srcId="{006A4A8F-745C-4A89-A469-1C83957E3590}" destId="{4E405383-466A-429B-9F58-79D67A9BA43B}" srcOrd="0" destOrd="0" presId="urn:microsoft.com/office/officeart/2018/2/layout/IconVerticalSolidList"/>
    <dgm:cxn modelId="{257CA03C-99DE-44C5-8BFB-BCA883F9428F}" type="presParOf" srcId="{006A4A8F-745C-4A89-A469-1C83957E3590}" destId="{1257566D-B1D7-41B3-AEF2-DA18345F6CBE}" srcOrd="1" destOrd="0" presId="urn:microsoft.com/office/officeart/2018/2/layout/IconVerticalSolidList"/>
    <dgm:cxn modelId="{0CEA3781-DB76-41F8-834C-139BACED12ED}" type="presParOf" srcId="{006A4A8F-745C-4A89-A469-1C83957E3590}" destId="{CCF1E4BE-6600-433B-B6DA-3400854E640E}" srcOrd="2" destOrd="0" presId="urn:microsoft.com/office/officeart/2018/2/layout/IconVerticalSolidList"/>
    <dgm:cxn modelId="{8203CDFF-452C-4BB6-BDE3-E7628CEB39BD}" type="presParOf" srcId="{006A4A8F-745C-4A89-A469-1C83957E3590}" destId="{5D0924C7-EE39-4724-9B91-4CEF2BA81D68}" srcOrd="3" destOrd="0" presId="urn:microsoft.com/office/officeart/2018/2/layout/IconVerticalSolidList"/>
    <dgm:cxn modelId="{C25C7E64-F783-49A3-900C-28351EB7F04B}" type="presParOf" srcId="{C6EEE49A-77F3-4FC9-8552-4523D6545CC1}" destId="{32A6F92C-75BF-48F4-A316-602EAEB2D28B}" srcOrd="3" destOrd="0" presId="urn:microsoft.com/office/officeart/2018/2/layout/IconVerticalSolidList"/>
    <dgm:cxn modelId="{CF4A0E13-D08E-4B4E-8AFF-E710F23D16C8}" type="presParOf" srcId="{C6EEE49A-77F3-4FC9-8552-4523D6545CC1}" destId="{B1A88C6F-01FF-446E-B846-1022E0821894}" srcOrd="4" destOrd="0" presId="urn:microsoft.com/office/officeart/2018/2/layout/IconVerticalSolidList"/>
    <dgm:cxn modelId="{64AEA94B-383F-47AB-8158-BF7668BA7EFC}" type="presParOf" srcId="{B1A88C6F-01FF-446E-B846-1022E0821894}" destId="{87CBDE51-AFEC-470E-B2D7-98C073E951E5}" srcOrd="0" destOrd="0" presId="urn:microsoft.com/office/officeart/2018/2/layout/IconVerticalSolidList"/>
    <dgm:cxn modelId="{7A63F631-0E0B-4A0D-A871-D42328FEB3A8}" type="presParOf" srcId="{B1A88C6F-01FF-446E-B846-1022E0821894}" destId="{135F27DA-2791-455D-93DA-364E406A7CE5}" srcOrd="1" destOrd="0" presId="urn:microsoft.com/office/officeart/2018/2/layout/IconVerticalSolidList"/>
    <dgm:cxn modelId="{D83506FA-3391-4180-A92D-61424EE21A83}" type="presParOf" srcId="{B1A88C6F-01FF-446E-B846-1022E0821894}" destId="{3EC4E1ED-65F4-4B34-9D5F-214617C56CD1}" srcOrd="2" destOrd="0" presId="urn:microsoft.com/office/officeart/2018/2/layout/IconVerticalSolidList"/>
    <dgm:cxn modelId="{06550337-C26A-4E14-9226-E00134E448F0}" type="presParOf" srcId="{B1A88C6F-01FF-446E-B846-1022E0821894}" destId="{1C04F5F9-D573-4966-ABA5-28823CD230CB}" srcOrd="3" destOrd="0" presId="urn:microsoft.com/office/officeart/2018/2/layout/IconVerticalSolidList"/>
    <dgm:cxn modelId="{676731B7-9109-4FD3-BD7C-2C0BD8565938}" type="presParOf" srcId="{C6EEE49A-77F3-4FC9-8552-4523D6545CC1}" destId="{E9395219-C60B-470B-BC5D-94EA9408B661}" srcOrd="5" destOrd="0" presId="urn:microsoft.com/office/officeart/2018/2/layout/IconVerticalSolidList"/>
    <dgm:cxn modelId="{B7321F1C-6802-4BD8-AF01-6720EB387657}" type="presParOf" srcId="{C6EEE49A-77F3-4FC9-8552-4523D6545CC1}" destId="{CF4B97B6-1A61-47E5-B690-27149348ACCB}" srcOrd="6" destOrd="0" presId="urn:microsoft.com/office/officeart/2018/2/layout/IconVerticalSolidList"/>
    <dgm:cxn modelId="{628A0E3D-881E-4D25-9E7D-DAB091C7E6B8}" type="presParOf" srcId="{CF4B97B6-1A61-47E5-B690-27149348ACCB}" destId="{CA3A95BB-C4C9-49E5-96C2-F67D46C70B52}" srcOrd="0" destOrd="0" presId="urn:microsoft.com/office/officeart/2018/2/layout/IconVerticalSolidList"/>
    <dgm:cxn modelId="{DD5BD034-7CB6-45AD-8FAB-F18DF88655DE}" type="presParOf" srcId="{CF4B97B6-1A61-47E5-B690-27149348ACCB}" destId="{08615908-46B7-45D8-B41D-19C210D471F4}" srcOrd="1" destOrd="0" presId="urn:microsoft.com/office/officeart/2018/2/layout/IconVerticalSolidList"/>
    <dgm:cxn modelId="{AA9CC8EB-9EDA-4E59-AF21-D897BEAB99C0}" type="presParOf" srcId="{CF4B97B6-1A61-47E5-B690-27149348ACCB}" destId="{C9850F7C-95AF-4F45-A4A7-B35F558A9DD5}" srcOrd="2" destOrd="0" presId="urn:microsoft.com/office/officeart/2018/2/layout/IconVerticalSolidList"/>
    <dgm:cxn modelId="{486D0C36-FC0A-4C0A-9304-ADCF754FF820}" type="presParOf" srcId="{CF4B97B6-1A61-47E5-B690-27149348ACCB}" destId="{B82FC15A-7EFF-4DBA-B22A-6157A0E6FDA1}" srcOrd="3" destOrd="0" presId="urn:microsoft.com/office/officeart/2018/2/layout/IconVerticalSolidList"/>
    <dgm:cxn modelId="{3BF6428A-754D-4D95-AEDE-3F246C68E1B0}" type="presParOf" srcId="{C6EEE49A-77F3-4FC9-8552-4523D6545CC1}" destId="{3FC18BDD-B550-4DCA-8543-06F7CF760EB7}" srcOrd="7" destOrd="0" presId="urn:microsoft.com/office/officeart/2018/2/layout/IconVerticalSolidList"/>
    <dgm:cxn modelId="{49B94710-1A90-40B7-B908-B3885FE8707C}" type="presParOf" srcId="{C6EEE49A-77F3-4FC9-8552-4523D6545CC1}" destId="{0356F84C-8E2D-4420-B0DE-C6FF3138CA4C}" srcOrd="8" destOrd="0" presId="urn:microsoft.com/office/officeart/2018/2/layout/IconVerticalSolidList"/>
    <dgm:cxn modelId="{8C747E41-D32A-491E-AFF2-293784D9C619}" type="presParOf" srcId="{0356F84C-8E2D-4420-B0DE-C6FF3138CA4C}" destId="{586AB453-DFBC-4A32-B6D7-136B2420ADCB}" srcOrd="0" destOrd="0" presId="urn:microsoft.com/office/officeart/2018/2/layout/IconVerticalSolidList"/>
    <dgm:cxn modelId="{E1050856-320F-4131-8234-9F3590369E48}" type="presParOf" srcId="{0356F84C-8E2D-4420-B0DE-C6FF3138CA4C}" destId="{ED90CFBE-72AB-4F9F-BAFC-413625E0E4AA}" srcOrd="1" destOrd="0" presId="urn:microsoft.com/office/officeart/2018/2/layout/IconVerticalSolidList"/>
    <dgm:cxn modelId="{D29AE1B8-AE5E-40A7-A73E-EC62466BEBAA}" type="presParOf" srcId="{0356F84C-8E2D-4420-B0DE-C6FF3138CA4C}" destId="{524BBD15-3EEB-44DB-84F7-61EAD88BAF94}" srcOrd="2" destOrd="0" presId="urn:microsoft.com/office/officeart/2018/2/layout/IconVerticalSolidList"/>
    <dgm:cxn modelId="{DD4CC6F5-5B38-40B9-8118-4DF9F27174D2}" type="presParOf" srcId="{0356F84C-8E2D-4420-B0DE-C6FF3138CA4C}" destId="{C1840489-86C8-4944-A7B8-F8D94D9015EE}" srcOrd="3" destOrd="0" presId="urn:microsoft.com/office/officeart/2018/2/layout/IconVerticalSolidList"/>
    <dgm:cxn modelId="{62F46BAC-4E2D-4BE7-9016-625CE22F41EA}" type="presParOf" srcId="{C6EEE49A-77F3-4FC9-8552-4523D6545CC1}" destId="{3FBAB964-58DD-4B0E-84DD-F22989A5C788}" srcOrd="9" destOrd="0" presId="urn:microsoft.com/office/officeart/2018/2/layout/IconVerticalSolidList"/>
    <dgm:cxn modelId="{316DE0BB-29FD-43B4-85E5-44005AF6D9CC}" type="presParOf" srcId="{C6EEE49A-77F3-4FC9-8552-4523D6545CC1}" destId="{2CB402A0-979D-4FDA-A96B-8972CC47A434}" srcOrd="10" destOrd="0" presId="urn:microsoft.com/office/officeart/2018/2/layout/IconVerticalSolidList"/>
    <dgm:cxn modelId="{4E442B7C-1865-42D5-AAD7-E5CD5757447B}" type="presParOf" srcId="{2CB402A0-979D-4FDA-A96B-8972CC47A434}" destId="{0F45075D-F44B-4331-A71A-7FC214628B83}" srcOrd="0" destOrd="0" presId="urn:microsoft.com/office/officeart/2018/2/layout/IconVerticalSolidList"/>
    <dgm:cxn modelId="{B920419B-67D5-4DE6-B9E8-CB339B187879}" type="presParOf" srcId="{2CB402A0-979D-4FDA-A96B-8972CC47A434}" destId="{2283A040-3475-44C9-BA58-3319CF7F9CF9}" srcOrd="1" destOrd="0" presId="urn:microsoft.com/office/officeart/2018/2/layout/IconVerticalSolidList"/>
    <dgm:cxn modelId="{1B0CA590-5133-4BB9-8A6A-33789B6FC79B}" type="presParOf" srcId="{2CB402A0-979D-4FDA-A96B-8972CC47A434}" destId="{CBCB3604-8CFE-423F-89F3-6C09209184E9}" srcOrd="2" destOrd="0" presId="urn:microsoft.com/office/officeart/2018/2/layout/IconVerticalSolidList"/>
    <dgm:cxn modelId="{6F7F50A4-76C5-4188-AC14-3C1B10C3CB58}" type="presParOf" srcId="{2CB402A0-979D-4FDA-A96B-8972CC47A434}" destId="{A7D0329F-9F41-43A3-8224-3B31BEA70952}" srcOrd="3" destOrd="0" presId="urn:microsoft.com/office/officeart/2018/2/layout/IconVerticalSolidList"/>
    <dgm:cxn modelId="{5DD235A2-EC88-41EB-A27A-B07697C1A0AB}" type="presParOf" srcId="{C6EEE49A-77F3-4FC9-8552-4523D6545CC1}" destId="{7F03A2E6-D0E2-4FFB-AF7B-208D933AA9CA}" srcOrd="11" destOrd="0" presId="urn:microsoft.com/office/officeart/2018/2/layout/IconVerticalSolidList"/>
    <dgm:cxn modelId="{7AC9435B-6117-4420-B899-C88D14921D32}" type="presParOf" srcId="{C6EEE49A-77F3-4FC9-8552-4523D6545CC1}" destId="{0C55F832-F07D-448B-A6E3-323D0B0325F9}" srcOrd="12" destOrd="0" presId="urn:microsoft.com/office/officeart/2018/2/layout/IconVerticalSolidList"/>
    <dgm:cxn modelId="{70AD82AB-A2F0-4BCB-B2E8-DCF7D6D041EC}" type="presParOf" srcId="{0C55F832-F07D-448B-A6E3-323D0B0325F9}" destId="{F93ACCCA-A3BD-44C1-B845-55B0E4DD95A2}" srcOrd="0" destOrd="0" presId="urn:microsoft.com/office/officeart/2018/2/layout/IconVerticalSolidList"/>
    <dgm:cxn modelId="{76DC2533-9246-4153-81BD-5FA8E4AE9078}" type="presParOf" srcId="{0C55F832-F07D-448B-A6E3-323D0B0325F9}" destId="{BC33D659-3D82-46D8-B33C-F280EDC46269}" srcOrd="1" destOrd="0" presId="urn:microsoft.com/office/officeart/2018/2/layout/IconVerticalSolidList"/>
    <dgm:cxn modelId="{1FB25F0C-46AA-4D56-926C-E8C2CC53CB6B}" type="presParOf" srcId="{0C55F832-F07D-448B-A6E3-323D0B0325F9}" destId="{50A0F848-8647-4025-B901-BD43B34508B6}" srcOrd="2" destOrd="0" presId="urn:microsoft.com/office/officeart/2018/2/layout/IconVerticalSolidList"/>
    <dgm:cxn modelId="{6E69D213-AADC-46C1-998D-9FF1B86E7889}" type="presParOf" srcId="{0C55F832-F07D-448B-A6E3-323D0B0325F9}" destId="{F5724459-6E07-4D91-A811-FF510A7018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38EB11-C885-4F22-BB51-449597CD08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9710DE69-3E99-497B-AFA9-8342E27780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State-filen kan innehålla </a:t>
          </a:r>
          <a:r>
            <a:rPr lang="en-US" b="1"/>
            <a:t>känslig information</a:t>
          </a:r>
          <a:r>
            <a:rPr lang="en-US"/>
            <a:t> (API-nycklar, lösenord)</a:t>
          </a:r>
        </a:p>
      </dgm:t>
    </dgm:pt>
    <dgm:pt modelId="{53D6711F-6C09-465B-AC84-08079C817126}" type="parTrans" cxnId="{6B6A7981-F630-4835-A7A3-A8697EAAA27D}">
      <dgm:prSet/>
      <dgm:spPr/>
      <dgm:t>
        <a:bodyPr/>
        <a:lstStyle/>
        <a:p>
          <a:endParaRPr lang="en-US"/>
        </a:p>
      </dgm:t>
    </dgm:pt>
    <dgm:pt modelId="{3E7EB40A-0792-4C41-8EB6-E7B31EBFE2C3}" type="sibTrans" cxnId="{6B6A7981-F630-4835-A7A3-A8697EAAA27D}">
      <dgm:prSet/>
      <dgm:spPr/>
      <dgm:t>
        <a:bodyPr/>
        <a:lstStyle/>
        <a:p>
          <a:endParaRPr lang="en-US"/>
        </a:p>
      </dgm:t>
    </dgm:pt>
    <dgm:pt modelId="{090079B8-E335-406A-8F2A-0A863579DC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Dela den ALDRIG offentligt!</a:t>
          </a:r>
          <a:endParaRPr lang="en-US"/>
        </a:p>
      </dgm:t>
    </dgm:pt>
    <dgm:pt modelId="{996EE84A-49B3-4860-818A-69F3B7A051B7}" type="parTrans" cxnId="{0B5FC939-6089-4DD8-BBE9-33EFACF5223A}">
      <dgm:prSet/>
      <dgm:spPr/>
      <dgm:t>
        <a:bodyPr/>
        <a:lstStyle/>
        <a:p>
          <a:endParaRPr lang="en-US"/>
        </a:p>
      </dgm:t>
    </dgm:pt>
    <dgm:pt modelId="{D1331CE3-49C1-4B4D-8CB3-30DBA06D5E9F}" type="sibTrans" cxnId="{0B5FC939-6089-4DD8-BBE9-33EFACF5223A}">
      <dgm:prSet/>
      <dgm:spPr/>
      <dgm:t>
        <a:bodyPr/>
        <a:lstStyle/>
        <a:p>
          <a:endParaRPr lang="en-US"/>
        </a:p>
      </dgm:t>
    </dgm:pt>
    <dgm:pt modelId="{628655DE-6BBE-41BF-A7D1-90C0B040A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Lägg till terraform.tfstate i .gitignore!</a:t>
          </a:r>
        </a:p>
      </dgm:t>
    </dgm:pt>
    <dgm:pt modelId="{A1D481A3-486E-4EE4-8D17-68D199FC434B}" type="parTrans" cxnId="{55C347EF-5A70-4BD5-B4F7-4435DAD66275}">
      <dgm:prSet/>
      <dgm:spPr/>
      <dgm:t>
        <a:bodyPr/>
        <a:lstStyle/>
        <a:p>
          <a:endParaRPr lang="en-US"/>
        </a:p>
      </dgm:t>
    </dgm:pt>
    <dgm:pt modelId="{7ACCF483-7692-4409-822E-67FD9A20A4F0}" type="sibTrans" cxnId="{55C347EF-5A70-4BD5-B4F7-4435DAD66275}">
      <dgm:prSet/>
      <dgm:spPr/>
      <dgm:t>
        <a:bodyPr/>
        <a:lstStyle/>
        <a:p>
          <a:endParaRPr lang="en-US"/>
        </a:p>
      </dgm:t>
    </dgm:pt>
    <dgm:pt modelId="{BD0A67F3-E861-4852-A0EC-1E8D22F68B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Använd </a:t>
          </a:r>
          <a:r>
            <a:rPr lang="en-US" b="1"/>
            <a:t>remote state</a:t>
          </a:r>
          <a:r>
            <a:rPr lang="en-US"/>
            <a:t> (S3, Azure Storage) för teamarbete</a:t>
          </a:r>
        </a:p>
      </dgm:t>
    </dgm:pt>
    <dgm:pt modelId="{DF5A054F-5A95-4844-AEBB-D41AAA8C9101}" type="parTrans" cxnId="{3F372E2A-6207-47CD-9888-4917ECC2D7A8}">
      <dgm:prSet/>
      <dgm:spPr/>
      <dgm:t>
        <a:bodyPr/>
        <a:lstStyle/>
        <a:p>
          <a:endParaRPr lang="en-US"/>
        </a:p>
      </dgm:t>
    </dgm:pt>
    <dgm:pt modelId="{9E899C05-EC4E-4048-BFB8-DC30204DFB5C}" type="sibTrans" cxnId="{3F372E2A-6207-47CD-9888-4917ECC2D7A8}">
      <dgm:prSet/>
      <dgm:spPr/>
      <dgm:t>
        <a:bodyPr/>
        <a:lstStyle/>
        <a:p>
          <a:endParaRPr lang="en-US"/>
        </a:p>
      </dgm:t>
    </dgm:pt>
    <dgm:pt modelId="{D560D95C-2E7F-41CE-940C-EC78B33FD2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Enligt Scalr:</a:t>
          </a:r>
          <a:r>
            <a:rPr lang="en-US"/>
            <a:t> En stor state-fil är långsam och en enda miss har stor påverkan. Dela upp state per miljö och komponent – t.ex. separat state för nätverk, databaser och applikationer.</a:t>
          </a:r>
        </a:p>
      </dgm:t>
    </dgm:pt>
    <dgm:pt modelId="{38E11430-1ED8-40FD-B2B1-1237E1B25094}" type="parTrans" cxnId="{B0E06F73-52A6-4F98-8DDB-092844D9101F}">
      <dgm:prSet/>
      <dgm:spPr/>
      <dgm:t>
        <a:bodyPr/>
        <a:lstStyle/>
        <a:p>
          <a:endParaRPr lang="en-US"/>
        </a:p>
      </dgm:t>
    </dgm:pt>
    <dgm:pt modelId="{F4D6318E-FF5D-41F8-BBB9-C037F408B6A6}" type="sibTrans" cxnId="{B0E06F73-52A6-4F98-8DDB-092844D9101F}">
      <dgm:prSet/>
      <dgm:spPr/>
      <dgm:t>
        <a:bodyPr/>
        <a:lstStyle/>
        <a:p>
          <a:endParaRPr lang="en-US"/>
        </a:p>
      </dgm:t>
    </dgm:pt>
    <dgm:pt modelId="{D678EE94-4127-4D7F-BAAC-942D3BD0B02B}" type="pres">
      <dgm:prSet presAssocID="{0638EB11-C885-4F22-BB51-449597CD084D}" presName="root" presStyleCnt="0">
        <dgm:presLayoutVars>
          <dgm:dir/>
          <dgm:resizeHandles val="exact"/>
        </dgm:presLayoutVars>
      </dgm:prSet>
      <dgm:spPr/>
    </dgm:pt>
    <dgm:pt modelId="{897D06FC-22DF-47DA-8CCA-F845E5093C11}" type="pres">
      <dgm:prSet presAssocID="{9710DE69-3E99-497B-AFA9-8342E277809B}" presName="compNode" presStyleCnt="0"/>
      <dgm:spPr/>
    </dgm:pt>
    <dgm:pt modelId="{80362DCD-E372-45DA-B1D0-36CDEA5D74FD}" type="pres">
      <dgm:prSet presAssocID="{9710DE69-3E99-497B-AFA9-8342E277809B}" presName="bgRect" presStyleLbl="bgShp" presStyleIdx="0" presStyleCnt="5"/>
      <dgm:spPr/>
    </dgm:pt>
    <dgm:pt modelId="{AD1CB427-6D5C-4E24-9801-9DB33A7FB753}" type="pres">
      <dgm:prSet presAssocID="{9710DE69-3E99-497B-AFA9-8342E277809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ås"/>
        </a:ext>
      </dgm:extLst>
    </dgm:pt>
    <dgm:pt modelId="{608EC86A-F1ED-41EF-8E79-081DAEF8D88E}" type="pres">
      <dgm:prSet presAssocID="{9710DE69-3E99-497B-AFA9-8342E277809B}" presName="spaceRect" presStyleCnt="0"/>
      <dgm:spPr/>
    </dgm:pt>
    <dgm:pt modelId="{5A7982A5-4A8B-4349-A57B-65736C79E491}" type="pres">
      <dgm:prSet presAssocID="{9710DE69-3E99-497B-AFA9-8342E277809B}" presName="parTx" presStyleLbl="revTx" presStyleIdx="0" presStyleCnt="5">
        <dgm:presLayoutVars>
          <dgm:chMax val="0"/>
          <dgm:chPref val="0"/>
        </dgm:presLayoutVars>
      </dgm:prSet>
      <dgm:spPr/>
    </dgm:pt>
    <dgm:pt modelId="{DC13D3C2-CE55-46CC-AC64-40D1FB7A7328}" type="pres">
      <dgm:prSet presAssocID="{3E7EB40A-0792-4C41-8EB6-E7B31EBFE2C3}" presName="sibTrans" presStyleCnt="0"/>
      <dgm:spPr/>
    </dgm:pt>
    <dgm:pt modelId="{93891B49-0F4D-4BAC-BBBB-31BC111E6531}" type="pres">
      <dgm:prSet presAssocID="{090079B8-E335-406A-8F2A-0A863579DC33}" presName="compNode" presStyleCnt="0"/>
      <dgm:spPr/>
    </dgm:pt>
    <dgm:pt modelId="{85705D15-B49A-4CD1-B31D-8CF71C7B4CF2}" type="pres">
      <dgm:prSet presAssocID="{090079B8-E335-406A-8F2A-0A863579DC33}" presName="bgRect" presStyleLbl="bgShp" presStyleIdx="1" presStyleCnt="5"/>
      <dgm:spPr/>
    </dgm:pt>
    <dgm:pt modelId="{1F96848B-B0B8-487F-915F-DCB0911E9814}" type="pres">
      <dgm:prSet presAssocID="{090079B8-E335-406A-8F2A-0A863579DC3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165F9CB5-9D45-492F-A440-4CD3872ECE6A}" type="pres">
      <dgm:prSet presAssocID="{090079B8-E335-406A-8F2A-0A863579DC33}" presName="spaceRect" presStyleCnt="0"/>
      <dgm:spPr/>
    </dgm:pt>
    <dgm:pt modelId="{0137C80D-29E3-4099-8B52-8220E73C4A8D}" type="pres">
      <dgm:prSet presAssocID="{090079B8-E335-406A-8F2A-0A863579DC33}" presName="parTx" presStyleLbl="revTx" presStyleIdx="1" presStyleCnt="5">
        <dgm:presLayoutVars>
          <dgm:chMax val="0"/>
          <dgm:chPref val="0"/>
        </dgm:presLayoutVars>
      </dgm:prSet>
      <dgm:spPr/>
    </dgm:pt>
    <dgm:pt modelId="{BBFB6A88-B072-48BA-AFBC-1BD7D75BB0F3}" type="pres">
      <dgm:prSet presAssocID="{D1331CE3-49C1-4B4D-8CB3-30DBA06D5E9F}" presName="sibTrans" presStyleCnt="0"/>
      <dgm:spPr/>
    </dgm:pt>
    <dgm:pt modelId="{09052580-4B97-46A7-8A6E-A76165B1EEAC}" type="pres">
      <dgm:prSet presAssocID="{628655DE-6BBE-41BF-A7D1-90C0B040A971}" presName="compNode" presStyleCnt="0"/>
      <dgm:spPr/>
    </dgm:pt>
    <dgm:pt modelId="{A25D9840-6BDB-4DE8-8304-2F8AEC57CE64}" type="pres">
      <dgm:prSet presAssocID="{628655DE-6BBE-41BF-A7D1-90C0B040A971}" presName="bgRect" presStyleLbl="bgShp" presStyleIdx="2" presStyleCnt="5"/>
      <dgm:spPr/>
    </dgm:pt>
    <dgm:pt modelId="{3868D8CF-9E2D-44AF-8306-FB47983FCD77}" type="pres">
      <dgm:prSet presAssocID="{628655DE-6BBE-41BF-A7D1-90C0B040A97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D01B17BE-00F5-49D5-9CA0-3B18EAD183E2}" type="pres">
      <dgm:prSet presAssocID="{628655DE-6BBE-41BF-A7D1-90C0B040A971}" presName="spaceRect" presStyleCnt="0"/>
      <dgm:spPr/>
    </dgm:pt>
    <dgm:pt modelId="{AEBDAEC2-6A2A-44F1-9D61-D84032D1F395}" type="pres">
      <dgm:prSet presAssocID="{628655DE-6BBE-41BF-A7D1-90C0B040A971}" presName="parTx" presStyleLbl="revTx" presStyleIdx="2" presStyleCnt="5">
        <dgm:presLayoutVars>
          <dgm:chMax val="0"/>
          <dgm:chPref val="0"/>
        </dgm:presLayoutVars>
      </dgm:prSet>
      <dgm:spPr/>
    </dgm:pt>
    <dgm:pt modelId="{EDD1B6D8-3CC8-44F8-BB16-91E240C97E81}" type="pres">
      <dgm:prSet presAssocID="{7ACCF483-7692-4409-822E-67FD9A20A4F0}" presName="sibTrans" presStyleCnt="0"/>
      <dgm:spPr/>
    </dgm:pt>
    <dgm:pt modelId="{4E4550CE-64AC-42B5-96B8-ADCB43C470AD}" type="pres">
      <dgm:prSet presAssocID="{BD0A67F3-E861-4852-A0EC-1E8D22F68B84}" presName="compNode" presStyleCnt="0"/>
      <dgm:spPr/>
    </dgm:pt>
    <dgm:pt modelId="{3F93E8C3-5BCA-4F59-ABA4-698515E2A0A4}" type="pres">
      <dgm:prSet presAssocID="{BD0A67F3-E861-4852-A0EC-1E8D22F68B84}" presName="bgRect" presStyleLbl="bgShp" presStyleIdx="3" presStyleCnt="5"/>
      <dgm:spPr/>
    </dgm:pt>
    <dgm:pt modelId="{299FD89C-B5C2-4FC5-A68D-DA89956D3A87}" type="pres">
      <dgm:prSet presAssocID="{BD0A67F3-E861-4852-A0EC-1E8D22F68B8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4E15FC70-BC05-4B2E-855E-9C96E607C1F0}" type="pres">
      <dgm:prSet presAssocID="{BD0A67F3-E861-4852-A0EC-1E8D22F68B84}" presName="spaceRect" presStyleCnt="0"/>
      <dgm:spPr/>
    </dgm:pt>
    <dgm:pt modelId="{BB80482D-9D49-4245-864C-829493DCD43F}" type="pres">
      <dgm:prSet presAssocID="{BD0A67F3-E861-4852-A0EC-1E8D22F68B84}" presName="parTx" presStyleLbl="revTx" presStyleIdx="3" presStyleCnt="5">
        <dgm:presLayoutVars>
          <dgm:chMax val="0"/>
          <dgm:chPref val="0"/>
        </dgm:presLayoutVars>
      </dgm:prSet>
      <dgm:spPr/>
    </dgm:pt>
    <dgm:pt modelId="{342A814B-08E5-4895-B213-CD0396141800}" type="pres">
      <dgm:prSet presAssocID="{9E899C05-EC4E-4048-BFB8-DC30204DFB5C}" presName="sibTrans" presStyleCnt="0"/>
      <dgm:spPr/>
    </dgm:pt>
    <dgm:pt modelId="{015FDD88-F0CF-48DE-9085-F6A7EA63D99D}" type="pres">
      <dgm:prSet presAssocID="{D560D95C-2E7F-41CE-940C-EC78B33FD2BF}" presName="compNode" presStyleCnt="0"/>
      <dgm:spPr/>
    </dgm:pt>
    <dgm:pt modelId="{B1ADD4E3-65C6-47FB-A6FC-EF81FEA2B50D}" type="pres">
      <dgm:prSet presAssocID="{D560D95C-2E7F-41CE-940C-EC78B33FD2BF}" presName="bgRect" presStyleLbl="bgShp" presStyleIdx="4" presStyleCnt="5"/>
      <dgm:spPr/>
    </dgm:pt>
    <dgm:pt modelId="{0CD08430-A961-4912-9B1F-20DA3D0BC84A}" type="pres">
      <dgm:prSet presAssocID="{D560D95C-2E7F-41CE-940C-EC78B33FD2BF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393C7BE6-FBAC-4DA0-A4DC-B5C0719384FE}" type="pres">
      <dgm:prSet presAssocID="{D560D95C-2E7F-41CE-940C-EC78B33FD2BF}" presName="spaceRect" presStyleCnt="0"/>
      <dgm:spPr/>
    </dgm:pt>
    <dgm:pt modelId="{0670678C-1A29-4BA7-B336-5C24696F1B91}" type="pres">
      <dgm:prSet presAssocID="{D560D95C-2E7F-41CE-940C-EC78B33FD2B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C31C26-50AF-40FE-BA38-5D60516D9928}" type="presOf" srcId="{090079B8-E335-406A-8F2A-0A863579DC33}" destId="{0137C80D-29E3-4099-8B52-8220E73C4A8D}" srcOrd="0" destOrd="0" presId="urn:microsoft.com/office/officeart/2018/2/layout/IconVerticalSolidList"/>
    <dgm:cxn modelId="{3F372E2A-6207-47CD-9888-4917ECC2D7A8}" srcId="{0638EB11-C885-4F22-BB51-449597CD084D}" destId="{BD0A67F3-E861-4852-A0EC-1E8D22F68B84}" srcOrd="3" destOrd="0" parTransId="{DF5A054F-5A95-4844-AEBB-D41AAA8C9101}" sibTransId="{9E899C05-EC4E-4048-BFB8-DC30204DFB5C}"/>
    <dgm:cxn modelId="{0B5FC939-6089-4DD8-BBE9-33EFACF5223A}" srcId="{0638EB11-C885-4F22-BB51-449597CD084D}" destId="{090079B8-E335-406A-8F2A-0A863579DC33}" srcOrd="1" destOrd="0" parTransId="{996EE84A-49B3-4860-818A-69F3B7A051B7}" sibTransId="{D1331CE3-49C1-4B4D-8CB3-30DBA06D5E9F}"/>
    <dgm:cxn modelId="{DFAC4F6F-7E09-41AD-B9DC-91C08A75B2BA}" type="presOf" srcId="{D560D95C-2E7F-41CE-940C-EC78B33FD2BF}" destId="{0670678C-1A29-4BA7-B336-5C24696F1B91}" srcOrd="0" destOrd="0" presId="urn:microsoft.com/office/officeart/2018/2/layout/IconVerticalSolidList"/>
    <dgm:cxn modelId="{B0E06F73-52A6-4F98-8DDB-092844D9101F}" srcId="{0638EB11-C885-4F22-BB51-449597CD084D}" destId="{D560D95C-2E7F-41CE-940C-EC78B33FD2BF}" srcOrd="4" destOrd="0" parTransId="{38E11430-1ED8-40FD-B2B1-1237E1B25094}" sibTransId="{F4D6318E-FF5D-41F8-BBB9-C037F408B6A6}"/>
    <dgm:cxn modelId="{6B6A7981-F630-4835-A7A3-A8697EAAA27D}" srcId="{0638EB11-C885-4F22-BB51-449597CD084D}" destId="{9710DE69-3E99-497B-AFA9-8342E277809B}" srcOrd="0" destOrd="0" parTransId="{53D6711F-6C09-465B-AC84-08079C817126}" sibTransId="{3E7EB40A-0792-4C41-8EB6-E7B31EBFE2C3}"/>
    <dgm:cxn modelId="{2D07758C-B323-4682-B0FA-1E8F8D1D90F1}" type="presOf" srcId="{0638EB11-C885-4F22-BB51-449597CD084D}" destId="{D678EE94-4127-4D7F-BAAC-942D3BD0B02B}" srcOrd="0" destOrd="0" presId="urn:microsoft.com/office/officeart/2018/2/layout/IconVerticalSolidList"/>
    <dgm:cxn modelId="{0C642D9F-EB52-4777-A38C-0E8625B0FC7C}" type="presOf" srcId="{9710DE69-3E99-497B-AFA9-8342E277809B}" destId="{5A7982A5-4A8B-4349-A57B-65736C79E491}" srcOrd="0" destOrd="0" presId="urn:microsoft.com/office/officeart/2018/2/layout/IconVerticalSolidList"/>
    <dgm:cxn modelId="{64E7F9BE-82F0-4EB6-801A-F51E708300FE}" type="presOf" srcId="{BD0A67F3-E861-4852-A0EC-1E8D22F68B84}" destId="{BB80482D-9D49-4245-864C-829493DCD43F}" srcOrd="0" destOrd="0" presId="urn:microsoft.com/office/officeart/2018/2/layout/IconVerticalSolidList"/>
    <dgm:cxn modelId="{94A1D2C6-6848-4835-9CE4-05ADD0C38A93}" type="presOf" srcId="{628655DE-6BBE-41BF-A7D1-90C0B040A971}" destId="{AEBDAEC2-6A2A-44F1-9D61-D84032D1F395}" srcOrd="0" destOrd="0" presId="urn:microsoft.com/office/officeart/2018/2/layout/IconVerticalSolidList"/>
    <dgm:cxn modelId="{55C347EF-5A70-4BD5-B4F7-4435DAD66275}" srcId="{0638EB11-C885-4F22-BB51-449597CD084D}" destId="{628655DE-6BBE-41BF-A7D1-90C0B040A971}" srcOrd="2" destOrd="0" parTransId="{A1D481A3-486E-4EE4-8D17-68D199FC434B}" sibTransId="{7ACCF483-7692-4409-822E-67FD9A20A4F0}"/>
    <dgm:cxn modelId="{F5C7526E-D33D-493E-9321-6147D8842AB2}" type="presParOf" srcId="{D678EE94-4127-4D7F-BAAC-942D3BD0B02B}" destId="{897D06FC-22DF-47DA-8CCA-F845E5093C11}" srcOrd="0" destOrd="0" presId="urn:microsoft.com/office/officeart/2018/2/layout/IconVerticalSolidList"/>
    <dgm:cxn modelId="{6C5DEDA9-FA55-41C6-A37B-717F3F883F65}" type="presParOf" srcId="{897D06FC-22DF-47DA-8CCA-F845E5093C11}" destId="{80362DCD-E372-45DA-B1D0-36CDEA5D74FD}" srcOrd="0" destOrd="0" presId="urn:microsoft.com/office/officeart/2018/2/layout/IconVerticalSolidList"/>
    <dgm:cxn modelId="{A626C31B-5002-4774-B0F6-A42DB6C4404B}" type="presParOf" srcId="{897D06FC-22DF-47DA-8CCA-F845E5093C11}" destId="{AD1CB427-6D5C-4E24-9801-9DB33A7FB753}" srcOrd="1" destOrd="0" presId="urn:microsoft.com/office/officeart/2018/2/layout/IconVerticalSolidList"/>
    <dgm:cxn modelId="{894CF87F-7A7B-4D1E-A250-59E9496BFB42}" type="presParOf" srcId="{897D06FC-22DF-47DA-8CCA-F845E5093C11}" destId="{608EC86A-F1ED-41EF-8E79-081DAEF8D88E}" srcOrd="2" destOrd="0" presId="urn:microsoft.com/office/officeart/2018/2/layout/IconVerticalSolidList"/>
    <dgm:cxn modelId="{DDAD3A5E-0B3A-4D4A-9A85-D8CB4A5B312F}" type="presParOf" srcId="{897D06FC-22DF-47DA-8CCA-F845E5093C11}" destId="{5A7982A5-4A8B-4349-A57B-65736C79E491}" srcOrd="3" destOrd="0" presId="urn:microsoft.com/office/officeart/2018/2/layout/IconVerticalSolidList"/>
    <dgm:cxn modelId="{AEC5E204-170C-4774-8882-44FA3780DA3E}" type="presParOf" srcId="{D678EE94-4127-4D7F-BAAC-942D3BD0B02B}" destId="{DC13D3C2-CE55-46CC-AC64-40D1FB7A7328}" srcOrd="1" destOrd="0" presId="urn:microsoft.com/office/officeart/2018/2/layout/IconVerticalSolidList"/>
    <dgm:cxn modelId="{19F7DEF1-518E-49D7-923E-49E2D2D49275}" type="presParOf" srcId="{D678EE94-4127-4D7F-BAAC-942D3BD0B02B}" destId="{93891B49-0F4D-4BAC-BBBB-31BC111E6531}" srcOrd="2" destOrd="0" presId="urn:microsoft.com/office/officeart/2018/2/layout/IconVerticalSolidList"/>
    <dgm:cxn modelId="{C8D1698C-3366-4902-A5CD-BC65003D03AF}" type="presParOf" srcId="{93891B49-0F4D-4BAC-BBBB-31BC111E6531}" destId="{85705D15-B49A-4CD1-B31D-8CF71C7B4CF2}" srcOrd="0" destOrd="0" presId="urn:microsoft.com/office/officeart/2018/2/layout/IconVerticalSolidList"/>
    <dgm:cxn modelId="{C4D722E9-A946-4AD4-8F9E-0CA381AE6887}" type="presParOf" srcId="{93891B49-0F4D-4BAC-BBBB-31BC111E6531}" destId="{1F96848B-B0B8-487F-915F-DCB0911E9814}" srcOrd="1" destOrd="0" presId="urn:microsoft.com/office/officeart/2018/2/layout/IconVerticalSolidList"/>
    <dgm:cxn modelId="{284CB2F9-932A-44E5-B2D0-D4822EAE55EB}" type="presParOf" srcId="{93891B49-0F4D-4BAC-BBBB-31BC111E6531}" destId="{165F9CB5-9D45-492F-A440-4CD3872ECE6A}" srcOrd="2" destOrd="0" presId="urn:microsoft.com/office/officeart/2018/2/layout/IconVerticalSolidList"/>
    <dgm:cxn modelId="{E3DB637A-6546-45C4-BCFA-662EB6B08EEF}" type="presParOf" srcId="{93891B49-0F4D-4BAC-BBBB-31BC111E6531}" destId="{0137C80D-29E3-4099-8B52-8220E73C4A8D}" srcOrd="3" destOrd="0" presId="urn:microsoft.com/office/officeart/2018/2/layout/IconVerticalSolidList"/>
    <dgm:cxn modelId="{86DD8F26-0EFE-49AA-90B8-3D3035AA8C45}" type="presParOf" srcId="{D678EE94-4127-4D7F-BAAC-942D3BD0B02B}" destId="{BBFB6A88-B072-48BA-AFBC-1BD7D75BB0F3}" srcOrd="3" destOrd="0" presId="urn:microsoft.com/office/officeart/2018/2/layout/IconVerticalSolidList"/>
    <dgm:cxn modelId="{8EA32808-76CC-4ED6-9CAF-1BE8DF32D32A}" type="presParOf" srcId="{D678EE94-4127-4D7F-BAAC-942D3BD0B02B}" destId="{09052580-4B97-46A7-8A6E-A76165B1EEAC}" srcOrd="4" destOrd="0" presId="urn:microsoft.com/office/officeart/2018/2/layout/IconVerticalSolidList"/>
    <dgm:cxn modelId="{F427E12E-B14D-4EDC-8AA0-FAD8B57FCE75}" type="presParOf" srcId="{09052580-4B97-46A7-8A6E-A76165B1EEAC}" destId="{A25D9840-6BDB-4DE8-8304-2F8AEC57CE64}" srcOrd="0" destOrd="0" presId="urn:microsoft.com/office/officeart/2018/2/layout/IconVerticalSolidList"/>
    <dgm:cxn modelId="{11CD05B5-9CE7-49BF-BBC8-8B9D54A171AC}" type="presParOf" srcId="{09052580-4B97-46A7-8A6E-A76165B1EEAC}" destId="{3868D8CF-9E2D-44AF-8306-FB47983FCD77}" srcOrd="1" destOrd="0" presId="urn:microsoft.com/office/officeart/2018/2/layout/IconVerticalSolidList"/>
    <dgm:cxn modelId="{9DDAB9AF-5724-4DBF-B662-8E8646A1D6B0}" type="presParOf" srcId="{09052580-4B97-46A7-8A6E-A76165B1EEAC}" destId="{D01B17BE-00F5-49D5-9CA0-3B18EAD183E2}" srcOrd="2" destOrd="0" presId="urn:microsoft.com/office/officeart/2018/2/layout/IconVerticalSolidList"/>
    <dgm:cxn modelId="{0D445399-329A-4E0C-9B25-75D036589EA8}" type="presParOf" srcId="{09052580-4B97-46A7-8A6E-A76165B1EEAC}" destId="{AEBDAEC2-6A2A-44F1-9D61-D84032D1F395}" srcOrd="3" destOrd="0" presId="urn:microsoft.com/office/officeart/2018/2/layout/IconVerticalSolidList"/>
    <dgm:cxn modelId="{D14F8E66-6D8B-4491-88D7-7F766908641C}" type="presParOf" srcId="{D678EE94-4127-4D7F-BAAC-942D3BD0B02B}" destId="{EDD1B6D8-3CC8-44F8-BB16-91E240C97E81}" srcOrd="5" destOrd="0" presId="urn:microsoft.com/office/officeart/2018/2/layout/IconVerticalSolidList"/>
    <dgm:cxn modelId="{111BBA68-7258-41C1-9EE9-0A5F2A335DE0}" type="presParOf" srcId="{D678EE94-4127-4D7F-BAAC-942D3BD0B02B}" destId="{4E4550CE-64AC-42B5-96B8-ADCB43C470AD}" srcOrd="6" destOrd="0" presId="urn:microsoft.com/office/officeart/2018/2/layout/IconVerticalSolidList"/>
    <dgm:cxn modelId="{0DB8F3F6-B2D4-42F0-9B9C-9E42A3632DD3}" type="presParOf" srcId="{4E4550CE-64AC-42B5-96B8-ADCB43C470AD}" destId="{3F93E8C3-5BCA-4F59-ABA4-698515E2A0A4}" srcOrd="0" destOrd="0" presId="urn:microsoft.com/office/officeart/2018/2/layout/IconVerticalSolidList"/>
    <dgm:cxn modelId="{40AA1BC1-933C-4E85-9E77-3BB47531F718}" type="presParOf" srcId="{4E4550CE-64AC-42B5-96B8-ADCB43C470AD}" destId="{299FD89C-B5C2-4FC5-A68D-DA89956D3A87}" srcOrd="1" destOrd="0" presId="urn:microsoft.com/office/officeart/2018/2/layout/IconVerticalSolidList"/>
    <dgm:cxn modelId="{35C563BA-0684-4C84-96E3-7136EA412BD0}" type="presParOf" srcId="{4E4550CE-64AC-42B5-96B8-ADCB43C470AD}" destId="{4E15FC70-BC05-4B2E-855E-9C96E607C1F0}" srcOrd="2" destOrd="0" presId="urn:microsoft.com/office/officeart/2018/2/layout/IconVerticalSolidList"/>
    <dgm:cxn modelId="{1FA91254-E0F5-4F8A-82F1-04EDA82A48BD}" type="presParOf" srcId="{4E4550CE-64AC-42B5-96B8-ADCB43C470AD}" destId="{BB80482D-9D49-4245-864C-829493DCD43F}" srcOrd="3" destOrd="0" presId="urn:microsoft.com/office/officeart/2018/2/layout/IconVerticalSolidList"/>
    <dgm:cxn modelId="{6C666F25-0EC4-4297-98F1-E90553E8F331}" type="presParOf" srcId="{D678EE94-4127-4D7F-BAAC-942D3BD0B02B}" destId="{342A814B-08E5-4895-B213-CD0396141800}" srcOrd="7" destOrd="0" presId="urn:microsoft.com/office/officeart/2018/2/layout/IconVerticalSolidList"/>
    <dgm:cxn modelId="{6574EA02-6EBC-4037-ACC3-9D4A7051544A}" type="presParOf" srcId="{D678EE94-4127-4D7F-BAAC-942D3BD0B02B}" destId="{015FDD88-F0CF-48DE-9085-F6A7EA63D99D}" srcOrd="8" destOrd="0" presId="urn:microsoft.com/office/officeart/2018/2/layout/IconVerticalSolidList"/>
    <dgm:cxn modelId="{68A72B36-BF3C-454C-B224-7DC73AD71100}" type="presParOf" srcId="{015FDD88-F0CF-48DE-9085-F6A7EA63D99D}" destId="{B1ADD4E3-65C6-47FB-A6FC-EF81FEA2B50D}" srcOrd="0" destOrd="0" presId="urn:microsoft.com/office/officeart/2018/2/layout/IconVerticalSolidList"/>
    <dgm:cxn modelId="{72F73519-24A8-40DA-A034-3C6F8BF1B128}" type="presParOf" srcId="{015FDD88-F0CF-48DE-9085-F6A7EA63D99D}" destId="{0CD08430-A961-4912-9B1F-20DA3D0BC84A}" srcOrd="1" destOrd="0" presId="urn:microsoft.com/office/officeart/2018/2/layout/IconVerticalSolidList"/>
    <dgm:cxn modelId="{B36AC9D7-DFC3-427A-9B87-447D390EC15F}" type="presParOf" srcId="{015FDD88-F0CF-48DE-9085-F6A7EA63D99D}" destId="{393C7BE6-FBAC-4DA0-A4DC-B5C0719384FE}" srcOrd="2" destOrd="0" presId="urn:microsoft.com/office/officeart/2018/2/layout/IconVerticalSolidList"/>
    <dgm:cxn modelId="{5953F2E9-D97B-4E53-B64C-8C94080E6599}" type="presParOf" srcId="{015FDD88-F0CF-48DE-9085-F6A7EA63D99D}" destId="{0670678C-1A29-4BA7-B336-5C24696F1B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4E98B-14EB-4BCA-B055-9B1E0A222039}">
      <dsp:nvSpPr>
        <dsp:cNvPr id="0" name=""/>
        <dsp:cNvSpPr/>
      </dsp:nvSpPr>
      <dsp:spPr>
        <a:xfrm>
          <a:off x="0" y="522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4D3A2-EB99-4693-97A2-6C9A11ED750E}">
      <dsp:nvSpPr>
        <dsp:cNvPr id="0" name=""/>
        <dsp:cNvSpPr/>
      </dsp:nvSpPr>
      <dsp:spPr>
        <a:xfrm>
          <a:off x="217396" y="162222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B4ACA-213E-4869-A78C-1B714DCA9EC2}">
      <dsp:nvSpPr>
        <dsp:cNvPr id="0" name=""/>
        <dsp:cNvSpPr/>
      </dsp:nvSpPr>
      <dsp:spPr>
        <a:xfrm>
          <a:off x="830059" y="522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Två</a:t>
          </a:r>
          <a:r>
            <a:rPr lang="en-US" sz="1600" kern="1200" dirty="0"/>
            <a:t> </a:t>
          </a:r>
          <a:r>
            <a:rPr lang="en-US" sz="1600" kern="1200" dirty="0" err="1"/>
            <a:t>begrepp</a:t>
          </a:r>
          <a:r>
            <a:rPr lang="en-US" sz="1600" kern="1200" dirty="0"/>
            <a:t> </a:t>
          </a:r>
          <a:r>
            <a:rPr lang="en-US" sz="1600" kern="1200" dirty="0" err="1"/>
            <a:t>som</a:t>
          </a:r>
          <a:r>
            <a:rPr lang="en-US" sz="1600" kern="1200" dirty="0"/>
            <a:t> </a:t>
          </a:r>
          <a:r>
            <a:rPr lang="en-US" sz="1600" kern="1200" dirty="0" err="1"/>
            <a:t>är</a:t>
          </a:r>
          <a:r>
            <a:rPr lang="en-US" sz="1600" kern="1200" dirty="0"/>
            <a:t> </a:t>
          </a:r>
          <a:r>
            <a:rPr lang="en-US" sz="1600" kern="1200" dirty="0" err="1"/>
            <a:t>nyckeln</a:t>
          </a:r>
          <a:r>
            <a:rPr lang="en-US" sz="1600" kern="1200" dirty="0"/>
            <a:t> till </a:t>
          </a:r>
          <a:r>
            <a:rPr lang="en-US" sz="1600" kern="1200" dirty="0" err="1"/>
            <a:t>att</a:t>
          </a:r>
          <a:r>
            <a:rPr lang="en-US" sz="1600" kern="1200" dirty="0"/>
            <a:t> </a:t>
          </a:r>
          <a:r>
            <a:rPr lang="en-US" sz="1600" kern="1200" dirty="0" err="1"/>
            <a:t>förstå</a:t>
          </a:r>
          <a:r>
            <a:rPr lang="en-US" sz="1600" kern="1200" dirty="0"/>
            <a:t> Terraform:</a:t>
          </a:r>
        </a:p>
      </dsp:txBody>
      <dsp:txXfrm>
        <a:off x="830059" y="522"/>
        <a:ext cx="11234642" cy="718666"/>
      </dsp:txXfrm>
    </dsp:sp>
    <dsp:sp modelId="{4E405383-466A-429B-9F58-79D67A9BA43B}">
      <dsp:nvSpPr>
        <dsp:cNvPr id="0" name=""/>
        <dsp:cNvSpPr/>
      </dsp:nvSpPr>
      <dsp:spPr>
        <a:xfrm>
          <a:off x="0" y="898855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7566D-B1D7-41B3-AEF2-DA18345F6CBE}">
      <dsp:nvSpPr>
        <dsp:cNvPr id="0" name=""/>
        <dsp:cNvSpPr/>
      </dsp:nvSpPr>
      <dsp:spPr>
        <a:xfrm>
          <a:off x="217396" y="1060555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924C7-EE39-4724-9B91-4CEF2BA81D68}">
      <dsp:nvSpPr>
        <dsp:cNvPr id="0" name=""/>
        <dsp:cNvSpPr/>
      </dsp:nvSpPr>
      <dsp:spPr>
        <a:xfrm>
          <a:off x="830059" y="898855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Provider = "Vilken </a:t>
          </a:r>
          <a:r>
            <a:rPr lang="en-US" sz="1600" b="1" kern="1200" dirty="0" err="1"/>
            <a:t>plattform</a:t>
          </a:r>
          <a:r>
            <a:rPr lang="en-US" sz="1600" b="1" kern="1200" dirty="0"/>
            <a:t>?"</a:t>
          </a:r>
          <a:endParaRPr lang="en-US" sz="1600" kern="1200" dirty="0"/>
        </a:p>
      </dsp:txBody>
      <dsp:txXfrm>
        <a:off x="830059" y="898855"/>
        <a:ext cx="11234642" cy="718666"/>
      </dsp:txXfrm>
    </dsp:sp>
    <dsp:sp modelId="{87CBDE51-AFEC-470E-B2D7-98C073E951E5}">
      <dsp:nvSpPr>
        <dsp:cNvPr id="0" name=""/>
        <dsp:cNvSpPr/>
      </dsp:nvSpPr>
      <dsp:spPr>
        <a:xfrm>
          <a:off x="0" y="1797188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5F27DA-2791-455D-93DA-364E406A7CE5}">
      <dsp:nvSpPr>
        <dsp:cNvPr id="0" name=""/>
        <dsp:cNvSpPr/>
      </dsp:nvSpPr>
      <dsp:spPr>
        <a:xfrm>
          <a:off x="217396" y="1958888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4F5F9-D573-4966-ABA5-28823CD230CB}">
      <dsp:nvSpPr>
        <dsp:cNvPr id="0" name=""/>
        <dsp:cNvSpPr/>
      </dsp:nvSpPr>
      <dsp:spPr>
        <a:xfrm>
          <a:off x="830059" y="1797188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hcl</a:t>
          </a:r>
        </a:p>
      </dsp:txBody>
      <dsp:txXfrm>
        <a:off x="830059" y="1797188"/>
        <a:ext cx="11234642" cy="718666"/>
      </dsp:txXfrm>
    </dsp:sp>
    <dsp:sp modelId="{CA3A95BB-C4C9-49E5-96C2-F67D46C70B52}">
      <dsp:nvSpPr>
        <dsp:cNvPr id="0" name=""/>
        <dsp:cNvSpPr/>
      </dsp:nvSpPr>
      <dsp:spPr>
        <a:xfrm>
          <a:off x="0" y="2695521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15908-46B7-45D8-B41D-19C210D471F4}">
      <dsp:nvSpPr>
        <dsp:cNvPr id="0" name=""/>
        <dsp:cNvSpPr/>
      </dsp:nvSpPr>
      <dsp:spPr>
        <a:xfrm>
          <a:off x="217396" y="2857221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FC15A-7EFF-4DBA-B22A-6157A0E6FDA1}">
      <dsp:nvSpPr>
        <dsp:cNvPr id="0" name=""/>
        <dsp:cNvSpPr/>
      </dsp:nvSpPr>
      <dsp:spPr>
        <a:xfrm>
          <a:off x="830059" y="2695521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provider </a:t>
          </a:r>
          <a:r>
            <a:rPr lang="en-US" sz="1600" b="1" kern="1200" dirty="0"/>
            <a:t>"local" { }</a:t>
          </a:r>
          <a:br>
            <a:rPr lang="en-US" sz="1600" b="1" kern="1200" dirty="0"/>
          </a:br>
          <a:r>
            <a:rPr lang="en-US" sz="1600" i="1" kern="1200" dirty="0"/>
            <a:t># Detta talar om för Terraform </a:t>
          </a:r>
          <a:r>
            <a:rPr lang="en-US" sz="1600" i="1" kern="1200" dirty="0" err="1"/>
            <a:t>att</a:t>
          </a:r>
          <a:r>
            <a:rPr lang="en-US" sz="1600" i="1" kern="1200" dirty="0"/>
            <a:t> </a:t>
          </a:r>
          <a:r>
            <a:rPr lang="en-US" sz="1600" i="1" kern="1200" dirty="0" err="1"/>
            <a:t>jobba</a:t>
          </a:r>
          <a:r>
            <a:rPr lang="en-US" sz="1600" i="1" kern="1200" dirty="0"/>
            <a:t> </a:t>
          </a:r>
          <a:r>
            <a:rPr lang="en-US" sz="1600" i="1" kern="1200" dirty="0" err="1"/>
            <a:t>på</a:t>
          </a:r>
          <a:r>
            <a:rPr lang="en-US" sz="1600" i="1" kern="1200" dirty="0"/>
            <a:t> din </a:t>
          </a:r>
          <a:r>
            <a:rPr lang="en-US" sz="1600" i="1" kern="1200" dirty="0" err="1"/>
            <a:t>dator</a:t>
          </a:r>
          <a:endParaRPr lang="en-US" sz="1600" kern="1200" dirty="0" err="1"/>
        </a:p>
      </dsp:txBody>
      <dsp:txXfrm>
        <a:off x="830059" y="2695521"/>
        <a:ext cx="11234642" cy="718666"/>
      </dsp:txXfrm>
    </dsp:sp>
    <dsp:sp modelId="{586AB453-DFBC-4A32-B6D7-136B2420ADCB}">
      <dsp:nvSpPr>
        <dsp:cNvPr id="0" name=""/>
        <dsp:cNvSpPr/>
      </dsp:nvSpPr>
      <dsp:spPr>
        <a:xfrm>
          <a:off x="0" y="3593854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0CFBE-72AB-4F9F-BAFC-413625E0E4AA}">
      <dsp:nvSpPr>
        <dsp:cNvPr id="0" name=""/>
        <dsp:cNvSpPr/>
      </dsp:nvSpPr>
      <dsp:spPr>
        <a:xfrm>
          <a:off x="217396" y="3755554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40489-86C8-4944-A7B8-F8D94D9015EE}">
      <dsp:nvSpPr>
        <dsp:cNvPr id="0" name=""/>
        <dsp:cNvSpPr/>
      </dsp:nvSpPr>
      <dsp:spPr>
        <a:xfrm>
          <a:off x="830059" y="3593854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local    Din </a:t>
          </a:r>
          <a:r>
            <a:rPr lang="en-US" sz="1600" kern="1200" dirty="0" err="1"/>
            <a:t>lokala</a:t>
          </a:r>
          <a:r>
            <a:rPr lang="en-US" sz="1600" kern="1200" dirty="0"/>
            <a:t> </a:t>
          </a:r>
          <a:r>
            <a:rPr lang="en-US" sz="1600" kern="1200" dirty="0" err="1"/>
            <a:t>dator</a:t>
          </a:r>
          <a:r>
            <a:rPr lang="en-US" sz="1600" kern="1200" dirty="0"/>
            <a:t> (filer, </a:t>
          </a:r>
          <a:r>
            <a:rPr lang="en-US" sz="1600" kern="1200" dirty="0" err="1"/>
            <a:t>mappar</a:t>
          </a:r>
          <a:r>
            <a:rPr lang="en-US" sz="1600" kern="1200" dirty="0"/>
            <a:t>)    </a:t>
          </a:r>
          <a:r>
            <a:rPr lang="en-US" sz="1600" b="1" kern="1200" dirty="0"/>
            <a:t>provider "local" { }</a:t>
          </a:r>
        </a:p>
      </dsp:txBody>
      <dsp:txXfrm>
        <a:off x="830059" y="3593854"/>
        <a:ext cx="11234642" cy="718666"/>
      </dsp:txXfrm>
    </dsp:sp>
    <dsp:sp modelId="{0F45075D-F44B-4331-A71A-7FC214628B83}">
      <dsp:nvSpPr>
        <dsp:cNvPr id="0" name=""/>
        <dsp:cNvSpPr/>
      </dsp:nvSpPr>
      <dsp:spPr>
        <a:xfrm>
          <a:off x="0" y="4492188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3A040-3475-44C9-BA58-3319CF7F9CF9}">
      <dsp:nvSpPr>
        <dsp:cNvPr id="0" name=""/>
        <dsp:cNvSpPr/>
      </dsp:nvSpPr>
      <dsp:spPr>
        <a:xfrm>
          <a:off x="217396" y="4653888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0329F-9F41-43A3-8224-3B31BEA70952}">
      <dsp:nvSpPr>
        <dsp:cNvPr id="0" name=""/>
        <dsp:cNvSpPr/>
      </dsp:nvSpPr>
      <dsp:spPr>
        <a:xfrm>
          <a:off x="830059" y="4492188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aws</a:t>
          </a:r>
          <a:r>
            <a:rPr lang="en-US" sz="1600" kern="1200" dirty="0"/>
            <a:t>    Amazon Web Services    </a:t>
          </a:r>
          <a:r>
            <a:rPr lang="en-US" sz="1600" b="1" kern="1200" dirty="0"/>
            <a:t>provider "</a:t>
          </a:r>
          <a:r>
            <a:rPr lang="en-US" sz="1600" b="1" kern="1200" dirty="0" err="1"/>
            <a:t>aws</a:t>
          </a:r>
          <a:r>
            <a:rPr lang="en-US" sz="1600" b="1" kern="1200" dirty="0"/>
            <a:t>" { region = "eu-north-1" }</a:t>
          </a:r>
        </a:p>
      </dsp:txBody>
      <dsp:txXfrm>
        <a:off x="830059" y="4492188"/>
        <a:ext cx="11234642" cy="718666"/>
      </dsp:txXfrm>
    </dsp:sp>
    <dsp:sp modelId="{F93ACCCA-A3BD-44C1-B845-55B0E4DD95A2}">
      <dsp:nvSpPr>
        <dsp:cNvPr id="0" name=""/>
        <dsp:cNvSpPr/>
      </dsp:nvSpPr>
      <dsp:spPr>
        <a:xfrm>
          <a:off x="0" y="5390521"/>
          <a:ext cx="12064702" cy="71866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3D659-3D82-46D8-B33C-F280EDC46269}">
      <dsp:nvSpPr>
        <dsp:cNvPr id="0" name=""/>
        <dsp:cNvSpPr/>
      </dsp:nvSpPr>
      <dsp:spPr>
        <a:xfrm>
          <a:off x="217396" y="5552221"/>
          <a:ext cx="395266" cy="3952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24459-6E07-4D91-A811-FF510A701823}">
      <dsp:nvSpPr>
        <dsp:cNvPr id="0" name=""/>
        <dsp:cNvSpPr/>
      </dsp:nvSpPr>
      <dsp:spPr>
        <a:xfrm>
          <a:off x="830059" y="5390521"/>
          <a:ext cx="11234642" cy="718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9" tIns="76059" rIns="76059" bIns="7605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azure    Microsoft Azure   </a:t>
          </a:r>
          <a:r>
            <a:rPr lang="en-US" sz="1600" b="1" kern="1200" dirty="0"/>
            <a:t> provider "</a:t>
          </a:r>
          <a:r>
            <a:rPr lang="en-US" sz="1600" b="1" kern="1200" dirty="0" err="1"/>
            <a:t>azurerm</a:t>
          </a:r>
          <a:r>
            <a:rPr lang="en-US" sz="1600" b="1" kern="1200" dirty="0"/>
            <a:t>" { features {} }</a:t>
          </a:r>
        </a:p>
      </dsp:txBody>
      <dsp:txXfrm>
        <a:off x="830059" y="5390521"/>
        <a:ext cx="11234642" cy="718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62DCD-E372-45DA-B1D0-36CDEA5D74FD}">
      <dsp:nvSpPr>
        <dsp:cNvPr id="0" name=""/>
        <dsp:cNvSpPr/>
      </dsp:nvSpPr>
      <dsp:spPr>
        <a:xfrm>
          <a:off x="0" y="5169"/>
          <a:ext cx="7875983" cy="1101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CB427-6D5C-4E24-9801-9DB33A7FB753}">
      <dsp:nvSpPr>
        <dsp:cNvPr id="0" name=""/>
        <dsp:cNvSpPr/>
      </dsp:nvSpPr>
      <dsp:spPr>
        <a:xfrm>
          <a:off x="333108" y="252936"/>
          <a:ext cx="605651" cy="605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982A5-4A8B-4349-A57B-65736C79E491}">
      <dsp:nvSpPr>
        <dsp:cNvPr id="0" name=""/>
        <dsp:cNvSpPr/>
      </dsp:nvSpPr>
      <dsp:spPr>
        <a:xfrm>
          <a:off x="1271868" y="5169"/>
          <a:ext cx="6604114" cy="1101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542" tIns="116542" rIns="116542" bIns="1165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State-filen kan innehålla </a:t>
          </a:r>
          <a:r>
            <a:rPr lang="en-US" sz="1800" b="1" kern="1200"/>
            <a:t>känslig information</a:t>
          </a:r>
          <a:r>
            <a:rPr lang="en-US" sz="1800" kern="1200"/>
            <a:t> (API-nycklar, lösenord)</a:t>
          </a:r>
        </a:p>
      </dsp:txBody>
      <dsp:txXfrm>
        <a:off x="1271868" y="5169"/>
        <a:ext cx="6604114" cy="1101184"/>
      </dsp:txXfrm>
    </dsp:sp>
    <dsp:sp modelId="{85705D15-B49A-4CD1-B31D-8CF71C7B4CF2}">
      <dsp:nvSpPr>
        <dsp:cNvPr id="0" name=""/>
        <dsp:cNvSpPr/>
      </dsp:nvSpPr>
      <dsp:spPr>
        <a:xfrm>
          <a:off x="0" y="1381650"/>
          <a:ext cx="7875983" cy="1101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96848B-B0B8-487F-915F-DCB0911E9814}">
      <dsp:nvSpPr>
        <dsp:cNvPr id="0" name=""/>
        <dsp:cNvSpPr/>
      </dsp:nvSpPr>
      <dsp:spPr>
        <a:xfrm>
          <a:off x="333108" y="1629417"/>
          <a:ext cx="605651" cy="605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7C80D-29E3-4099-8B52-8220E73C4A8D}">
      <dsp:nvSpPr>
        <dsp:cNvPr id="0" name=""/>
        <dsp:cNvSpPr/>
      </dsp:nvSpPr>
      <dsp:spPr>
        <a:xfrm>
          <a:off x="1271868" y="1381650"/>
          <a:ext cx="6604114" cy="1101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542" tIns="116542" rIns="116542" bIns="1165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Dela den ALDRIG offentligt!</a:t>
          </a:r>
          <a:endParaRPr lang="en-US" sz="1800" kern="1200"/>
        </a:p>
      </dsp:txBody>
      <dsp:txXfrm>
        <a:off x="1271868" y="1381650"/>
        <a:ext cx="6604114" cy="1101184"/>
      </dsp:txXfrm>
    </dsp:sp>
    <dsp:sp modelId="{A25D9840-6BDB-4DE8-8304-2F8AEC57CE64}">
      <dsp:nvSpPr>
        <dsp:cNvPr id="0" name=""/>
        <dsp:cNvSpPr/>
      </dsp:nvSpPr>
      <dsp:spPr>
        <a:xfrm>
          <a:off x="0" y="2758132"/>
          <a:ext cx="7875983" cy="1101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8D8CF-9E2D-44AF-8306-FB47983FCD77}">
      <dsp:nvSpPr>
        <dsp:cNvPr id="0" name=""/>
        <dsp:cNvSpPr/>
      </dsp:nvSpPr>
      <dsp:spPr>
        <a:xfrm>
          <a:off x="333108" y="3005898"/>
          <a:ext cx="605651" cy="605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DAEC2-6A2A-44F1-9D61-D84032D1F395}">
      <dsp:nvSpPr>
        <dsp:cNvPr id="0" name=""/>
        <dsp:cNvSpPr/>
      </dsp:nvSpPr>
      <dsp:spPr>
        <a:xfrm>
          <a:off x="1271868" y="2758132"/>
          <a:ext cx="6604114" cy="1101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542" tIns="116542" rIns="116542" bIns="1165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Lägg till terraform.tfstate i .gitignore!</a:t>
          </a:r>
        </a:p>
      </dsp:txBody>
      <dsp:txXfrm>
        <a:off x="1271868" y="2758132"/>
        <a:ext cx="6604114" cy="1101184"/>
      </dsp:txXfrm>
    </dsp:sp>
    <dsp:sp modelId="{3F93E8C3-5BCA-4F59-ABA4-698515E2A0A4}">
      <dsp:nvSpPr>
        <dsp:cNvPr id="0" name=""/>
        <dsp:cNvSpPr/>
      </dsp:nvSpPr>
      <dsp:spPr>
        <a:xfrm>
          <a:off x="0" y="4134613"/>
          <a:ext cx="7875983" cy="1101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FD89C-B5C2-4FC5-A68D-DA89956D3A87}">
      <dsp:nvSpPr>
        <dsp:cNvPr id="0" name=""/>
        <dsp:cNvSpPr/>
      </dsp:nvSpPr>
      <dsp:spPr>
        <a:xfrm>
          <a:off x="333108" y="4382379"/>
          <a:ext cx="605651" cy="605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0482D-9D49-4245-864C-829493DCD43F}">
      <dsp:nvSpPr>
        <dsp:cNvPr id="0" name=""/>
        <dsp:cNvSpPr/>
      </dsp:nvSpPr>
      <dsp:spPr>
        <a:xfrm>
          <a:off x="1271868" y="4134613"/>
          <a:ext cx="6604114" cy="1101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542" tIns="116542" rIns="116542" bIns="1165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Använd </a:t>
          </a:r>
          <a:r>
            <a:rPr lang="en-US" sz="1800" b="1" kern="1200"/>
            <a:t>remote state</a:t>
          </a:r>
          <a:r>
            <a:rPr lang="en-US" sz="1800" kern="1200"/>
            <a:t> (S3, Azure Storage) för teamarbete</a:t>
          </a:r>
        </a:p>
      </dsp:txBody>
      <dsp:txXfrm>
        <a:off x="1271868" y="4134613"/>
        <a:ext cx="6604114" cy="1101184"/>
      </dsp:txXfrm>
    </dsp:sp>
    <dsp:sp modelId="{B1ADD4E3-65C6-47FB-A6FC-EF81FEA2B50D}">
      <dsp:nvSpPr>
        <dsp:cNvPr id="0" name=""/>
        <dsp:cNvSpPr/>
      </dsp:nvSpPr>
      <dsp:spPr>
        <a:xfrm>
          <a:off x="0" y="5511094"/>
          <a:ext cx="7875983" cy="11011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08430-A961-4912-9B1F-20DA3D0BC84A}">
      <dsp:nvSpPr>
        <dsp:cNvPr id="0" name=""/>
        <dsp:cNvSpPr/>
      </dsp:nvSpPr>
      <dsp:spPr>
        <a:xfrm>
          <a:off x="333108" y="5758860"/>
          <a:ext cx="605651" cy="605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0678C-1A29-4BA7-B336-5C24696F1B91}">
      <dsp:nvSpPr>
        <dsp:cNvPr id="0" name=""/>
        <dsp:cNvSpPr/>
      </dsp:nvSpPr>
      <dsp:spPr>
        <a:xfrm>
          <a:off x="1271868" y="5511094"/>
          <a:ext cx="6604114" cy="1101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542" tIns="116542" rIns="116542" bIns="116542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Enligt Scalr:</a:t>
          </a:r>
          <a:r>
            <a:rPr lang="en-US" sz="1800" kern="1200"/>
            <a:t> En stor state-fil är långsam och en enda miss har stor påverkan. Dela upp state per miljö och komponent – t.ex. separat state för nätverk, databaser och applikationer.</a:t>
          </a:r>
        </a:p>
      </dsp:txBody>
      <dsp:txXfrm>
        <a:off x="1271868" y="5511094"/>
        <a:ext cx="6604114" cy="1101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2026-08-09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qBeWT2iE216jzFEL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732568" y="1238032"/>
            <a:ext cx="9611581" cy="2558305"/>
          </a:xfrm>
        </p:spPr>
        <p:txBody>
          <a:bodyPr anchor="b">
            <a:normAutofit/>
          </a:bodyPr>
          <a:lstStyle/>
          <a:p>
            <a:pPr algn="l"/>
            <a:r>
              <a:rPr lang="sv-SE" sz="5400">
                <a:solidFill>
                  <a:schemeClr val="tx2"/>
                </a:solidFill>
                <a:ea typeface="+mj-lt"/>
                <a:cs typeface="+mj-lt"/>
              </a:rPr>
              <a:t>Infrastructure as Code (IaC) Intro</a:t>
            </a:r>
            <a:endParaRPr lang="sv-SE" sz="5400">
              <a:solidFill>
                <a:schemeClr val="tx2"/>
              </a:solidFill>
            </a:endParaRP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5769131" cy="22446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sv-SE" sz="2200">
                <a:solidFill>
                  <a:schemeClr val="tx2"/>
                </a:solidFill>
              </a:rPr>
              <a:t>Arseniy Buzyan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EE0D0BA-95E6-8C54-D510-21A1E61F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Varför Infrastructure as Code?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0CA280C-C8EC-B223-FBF8-59CBFE0A7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924" y="-19932"/>
            <a:ext cx="7299385" cy="6897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>
                <a:ea typeface="+mn-lt"/>
                <a:cs typeface="+mn-lt"/>
              </a:rPr>
              <a:t>Vi har redan lärt oss skripta med PowerShell (imperativt) och Python. Nu ska vi lära oss ett DEKLARATIVT sätt att hantera infrastruktur.</a:t>
            </a:r>
            <a:endParaRPr lang="sv-SE" sz="3200"/>
          </a:p>
          <a:p>
            <a:pPr marL="0" indent="0">
              <a:buNone/>
            </a:pPr>
            <a:r>
              <a:rPr lang="sv-SE" sz="3200">
                <a:ea typeface="+mn-lt"/>
                <a:cs typeface="+mn-lt"/>
              </a:rPr>
              <a:t>Problemet med manuell hantering:</a:t>
            </a:r>
          </a:p>
          <a:p>
            <a:r>
              <a:rPr lang="sv-SE" sz="3200">
                <a:ea typeface="+mn-lt"/>
                <a:cs typeface="+mn-lt"/>
              </a:rPr>
              <a:t>❌ Långsamt – timmar eller dagar för att konfigurera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❌ Felbenäget – mänskliga misstag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❌ Svårt att återskapa – "det funkar på min dator"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❌ Ingen historik – vem ändrade vad?</a:t>
            </a:r>
            <a:endParaRPr lang="sv-SE" sz="3200"/>
          </a:p>
        </p:txBody>
      </p:sp>
    </p:spTree>
    <p:extLst>
      <p:ext uri="{BB962C8B-B14F-4D97-AF65-F5344CB8AC3E}">
        <p14:creationId xmlns:p14="http://schemas.microsoft.com/office/powerpoint/2010/main" val="149859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69CF13A-A8A4-C6D1-CEB6-451DF205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Manuellt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vs </a:t>
            </a: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Automatiserat</a:t>
            </a:r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44B4B574-BD82-28DE-BAC1-993E6A518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970" y="2354239"/>
            <a:ext cx="9076059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2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2B9913C-386F-6A83-7825-6DEDC41A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5" y="3641651"/>
            <a:ext cx="4055418" cy="2146374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Med IaC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E0B9642-F2F9-51CC-F618-0E12013F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189" y="19451"/>
            <a:ext cx="7245932" cy="683297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✅ </a:t>
            </a:r>
            <a:r>
              <a:rPr lang="sv-SE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Versionshantering </a:t>
            </a:r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– Allt sparas i Git, full historik och möjlighet att återställa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✅ </a:t>
            </a:r>
            <a:r>
              <a:rPr lang="sv-SE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Konsekventa resultat</a:t>
            </a:r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– Samma kod = samma infrastruktur, oavsett vem som kör den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✅ </a:t>
            </a:r>
            <a:r>
              <a:rPr lang="sv-SE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Återanvändbart</a:t>
            </a:r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– Skapa 100 servrar lika enkelt som 1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✅ </a:t>
            </a:r>
            <a:r>
              <a:rPr lang="sv-SE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Snabbare driftsättning</a:t>
            </a:r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– Från timmar till minuter</a:t>
            </a:r>
          </a:p>
          <a:p>
            <a:r>
              <a:rPr lang="sv-SE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Enligt Microsoft</a:t>
            </a:r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 IaC är en förutsättning för framgångsrik DevOps och betraktas som en hörnsten i modern molnhantering. I 2026 är IaC inte längre en nischad DevOps-praxis – det har blivit en kärnkompetens för organisationer som vill skala infrastruktur säkert.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03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B1D40791-A501-8C19-7759-71B37887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13" r="49963" b="-280"/>
          <a:stretch>
            <a:fillRect/>
          </a:stretch>
        </p:blipFill>
        <p:spPr>
          <a:xfrm>
            <a:off x="2998066" y="996"/>
            <a:ext cx="6195868" cy="692324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1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FF1E0B7-5E02-ECB4-5223-B2165AA7D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Från Verkligheten – IaC i Svenska och Internationella Företag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B53267D-A688-5A26-7DA4-C703DF34A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345" y="176037"/>
            <a:ext cx="4076547" cy="66763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 err="1"/>
              <a:t>IaC</a:t>
            </a:r>
            <a:r>
              <a:rPr lang="en-US" sz="1800" dirty="0"/>
              <a:t> </a:t>
            </a:r>
            <a:r>
              <a:rPr lang="en-US" sz="1800" dirty="0" err="1"/>
              <a:t>är</a:t>
            </a:r>
            <a:r>
              <a:rPr lang="en-US" sz="1800" dirty="0"/>
              <a:t> standard </a:t>
            </a:r>
            <a:r>
              <a:rPr lang="en-US" sz="1800" dirty="0" err="1"/>
              <a:t>i</a:t>
            </a:r>
            <a:r>
              <a:rPr lang="en-US" sz="1800" dirty="0"/>
              <a:t> moderna IT-</a:t>
            </a:r>
            <a:r>
              <a:rPr lang="en-US" sz="1800" dirty="0" err="1"/>
              <a:t>organisationer</a:t>
            </a:r>
            <a:r>
              <a:rPr lang="en-US" sz="1800" dirty="0"/>
              <a:t>, </a:t>
            </a:r>
            <a:r>
              <a:rPr lang="en-US" sz="1800" dirty="0" err="1"/>
              <a:t>både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Sverige och </a:t>
            </a:r>
            <a:r>
              <a:rPr lang="en-US" sz="1800" dirty="0" err="1"/>
              <a:t>internationellt</a:t>
            </a:r>
            <a:r>
              <a:rPr lang="en-US" sz="1800" dirty="0"/>
              <a:t>.</a:t>
            </a:r>
            <a:endParaRPr lang="sv-SE"/>
          </a:p>
          <a:p>
            <a:r>
              <a:rPr lang="en-US" sz="1800" b="1" dirty="0"/>
              <a:t>RBC (Royal Bank of Canada) </a:t>
            </a:r>
            <a:r>
              <a:rPr lang="en-US" sz="1800" dirty="0"/>
              <a:t>   </a:t>
            </a:r>
            <a:r>
              <a:rPr lang="en-US" sz="1800" dirty="0" err="1"/>
              <a:t>Byggde</a:t>
            </a:r>
            <a:r>
              <a:rPr lang="en-US" sz="1800" dirty="0"/>
              <a:t>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centraliserad</a:t>
            </a:r>
            <a:r>
              <a:rPr lang="en-US" sz="1800" dirty="0"/>
              <a:t> </a:t>
            </a:r>
            <a:r>
              <a:rPr lang="en-US" sz="1800" dirty="0" err="1"/>
              <a:t>IaC-plattform</a:t>
            </a:r>
            <a:r>
              <a:rPr lang="en-US" sz="1800" dirty="0"/>
              <a:t> för </a:t>
            </a:r>
            <a:r>
              <a:rPr lang="en-US" sz="1800" dirty="0" err="1"/>
              <a:t>att</a:t>
            </a:r>
            <a:r>
              <a:rPr lang="en-US" sz="1800" dirty="0"/>
              <a:t> </a:t>
            </a:r>
            <a:r>
              <a:rPr lang="en-US" sz="1800" dirty="0" err="1"/>
              <a:t>hantera</a:t>
            </a:r>
            <a:r>
              <a:rPr lang="en-US" sz="1800" dirty="0"/>
              <a:t> </a:t>
            </a:r>
            <a:r>
              <a:rPr lang="en-US" sz="1800" dirty="0" err="1"/>
              <a:t>tusentals</a:t>
            </a:r>
            <a:r>
              <a:rPr lang="en-US" sz="1800" dirty="0"/>
              <a:t> </a:t>
            </a:r>
            <a:r>
              <a:rPr lang="en-US" sz="1800" dirty="0" err="1"/>
              <a:t>arbetsbelastningar</a:t>
            </a:r>
            <a:r>
              <a:rPr lang="en-US" sz="1800" dirty="0"/>
              <a:t> </a:t>
            </a:r>
            <a:r>
              <a:rPr lang="en-US" sz="1800" dirty="0" err="1"/>
              <a:t>över</a:t>
            </a:r>
            <a:r>
              <a:rPr lang="en-US" sz="1800" dirty="0"/>
              <a:t> </a:t>
            </a:r>
            <a:r>
              <a:rPr lang="en-US" sz="1800" dirty="0" err="1"/>
              <a:t>hybridmiljöer</a:t>
            </a:r>
            <a:r>
              <a:rPr lang="en-US" sz="1800" dirty="0"/>
              <a:t> med </a:t>
            </a:r>
            <a:r>
              <a:rPr lang="en-US" sz="1800" dirty="0" err="1"/>
              <a:t>GitOps</a:t>
            </a:r>
            <a:r>
              <a:rPr lang="en-US" sz="1800" dirty="0"/>
              <a:t> och policy-as-code</a:t>
            </a:r>
          </a:p>
          <a:p>
            <a:r>
              <a:rPr lang="en-US" sz="1800" b="1" dirty="0"/>
              <a:t>TD Bank (Kanada) </a:t>
            </a:r>
            <a:r>
              <a:rPr lang="en-US" sz="1800" dirty="0"/>
              <a:t>   </a:t>
            </a:r>
            <a:r>
              <a:rPr lang="en-US" sz="1800" dirty="0" err="1"/>
              <a:t>Automatiserade</a:t>
            </a:r>
            <a:r>
              <a:rPr lang="en-US" sz="1800" dirty="0"/>
              <a:t> </a:t>
            </a:r>
            <a:r>
              <a:rPr lang="en-US" sz="1800" dirty="0" err="1"/>
              <a:t>nätverksuppdateringar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1 300 </a:t>
            </a:r>
            <a:r>
              <a:rPr lang="en-US" sz="1800" dirty="0" err="1"/>
              <a:t>filialer</a:t>
            </a:r>
            <a:r>
              <a:rPr lang="en-US" sz="1800" dirty="0"/>
              <a:t> – 12 850 </a:t>
            </a:r>
            <a:r>
              <a:rPr lang="en-US" sz="1800" dirty="0" err="1"/>
              <a:t>rader</a:t>
            </a:r>
            <a:r>
              <a:rPr lang="en-US" sz="1800" dirty="0"/>
              <a:t> </a:t>
            </a:r>
            <a:r>
              <a:rPr lang="en-US" sz="1800" dirty="0" err="1"/>
              <a:t>kod</a:t>
            </a:r>
            <a:r>
              <a:rPr lang="en-US" sz="1800" dirty="0"/>
              <a:t> </a:t>
            </a:r>
            <a:r>
              <a:rPr lang="en-US" sz="1800" dirty="0" err="1"/>
              <a:t>sparade</a:t>
            </a:r>
            <a:r>
              <a:rPr lang="en-US" sz="1800" dirty="0"/>
              <a:t> 1 360 </a:t>
            </a:r>
            <a:r>
              <a:rPr lang="en-US" sz="1800" dirty="0" err="1"/>
              <a:t>arbetstimmar</a:t>
            </a:r>
            <a:endParaRPr lang="en-US" sz="1800" dirty="0"/>
          </a:p>
          <a:p>
            <a:r>
              <a:rPr lang="en-US" sz="1800" b="1" dirty="0"/>
              <a:t>Volvo (Sverige) </a:t>
            </a:r>
            <a:r>
              <a:rPr lang="en-US" sz="1800" dirty="0"/>
              <a:t>   </a:t>
            </a:r>
            <a:r>
              <a:rPr lang="en-US" sz="1800" dirty="0" err="1"/>
              <a:t>Automatiserar</a:t>
            </a:r>
            <a:r>
              <a:rPr lang="en-US" sz="1800" dirty="0"/>
              <a:t> </a:t>
            </a:r>
            <a:r>
              <a:rPr lang="en-US" sz="1800" dirty="0" err="1"/>
              <a:t>driftsättning</a:t>
            </a:r>
            <a:r>
              <a:rPr lang="en-US" sz="1800" dirty="0"/>
              <a:t> med Terraform och Ansible</a:t>
            </a:r>
          </a:p>
          <a:p>
            <a:r>
              <a:rPr lang="en-US" sz="1800" b="1" dirty="0"/>
              <a:t>Spotify (Sverige) </a:t>
            </a:r>
            <a:r>
              <a:rPr lang="en-US" sz="1800" dirty="0"/>
              <a:t>   </a:t>
            </a:r>
            <a:r>
              <a:rPr lang="en-US" sz="1800" dirty="0" err="1"/>
              <a:t>Provisionerar</a:t>
            </a:r>
            <a:r>
              <a:rPr lang="en-US" sz="1800" dirty="0"/>
              <a:t> </a:t>
            </a:r>
            <a:r>
              <a:rPr lang="en-US" sz="1800" dirty="0" err="1"/>
              <a:t>molninfrastruktur</a:t>
            </a:r>
            <a:r>
              <a:rPr lang="en-US" sz="1800" dirty="0"/>
              <a:t> med Terraform</a:t>
            </a:r>
          </a:p>
          <a:p>
            <a:r>
              <a:rPr lang="en-US" sz="1800" b="1" dirty="0"/>
              <a:t>Klarna (Sverige)</a:t>
            </a:r>
            <a:r>
              <a:rPr lang="en-US" sz="1800" dirty="0"/>
              <a:t>    </a:t>
            </a:r>
            <a:r>
              <a:rPr lang="en-US" sz="1800" dirty="0" err="1"/>
              <a:t>Konfigurerar</a:t>
            </a:r>
            <a:r>
              <a:rPr lang="en-US" sz="1800" dirty="0"/>
              <a:t> </a:t>
            </a:r>
            <a:r>
              <a:rPr lang="en-US" sz="1800" dirty="0" err="1"/>
              <a:t>servrar</a:t>
            </a:r>
            <a:r>
              <a:rPr lang="en-US" sz="1800" dirty="0"/>
              <a:t> med Ansible och Terraform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C7DB5F31-075B-6D0F-AB33-EFE18AE6B16B}"/>
              </a:ext>
            </a:extLst>
          </p:cNvPr>
          <p:cNvSpPr txBox="1"/>
          <p:nvPr/>
        </p:nvSpPr>
        <p:spPr>
          <a:xfrm>
            <a:off x="8137128" y="178775"/>
            <a:ext cx="3935510" cy="55975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/>
              <a:t>Varför </a:t>
            </a:r>
            <a:r>
              <a:rPr lang="en-US" sz="2400" b="1" i="0" dirty="0" err="1"/>
              <a:t>detta</a:t>
            </a:r>
            <a:r>
              <a:rPr lang="en-US" sz="2400" b="1" i="0" dirty="0"/>
              <a:t> </a:t>
            </a:r>
            <a:r>
              <a:rPr lang="en-US" sz="2400" b="1" i="0" dirty="0" err="1"/>
              <a:t>är</a:t>
            </a:r>
            <a:r>
              <a:rPr lang="en-US" sz="2400" b="1" i="0" dirty="0"/>
              <a:t> </a:t>
            </a:r>
            <a:r>
              <a:rPr lang="en-US" sz="2400" b="1" i="0" dirty="0" err="1"/>
              <a:t>viktigt</a:t>
            </a:r>
            <a:r>
              <a:rPr lang="en-US" sz="2400" b="1" i="0" dirty="0"/>
              <a:t>:</a:t>
            </a:r>
            <a:r>
              <a:rPr lang="en-US" sz="2400" b="0" i="0" dirty="0"/>
              <a:t> </a:t>
            </a:r>
            <a:r>
              <a:rPr lang="en-US" sz="2400" b="0" i="0" dirty="0" err="1"/>
              <a:t>IaC</a:t>
            </a:r>
            <a:r>
              <a:rPr lang="en-US" sz="2400" b="0" i="0" dirty="0"/>
              <a:t> </a:t>
            </a:r>
            <a:r>
              <a:rPr lang="en-US" sz="2400" b="0" i="0" dirty="0" err="1"/>
              <a:t>används</a:t>
            </a:r>
            <a:r>
              <a:rPr lang="en-US" sz="2400" b="0" i="0" dirty="0"/>
              <a:t> </a:t>
            </a:r>
            <a:r>
              <a:rPr lang="en-US" sz="2400" b="0" i="0" dirty="0" err="1"/>
              <a:t>i</a:t>
            </a:r>
            <a:r>
              <a:rPr lang="en-US" sz="2400" b="0" i="0" dirty="0"/>
              <a:t> </a:t>
            </a:r>
            <a:r>
              <a:rPr lang="en-US" sz="2400" b="0" i="0" dirty="0" err="1"/>
              <a:t>finanssektorn</a:t>
            </a:r>
            <a:r>
              <a:rPr lang="en-US" sz="2400" b="0" i="0" dirty="0"/>
              <a:t>, tech-</a:t>
            </a:r>
            <a:r>
              <a:rPr lang="en-US" sz="2400" b="0" i="0" dirty="0" err="1"/>
              <a:t>sektorn</a:t>
            </a:r>
            <a:r>
              <a:rPr lang="en-US" sz="2400" b="0" i="0" dirty="0"/>
              <a:t> och </a:t>
            </a:r>
            <a:r>
              <a:rPr lang="en-US" sz="2400" b="0" i="0" dirty="0" err="1"/>
              <a:t>offentlig</a:t>
            </a:r>
            <a:r>
              <a:rPr lang="en-US" sz="2400" b="0" i="0" dirty="0"/>
              <a:t> </a:t>
            </a:r>
            <a:r>
              <a:rPr lang="en-US" sz="2400" b="0" i="0" dirty="0" err="1"/>
              <a:t>sektor</a:t>
            </a:r>
            <a:r>
              <a:rPr lang="en-US" sz="2400" b="0" i="0" dirty="0"/>
              <a:t> för </a:t>
            </a:r>
            <a:r>
              <a:rPr lang="en-US" sz="2400" b="0" i="0" dirty="0" err="1"/>
              <a:t>att</a:t>
            </a:r>
            <a:r>
              <a:rPr lang="en-US" sz="2400" b="0" i="0" dirty="0"/>
              <a:t> </a:t>
            </a:r>
            <a:r>
              <a:rPr lang="en-US" sz="2400" b="0" i="0" dirty="0" err="1"/>
              <a:t>säkerställa</a:t>
            </a:r>
            <a:r>
              <a:rPr lang="en-US" sz="2400" b="0" i="0" dirty="0"/>
              <a:t> </a:t>
            </a:r>
            <a:r>
              <a:rPr lang="en-US" sz="2400" b="0" i="0" dirty="0" err="1"/>
              <a:t>säkerhet</a:t>
            </a:r>
            <a:r>
              <a:rPr lang="en-US" sz="2400" b="0" i="0" dirty="0"/>
              <a:t>, </a:t>
            </a:r>
            <a:r>
              <a:rPr lang="en-US" sz="2400" b="0" i="0" dirty="0" err="1"/>
              <a:t>spårbarhet</a:t>
            </a:r>
            <a:r>
              <a:rPr lang="en-US" sz="2400" b="0" i="0" dirty="0"/>
              <a:t> och </a:t>
            </a:r>
            <a:r>
              <a:rPr lang="en-US" sz="2400" b="0" i="0" dirty="0" err="1"/>
              <a:t>snabb</a:t>
            </a:r>
            <a:r>
              <a:rPr lang="en-US" sz="2400" b="0" i="0" dirty="0"/>
              <a:t> </a:t>
            </a:r>
            <a:r>
              <a:rPr lang="en-US" sz="2400" b="0" i="0" dirty="0" err="1"/>
              <a:t>driftsättning</a:t>
            </a:r>
            <a:r>
              <a:rPr lang="en-US" sz="2400" b="0" i="0" dirty="0"/>
              <a:t>. </a:t>
            </a:r>
            <a:r>
              <a:rPr lang="en-US" sz="2400" b="0" i="0" dirty="0" err="1"/>
              <a:t>Även</a:t>
            </a:r>
            <a:r>
              <a:rPr lang="en-US" sz="2400" b="0" i="0" dirty="0"/>
              <a:t> banker </a:t>
            </a:r>
            <a:r>
              <a:rPr lang="en-US" sz="2400" b="0" i="0" dirty="0" err="1"/>
              <a:t>som</a:t>
            </a:r>
            <a:r>
              <a:rPr lang="en-US" sz="2400" b="0" i="0" dirty="0"/>
              <a:t> TD Bank </a:t>
            </a:r>
            <a:r>
              <a:rPr lang="en-US" sz="2400" b="0" i="0" dirty="0" err="1"/>
              <a:t>använder</a:t>
            </a:r>
            <a:r>
              <a:rPr lang="en-US" sz="2400" b="0" i="0" dirty="0"/>
              <a:t> </a:t>
            </a:r>
            <a:r>
              <a:rPr lang="en-US" sz="2400" b="0" i="0" dirty="0" err="1"/>
              <a:t>IaC</a:t>
            </a:r>
            <a:r>
              <a:rPr lang="en-US" sz="2400" b="0" i="0" dirty="0"/>
              <a:t> – men </a:t>
            </a:r>
            <a:r>
              <a:rPr lang="en-US" sz="2400" b="0" i="0" dirty="0" err="1"/>
              <a:t>alltid</a:t>
            </a:r>
            <a:r>
              <a:rPr lang="en-US" sz="2400" b="0" i="0" dirty="0"/>
              <a:t> med </a:t>
            </a:r>
            <a:r>
              <a:rPr lang="en-US" sz="2400" b="0" i="0" dirty="0" err="1"/>
              <a:t>mänsklig</a:t>
            </a:r>
            <a:r>
              <a:rPr lang="en-US" sz="2400" b="0" i="0" dirty="0"/>
              <a:t> </a:t>
            </a:r>
            <a:r>
              <a:rPr lang="en-US" sz="2400" b="0" i="0" dirty="0" err="1"/>
              <a:t>granskning</a:t>
            </a:r>
            <a:r>
              <a:rPr lang="en-US" sz="2400" b="0" i="0" dirty="0"/>
              <a:t> av </a:t>
            </a:r>
            <a:r>
              <a:rPr lang="en-US" sz="2400" b="0" i="0" dirty="0" err="1"/>
              <a:t>koden</a:t>
            </a:r>
            <a:r>
              <a:rPr lang="en-US" sz="2400" b="0" i="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920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0EE7099-220A-ABCB-F159-84EBB2F5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sv-SE" sz="2800">
                <a:solidFill>
                  <a:schemeClr val="bg1"/>
                </a:solidFill>
                <a:ea typeface="+mj-lt"/>
                <a:cs typeface="+mj-lt"/>
              </a:rPr>
              <a:t>Imperativ vs Deklarativ – Två Sätt att Automatisera</a:t>
            </a:r>
            <a:endParaRPr lang="sv-SE" sz="2800">
              <a:solidFill>
                <a:schemeClr val="bg1"/>
              </a:solidFill>
            </a:endParaRP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A3A5AC9-68EB-3459-AD2E-FBA9D2075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7148" y="749411"/>
            <a:ext cx="7756471" cy="60889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 sz="2200">
                <a:ea typeface="+mn-lt"/>
                <a:cs typeface="+mn-lt"/>
              </a:rPr>
              <a:t>Vi har redan använt imperativa skript (PowerShell). Nu ska vi lära oss deklarativa – skillnaderna är viktiga!</a:t>
            </a:r>
          </a:p>
          <a:p>
            <a:r>
              <a:rPr lang="sv-SE" sz="2200" b="1">
                <a:ea typeface="+mn-lt"/>
                <a:cs typeface="+mn-lt"/>
              </a:rPr>
              <a:t>Imperativ = Steg-för-steg-instruktioner</a:t>
            </a:r>
            <a:endParaRPr lang="sv-SE" sz="2200" b="1"/>
          </a:p>
          <a:p>
            <a:r>
              <a:rPr lang="sv-SE" sz="2200" b="1">
                <a:ea typeface="+mn-lt"/>
                <a:cs typeface="+mn-lt"/>
              </a:rPr>
              <a:t>Exempel: Baka en kaka</a:t>
            </a:r>
            <a:endParaRPr lang="sv-SE" sz="2200" b="1"/>
          </a:p>
          <a:p>
            <a:r>
              <a:rPr lang="sv-SE" sz="2200">
                <a:ea typeface="+mn-lt"/>
                <a:cs typeface="+mn-lt"/>
              </a:rPr>
              <a:t>1. Sätt ugnen på 175 grader</a:t>
            </a:r>
            <a:endParaRPr lang="sv-SE" sz="2200"/>
          </a:p>
          <a:p>
            <a:r>
              <a:rPr lang="sv-SE" sz="2200">
                <a:ea typeface="+mn-lt"/>
                <a:cs typeface="+mn-lt"/>
              </a:rPr>
              <a:t>2. Smält smöret</a:t>
            </a:r>
            <a:endParaRPr lang="sv-SE" sz="2200"/>
          </a:p>
          <a:p>
            <a:r>
              <a:rPr lang="sv-SE" sz="2200">
                <a:ea typeface="+mn-lt"/>
                <a:cs typeface="+mn-lt"/>
              </a:rPr>
              <a:t>3. Vispa socker och ägg</a:t>
            </a:r>
            <a:endParaRPr lang="sv-SE" sz="2200"/>
          </a:p>
          <a:p>
            <a:r>
              <a:rPr lang="sv-SE" sz="2200">
                <a:ea typeface="+mn-lt"/>
                <a:cs typeface="+mn-lt"/>
              </a:rPr>
              <a:t>4. Blanda i mjölet</a:t>
            </a:r>
            <a:endParaRPr lang="sv-SE" sz="2200"/>
          </a:p>
          <a:p>
            <a:endParaRPr lang="sv-SE" sz="2200">
              <a:ea typeface="+mn-lt"/>
              <a:cs typeface="+mn-lt"/>
            </a:endParaRPr>
          </a:p>
          <a:p>
            <a:r>
              <a:rPr lang="sv-SE" sz="2200" b="1">
                <a:ea typeface="+mn-lt"/>
                <a:cs typeface="+mn-lt"/>
              </a:rPr>
              <a:t>Deklarativ = Beskriv önskat resultat</a:t>
            </a:r>
            <a:endParaRPr lang="sv-SE" sz="2200" b="1"/>
          </a:p>
          <a:p>
            <a:r>
              <a:rPr lang="sv-SE" sz="2200">
                <a:ea typeface="+mn-lt"/>
                <a:cs typeface="+mn-lt"/>
              </a:rPr>
              <a:t>Exempel: Baka en kaka</a:t>
            </a:r>
            <a:endParaRPr lang="sv-SE" sz="2200"/>
          </a:p>
          <a:p>
            <a:r>
              <a:rPr lang="sv-SE" sz="2200">
                <a:ea typeface="+mn-lt"/>
                <a:cs typeface="+mn-lt"/>
              </a:rPr>
              <a:t>"Jag vill ha en färdig kaka"</a:t>
            </a:r>
            <a:endParaRPr lang="sv-SE" sz="2200"/>
          </a:p>
        </p:txBody>
      </p:sp>
    </p:spTree>
    <p:extLst>
      <p:ext uri="{BB962C8B-B14F-4D97-AF65-F5344CB8AC3E}">
        <p14:creationId xmlns:p14="http://schemas.microsoft.com/office/powerpoint/2010/main" val="145507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0B35B48-F882-7E9B-C842-A6E9A8CB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5" y="3641651"/>
            <a:ext cx="4055418" cy="2146374"/>
          </a:xfrm>
        </p:spPr>
        <p:txBody>
          <a:bodyPr anchor="b">
            <a:normAutofit/>
          </a:bodyPr>
          <a:lstStyle/>
          <a:p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I IT-världen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DC0E6F7-3F7D-D2BD-9D6F-70D582B2E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770" y="5638715"/>
            <a:ext cx="6091407" cy="12187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Enligt Microsoft</a:t>
            </a:r>
            <a:r>
              <a:rPr lang="sv-SE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: Deklarativt är </a:t>
            </a:r>
            <a:r>
              <a:rPr lang="sv-SE" sz="20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idempotent </a:t>
            </a:r>
            <a:r>
              <a:rPr lang="sv-SE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– samma kod kan köras om och om igen utan negativa bieffekter. Detta är en av de största fördelarna med IaC-verktyg som Terraform.</a:t>
            </a:r>
            <a:endParaRPr lang="sv-SE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9394714-D471-9BCA-0AF7-47896E92C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400232"/>
              </p:ext>
            </p:extLst>
          </p:nvPr>
        </p:nvGraphicFramePr>
        <p:xfrm>
          <a:off x="4499428" y="1"/>
          <a:ext cx="7692409" cy="39486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0942">
                  <a:extLst>
                    <a:ext uri="{9D8B030D-6E8A-4147-A177-3AD203B41FA5}">
                      <a16:colId xmlns:a16="http://schemas.microsoft.com/office/drawing/2014/main" val="2383447338"/>
                    </a:ext>
                  </a:extLst>
                </a:gridCol>
                <a:gridCol w="4181467">
                  <a:extLst>
                    <a:ext uri="{9D8B030D-6E8A-4147-A177-3AD203B41FA5}">
                      <a16:colId xmlns:a16="http://schemas.microsoft.com/office/drawing/2014/main" val="4148322091"/>
                    </a:ext>
                  </a:extLst>
                </a:gridCol>
              </a:tblGrid>
              <a:tr h="6859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Imperativ (PowerShell)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Deklarativ (Terraform)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179469"/>
                  </a:ext>
                </a:extLst>
              </a:tr>
              <a:tr h="6859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Beskriver HUR (steg-för-steg)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Beskriver VAD (önskat slutläge)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91919"/>
                  </a:ext>
                </a:extLst>
              </a:tr>
              <a:tr h="105343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"Skapa mapp, kopiera fil, starta tjänst"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"Mappen SKA finnas, filen SKA finnas, tjänsten SKA vara igång"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53206"/>
                  </a:ext>
                </a:extLst>
              </a:tr>
              <a:tr h="6859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Ordningen spelar roll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Ordningen spelar ingen roll – Terraform löser det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533912"/>
                  </a:ext>
                </a:extLst>
              </a:tr>
              <a:tr h="68595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Exempel: PowerShell, Bash, Azure CLI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Exempel: Terraform, Ansible, ARM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300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406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93D2278-4F1E-9EE9-B1BF-EE172127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Idempotens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–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Varför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Det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Är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Viktigt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02F42D8-AD6B-0801-9647-E823861A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Idempotens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Operationen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ger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samma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resultat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oavsett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många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gånger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den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körs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969407D-CC39-CD40-5840-74275E3EC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600" y="1020133"/>
            <a:ext cx="6456270" cy="4500212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F633108B-AE29-6A5D-EB9C-11B0214C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87" t="4435" r="4196" b="3379"/>
          <a:stretch>
            <a:fillRect/>
          </a:stretch>
        </p:blipFill>
        <p:spPr>
          <a:xfrm>
            <a:off x="1" y="1063"/>
            <a:ext cx="12188969" cy="685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6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2" name="Rectangle 141">
            <a:extLst>
              <a:ext uri="{FF2B5EF4-FFF2-40B4-BE49-F238E27FC236}">
                <a16:creationId xmlns:a16="http://schemas.microsoft.com/office/drawing/2014/main" id="{AF995063-C99E-4035-9D65-4CB27810F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D632E6E-09F6-4CB8-8438-22C1233D8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2029E5A-94A7-4C3B-9B0D-2BED2CE4B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D930C4F6-F527-4F1A-A7E7-B50F032E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7" name="Platshållare för innehåll 136">
            <a:extLst>
              <a:ext uri="{FF2B5EF4-FFF2-40B4-BE49-F238E27FC236}">
                <a16:creationId xmlns:a16="http://schemas.microsoft.com/office/drawing/2014/main" id="{D4954536-DDD3-42FC-4DD6-48A9C430E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418" y="416644"/>
            <a:ext cx="11869858" cy="6187219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0" indent="0">
              <a:buNone/>
            </a:pPr>
            <a:r>
              <a:rPr lang="sv-SE" sz="4800" b="1">
                <a:solidFill>
                  <a:schemeClr val="tx1">
                    <a:alpha val="60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Exempel – INTE idempotent:</a:t>
            </a:r>
            <a:endParaRPr lang="sv-SE" sz="4800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sv-SE" sz="4800">
                <a:solidFill>
                  <a:schemeClr val="tx1">
                    <a:alpha val="60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4800">
              <a:solidFill>
                <a:srgbClr val="000000">
                  <a:alpha val="60000"/>
                </a:srgbClr>
              </a:solidFill>
            </a:endParaRPr>
          </a:p>
          <a:p>
            <a:r>
              <a:rPr lang="sv-SE" sz="3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Om användaren redan finns -&gt; kraschar!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New-LocalUser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</a:t>
            </a:r>
            <a:r>
              <a:rPr lang="sv-SE" sz="3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"Erik"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3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Password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$password</a:t>
            </a:r>
            <a:endParaRPr lang="sv-SE" sz="3200">
              <a:solidFill>
                <a:srgbClr val="4078F2"/>
              </a:solidFill>
            </a:endParaRPr>
          </a:p>
          <a:p>
            <a:pPr marL="0" indent="0">
              <a:buNone/>
            </a:pPr>
            <a:r>
              <a:rPr lang="sv-SE" sz="4800" b="1">
                <a:solidFill>
                  <a:schemeClr val="tx1">
                    <a:alpha val="60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Exempel – IDEMPOTENT (i Terraform):</a:t>
            </a:r>
            <a:endParaRPr lang="sv-SE" sz="4800">
              <a:solidFill>
                <a:srgbClr val="000000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sv-SE" sz="4800">
                <a:solidFill>
                  <a:schemeClr val="tx1">
                    <a:alpha val="60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4800">
              <a:solidFill>
                <a:srgbClr val="000000">
                  <a:alpha val="60000"/>
                </a:srgbClr>
              </a:solidFill>
            </a:endParaRPr>
          </a:p>
          <a:p>
            <a:r>
              <a:rPr lang="sv-SE" sz="3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 sz="3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"config"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3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3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världen!"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3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3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"C:/temp/config.txt"</a:t>
            </a:r>
            <a:r>
              <a:rPr lang="sv-SE" sz="3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3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3200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4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CE43B4D-BF1D-0039-00E7-3F3DA176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" y="950071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sv-SE" sz="4000">
                <a:ea typeface="+mj-lt"/>
                <a:cs typeface="+mj-lt"/>
              </a:rPr>
              <a:t>Varför idempotens är viktigt i praktiken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33459FA-67F1-E87E-3A7D-09A75BBC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78" y="-1116"/>
            <a:ext cx="9054423" cy="9575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Enligt Microsoft: Idempotens är avgörande för autoskalning, återställning och kontinuerlig driftsättning. Alla IaC-verktyg är idempotenta – det är därför vi använder dem!</a:t>
            </a:r>
            <a:endParaRPr lang="sv-SE" sz="2000"/>
          </a:p>
        </p:txBody>
      </p:sp>
      <p:sp>
        <p:nvSpPr>
          <p:cNvPr id="29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08421409-5D34-E951-E0C7-6D3F80B6D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49582"/>
              </p:ext>
            </p:extLst>
          </p:nvPr>
        </p:nvGraphicFramePr>
        <p:xfrm>
          <a:off x="3289904" y="1318380"/>
          <a:ext cx="8842103" cy="46704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1875">
                  <a:extLst>
                    <a:ext uri="{9D8B030D-6E8A-4147-A177-3AD203B41FA5}">
                      <a16:colId xmlns:a16="http://schemas.microsoft.com/office/drawing/2014/main" val="2226594414"/>
                    </a:ext>
                  </a:extLst>
                </a:gridCol>
                <a:gridCol w="3582860">
                  <a:extLst>
                    <a:ext uri="{9D8B030D-6E8A-4147-A177-3AD203B41FA5}">
                      <a16:colId xmlns:a16="http://schemas.microsoft.com/office/drawing/2014/main" val="2720581023"/>
                    </a:ext>
                  </a:extLst>
                </a:gridCol>
                <a:gridCol w="2947368">
                  <a:extLst>
                    <a:ext uri="{9D8B030D-6E8A-4147-A177-3AD203B41FA5}">
                      <a16:colId xmlns:a16="http://schemas.microsoft.com/office/drawing/2014/main" val="1805639140"/>
                    </a:ext>
                  </a:extLst>
                </a:gridCol>
              </a:tblGrid>
              <a:tr h="61516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Scenario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idempotens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Med idempotens (Terraform)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704874"/>
                  </a:ext>
                </a:extLst>
              </a:tr>
              <a:tr h="9447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Autoskalning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Skript kraschar om resurser redan finns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Fungerar alltid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2684"/>
                  </a:ext>
                </a:extLst>
              </a:tr>
              <a:tr h="9447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Avbruten deployment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Måste börja om – risk för dubbletter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bara om igen – säkert!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91662"/>
                  </a:ext>
                </a:extLst>
              </a:tr>
              <a:tr h="94472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CI/CD-pipeline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Kan inte köras flera gånger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Kan köras hur många gånger som helst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782123"/>
                  </a:ext>
                </a:extLst>
              </a:tr>
              <a:tr h="61516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Disaster recovery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att återskapa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koden – miljön återskapas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75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F7B88A-63D0-4DCB-B8E8-519A15C7E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F21654B-D613-B313-3C95-0BA89668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" y="1146241"/>
            <a:ext cx="3557524" cy="5247779"/>
          </a:xfrm>
        </p:spPr>
        <p:txBody>
          <a:bodyPr anchor="ctr">
            <a:normAutofit/>
          </a:bodyPr>
          <a:lstStyle/>
          <a:p>
            <a:r>
              <a:rPr lang="sv-SE" sz="5400">
                <a:solidFill>
                  <a:schemeClr val="tx2"/>
                </a:solidFill>
                <a:ea typeface="+mj-lt"/>
                <a:cs typeface="+mj-lt"/>
              </a:rPr>
              <a:t>Vad är Terraform?</a:t>
            </a:r>
            <a:endParaRPr lang="sv-SE" sz="5400">
              <a:solidFill>
                <a:schemeClr val="tx2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D30818-B638-4525-8D35-242C01B4C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DBCCF8-3EBF-4D68-3185-0F0F4248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70" y="15451"/>
            <a:ext cx="10794434" cy="65752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sv-SE">
                <a:solidFill>
                  <a:schemeClr val="tx2"/>
                </a:solidFill>
                <a:ea typeface="+mn-lt"/>
                <a:cs typeface="+mn-lt"/>
              </a:rPr>
              <a:t>Terraform är det mest populära verktyget för Infrastructure as Code</a:t>
            </a:r>
            <a:endParaRPr lang="sv-SE">
              <a:solidFill>
                <a:schemeClr val="tx2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F07162-510C-43F7-ADCC-4EAD5DE6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1C871B-0AC3-4789-86F5-7739DD582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42E9232-2FD4-44F8-8610-6776F8FEE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77B59B2-2AA8-4043-8EFB-9C256AD0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EDCBCEB-5F18-EEB8-6F7D-BD8F28CD4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788279"/>
              </p:ext>
            </p:extLst>
          </p:nvPr>
        </p:nvGraphicFramePr>
        <p:xfrm>
          <a:off x="3568094" y="822476"/>
          <a:ext cx="8554686" cy="52175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3523641943"/>
                    </a:ext>
                  </a:extLst>
                </a:gridCol>
                <a:gridCol w="3749523">
                  <a:extLst>
                    <a:ext uri="{9D8B030D-6E8A-4147-A177-3AD203B41FA5}">
                      <a16:colId xmlns:a16="http://schemas.microsoft.com/office/drawing/2014/main" val="2778742292"/>
                    </a:ext>
                  </a:extLst>
                </a:gridCol>
                <a:gridCol w="3172306">
                  <a:extLst>
                    <a:ext uri="{9D8B030D-6E8A-4147-A177-3AD203B41FA5}">
                      <a16:colId xmlns:a16="http://schemas.microsoft.com/office/drawing/2014/main" val="804426646"/>
                    </a:ext>
                  </a:extLst>
                </a:gridCol>
              </a:tblGrid>
              <a:tr h="67949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Begrepp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Förklaring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 viktigt?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180054"/>
                  </a:ext>
                </a:extLst>
              </a:tr>
              <a:tr h="140751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Provider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Talar om för Terraform vilken plattform som används (local, AWS, Azure)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provider vet Terraform inte var den ska skapa resurser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32820"/>
                  </a:ext>
                </a:extLst>
              </a:tr>
              <a:tr h="1043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Resource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 byggsten (fil, mapp, VM, nätverk)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du skapar i Terraform är en resource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74979"/>
                  </a:ext>
                </a:extLst>
              </a:tr>
              <a:tr h="1043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State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Terraforms "minne" – håller reda på vad som har skapats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state vet Terraform inte vad som redan finns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116815"/>
                  </a:ext>
                </a:extLst>
              </a:tr>
              <a:tr h="104350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HCL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HashiCorp Configuration Language – Terraforms språk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Språket du skriver infrastruktur i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387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120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DC210CE-CBD7-64D8-4156-428E1252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34" y="3893738"/>
            <a:ext cx="4807729" cy="2858331"/>
          </a:xfrm>
        </p:spPr>
        <p:txBody>
          <a:bodyPr>
            <a:normAutofit/>
          </a:bodyPr>
          <a:lstStyle/>
          <a:p>
            <a:r>
              <a:rPr lang="sv-SE" sz="7200">
                <a:ea typeface="+mj-lt"/>
                <a:cs typeface="+mj-lt"/>
              </a:rPr>
              <a:t>Terraform arbetsflöde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ED7D4E9-502A-2F31-01A8-FFD70FF8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9" y="1069250"/>
            <a:ext cx="12028210" cy="796640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95ADEB-0848-6161-E2D9-7656A2EA6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96547"/>
            <a:ext cx="6460830" cy="2858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b="1">
                <a:highlight>
                  <a:srgbClr val="FFFFFF"/>
                </a:highlight>
                <a:ea typeface="+mn-lt"/>
                <a:cs typeface="+mn-lt"/>
              </a:rPr>
              <a:t>Enligt Terraform-dokumentationen:</a:t>
            </a:r>
            <a:r>
              <a:rPr lang="sv-SE" dirty="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>
                <a:highlight>
                  <a:srgbClr val="EBEEF2"/>
                </a:highlight>
                <a:latin typeface="Consolas"/>
              </a:rPr>
              <a:t>terraform plan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visar vad som kommer att ändras INNAN du kör </a:t>
            </a:r>
            <a:r>
              <a:rPr lang="sv-SE">
                <a:highlight>
                  <a:srgbClr val="EBEEF2"/>
                </a:highlight>
                <a:latin typeface="Consolas"/>
              </a:rPr>
              <a:t>apply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– en viktig säkerhetsfunktion.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4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78F8922-DAA8-9ABB-9794-E0EF6B08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20" y="3893738"/>
            <a:ext cx="5025443" cy="2942998"/>
          </a:xfrm>
        </p:spPr>
        <p:txBody>
          <a:bodyPr>
            <a:normAutofit/>
          </a:bodyPr>
          <a:lstStyle/>
          <a:p>
            <a:r>
              <a:rPr lang="sv-SE" sz="6600">
                <a:ea typeface="+mj-lt"/>
                <a:cs typeface="+mj-lt"/>
              </a:rPr>
              <a:t>HCL – Språket i Terraform</a:t>
            </a:r>
            <a:endParaRPr lang="sv-SE" sz="6600"/>
          </a:p>
        </p:txBody>
      </p:sp>
      <p:pic>
        <p:nvPicPr>
          <p:cNvPr id="7" name="Graphic 6" descr="Bock">
            <a:extLst>
              <a:ext uri="{FF2B5EF4-FFF2-40B4-BE49-F238E27FC236}">
                <a16:creationId xmlns:a16="http://schemas.microsoft.com/office/drawing/2014/main" id="{567076BD-E0E9-2FB6-9E1F-8CF901F38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1945" y="553454"/>
            <a:ext cx="2469279" cy="2469279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932B8EC-502E-9235-E3FB-8E04312D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496" y="3884452"/>
            <a:ext cx="6729436" cy="29594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ea typeface="+mn-lt"/>
                <a:cs typeface="+mn-lt"/>
              </a:rPr>
              <a:t>HCL (HashiCorp Configuration Language) är Terraforms deklarativa språk</a:t>
            </a:r>
          </a:p>
          <a:p>
            <a:r>
              <a:rPr lang="sv-SE" sz="2400">
                <a:ea typeface="+mn-lt"/>
                <a:cs typeface="+mn-lt"/>
              </a:rPr>
              <a:t>HCL är designat för att vara lätt att läsa för människor, men kraftfullt nog för att beskriva komplex infrastruktur. Det är deklarativt – du beskriver det önskade slutläget, och Terraform räknar ut hur du når dit.</a:t>
            </a:r>
          </a:p>
        </p:txBody>
      </p:sp>
    </p:spTree>
    <p:extLst>
      <p:ext uri="{BB962C8B-B14F-4D97-AF65-F5344CB8AC3E}">
        <p14:creationId xmlns:p14="http://schemas.microsoft.com/office/powerpoint/2010/main" val="1541406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56DEE3-7438-7CE9-364F-9B9C8049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35" y="1550005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sv-SE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Grundläggande syntax – en resource</a:t>
            </a:r>
            <a:endParaRPr lang="sv-SE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6939A79-4BA3-0C5A-6381-A6CD5759C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8477" y="-4384"/>
            <a:ext cx="7808638" cy="686676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sv-SE" sz="480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48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sv-SE" i="1">
                <a:solidFill>
                  <a:srgbClr val="A0A1A7"/>
                </a:solidFill>
                <a:latin typeface="Consolas"/>
              </a:rPr>
              <a:t># Detta är en kommentar (fungerar med // och #)</a:t>
            </a:r>
            <a:r>
              <a:rPr lang="sv-SE" sz="3600" i="1" dirty="0">
                <a:solidFill>
                  <a:srgbClr val="A0A1A7"/>
                </a:solidFill>
                <a:latin typeface="Consolas"/>
              </a:rPr>
              <a:t> </a:t>
            </a:r>
            <a:r>
              <a:rPr lang="sv-SE" sz="36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A626A4"/>
                </a:solidFill>
                <a:latin typeface="Consolas"/>
              </a:rPr>
              <a:t>resource </a:t>
            </a:r>
            <a:r>
              <a:rPr lang="sv-SE">
                <a:solidFill>
                  <a:srgbClr val="4078F2"/>
                </a:solidFill>
                <a:latin typeface="Consolas"/>
              </a:rPr>
              <a:t>"local_file"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"example"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latin typeface="Consolas"/>
              </a:rPr>
              <a:t>{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 i="1">
                <a:solidFill>
                  <a:srgbClr val="A0A1A7"/>
                </a:solidFill>
                <a:latin typeface="Consolas"/>
              </a:rPr>
              <a:t># Argument – beskriver resursens egenskaper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latin typeface="Consolas"/>
              </a:rPr>
              <a:t>filename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383A42"/>
                </a:solidFill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"C:/temp/hello.txt"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  </a:t>
            </a:r>
            <a:r>
              <a:rPr lang="sv-SE">
                <a:solidFill>
                  <a:srgbClr val="E45649"/>
                </a:solidFill>
                <a:latin typeface="Consolas"/>
              </a:rPr>
              <a:t>content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 </a:t>
            </a:r>
            <a:r>
              <a:rPr lang="sv-SE">
                <a:solidFill>
                  <a:srgbClr val="383A42"/>
                </a:solidFill>
                <a:latin typeface="Consolas"/>
              </a:rPr>
              <a:t>=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 </a:t>
            </a:r>
            <a:r>
              <a:rPr lang="sv-SE">
                <a:solidFill>
                  <a:srgbClr val="50A14F"/>
                </a:solidFill>
                <a:latin typeface="Consolas"/>
              </a:rPr>
              <a:t>"Hej världen!"</a:t>
            </a:r>
            <a:r>
              <a:rPr lang="sv-SE" dirty="0">
                <a:solidFill>
                  <a:srgbClr val="0F1115"/>
                </a:solidFill>
                <a:latin typeface="Consolas"/>
              </a:rPr>
              <a:t>
</a:t>
            </a:r>
            <a:r>
              <a:rPr lang="sv-SE">
                <a:solidFill>
                  <a:srgbClr val="383A42"/>
                </a:solidFill>
                <a:latin typeface="Consolas"/>
              </a:rPr>
              <a:t>}</a:t>
            </a:r>
            <a:endParaRPr lang="sv-SE">
              <a:solidFill>
                <a:srgbClr val="383A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74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C4AFD08-5BED-E722-98DC-CA67CF40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758" y="5751"/>
            <a:ext cx="5854401" cy="1322887"/>
          </a:xfrm>
        </p:spPr>
        <p:txBody>
          <a:bodyPr>
            <a:noAutofit/>
          </a:bodyPr>
          <a:lstStyle/>
          <a:p>
            <a:r>
              <a:rPr lang="sv-SE" sz="6000">
                <a:ea typeface="+mj-lt"/>
                <a:cs typeface="+mj-lt"/>
              </a:rPr>
              <a:t>Viktiga blocktyper</a:t>
            </a:r>
            <a:endParaRPr lang="sv-SE" sz="6000"/>
          </a:p>
        </p:txBody>
      </p:sp>
      <p:pic>
        <p:nvPicPr>
          <p:cNvPr id="22" name="Graphic 21" descr="Gem">
            <a:extLst>
              <a:ext uri="{FF2B5EF4-FFF2-40B4-BE49-F238E27FC236}">
                <a16:creationId xmlns:a16="http://schemas.microsoft.com/office/drawing/2014/main" id="{ACDCE588-C576-C65C-4553-45B04AF3A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27" y="1573971"/>
            <a:ext cx="3720152" cy="3720152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2BF5907-ED06-BC9A-2F7A-47D29994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929" y="1949687"/>
            <a:ext cx="6906001" cy="49006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b="1">
                <a:ea typeface="+mn-lt"/>
                <a:cs typeface="+mn-lt"/>
              </a:rPr>
              <a:t>resource    </a:t>
            </a:r>
            <a:r>
              <a:rPr lang="sv-SE">
                <a:ea typeface="+mn-lt"/>
                <a:cs typeface="+mn-lt"/>
              </a:rPr>
              <a:t>Deklarerar en resurs som ska skapas    </a:t>
            </a:r>
            <a:r>
              <a:rPr lang="sv-SE">
                <a:solidFill>
                  <a:srgbClr val="000000"/>
                </a:solidFill>
                <a:highlight>
                  <a:srgbClr val="00FF00"/>
                </a:highlight>
                <a:ea typeface="+mn-lt"/>
                <a:cs typeface="+mn-lt"/>
              </a:rPr>
              <a:t>resource "local_file" "example"</a:t>
            </a:r>
            <a:endParaRPr lang="sv-SE">
              <a:solidFill>
                <a:srgbClr val="000000"/>
              </a:solidFill>
              <a:highlight>
                <a:srgbClr val="00FF00"/>
              </a:highlight>
            </a:endParaRPr>
          </a:p>
          <a:p>
            <a:r>
              <a:rPr lang="sv-SE" b="1">
                <a:ea typeface="+mn-lt"/>
                <a:cs typeface="+mn-lt"/>
              </a:rPr>
              <a:t>variable    </a:t>
            </a:r>
            <a:r>
              <a:rPr lang="sv-SE">
                <a:ea typeface="+mn-lt"/>
                <a:cs typeface="+mn-lt"/>
              </a:rPr>
              <a:t>Deklarerar en variabel (input)    </a:t>
            </a:r>
            <a:r>
              <a:rPr lang="sv-SE">
                <a:solidFill>
                  <a:srgbClr val="000000"/>
                </a:solidFill>
                <a:highlight>
                  <a:srgbClr val="00FF00"/>
                </a:highlight>
                <a:ea typeface="+mn-lt"/>
                <a:cs typeface="+mn-lt"/>
              </a:rPr>
              <a:t>variable "server_name"</a:t>
            </a:r>
            <a:endParaRPr lang="sv-SE">
              <a:solidFill>
                <a:srgbClr val="000000"/>
              </a:solidFill>
              <a:highlight>
                <a:srgbClr val="00FF00"/>
              </a:highlight>
            </a:endParaRPr>
          </a:p>
          <a:p>
            <a:r>
              <a:rPr lang="sv-SE" b="1">
                <a:ea typeface="+mn-lt"/>
                <a:cs typeface="+mn-lt"/>
              </a:rPr>
              <a:t>output    </a:t>
            </a:r>
            <a:r>
              <a:rPr lang="sv-SE">
                <a:ea typeface="+mn-lt"/>
                <a:cs typeface="+mn-lt"/>
              </a:rPr>
              <a:t>Visar information efter körning    </a:t>
            </a:r>
            <a:r>
              <a:rPr lang="sv-SE">
                <a:highlight>
                  <a:srgbClr val="00FF00"/>
                </a:highlight>
                <a:ea typeface="+mn-lt"/>
                <a:cs typeface="+mn-lt"/>
              </a:rPr>
              <a:t>output "file_path"</a:t>
            </a:r>
            <a:endParaRPr lang="sv-SE">
              <a:highlight>
                <a:srgbClr val="00FF00"/>
              </a:highlight>
            </a:endParaRPr>
          </a:p>
          <a:p>
            <a:r>
              <a:rPr lang="sv-SE" b="1">
                <a:ea typeface="+mn-lt"/>
                <a:cs typeface="+mn-lt"/>
              </a:rPr>
              <a:t>data    </a:t>
            </a:r>
            <a:r>
              <a:rPr lang="sv-SE">
                <a:ea typeface="+mn-lt"/>
                <a:cs typeface="+mn-lt"/>
              </a:rPr>
              <a:t>Läser befintlig information    </a:t>
            </a:r>
            <a:endParaRPr lang="sv-SE">
              <a:highlight>
                <a:srgbClr val="00FF00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dirty="0">
                <a:ea typeface="+mn-lt"/>
                <a:cs typeface="+mn-lt"/>
              </a:rPr>
              <a:t>   </a:t>
            </a:r>
            <a:r>
              <a:rPr lang="sv-SE">
                <a:highlight>
                  <a:srgbClr val="00FF00"/>
                </a:highlight>
                <a:ea typeface="+mn-lt"/>
                <a:cs typeface="+mn-lt"/>
              </a:rPr>
              <a:t>data "local_file" "config"</a:t>
            </a:r>
            <a:endParaRPr lang="sv-SE">
              <a:highlight>
                <a:srgbClr val="00FF00"/>
              </a:highlight>
            </a:endParaRPr>
          </a:p>
          <a:p>
            <a:r>
              <a:rPr lang="sv-SE" b="1">
                <a:ea typeface="+mn-lt"/>
                <a:cs typeface="+mn-lt"/>
              </a:rPr>
              <a:t>provider    </a:t>
            </a:r>
            <a:r>
              <a:rPr lang="sv-SE">
                <a:ea typeface="+mn-lt"/>
                <a:cs typeface="+mn-lt"/>
              </a:rPr>
              <a:t>Anger vilken plattform som används    </a:t>
            </a:r>
            <a:r>
              <a:rPr lang="sv-SE">
                <a:highlight>
                  <a:srgbClr val="00FF00"/>
                </a:highlight>
                <a:ea typeface="+mn-lt"/>
                <a:cs typeface="+mn-lt"/>
              </a:rPr>
              <a:t>provider "local" { }</a:t>
            </a:r>
            <a:endParaRPr lang="sv-SE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9140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189EED0-36BA-23E1-AB59-6F66F7B2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684" y="5751"/>
            <a:ext cx="6891624" cy="1322887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HCL-regler att komma ihåg</a:t>
            </a:r>
          </a:p>
        </p:txBody>
      </p:sp>
      <p:pic>
        <p:nvPicPr>
          <p:cNvPr id="7" name="Graphic 6" descr="Fel">
            <a:extLst>
              <a:ext uri="{FF2B5EF4-FFF2-40B4-BE49-F238E27FC236}">
                <a16:creationId xmlns:a16="http://schemas.microsoft.com/office/drawing/2014/main" id="{D75067CA-BE75-230A-918E-E4100CC7D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27" y="1573971"/>
            <a:ext cx="3720152" cy="3720152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F9AED80-D783-412D-8C4F-7D9EF0E51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155" y="1345839"/>
            <a:ext cx="7049775" cy="55188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Namn ska vara gemener, siffror och understreck: </a:t>
            </a:r>
            <a:r>
              <a:rPr lang="sv-SE">
                <a:highlight>
                  <a:srgbClr val="EBEEF2"/>
                </a:highlight>
                <a:latin typeface="Consolas"/>
              </a:rPr>
              <a:t>aws_vpc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>
                <a:highlight>
                  <a:srgbClr val="EBEEF2"/>
                </a:highlight>
                <a:latin typeface="Consolas"/>
              </a:rPr>
              <a:t>local_file</a:t>
            </a:r>
            <a:endParaRPr lang="sv-SE"/>
          </a:p>
          <a:p>
            <a:r>
              <a:rPr lang="sv-SE">
                <a:highlight>
                  <a:srgbClr val="EBEEF2"/>
                </a:highlight>
                <a:latin typeface="Consolas"/>
              </a:rPr>
              <a:t>#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eller </a:t>
            </a:r>
            <a:r>
              <a:rPr lang="sv-SE">
                <a:highlight>
                  <a:srgbClr val="EBEEF2"/>
                </a:highlight>
                <a:latin typeface="Consolas"/>
              </a:rPr>
              <a:t>//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för kommentarer</a:t>
            </a:r>
            <a:endParaRPr lang="sv-SE"/>
          </a:p>
          <a:p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Block har alltid </a:t>
            </a:r>
            <a:r>
              <a:rPr lang="sv-SE">
                <a:highlight>
                  <a:srgbClr val="EBEEF2"/>
                </a:highlight>
                <a:latin typeface="Consolas"/>
              </a:rPr>
              <a:t>{ ... }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med argument inuti</a:t>
            </a:r>
            <a:endParaRPr lang="sv-SE"/>
          </a:p>
          <a:p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Filändelse: </a:t>
            </a:r>
            <a:r>
              <a:rPr lang="sv-SE">
                <a:highlight>
                  <a:srgbClr val="EBEEF2"/>
                </a:highlight>
                <a:latin typeface="Consolas"/>
              </a:rPr>
              <a:t>.tf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(t.ex. </a:t>
            </a:r>
            <a:r>
              <a:rPr lang="sv-SE">
                <a:highlight>
                  <a:srgbClr val="EBEEF2"/>
                </a:highlight>
                <a:latin typeface="Consolas"/>
              </a:rPr>
              <a:t>main.tf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, </a:t>
            </a:r>
            <a:r>
              <a:rPr lang="sv-SE">
                <a:highlight>
                  <a:srgbClr val="EBEEF2"/>
                </a:highlight>
                <a:latin typeface="Consolas"/>
              </a:rPr>
              <a:t>variables.tf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sv-SE"/>
          </a:p>
          <a:p>
            <a:r>
              <a:rPr lang="sv-SE" b="1">
                <a:highlight>
                  <a:srgbClr val="FFFFFF"/>
                </a:highlight>
                <a:ea typeface="+mn-lt"/>
                <a:cs typeface="+mn-lt"/>
              </a:rPr>
              <a:t>Enligt KodeKloud: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HCL är inte ett programmeringsspråk – det saknar loopar och if-satser. Istället används </a:t>
            </a:r>
            <a:r>
              <a:rPr lang="sv-SE">
                <a:highlight>
                  <a:srgbClr val="EBEEF2"/>
                </a:highlight>
                <a:latin typeface="Consolas"/>
              </a:rPr>
              <a:t>count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och </a:t>
            </a:r>
            <a:r>
              <a:rPr lang="sv-SE">
                <a:highlight>
                  <a:srgbClr val="EBEEF2"/>
                </a:highlight>
                <a:latin typeface="Consolas"/>
              </a:rPr>
              <a:t>for_each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för att skapa flera resurser.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9803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EACDA-272E-4472-852A-83CAB4091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B8E7674-EC8C-49CF-884A-222BCA865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9B3B005-189B-4C78-B153-4B558C1B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D73501D-A515-4725-8404-1315A591A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F304111-F7A4-7C1C-19A5-78EBA0CE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606696"/>
          </a:xfrm>
        </p:spPr>
        <p:txBody>
          <a:bodyPr>
            <a:normAutofit fontScale="90000"/>
          </a:bodyPr>
          <a:lstStyle/>
          <a:p>
            <a:r>
              <a:rPr lang="sv-SE">
                <a:ea typeface="+mj-lt"/>
                <a:cs typeface="+mj-lt"/>
              </a:rPr>
              <a:t>Providers och Resources – Grunden i IaC</a:t>
            </a:r>
            <a:endParaRPr lang="sv-SE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D65E2810-FC5A-0D0C-F449-FFBB523BB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154413"/>
              </p:ext>
            </p:extLst>
          </p:nvPr>
        </p:nvGraphicFramePr>
        <p:xfrm>
          <a:off x="74603" y="697802"/>
          <a:ext cx="12064702" cy="610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53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4FA28C94-F938-CED0-5E4A-2763136486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8" t="3842" r="3799" b="4610"/>
          <a:stretch>
            <a:fillRect/>
          </a:stretch>
        </p:blipFill>
        <p:spPr>
          <a:xfrm>
            <a:off x="1" y="57610"/>
            <a:ext cx="12192009" cy="673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9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1101D40-1417-ADE0-7746-74B05B483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3" t="3927" r="4060" b="4598"/>
          <a:stretch>
            <a:fillRect/>
          </a:stretch>
        </p:blipFill>
        <p:spPr>
          <a:xfrm>
            <a:off x="20" y="60403"/>
            <a:ext cx="12187401" cy="673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86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0A15091-FD2F-E512-527C-9045E2B4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199" y="1714323"/>
            <a:ext cx="2641600" cy="4366936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Resource = "Vad ska skapas?"</a:t>
            </a:r>
            <a:endParaRPr lang="sv-SE" sz="40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AFB4E9C-9056-8996-CBDD-C1CE045D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5510" y="245550"/>
            <a:ext cx="8568317" cy="608899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sv-SE" sz="6600">
                <a:solidFill>
                  <a:schemeClr val="bg1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6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>
                <a:latin typeface="Consolas"/>
              </a:rPr>
              <a:t>resource "local_file"</a:t>
            </a:r>
            <a:r>
              <a:rPr lang="sv-SE" sz="2400" dirty="0">
                <a:latin typeface="Consolas"/>
              </a:rPr>
              <a:t> </a:t>
            </a:r>
            <a:r>
              <a:rPr lang="sv-SE" sz="2400">
                <a:latin typeface="Consolas"/>
              </a:rPr>
              <a:t>"hello"</a:t>
            </a:r>
            <a:r>
              <a:rPr lang="sv-SE" sz="2400" dirty="0">
                <a:latin typeface="Consolas"/>
              </a:rPr>
              <a:t> </a:t>
            </a:r>
            <a:r>
              <a:rPr lang="sv-SE" sz="2400">
                <a:latin typeface="Consolas"/>
              </a:rPr>
              <a:t>{</a:t>
            </a:r>
            <a:r>
              <a:rPr lang="sv-SE" sz="2400" dirty="0">
                <a:latin typeface="Consolas"/>
              </a:rPr>
              <a:t>
  </a:t>
            </a:r>
            <a:r>
              <a:rPr lang="sv-SE" sz="2400">
                <a:latin typeface="Consolas"/>
              </a:rPr>
              <a:t>filename</a:t>
            </a:r>
            <a:r>
              <a:rPr lang="sv-SE" sz="2400" dirty="0">
                <a:latin typeface="Consolas"/>
              </a:rPr>
              <a:t> </a:t>
            </a:r>
            <a:r>
              <a:rPr lang="sv-SE" sz="2400">
                <a:latin typeface="Consolas"/>
              </a:rPr>
              <a:t>=</a:t>
            </a:r>
            <a:r>
              <a:rPr lang="sv-SE" sz="2400" dirty="0">
                <a:latin typeface="Consolas"/>
              </a:rPr>
              <a:t> </a:t>
            </a:r>
            <a:r>
              <a:rPr lang="sv-SE" sz="2400">
                <a:latin typeface="Consolas"/>
              </a:rPr>
              <a:t>"C:/temp/hello.txt"</a:t>
            </a:r>
            <a:r>
              <a:rPr lang="sv-SE" sz="2400" dirty="0">
                <a:latin typeface="Consolas"/>
              </a:rPr>
              <a:t>
  </a:t>
            </a:r>
            <a:r>
              <a:rPr lang="sv-SE" sz="2400">
                <a:latin typeface="Consolas"/>
              </a:rPr>
              <a:t>content</a:t>
            </a:r>
            <a:r>
              <a:rPr lang="sv-SE" sz="2400" dirty="0">
                <a:latin typeface="Consolas"/>
              </a:rPr>
              <a:t>  </a:t>
            </a:r>
            <a:r>
              <a:rPr lang="sv-SE" sz="2400">
                <a:latin typeface="Consolas"/>
              </a:rPr>
              <a:t>=</a:t>
            </a:r>
            <a:r>
              <a:rPr lang="sv-SE" sz="2400" dirty="0">
                <a:latin typeface="Consolas"/>
              </a:rPr>
              <a:t> </a:t>
            </a:r>
            <a:r>
              <a:rPr lang="sv-SE" sz="2400">
                <a:latin typeface="Consolas"/>
              </a:rPr>
              <a:t>"Hej världen från Terraform!"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}</a:t>
            </a:r>
          </a:p>
          <a:p>
            <a:pPr>
              <a:buNone/>
            </a:pPr>
            <a:r>
              <a:rPr lang="sv-SE" sz="2400">
                <a:highlight>
                  <a:srgbClr val="FF00FF"/>
                </a:highlight>
                <a:ea typeface="+mn-lt"/>
                <a:cs typeface="+mn-lt"/>
              </a:rPr>
              <a:t>local_file</a:t>
            </a:r>
            <a:r>
              <a:rPr lang="sv-SE" sz="2400">
                <a:ea typeface="+mn-lt"/>
                <a:cs typeface="+mn-lt"/>
              </a:rPr>
              <a:t>    En textfil på din dator    resource "local_file" "config"</a:t>
            </a:r>
            <a:endParaRPr lang="sv-SE"/>
          </a:p>
          <a:p>
            <a:pPr marL="0" indent="0">
              <a:buNone/>
            </a:pPr>
            <a:endParaRPr lang="sv-SE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>
                <a:highlight>
                  <a:srgbClr val="FF00FF"/>
                </a:highlight>
                <a:ea typeface="+mn-lt"/>
                <a:cs typeface="+mn-lt"/>
              </a:rPr>
              <a:t>local_sensitive_file</a:t>
            </a:r>
            <a:r>
              <a:rPr lang="sv-SE" sz="2400">
                <a:ea typeface="+mn-lt"/>
                <a:cs typeface="+mn-lt"/>
              </a:rPr>
              <a:t>    En textfil med känsligt innehåll (dolt i output)    resource "local_sensitive_file" "creds"</a:t>
            </a:r>
          </a:p>
          <a:p>
            <a:pPr marL="0" indent="0">
              <a:buNone/>
            </a:pPr>
            <a:endParaRPr lang="sv-SE" sz="2400" dirty="0"/>
          </a:p>
          <a:p>
            <a:pPr marL="0" indent="0">
              <a:buNone/>
            </a:pPr>
            <a:endParaRPr lang="sv-SE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 b="1" dirty="0">
                <a:ea typeface="+mn-lt"/>
                <a:cs typeface="+mn-lt"/>
              </a:rPr>
              <a:t>Enligt Spacelift</a:t>
            </a:r>
            <a:r>
              <a:rPr lang="sv-SE" sz="2400" dirty="0">
                <a:ea typeface="+mn-lt"/>
                <a:cs typeface="+mn-lt"/>
              </a:rPr>
              <a:t>: Local providern är idealisk för att skapa konfigurationsfiler, rendera mallar och dela data mellan moduler. Perfekt för att lära sig Terraform </a:t>
            </a:r>
            <a:r>
              <a:rPr lang="sv-SE" sz="2400">
                <a:ea typeface="+mn-lt"/>
                <a:cs typeface="+mn-lt"/>
              </a:rPr>
              <a:t>utan molnkostnader!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1772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995463D-B7DB-CC36-90C9-5C1C8D8A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State – Terraforms "Minne"</a:t>
            </a:r>
            <a:endParaRPr lang="sv-SE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8381A1B-9A11-B38A-3F7C-68398BAF9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State = Terraforms minne – håller reda på vad som har skapats.</a:t>
            </a: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Vilka resurser finns?</a:t>
            </a: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    local_file.hello</a:t>
            </a:r>
            <a:endParaRPr lang="sv-SE">
              <a:solidFill>
                <a:schemeClr val="bg1"/>
              </a:solidFill>
            </a:endParaRP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Vilka ID:n har de?</a:t>
            </a: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    Filens sökväg</a:t>
            </a:r>
            <a:endParaRPr lang="sv-SE">
              <a:solidFill>
                <a:schemeClr val="bg1"/>
              </a:solidFill>
            </a:endParaRPr>
          </a:p>
          <a:p>
            <a:r>
              <a:rPr lang="sv-SE" b="1">
                <a:solidFill>
                  <a:schemeClr val="bg1"/>
                </a:solidFill>
                <a:ea typeface="+mn-lt"/>
                <a:cs typeface="+mn-lt"/>
              </a:rPr>
              <a:t>Vilka attribut?</a:t>
            </a: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    Filens innehåll</a:t>
            </a:r>
            <a:endParaRPr lang="sv-S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09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Background">
            <a:extLst>
              <a:ext uri="{FF2B5EF4-FFF2-40B4-BE49-F238E27FC236}">
                <a16:creationId xmlns:a16="http://schemas.microsoft.com/office/drawing/2014/main" id="{90D0877E-6CD0-4206-8A18-56CEE73EF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2806021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9831290-4897-E253-B8A2-A3739B199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" y="342306"/>
            <a:ext cx="5744006" cy="212140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6000">
                <a:ea typeface="+mj-lt"/>
                <a:cs typeface="+mj-lt"/>
              </a:rPr>
              <a:t>State </a:t>
            </a:r>
            <a:r>
              <a:rPr lang="sv-SE" sz="6000" err="1">
                <a:ea typeface="+mj-lt"/>
                <a:cs typeface="+mj-lt"/>
              </a:rPr>
              <a:t>finns</a:t>
            </a:r>
            <a:r>
              <a:rPr lang="sv-SE" sz="6000" dirty="0">
                <a:ea typeface="+mj-lt"/>
                <a:cs typeface="+mj-lt"/>
              </a:rPr>
              <a:t> </a:t>
            </a:r>
            <a:r>
              <a:rPr lang="sv-SE" sz="6000" err="1">
                <a:ea typeface="+mj-lt"/>
                <a:cs typeface="+mj-lt"/>
              </a:rPr>
              <a:t>i</a:t>
            </a:r>
            <a:r>
              <a:rPr lang="sv-SE" sz="6000" dirty="0">
                <a:ea typeface="+mj-lt"/>
                <a:cs typeface="+mj-lt"/>
              </a:rPr>
              <a:t> </a:t>
            </a:r>
            <a:r>
              <a:rPr lang="sv-SE" sz="6000" err="1">
                <a:ea typeface="+mj-lt"/>
                <a:cs typeface="+mj-lt"/>
              </a:rPr>
              <a:t>filen</a:t>
            </a:r>
            <a:r>
              <a:rPr lang="sv-SE" sz="6000" dirty="0">
                <a:ea typeface="+mj-lt"/>
                <a:cs typeface="+mj-lt"/>
              </a:rPr>
              <a:t> </a:t>
            </a:r>
            <a:r>
              <a:rPr lang="sv-SE" sz="6000" err="1">
                <a:ea typeface="+mj-lt"/>
                <a:cs typeface="+mj-lt"/>
              </a:rPr>
              <a:t>terraform.tfstate</a:t>
            </a:r>
            <a:endParaRPr lang="sv-SE" sz="6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437C47F-607E-6205-AF71-DA87AE0C3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307"/>
            <a:ext cx="5710492" cy="21214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>
                <a:ea typeface="+mn-lt"/>
                <a:cs typeface="+mn-lt"/>
              </a:rPr>
              <a:t>Diagram – </a:t>
            </a:r>
            <a:r>
              <a:rPr lang="sv-SE" sz="3200" err="1">
                <a:ea typeface="+mn-lt"/>
                <a:cs typeface="+mn-lt"/>
              </a:rPr>
              <a:t>hur</a:t>
            </a:r>
            <a:r>
              <a:rPr lang="sv-SE" sz="3200">
                <a:ea typeface="+mn-lt"/>
                <a:cs typeface="+mn-lt"/>
              </a:rPr>
              <a:t> Terraform </a:t>
            </a:r>
            <a:r>
              <a:rPr lang="sv-SE" sz="3200" err="1">
                <a:ea typeface="+mn-lt"/>
                <a:cs typeface="+mn-lt"/>
              </a:rPr>
              <a:t>använder</a:t>
            </a:r>
            <a:r>
              <a:rPr lang="sv-SE" sz="3200">
                <a:ea typeface="+mn-lt"/>
                <a:cs typeface="+mn-lt"/>
              </a:rPr>
              <a:t> state:</a:t>
            </a:r>
            <a:endParaRPr lang="sv-SE" sz="320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A8FF4DF-34C5-D512-47B2-E8124344C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" y="3939912"/>
            <a:ext cx="12192002" cy="218111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47487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B4ACCA70-95B2-2EDA-628A-C0439FD26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5" t="4078" r="1899" b="4830"/>
          <a:stretch>
            <a:fillRect/>
          </a:stretch>
        </p:blipFill>
        <p:spPr>
          <a:xfrm>
            <a:off x="0" y="162199"/>
            <a:ext cx="12184544" cy="65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21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5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DE5E1EB-AD51-09CF-4786-3169CCF2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84" y="547712"/>
            <a:ext cx="3337715" cy="5577367"/>
          </a:xfrm>
        </p:spPr>
        <p:txBody>
          <a:bodyPr>
            <a:normAutofit/>
          </a:bodyPr>
          <a:lstStyle/>
          <a:p>
            <a:r>
              <a:rPr lang="sv-SE" sz="5200">
                <a:ea typeface="+mj-lt"/>
                <a:cs typeface="+mj-lt"/>
              </a:rPr>
              <a:t>VARNING – VIKTIGT!</a:t>
            </a:r>
            <a:endParaRPr lang="sv-SE" sz="5200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5FB8933F-DDC8-3B1D-10AC-3345446EC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055792"/>
              </p:ext>
            </p:extLst>
          </p:nvPr>
        </p:nvGraphicFramePr>
        <p:xfrm>
          <a:off x="3629" y="124488"/>
          <a:ext cx="7875983" cy="6617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4602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EF0C5BB-5F14-EEE6-8D52-F1DEE801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Local Provider – Din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Första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Terraform-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konfiguration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0428801-F29F-78C1-8029-FD6EFC965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perfekt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för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lära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sig Terraform – inga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molnkonton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eller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kostnader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pic>
        <p:nvPicPr>
          <p:cNvPr id="7" name="Graphic 6" descr="Klassrum">
            <a:extLst>
              <a:ext uri="{FF2B5EF4-FFF2-40B4-BE49-F238E27FC236}">
                <a16:creationId xmlns:a16="http://schemas.microsoft.com/office/drawing/2014/main" id="{546F4EB9-F808-6F83-2404-6B7370B182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Klassrum">
            <a:extLst>
              <a:ext uri="{FF2B5EF4-FFF2-40B4-BE49-F238E27FC236}">
                <a16:creationId xmlns:a16="http://schemas.microsoft.com/office/drawing/2014/main" id="{C37063FE-08C0-4C78-8ECF-F47120F6F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20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A607117-ECD6-4678-BE90-35D768F03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Koden – </a:t>
            </a:r>
            <a:r>
              <a:rPr lang="en-US" sz="54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två</a:t>
            </a:r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filer</a:t>
            </a:r>
          </a:p>
        </p:txBody>
      </p:sp>
    </p:spTree>
    <p:extLst>
      <p:ext uri="{BB962C8B-B14F-4D97-AF65-F5344CB8AC3E}">
        <p14:creationId xmlns:p14="http://schemas.microsoft.com/office/powerpoint/2010/main" val="828713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246FFF4-977E-DEF7-F07C-E7FC8FA6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" y="678"/>
            <a:ext cx="8615989" cy="804928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1. main.tf – beskriver vad som ska skapas</a:t>
            </a:r>
            <a:endParaRPr lang="sv-SE" sz="4000"/>
          </a:p>
        </p:txBody>
      </p:sp>
      <p:pic>
        <p:nvPicPr>
          <p:cNvPr id="18" name="Graphic 6" descr="Svetsare">
            <a:extLst>
              <a:ext uri="{FF2B5EF4-FFF2-40B4-BE49-F238E27FC236}">
                <a16:creationId xmlns:a16="http://schemas.microsoft.com/office/drawing/2014/main" id="{C0F5FC16-FBCA-5486-0EA8-5931BF39C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06" y="1490730"/>
            <a:ext cx="3876165" cy="3876165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83416F6-FDCE-2005-7CD8-D52919449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371" y="795631"/>
            <a:ext cx="8141535" cy="58141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11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11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main.tf – Huvudkonfigurationen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Provider – jobba på din dator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provider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"local"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Resource – skapa en fil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"hello"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"C:/temp/terraform_hello.txt"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"Hej från Terraform!"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Resource – skapa en JSON-fil med jsonencode()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resource 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"local_file"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"config"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filename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"C:/temp/config.json"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content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jsonencode(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server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"WEB01"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port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80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ssl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Output – visa vad som skapades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output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"hello_file"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value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local_file.hello.filename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output</a:t>
            </a:r>
            <a:r>
              <a:rPr lang="sv-SE" sz="12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"config_content"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2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value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2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jsondecode(local_file.config.content)</a:t>
            </a:r>
            <a:r>
              <a:rPr lang="sv-SE" sz="12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2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2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5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6D81CAB-7904-E01B-FB21-98585F5BC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5" y="29434"/>
            <a:ext cx="7250139" cy="632399"/>
          </a:xfrm>
        </p:spPr>
        <p:txBody>
          <a:bodyPr anchor="b">
            <a:normAutofit fontScale="90000"/>
          </a:bodyPr>
          <a:lstStyle/>
          <a:p>
            <a:r>
              <a:rPr lang="sv-SE" sz="4000">
                <a:ea typeface="+mj-lt"/>
                <a:cs typeface="+mj-lt"/>
              </a:rPr>
              <a:t>2. variables.tf – deklarera variabler</a:t>
            </a:r>
          </a:p>
        </p:txBody>
      </p:sp>
      <p:pic>
        <p:nvPicPr>
          <p:cNvPr id="7" name="Graphic 6" descr="Kam">
            <a:extLst>
              <a:ext uri="{FF2B5EF4-FFF2-40B4-BE49-F238E27FC236}">
                <a16:creationId xmlns:a16="http://schemas.microsoft.com/office/drawing/2014/main" id="{2E8DEC30-20A5-95D5-5D88-E51F7A0AD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56" y="1490730"/>
            <a:ext cx="3876165" cy="3876165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E423124-1672-79DE-BE08-B41238A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6993" y="867517"/>
            <a:ext cx="7422669" cy="54690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variables.tf – Inmatningsvariabler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"environment"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"Miljö (dev, test, prod)"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default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"development"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sensitive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false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Inte känslig data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24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"api_key"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"API-nyckel för extern tjänst"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sensitive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Döljs i output!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25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0808543-4FD0-5994-15B4-C6BB7B74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0727" y="678"/>
            <a:ext cx="5754896" cy="882748"/>
          </a:xfrm>
        </p:spPr>
        <p:txBody>
          <a:bodyPr anchor="b">
            <a:noAutofit/>
          </a:bodyPr>
          <a:lstStyle/>
          <a:p>
            <a:r>
              <a:rPr lang="sv-SE" sz="5400">
                <a:ea typeface="+mj-lt"/>
                <a:cs typeface="+mj-lt"/>
              </a:rPr>
              <a:t>Så här kör du</a:t>
            </a:r>
            <a:endParaRPr lang="sv-SE" sz="5400"/>
          </a:p>
        </p:txBody>
      </p:sp>
      <p:pic>
        <p:nvPicPr>
          <p:cNvPr id="7" name="Graphic 6" descr="Frånkopplad">
            <a:extLst>
              <a:ext uri="{FF2B5EF4-FFF2-40B4-BE49-F238E27FC236}">
                <a16:creationId xmlns:a16="http://schemas.microsoft.com/office/drawing/2014/main" id="{A4E4AD2D-F609-F9B8-FDC9-1484F252E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987" y="1299260"/>
            <a:ext cx="3876165" cy="3876165"/>
          </a:xfrm>
          <a:prstGeom prst="rect">
            <a:avLst/>
          </a:prstGeom>
        </p:spPr>
      </p:pic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6E3CC5-5005-65BF-FD9E-DCBBAAE23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29" y="1298838"/>
            <a:ext cx="7480178" cy="50808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 b="1">
                <a:ea typeface="+mn-lt"/>
                <a:cs typeface="+mn-lt"/>
              </a:rPr>
              <a:t>terraform init</a:t>
            </a:r>
            <a:r>
              <a:rPr lang="sv-SE" sz="2400">
                <a:ea typeface="+mn-lt"/>
                <a:cs typeface="+mn-lt"/>
              </a:rPr>
              <a:t>    Laddar ner provider-plugins    Alltid först!</a:t>
            </a:r>
            <a:endParaRPr lang="sv-SE" sz="2400"/>
          </a:p>
          <a:p>
            <a:r>
              <a:rPr lang="sv-SE" sz="2400" b="1">
                <a:ea typeface="+mn-lt"/>
                <a:cs typeface="+mn-lt"/>
              </a:rPr>
              <a:t>terraform validate</a:t>
            </a:r>
            <a:r>
              <a:rPr lang="sv-SE" sz="2400">
                <a:ea typeface="+mn-lt"/>
                <a:cs typeface="+mn-lt"/>
              </a:rPr>
              <a:t>    Kontrollerar syntax och semantik    Fångar fel innan plan</a:t>
            </a:r>
            <a:endParaRPr lang="sv-SE" sz="2400"/>
          </a:p>
          <a:p>
            <a:r>
              <a:rPr lang="sv-SE" sz="2400" b="1">
                <a:ea typeface="+mn-lt"/>
                <a:cs typeface="+mn-lt"/>
              </a:rPr>
              <a:t>terraform plan</a:t>
            </a:r>
            <a:r>
              <a:rPr lang="sv-SE" sz="2400">
                <a:ea typeface="+mn-lt"/>
                <a:cs typeface="+mn-lt"/>
              </a:rPr>
              <a:t>    Visar vad som kommer att ändras    Alltid innan apply!</a:t>
            </a:r>
            <a:endParaRPr lang="sv-SE" sz="2400"/>
          </a:p>
          <a:p>
            <a:r>
              <a:rPr lang="sv-SE" sz="2400" b="1">
                <a:ea typeface="+mn-lt"/>
                <a:cs typeface="+mn-lt"/>
              </a:rPr>
              <a:t>terraform apply -auto-approve</a:t>
            </a:r>
            <a:r>
              <a:rPr lang="sv-SE" sz="2400">
                <a:ea typeface="+mn-lt"/>
                <a:cs typeface="+mn-lt"/>
              </a:rPr>
              <a:t>    Genomför ändringarna    Utan -auto-approve frågar den om bekräftelse</a:t>
            </a:r>
          </a:p>
          <a:p>
            <a:r>
              <a:rPr lang="sv-SE" sz="2400" b="1">
                <a:ea typeface="+mn-lt"/>
                <a:cs typeface="+mn-lt"/>
              </a:rPr>
              <a:t>Enligt HashiCorp</a:t>
            </a:r>
            <a:r>
              <a:rPr lang="sv-SE" sz="2400">
                <a:ea typeface="+mn-lt"/>
                <a:cs typeface="+mn-lt"/>
              </a:rPr>
              <a:t>: terraform validate fångar syntaxfel och missade referenser INNAN du kör plan eller apply. Använd terraform fmt för att automatiskt formatera koden enligt standard.</a:t>
            </a:r>
            <a:endParaRPr lang="sv-SE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78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2FA1E42-F658-5265-DFF0-072AC2E0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3" y="-3811"/>
            <a:ext cx="11124212" cy="863803"/>
          </a:xfrm>
        </p:spPr>
        <p:txBody>
          <a:bodyPr anchor="b">
            <a:noAutofit/>
          </a:bodyPr>
          <a:lstStyle/>
          <a:p>
            <a:r>
              <a:rPr lang="sv-SE" sz="4800">
                <a:ea typeface="+mj-lt"/>
                <a:cs typeface="+mj-lt"/>
              </a:rPr>
              <a:t>Variabler och Outputs – Återanvändbar IaC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C14EFF6-E704-2EB3-3CEA-825F1E79B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70" y="1288010"/>
            <a:ext cx="7697835" cy="51156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400">
                <a:ea typeface="+mn-lt"/>
                <a:cs typeface="+mn-lt"/>
              </a:rPr>
              <a:t>Variabler = Gör din kod flexibel och återanvändbar för olika miljöer</a:t>
            </a:r>
          </a:p>
          <a:p>
            <a:r>
              <a:rPr lang="sv-SE" sz="2400">
                <a:ea typeface="+mn-lt"/>
                <a:cs typeface="+mn-lt"/>
              </a:rPr>
              <a:t>Bästa praxis för variabler: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Ange alltid </a:t>
            </a:r>
            <a:r>
              <a:rPr lang="sv-SE" sz="2400" b="1">
                <a:ea typeface="+mn-lt"/>
                <a:cs typeface="+mn-lt"/>
              </a:rPr>
              <a:t>type  -  </a:t>
            </a:r>
            <a:r>
              <a:rPr lang="sv-SE" sz="2400">
                <a:ea typeface="+mn-lt"/>
                <a:cs typeface="+mn-lt"/>
              </a:rPr>
              <a:t>Förhindrar felaktiga värden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Lägg till </a:t>
            </a:r>
            <a:r>
              <a:rPr lang="sv-SE" sz="2400" b="1">
                <a:ea typeface="+mn-lt"/>
                <a:cs typeface="+mn-lt"/>
              </a:rPr>
              <a:t>description  -  </a:t>
            </a:r>
            <a:r>
              <a:rPr lang="sv-SE" sz="2400">
                <a:ea typeface="+mn-lt"/>
                <a:cs typeface="+mn-lt"/>
              </a:rPr>
              <a:t>Gör koden självdokumenterande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Ange </a:t>
            </a:r>
            <a:r>
              <a:rPr lang="sv-SE" sz="2400" b="1">
                <a:ea typeface="+mn-lt"/>
                <a:cs typeface="+mn-lt"/>
              </a:rPr>
              <a:t>default </a:t>
            </a:r>
            <a:r>
              <a:rPr lang="sv-SE" sz="2400">
                <a:ea typeface="+mn-lt"/>
                <a:cs typeface="+mn-lt"/>
              </a:rPr>
              <a:t>för valfria variabler -   Enklare att använda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Använd </a:t>
            </a:r>
            <a:r>
              <a:rPr lang="sv-SE" sz="2400" b="1">
                <a:ea typeface="+mn-lt"/>
                <a:cs typeface="+mn-lt"/>
              </a:rPr>
              <a:t>sensitive = true</a:t>
            </a:r>
            <a:r>
              <a:rPr lang="sv-SE" sz="2400">
                <a:ea typeface="+mn-lt"/>
                <a:cs typeface="+mn-lt"/>
              </a:rPr>
              <a:t> för hemligheter  -  Döljs i loggar och output</a:t>
            </a:r>
            <a:endParaRPr lang="sv-SE" sz="2400"/>
          </a:p>
          <a:p>
            <a:r>
              <a:rPr lang="sv-SE" sz="2400">
                <a:ea typeface="+mn-lt"/>
                <a:cs typeface="+mn-lt"/>
              </a:rPr>
              <a:t>Använd </a:t>
            </a:r>
            <a:r>
              <a:rPr lang="sv-SE" sz="2400" b="1">
                <a:ea typeface="+mn-lt"/>
                <a:cs typeface="+mn-lt"/>
              </a:rPr>
              <a:t>validation </a:t>
            </a:r>
            <a:r>
              <a:rPr lang="sv-SE" sz="2400">
                <a:ea typeface="+mn-lt"/>
                <a:cs typeface="+mn-lt"/>
              </a:rPr>
              <a:t>för att begränsa värden  -  Förhindrar felaktiga inställningar</a:t>
            </a:r>
            <a:endParaRPr lang="sv-SE" sz="2400"/>
          </a:p>
        </p:txBody>
      </p:sp>
      <p:pic>
        <p:nvPicPr>
          <p:cNvPr id="7" name="Graphic 6" descr="Variabel">
            <a:extLst>
              <a:ext uri="{FF2B5EF4-FFF2-40B4-BE49-F238E27FC236}">
                <a16:creationId xmlns:a16="http://schemas.microsoft.com/office/drawing/2014/main" id="{625FC0C3-CBC5-7CFD-C549-ED274945C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65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5FADFD9-8B08-76F3-9CE2-E780765C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" y="713312"/>
            <a:ext cx="3058886" cy="5431376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Exempel – validering av variabel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C435CC6-9EFF-C4EA-09E5-D162AB8E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4905" y="-990"/>
            <a:ext cx="8950499" cy="66920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1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"environment"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string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"Miljö: dev, test, staging, production"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validation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condition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contains(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[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"dev"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"test"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"staging"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"production"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]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, var.environment)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error_message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"Environment måste vara dev, test, staging eller production."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variable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 "instance_count"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number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"Antal servrar att skapa"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validation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condition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var.instance_count &gt; 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0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&amp;&amp; var.instance_count &lt;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10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E45649"/>
                </a:solidFill>
                <a:highlight>
                  <a:srgbClr val="F9FAFB"/>
                </a:highlight>
                <a:latin typeface="Consolas"/>
              </a:rPr>
              <a:t>error_message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=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"Instance count måste vara mellan 1 och 10."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6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999573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7866BF7-6E58-95A3-89AF-E66C0861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73" y="148635"/>
            <a:ext cx="5929422" cy="648371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Outputs – visa resultat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6B4B081-CC86-FE0D-B560-01D175F6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575" y="1407821"/>
            <a:ext cx="7864657" cy="4535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000"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>
              <a:ea typeface="+mn-lt"/>
              <a:cs typeface="+mn-lt"/>
            </a:endParaRPr>
          </a:p>
          <a:p>
            <a:r>
              <a:rPr lang="sv-SE" sz="2400">
                <a:highlight>
                  <a:srgbClr val="F9FAFB"/>
                </a:highlight>
                <a:latin typeface="Consolas"/>
              </a:rPr>
              <a:t>output "file_path" {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"Sökväg till skapad fil"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value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    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= local_file.example.filename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output "sensitive_credential" {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description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"API-nyckel"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value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    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= var.api_key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sensitive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=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true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   </a:t>
            </a:r>
            <a:r>
              <a:rPr lang="sv-SE" sz="2400" i="1">
                <a:highlight>
                  <a:srgbClr val="F9FAFB"/>
                </a:highlight>
                <a:latin typeface="Consolas"/>
              </a:rPr>
              <a:t># Döljs i loggar</a:t>
            </a:r>
            <a:r>
              <a:rPr lang="sv-SE" sz="2400" dirty="0"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highlight>
                <a:srgbClr val="F9FAFB"/>
              </a:highlight>
            </a:endParaRPr>
          </a:p>
        </p:txBody>
      </p:sp>
      <p:pic>
        <p:nvPicPr>
          <p:cNvPr id="7" name="Graphic 6" descr="Flödesschema">
            <a:extLst>
              <a:ext uri="{FF2B5EF4-FFF2-40B4-BE49-F238E27FC236}">
                <a16:creationId xmlns:a16="http://schemas.microsoft.com/office/drawing/2014/main" id="{8AC3CB9D-BF2E-BA4E-14DF-6EF6969CD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2839" y="1541005"/>
            <a:ext cx="3765176" cy="3765176"/>
          </a:xfrm>
          <a:prstGeom prst="rect">
            <a:avLst/>
          </a:prstGeom>
        </p:spPr>
      </p:pic>
      <p:sp>
        <p:nvSpPr>
          <p:cNvPr id="30" name="Rectangle 2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87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8097783B-5D5A-B89D-449C-21E88109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7" t="3842" r="3127" b="3513"/>
          <a:stretch>
            <a:fillRect/>
          </a:stretch>
        </p:blipFill>
        <p:spPr>
          <a:xfrm>
            <a:off x="-7470" y="50139"/>
            <a:ext cx="12198984" cy="675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93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5FEA49D-27C9-B884-DC08-BDC3887B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08" y="730488"/>
            <a:ext cx="7368754" cy="52131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Outputs med sensitive: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Enligt Terraform-dokumentationen kan du hämta känsliga outputs med </a:t>
            </a:r>
            <a:r>
              <a:rPr lang="sv-SE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terraform output -json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eller </a:t>
            </a:r>
            <a:r>
              <a:rPr lang="sv-SE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terraform output -raw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för att få ut värdena när du verkligen behöver dem (t.ex. i skript).</a:t>
            </a:r>
            <a:endParaRPr lang="sv-SE"/>
          </a:p>
          <a:p>
            <a:pPr>
              <a:lnSpc>
                <a:spcPct val="100000"/>
              </a:lnSpc>
            </a:pPr>
            <a:r>
              <a:rPr lang="sv-SE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Enligt Scalr: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terraform.tfvars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-filer för att hålla miljöspecifika värden (dev.tfvars, prod.tfvars) separata från koden. Lägg ALDRIG in hemligheter i vanliga </a:t>
            </a:r>
            <a:r>
              <a:rPr lang="sv-SE">
                <a:solidFill>
                  <a:srgbClr val="0F1115"/>
                </a:solidFill>
                <a:highlight>
                  <a:srgbClr val="EBEEF2"/>
                </a:highlight>
                <a:latin typeface="Consolas"/>
                <a:ea typeface="+mn-lt"/>
                <a:cs typeface="+mn-lt"/>
              </a:rPr>
              <a:t>.tfvars</a:t>
            </a:r>
            <a:r>
              <a:rPr lang="sv-SE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-filer som du committar.</a:t>
            </a:r>
          </a:p>
        </p:txBody>
      </p:sp>
      <p:pic>
        <p:nvPicPr>
          <p:cNvPr id="7" name="Graphic 6" descr="Ladda ned">
            <a:extLst>
              <a:ext uri="{FF2B5EF4-FFF2-40B4-BE49-F238E27FC236}">
                <a16:creationId xmlns:a16="http://schemas.microsoft.com/office/drawing/2014/main" id="{290C27B4-AA29-D351-B021-9BA824E8E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36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36E5E3C-5F32-2FC2-B05D-25C66692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21" y="15588"/>
            <a:ext cx="7211517" cy="1688560"/>
          </a:xfrm>
        </p:spPr>
        <p:txBody>
          <a:bodyPr anchor="b">
            <a:normAutofit/>
          </a:bodyPr>
          <a:lstStyle/>
          <a:p>
            <a:r>
              <a:rPr lang="sv-SE" sz="5400">
                <a:ea typeface="+mj-lt"/>
                <a:cs typeface="+mj-lt"/>
              </a:rPr>
              <a:t>Data Sources – Läsa Befintlig Information</a:t>
            </a:r>
            <a:endParaRPr lang="sv-SE" sz="54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F17F546-197A-55FE-1E51-8443A1CF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22" y="2423821"/>
            <a:ext cx="6703517" cy="3519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3200">
                <a:ea typeface="+mn-lt"/>
                <a:cs typeface="+mn-lt"/>
              </a:rPr>
              <a:t>Data sources låter Terraform läsa information från befintliga resurser – utan att skapa något nytt.</a:t>
            </a:r>
            <a:endParaRPr lang="sv-SE" sz="3200"/>
          </a:p>
          <a:p>
            <a:r>
              <a:rPr lang="sv-SE" sz="3200">
                <a:ea typeface="+mn-lt"/>
                <a:cs typeface="+mn-lt"/>
              </a:rPr>
              <a:t>Data sources = Read-only queries – de hämtar information, men skapar ingenting.</a:t>
            </a:r>
            <a:endParaRPr lang="sv-SE" sz="3200"/>
          </a:p>
        </p:txBody>
      </p:sp>
      <p:pic>
        <p:nvPicPr>
          <p:cNvPr id="7" name="Graphic 6" descr="Tygrapportbibliotek">
            <a:extLst>
              <a:ext uri="{FF2B5EF4-FFF2-40B4-BE49-F238E27FC236}">
                <a16:creationId xmlns:a16="http://schemas.microsoft.com/office/drawing/2014/main" id="{9F1A5B4D-3DCA-D850-FEA8-33AFB6169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7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6E8D6E12-63F4-BC45-2B7B-BD6CDF239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" t="3090" r="3125" b="3293"/>
          <a:stretch>
            <a:fillRect/>
          </a:stretch>
        </p:blipFill>
        <p:spPr>
          <a:xfrm>
            <a:off x="7471" y="42669"/>
            <a:ext cx="12184532" cy="677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66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79FEC96-9418-9849-08C0-318B5F68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" y="547778"/>
            <a:ext cx="7417136" cy="841896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Exempel – läsa en befintlig fil: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7028AE2-A8EA-D74C-3B9E-463EC4082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176" y="1976298"/>
            <a:ext cx="8246457" cy="35133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2000"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000"/>
          </a:p>
          <a:p>
            <a:r>
              <a:rPr lang="sv-SE" sz="2000" i="1">
                <a:latin typeface="Consolas"/>
              </a:rPr>
              <a:t># data.tf – Läs en befintlig fil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data "local_file" "existing" {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  filename = "C:/temp/existing_config.json"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}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output "content" {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  value = data.local_file.existing.content  </a:t>
            </a:r>
            <a:r>
              <a:rPr lang="sv-SE" sz="2000" i="1">
                <a:latin typeface="Consolas"/>
              </a:rPr>
              <a:t># Innehållet i filen</a:t>
            </a:r>
            <a:r>
              <a:rPr lang="sv-SE" sz="2000" dirty="0">
                <a:latin typeface="Consolas"/>
              </a:rPr>
              <a:t>
</a:t>
            </a:r>
            <a:r>
              <a:rPr lang="sv-SE" sz="2000">
                <a:latin typeface="Consolas"/>
              </a:rPr>
              <a:t>}</a:t>
            </a:r>
            <a:endParaRPr lang="sv-SE" sz="2000"/>
          </a:p>
        </p:txBody>
      </p:sp>
      <p:pic>
        <p:nvPicPr>
          <p:cNvPr id="7" name="Graphic 6" descr="Databas">
            <a:extLst>
              <a:ext uri="{FF2B5EF4-FFF2-40B4-BE49-F238E27FC236}">
                <a16:creationId xmlns:a16="http://schemas.microsoft.com/office/drawing/2014/main" id="{5D865E1E-6AEF-BB82-7C01-3E210EE71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9601" y="1541005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10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EAF5543-A7E0-75C9-0D94-52CB2CF7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Exempel – läsa innehåll från fil och använda: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137EC0F-02EE-D60A-805B-19E99E3CB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79" y="2423821"/>
            <a:ext cx="7671136" cy="351978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sz="1800"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1800"/>
          </a:p>
          <a:p>
            <a:r>
              <a:rPr lang="sv-SE" sz="1800" i="1">
                <a:latin typeface="Consolas"/>
              </a:rPr>
              <a:t># main.tf – Använd data från fil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data "local_file" "policy_json" {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  filename = "${path.module}/policy.json"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}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resource "local_file" "deployment_ready" {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  filename = "C:/temp/deployment_ready.txt"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  content  = data.local_file.policy_json.content  </a:t>
            </a:r>
            <a:r>
              <a:rPr lang="sv-SE" sz="1800" i="1">
                <a:latin typeface="Consolas"/>
              </a:rPr>
              <a:t># Använd innehållet</a:t>
            </a:r>
            <a:r>
              <a:rPr lang="sv-SE" sz="1800" dirty="0">
                <a:latin typeface="Consolas"/>
              </a:rPr>
              <a:t>
</a:t>
            </a:r>
            <a:r>
              <a:rPr lang="sv-SE" sz="1800">
                <a:latin typeface="Consolas"/>
              </a:rPr>
              <a:t>}</a:t>
            </a:r>
            <a:endParaRPr lang="sv-SE" sz="1800"/>
          </a:p>
        </p:txBody>
      </p:sp>
      <p:pic>
        <p:nvPicPr>
          <p:cNvPr id="7" name="Graphic 6" descr="Kugghjul">
            <a:extLst>
              <a:ext uri="{FF2B5EF4-FFF2-40B4-BE49-F238E27FC236}">
                <a16:creationId xmlns:a16="http://schemas.microsoft.com/office/drawing/2014/main" id="{1B742D5B-9B75-CFB3-6DA3-28C52969EA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39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597948C-0377-9EBF-31FF-BC4D4249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15" y="208655"/>
            <a:ext cx="8517346" cy="806294"/>
          </a:xfrm>
        </p:spPr>
        <p:txBody>
          <a:bodyPr anchor="b">
            <a:normAutofit/>
          </a:bodyPr>
          <a:lstStyle/>
          <a:p>
            <a:r>
              <a:rPr lang="sv-SE" sz="4000"/>
              <a:t>När använder man data sources?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51F77AF-F931-9A0B-3218-DA68FF9F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29" y="1487011"/>
            <a:ext cx="7965299" cy="445659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sv-SE" b="1">
                <a:ea typeface="+mn-lt"/>
                <a:cs typeface="+mn-lt"/>
              </a:rPr>
              <a:t>Läsa konfigurationsfiler</a:t>
            </a:r>
            <a:r>
              <a:rPr lang="sv-SE">
                <a:ea typeface="+mn-lt"/>
                <a:cs typeface="+mn-lt"/>
              </a:rPr>
              <a:t>    JSON/YAML-filer som finns i repositoryt</a:t>
            </a:r>
            <a:endParaRPr lang="sv-SE"/>
          </a:p>
          <a:p>
            <a:r>
              <a:rPr lang="sv-SE" b="1">
                <a:ea typeface="+mn-lt"/>
                <a:cs typeface="+mn-lt"/>
              </a:rPr>
              <a:t>Hämta information från molnet</a:t>
            </a:r>
            <a:r>
              <a:rPr lang="sv-SE">
                <a:ea typeface="+mn-lt"/>
                <a:cs typeface="+mn-lt"/>
              </a:rPr>
              <a:t>    T.ex. senaste AMI-ID i AWS</a:t>
            </a:r>
            <a:endParaRPr lang="sv-SE"/>
          </a:p>
          <a:p>
            <a:r>
              <a:rPr lang="sv-SE" b="1">
                <a:ea typeface="+mn-lt"/>
                <a:cs typeface="+mn-lt"/>
              </a:rPr>
              <a:t>Undvika hårdkodning</a:t>
            </a:r>
            <a:r>
              <a:rPr lang="sv-SE">
                <a:ea typeface="+mn-lt"/>
                <a:cs typeface="+mn-lt"/>
              </a:rPr>
              <a:t>    Läs värden från fil istället för att skriva in dem i koden</a:t>
            </a:r>
          </a:p>
          <a:p>
            <a:r>
              <a:rPr lang="sv-SE">
                <a:ea typeface="+mn-lt"/>
                <a:cs typeface="+mn-lt"/>
              </a:rPr>
              <a:t>Enligt HashiCorp: Data sources är ett säkert sätt att läsa befintlig information – de skapar inga nya resurser, bara läser. När filen på disk ändras kommer nästa terraform plan att visa ändringen, eftersom data source läser från filen igen.</a:t>
            </a:r>
            <a:endParaRPr lang="sv-SE"/>
          </a:p>
        </p:txBody>
      </p:sp>
      <p:pic>
        <p:nvPicPr>
          <p:cNvPr id="7" name="Graphic 6" descr="Hårddisk">
            <a:extLst>
              <a:ext uri="{FF2B5EF4-FFF2-40B4-BE49-F238E27FC236}">
                <a16:creationId xmlns:a16="http://schemas.microsoft.com/office/drawing/2014/main" id="{9F05C110-9D97-4152-6AC5-05CAE9954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5601" y="1492624"/>
            <a:ext cx="3765176" cy="37651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882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8997529-5BBF-01F2-E164-75AB30940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Workshop – Din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Första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Terraform-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konfiguration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483751-1906-C64A-D5B2-89FD97A1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Mål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Skapa din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första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Terraform-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konfiguration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och se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IaC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praktiken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pic>
        <p:nvPicPr>
          <p:cNvPr id="17" name="Graphic 6" descr="Måltavla">
            <a:extLst>
              <a:ext uri="{FF2B5EF4-FFF2-40B4-BE49-F238E27FC236}">
                <a16:creationId xmlns:a16="http://schemas.microsoft.com/office/drawing/2014/main" id="{E4541A96-2231-1C9B-33AB-EB5583B08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Måltavla">
            <a:extLst>
              <a:ext uri="{FF2B5EF4-FFF2-40B4-BE49-F238E27FC236}">
                <a16:creationId xmlns:a16="http://schemas.microsoft.com/office/drawing/2014/main" id="{88A5113A-2284-4C10-9F74-BA5F4B70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23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8570156-D814-C218-4671-B098559F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" y="1055098"/>
            <a:ext cx="7804813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Steg 1 – Skapa </a:t>
            </a:r>
            <a:r>
              <a:rPr lang="en-US" sz="6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projektmapp</a:t>
            </a: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och filer</a:t>
            </a:r>
            <a:endParaRPr lang="en-US" sz="6000" kern="1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5CC4034-17E6-3F61-CF91-144EC75B3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5339" y="1681432"/>
            <a:ext cx="4207549" cy="48034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Skapa </a:t>
            </a:r>
            <a:r>
              <a:rPr lang="en-US" sz="3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mapp</a:t>
            </a: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C:/IaC/project/ och </a:t>
            </a:r>
            <a:r>
              <a:rPr lang="en-US" sz="3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där</a:t>
            </a: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skapar</a:t>
            </a: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du </a:t>
            </a:r>
            <a:r>
              <a:rPr lang="en-US" sz="36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två</a:t>
            </a: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filer</a:t>
            </a:r>
            <a:endParaRPr lang="en-US" sz="3600" kern="12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32034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CCD2CA7-80F1-1B4C-2826-D1F4F9FE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main.tf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4F63553-28B8-3DDD-D591-D63FCB6F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762" y="606349"/>
            <a:ext cx="6544597" cy="57760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 sz="2400"/>
          </a:p>
          <a:p>
            <a:r>
              <a:rPr lang="sv-SE" sz="2400" i="1">
                <a:latin typeface="Consolas"/>
              </a:rPr>
              <a:t># main.tf – Huvudkonfiguration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provider "local" { }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resource "local_file" "hello" {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  filename = "C:/temp/terraform_hello.txt"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  content  = "Hej från Terraform!"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}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output "file_created" {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  value = local_file.hello.filename</a:t>
            </a:r>
            <a:r>
              <a:rPr lang="sv-SE" sz="2400" dirty="0">
                <a:latin typeface="Consolas"/>
              </a:rPr>
              <a:t>
</a:t>
            </a:r>
            <a:r>
              <a:rPr lang="sv-SE" sz="2400">
                <a:latin typeface="Consolas"/>
              </a:rPr>
              <a:t>}</a:t>
            </a:r>
            <a:endParaRPr lang="sv-SE" sz="2400"/>
          </a:p>
        </p:txBody>
      </p:sp>
    </p:spTree>
    <p:extLst>
      <p:ext uri="{BB962C8B-B14F-4D97-AF65-F5344CB8AC3E}">
        <p14:creationId xmlns:p14="http://schemas.microsoft.com/office/powerpoint/2010/main" val="852762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2C8ACB7-79B8-30C3-7677-B0ED11E7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variables.tf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7213EA9-A970-8276-E5F6-A0312D730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921" y="153577"/>
            <a:ext cx="6604160" cy="65862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>
                <a:highlight>
                  <a:srgbClr val="F9FAFB"/>
                </a:highlight>
                <a:ea typeface="+mn-lt"/>
                <a:cs typeface="+mn-lt"/>
              </a:rPr>
              <a:t>hcl</a:t>
            </a:r>
            <a:endParaRPr lang="sv-SE"/>
          </a:p>
          <a:p>
            <a:r>
              <a:rPr lang="sv-SE" i="1">
                <a:latin typeface="Consolas"/>
              </a:rPr>
              <a:t># variables.tf – Variabler</a:t>
            </a:r>
            <a:r>
              <a:rPr lang="sv-SE" dirty="0">
                <a:latin typeface="Consolas"/>
              </a:rPr>
              <a:t>
</a:t>
            </a:r>
            <a:r>
              <a:rPr lang="sv-SE">
                <a:latin typeface="Consolas"/>
              </a:rPr>
              <a:t>variable "environment" {</a:t>
            </a:r>
            <a:r>
              <a:rPr lang="sv-SE" dirty="0">
                <a:latin typeface="Consolas"/>
              </a:rPr>
              <a:t>
</a:t>
            </a:r>
            <a:r>
              <a:rPr lang="sv-SE">
                <a:latin typeface="Consolas"/>
              </a:rPr>
              <a:t>  type    = string</a:t>
            </a:r>
            <a:r>
              <a:rPr lang="sv-SE" dirty="0">
                <a:latin typeface="Consolas"/>
              </a:rPr>
              <a:t>
</a:t>
            </a:r>
            <a:r>
              <a:rPr lang="sv-SE">
                <a:latin typeface="Consolas"/>
              </a:rPr>
              <a:t>  default = "development"</a:t>
            </a:r>
            <a:r>
              <a:rPr lang="sv-SE" dirty="0">
                <a:latin typeface="Consolas"/>
              </a:rPr>
              <a:t>
</a:t>
            </a:r>
            <a:r>
              <a:rPr lang="sv-SE">
                <a:latin typeface="Consolas"/>
              </a:rPr>
              <a:t>}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89496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0003F6E-B671-5E80-1351-AABAAD0E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Steg 2 – Kör Terraform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E35EB95-9A60-A92B-BFB7-6292B1AF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517" y="203783"/>
            <a:ext cx="6515842" cy="66243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20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20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Navigera till mappen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cd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C:/IaC/project/
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Initiera – ladda ner providers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init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Validera syntax (fångar missar som saknade parenteser!)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validate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Planera (se vad som ska hända)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plan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Applicera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terraform apply -auto-approve</a:t>
            </a:r>
            <a:endParaRPr lang="sv-SE" sz="24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95610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1C47B25-06AE-5304-D9FE-E4331DCD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Steg 3 – Kontrollera att filen skapades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C275AA1-294F-7CAF-DBB6-184D06A6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921" y="-15757"/>
            <a:ext cx="6604160" cy="68644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bash</a:t>
            </a:r>
            <a:endParaRPr lang="sv-SE" sz="2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Get-Content 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C:/temp/terraform_hello.txt</a:t>
            </a:r>
            <a:endParaRPr lang="sv-SE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63550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DB25CFD3-5FCB-E535-1FBA-6D35D458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Extra utmaning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27BD80B-08C4-98C5-F447-889003D0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920" y="-3661"/>
            <a:ext cx="6604161" cy="68644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Lägg till en till resource som skapar en JSON-fil med </a:t>
            </a:r>
            <a:r>
              <a:rPr lang="sv-SE">
                <a:highlight>
                  <a:srgbClr val="EBEEF2"/>
                </a:highlight>
                <a:latin typeface="Consolas"/>
              </a:rPr>
              <a:t>jsonencode()</a:t>
            </a:r>
            <a:endParaRPr lang="sv-SE"/>
          </a:p>
          <a:p>
            <a:pPr>
              <a:lnSpc>
                <a:spcPct val="100000"/>
              </a:lnSpc>
            </a:pP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Använd en variabel för att styra filnamnet</a:t>
            </a:r>
            <a:endParaRPr lang="sv-SE"/>
          </a:p>
          <a:p>
            <a:pPr>
              <a:lnSpc>
                <a:spcPct val="100000"/>
              </a:lnSpc>
            </a:pPr>
            <a:r>
              <a:rPr lang="sv-SE" b="1">
                <a:highlight>
                  <a:srgbClr val="FFFFFF"/>
                </a:highlight>
                <a:ea typeface="+mn-lt"/>
                <a:cs typeface="+mn-lt"/>
              </a:rPr>
              <a:t>Diskussionsfråga: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Varför är det bra att Terraform kan jämföra state med verkligheten innan den gör ändringar? Varför är detta bättre än att bara köra ett skript?</a:t>
            </a:r>
            <a:endParaRPr lang="sv-SE"/>
          </a:p>
          <a:p>
            <a:pPr>
              <a:lnSpc>
                <a:spcPct val="100000"/>
              </a:lnSpc>
            </a:pPr>
            <a:r>
              <a:rPr lang="sv-SE" b="1">
                <a:highlight>
                  <a:srgbClr val="FFFFFF"/>
                </a:highlight>
                <a:ea typeface="+mn-lt"/>
                <a:cs typeface="+mn-lt"/>
              </a:rPr>
              <a:t>Proffstips: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Använd </a:t>
            </a:r>
            <a:r>
              <a:rPr lang="sv-SE">
                <a:highlight>
                  <a:srgbClr val="EBEEF2"/>
                </a:highlight>
                <a:latin typeface="Consolas"/>
              </a:rPr>
              <a:t>terraform validate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ofta – det fångar syntaxfel och missade referenser INNAN du kör </a:t>
            </a:r>
            <a:r>
              <a:rPr lang="sv-SE">
                <a:highlight>
                  <a:srgbClr val="EBEEF2"/>
                </a:highlight>
                <a:latin typeface="Consolas"/>
              </a:rPr>
              <a:t>plan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 eller </a:t>
            </a:r>
            <a:r>
              <a:rPr lang="sv-SE">
                <a:highlight>
                  <a:srgbClr val="EBEEF2"/>
                </a:highlight>
                <a:latin typeface="Consolas"/>
              </a:rPr>
              <a:t>apply</a:t>
            </a:r>
            <a:r>
              <a:rPr lang="sv-SE"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0905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F72DA26A-B87A-0E49-D051-57D82A12E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4" t="4188" r="3002" b="6257"/>
          <a:stretch>
            <a:fillRect/>
          </a:stretch>
        </p:blipFill>
        <p:spPr>
          <a:xfrm>
            <a:off x="7471" y="192080"/>
            <a:ext cx="12184538" cy="647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07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D5FA0FF4-4CE8-5586-DF41-CA13C1EF3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9" t="13170" r="669" b="13195"/>
          <a:stretch>
            <a:fillRect/>
          </a:stretch>
        </p:blipFill>
        <p:spPr>
          <a:xfrm>
            <a:off x="21" y="1118894"/>
            <a:ext cx="12188730" cy="517679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406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C1EB9BC6-77B3-7F22-D354-D61FAE50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8" t="4466" r="4192" b="3377"/>
          <a:stretch>
            <a:fillRect/>
          </a:stretch>
        </p:blipFill>
        <p:spPr>
          <a:xfrm>
            <a:off x="20" y="53576"/>
            <a:ext cx="12194469" cy="675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1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>
            <a:extLst>
              <a:ext uri="{FF2B5EF4-FFF2-40B4-BE49-F238E27FC236}">
                <a16:creationId xmlns:a16="http://schemas.microsoft.com/office/drawing/2014/main" id="{6405C78F-9B48-4B89-84D5-12F7CD404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F2415187-98D5-440E-BD4A-1B2A0D39E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3094" y="1801407"/>
            <a:ext cx="3349812" cy="3255186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DB1DAC0-C6F8-292C-FA77-8227B931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796" y="2269124"/>
            <a:ext cx="2528408" cy="2319753"/>
          </a:xfrm>
        </p:spPr>
        <p:txBody>
          <a:bodyPr>
            <a:normAutofit/>
          </a:bodyPr>
          <a:lstStyle/>
          <a:p>
            <a:pPr algn="ctr"/>
            <a:r>
              <a:rPr lang="sv-SE" sz="2400">
                <a:solidFill>
                  <a:schemeClr val="bg1">
                    <a:alpha val="60000"/>
                  </a:schemeClr>
                </a:solidFill>
                <a:ea typeface="+mj-lt"/>
                <a:cs typeface="+mj-lt"/>
              </a:rPr>
              <a:t>Sammanfattning – Vad Har Vi Lärt Oss Idag?</a:t>
            </a:r>
            <a:endParaRPr lang="sv-SE" sz="24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8B6988E-E37D-BE95-DF8C-F6C443E2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762" y="-7442"/>
            <a:ext cx="6883651" cy="68486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sv-SE" sz="1800" b="1">
                <a:solidFill>
                  <a:schemeClr val="bg1"/>
                </a:solidFill>
              </a:rPr>
              <a:t>Infrastructure as Code (IaC):</a:t>
            </a:r>
          </a:p>
          <a:p>
            <a:r>
              <a:rPr lang="sv-SE" sz="1800">
                <a:solidFill>
                  <a:schemeClr val="bg1"/>
                </a:solidFill>
              </a:rPr>
              <a:t>Beskriv infrastruktur med kod istället för manuella processer</a:t>
            </a:r>
          </a:p>
          <a:p>
            <a:r>
              <a:rPr lang="sv-SE" sz="1800">
                <a:solidFill>
                  <a:schemeClr val="bg1"/>
                </a:solidFill>
              </a:rPr>
              <a:t>Allt sparas i Git – full historik och återställningsmöjlighet</a:t>
            </a:r>
          </a:p>
          <a:p>
            <a:r>
              <a:rPr lang="sv-SE" sz="1800" b="1">
                <a:solidFill>
                  <a:schemeClr val="bg1"/>
                </a:solidFill>
              </a:rPr>
              <a:t>Imperativ vs Deklarativ:</a:t>
            </a:r>
          </a:p>
          <a:p>
            <a:r>
              <a:rPr lang="sv-SE" sz="1800">
                <a:solidFill>
                  <a:schemeClr val="bg1"/>
                </a:solidFill>
              </a:rPr>
              <a:t>Imperativ = beskriv HUR (PowerShell, Bash)</a:t>
            </a:r>
          </a:p>
          <a:p>
            <a:r>
              <a:rPr lang="sv-SE" sz="1800">
                <a:solidFill>
                  <a:schemeClr val="bg1"/>
                </a:solidFill>
              </a:rPr>
              <a:t>Deklarativ = beskriv VAD (Terraform, Ansible)</a:t>
            </a:r>
          </a:p>
          <a:p>
            <a:r>
              <a:rPr lang="sv-SE" sz="1800" b="1">
                <a:solidFill>
                  <a:schemeClr val="bg1"/>
                </a:solidFill>
              </a:rPr>
              <a:t>Idempotens:</a:t>
            </a:r>
          </a:p>
          <a:p>
            <a:r>
              <a:rPr lang="sv-SE" sz="1800">
                <a:solidFill>
                  <a:schemeClr val="bg1"/>
                </a:solidFill>
              </a:rPr>
              <a:t>Samma kod kan köras om och om igen utan negativa bieffekter</a:t>
            </a:r>
          </a:p>
          <a:p>
            <a:r>
              <a:rPr lang="sv-SE" sz="1800">
                <a:solidFill>
                  <a:schemeClr val="bg1"/>
                </a:solidFill>
              </a:rPr>
              <a:t>Avgörande för autoskalning, återställning och CI/CD</a:t>
            </a:r>
          </a:p>
          <a:p>
            <a:r>
              <a:rPr lang="sv-SE" sz="1800" b="1">
                <a:solidFill>
                  <a:schemeClr val="bg1"/>
                </a:solidFill>
              </a:rPr>
              <a:t>Terraform:</a:t>
            </a:r>
          </a:p>
          <a:p>
            <a:r>
              <a:rPr lang="sv-SE" sz="1800">
                <a:solidFill>
                  <a:schemeClr val="bg1"/>
                </a:solidFill>
              </a:rPr>
              <a:t>Provider = plattform (local, AWS, Azure)</a:t>
            </a:r>
          </a:p>
          <a:p>
            <a:r>
              <a:rPr lang="sv-SE" sz="1800">
                <a:solidFill>
                  <a:schemeClr val="bg1"/>
                </a:solidFill>
              </a:rPr>
              <a:t>Resource = vad som ska skapas (fil, mapp, VM)</a:t>
            </a:r>
          </a:p>
          <a:p>
            <a:r>
              <a:rPr lang="sv-SE" sz="1800">
                <a:solidFill>
                  <a:schemeClr val="bg1"/>
                </a:solidFill>
              </a:rPr>
              <a:t>State = Terraforms minne (vad har skapats?)</a:t>
            </a:r>
          </a:p>
          <a:p>
            <a:r>
              <a:rPr lang="sv-SE" sz="1800">
                <a:solidFill>
                  <a:schemeClr val="bg1"/>
                </a:solidFill>
              </a:rPr>
              <a:t>HCL = Terraforms deklarativa språk</a:t>
            </a:r>
          </a:p>
          <a:p>
            <a:r>
              <a:rPr lang="sv-SE" sz="1800" b="1">
                <a:solidFill>
                  <a:schemeClr val="bg1"/>
                </a:solidFill>
              </a:rPr>
              <a:t>Terraform arbetsflöde</a:t>
            </a:r>
            <a:r>
              <a:rPr lang="sv-SE" sz="1800">
                <a:solidFill>
                  <a:schemeClr val="bg1"/>
                </a:solidFill>
              </a:rPr>
              <a:t>: init → validate → plan → apply → (destroy)</a:t>
            </a:r>
          </a:p>
          <a:p>
            <a:r>
              <a:rPr lang="sv-SE" sz="1800" b="1">
                <a:solidFill>
                  <a:schemeClr val="bg1"/>
                </a:solidFill>
              </a:rPr>
              <a:t>Data sources</a:t>
            </a:r>
            <a:r>
              <a:rPr lang="sv-SE" sz="1800">
                <a:solidFill>
                  <a:schemeClr val="bg1"/>
                </a:solidFill>
              </a:rPr>
              <a:t>: Läs befintlig information, skapa inga nya resurser</a:t>
            </a:r>
          </a:p>
        </p:txBody>
      </p:sp>
    </p:spTree>
    <p:extLst>
      <p:ext uri="{BB962C8B-B14F-4D97-AF65-F5344CB8AC3E}">
        <p14:creationId xmlns:p14="http://schemas.microsoft.com/office/powerpoint/2010/main" val="12633981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05C78F-9B48-4B89-84D5-12F7CD404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15187-98D5-440E-BD4A-1B2A0D39E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3094" y="1801407"/>
            <a:ext cx="3349812" cy="3255186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5C61713-A64E-437A-18DC-ECFCEBA4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796" y="2269124"/>
            <a:ext cx="2528408" cy="2319753"/>
          </a:xfrm>
        </p:spPr>
        <p:txBody>
          <a:bodyPr>
            <a:normAutofit/>
          </a:bodyPr>
          <a:lstStyle/>
          <a:p>
            <a:pPr algn="ctr"/>
            <a:r>
              <a:rPr lang="sv-SE" sz="8000" dirty="0">
                <a:solidFill>
                  <a:schemeClr val="bg1">
                    <a:alpha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Quiz</a:t>
            </a:r>
            <a:r>
              <a:rPr lang="sv-SE" sz="8000">
                <a:solidFill>
                  <a:schemeClr val="bg1">
                    <a:alpha val="60000"/>
                  </a:schemeClr>
                </a:solidFill>
              </a:rPr>
              <a:t>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8802977-BC73-3C4D-8955-0B4230FB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648" y="839224"/>
            <a:ext cx="7266073" cy="51795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 dirty="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https://forms.gle/qBeWT2iE216jzFEL6</a:t>
            </a:r>
            <a:endParaRPr lang="sv-SE" sz="32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0803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52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52</vt:i4>
      </vt:variant>
    </vt:vector>
  </HeadingPairs>
  <TitlesOfParts>
    <vt:vector size="53" baseType="lpstr">
      <vt:lpstr>Office-tema</vt:lpstr>
      <vt:lpstr>Infrastructure as Code (IaC) Intro</vt:lpstr>
      <vt:lpstr>Varför Infrastructure as Code?</vt:lpstr>
      <vt:lpstr>Manuellt vs Automatiserat</vt:lpstr>
      <vt:lpstr>Med IaC</vt:lpstr>
      <vt:lpstr>PowerPoint-presentation</vt:lpstr>
      <vt:lpstr>Från Verkligheten – IaC i Svenska och Internationella Företag</vt:lpstr>
      <vt:lpstr>Imperativ vs Deklarativ – Två Sätt att Automatisera</vt:lpstr>
      <vt:lpstr>I IT-världen</vt:lpstr>
      <vt:lpstr>Idempotens – Varför Det Är Viktigt</vt:lpstr>
      <vt:lpstr>PowerPoint-presentation</vt:lpstr>
      <vt:lpstr>Varför idempotens är viktigt i praktiken</vt:lpstr>
      <vt:lpstr>Vad är Terraform?</vt:lpstr>
      <vt:lpstr>Terraform arbetsflöde</vt:lpstr>
      <vt:lpstr>HCL – Språket i Terraform</vt:lpstr>
      <vt:lpstr>Grundläggande syntax – en resource</vt:lpstr>
      <vt:lpstr>Viktiga blocktyper</vt:lpstr>
      <vt:lpstr>HCL-regler att komma ihåg</vt:lpstr>
      <vt:lpstr>Providers och Resources – Grunden i IaC</vt:lpstr>
      <vt:lpstr>PowerPoint-presentation</vt:lpstr>
      <vt:lpstr>PowerPoint-presentation</vt:lpstr>
      <vt:lpstr>Resource = "Vad ska skapas?"</vt:lpstr>
      <vt:lpstr>State – Terraforms "Minne"</vt:lpstr>
      <vt:lpstr>State finns i filen terraform.tfstate</vt:lpstr>
      <vt:lpstr>PowerPoint-presentation</vt:lpstr>
      <vt:lpstr>VARNING – VIKTIGT!</vt:lpstr>
      <vt:lpstr>Local Provider – Din Första Terraform-konfiguration</vt:lpstr>
      <vt:lpstr>Koden – två filer</vt:lpstr>
      <vt:lpstr>1. main.tf – beskriver vad som ska skapas</vt:lpstr>
      <vt:lpstr>2. variables.tf – deklarera variabler</vt:lpstr>
      <vt:lpstr>Så här kör du</vt:lpstr>
      <vt:lpstr>Variabler och Outputs – Återanvändbar IaC</vt:lpstr>
      <vt:lpstr>Exempel – validering av variabel</vt:lpstr>
      <vt:lpstr>Outputs – visa resultat</vt:lpstr>
      <vt:lpstr>PowerPoint-presentation</vt:lpstr>
      <vt:lpstr>PowerPoint-presentation</vt:lpstr>
      <vt:lpstr>Data Sources – Läsa Befintlig Information</vt:lpstr>
      <vt:lpstr>PowerPoint-presentation</vt:lpstr>
      <vt:lpstr>Exempel – läsa en befintlig fil:</vt:lpstr>
      <vt:lpstr>Exempel – läsa innehåll från fil och använda:</vt:lpstr>
      <vt:lpstr>När använder man data sources?</vt:lpstr>
      <vt:lpstr>Workshop – Din Första Terraform-konfiguration</vt:lpstr>
      <vt:lpstr>Steg 1 – Skapa projektmapp och filer</vt:lpstr>
      <vt:lpstr>main.tf</vt:lpstr>
      <vt:lpstr>variables.tf</vt:lpstr>
      <vt:lpstr>Steg 2 – Kör Terraform</vt:lpstr>
      <vt:lpstr>Steg 3 – Kontrollera att filen skapades</vt:lpstr>
      <vt:lpstr>Extra utmaning</vt:lpstr>
      <vt:lpstr>PowerPoint-presentation</vt:lpstr>
      <vt:lpstr>PowerPoint-presentation</vt:lpstr>
      <vt:lpstr>PowerPoint-presentation</vt:lpstr>
      <vt:lpstr>Sammanfattning – Vad Har Vi Lärt Oss Idag?</vt:lpstr>
      <vt:lpstr>Quiz: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505</cp:revision>
  <dcterms:created xsi:type="dcterms:W3CDTF">2026-08-09T07:13:07Z</dcterms:created>
  <dcterms:modified xsi:type="dcterms:W3CDTF">2026-08-09T08:57:16Z</dcterms:modified>
</cp:coreProperties>
</file>