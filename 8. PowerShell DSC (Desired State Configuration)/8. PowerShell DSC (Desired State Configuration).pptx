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1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B6599A-4C32-0655-C0A6-52910DB0CA93}" v="93" dt="2026-08-14T19:05:26.891"/>
    <p1510:client id="{F4149DB5-7B25-F894-ADAD-A09F6970133C}" v="822" dt="2026-08-14T15:41:43.5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eniy Buzyan (extern)" userId="S::arseniy.buzyan@edu.stockholm.se::f92a01cd-049f-4602-b292-09b82d2ea4e3" providerId="AD" clId="Web-{2FB6599A-4C32-0655-C0A6-52910DB0CA93}"/>
    <pc:docChg chg="addSld delSld modSld">
      <pc:chgData name="Arseniy Buzyan (extern)" userId="S::arseniy.buzyan@edu.stockholm.se::f92a01cd-049f-4602-b292-09b82d2ea4e3" providerId="AD" clId="Web-{2FB6599A-4C32-0655-C0A6-52910DB0CA93}" dt="2026-08-14T19:05:26.891" v="92" actId="14100"/>
      <pc:docMkLst>
        <pc:docMk/>
      </pc:docMkLst>
      <pc:sldChg chg="addSp modSp">
        <pc:chgData name="Arseniy Buzyan (extern)" userId="S::arseniy.buzyan@edu.stockholm.se::f92a01cd-049f-4602-b292-09b82d2ea4e3" providerId="AD" clId="Web-{2FB6599A-4C32-0655-C0A6-52910DB0CA93}" dt="2026-08-14T18:46:35.595" v="8" actId="1076"/>
        <pc:sldMkLst>
          <pc:docMk/>
          <pc:sldMk cId="4070384236" sldId="257"/>
        </pc:sldMkLst>
        <pc:picChg chg="add mod modCrop">
          <ac:chgData name="Arseniy Buzyan (extern)" userId="S::arseniy.buzyan@edu.stockholm.se::f92a01cd-049f-4602-b292-09b82d2ea4e3" providerId="AD" clId="Web-{2FB6599A-4C32-0655-C0A6-52910DB0CA93}" dt="2026-08-14T18:46:35.595" v="8" actId="1076"/>
          <ac:picMkLst>
            <pc:docMk/>
            <pc:sldMk cId="4070384236" sldId="257"/>
            <ac:picMk id="3" creationId="{9CAC8191-FB75-D71F-2A08-5A6AB9E51343}"/>
          </ac:picMkLst>
        </pc:picChg>
      </pc:sldChg>
      <pc:sldChg chg="addSp modSp">
        <pc:chgData name="Arseniy Buzyan (extern)" userId="S::arseniy.buzyan@edu.stockholm.se::f92a01cd-049f-4602-b292-09b82d2ea4e3" providerId="AD" clId="Web-{2FB6599A-4C32-0655-C0A6-52910DB0CA93}" dt="2026-08-14T18:48:09.298" v="14" actId="1076"/>
        <pc:sldMkLst>
          <pc:docMk/>
          <pc:sldMk cId="4110233845" sldId="258"/>
        </pc:sldMkLst>
        <pc:picChg chg="add mod modCrop">
          <ac:chgData name="Arseniy Buzyan (extern)" userId="S::arseniy.buzyan@edu.stockholm.se::f92a01cd-049f-4602-b292-09b82d2ea4e3" providerId="AD" clId="Web-{2FB6599A-4C32-0655-C0A6-52910DB0CA93}" dt="2026-08-14T18:48:09.298" v="14" actId="1076"/>
          <ac:picMkLst>
            <pc:docMk/>
            <pc:sldMk cId="4110233845" sldId="258"/>
            <ac:picMk id="4" creationId="{DCDB17C7-4159-CFAC-0140-7E6FA929B258}"/>
          </ac:picMkLst>
        </pc:picChg>
      </pc:sldChg>
      <pc:sldChg chg="addSp modSp">
        <pc:chgData name="Arseniy Buzyan (extern)" userId="S::arseniy.buzyan@edu.stockholm.se::f92a01cd-049f-4602-b292-09b82d2ea4e3" providerId="AD" clId="Web-{2FB6599A-4C32-0655-C0A6-52910DB0CA93}" dt="2026-08-14T18:50:08.454" v="20" actId="1076"/>
        <pc:sldMkLst>
          <pc:docMk/>
          <pc:sldMk cId="847208380" sldId="263"/>
        </pc:sldMkLst>
        <pc:picChg chg="add mod modCrop">
          <ac:chgData name="Arseniy Buzyan (extern)" userId="S::arseniy.buzyan@edu.stockholm.se::f92a01cd-049f-4602-b292-09b82d2ea4e3" providerId="AD" clId="Web-{2FB6599A-4C32-0655-C0A6-52910DB0CA93}" dt="2026-08-14T18:50:08.454" v="20" actId="1076"/>
          <ac:picMkLst>
            <pc:docMk/>
            <pc:sldMk cId="847208380" sldId="263"/>
            <ac:picMk id="4" creationId="{C61E7AD0-A26F-088B-34F0-7EE90D80CD76}"/>
          </ac:picMkLst>
        </pc:picChg>
      </pc:sldChg>
      <pc:sldChg chg="addSp modSp">
        <pc:chgData name="Arseniy Buzyan (extern)" userId="S::arseniy.buzyan@edu.stockholm.se::f92a01cd-049f-4602-b292-09b82d2ea4e3" providerId="AD" clId="Web-{2FB6599A-4C32-0655-C0A6-52910DB0CA93}" dt="2026-08-14T18:59:10.152" v="61" actId="1076"/>
        <pc:sldMkLst>
          <pc:docMk/>
          <pc:sldMk cId="2572531455" sldId="264"/>
        </pc:sldMkLst>
        <pc:picChg chg="add mod modCrop">
          <ac:chgData name="Arseniy Buzyan (extern)" userId="S::arseniy.buzyan@edu.stockholm.se::f92a01cd-049f-4602-b292-09b82d2ea4e3" providerId="AD" clId="Web-{2FB6599A-4C32-0655-C0A6-52910DB0CA93}" dt="2026-08-14T18:59:10.152" v="61" actId="1076"/>
          <ac:picMkLst>
            <pc:docMk/>
            <pc:sldMk cId="2572531455" sldId="264"/>
            <ac:picMk id="4" creationId="{4DF1ADA6-3FE7-7023-5F0D-B151F5D34E07}"/>
          </ac:picMkLst>
        </pc:picChg>
      </pc:sldChg>
      <pc:sldChg chg="addSp modSp">
        <pc:chgData name="Arseniy Buzyan (extern)" userId="S::arseniy.buzyan@edu.stockholm.se::f92a01cd-049f-4602-b292-09b82d2ea4e3" providerId="AD" clId="Web-{2FB6599A-4C32-0655-C0A6-52910DB0CA93}" dt="2026-08-14T19:01:28.543" v="74" actId="14100"/>
        <pc:sldMkLst>
          <pc:docMk/>
          <pc:sldMk cId="2869803374" sldId="265"/>
        </pc:sldMkLst>
        <pc:graphicFrameChg chg="mod">
          <ac:chgData name="Arseniy Buzyan (extern)" userId="S::arseniy.buzyan@edu.stockholm.se::f92a01cd-049f-4602-b292-09b82d2ea4e3" providerId="AD" clId="Web-{2FB6599A-4C32-0655-C0A6-52910DB0CA93}" dt="2026-08-14T19:00:46.105" v="65" actId="1076"/>
          <ac:graphicFrameMkLst>
            <pc:docMk/>
            <pc:sldMk cId="2869803374" sldId="265"/>
            <ac:graphicFrameMk id="5" creationId="{6E579FEA-6EA4-DFA2-C934-86FD369BB3FF}"/>
          </ac:graphicFrameMkLst>
        </pc:graphicFrameChg>
        <pc:picChg chg="add mod modCrop">
          <ac:chgData name="Arseniy Buzyan (extern)" userId="S::arseniy.buzyan@edu.stockholm.se::f92a01cd-049f-4602-b292-09b82d2ea4e3" providerId="AD" clId="Web-{2FB6599A-4C32-0655-C0A6-52910DB0CA93}" dt="2026-08-14T19:01:28.543" v="74" actId="14100"/>
          <ac:picMkLst>
            <pc:docMk/>
            <pc:sldMk cId="2869803374" sldId="265"/>
            <ac:picMk id="4" creationId="{A8E5CB11-B331-C8A5-F0F2-B2C6FBE210FE}"/>
          </ac:picMkLst>
        </pc:picChg>
      </pc:sldChg>
      <pc:sldChg chg="addSp modSp">
        <pc:chgData name="Arseniy Buzyan (extern)" userId="S::arseniy.buzyan@edu.stockholm.se::f92a01cd-049f-4602-b292-09b82d2ea4e3" providerId="AD" clId="Web-{2FB6599A-4C32-0655-C0A6-52910DB0CA93}" dt="2026-08-14T18:57:29.731" v="51" actId="1076"/>
        <pc:sldMkLst>
          <pc:docMk/>
          <pc:sldMk cId="203867762" sldId="268"/>
        </pc:sldMkLst>
        <pc:picChg chg="add mod modCrop">
          <ac:chgData name="Arseniy Buzyan (extern)" userId="S::arseniy.buzyan@edu.stockholm.se::f92a01cd-049f-4602-b292-09b82d2ea4e3" providerId="AD" clId="Web-{2FB6599A-4C32-0655-C0A6-52910DB0CA93}" dt="2026-08-14T18:57:29.731" v="51" actId="1076"/>
          <ac:picMkLst>
            <pc:docMk/>
            <pc:sldMk cId="203867762" sldId="268"/>
            <ac:picMk id="21" creationId="{06466321-DBF7-42DD-041A-4E09BE0503F8}"/>
          </ac:picMkLst>
        </pc:picChg>
      </pc:sldChg>
      <pc:sldChg chg="addSp modSp">
        <pc:chgData name="Arseniy Buzyan (extern)" userId="S::arseniy.buzyan@edu.stockholm.se::f92a01cd-049f-4602-b292-09b82d2ea4e3" providerId="AD" clId="Web-{2FB6599A-4C32-0655-C0A6-52910DB0CA93}" dt="2026-08-14T19:05:26.891" v="92" actId="14100"/>
        <pc:sldMkLst>
          <pc:docMk/>
          <pc:sldMk cId="1063885271" sldId="274"/>
        </pc:sldMkLst>
        <pc:picChg chg="add mod modCrop">
          <ac:chgData name="Arseniy Buzyan (extern)" userId="S::arseniy.buzyan@edu.stockholm.se::f92a01cd-049f-4602-b292-09b82d2ea4e3" providerId="AD" clId="Web-{2FB6599A-4C32-0655-C0A6-52910DB0CA93}" dt="2026-08-14T19:05:26.891" v="92" actId="14100"/>
          <ac:picMkLst>
            <pc:docMk/>
            <pc:sldMk cId="1063885271" sldId="274"/>
            <ac:picMk id="4" creationId="{23C89EA4-A3AD-0D6A-E8DD-D316DAE1E4BC}"/>
          </ac:picMkLst>
        </pc:picChg>
      </pc:sldChg>
      <pc:sldChg chg="addSp delSp modSp new del">
        <pc:chgData name="Arseniy Buzyan (extern)" userId="S::arseniy.buzyan@edu.stockholm.se::f92a01cd-049f-4602-b292-09b82d2ea4e3" providerId="AD" clId="Web-{2FB6599A-4C32-0655-C0A6-52910DB0CA93}" dt="2026-08-14T18:54:32.763" v="25"/>
        <pc:sldMkLst>
          <pc:docMk/>
          <pc:sldMk cId="1786727274" sldId="281"/>
        </pc:sldMkLst>
        <pc:spChg chg="del">
          <ac:chgData name="Arseniy Buzyan (extern)" userId="S::arseniy.buzyan@edu.stockholm.se::f92a01cd-049f-4602-b292-09b82d2ea4e3" providerId="AD" clId="Web-{2FB6599A-4C32-0655-C0A6-52910DB0CA93}" dt="2026-08-14T18:54:30.357" v="23"/>
          <ac:spMkLst>
            <pc:docMk/>
            <pc:sldMk cId="1786727274" sldId="281"/>
            <ac:spMk id="2" creationId="{A24BE67C-0C4D-6CEA-6D31-344DE30B2AFB}"/>
          </ac:spMkLst>
        </pc:spChg>
        <pc:spChg chg="del">
          <ac:chgData name="Arseniy Buzyan (extern)" userId="S::arseniy.buzyan@edu.stockholm.se::f92a01cd-049f-4602-b292-09b82d2ea4e3" providerId="AD" clId="Web-{2FB6599A-4C32-0655-C0A6-52910DB0CA93}" dt="2026-08-14T18:54:30.357" v="22"/>
          <ac:spMkLst>
            <pc:docMk/>
            <pc:sldMk cId="1786727274" sldId="281"/>
            <ac:spMk id="3" creationId="{2A4EAC6F-3E4D-17F3-C406-44A0C0743693}"/>
          </ac:spMkLst>
        </pc:spChg>
        <pc:picChg chg="add mod">
          <ac:chgData name="Arseniy Buzyan (extern)" userId="S::arseniy.buzyan@edu.stockholm.se::f92a01cd-049f-4602-b292-09b82d2ea4e3" providerId="AD" clId="Web-{2FB6599A-4C32-0655-C0A6-52910DB0CA93}" dt="2026-08-14T18:54:31.263" v="24"/>
          <ac:picMkLst>
            <pc:docMk/>
            <pc:sldMk cId="1786727274" sldId="281"/>
            <ac:picMk id="4" creationId="{D01E01ED-2F3B-5789-3815-2701AA1CB2E7}"/>
          </ac:picMkLst>
        </pc:picChg>
      </pc:sldChg>
      <pc:sldChg chg="addSp delSp modSp new">
        <pc:chgData name="Arseniy Buzyan (extern)" userId="S::arseniy.buzyan@edu.stockholm.se::f92a01cd-049f-4602-b292-09b82d2ea4e3" providerId="AD" clId="Web-{2FB6599A-4C32-0655-C0A6-52910DB0CA93}" dt="2026-08-14T18:55:03.779" v="34" actId="1076"/>
        <pc:sldMkLst>
          <pc:docMk/>
          <pc:sldMk cId="2825913042" sldId="281"/>
        </pc:sldMkLst>
        <pc:spChg chg="del">
          <ac:chgData name="Arseniy Buzyan (extern)" userId="S::arseniy.buzyan@edu.stockholm.se::f92a01cd-049f-4602-b292-09b82d2ea4e3" providerId="AD" clId="Web-{2FB6599A-4C32-0655-C0A6-52910DB0CA93}" dt="2026-08-14T18:54:32.888" v="28"/>
          <ac:spMkLst>
            <pc:docMk/>
            <pc:sldMk cId="2825913042" sldId="281"/>
            <ac:spMk id="2" creationId="{C80242DB-2C37-CD55-BDF7-9A221A8E3350}"/>
          </ac:spMkLst>
        </pc:spChg>
        <pc:spChg chg="del">
          <ac:chgData name="Arseniy Buzyan (extern)" userId="S::arseniy.buzyan@edu.stockholm.se::f92a01cd-049f-4602-b292-09b82d2ea4e3" providerId="AD" clId="Web-{2FB6599A-4C32-0655-C0A6-52910DB0CA93}" dt="2026-08-14T18:54:32.888" v="27"/>
          <ac:spMkLst>
            <pc:docMk/>
            <pc:sldMk cId="2825913042" sldId="281"/>
            <ac:spMk id="3" creationId="{B415635E-1EB0-841B-4A53-A1621AD2A57B}"/>
          </ac:spMkLst>
        </pc:spChg>
        <pc:picChg chg="add mod modCrop">
          <ac:chgData name="Arseniy Buzyan (extern)" userId="S::arseniy.buzyan@edu.stockholm.se::f92a01cd-049f-4602-b292-09b82d2ea4e3" providerId="AD" clId="Web-{2FB6599A-4C32-0655-C0A6-52910DB0CA93}" dt="2026-08-14T18:55:03.779" v="34" actId="1076"/>
          <ac:picMkLst>
            <pc:docMk/>
            <pc:sldMk cId="2825913042" sldId="281"/>
            <ac:picMk id="4" creationId="{4F3BA1A3-579F-2FFE-94AE-526AAB75E8C3}"/>
          </ac:picMkLst>
        </pc:picChg>
      </pc:sldChg>
    </pc:docChg>
  </pc:docChgLst>
  <pc:docChgLst>
    <pc:chgData name="Arseniy Buzyan (extern)" userId="S::arseniy.buzyan@edu.stockholm.se::f92a01cd-049f-4602-b292-09b82d2ea4e3" providerId="AD" clId="Web-{F4149DB5-7B25-F894-ADAD-A09F6970133C}"/>
    <pc:docChg chg="addSld modSld">
      <pc:chgData name="Arseniy Buzyan (extern)" userId="S::arseniy.buzyan@edu.stockholm.se::f92a01cd-049f-4602-b292-09b82d2ea4e3" providerId="AD" clId="Web-{F4149DB5-7B25-F894-ADAD-A09F6970133C}" dt="2026-08-14T15:41:43.572" v="870" actId="14100"/>
      <pc:docMkLst>
        <pc:docMk/>
      </pc:docMkLst>
      <pc:sldChg chg="addSp delSp modSp mod setBg">
        <pc:chgData name="Arseniy Buzyan (extern)" userId="S::arseniy.buzyan@edu.stockholm.se::f92a01cd-049f-4602-b292-09b82d2ea4e3" providerId="AD" clId="Web-{F4149DB5-7B25-F894-ADAD-A09F6970133C}" dt="2026-08-14T14:23:45.848" v="10"/>
        <pc:sldMkLst>
          <pc:docMk/>
          <pc:sldMk cId="3194377694" sldId="256"/>
        </pc:sldMkLst>
        <pc:spChg chg="mod">
          <ac:chgData name="Arseniy Buzyan (extern)" userId="S::arseniy.buzyan@edu.stockholm.se::f92a01cd-049f-4602-b292-09b82d2ea4e3" providerId="AD" clId="Web-{F4149DB5-7B25-F894-ADAD-A09F6970133C}" dt="2026-08-14T14:23:45.848" v="10"/>
          <ac:spMkLst>
            <pc:docMk/>
            <pc:sldMk cId="3194377694" sldId="256"/>
            <ac:spMk id="2" creationId="{00000000-0000-0000-0000-000000000000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4:23:45.848" v="10"/>
          <ac:spMkLst>
            <pc:docMk/>
            <pc:sldMk cId="3194377694" sldId="256"/>
            <ac:spMk id="3" creationId="{00000000-0000-0000-0000-000000000000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23:45.832" v="9"/>
          <ac:spMkLst>
            <pc:docMk/>
            <pc:sldMk cId="3194377694" sldId="256"/>
            <ac:spMk id="8" creationId="{0E30439A-8A5B-46EC-8283-9B6B031D40D0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23:45.832" v="9"/>
          <ac:spMkLst>
            <pc:docMk/>
            <pc:sldMk cId="3194377694" sldId="256"/>
            <ac:spMk id="10" creationId="{5CEAD642-85CF-4750-8432-7C80C901F001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23:45.832" v="9"/>
          <ac:spMkLst>
            <pc:docMk/>
            <pc:sldMk cId="3194377694" sldId="256"/>
            <ac:spMk id="12" creationId="{FA33EEAE-15D5-4119-8C1E-89D943F911EF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23:45.832" v="9"/>
          <ac:spMkLst>
            <pc:docMk/>
            <pc:sldMk cId="3194377694" sldId="256"/>
            <ac:spMk id="14" creationId="{730D8B3B-9B80-4025-B934-26DC7D7CD231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23:45.832" v="9"/>
          <ac:spMkLst>
            <pc:docMk/>
            <pc:sldMk cId="3194377694" sldId="256"/>
            <ac:spMk id="16" creationId="{B5A1B09C-1565-46F8-B70F-621C5EB48A09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23:45.832" v="9"/>
          <ac:spMkLst>
            <pc:docMk/>
            <pc:sldMk cId="3194377694" sldId="256"/>
            <ac:spMk id="18" creationId="{8C516CC8-80AC-446C-A56E-9F54B7210402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23:45.832" v="9"/>
          <ac:spMkLst>
            <pc:docMk/>
            <pc:sldMk cId="3194377694" sldId="256"/>
            <ac:spMk id="20" creationId="{53947E58-F088-49F1-A3D1-DEA690192E84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3:45.848" v="10"/>
          <ac:spMkLst>
            <pc:docMk/>
            <pc:sldMk cId="3194377694" sldId="256"/>
            <ac:spMk id="22" creationId="{6F5A5072-7B47-4D32-B52A-4EBBF590B8A5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3:45.848" v="10"/>
          <ac:spMkLst>
            <pc:docMk/>
            <pc:sldMk cId="3194377694" sldId="256"/>
            <ac:spMk id="23" creationId="{9715DAF0-AE1B-46C9-8A6B-DB2AA05AB91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3:45.848" v="10"/>
          <ac:spMkLst>
            <pc:docMk/>
            <pc:sldMk cId="3194377694" sldId="256"/>
            <ac:spMk id="24" creationId="{6016219D-510E-4184-9090-6D5578A87BD1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3:45.848" v="10"/>
          <ac:spMkLst>
            <pc:docMk/>
            <pc:sldMk cId="3194377694" sldId="256"/>
            <ac:spMk id="25" creationId="{AFF4A713-7B75-4B21-90D7-5AB19547C728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3:45.848" v="10"/>
          <ac:spMkLst>
            <pc:docMk/>
            <pc:sldMk cId="3194377694" sldId="256"/>
            <ac:spMk id="26" creationId="{DC631C0B-6DA6-4E57-8231-CE32B3434A7E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3:45.848" v="10"/>
          <ac:spMkLst>
            <pc:docMk/>
            <pc:sldMk cId="3194377694" sldId="256"/>
            <ac:spMk id="27" creationId="{C29501E6-A978-4A61-9689-9085AF97A53A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F4149DB5-7B25-F894-ADAD-A09F6970133C}" dt="2026-08-14T14:29:49.161" v="28" actId="20577"/>
        <pc:sldMkLst>
          <pc:docMk/>
          <pc:sldMk cId="4070384236" sldId="257"/>
        </pc:sldMkLst>
        <pc:spChg chg="mod">
          <ac:chgData name="Arseniy Buzyan (extern)" userId="S::arseniy.buzyan@edu.stockholm.se::f92a01cd-049f-4602-b292-09b82d2ea4e3" providerId="AD" clId="Web-{F4149DB5-7B25-F894-ADAD-A09F6970133C}" dt="2026-08-14T14:29:49.161" v="28" actId="20577"/>
          <ac:spMkLst>
            <pc:docMk/>
            <pc:sldMk cId="4070384236" sldId="257"/>
            <ac:spMk id="2" creationId="{B7E60DA1-CC85-06DB-DFB0-A4050DFA0622}"/>
          </ac:spMkLst>
        </pc:spChg>
        <pc:spChg chg="add del mod">
          <ac:chgData name="Arseniy Buzyan (extern)" userId="S::arseniy.buzyan@edu.stockholm.se::f92a01cd-049f-4602-b292-09b82d2ea4e3" providerId="AD" clId="Web-{F4149DB5-7B25-F894-ADAD-A09F6970133C}" dt="2026-08-14T14:29:32.770" v="20"/>
          <ac:spMkLst>
            <pc:docMk/>
            <pc:sldMk cId="4070384236" sldId="257"/>
            <ac:spMk id="3" creationId="{679C2571-D40A-21C5-D27C-BAF9099D943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9:32.770" v="20"/>
          <ac:spMkLst>
            <pc:docMk/>
            <pc:sldMk cId="4070384236" sldId="257"/>
            <ac:spMk id="8" creationId="{DEE2AD96-B495-4E06-9291-B71706F728CB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29:32.754" v="19"/>
          <ac:spMkLst>
            <pc:docMk/>
            <pc:sldMk cId="4070384236" sldId="257"/>
            <ac:spMk id="9" creationId="{53B021B3-DE93-4AB7-8A18-CF5F1CED88B8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9:32.770" v="20"/>
          <ac:spMkLst>
            <pc:docMk/>
            <pc:sldMk cId="4070384236" sldId="257"/>
            <ac:spMk id="10" creationId="{53CF6D67-C5A8-4ADD-9E8E-1E38CA1D3166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29:32.754" v="19"/>
          <ac:spMkLst>
            <pc:docMk/>
            <pc:sldMk cId="4070384236" sldId="257"/>
            <ac:spMk id="11" creationId="{52D502E5-F6B4-4D58-B4AE-FC466FF15EE8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9:32.770" v="20"/>
          <ac:spMkLst>
            <pc:docMk/>
            <pc:sldMk cId="4070384236" sldId="257"/>
            <ac:spMk id="12" creationId="{86909FA0-B515-4681-B7A8-FA281D133B94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29:32.754" v="19"/>
          <ac:spMkLst>
            <pc:docMk/>
            <pc:sldMk cId="4070384236" sldId="257"/>
            <ac:spMk id="13" creationId="{9DECDBF4-02B6-4BB4-B65B-B8107AD6A9E8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9:32.770" v="20"/>
          <ac:spMkLst>
            <pc:docMk/>
            <pc:sldMk cId="4070384236" sldId="257"/>
            <ac:spMk id="14" creationId="{21C9FE86-FCC3-4A31-AA1C-C882262B7FE7}"/>
          </ac:spMkLst>
        </pc:spChg>
        <pc:spChg chg="add mod">
          <ac:chgData name="Arseniy Buzyan (extern)" userId="S::arseniy.buzyan@edu.stockholm.se::f92a01cd-049f-4602-b292-09b82d2ea4e3" providerId="AD" clId="Web-{F4149DB5-7B25-F894-ADAD-A09F6970133C}" dt="2026-08-14T14:29:44.286" v="26" actId="20577"/>
          <ac:spMkLst>
            <pc:docMk/>
            <pc:sldMk cId="4070384236" sldId="257"/>
            <ac:spMk id="15" creationId="{679C2571-D40A-21C5-D27C-BAF9099D943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9:32.770" v="20"/>
          <ac:spMkLst>
            <pc:docMk/>
            <pc:sldMk cId="4070384236" sldId="257"/>
            <ac:spMk id="16" creationId="{7D96243B-ECED-4B71-8E06-AE9A285EAD20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29:32.770" v="20"/>
          <ac:spMkLst>
            <pc:docMk/>
            <pc:sldMk cId="4070384236" sldId="257"/>
            <ac:spMk id="18" creationId="{A09989E4-EFDC-4A90-A633-E0525FB4139E}"/>
          </ac:spMkLst>
        </pc:spChg>
        <pc:graphicFrameChg chg="add del">
          <ac:chgData name="Arseniy Buzyan (extern)" userId="S::arseniy.buzyan@edu.stockholm.se::f92a01cd-049f-4602-b292-09b82d2ea4e3" providerId="AD" clId="Web-{F4149DB5-7B25-F894-ADAD-A09F6970133C}" dt="2026-08-14T14:29:32.754" v="19"/>
          <ac:graphicFrameMkLst>
            <pc:docMk/>
            <pc:sldMk cId="4070384236" sldId="257"/>
            <ac:graphicFrameMk id="5" creationId="{909B7C25-0F24-BDD3-9802-24F7A6B10B1D}"/>
          </ac:graphicFrameMkLst>
        </pc:graphicFrameChg>
      </pc:sldChg>
      <pc:sldChg chg="addSp delSp modSp new mod setBg setClrOvrMap">
        <pc:chgData name="Arseniy Buzyan (extern)" userId="S::arseniy.buzyan@edu.stockholm.se::f92a01cd-049f-4602-b292-09b82d2ea4e3" providerId="AD" clId="Web-{F4149DB5-7B25-F894-ADAD-A09F6970133C}" dt="2026-08-14T14:31:24.801" v="95" actId="1076"/>
        <pc:sldMkLst>
          <pc:docMk/>
          <pc:sldMk cId="4110233845" sldId="258"/>
        </pc:sldMkLst>
        <pc:spChg chg="mod">
          <ac:chgData name="Arseniy Buzyan (extern)" userId="S::arseniy.buzyan@edu.stockholm.se::f92a01cd-049f-4602-b292-09b82d2ea4e3" providerId="AD" clId="Web-{F4149DB5-7B25-F894-ADAD-A09F6970133C}" dt="2026-08-14T14:30:43.754" v="40"/>
          <ac:spMkLst>
            <pc:docMk/>
            <pc:sldMk cId="4110233845" sldId="258"/>
            <ac:spMk id="2" creationId="{56B25408-C3FA-6ECD-0053-F8576E8F20DC}"/>
          </ac:spMkLst>
        </pc:spChg>
        <pc:spChg chg="add del mod">
          <ac:chgData name="Arseniy Buzyan (extern)" userId="S::arseniy.buzyan@edu.stockholm.se::f92a01cd-049f-4602-b292-09b82d2ea4e3" providerId="AD" clId="Web-{F4149DB5-7B25-F894-ADAD-A09F6970133C}" dt="2026-08-14T14:31:24.801" v="95" actId="1076"/>
          <ac:spMkLst>
            <pc:docMk/>
            <pc:sldMk cId="4110233845" sldId="258"/>
            <ac:spMk id="3" creationId="{C6B081AC-7949-57A5-4D02-3D12AF6C99A2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0:43.739" v="39"/>
          <ac:spMkLst>
            <pc:docMk/>
            <pc:sldMk cId="4110233845" sldId="258"/>
            <ac:spMk id="8" creationId="{A9CB0874-88B8-43D3-B0B6-C32F790F790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0:43.754" v="40"/>
          <ac:spMkLst>
            <pc:docMk/>
            <pc:sldMk cId="4110233845" sldId="258"/>
            <ac:spMk id="12" creationId="{CD9FE4EF-C4D8-49A0-B2FF-81D8DB7D8A24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0:43.754" v="40"/>
          <ac:spMkLst>
            <pc:docMk/>
            <pc:sldMk cId="4110233845" sldId="258"/>
            <ac:spMk id="16" creationId="{D2B78728-A580-49A7-84F9-6EF6F583ADE0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0:43.754" v="40"/>
          <ac:spMkLst>
            <pc:docMk/>
            <pc:sldMk cId="4110233845" sldId="258"/>
            <ac:spMk id="18" creationId="{38FAA1A1-D861-433F-88FA-1E9D6FD31D11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0:43.754" v="40"/>
          <ac:spMkLst>
            <pc:docMk/>
            <pc:sldMk cId="4110233845" sldId="258"/>
            <ac:spMk id="19" creationId="{09588DA8-065E-4F6F-8EFD-43104AB2E0CF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0:43.754" v="40"/>
          <ac:spMkLst>
            <pc:docMk/>
            <pc:sldMk cId="4110233845" sldId="258"/>
            <ac:spMk id="20" creationId="{8D71EDA1-87BF-4D5D-AB79-F346FD19278A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0:43.754" v="40"/>
          <ac:spMkLst>
            <pc:docMk/>
            <pc:sldMk cId="4110233845" sldId="258"/>
            <ac:spMk id="21" creationId="{C4285719-470E-454C-AF62-8323075F1F5B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0:43.754" v="40"/>
          <ac:spMkLst>
            <pc:docMk/>
            <pc:sldMk cId="4110233845" sldId="258"/>
            <ac:spMk id="22" creationId="{4300840D-0A0B-4512-BACA-B439D5B9C57C}"/>
          </ac:spMkLst>
        </pc:spChg>
        <pc:grpChg chg="add del">
          <ac:chgData name="Arseniy Buzyan (extern)" userId="S::arseniy.buzyan@edu.stockholm.se::f92a01cd-049f-4602-b292-09b82d2ea4e3" providerId="AD" clId="Web-{F4149DB5-7B25-F894-ADAD-A09F6970133C}" dt="2026-08-14T14:30:43.739" v="39"/>
          <ac:grpSpMkLst>
            <pc:docMk/>
            <pc:sldMk cId="4110233845" sldId="258"/>
            <ac:grpSpMk id="10" creationId="{4BFD067A-52BE-40EE-B7CA-391830B9A265}"/>
          </ac:grpSpMkLst>
        </pc:grpChg>
        <pc:grpChg chg="add del">
          <ac:chgData name="Arseniy Buzyan (extern)" userId="S::arseniy.buzyan@edu.stockholm.se::f92a01cd-049f-4602-b292-09b82d2ea4e3" providerId="AD" clId="Web-{F4149DB5-7B25-F894-ADAD-A09F6970133C}" dt="2026-08-14T14:30:43.739" v="39"/>
          <ac:grpSpMkLst>
            <pc:docMk/>
            <pc:sldMk cId="4110233845" sldId="258"/>
            <ac:grpSpMk id="14" creationId="{C15B8CC4-8CCE-428F-AE7E-28D178984CEC}"/>
          </ac:grpSpMkLst>
        </pc:grpChg>
        <pc:graphicFrameChg chg="add del mod ord modGraphic">
          <ac:chgData name="Arseniy Buzyan (extern)" userId="S::arseniy.buzyan@edu.stockholm.se::f92a01cd-049f-4602-b292-09b82d2ea4e3" providerId="AD" clId="Web-{F4149DB5-7B25-F894-ADAD-A09F6970133C}" dt="2026-08-14T14:30:05.832" v="33"/>
          <ac:graphicFrameMkLst>
            <pc:docMk/>
            <pc:sldMk cId="4110233845" sldId="258"/>
            <ac:graphicFrameMk id="5" creationId="{8DBBBC5D-126E-A09C-192F-340048714B42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F4149DB5-7B25-F894-ADAD-A09F6970133C}" dt="2026-08-14T14:31:17.520" v="93"/>
          <ac:graphicFrameMkLst>
            <pc:docMk/>
            <pc:sldMk cId="4110233845" sldId="258"/>
            <ac:graphicFrameMk id="7" creationId="{27515D12-2AF8-3020-0C9F-E244808BE959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F4149DB5-7B25-F894-ADAD-A09F6970133C}" dt="2026-08-14T14:32:12.989" v="104"/>
        <pc:sldMkLst>
          <pc:docMk/>
          <pc:sldMk cId="3312647332" sldId="259"/>
        </pc:sldMkLst>
        <pc:spChg chg="mod">
          <ac:chgData name="Arseniy Buzyan (extern)" userId="S::arseniy.buzyan@edu.stockholm.se::f92a01cd-049f-4602-b292-09b82d2ea4e3" providerId="AD" clId="Web-{F4149DB5-7B25-F894-ADAD-A09F6970133C}" dt="2026-08-14T14:32:12.989" v="104"/>
          <ac:spMkLst>
            <pc:docMk/>
            <pc:sldMk cId="3312647332" sldId="259"/>
            <ac:spMk id="2" creationId="{27D3716E-A863-5E2B-D9EC-420BE8852839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4:32:12.989" v="104"/>
          <ac:spMkLst>
            <pc:docMk/>
            <pc:sldMk cId="3312647332" sldId="259"/>
            <ac:spMk id="3" creationId="{9423DED6-1ED1-54E1-870F-F95CA31BB317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09.192" v="101"/>
          <ac:spMkLst>
            <pc:docMk/>
            <pc:sldMk cId="3312647332" sldId="259"/>
            <ac:spMk id="8" creationId="{0E30439A-8A5B-46EC-8283-9B6B031D40D0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09.192" v="101"/>
          <ac:spMkLst>
            <pc:docMk/>
            <pc:sldMk cId="3312647332" sldId="259"/>
            <ac:spMk id="10" creationId="{5CEAD642-85CF-4750-8432-7C80C901F001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09.192" v="101"/>
          <ac:spMkLst>
            <pc:docMk/>
            <pc:sldMk cId="3312647332" sldId="259"/>
            <ac:spMk id="12" creationId="{FA33EEAE-15D5-4119-8C1E-89D943F911EF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09.192" v="101"/>
          <ac:spMkLst>
            <pc:docMk/>
            <pc:sldMk cId="3312647332" sldId="259"/>
            <ac:spMk id="14" creationId="{730D8B3B-9B80-4025-B934-26DC7D7CD231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09.192" v="101"/>
          <ac:spMkLst>
            <pc:docMk/>
            <pc:sldMk cId="3312647332" sldId="259"/>
            <ac:spMk id="16" creationId="{B5A1B09C-1565-46F8-B70F-621C5EB48A09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09.192" v="101"/>
          <ac:spMkLst>
            <pc:docMk/>
            <pc:sldMk cId="3312647332" sldId="259"/>
            <ac:spMk id="18" creationId="{8C516CC8-80AC-446C-A56E-9F54B7210402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09.192" v="101"/>
          <ac:spMkLst>
            <pc:docMk/>
            <pc:sldMk cId="3312647332" sldId="259"/>
            <ac:spMk id="20" creationId="{53947E58-F088-49F1-A3D1-DEA690192E84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12.973" v="103"/>
          <ac:spMkLst>
            <pc:docMk/>
            <pc:sldMk cId="3312647332" sldId="259"/>
            <ac:spMk id="22" creationId="{43C48B49-6135-48B6-AC0F-97E5D8D1F03F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12.973" v="103"/>
          <ac:spMkLst>
            <pc:docMk/>
            <pc:sldMk cId="3312647332" sldId="259"/>
            <ac:spMk id="23" creationId="{9715DAF0-AE1B-46C9-8A6B-DB2AA05AB91D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12.973" v="103"/>
          <ac:spMkLst>
            <pc:docMk/>
            <pc:sldMk cId="3312647332" sldId="259"/>
            <ac:spMk id="24" creationId="{DC631C0B-6DA6-4E57-8231-CE32B3434A7E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12.973" v="103"/>
          <ac:spMkLst>
            <pc:docMk/>
            <pc:sldMk cId="3312647332" sldId="259"/>
            <ac:spMk id="25" creationId="{F256AC18-FB41-4977-8B0C-F5082335AB7D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12.973" v="103"/>
          <ac:spMkLst>
            <pc:docMk/>
            <pc:sldMk cId="3312647332" sldId="259"/>
            <ac:spMk id="26" creationId="{AFF4A713-7B75-4B21-90D7-5AB19547C728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12.989" v="104"/>
          <ac:spMkLst>
            <pc:docMk/>
            <pc:sldMk cId="3312647332" sldId="259"/>
            <ac:spMk id="28" creationId="{0E30439A-8A5B-46EC-8283-9B6B031D40D0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12.989" v="104"/>
          <ac:spMkLst>
            <pc:docMk/>
            <pc:sldMk cId="3312647332" sldId="259"/>
            <ac:spMk id="29" creationId="{5CEAD642-85CF-4750-8432-7C80C901F001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12.989" v="104"/>
          <ac:spMkLst>
            <pc:docMk/>
            <pc:sldMk cId="3312647332" sldId="259"/>
            <ac:spMk id="30" creationId="{FA33EEAE-15D5-4119-8C1E-89D943F911EF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12.989" v="104"/>
          <ac:spMkLst>
            <pc:docMk/>
            <pc:sldMk cId="3312647332" sldId="259"/>
            <ac:spMk id="31" creationId="{730D8B3B-9B80-4025-B934-26DC7D7CD231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12.989" v="104"/>
          <ac:spMkLst>
            <pc:docMk/>
            <pc:sldMk cId="3312647332" sldId="259"/>
            <ac:spMk id="32" creationId="{B5A1B09C-1565-46F8-B70F-621C5EB48A09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12.989" v="104"/>
          <ac:spMkLst>
            <pc:docMk/>
            <pc:sldMk cId="3312647332" sldId="259"/>
            <ac:spMk id="33" creationId="{8C516CC8-80AC-446C-A56E-9F54B7210402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12.989" v="104"/>
          <ac:spMkLst>
            <pc:docMk/>
            <pc:sldMk cId="3312647332" sldId="259"/>
            <ac:spMk id="34" creationId="{53947E58-F088-49F1-A3D1-DEA690192E84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F4149DB5-7B25-F894-ADAD-A09F6970133C}" dt="2026-08-14T14:34:51.458" v="128" actId="1076"/>
        <pc:sldMkLst>
          <pc:docMk/>
          <pc:sldMk cId="3673325790" sldId="260"/>
        </pc:sldMkLst>
        <pc:spChg chg="mod">
          <ac:chgData name="Arseniy Buzyan (extern)" userId="S::arseniy.buzyan@edu.stockholm.se::f92a01cd-049f-4602-b292-09b82d2ea4e3" providerId="AD" clId="Web-{F4149DB5-7B25-F894-ADAD-A09F6970133C}" dt="2026-08-14T14:34:25.442" v="120" actId="14100"/>
          <ac:spMkLst>
            <pc:docMk/>
            <pc:sldMk cId="3673325790" sldId="260"/>
            <ac:spMk id="2" creationId="{3ABB4050-9303-2AB4-C139-2A3D4CF734F9}"/>
          </ac:spMkLst>
        </pc:spChg>
        <pc:spChg chg="del mod">
          <ac:chgData name="Arseniy Buzyan (extern)" userId="S::arseniy.buzyan@edu.stockholm.se::f92a01cd-049f-4602-b292-09b82d2ea4e3" providerId="AD" clId="Web-{F4149DB5-7B25-F894-ADAD-A09F6970133C}" dt="2026-08-14T14:32:55.801" v="112"/>
          <ac:spMkLst>
            <pc:docMk/>
            <pc:sldMk cId="3673325790" sldId="260"/>
            <ac:spMk id="3" creationId="{F52EBC82-5135-B863-1DF1-667F3E97E5AB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55.801" v="112"/>
          <ac:spMkLst>
            <pc:docMk/>
            <pc:sldMk cId="3673325790" sldId="260"/>
            <ac:spMk id="8" creationId="{70DFC902-7D23-471A-B557-B6B6917D7A0D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55.801" v="112"/>
          <ac:spMkLst>
            <pc:docMk/>
            <pc:sldMk cId="3673325790" sldId="260"/>
            <ac:spMk id="10" creationId="{A55D5633-D557-4DCA-982C-FF36EB7A1C00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4:32:55.801" v="112"/>
          <ac:spMkLst>
            <pc:docMk/>
            <pc:sldMk cId="3673325790" sldId="260"/>
            <ac:spMk id="12" creationId="{450D3AD2-FA80-415F-A9CE-54D884561CD7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55.801" v="112"/>
          <ac:spMkLst>
            <pc:docMk/>
            <pc:sldMk cId="3673325790" sldId="260"/>
            <ac:spMk id="18" creationId="{BACC6370-2D7E-4714-9D71-7542949D7D5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55.801" v="112"/>
          <ac:spMkLst>
            <pc:docMk/>
            <pc:sldMk cId="3673325790" sldId="260"/>
            <ac:spMk id="20" creationId="{F68B3F68-107C-434F-AA38-110D5EA91B85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55.801" v="112"/>
          <ac:spMkLst>
            <pc:docMk/>
            <pc:sldMk cId="3673325790" sldId="260"/>
            <ac:spMk id="22" creationId="{AAD0DBB9-1A4B-4391-81D4-CB19F9AB918A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4:32:55.801" v="112"/>
          <ac:spMkLst>
            <pc:docMk/>
            <pc:sldMk cId="3673325790" sldId="260"/>
            <ac:spMk id="24" creationId="{063BBA22-50EA-4C4D-BE05-F1CE4E63AA56}"/>
          </ac:spMkLst>
        </pc:spChg>
        <pc:spChg chg="add mod">
          <ac:chgData name="Arseniy Buzyan (extern)" userId="S::arseniy.buzyan@edu.stockholm.se::f92a01cd-049f-4602-b292-09b82d2ea4e3" providerId="AD" clId="Web-{F4149DB5-7B25-F894-ADAD-A09F6970133C}" dt="2026-08-14T14:34:51.458" v="128" actId="1076"/>
          <ac:spMkLst>
            <pc:docMk/>
            <pc:sldMk cId="3673325790" sldId="260"/>
            <ac:spMk id="120" creationId="{0914586B-8593-6535-4009-B173ABCA1CCC}"/>
          </ac:spMkLst>
        </pc:spChg>
        <pc:graphicFrameChg chg="add mod modGraphic">
          <ac:chgData name="Arseniy Buzyan (extern)" userId="S::arseniy.buzyan@edu.stockholm.se::f92a01cd-049f-4602-b292-09b82d2ea4e3" providerId="AD" clId="Web-{F4149DB5-7B25-F894-ADAD-A09F6970133C}" dt="2026-08-14T14:34:20.239" v="118" actId="1076"/>
          <ac:graphicFrameMkLst>
            <pc:docMk/>
            <pc:sldMk cId="3673325790" sldId="260"/>
            <ac:graphicFrameMk id="14" creationId="{E68E28FA-D116-C14A-9ECA-1250695BBA3B}"/>
          </ac:graphicFrameMkLst>
        </pc:graphicFrameChg>
      </pc:sldChg>
      <pc:sldChg chg="addSp modSp new mod setBg setClrOvrMap">
        <pc:chgData name="Arseniy Buzyan (extern)" userId="S::arseniy.buzyan@edu.stockholm.se::f92a01cd-049f-4602-b292-09b82d2ea4e3" providerId="AD" clId="Web-{F4149DB5-7B25-F894-ADAD-A09F6970133C}" dt="2026-08-14T15:05:12.920" v="132"/>
        <pc:sldMkLst>
          <pc:docMk/>
          <pc:sldMk cId="2875709445" sldId="261"/>
        </pc:sldMkLst>
        <pc:spChg chg="mod">
          <ac:chgData name="Arseniy Buzyan (extern)" userId="S::arseniy.buzyan@edu.stockholm.se::f92a01cd-049f-4602-b292-09b82d2ea4e3" providerId="AD" clId="Web-{F4149DB5-7B25-F894-ADAD-A09F6970133C}" dt="2026-08-14T15:05:12.920" v="132"/>
          <ac:spMkLst>
            <pc:docMk/>
            <pc:sldMk cId="2875709445" sldId="261"/>
            <ac:spMk id="2" creationId="{0E62A684-4959-199C-7AD0-DD997E1BAC9F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05:12.920" v="132"/>
          <ac:spMkLst>
            <pc:docMk/>
            <pc:sldMk cId="2875709445" sldId="261"/>
            <ac:spMk id="3" creationId="{47696314-EDB5-0236-6D2D-A27DDA49EA44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5:12.920" v="132"/>
          <ac:spMkLst>
            <pc:docMk/>
            <pc:sldMk cId="2875709445" sldId="261"/>
            <ac:spMk id="13" creationId="{053FB2EE-284F-4C87-AB3D-BBF87A9FAB97}"/>
          </ac:spMkLst>
        </pc:spChg>
        <pc:grpChg chg="add">
          <ac:chgData name="Arseniy Buzyan (extern)" userId="S::arseniy.buzyan@edu.stockholm.se::f92a01cd-049f-4602-b292-09b82d2ea4e3" providerId="AD" clId="Web-{F4149DB5-7B25-F894-ADAD-A09F6970133C}" dt="2026-08-14T15:05:12.920" v="132"/>
          <ac:grpSpMkLst>
            <pc:docMk/>
            <pc:sldMk cId="2875709445" sldId="261"/>
            <ac:grpSpMk id="8" creationId="{D2C4BFA1-2075-4901-9E24-E41D1FDD51FD}"/>
          </ac:grpSpMkLst>
        </pc:grpChg>
      </pc:sldChg>
      <pc:sldChg chg="addSp delSp modSp new mod setBg">
        <pc:chgData name="Arseniy Buzyan (extern)" userId="S::arseniy.buzyan@edu.stockholm.se::f92a01cd-049f-4602-b292-09b82d2ea4e3" providerId="AD" clId="Web-{F4149DB5-7B25-F894-ADAD-A09F6970133C}" dt="2026-08-14T15:05:48.499" v="140" actId="14100"/>
        <pc:sldMkLst>
          <pc:docMk/>
          <pc:sldMk cId="3165039390" sldId="262"/>
        </pc:sldMkLst>
        <pc:spChg chg="mod">
          <ac:chgData name="Arseniy Buzyan (extern)" userId="S::arseniy.buzyan@edu.stockholm.se::f92a01cd-049f-4602-b292-09b82d2ea4e3" providerId="AD" clId="Web-{F4149DB5-7B25-F894-ADAD-A09F6970133C}" dt="2026-08-14T15:05:39.186" v="137"/>
          <ac:spMkLst>
            <pc:docMk/>
            <pc:sldMk cId="3165039390" sldId="262"/>
            <ac:spMk id="2" creationId="{5562BE08-B6EA-B3C3-2762-1DC24EF76932}"/>
          </ac:spMkLst>
        </pc:spChg>
        <pc:spChg chg="del">
          <ac:chgData name="Arseniy Buzyan (extern)" userId="S::arseniy.buzyan@edu.stockholm.se::f92a01cd-049f-4602-b292-09b82d2ea4e3" providerId="AD" clId="Web-{F4149DB5-7B25-F894-ADAD-A09F6970133C}" dt="2026-08-14T15:05:34.467" v="136"/>
          <ac:spMkLst>
            <pc:docMk/>
            <pc:sldMk cId="3165039390" sldId="262"/>
            <ac:spMk id="3" creationId="{A3F47E7E-E9A0-6BC3-E6BA-28920BE14380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5:39.186" v="137"/>
          <ac:spMkLst>
            <pc:docMk/>
            <pc:sldMk cId="3165039390" sldId="262"/>
            <ac:spMk id="9" creationId="{5E395AE0-8789-FAD6-A987-32E65C185100}"/>
          </ac:spMkLst>
        </pc:spChg>
        <pc:picChg chg="add mod ord">
          <ac:chgData name="Arseniy Buzyan (extern)" userId="S::arseniy.buzyan@edu.stockholm.se::f92a01cd-049f-4602-b292-09b82d2ea4e3" providerId="AD" clId="Web-{F4149DB5-7B25-F894-ADAD-A09F6970133C}" dt="2026-08-14T15:05:48.499" v="140" actId="14100"/>
          <ac:picMkLst>
            <pc:docMk/>
            <pc:sldMk cId="3165039390" sldId="262"/>
            <ac:picMk id="4" creationId="{74D0B396-2D0D-1D91-5E5F-E5EC57978B2E}"/>
          </ac:picMkLst>
        </pc:picChg>
        <pc:cxnChg chg="add">
          <ac:chgData name="Arseniy Buzyan (extern)" userId="S::arseniy.buzyan@edu.stockholm.se::f92a01cd-049f-4602-b292-09b82d2ea4e3" providerId="AD" clId="Web-{F4149DB5-7B25-F894-ADAD-A09F6970133C}" dt="2026-08-14T15:05:39.186" v="137"/>
          <ac:cxnSpMkLst>
            <pc:docMk/>
            <pc:sldMk cId="3165039390" sldId="262"/>
            <ac:cxnSpMk id="11" creationId="{7667AA61-5C27-F30F-D229-06CBE5709F33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07:19.749" v="220"/>
        <pc:sldMkLst>
          <pc:docMk/>
          <pc:sldMk cId="847208380" sldId="263"/>
        </pc:sldMkLst>
        <pc:spChg chg="mod">
          <ac:chgData name="Arseniy Buzyan (extern)" userId="S::arseniy.buzyan@edu.stockholm.se::f92a01cd-049f-4602-b292-09b82d2ea4e3" providerId="AD" clId="Web-{F4149DB5-7B25-F894-ADAD-A09F6970133C}" dt="2026-08-14T15:06:30.327" v="146"/>
          <ac:spMkLst>
            <pc:docMk/>
            <pc:sldMk cId="847208380" sldId="263"/>
            <ac:spMk id="2" creationId="{EBD72E9B-9CF4-AECD-E3B9-8D353F9DC6C6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07:14.343" v="211" actId="1076"/>
          <ac:spMkLst>
            <pc:docMk/>
            <pc:sldMk cId="847208380" sldId="263"/>
            <ac:spMk id="3" creationId="{6D6A0F38-61D5-DE7F-DC56-3AF5869C9AE6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6:30.327" v="146"/>
          <ac:spMkLst>
            <pc:docMk/>
            <pc:sldMk cId="847208380" sldId="263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6:30.327" v="146"/>
          <ac:spMkLst>
            <pc:docMk/>
            <pc:sldMk cId="847208380" sldId="263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6:30.327" v="146"/>
          <ac:spMkLst>
            <pc:docMk/>
            <pc:sldMk cId="847208380" sldId="263"/>
            <ac:spMk id="12" creationId="{450D3AD2-FA80-415F-A9CE-54D884561CD7}"/>
          </ac:spMkLst>
        </pc:spChg>
        <pc:graphicFrameChg chg="add mod modGraphic">
          <ac:chgData name="Arseniy Buzyan (extern)" userId="S::arseniy.buzyan@edu.stockholm.se::f92a01cd-049f-4602-b292-09b82d2ea4e3" providerId="AD" clId="Web-{F4149DB5-7B25-F894-ADAD-A09F6970133C}" dt="2026-08-14T15:07:19.749" v="220"/>
          <ac:graphicFrameMkLst>
            <pc:docMk/>
            <pc:sldMk cId="847208380" sldId="263"/>
            <ac:graphicFrameMk id="5" creationId="{37306628-076B-7327-F44A-9E39913ECEB3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08:58.578" v="309" actId="1076"/>
        <pc:sldMkLst>
          <pc:docMk/>
          <pc:sldMk cId="2572531455" sldId="264"/>
        </pc:sldMkLst>
        <pc:spChg chg="mod">
          <ac:chgData name="Arseniy Buzyan (extern)" userId="S::arseniy.buzyan@edu.stockholm.se::f92a01cd-049f-4602-b292-09b82d2ea4e3" providerId="AD" clId="Web-{F4149DB5-7B25-F894-ADAD-A09F6970133C}" dt="2026-08-14T15:08:00.593" v="227"/>
          <ac:spMkLst>
            <pc:docMk/>
            <pc:sldMk cId="2572531455" sldId="264"/>
            <ac:spMk id="2" creationId="{5FBDE888-BEC7-A57A-8E5E-E91D23C4E3AE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08:55.109" v="308" actId="14100"/>
          <ac:spMkLst>
            <pc:docMk/>
            <pc:sldMk cId="2572531455" sldId="264"/>
            <ac:spMk id="3" creationId="{044562FA-3800-2757-9E64-C2BB0F646C7A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8:00.593" v="227"/>
          <ac:spMkLst>
            <pc:docMk/>
            <pc:sldMk cId="2572531455" sldId="264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8:00.593" v="227"/>
          <ac:spMkLst>
            <pc:docMk/>
            <pc:sldMk cId="2572531455" sldId="264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8:00.593" v="227"/>
          <ac:spMkLst>
            <pc:docMk/>
            <pc:sldMk cId="2572531455" sldId="264"/>
            <ac:spMk id="12" creationId="{450D3AD2-FA80-415F-A9CE-54D884561CD7}"/>
          </ac:spMkLst>
        </pc:spChg>
        <pc:graphicFrameChg chg="add mod modGraphic">
          <ac:chgData name="Arseniy Buzyan (extern)" userId="S::arseniy.buzyan@edu.stockholm.se::f92a01cd-049f-4602-b292-09b82d2ea4e3" providerId="AD" clId="Web-{F4149DB5-7B25-F894-ADAD-A09F6970133C}" dt="2026-08-14T15:08:58.578" v="309" actId="1076"/>
          <ac:graphicFrameMkLst>
            <pc:docMk/>
            <pc:sldMk cId="2572531455" sldId="264"/>
            <ac:graphicFrameMk id="5" creationId="{5466AA8F-DF64-C7CE-0195-E2CF24A90909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10:18.469" v="379"/>
        <pc:sldMkLst>
          <pc:docMk/>
          <pc:sldMk cId="2869803374" sldId="265"/>
        </pc:sldMkLst>
        <pc:spChg chg="mod">
          <ac:chgData name="Arseniy Buzyan (extern)" userId="S::arseniy.buzyan@edu.stockholm.se::f92a01cd-049f-4602-b292-09b82d2ea4e3" providerId="AD" clId="Web-{F4149DB5-7B25-F894-ADAD-A09F6970133C}" dt="2026-08-14T15:09:27.235" v="316"/>
          <ac:spMkLst>
            <pc:docMk/>
            <pc:sldMk cId="2869803374" sldId="265"/>
            <ac:spMk id="2" creationId="{3A7B9D05-B3F2-F787-A8BA-D92E86FBA028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09:42.063" v="324" actId="1076"/>
          <ac:spMkLst>
            <pc:docMk/>
            <pc:sldMk cId="2869803374" sldId="265"/>
            <ac:spMk id="3" creationId="{BA4655EA-3C0D-2738-D3CA-A640436E87FC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9:27.235" v="316"/>
          <ac:spMkLst>
            <pc:docMk/>
            <pc:sldMk cId="2869803374" sldId="265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9:27.235" v="316"/>
          <ac:spMkLst>
            <pc:docMk/>
            <pc:sldMk cId="2869803374" sldId="265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09:27.235" v="316"/>
          <ac:spMkLst>
            <pc:docMk/>
            <pc:sldMk cId="2869803374" sldId="265"/>
            <ac:spMk id="12" creationId="{450D3AD2-FA80-415F-A9CE-54D884561CD7}"/>
          </ac:spMkLst>
        </pc:spChg>
        <pc:graphicFrameChg chg="add mod modGraphic">
          <ac:chgData name="Arseniy Buzyan (extern)" userId="S::arseniy.buzyan@edu.stockholm.se::f92a01cd-049f-4602-b292-09b82d2ea4e3" providerId="AD" clId="Web-{F4149DB5-7B25-F894-ADAD-A09F6970133C}" dt="2026-08-14T15:10:18.469" v="379"/>
          <ac:graphicFrameMkLst>
            <pc:docMk/>
            <pc:sldMk cId="2869803374" sldId="265"/>
            <ac:graphicFrameMk id="5" creationId="{6E579FEA-6EA4-DFA2-C934-86FD369BB3FF}"/>
          </ac:graphicFrameMkLst>
        </pc:graphicFrame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11:06.470" v="388" actId="1076"/>
        <pc:sldMkLst>
          <pc:docMk/>
          <pc:sldMk cId="3637304548" sldId="266"/>
        </pc:sldMkLst>
        <pc:spChg chg="mod">
          <ac:chgData name="Arseniy Buzyan (extern)" userId="S::arseniy.buzyan@edu.stockholm.se::f92a01cd-049f-4602-b292-09b82d2ea4e3" providerId="AD" clId="Web-{F4149DB5-7B25-F894-ADAD-A09F6970133C}" dt="2026-08-14T15:10:47.266" v="385"/>
          <ac:spMkLst>
            <pc:docMk/>
            <pc:sldMk cId="3637304548" sldId="266"/>
            <ac:spMk id="2" creationId="{B16114E2-05BF-A1BE-5525-748D232034D2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10:47.266" v="385"/>
          <ac:spMkLst>
            <pc:docMk/>
            <pc:sldMk cId="3637304548" sldId="266"/>
            <ac:spMk id="3" creationId="{8636E828-8226-BD57-0E20-A333D33141E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0:47.266" v="385"/>
          <ac:spMkLst>
            <pc:docMk/>
            <pc:sldMk cId="3637304548" sldId="266"/>
            <ac:spMk id="9" creationId="{A8384FB5-9ADC-4DDC-881B-597D56F5B15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0:47.266" v="385"/>
          <ac:spMkLst>
            <pc:docMk/>
            <pc:sldMk cId="3637304548" sldId="266"/>
            <ac:spMk id="11" creationId="{91E5A9A7-95C6-4F4F-B00E-C82E07FE62EF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0:47.266" v="385"/>
          <ac:spMkLst>
            <pc:docMk/>
            <pc:sldMk cId="3637304548" sldId="266"/>
            <ac:spMk id="13" creationId="{D07DD2DE-F619-49DD-B5E7-03A290FF4ED1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0:47.266" v="385"/>
          <ac:spMkLst>
            <pc:docMk/>
            <pc:sldMk cId="3637304548" sldId="266"/>
            <ac:spMk id="15" creationId="{85149191-5F60-4A28-AAFF-039F96B0F3EC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0:47.266" v="385"/>
          <ac:spMkLst>
            <pc:docMk/>
            <pc:sldMk cId="3637304548" sldId="266"/>
            <ac:spMk id="17" creationId="{F8260ED5-17F7-4158-B241-D51DD4CF1B7E}"/>
          </ac:spMkLst>
        </pc:spChg>
        <pc:picChg chg="add mod">
          <ac:chgData name="Arseniy Buzyan (extern)" userId="S::arseniy.buzyan@edu.stockholm.se::f92a01cd-049f-4602-b292-09b82d2ea4e3" providerId="AD" clId="Web-{F4149DB5-7B25-F894-ADAD-A09F6970133C}" dt="2026-08-14T15:11:06.470" v="388" actId="1076"/>
          <ac:picMkLst>
            <pc:docMk/>
            <pc:sldMk cId="3637304548" sldId="266"/>
            <ac:picMk id="4" creationId="{21769559-5AB3-D043-C373-9916D83877E1}"/>
          </ac:picMkLst>
        </pc:pic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12:40.580" v="473"/>
        <pc:sldMkLst>
          <pc:docMk/>
          <pc:sldMk cId="1026891808" sldId="267"/>
        </pc:sldMkLst>
        <pc:spChg chg="mod">
          <ac:chgData name="Arseniy Buzyan (extern)" userId="S::arseniy.buzyan@edu.stockholm.se::f92a01cd-049f-4602-b292-09b82d2ea4e3" providerId="AD" clId="Web-{F4149DB5-7B25-F894-ADAD-A09F6970133C}" dt="2026-08-14T15:11:28.751" v="392"/>
          <ac:spMkLst>
            <pc:docMk/>
            <pc:sldMk cId="1026891808" sldId="267"/>
            <ac:spMk id="2" creationId="{A0A4955E-6CC6-2B73-B98A-0CB15FD7239F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12:29.329" v="457" actId="20577"/>
          <ac:spMkLst>
            <pc:docMk/>
            <pc:sldMk cId="1026891808" sldId="267"/>
            <ac:spMk id="3" creationId="{67C5E873-C9F8-2FF5-F39C-F52270AD6150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1:28.751" v="392"/>
          <ac:spMkLst>
            <pc:docMk/>
            <pc:sldMk cId="1026891808" sldId="267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1:28.751" v="392"/>
          <ac:spMkLst>
            <pc:docMk/>
            <pc:sldMk cId="1026891808" sldId="267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1:28.751" v="392"/>
          <ac:spMkLst>
            <pc:docMk/>
            <pc:sldMk cId="1026891808" sldId="267"/>
            <ac:spMk id="12" creationId="{450D3AD2-FA80-415F-A9CE-54D884561CD7}"/>
          </ac:spMkLst>
        </pc:spChg>
        <pc:graphicFrameChg chg="add mod modGraphic">
          <ac:chgData name="Arseniy Buzyan (extern)" userId="S::arseniy.buzyan@edu.stockholm.se::f92a01cd-049f-4602-b292-09b82d2ea4e3" providerId="AD" clId="Web-{F4149DB5-7B25-F894-ADAD-A09F6970133C}" dt="2026-08-14T15:12:40.580" v="473"/>
          <ac:graphicFrameMkLst>
            <pc:docMk/>
            <pc:sldMk cId="1026891808" sldId="267"/>
            <ac:graphicFrameMk id="5" creationId="{89126B4E-4610-3F1C-D491-C51C3B9D0C7B}"/>
          </ac:graphicFrameMkLst>
        </pc:graphicFrameChg>
      </pc:sldChg>
      <pc:sldChg chg="addSp delSp modSp new mod setBg">
        <pc:chgData name="Arseniy Buzyan (extern)" userId="S::arseniy.buzyan@edu.stockholm.se::f92a01cd-049f-4602-b292-09b82d2ea4e3" providerId="AD" clId="Web-{F4149DB5-7B25-F894-ADAD-A09F6970133C}" dt="2026-08-14T15:13:41.552" v="485" actId="14100"/>
        <pc:sldMkLst>
          <pc:docMk/>
          <pc:sldMk cId="203867762" sldId="268"/>
        </pc:sldMkLst>
        <pc:spChg chg="mod">
          <ac:chgData name="Arseniy Buzyan (extern)" userId="S::arseniy.buzyan@edu.stockholm.se::f92a01cd-049f-4602-b292-09b82d2ea4e3" providerId="AD" clId="Web-{F4149DB5-7B25-F894-ADAD-A09F6970133C}" dt="2026-08-14T15:13:35.567" v="484" actId="1076"/>
          <ac:spMkLst>
            <pc:docMk/>
            <pc:sldMk cId="203867762" sldId="268"/>
            <ac:spMk id="2" creationId="{83E532D9-2E4C-1006-25CB-911E713F4BC4}"/>
          </ac:spMkLst>
        </pc:spChg>
        <pc:spChg chg="del mod">
          <ac:chgData name="Arseniy Buzyan (extern)" userId="S::arseniy.buzyan@edu.stockholm.se::f92a01cd-049f-4602-b292-09b82d2ea4e3" providerId="AD" clId="Web-{F4149DB5-7B25-F894-ADAD-A09F6970133C}" dt="2026-08-14T15:13:17.239" v="480"/>
          <ac:spMkLst>
            <pc:docMk/>
            <pc:sldMk cId="203867762" sldId="268"/>
            <ac:spMk id="3" creationId="{27E3BC6E-C4B3-19C3-AC22-608BE108217B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5:13:23.661" v="481"/>
          <ac:spMkLst>
            <pc:docMk/>
            <pc:sldMk cId="203867762" sldId="268"/>
            <ac:spMk id="9" creationId="{2659FDB4-FCBE-4A89-B46D-43D4FA54464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3:23.661" v="481"/>
          <ac:spMkLst>
            <pc:docMk/>
            <pc:sldMk cId="203867762" sldId="268"/>
            <ac:spMk id="16" creationId="{DCC231C8-C761-4B31-9B1C-C6D19248C6B3}"/>
          </ac:spMkLst>
        </pc:spChg>
        <pc:graphicFrameChg chg="add mod modGraphic">
          <ac:chgData name="Arseniy Buzyan (extern)" userId="S::arseniy.buzyan@edu.stockholm.se::f92a01cd-049f-4602-b292-09b82d2ea4e3" providerId="AD" clId="Web-{F4149DB5-7B25-F894-ADAD-A09F6970133C}" dt="2026-08-14T15:13:41.552" v="485" actId="14100"/>
          <ac:graphicFrameMkLst>
            <pc:docMk/>
            <pc:sldMk cId="203867762" sldId="268"/>
            <ac:graphicFrameMk id="5" creationId="{5C5A7A11-8718-056D-81DE-B8A7A9079011}"/>
          </ac:graphicFrameMkLst>
        </pc:graphicFrameChg>
        <pc:cxnChg chg="add del">
          <ac:chgData name="Arseniy Buzyan (extern)" userId="S::arseniy.buzyan@edu.stockholm.se::f92a01cd-049f-4602-b292-09b82d2ea4e3" providerId="AD" clId="Web-{F4149DB5-7B25-F894-ADAD-A09F6970133C}" dt="2026-08-14T15:13:23.661" v="481"/>
          <ac:cxnSpMkLst>
            <pc:docMk/>
            <pc:sldMk cId="203867762" sldId="268"/>
            <ac:cxnSpMk id="11" creationId="{C8F51B3F-8331-4E4A-AE96-D47B1006EEAD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14:52.261" v="501" actId="20577"/>
        <pc:sldMkLst>
          <pc:docMk/>
          <pc:sldMk cId="4266657179" sldId="269"/>
        </pc:sldMkLst>
        <pc:spChg chg="mod">
          <ac:chgData name="Arseniy Buzyan (extern)" userId="S::arseniy.buzyan@edu.stockholm.se::f92a01cd-049f-4602-b292-09b82d2ea4e3" providerId="AD" clId="Web-{F4149DB5-7B25-F894-ADAD-A09F6970133C}" dt="2026-08-14T15:14:24.709" v="494"/>
          <ac:spMkLst>
            <pc:docMk/>
            <pc:sldMk cId="4266657179" sldId="269"/>
            <ac:spMk id="2" creationId="{F6CD3887-3A1C-E1A5-70F5-925A584D99A0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14:52.261" v="501" actId="20577"/>
          <ac:spMkLst>
            <pc:docMk/>
            <pc:sldMk cId="4266657179" sldId="269"/>
            <ac:spMk id="3" creationId="{EEE7B184-6B04-1B4C-DC47-2027D6E9CEDF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4:24.709" v="494"/>
          <ac:spMkLst>
            <pc:docMk/>
            <pc:sldMk cId="4266657179" sldId="269"/>
            <ac:spMk id="8" creationId="{70DFC902-7D23-471A-B557-B6B6917D7A0D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4:24.709" v="494"/>
          <ac:spMkLst>
            <pc:docMk/>
            <pc:sldMk cId="4266657179" sldId="269"/>
            <ac:spMk id="10" creationId="{A55D5633-D557-4DCA-982C-FF36EB7A1C00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4:24.709" v="494"/>
          <ac:spMkLst>
            <pc:docMk/>
            <pc:sldMk cId="4266657179" sldId="269"/>
            <ac:spMk id="12" creationId="{450D3AD2-FA80-415F-A9CE-54D884561CD7}"/>
          </ac:spMkLst>
        </pc:spChg>
      </pc:sldChg>
      <pc:sldChg chg="addSp delSp modSp new mod setBg">
        <pc:chgData name="Arseniy Buzyan (extern)" userId="S::arseniy.buzyan@edu.stockholm.se::f92a01cd-049f-4602-b292-09b82d2ea4e3" providerId="AD" clId="Web-{F4149DB5-7B25-F894-ADAD-A09F6970133C}" dt="2026-08-14T15:18:00.264" v="633"/>
        <pc:sldMkLst>
          <pc:docMk/>
          <pc:sldMk cId="3606645884" sldId="270"/>
        </pc:sldMkLst>
        <pc:spChg chg="mod">
          <ac:chgData name="Arseniy Buzyan (extern)" userId="S::arseniy.buzyan@edu.stockholm.se::f92a01cd-049f-4602-b292-09b82d2ea4e3" providerId="AD" clId="Web-{F4149DB5-7B25-F894-ADAD-A09F6970133C}" dt="2026-08-14T15:17:34.202" v="618" actId="20577"/>
          <ac:spMkLst>
            <pc:docMk/>
            <pc:sldMk cId="3606645884" sldId="270"/>
            <ac:spMk id="2" creationId="{6621ED55-4BCA-86BE-025A-3534F0CC25E1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17:40.342" v="622" actId="20577"/>
          <ac:spMkLst>
            <pc:docMk/>
            <pc:sldMk cId="3606645884" sldId="270"/>
            <ac:spMk id="3" creationId="{D08AD484-0351-AB23-0EBA-440AD46B75C3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6:11.746" v="511"/>
          <ac:spMkLst>
            <pc:docMk/>
            <pc:sldMk cId="3606645884" sldId="270"/>
            <ac:spMk id="8" creationId="{A7AE9375-4664-4DB2-922D-2782A6E439AC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6:11.746" v="511"/>
          <ac:spMkLst>
            <pc:docMk/>
            <pc:sldMk cId="3606645884" sldId="270"/>
            <ac:spMk id="12" creationId="{9DD005C1-8C51-42D6-9BEE-B9B83849743D}"/>
          </ac:spMkLst>
        </pc:spChg>
        <pc:graphicFrameChg chg="add del mod">
          <ac:chgData name="Arseniy Buzyan (extern)" userId="S::arseniy.buzyan@edu.stockholm.se::f92a01cd-049f-4602-b292-09b82d2ea4e3" providerId="AD" clId="Web-{F4149DB5-7B25-F894-ADAD-A09F6970133C}" dt="2026-08-14T15:15:54.855" v="510"/>
          <ac:graphicFrameMkLst>
            <pc:docMk/>
            <pc:sldMk cId="3606645884" sldId="270"/>
            <ac:graphicFrameMk id="5" creationId="{6604F5E0-D986-AB9A-4561-314795E3B2FD}"/>
          </ac:graphicFrameMkLst>
        </pc:graphicFrameChg>
        <pc:graphicFrameChg chg="add mod modGraphic">
          <ac:chgData name="Arseniy Buzyan (extern)" userId="S::arseniy.buzyan@edu.stockholm.se::f92a01cd-049f-4602-b292-09b82d2ea4e3" providerId="AD" clId="Web-{F4149DB5-7B25-F894-ADAD-A09F6970133C}" dt="2026-08-14T15:18:00.264" v="633"/>
          <ac:graphicFrameMkLst>
            <pc:docMk/>
            <pc:sldMk cId="3606645884" sldId="270"/>
            <ac:graphicFrameMk id="7" creationId="{D6A7E293-99DE-AA0F-F10C-38498EC264A1}"/>
          </ac:graphicFrameMkLst>
        </pc:graphicFrameChg>
        <pc:cxnChg chg="add">
          <ac:chgData name="Arseniy Buzyan (extern)" userId="S::arseniy.buzyan@edu.stockholm.se::f92a01cd-049f-4602-b292-09b82d2ea4e3" providerId="AD" clId="Web-{F4149DB5-7B25-F894-ADAD-A09F6970133C}" dt="2026-08-14T15:16:11.746" v="511"/>
          <ac:cxnSpMkLst>
            <pc:docMk/>
            <pc:sldMk cId="3606645884" sldId="270"/>
            <ac:cxnSpMk id="10" creationId="{EE504C98-6397-41C1-A8D8-2D9C4ED307E0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19:44.077" v="661" actId="20577"/>
        <pc:sldMkLst>
          <pc:docMk/>
          <pc:sldMk cId="3230143611" sldId="271"/>
        </pc:sldMkLst>
        <pc:spChg chg="mod">
          <ac:chgData name="Arseniy Buzyan (extern)" userId="S::arseniy.buzyan@edu.stockholm.se::f92a01cd-049f-4602-b292-09b82d2ea4e3" providerId="AD" clId="Web-{F4149DB5-7B25-F894-ADAD-A09F6970133C}" dt="2026-08-14T15:18:48.999" v="645" actId="1076"/>
          <ac:spMkLst>
            <pc:docMk/>
            <pc:sldMk cId="3230143611" sldId="271"/>
            <ac:spMk id="2" creationId="{48C2C501-312E-BD6D-72B0-2178E6BF3A60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19:44.077" v="661" actId="20577"/>
          <ac:spMkLst>
            <pc:docMk/>
            <pc:sldMk cId="3230143611" sldId="271"/>
            <ac:spMk id="3" creationId="{AE8E41DC-8806-C6EB-0F9B-36EA5FFE563F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18:39.124" v="642"/>
          <ac:spMkLst>
            <pc:docMk/>
            <pc:sldMk cId="3230143611" sldId="271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F4149DB5-7B25-F894-ADAD-A09F6970133C}" dt="2026-08-14T15:18:39.124" v="642"/>
          <ac:cxnSpMkLst>
            <pc:docMk/>
            <pc:sldMk cId="3230143611" sldId="271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F4149DB5-7B25-F894-ADAD-A09F6970133C}" dt="2026-08-14T15:18:39.124" v="642"/>
          <ac:cxnSpMkLst>
            <pc:docMk/>
            <pc:sldMk cId="3230143611" sldId="271"/>
            <ac:cxnSpMk id="12" creationId="{4AD7FFC6-42A9-49CB-B5E9-B3F6B038331B}"/>
          </ac:cxnSpMkLst>
        </pc:cxnChg>
      </pc:sldChg>
      <pc:sldChg chg="addSp delSp modSp new mod setBg setClrOvrMap">
        <pc:chgData name="Arseniy Buzyan (extern)" userId="S::arseniy.buzyan@edu.stockholm.se::f92a01cd-049f-4602-b292-09b82d2ea4e3" providerId="AD" clId="Web-{F4149DB5-7B25-F894-ADAD-A09F6970133C}" dt="2026-08-14T15:24:32.251" v="681" actId="1076"/>
        <pc:sldMkLst>
          <pc:docMk/>
          <pc:sldMk cId="1403774270" sldId="272"/>
        </pc:sldMkLst>
        <pc:spChg chg="mod">
          <ac:chgData name="Arseniy Buzyan (extern)" userId="S::arseniy.buzyan@edu.stockholm.se::f92a01cd-049f-4602-b292-09b82d2ea4e3" providerId="AD" clId="Web-{F4149DB5-7B25-F894-ADAD-A09F6970133C}" dt="2026-08-14T15:24:32.251" v="681" actId="1076"/>
          <ac:spMkLst>
            <pc:docMk/>
            <pc:sldMk cId="1403774270" sldId="272"/>
            <ac:spMk id="2" creationId="{9F2F3A10-8219-2009-F575-E99E788D915D}"/>
          </ac:spMkLst>
        </pc:spChg>
        <pc:spChg chg="del mod">
          <ac:chgData name="Arseniy Buzyan (extern)" userId="S::arseniy.buzyan@edu.stockholm.se::f92a01cd-049f-4602-b292-09b82d2ea4e3" providerId="AD" clId="Web-{F4149DB5-7B25-F894-ADAD-A09F6970133C}" dt="2026-08-14T15:23:36.578" v="674"/>
          <ac:spMkLst>
            <pc:docMk/>
            <pc:sldMk cId="1403774270" sldId="272"/>
            <ac:spMk id="3" creationId="{8D499862-043B-338E-2362-F9E4C98C2719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5:23:54.532" v="675"/>
          <ac:spMkLst>
            <pc:docMk/>
            <pc:sldMk cId="1403774270" sldId="272"/>
            <ac:spMk id="9" creationId="{2659FDB4-FCBE-4A89-B46D-43D4FA54464D}"/>
          </ac:spMkLst>
        </pc:spChg>
        <pc:graphicFrameChg chg="add mod modGraphic">
          <ac:chgData name="Arseniy Buzyan (extern)" userId="S::arseniy.buzyan@edu.stockholm.se::f92a01cd-049f-4602-b292-09b82d2ea4e3" providerId="AD" clId="Web-{F4149DB5-7B25-F894-ADAD-A09F6970133C}" dt="2026-08-14T15:24:28.438" v="680" actId="14100"/>
          <ac:graphicFrameMkLst>
            <pc:docMk/>
            <pc:sldMk cId="1403774270" sldId="272"/>
            <ac:graphicFrameMk id="5" creationId="{81408126-80AD-861E-F240-A7A54E8DC3A2}"/>
          </ac:graphicFrameMkLst>
        </pc:graphicFrameChg>
        <pc:cxnChg chg="add del">
          <ac:chgData name="Arseniy Buzyan (extern)" userId="S::arseniy.buzyan@edu.stockholm.se::f92a01cd-049f-4602-b292-09b82d2ea4e3" providerId="AD" clId="Web-{F4149DB5-7B25-F894-ADAD-A09F6970133C}" dt="2026-08-14T15:23:54.532" v="675"/>
          <ac:cxnSpMkLst>
            <pc:docMk/>
            <pc:sldMk cId="1403774270" sldId="272"/>
            <ac:cxnSpMk id="11" creationId="{C8F51B3F-8331-4E4A-AE96-D47B1006EEAD}"/>
          </ac:cxnSpMkLst>
        </pc:cxnChg>
      </pc:sldChg>
      <pc:sldChg chg="addSp delSp modSp new mod setBg setClrOvrMap">
        <pc:chgData name="Arseniy Buzyan (extern)" userId="S::arseniy.buzyan@edu.stockholm.se::f92a01cd-049f-4602-b292-09b82d2ea4e3" providerId="AD" clId="Web-{F4149DB5-7B25-F894-ADAD-A09F6970133C}" dt="2026-08-14T15:25:52.689" v="712" actId="20577"/>
        <pc:sldMkLst>
          <pc:docMk/>
          <pc:sldMk cId="2540747985" sldId="273"/>
        </pc:sldMkLst>
        <pc:spChg chg="mod">
          <ac:chgData name="Arseniy Buzyan (extern)" userId="S::arseniy.buzyan@edu.stockholm.se::f92a01cd-049f-4602-b292-09b82d2ea4e3" providerId="AD" clId="Web-{F4149DB5-7B25-F894-ADAD-A09F6970133C}" dt="2026-08-14T15:25:16.486" v="693"/>
          <ac:spMkLst>
            <pc:docMk/>
            <pc:sldMk cId="2540747985" sldId="273"/>
            <ac:spMk id="2" creationId="{5C2C3668-2452-675F-2B3B-883A1B2B2F46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25:52.689" v="712" actId="20577"/>
          <ac:spMkLst>
            <pc:docMk/>
            <pc:sldMk cId="2540747985" sldId="273"/>
            <ac:spMk id="3" creationId="{62373DB9-CAFC-97CD-E708-5AF4CE1A8268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5:25:16.439" v="692"/>
          <ac:spMkLst>
            <pc:docMk/>
            <pc:sldMk cId="2540747985" sldId="273"/>
            <ac:spMk id="8" creationId="{5112AC23-F046-4DC5-9B92-07CA6CC7C580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5:25:16.439" v="692"/>
          <ac:spMkLst>
            <pc:docMk/>
            <pc:sldMk cId="2540747985" sldId="273"/>
            <ac:spMk id="10" creationId="{175AAFE7-143D-45AC-B616-09521E0F5597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5:25:16.439" v="692"/>
          <ac:spMkLst>
            <pc:docMk/>
            <pc:sldMk cId="2540747985" sldId="273"/>
            <ac:spMk id="12" creationId="{0BA5DB72-E109-4D37-B6DD-C328D539705B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5:25:16.439" v="692"/>
          <ac:spMkLst>
            <pc:docMk/>
            <pc:sldMk cId="2540747985" sldId="273"/>
            <ac:spMk id="22" creationId="{EB2D1A1F-B200-4444-AE01-EFC97AF7B51F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5:25:16.439" v="692"/>
          <ac:spMkLst>
            <pc:docMk/>
            <pc:sldMk cId="2540747985" sldId="273"/>
            <ac:spMk id="36" creationId="{C8D9C5DD-B8B3-46A0-8FBC-EE462F96C4E5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25:16.486" v="693"/>
          <ac:spMkLst>
            <pc:docMk/>
            <pc:sldMk cId="2540747985" sldId="273"/>
            <ac:spMk id="38" creationId="{B95B9BA8-1D69-4796-85F5-B6D0BD52354B}"/>
          </ac:spMkLst>
        </pc:spChg>
        <pc:grpChg chg="add del">
          <ac:chgData name="Arseniy Buzyan (extern)" userId="S::arseniy.buzyan@edu.stockholm.se::f92a01cd-049f-4602-b292-09b82d2ea4e3" providerId="AD" clId="Web-{F4149DB5-7B25-F894-ADAD-A09F6970133C}" dt="2026-08-14T15:25:16.439" v="692"/>
          <ac:grpSpMkLst>
            <pc:docMk/>
            <pc:sldMk cId="2540747985" sldId="273"/>
            <ac:grpSpMk id="14" creationId="{7C34EE77-74D1-42B4-801B-40B35A68C127}"/>
          </ac:grpSpMkLst>
        </pc:grpChg>
        <pc:grpChg chg="add del">
          <ac:chgData name="Arseniy Buzyan (extern)" userId="S::arseniy.buzyan@edu.stockholm.se::f92a01cd-049f-4602-b292-09b82d2ea4e3" providerId="AD" clId="Web-{F4149DB5-7B25-F894-ADAD-A09F6970133C}" dt="2026-08-14T15:25:16.439" v="692"/>
          <ac:grpSpMkLst>
            <pc:docMk/>
            <pc:sldMk cId="2540747985" sldId="273"/>
            <ac:grpSpMk id="24" creationId="{70E4CB9D-2256-4786-8DDF-ADFBF3533745}"/>
          </ac:grpSpMkLst>
        </pc:grpChg>
        <pc:grpChg chg="add del">
          <ac:chgData name="Arseniy Buzyan (extern)" userId="S::arseniy.buzyan@edu.stockholm.se::f92a01cd-049f-4602-b292-09b82d2ea4e3" providerId="AD" clId="Web-{F4149DB5-7B25-F894-ADAD-A09F6970133C}" dt="2026-08-14T15:25:16.439" v="692"/>
          <ac:grpSpMkLst>
            <pc:docMk/>
            <pc:sldMk cId="2540747985" sldId="273"/>
            <ac:grpSpMk id="30" creationId="{568E6F37-AE05-46BF-A77F-5505926E92C6}"/>
          </ac:grpSpMkLst>
        </pc:grpChg>
        <pc:grpChg chg="add">
          <ac:chgData name="Arseniy Buzyan (extern)" userId="S::arseniy.buzyan@edu.stockholm.se::f92a01cd-049f-4602-b292-09b82d2ea4e3" providerId="AD" clId="Web-{F4149DB5-7B25-F894-ADAD-A09F6970133C}" dt="2026-08-14T15:25:16.486" v="693"/>
          <ac:grpSpMkLst>
            <pc:docMk/>
            <pc:sldMk cId="2540747985" sldId="273"/>
            <ac:grpSpMk id="39" creationId="{5F892E19-92E7-4BB2-8C3F-DBDFE8D9D324}"/>
          </ac:grpSpMkLst>
        </pc:grp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26:29.252" v="717"/>
        <pc:sldMkLst>
          <pc:docMk/>
          <pc:sldMk cId="1063885271" sldId="274"/>
        </pc:sldMkLst>
        <pc:spChg chg="mod">
          <ac:chgData name="Arseniy Buzyan (extern)" userId="S::arseniy.buzyan@edu.stockholm.se::f92a01cd-049f-4602-b292-09b82d2ea4e3" providerId="AD" clId="Web-{F4149DB5-7B25-F894-ADAD-A09F6970133C}" dt="2026-08-14T15:26:29.252" v="717"/>
          <ac:spMkLst>
            <pc:docMk/>
            <pc:sldMk cId="1063885271" sldId="274"/>
            <ac:spMk id="2" creationId="{3964DD39-E90E-67B0-5419-43F23DD0DC1B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26:29.252" v="717"/>
          <ac:spMkLst>
            <pc:docMk/>
            <pc:sldMk cId="1063885271" sldId="274"/>
            <ac:spMk id="3" creationId="{001D3F6D-350F-DD88-0B1B-4953F0AB9ED1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26:29.252" v="717"/>
          <ac:spMkLst>
            <pc:docMk/>
            <pc:sldMk cId="1063885271" sldId="274"/>
            <ac:spMk id="8" creationId="{787F4F1C-8D3D-4EC1-B72D-A0470A5A08B8}"/>
          </ac:spMkLst>
        </pc:spChg>
        <pc:grpChg chg="add">
          <ac:chgData name="Arseniy Buzyan (extern)" userId="S::arseniy.buzyan@edu.stockholm.se::f92a01cd-049f-4602-b292-09b82d2ea4e3" providerId="AD" clId="Web-{F4149DB5-7B25-F894-ADAD-A09F6970133C}" dt="2026-08-14T15:26:29.252" v="717"/>
          <ac:grpSpMkLst>
            <pc:docMk/>
            <pc:sldMk cId="1063885271" sldId="274"/>
            <ac:grpSpMk id="10" creationId="{D1E3DD61-64DB-46AD-B249-E273CD86B051}"/>
          </ac:grpSpMkLst>
        </pc:grpChg>
      </pc:sldChg>
      <pc:sldChg chg="addSp delSp modSp new mod setBg setClrOvrMap">
        <pc:chgData name="Arseniy Buzyan (extern)" userId="S::arseniy.buzyan@edu.stockholm.se::f92a01cd-049f-4602-b292-09b82d2ea4e3" providerId="AD" clId="Web-{F4149DB5-7B25-F894-ADAD-A09F6970133C}" dt="2026-08-14T15:27:52.455" v="744" actId="20577"/>
        <pc:sldMkLst>
          <pc:docMk/>
          <pc:sldMk cId="670203567" sldId="275"/>
        </pc:sldMkLst>
        <pc:spChg chg="mod">
          <ac:chgData name="Arseniy Buzyan (extern)" userId="S::arseniy.buzyan@edu.stockholm.se::f92a01cd-049f-4602-b292-09b82d2ea4e3" providerId="AD" clId="Web-{F4149DB5-7B25-F894-ADAD-A09F6970133C}" dt="2026-08-14T15:27:52.455" v="744" actId="20577"/>
          <ac:spMkLst>
            <pc:docMk/>
            <pc:sldMk cId="670203567" sldId="275"/>
            <ac:spMk id="2" creationId="{9C7628B8-56FE-CD90-6BB7-7CBAB6E00D10}"/>
          </ac:spMkLst>
        </pc:spChg>
        <pc:spChg chg="add del mod">
          <ac:chgData name="Arseniy Buzyan (extern)" userId="S::arseniy.buzyan@edu.stockholm.se::f92a01cd-049f-4602-b292-09b82d2ea4e3" providerId="AD" clId="Web-{F4149DB5-7B25-F894-ADAD-A09F6970133C}" dt="2026-08-14T15:27:44.893" v="740" actId="20577"/>
          <ac:spMkLst>
            <pc:docMk/>
            <pc:sldMk cId="670203567" sldId="275"/>
            <ac:spMk id="3" creationId="{5B1E0307-7C25-1A95-4837-C32FB6F160FC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27:23.830" v="726"/>
          <ac:spMkLst>
            <pc:docMk/>
            <pc:sldMk cId="670203567" sldId="275"/>
            <ac:spMk id="8" creationId="{E8A8EAB8-D2FF-444D-B34B-7D32F106AD0E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5:27:16.721" v="725"/>
          <ac:spMkLst>
            <pc:docMk/>
            <pc:sldMk cId="670203567" sldId="275"/>
            <ac:spMk id="10" creationId="{9228552E-C8B1-4A80-8448-0787CE0FC704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5:27:14.690" v="724"/>
          <ac:spMkLst>
            <pc:docMk/>
            <pc:sldMk cId="670203567" sldId="275"/>
            <ac:spMk id="15" creationId="{5A0118C5-4F8D-4CF4-BADD-53FEACC6C42A}"/>
          </ac:spMkLst>
        </pc:spChg>
        <pc:spChg chg="add del">
          <ac:chgData name="Arseniy Buzyan (extern)" userId="S::arseniy.buzyan@edu.stockholm.se::f92a01cd-049f-4602-b292-09b82d2ea4e3" providerId="AD" clId="Web-{F4149DB5-7B25-F894-ADAD-A09F6970133C}" dt="2026-08-14T15:27:14.690" v="724"/>
          <ac:spMkLst>
            <pc:docMk/>
            <pc:sldMk cId="670203567" sldId="275"/>
            <ac:spMk id="21" creationId="{CAEBFCD5-5356-4326-8D39-8235A46CD7B2}"/>
          </ac:spMkLst>
        </pc:spChg>
        <pc:grpChg chg="add del">
          <ac:chgData name="Arseniy Buzyan (extern)" userId="S::arseniy.buzyan@edu.stockholm.se::f92a01cd-049f-4602-b292-09b82d2ea4e3" providerId="AD" clId="Web-{F4149DB5-7B25-F894-ADAD-A09F6970133C}" dt="2026-08-14T15:27:14.690" v="724"/>
          <ac:grpSpMkLst>
            <pc:docMk/>
            <pc:sldMk cId="670203567" sldId="275"/>
            <ac:grpSpMk id="17" creationId="{134CC3FF-7AA4-46F4-8B24-2F9383D86DBD}"/>
          </ac:grpSpMkLst>
        </pc:grpChg>
        <pc:grpChg chg="add del">
          <ac:chgData name="Arseniy Buzyan (extern)" userId="S::arseniy.buzyan@edu.stockholm.se::f92a01cd-049f-4602-b292-09b82d2ea4e3" providerId="AD" clId="Web-{F4149DB5-7B25-F894-ADAD-A09F6970133C}" dt="2026-08-14T15:27:14.690" v="724"/>
          <ac:grpSpMkLst>
            <pc:docMk/>
            <pc:sldMk cId="670203567" sldId="275"/>
            <ac:grpSpMk id="23" creationId="{5F2AA49C-5AC0-41C7-BFAF-74B8D8293C8F}"/>
          </ac:grpSpMkLst>
        </pc:grpChg>
        <pc:grpChg chg="add del">
          <ac:chgData name="Arseniy Buzyan (extern)" userId="S::arseniy.buzyan@edu.stockholm.se::f92a01cd-049f-4602-b292-09b82d2ea4e3" providerId="AD" clId="Web-{F4149DB5-7B25-F894-ADAD-A09F6970133C}" dt="2026-08-14T15:27:14.690" v="724"/>
          <ac:grpSpMkLst>
            <pc:docMk/>
            <pc:sldMk cId="670203567" sldId="275"/>
            <ac:grpSpMk id="38" creationId="{BB32367D-C4F2-49D5-A586-298C7CA821B0}"/>
          </ac:grpSpMkLst>
        </pc:grpChg>
        <pc:graphicFrameChg chg="add del mod modGraphic">
          <ac:chgData name="Arseniy Buzyan (extern)" userId="S::arseniy.buzyan@edu.stockholm.se::f92a01cd-049f-4602-b292-09b82d2ea4e3" providerId="AD" clId="Web-{F4149DB5-7B25-F894-ADAD-A09F6970133C}" dt="2026-08-14T15:27:16.721" v="725"/>
          <ac:graphicFrameMkLst>
            <pc:docMk/>
            <pc:sldMk cId="670203567" sldId="275"/>
            <ac:graphicFrameMk id="5" creationId="{B84F7FB2-E807-01A6-EA56-93AAEBA5D1ED}"/>
          </ac:graphicFrameMkLst>
        </pc:graphicFrameChg>
        <pc:picChg chg="add del mod">
          <ac:chgData name="Arseniy Buzyan (extern)" userId="S::arseniy.buzyan@edu.stockholm.se::f92a01cd-049f-4602-b292-09b82d2ea4e3" providerId="AD" clId="Web-{F4149DB5-7B25-F894-ADAD-A09F6970133C}" dt="2026-08-14T15:27:16.721" v="725"/>
          <ac:picMkLst>
            <pc:docMk/>
            <pc:sldMk cId="670203567" sldId="275"/>
            <ac:picMk id="6" creationId="{3BEFAB8F-4F1E-AC3F-085E-39B5946E6ADE}"/>
          </ac:picMkLst>
        </pc:picChg>
        <pc:cxnChg chg="add">
          <ac:chgData name="Arseniy Buzyan (extern)" userId="S::arseniy.buzyan@edu.stockholm.se::f92a01cd-049f-4602-b292-09b82d2ea4e3" providerId="AD" clId="Web-{F4149DB5-7B25-F894-ADAD-A09F6970133C}" dt="2026-08-14T15:27:23.830" v="726"/>
          <ac:cxnSpMkLst>
            <pc:docMk/>
            <pc:sldMk cId="670203567" sldId="275"/>
            <ac:cxnSpMk id="7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F4149DB5-7B25-F894-ADAD-A09F6970133C}" dt="2026-08-14T15:27:23.830" v="726"/>
          <ac:cxnSpMkLst>
            <pc:docMk/>
            <pc:sldMk cId="670203567" sldId="275"/>
            <ac:cxnSpMk id="12" creationId="{4AD7FFC6-42A9-49CB-B5E9-B3F6B038331B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28:27.674" v="763" actId="20577"/>
        <pc:sldMkLst>
          <pc:docMk/>
          <pc:sldMk cId="2522061901" sldId="276"/>
        </pc:sldMkLst>
        <pc:spChg chg="mod">
          <ac:chgData name="Arseniy Buzyan (extern)" userId="S::arseniy.buzyan@edu.stockholm.se::f92a01cd-049f-4602-b292-09b82d2ea4e3" providerId="AD" clId="Web-{F4149DB5-7B25-F894-ADAD-A09F6970133C}" dt="2026-08-14T15:28:11.081" v="750"/>
          <ac:spMkLst>
            <pc:docMk/>
            <pc:sldMk cId="2522061901" sldId="276"/>
            <ac:spMk id="2" creationId="{1DF5CF49-44EF-EC1B-B898-FE8E68C73AB5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28:27.674" v="763" actId="20577"/>
          <ac:spMkLst>
            <pc:docMk/>
            <pc:sldMk cId="2522061901" sldId="276"/>
            <ac:spMk id="3" creationId="{3003ECDB-41B4-54FF-3425-F166557D3EA6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28:11.081" v="750"/>
          <ac:spMkLst>
            <pc:docMk/>
            <pc:sldMk cId="2522061901" sldId="276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F4149DB5-7B25-F894-ADAD-A09F6970133C}" dt="2026-08-14T15:28:11.081" v="750"/>
          <ac:cxnSpMkLst>
            <pc:docMk/>
            <pc:sldMk cId="2522061901" sldId="276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F4149DB5-7B25-F894-ADAD-A09F6970133C}" dt="2026-08-14T15:28:11.081" v="750"/>
          <ac:cxnSpMkLst>
            <pc:docMk/>
            <pc:sldMk cId="2522061901" sldId="276"/>
            <ac:cxnSpMk id="12" creationId="{4AD7FFC6-42A9-49CB-B5E9-B3F6B038331B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29:06.315" v="784" actId="20577"/>
        <pc:sldMkLst>
          <pc:docMk/>
          <pc:sldMk cId="3573071813" sldId="277"/>
        </pc:sldMkLst>
        <pc:spChg chg="mod">
          <ac:chgData name="Arseniy Buzyan (extern)" userId="S::arseniy.buzyan@edu.stockholm.se::f92a01cd-049f-4602-b292-09b82d2ea4e3" providerId="AD" clId="Web-{F4149DB5-7B25-F894-ADAD-A09F6970133C}" dt="2026-08-14T15:28:42.737" v="769"/>
          <ac:spMkLst>
            <pc:docMk/>
            <pc:sldMk cId="3573071813" sldId="277"/>
            <ac:spMk id="2" creationId="{1191EA7E-8EE8-6743-6EFE-C8EF2EC4A9CE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29:06.315" v="784" actId="20577"/>
          <ac:spMkLst>
            <pc:docMk/>
            <pc:sldMk cId="3573071813" sldId="277"/>
            <ac:spMk id="3" creationId="{1DD07F0D-A4AB-887E-BEFF-2E87F6822198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28:42.737" v="769"/>
          <ac:spMkLst>
            <pc:docMk/>
            <pc:sldMk cId="3573071813" sldId="277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F4149DB5-7B25-F894-ADAD-A09F6970133C}" dt="2026-08-14T15:28:42.737" v="769"/>
          <ac:cxnSpMkLst>
            <pc:docMk/>
            <pc:sldMk cId="3573071813" sldId="277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F4149DB5-7B25-F894-ADAD-A09F6970133C}" dt="2026-08-14T15:28:42.737" v="769"/>
          <ac:cxnSpMkLst>
            <pc:docMk/>
            <pc:sldMk cId="3573071813" sldId="277"/>
            <ac:cxnSpMk id="12" creationId="{4AD7FFC6-42A9-49CB-B5E9-B3F6B038331B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30:35.706" v="820" actId="20577"/>
        <pc:sldMkLst>
          <pc:docMk/>
          <pc:sldMk cId="154057163" sldId="278"/>
        </pc:sldMkLst>
        <pc:spChg chg="mod">
          <ac:chgData name="Arseniy Buzyan (extern)" userId="S::arseniy.buzyan@edu.stockholm.se::f92a01cd-049f-4602-b292-09b82d2ea4e3" providerId="AD" clId="Web-{F4149DB5-7B25-F894-ADAD-A09F6970133C}" dt="2026-08-14T15:29:50.612" v="799"/>
          <ac:spMkLst>
            <pc:docMk/>
            <pc:sldMk cId="154057163" sldId="278"/>
            <ac:spMk id="2" creationId="{4111081B-A0F9-F907-7C06-394F02948838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30:35.706" v="820" actId="20577"/>
          <ac:spMkLst>
            <pc:docMk/>
            <pc:sldMk cId="154057163" sldId="278"/>
            <ac:spMk id="3" creationId="{05484F02-A7A0-897F-4117-43913490CD6E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29:50.612" v="799"/>
          <ac:spMkLst>
            <pc:docMk/>
            <pc:sldMk cId="154057163" sldId="278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F4149DB5-7B25-F894-ADAD-A09F6970133C}" dt="2026-08-14T15:29:50.612" v="799"/>
          <ac:cxnSpMkLst>
            <pc:docMk/>
            <pc:sldMk cId="154057163" sldId="278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F4149DB5-7B25-F894-ADAD-A09F6970133C}" dt="2026-08-14T15:29:50.612" v="799"/>
          <ac:cxnSpMkLst>
            <pc:docMk/>
            <pc:sldMk cId="154057163" sldId="278"/>
            <ac:cxnSpMk id="12" creationId="{4AD7FFC6-42A9-49CB-B5E9-B3F6B038331B}"/>
          </ac:cxnSpMkLst>
        </pc:cxnChg>
      </pc:sldChg>
      <pc:sldChg chg="addSp delSp modSp new mod setBg">
        <pc:chgData name="Arseniy Buzyan (extern)" userId="S::arseniy.buzyan@edu.stockholm.se::f92a01cd-049f-4602-b292-09b82d2ea4e3" providerId="AD" clId="Web-{F4149DB5-7B25-F894-ADAD-A09F6970133C}" dt="2026-08-14T15:32:57.240" v="850" actId="14100"/>
        <pc:sldMkLst>
          <pc:docMk/>
          <pc:sldMk cId="4142980552" sldId="279"/>
        </pc:sldMkLst>
        <pc:spChg chg="mod">
          <ac:chgData name="Arseniy Buzyan (extern)" userId="S::arseniy.buzyan@edu.stockholm.se::f92a01cd-049f-4602-b292-09b82d2ea4e3" providerId="AD" clId="Web-{F4149DB5-7B25-F894-ADAD-A09F6970133C}" dt="2026-08-14T15:31:17.660" v="828"/>
          <ac:spMkLst>
            <pc:docMk/>
            <pc:sldMk cId="4142980552" sldId="279"/>
            <ac:spMk id="2" creationId="{B259E0BA-7726-BBB6-AA5F-51DEC1617927}"/>
          </ac:spMkLst>
        </pc:spChg>
        <pc:spChg chg="add del mod">
          <ac:chgData name="Arseniy Buzyan (extern)" userId="S::arseniy.buzyan@edu.stockholm.se::f92a01cd-049f-4602-b292-09b82d2ea4e3" providerId="AD" clId="Web-{F4149DB5-7B25-F894-ADAD-A09F6970133C}" dt="2026-08-14T15:32:57.240" v="850" actId="14100"/>
          <ac:spMkLst>
            <pc:docMk/>
            <pc:sldMk cId="4142980552" sldId="279"/>
            <ac:spMk id="3" creationId="{8D2A1F28-1CB1-17D1-8629-85E6CBF46D62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31:17.660" v="828"/>
          <ac:spMkLst>
            <pc:docMk/>
            <pc:sldMk cId="4142980552" sldId="279"/>
            <ac:spMk id="8" creationId="{E8A8EAB8-D2FF-444D-B34B-7D32F106AD0E}"/>
          </ac:spMkLst>
        </pc:spChg>
        <pc:graphicFrameChg chg="add del mod ord modGraphic">
          <ac:chgData name="Arseniy Buzyan (extern)" userId="S::arseniy.buzyan@edu.stockholm.se::f92a01cd-049f-4602-b292-09b82d2ea4e3" providerId="AD" clId="Web-{F4149DB5-7B25-F894-ADAD-A09F6970133C}" dt="2026-08-14T15:31:00.519" v="825"/>
          <ac:graphicFrameMkLst>
            <pc:docMk/>
            <pc:sldMk cId="4142980552" sldId="279"/>
            <ac:graphicFrameMk id="5" creationId="{E29F4CC5-B6BE-1016-8DA4-0E3E851A36E4}"/>
          </ac:graphicFrameMkLst>
        </pc:graphicFrameChg>
        <pc:cxnChg chg="add">
          <ac:chgData name="Arseniy Buzyan (extern)" userId="S::arseniy.buzyan@edu.stockholm.se::f92a01cd-049f-4602-b292-09b82d2ea4e3" providerId="AD" clId="Web-{F4149DB5-7B25-F894-ADAD-A09F6970133C}" dt="2026-08-14T15:31:17.660" v="828"/>
          <ac:cxnSpMkLst>
            <pc:docMk/>
            <pc:sldMk cId="4142980552" sldId="279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F4149DB5-7B25-F894-ADAD-A09F6970133C}" dt="2026-08-14T15:31:17.660" v="828"/>
          <ac:cxnSpMkLst>
            <pc:docMk/>
            <pc:sldMk cId="4142980552" sldId="279"/>
            <ac:cxnSpMk id="12" creationId="{4AD7FFC6-42A9-49CB-B5E9-B3F6B038331B}"/>
          </ac:cxnSpMkLst>
        </pc:cxnChg>
      </pc:sldChg>
      <pc:sldChg chg="addSp modSp new mod setBg">
        <pc:chgData name="Arseniy Buzyan (extern)" userId="S::arseniy.buzyan@edu.stockholm.se::f92a01cd-049f-4602-b292-09b82d2ea4e3" providerId="AD" clId="Web-{F4149DB5-7B25-F894-ADAD-A09F6970133C}" dt="2026-08-14T15:41:43.572" v="870" actId="14100"/>
        <pc:sldMkLst>
          <pc:docMk/>
          <pc:sldMk cId="196545522" sldId="280"/>
        </pc:sldMkLst>
        <pc:spChg chg="mod">
          <ac:chgData name="Arseniy Buzyan (extern)" userId="S::arseniy.buzyan@edu.stockholm.se::f92a01cd-049f-4602-b292-09b82d2ea4e3" providerId="AD" clId="Web-{F4149DB5-7B25-F894-ADAD-A09F6970133C}" dt="2026-08-14T15:41:23.556" v="859"/>
          <ac:spMkLst>
            <pc:docMk/>
            <pc:sldMk cId="196545522" sldId="280"/>
            <ac:spMk id="2" creationId="{683A9B54-68FA-DD8E-01ED-97BA3A642F32}"/>
          </ac:spMkLst>
        </pc:spChg>
        <pc:spChg chg="mod">
          <ac:chgData name="Arseniy Buzyan (extern)" userId="S::arseniy.buzyan@edu.stockholm.se::f92a01cd-049f-4602-b292-09b82d2ea4e3" providerId="AD" clId="Web-{F4149DB5-7B25-F894-ADAD-A09F6970133C}" dt="2026-08-14T15:41:43.572" v="870" actId="14100"/>
          <ac:spMkLst>
            <pc:docMk/>
            <pc:sldMk cId="196545522" sldId="280"/>
            <ac:spMk id="3" creationId="{F37F9484-CD42-EAF6-40DD-E7D839F834AC}"/>
          </ac:spMkLst>
        </pc:spChg>
        <pc:spChg chg="add">
          <ac:chgData name="Arseniy Buzyan (extern)" userId="S::arseniy.buzyan@edu.stockholm.se::f92a01cd-049f-4602-b292-09b82d2ea4e3" providerId="AD" clId="Web-{F4149DB5-7B25-F894-ADAD-A09F6970133C}" dt="2026-08-14T15:41:23.556" v="859"/>
          <ac:spMkLst>
            <pc:docMk/>
            <pc:sldMk cId="196545522" sldId="280"/>
            <ac:spMk id="8" creationId="{E8A8EAB8-D2FF-444D-B34B-7D32F106AD0E}"/>
          </ac:spMkLst>
        </pc:spChg>
        <pc:cxnChg chg="add">
          <ac:chgData name="Arseniy Buzyan (extern)" userId="S::arseniy.buzyan@edu.stockholm.se::f92a01cd-049f-4602-b292-09b82d2ea4e3" providerId="AD" clId="Web-{F4149DB5-7B25-F894-ADAD-A09F6970133C}" dt="2026-08-14T15:41:23.556" v="859"/>
          <ac:cxnSpMkLst>
            <pc:docMk/>
            <pc:sldMk cId="196545522" sldId="280"/>
            <ac:cxnSpMk id="10" creationId="{067633D1-6EE6-4118-B9F0-B363477BEE7A}"/>
          </ac:cxnSpMkLst>
        </pc:cxnChg>
        <pc:cxnChg chg="add">
          <ac:chgData name="Arseniy Buzyan (extern)" userId="S::arseniy.buzyan@edu.stockholm.se::f92a01cd-049f-4602-b292-09b82d2ea4e3" providerId="AD" clId="Web-{F4149DB5-7B25-F894-ADAD-A09F6970133C}" dt="2026-08-14T15:41:23.556" v="859"/>
          <ac:cxnSpMkLst>
            <pc:docMk/>
            <pc:sldMk cId="196545522" sldId="280"/>
            <ac:cxnSpMk id="12" creationId="{4AD7FFC6-42A9-49CB-B5E9-B3F6B038331B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03B450-382A-4D04-BF63-A7D4D599B427}" type="doc">
      <dgm:prSet loTypeId="urn:microsoft.com/office/officeart/2018/2/layout/IconVerticalSolidList" loCatId="icon" qsTypeId="urn:microsoft.com/office/officeart/2005/8/quickstyle/simple1#1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162B7032-49CB-428B-8581-8672E594405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Ny serverinstallation    DSC installerar automatiskt alla roller och funktioner (t.ex. IIS, DNS, DHCP) </a:t>
          </a:r>
        </a:p>
      </dgm:t>
    </dgm:pt>
    <dgm:pt modelId="{7F077A9A-0B0B-4684-AC9F-C77CE0021D7C}" type="parTrans" cxnId="{8F54C8D3-444F-4426-BFE7-2A574815A2D3}">
      <dgm:prSet/>
      <dgm:spPr/>
      <dgm:t>
        <a:bodyPr/>
        <a:lstStyle/>
        <a:p>
          <a:endParaRPr lang="en-US"/>
        </a:p>
      </dgm:t>
    </dgm:pt>
    <dgm:pt modelId="{E009C66C-5E01-411B-9DED-8C2AE8C02664}" type="sibTrans" cxnId="{8F54C8D3-444F-4426-BFE7-2A574815A2D3}">
      <dgm:prSet/>
      <dgm:spPr/>
      <dgm:t>
        <a:bodyPr/>
        <a:lstStyle/>
        <a:p>
          <a:endParaRPr lang="en-US"/>
        </a:p>
      </dgm:t>
    </dgm:pt>
    <dgm:pt modelId="{413CC3D6-5676-4EB6-B982-BAFEB547EE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Säkerhetsstandarder    DSC säkerställer att brandväggsregler, tjänster och registerinställningar är korrekta</a:t>
          </a:r>
        </a:p>
      </dgm:t>
    </dgm:pt>
    <dgm:pt modelId="{1C1F85E9-0153-4A5F-B625-4732E294DC13}" type="parTrans" cxnId="{F14C3CE3-6848-4701-BC88-C44BE97EC4C8}">
      <dgm:prSet/>
      <dgm:spPr/>
      <dgm:t>
        <a:bodyPr/>
        <a:lstStyle/>
        <a:p>
          <a:endParaRPr lang="en-US"/>
        </a:p>
      </dgm:t>
    </dgm:pt>
    <dgm:pt modelId="{EA62BD82-8587-4056-BEF3-CE8D7ABC8A11}" type="sibTrans" cxnId="{F14C3CE3-6848-4701-BC88-C44BE97EC4C8}">
      <dgm:prSet/>
      <dgm:spPr/>
      <dgm:t>
        <a:bodyPr/>
        <a:lstStyle/>
        <a:p>
          <a:endParaRPr lang="en-US"/>
        </a:p>
      </dgm:t>
    </dgm:pt>
    <dgm:pt modelId="{C2AA45BC-CFFE-40DE-8D77-22ED0E3654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Webbplatsdrift    DSC håller IIS-webbplatser igång med rätt inställningar </a:t>
          </a:r>
        </a:p>
      </dgm:t>
    </dgm:pt>
    <dgm:pt modelId="{46E5EB35-F25F-4996-A84D-7CB8264F9FA0}" type="parTrans" cxnId="{885DB5DE-628B-4955-B5B2-B7721554C421}">
      <dgm:prSet/>
      <dgm:spPr/>
      <dgm:t>
        <a:bodyPr/>
        <a:lstStyle/>
        <a:p>
          <a:endParaRPr lang="en-US"/>
        </a:p>
      </dgm:t>
    </dgm:pt>
    <dgm:pt modelId="{93067F06-2CC9-429C-950F-1A0DEB3A6260}" type="sibTrans" cxnId="{885DB5DE-628B-4955-B5B2-B7721554C421}">
      <dgm:prSet/>
      <dgm:spPr/>
      <dgm:t>
        <a:bodyPr/>
        <a:lstStyle/>
        <a:p>
          <a:endParaRPr lang="en-US"/>
        </a:p>
      </dgm:t>
    </dgm:pt>
    <dgm:pt modelId="{9FAB3278-3874-41F4-A916-9E1BFA5F37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Azure-miljöer    DSC används med Azure Automation State Configuration för att hantera både lokala servrar och moln-VM:ar </a:t>
          </a:r>
        </a:p>
      </dgm:t>
    </dgm:pt>
    <dgm:pt modelId="{7F2C9327-7008-479C-8CD1-177D41E0617F}" type="parTrans" cxnId="{07D28F1B-A332-4931-80AC-0CF8FEF9F9E3}">
      <dgm:prSet/>
      <dgm:spPr/>
      <dgm:t>
        <a:bodyPr/>
        <a:lstStyle/>
        <a:p>
          <a:endParaRPr lang="en-US"/>
        </a:p>
      </dgm:t>
    </dgm:pt>
    <dgm:pt modelId="{EE5DEA05-555B-4153-9D89-8DCD2C555644}" type="sibTrans" cxnId="{07D28F1B-A332-4931-80AC-0CF8FEF9F9E3}">
      <dgm:prSet/>
      <dgm:spPr/>
      <dgm:t>
        <a:bodyPr/>
        <a:lstStyle/>
        <a:p>
          <a:endParaRPr lang="en-US"/>
        </a:p>
      </dgm:t>
    </dgm:pt>
    <dgm:pt modelId="{B07AA805-978A-457C-8240-03230629D0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Active Directory    DSC-moduler för deployment och konfiguration av Active Directory Domain Services finns tillgängliga via DSC Community </a:t>
          </a:r>
        </a:p>
      </dgm:t>
    </dgm:pt>
    <dgm:pt modelId="{E13388B1-636B-458B-B5EF-A3B66ABF4076}" type="parTrans" cxnId="{730607E0-135A-4273-9E9F-53D6B870D596}">
      <dgm:prSet/>
      <dgm:spPr/>
      <dgm:t>
        <a:bodyPr/>
        <a:lstStyle/>
        <a:p>
          <a:endParaRPr lang="en-US"/>
        </a:p>
      </dgm:t>
    </dgm:pt>
    <dgm:pt modelId="{78973770-E74D-44D4-BB06-9D8A9F38FF0A}" type="sibTrans" cxnId="{730607E0-135A-4273-9E9F-53D6B870D596}">
      <dgm:prSet/>
      <dgm:spPr/>
      <dgm:t>
        <a:bodyPr/>
        <a:lstStyle/>
        <a:p>
          <a:endParaRPr lang="en-US"/>
        </a:p>
      </dgm:t>
    </dgm:pt>
    <dgm:pt modelId="{3D9854CD-6DE5-4E1F-9F46-21DA499E48C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 Server    DSC-resurser för deployment och konfiguration av Microsoft SQL Server finns i SqlServerDsc-modulen </a:t>
          </a:r>
        </a:p>
      </dgm:t>
    </dgm:pt>
    <dgm:pt modelId="{02F5508B-AF4F-47AF-A5DA-91405A887A09}" type="parTrans" cxnId="{1282CE25-B74A-494B-BB5D-41704ACC4A91}">
      <dgm:prSet/>
      <dgm:spPr/>
      <dgm:t>
        <a:bodyPr/>
        <a:lstStyle/>
        <a:p>
          <a:endParaRPr lang="en-US"/>
        </a:p>
      </dgm:t>
    </dgm:pt>
    <dgm:pt modelId="{B20BA720-B63D-48A8-BF61-C9D937F05D41}" type="sibTrans" cxnId="{1282CE25-B74A-494B-BB5D-41704ACC4A91}">
      <dgm:prSet/>
      <dgm:spPr/>
      <dgm:t>
        <a:bodyPr/>
        <a:lstStyle/>
        <a:p>
          <a:endParaRPr lang="en-US"/>
        </a:p>
      </dgm:t>
    </dgm:pt>
    <dgm:pt modelId="{2589A7D4-E027-4D5C-B8C9-9DDC4F9FB11B}" type="pres">
      <dgm:prSet presAssocID="{3903B450-382A-4D04-BF63-A7D4D599B427}" presName="root" presStyleCnt="0">
        <dgm:presLayoutVars>
          <dgm:dir/>
          <dgm:resizeHandles val="exact"/>
        </dgm:presLayoutVars>
      </dgm:prSet>
      <dgm:spPr/>
    </dgm:pt>
    <dgm:pt modelId="{0E2214C2-FE0E-4AFE-9FC0-136B58CA551A}" type="pres">
      <dgm:prSet presAssocID="{162B7032-49CB-428B-8581-8672E5944056}" presName="compNode" presStyleCnt="0"/>
      <dgm:spPr/>
    </dgm:pt>
    <dgm:pt modelId="{9C7F921C-3A44-443C-9105-A03D8F773F5D}" type="pres">
      <dgm:prSet presAssocID="{162B7032-49CB-428B-8581-8672E5944056}" presName="bgRect" presStyleLbl="bgShp" presStyleIdx="0" presStyleCnt="6"/>
      <dgm:spPr/>
    </dgm:pt>
    <dgm:pt modelId="{1B9824EA-8FB5-4023-8B02-6E9CF8EA0124}" type="pres">
      <dgm:prSet presAssocID="{162B7032-49CB-428B-8581-8672E5944056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ånkopplad"/>
        </a:ext>
      </dgm:extLst>
    </dgm:pt>
    <dgm:pt modelId="{3C4687D0-18B0-40E7-867E-D87E9BCC409D}" type="pres">
      <dgm:prSet presAssocID="{162B7032-49CB-428B-8581-8672E5944056}" presName="spaceRect" presStyleCnt="0"/>
      <dgm:spPr/>
    </dgm:pt>
    <dgm:pt modelId="{1CAEF1F2-5EC5-4D79-989C-69E2D346E1F0}" type="pres">
      <dgm:prSet presAssocID="{162B7032-49CB-428B-8581-8672E5944056}" presName="parTx" presStyleLbl="revTx" presStyleIdx="0" presStyleCnt="6">
        <dgm:presLayoutVars>
          <dgm:chMax val="0"/>
          <dgm:chPref val="0"/>
        </dgm:presLayoutVars>
      </dgm:prSet>
      <dgm:spPr/>
    </dgm:pt>
    <dgm:pt modelId="{71F81C4B-625F-4114-A392-A1A9C070367E}" type="pres">
      <dgm:prSet presAssocID="{E009C66C-5E01-411B-9DED-8C2AE8C02664}" presName="sibTrans" presStyleCnt="0"/>
      <dgm:spPr/>
    </dgm:pt>
    <dgm:pt modelId="{6B452104-B0F4-4312-B17C-E00B13CBE9CC}" type="pres">
      <dgm:prSet presAssocID="{413CC3D6-5676-4EB6-B982-BAFEB547EE17}" presName="compNode" presStyleCnt="0"/>
      <dgm:spPr/>
    </dgm:pt>
    <dgm:pt modelId="{50BB8647-9323-4DCB-94F6-722CBDC25E71}" type="pres">
      <dgm:prSet presAssocID="{413CC3D6-5676-4EB6-B982-BAFEB547EE17}" presName="bgRect" presStyleLbl="bgShp" presStyleIdx="1" presStyleCnt="6"/>
      <dgm:spPr/>
    </dgm:pt>
    <dgm:pt modelId="{2F621FBD-D17E-44C8-93AD-43B7781A3A87}" type="pres">
      <dgm:prSet presAssocID="{413CC3D6-5676-4EB6-B982-BAFEB547EE17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ödesschema"/>
        </a:ext>
      </dgm:extLst>
    </dgm:pt>
    <dgm:pt modelId="{D549192A-F36F-47F0-BC14-158B08933275}" type="pres">
      <dgm:prSet presAssocID="{413CC3D6-5676-4EB6-B982-BAFEB547EE17}" presName="spaceRect" presStyleCnt="0"/>
      <dgm:spPr/>
    </dgm:pt>
    <dgm:pt modelId="{38A0C0B6-7368-4188-A641-802BC12E2DCE}" type="pres">
      <dgm:prSet presAssocID="{413CC3D6-5676-4EB6-B982-BAFEB547EE17}" presName="parTx" presStyleLbl="revTx" presStyleIdx="1" presStyleCnt="6">
        <dgm:presLayoutVars>
          <dgm:chMax val="0"/>
          <dgm:chPref val="0"/>
        </dgm:presLayoutVars>
      </dgm:prSet>
      <dgm:spPr/>
    </dgm:pt>
    <dgm:pt modelId="{AB8E7713-CA6A-4BA5-90A7-F130E22D39D6}" type="pres">
      <dgm:prSet presAssocID="{EA62BD82-8587-4056-BEF3-CE8D7ABC8A11}" presName="sibTrans" presStyleCnt="0"/>
      <dgm:spPr/>
    </dgm:pt>
    <dgm:pt modelId="{BDA12040-1D0E-4DD8-9AD6-E01AC3BF268B}" type="pres">
      <dgm:prSet presAssocID="{C2AA45BC-CFFE-40DE-8D77-22ED0E365427}" presName="compNode" presStyleCnt="0"/>
      <dgm:spPr/>
    </dgm:pt>
    <dgm:pt modelId="{E8B1F0B9-9D4A-43AD-B3AC-1331E7358D1F}" type="pres">
      <dgm:prSet presAssocID="{C2AA45BC-CFFE-40DE-8D77-22ED0E365427}" presName="bgRect" presStyleLbl="bgShp" presStyleIdx="2" presStyleCnt="6"/>
      <dgm:spPr/>
    </dgm:pt>
    <dgm:pt modelId="{539D2430-53E3-48AF-BFC6-7F55B4ED2EDF}" type="pres">
      <dgm:prSet presAssocID="{C2AA45BC-CFFE-40DE-8D77-22ED0E365427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or"/>
        </a:ext>
      </dgm:extLst>
    </dgm:pt>
    <dgm:pt modelId="{E66350A6-D549-4BFE-9291-B0DF466D3899}" type="pres">
      <dgm:prSet presAssocID="{C2AA45BC-CFFE-40DE-8D77-22ED0E365427}" presName="spaceRect" presStyleCnt="0"/>
      <dgm:spPr/>
    </dgm:pt>
    <dgm:pt modelId="{2BB4C175-001D-4A82-8259-8D473E8AF1A9}" type="pres">
      <dgm:prSet presAssocID="{C2AA45BC-CFFE-40DE-8D77-22ED0E365427}" presName="parTx" presStyleLbl="revTx" presStyleIdx="2" presStyleCnt="6">
        <dgm:presLayoutVars>
          <dgm:chMax val="0"/>
          <dgm:chPref val="0"/>
        </dgm:presLayoutVars>
      </dgm:prSet>
      <dgm:spPr/>
    </dgm:pt>
    <dgm:pt modelId="{F2E77079-E916-405D-9639-3B24E453BACD}" type="pres">
      <dgm:prSet presAssocID="{93067F06-2CC9-429C-950F-1A0DEB3A6260}" presName="sibTrans" presStyleCnt="0"/>
      <dgm:spPr/>
    </dgm:pt>
    <dgm:pt modelId="{2975FF75-FCA8-4343-BE48-5A8055658318}" type="pres">
      <dgm:prSet presAssocID="{9FAB3278-3874-41F4-A916-9E1BFA5F373B}" presName="compNode" presStyleCnt="0"/>
      <dgm:spPr/>
    </dgm:pt>
    <dgm:pt modelId="{15EE829D-6121-44FA-85EE-89A7D4EFAE9C}" type="pres">
      <dgm:prSet presAssocID="{9FAB3278-3874-41F4-A916-9E1BFA5F373B}" presName="bgRect" presStyleLbl="bgShp" presStyleIdx="3" presStyleCnt="6"/>
      <dgm:spPr/>
    </dgm:pt>
    <dgm:pt modelId="{A7D6B034-181D-491C-9C37-9A656F6EF996}" type="pres">
      <dgm:prSet presAssocID="{9FAB3278-3874-41F4-A916-9E1BFA5F373B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4058B4D-DB4E-4D83-A47D-27AECE60B3E8}" type="pres">
      <dgm:prSet presAssocID="{9FAB3278-3874-41F4-A916-9E1BFA5F373B}" presName="spaceRect" presStyleCnt="0"/>
      <dgm:spPr/>
    </dgm:pt>
    <dgm:pt modelId="{C00150ED-D0E2-43CF-82F6-BD87F729D552}" type="pres">
      <dgm:prSet presAssocID="{9FAB3278-3874-41F4-A916-9E1BFA5F373B}" presName="parTx" presStyleLbl="revTx" presStyleIdx="3" presStyleCnt="6">
        <dgm:presLayoutVars>
          <dgm:chMax val="0"/>
          <dgm:chPref val="0"/>
        </dgm:presLayoutVars>
      </dgm:prSet>
      <dgm:spPr/>
    </dgm:pt>
    <dgm:pt modelId="{517A22C6-BF72-450F-94C8-3ECB119C364B}" type="pres">
      <dgm:prSet presAssocID="{EE5DEA05-555B-4153-9D89-8DCD2C555644}" presName="sibTrans" presStyleCnt="0"/>
      <dgm:spPr/>
    </dgm:pt>
    <dgm:pt modelId="{5A972CFC-C3EB-45D1-80B4-41FFB12E3475}" type="pres">
      <dgm:prSet presAssocID="{B07AA805-978A-457C-8240-03230629D03C}" presName="compNode" presStyleCnt="0"/>
      <dgm:spPr/>
    </dgm:pt>
    <dgm:pt modelId="{A89F8412-A084-4D2D-8D55-55B1F11DFA63}" type="pres">
      <dgm:prSet presAssocID="{B07AA805-978A-457C-8240-03230629D03C}" presName="bgRect" presStyleLbl="bgShp" presStyleIdx="4" presStyleCnt="6"/>
      <dgm:spPr/>
    </dgm:pt>
    <dgm:pt modelId="{AB56454F-132C-446C-A465-719E6084EDDD}" type="pres">
      <dgm:prSet presAssocID="{B07AA805-978A-457C-8240-03230629D03C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"/>
        </a:ext>
      </dgm:extLst>
    </dgm:pt>
    <dgm:pt modelId="{662E6F41-BD84-43DE-8068-54EA80CF12DC}" type="pres">
      <dgm:prSet presAssocID="{B07AA805-978A-457C-8240-03230629D03C}" presName="spaceRect" presStyleCnt="0"/>
      <dgm:spPr/>
    </dgm:pt>
    <dgm:pt modelId="{2382B953-9C77-4157-886A-766C6B29CF0E}" type="pres">
      <dgm:prSet presAssocID="{B07AA805-978A-457C-8240-03230629D03C}" presName="parTx" presStyleLbl="revTx" presStyleIdx="4" presStyleCnt="6">
        <dgm:presLayoutVars>
          <dgm:chMax val="0"/>
          <dgm:chPref val="0"/>
        </dgm:presLayoutVars>
      </dgm:prSet>
      <dgm:spPr/>
    </dgm:pt>
    <dgm:pt modelId="{612646A1-47A9-42A0-8517-212A6FACA280}" type="pres">
      <dgm:prSet presAssocID="{78973770-E74D-44D4-BB06-9D8A9F38FF0A}" presName="sibTrans" presStyleCnt="0"/>
      <dgm:spPr/>
    </dgm:pt>
    <dgm:pt modelId="{8178E5E5-E47E-4483-8AED-9A359309A26E}" type="pres">
      <dgm:prSet presAssocID="{3D9854CD-6DE5-4E1F-9F46-21DA499E48CB}" presName="compNode" presStyleCnt="0"/>
      <dgm:spPr/>
    </dgm:pt>
    <dgm:pt modelId="{6855919E-A547-4331-A26D-87100B3D1B57}" type="pres">
      <dgm:prSet presAssocID="{3D9854CD-6DE5-4E1F-9F46-21DA499E48CB}" presName="bgRect" presStyleLbl="bgShp" presStyleIdx="5" presStyleCnt="6"/>
      <dgm:spPr/>
    </dgm:pt>
    <dgm:pt modelId="{293861E4-F9D4-4AC6-B6CE-1BCB2D14C430}" type="pres">
      <dgm:prSet presAssocID="{3D9854CD-6DE5-4E1F-9F46-21DA499E48CB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00560CE-5D72-4F9B-A44C-5AA002FCC9B3}" type="pres">
      <dgm:prSet presAssocID="{3D9854CD-6DE5-4E1F-9F46-21DA499E48CB}" presName="spaceRect" presStyleCnt="0"/>
      <dgm:spPr/>
    </dgm:pt>
    <dgm:pt modelId="{FBEC6F9D-41A5-4112-BFE4-E6709C55228F}" type="pres">
      <dgm:prSet presAssocID="{3D9854CD-6DE5-4E1F-9F46-21DA499E48C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12B77C18-1367-425F-9934-6B1C9BA09EF5}" type="presOf" srcId="{413CC3D6-5676-4EB6-B982-BAFEB547EE17}" destId="{38A0C0B6-7368-4188-A641-802BC12E2DCE}" srcOrd="0" destOrd="0" presId="urn:microsoft.com/office/officeart/2018/2/layout/IconVerticalSolidList"/>
    <dgm:cxn modelId="{07D28F1B-A332-4931-80AC-0CF8FEF9F9E3}" srcId="{3903B450-382A-4D04-BF63-A7D4D599B427}" destId="{9FAB3278-3874-41F4-A916-9E1BFA5F373B}" srcOrd="3" destOrd="0" parTransId="{7F2C9327-7008-479C-8CD1-177D41E0617F}" sibTransId="{EE5DEA05-555B-4153-9D89-8DCD2C555644}"/>
    <dgm:cxn modelId="{1282CE25-B74A-494B-BB5D-41704ACC4A91}" srcId="{3903B450-382A-4D04-BF63-A7D4D599B427}" destId="{3D9854CD-6DE5-4E1F-9F46-21DA499E48CB}" srcOrd="5" destOrd="0" parTransId="{02F5508B-AF4F-47AF-A5DA-91405A887A09}" sibTransId="{B20BA720-B63D-48A8-BF61-C9D937F05D41}"/>
    <dgm:cxn modelId="{47D02860-ADF6-4DCC-84A3-D0F6FE42ECC5}" type="presOf" srcId="{B07AA805-978A-457C-8240-03230629D03C}" destId="{2382B953-9C77-4157-886A-766C6B29CF0E}" srcOrd="0" destOrd="0" presId="urn:microsoft.com/office/officeart/2018/2/layout/IconVerticalSolidList"/>
    <dgm:cxn modelId="{5A0F7984-65EE-4F5D-A75D-27D170A88B83}" type="presOf" srcId="{9FAB3278-3874-41F4-A916-9E1BFA5F373B}" destId="{C00150ED-D0E2-43CF-82F6-BD87F729D552}" srcOrd="0" destOrd="0" presId="urn:microsoft.com/office/officeart/2018/2/layout/IconVerticalSolidList"/>
    <dgm:cxn modelId="{98325399-483D-432F-AEBD-3A702752DF55}" type="presOf" srcId="{3903B450-382A-4D04-BF63-A7D4D599B427}" destId="{2589A7D4-E027-4D5C-B8C9-9DDC4F9FB11B}" srcOrd="0" destOrd="0" presId="urn:microsoft.com/office/officeart/2018/2/layout/IconVerticalSolidList"/>
    <dgm:cxn modelId="{429AB1A5-2DF7-4B8E-9667-7873D2336535}" type="presOf" srcId="{C2AA45BC-CFFE-40DE-8D77-22ED0E365427}" destId="{2BB4C175-001D-4A82-8259-8D473E8AF1A9}" srcOrd="0" destOrd="0" presId="urn:microsoft.com/office/officeart/2018/2/layout/IconVerticalSolidList"/>
    <dgm:cxn modelId="{A75B43C2-860F-4761-ADBC-5E4E11338085}" type="presOf" srcId="{3D9854CD-6DE5-4E1F-9F46-21DA499E48CB}" destId="{FBEC6F9D-41A5-4112-BFE4-E6709C55228F}" srcOrd="0" destOrd="0" presId="urn:microsoft.com/office/officeart/2018/2/layout/IconVerticalSolidList"/>
    <dgm:cxn modelId="{8F54C8D3-444F-4426-BFE7-2A574815A2D3}" srcId="{3903B450-382A-4D04-BF63-A7D4D599B427}" destId="{162B7032-49CB-428B-8581-8672E5944056}" srcOrd="0" destOrd="0" parTransId="{7F077A9A-0B0B-4684-AC9F-C77CE0021D7C}" sibTransId="{E009C66C-5E01-411B-9DED-8C2AE8C02664}"/>
    <dgm:cxn modelId="{885DB5DE-628B-4955-B5B2-B7721554C421}" srcId="{3903B450-382A-4D04-BF63-A7D4D599B427}" destId="{C2AA45BC-CFFE-40DE-8D77-22ED0E365427}" srcOrd="2" destOrd="0" parTransId="{46E5EB35-F25F-4996-A84D-7CB8264F9FA0}" sibTransId="{93067F06-2CC9-429C-950F-1A0DEB3A6260}"/>
    <dgm:cxn modelId="{730607E0-135A-4273-9E9F-53D6B870D596}" srcId="{3903B450-382A-4D04-BF63-A7D4D599B427}" destId="{B07AA805-978A-457C-8240-03230629D03C}" srcOrd="4" destOrd="0" parTransId="{E13388B1-636B-458B-B5EF-A3B66ABF4076}" sibTransId="{78973770-E74D-44D4-BB06-9D8A9F38FF0A}"/>
    <dgm:cxn modelId="{F14C3CE3-6848-4701-BC88-C44BE97EC4C8}" srcId="{3903B450-382A-4D04-BF63-A7D4D599B427}" destId="{413CC3D6-5676-4EB6-B982-BAFEB547EE17}" srcOrd="1" destOrd="0" parTransId="{1C1F85E9-0153-4A5F-B625-4732E294DC13}" sibTransId="{EA62BD82-8587-4056-BEF3-CE8D7ABC8A11}"/>
    <dgm:cxn modelId="{88E698F3-402C-47AE-94E2-C69B12B1AEDC}" type="presOf" srcId="{162B7032-49CB-428B-8581-8672E5944056}" destId="{1CAEF1F2-5EC5-4D79-989C-69E2D346E1F0}" srcOrd="0" destOrd="0" presId="urn:microsoft.com/office/officeart/2018/2/layout/IconVerticalSolidList"/>
    <dgm:cxn modelId="{A71DA750-C8F6-46D5-86F6-4F55FDE159D3}" type="presParOf" srcId="{2589A7D4-E027-4D5C-B8C9-9DDC4F9FB11B}" destId="{0E2214C2-FE0E-4AFE-9FC0-136B58CA551A}" srcOrd="0" destOrd="0" presId="urn:microsoft.com/office/officeart/2018/2/layout/IconVerticalSolidList"/>
    <dgm:cxn modelId="{C92784D4-17AE-4633-ABAD-0A6ED0431A55}" type="presParOf" srcId="{0E2214C2-FE0E-4AFE-9FC0-136B58CA551A}" destId="{9C7F921C-3A44-443C-9105-A03D8F773F5D}" srcOrd="0" destOrd="0" presId="urn:microsoft.com/office/officeart/2018/2/layout/IconVerticalSolidList"/>
    <dgm:cxn modelId="{AC9FAFCD-6370-4D0E-B435-AB319106A61A}" type="presParOf" srcId="{0E2214C2-FE0E-4AFE-9FC0-136B58CA551A}" destId="{1B9824EA-8FB5-4023-8B02-6E9CF8EA0124}" srcOrd="1" destOrd="0" presId="urn:microsoft.com/office/officeart/2018/2/layout/IconVerticalSolidList"/>
    <dgm:cxn modelId="{507AF9FC-2F41-4262-AD65-C02F4E57336A}" type="presParOf" srcId="{0E2214C2-FE0E-4AFE-9FC0-136B58CA551A}" destId="{3C4687D0-18B0-40E7-867E-D87E9BCC409D}" srcOrd="2" destOrd="0" presId="urn:microsoft.com/office/officeart/2018/2/layout/IconVerticalSolidList"/>
    <dgm:cxn modelId="{AF64867E-18D1-47DC-ACDE-06CBF63B75E9}" type="presParOf" srcId="{0E2214C2-FE0E-4AFE-9FC0-136B58CA551A}" destId="{1CAEF1F2-5EC5-4D79-989C-69E2D346E1F0}" srcOrd="3" destOrd="0" presId="urn:microsoft.com/office/officeart/2018/2/layout/IconVerticalSolidList"/>
    <dgm:cxn modelId="{48CD65DF-EC29-49B4-9E0D-E537905C7081}" type="presParOf" srcId="{2589A7D4-E027-4D5C-B8C9-9DDC4F9FB11B}" destId="{71F81C4B-625F-4114-A392-A1A9C070367E}" srcOrd="1" destOrd="0" presId="urn:microsoft.com/office/officeart/2018/2/layout/IconVerticalSolidList"/>
    <dgm:cxn modelId="{96C24E43-91F9-4658-904F-05DA43784DF7}" type="presParOf" srcId="{2589A7D4-E027-4D5C-B8C9-9DDC4F9FB11B}" destId="{6B452104-B0F4-4312-B17C-E00B13CBE9CC}" srcOrd="2" destOrd="0" presId="urn:microsoft.com/office/officeart/2018/2/layout/IconVerticalSolidList"/>
    <dgm:cxn modelId="{C91E9A34-60AD-48A4-A53A-7043ABBDC632}" type="presParOf" srcId="{6B452104-B0F4-4312-B17C-E00B13CBE9CC}" destId="{50BB8647-9323-4DCB-94F6-722CBDC25E71}" srcOrd="0" destOrd="0" presId="urn:microsoft.com/office/officeart/2018/2/layout/IconVerticalSolidList"/>
    <dgm:cxn modelId="{6ABCFB2D-50F9-4AFA-A961-535A24673816}" type="presParOf" srcId="{6B452104-B0F4-4312-B17C-E00B13CBE9CC}" destId="{2F621FBD-D17E-44C8-93AD-43B7781A3A87}" srcOrd="1" destOrd="0" presId="urn:microsoft.com/office/officeart/2018/2/layout/IconVerticalSolidList"/>
    <dgm:cxn modelId="{FBD42C94-B845-405B-A900-445BD4F24310}" type="presParOf" srcId="{6B452104-B0F4-4312-B17C-E00B13CBE9CC}" destId="{D549192A-F36F-47F0-BC14-158B08933275}" srcOrd="2" destOrd="0" presId="urn:microsoft.com/office/officeart/2018/2/layout/IconVerticalSolidList"/>
    <dgm:cxn modelId="{DFEB3F9F-6D5F-4ED1-9BB1-0EB2037F04CA}" type="presParOf" srcId="{6B452104-B0F4-4312-B17C-E00B13CBE9CC}" destId="{38A0C0B6-7368-4188-A641-802BC12E2DCE}" srcOrd="3" destOrd="0" presId="urn:microsoft.com/office/officeart/2018/2/layout/IconVerticalSolidList"/>
    <dgm:cxn modelId="{B0C5A4F0-6895-4511-AEE7-42475E2EE792}" type="presParOf" srcId="{2589A7D4-E027-4D5C-B8C9-9DDC4F9FB11B}" destId="{AB8E7713-CA6A-4BA5-90A7-F130E22D39D6}" srcOrd="3" destOrd="0" presId="urn:microsoft.com/office/officeart/2018/2/layout/IconVerticalSolidList"/>
    <dgm:cxn modelId="{F411DD7F-0F6C-4D02-80F6-8579F66EE12D}" type="presParOf" srcId="{2589A7D4-E027-4D5C-B8C9-9DDC4F9FB11B}" destId="{BDA12040-1D0E-4DD8-9AD6-E01AC3BF268B}" srcOrd="4" destOrd="0" presId="urn:microsoft.com/office/officeart/2018/2/layout/IconVerticalSolidList"/>
    <dgm:cxn modelId="{75BA5836-5A77-4435-A052-AC35F265A6D5}" type="presParOf" srcId="{BDA12040-1D0E-4DD8-9AD6-E01AC3BF268B}" destId="{E8B1F0B9-9D4A-43AD-B3AC-1331E7358D1F}" srcOrd="0" destOrd="0" presId="urn:microsoft.com/office/officeart/2018/2/layout/IconVerticalSolidList"/>
    <dgm:cxn modelId="{1FCDFDDE-925F-404D-ABCE-9D516A813C83}" type="presParOf" srcId="{BDA12040-1D0E-4DD8-9AD6-E01AC3BF268B}" destId="{539D2430-53E3-48AF-BFC6-7F55B4ED2EDF}" srcOrd="1" destOrd="0" presId="urn:microsoft.com/office/officeart/2018/2/layout/IconVerticalSolidList"/>
    <dgm:cxn modelId="{E6BB38E4-275B-4268-ADB2-EF5093CA7AE6}" type="presParOf" srcId="{BDA12040-1D0E-4DD8-9AD6-E01AC3BF268B}" destId="{E66350A6-D549-4BFE-9291-B0DF466D3899}" srcOrd="2" destOrd="0" presId="urn:microsoft.com/office/officeart/2018/2/layout/IconVerticalSolidList"/>
    <dgm:cxn modelId="{E9207378-0735-41F2-A1E7-8027B962F02D}" type="presParOf" srcId="{BDA12040-1D0E-4DD8-9AD6-E01AC3BF268B}" destId="{2BB4C175-001D-4A82-8259-8D473E8AF1A9}" srcOrd="3" destOrd="0" presId="urn:microsoft.com/office/officeart/2018/2/layout/IconVerticalSolidList"/>
    <dgm:cxn modelId="{0D98E978-D437-4A72-9FFA-2ADB0FD818B7}" type="presParOf" srcId="{2589A7D4-E027-4D5C-B8C9-9DDC4F9FB11B}" destId="{F2E77079-E916-405D-9639-3B24E453BACD}" srcOrd="5" destOrd="0" presId="urn:microsoft.com/office/officeart/2018/2/layout/IconVerticalSolidList"/>
    <dgm:cxn modelId="{408D7BD2-68B7-4D29-9831-AA5954BEFD13}" type="presParOf" srcId="{2589A7D4-E027-4D5C-B8C9-9DDC4F9FB11B}" destId="{2975FF75-FCA8-4343-BE48-5A8055658318}" srcOrd="6" destOrd="0" presId="urn:microsoft.com/office/officeart/2018/2/layout/IconVerticalSolidList"/>
    <dgm:cxn modelId="{375C44A8-FA45-4AEE-A751-3A24F2C8FE1F}" type="presParOf" srcId="{2975FF75-FCA8-4343-BE48-5A8055658318}" destId="{15EE829D-6121-44FA-85EE-89A7D4EFAE9C}" srcOrd="0" destOrd="0" presId="urn:microsoft.com/office/officeart/2018/2/layout/IconVerticalSolidList"/>
    <dgm:cxn modelId="{0E43C759-D2E8-4059-AC41-261B6B24CDF9}" type="presParOf" srcId="{2975FF75-FCA8-4343-BE48-5A8055658318}" destId="{A7D6B034-181D-491C-9C37-9A656F6EF996}" srcOrd="1" destOrd="0" presId="urn:microsoft.com/office/officeart/2018/2/layout/IconVerticalSolidList"/>
    <dgm:cxn modelId="{81141187-6E68-4C60-A681-A5F4180CDBA6}" type="presParOf" srcId="{2975FF75-FCA8-4343-BE48-5A8055658318}" destId="{E4058B4D-DB4E-4D83-A47D-27AECE60B3E8}" srcOrd="2" destOrd="0" presId="urn:microsoft.com/office/officeart/2018/2/layout/IconVerticalSolidList"/>
    <dgm:cxn modelId="{4D093D5C-9908-4409-9B8E-6222A0AE239A}" type="presParOf" srcId="{2975FF75-FCA8-4343-BE48-5A8055658318}" destId="{C00150ED-D0E2-43CF-82F6-BD87F729D552}" srcOrd="3" destOrd="0" presId="urn:microsoft.com/office/officeart/2018/2/layout/IconVerticalSolidList"/>
    <dgm:cxn modelId="{AFE708EB-50AE-484F-9F92-8144F2500C94}" type="presParOf" srcId="{2589A7D4-E027-4D5C-B8C9-9DDC4F9FB11B}" destId="{517A22C6-BF72-450F-94C8-3ECB119C364B}" srcOrd="7" destOrd="0" presId="urn:microsoft.com/office/officeart/2018/2/layout/IconVerticalSolidList"/>
    <dgm:cxn modelId="{B57A5937-BF2C-4E0F-80A7-67004CFD1156}" type="presParOf" srcId="{2589A7D4-E027-4D5C-B8C9-9DDC4F9FB11B}" destId="{5A972CFC-C3EB-45D1-80B4-41FFB12E3475}" srcOrd="8" destOrd="0" presId="urn:microsoft.com/office/officeart/2018/2/layout/IconVerticalSolidList"/>
    <dgm:cxn modelId="{8EC4F976-7F78-4EEC-B7B6-A3FFAF2EE405}" type="presParOf" srcId="{5A972CFC-C3EB-45D1-80B4-41FFB12E3475}" destId="{A89F8412-A084-4D2D-8D55-55B1F11DFA63}" srcOrd="0" destOrd="0" presId="urn:microsoft.com/office/officeart/2018/2/layout/IconVerticalSolidList"/>
    <dgm:cxn modelId="{BEF84009-A09C-463B-BB33-A8622F079CEF}" type="presParOf" srcId="{5A972CFC-C3EB-45D1-80B4-41FFB12E3475}" destId="{AB56454F-132C-446C-A465-719E6084EDDD}" srcOrd="1" destOrd="0" presId="urn:microsoft.com/office/officeart/2018/2/layout/IconVerticalSolidList"/>
    <dgm:cxn modelId="{CF0A62D4-880F-430F-907B-D855253DA667}" type="presParOf" srcId="{5A972CFC-C3EB-45D1-80B4-41FFB12E3475}" destId="{662E6F41-BD84-43DE-8068-54EA80CF12DC}" srcOrd="2" destOrd="0" presId="urn:microsoft.com/office/officeart/2018/2/layout/IconVerticalSolidList"/>
    <dgm:cxn modelId="{004E47B5-42DA-46D2-9FA1-474978E1430F}" type="presParOf" srcId="{5A972CFC-C3EB-45D1-80B4-41FFB12E3475}" destId="{2382B953-9C77-4157-886A-766C6B29CF0E}" srcOrd="3" destOrd="0" presId="urn:microsoft.com/office/officeart/2018/2/layout/IconVerticalSolidList"/>
    <dgm:cxn modelId="{F4F9EEC7-1F01-4D30-9A99-D3F3C19DB83F}" type="presParOf" srcId="{2589A7D4-E027-4D5C-B8C9-9DDC4F9FB11B}" destId="{612646A1-47A9-42A0-8517-212A6FACA280}" srcOrd="9" destOrd="0" presId="urn:microsoft.com/office/officeart/2018/2/layout/IconVerticalSolidList"/>
    <dgm:cxn modelId="{C3036AF0-E260-4F07-A3F9-CD70BC712F19}" type="presParOf" srcId="{2589A7D4-E027-4D5C-B8C9-9DDC4F9FB11B}" destId="{8178E5E5-E47E-4483-8AED-9A359309A26E}" srcOrd="10" destOrd="0" presId="urn:microsoft.com/office/officeart/2018/2/layout/IconVerticalSolidList"/>
    <dgm:cxn modelId="{355B5300-ACFF-4D73-84FF-61CF7E8787DA}" type="presParOf" srcId="{8178E5E5-E47E-4483-8AED-9A359309A26E}" destId="{6855919E-A547-4331-A26D-87100B3D1B57}" srcOrd="0" destOrd="0" presId="urn:microsoft.com/office/officeart/2018/2/layout/IconVerticalSolidList"/>
    <dgm:cxn modelId="{1A5CD446-4EFF-45DE-BB83-576E159F623F}" type="presParOf" srcId="{8178E5E5-E47E-4483-8AED-9A359309A26E}" destId="{293861E4-F9D4-4AC6-B6CE-1BCB2D14C430}" srcOrd="1" destOrd="0" presId="urn:microsoft.com/office/officeart/2018/2/layout/IconVerticalSolidList"/>
    <dgm:cxn modelId="{DCEFDBBB-37EB-4757-9146-CEC0E842951B}" type="presParOf" srcId="{8178E5E5-E47E-4483-8AED-9A359309A26E}" destId="{E00560CE-5D72-4F9B-A44C-5AA002FCC9B3}" srcOrd="2" destOrd="0" presId="urn:microsoft.com/office/officeart/2018/2/layout/IconVerticalSolidList"/>
    <dgm:cxn modelId="{C4C8324E-319A-47DE-BD3D-3669F9159AE7}" type="presParOf" srcId="{8178E5E5-E47E-4483-8AED-9A359309A26E}" destId="{FBEC6F9D-41A5-4112-BFE4-E6709C5522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99F20B-8D79-4F25-8874-E25C8CDB43B2}" type="doc">
      <dgm:prSet loTypeId="urn:microsoft.com/office/officeart/2018/2/layout/IconVerticalSolidList" loCatId="icon" qsTypeId="urn:microsoft.com/office/officeart/2005/8/quickstyle/simple1#14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74290F9A-D388-4A6A-8296-2AB1DB5A08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Azure Automation är den rekommenderade plattformen för DSC i produktion.</a:t>
          </a:r>
        </a:p>
      </dgm:t>
    </dgm:pt>
    <dgm:pt modelId="{A2949761-C3A2-41A5-BE2E-058822C5FB28}" type="parTrans" cxnId="{13070FCE-703E-4AAD-B17D-BB6476DBDB98}">
      <dgm:prSet/>
      <dgm:spPr/>
      <dgm:t>
        <a:bodyPr/>
        <a:lstStyle/>
        <a:p>
          <a:endParaRPr lang="en-US"/>
        </a:p>
      </dgm:t>
    </dgm:pt>
    <dgm:pt modelId="{DF459600-E128-4ACD-BA5F-D5470C10BF7E}" type="sibTrans" cxnId="{13070FCE-703E-4AAD-B17D-BB6476DBDB98}">
      <dgm:prSet/>
      <dgm:spPr/>
      <dgm:t>
        <a:bodyPr/>
        <a:lstStyle/>
        <a:p>
          <a:endParaRPr lang="en-US"/>
        </a:p>
      </dgm:t>
    </dgm:pt>
    <dgm:pt modelId="{C875D655-0FA9-4EAF-BDCB-1A5CC045D1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Central hantering    Alla DSC-konfigurationer lagras på ett ställe </a:t>
          </a:r>
        </a:p>
      </dgm:t>
    </dgm:pt>
    <dgm:pt modelId="{604CA203-5557-471B-9EDF-BD7C221804F2}" type="parTrans" cxnId="{F1A70E16-8E37-4F49-AF4D-9BD37EA02AB7}">
      <dgm:prSet/>
      <dgm:spPr/>
      <dgm:t>
        <a:bodyPr/>
        <a:lstStyle/>
        <a:p>
          <a:endParaRPr lang="en-US"/>
        </a:p>
      </dgm:t>
    </dgm:pt>
    <dgm:pt modelId="{1DB86A9F-E1D2-487F-84DF-B9929A6A10DE}" type="sibTrans" cxnId="{F1A70E16-8E37-4F49-AF4D-9BD37EA02AB7}">
      <dgm:prSet/>
      <dgm:spPr/>
      <dgm:t>
        <a:bodyPr/>
        <a:lstStyle/>
        <a:p>
          <a:endParaRPr lang="en-US"/>
        </a:p>
      </dgm:t>
    </dgm:pt>
    <dgm:pt modelId="{5D6FD15E-0304-42B1-A7D8-6980532B95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Skalbarhet    Hantera tusentals servrar från samma plattform </a:t>
          </a:r>
        </a:p>
      </dgm:t>
    </dgm:pt>
    <dgm:pt modelId="{E70DE35D-2390-46DE-97F0-8D423A8F442E}" type="parTrans" cxnId="{5695229F-FBB3-4C3B-B83C-11622B22AC7B}">
      <dgm:prSet/>
      <dgm:spPr/>
      <dgm:t>
        <a:bodyPr/>
        <a:lstStyle/>
        <a:p>
          <a:endParaRPr lang="en-US"/>
        </a:p>
      </dgm:t>
    </dgm:pt>
    <dgm:pt modelId="{C611A377-4431-4EC3-BC86-CEDC5B346D58}" type="sibTrans" cxnId="{5695229F-FBB3-4C3B-B83C-11622B22AC7B}">
      <dgm:prSet/>
      <dgm:spPr/>
      <dgm:t>
        <a:bodyPr/>
        <a:lstStyle/>
        <a:p>
          <a:endParaRPr lang="en-US"/>
        </a:p>
      </dgm:t>
    </dgm:pt>
    <dgm:pt modelId="{E7F8A2F6-44EA-4452-A1BB-E6E5A94344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Rapportering    Se status för ALLA servrar – vilka är i önskat tillstånd? </a:t>
          </a:r>
        </a:p>
      </dgm:t>
    </dgm:pt>
    <dgm:pt modelId="{39AC9A16-6C1F-4731-9F4C-3CF22376901D}" type="parTrans" cxnId="{8745027E-C485-482F-ADA7-A5B07C383D19}">
      <dgm:prSet/>
      <dgm:spPr/>
      <dgm:t>
        <a:bodyPr/>
        <a:lstStyle/>
        <a:p>
          <a:endParaRPr lang="en-US"/>
        </a:p>
      </dgm:t>
    </dgm:pt>
    <dgm:pt modelId="{42FA5B26-201C-403D-8FB3-BB6741B2F4F0}" type="sibTrans" cxnId="{8745027E-C485-482F-ADA7-A5B07C383D19}">
      <dgm:prSet/>
      <dgm:spPr/>
      <dgm:t>
        <a:bodyPr/>
        <a:lstStyle/>
        <a:p>
          <a:endParaRPr lang="en-US"/>
        </a:p>
      </dgm:t>
    </dgm:pt>
    <dgm:pt modelId="{47DB2B42-9D58-4F6B-8829-D036184645D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Integrering    Fungerar med både lokala servrar och Azure VM:ar </a:t>
          </a:r>
        </a:p>
      </dgm:t>
    </dgm:pt>
    <dgm:pt modelId="{314C55B4-F4B8-4560-8C0E-79D101F89752}" type="parTrans" cxnId="{74393AEE-F1DF-4054-BFFB-BDC4B7DF0EB1}">
      <dgm:prSet/>
      <dgm:spPr/>
      <dgm:t>
        <a:bodyPr/>
        <a:lstStyle/>
        <a:p>
          <a:endParaRPr lang="en-US"/>
        </a:p>
      </dgm:t>
    </dgm:pt>
    <dgm:pt modelId="{84539DF4-DE67-40B3-84B8-2FB4981467F4}" type="sibTrans" cxnId="{74393AEE-F1DF-4054-BFFB-BDC4B7DF0EB1}">
      <dgm:prSet/>
      <dgm:spPr/>
      <dgm:t>
        <a:bodyPr/>
        <a:lstStyle/>
        <a:p>
          <a:endParaRPr lang="en-US"/>
        </a:p>
      </dgm:t>
    </dgm:pt>
    <dgm:pt modelId="{A4CC8338-360D-425D-838E-61A5CF041C5C}" type="pres">
      <dgm:prSet presAssocID="{0899F20B-8D79-4F25-8874-E25C8CDB43B2}" presName="root" presStyleCnt="0">
        <dgm:presLayoutVars>
          <dgm:dir/>
          <dgm:resizeHandles val="exact"/>
        </dgm:presLayoutVars>
      </dgm:prSet>
      <dgm:spPr/>
    </dgm:pt>
    <dgm:pt modelId="{C3190ECF-5C0A-4A28-A210-F2A5B24A46ED}" type="pres">
      <dgm:prSet presAssocID="{74290F9A-D388-4A6A-8296-2AB1DB5A0803}" presName="compNode" presStyleCnt="0"/>
      <dgm:spPr/>
    </dgm:pt>
    <dgm:pt modelId="{6DBB87D0-E6AE-4D85-84EB-DB6272D67CC1}" type="pres">
      <dgm:prSet presAssocID="{74290F9A-D388-4A6A-8296-2AB1DB5A0803}" presName="bgRect" presStyleLbl="bgShp" presStyleIdx="0" presStyleCnt="5"/>
      <dgm:spPr/>
    </dgm:pt>
    <dgm:pt modelId="{F3406573-CB61-4F0D-8C3C-0298A0B494DC}" type="pres">
      <dgm:prSet presAssocID="{74290F9A-D388-4A6A-8296-2AB1DB5A080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ln"/>
        </a:ext>
      </dgm:extLst>
    </dgm:pt>
    <dgm:pt modelId="{CFDBB158-BA1B-44AF-B402-F6EEB566F958}" type="pres">
      <dgm:prSet presAssocID="{74290F9A-D388-4A6A-8296-2AB1DB5A0803}" presName="spaceRect" presStyleCnt="0"/>
      <dgm:spPr/>
    </dgm:pt>
    <dgm:pt modelId="{6E4CE0DD-B291-4119-93FA-DBB2324C7DEC}" type="pres">
      <dgm:prSet presAssocID="{74290F9A-D388-4A6A-8296-2AB1DB5A0803}" presName="parTx" presStyleLbl="revTx" presStyleIdx="0" presStyleCnt="5">
        <dgm:presLayoutVars>
          <dgm:chMax val="0"/>
          <dgm:chPref val="0"/>
        </dgm:presLayoutVars>
      </dgm:prSet>
      <dgm:spPr/>
    </dgm:pt>
    <dgm:pt modelId="{5DCB468D-DFCF-465C-9A08-DF22DAF1CCE1}" type="pres">
      <dgm:prSet presAssocID="{DF459600-E128-4ACD-BA5F-D5470C10BF7E}" presName="sibTrans" presStyleCnt="0"/>
      <dgm:spPr/>
    </dgm:pt>
    <dgm:pt modelId="{E12DBA65-9674-4EBF-B8E6-8BD2C1841BF5}" type="pres">
      <dgm:prSet presAssocID="{C875D655-0FA9-4EAF-BDCB-1A5CC045D181}" presName="compNode" presStyleCnt="0"/>
      <dgm:spPr/>
    </dgm:pt>
    <dgm:pt modelId="{BEE56AF0-D8E9-4986-A208-CA985CEBE549}" type="pres">
      <dgm:prSet presAssocID="{C875D655-0FA9-4EAF-BDCB-1A5CC045D181}" presName="bgRect" presStyleLbl="bgShp" presStyleIdx="1" presStyleCnt="5"/>
      <dgm:spPr/>
    </dgm:pt>
    <dgm:pt modelId="{9685CCD2-E9E4-4845-97AB-9A35AFBB083B}" type="pres">
      <dgm:prSet presAssocID="{C875D655-0FA9-4EAF-BDCB-1A5CC045D18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"/>
        </a:ext>
      </dgm:extLst>
    </dgm:pt>
    <dgm:pt modelId="{1B6B9EF4-D945-4F61-AFB3-5177BB4454F0}" type="pres">
      <dgm:prSet presAssocID="{C875D655-0FA9-4EAF-BDCB-1A5CC045D181}" presName="spaceRect" presStyleCnt="0"/>
      <dgm:spPr/>
    </dgm:pt>
    <dgm:pt modelId="{6D15ACC4-5801-4DD3-8E9F-DC6A67C179AC}" type="pres">
      <dgm:prSet presAssocID="{C875D655-0FA9-4EAF-BDCB-1A5CC045D181}" presName="parTx" presStyleLbl="revTx" presStyleIdx="1" presStyleCnt="5">
        <dgm:presLayoutVars>
          <dgm:chMax val="0"/>
          <dgm:chPref val="0"/>
        </dgm:presLayoutVars>
      </dgm:prSet>
      <dgm:spPr/>
    </dgm:pt>
    <dgm:pt modelId="{A4294D77-F04A-4CA7-A627-4FE5E7351CBE}" type="pres">
      <dgm:prSet presAssocID="{1DB86A9F-E1D2-487F-84DF-B9929A6A10DE}" presName="sibTrans" presStyleCnt="0"/>
      <dgm:spPr/>
    </dgm:pt>
    <dgm:pt modelId="{0195F9AE-A12E-40C3-A9FC-BCCD1FCE0448}" type="pres">
      <dgm:prSet presAssocID="{5D6FD15E-0304-42B1-A7D8-6980532B95DB}" presName="compNode" presStyleCnt="0"/>
      <dgm:spPr/>
    </dgm:pt>
    <dgm:pt modelId="{2D69CF9D-77FD-4677-BEB5-B144B15B9C2E}" type="pres">
      <dgm:prSet presAssocID="{5D6FD15E-0304-42B1-A7D8-6980532B95DB}" presName="bgRect" presStyleLbl="bgShp" presStyleIdx="2" presStyleCnt="5"/>
      <dgm:spPr/>
    </dgm:pt>
    <dgm:pt modelId="{0EF95A69-9198-4288-AB50-EF0F3C407809}" type="pres">
      <dgm:prSet presAssocID="{5D6FD15E-0304-42B1-A7D8-6980532B95D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or"/>
        </a:ext>
      </dgm:extLst>
    </dgm:pt>
    <dgm:pt modelId="{F0B15618-9E05-4CB6-8E29-8255F0213AD6}" type="pres">
      <dgm:prSet presAssocID="{5D6FD15E-0304-42B1-A7D8-6980532B95DB}" presName="spaceRect" presStyleCnt="0"/>
      <dgm:spPr/>
    </dgm:pt>
    <dgm:pt modelId="{53163FA8-62D3-43BF-A74B-629110BE56B2}" type="pres">
      <dgm:prSet presAssocID="{5D6FD15E-0304-42B1-A7D8-6980532B95DB}" presName="parTx" presStyleLbl="revTx" presStyleIdx="2" presStyleCnt="5">
        <dgm:presLayoutVars>
          <dgm:chMax val="0"/>
          <dgm:chPref val="0"/>
        </dgm:presLayoutVars>
      </dgm:prSet>
      <dgm:spPr/>
    </dgm:pt>
    <dgm:pt modelId="{748D2A60-5F2E-441F-8676-921386FB87D2}" type="pres">
      <dgm:prSet presAssocID="{C611A377-4431-4EC3-BC86-CEDC5B346D58}" presName="sibTrans" presStyleCnt="0"/>
      <dgm:spPr/>
    </dgm:pt>
    <dgm:pt modelId="{EFD0F08C-19CD-40B5-8832-36924249B38A}" type="pres">
      <dgm:prSet presAssocID="{E7F8A2F6-44EA-4452-A1BB-E6E5A9434409}" presName="compNode" presStyleCnt="0"/>
      <dgm:spPr/>
    </dgm:pt>
    <dgm:pt modelId="{E2A7D05C-9273-4546-A1E3-C504FAF69D10}" type="pres">
      <dgm:prSet presAssocID="{E7F8A2F6-44EA-4452-A1BB-E6E5A9434409}" presName="bgRect" presStyleLbl="bgShp" presStyleIdx="3" presStyleCnt="5"/>
      <dgm:spPr/>
    </dgm:pt>
    <dgm:pt modelId="{662BCADA-48BF-4231-8490-99AE278694D6}" type="pres">
      <dgm:prSet presAssocID="{E7F8A2F6-44EA-4452-A1BB-E6E5A9434409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9A087BFC-54BA-48E0-859D-775E967147F9}" type="pres">
      <dgm:prSet presAssocID="{E7F8A2F6-44EA-4452-A1BB-E6E5A9434409}" presName="spaceRect" presStyleCnt="0"/>
      <dgm:spPr/>
    </dgm:pt>
    <dgm:pt modelId="{2634AC4C-5194-4B08-9BA0-7A36EE621FB6}" type="pres">
      <dgm:prSet presAssocID="{E7F8A2F6-44EA-4452-A1BB-E6E5A9434409}" presName="parTx" presStyleLbl="revTx" presStyleIdx="3" presStyleCnt="5">
        <dgm:presLayoutVars>
          <dgm:chMax val="0"/>
          <dgm:chPref val="0"/>
        </dgm:presLayoutVars>
      </dgm:prSet>
      <dgm:spPr/>
    </dgm:pt>
    <dgm:pt modelId="{29770FBE-EA55-4945-A9C4-CAC687D4E87A}" type="pres">
      <dgm:prSet presAssocID="{42FA5B26-201C-403D-8FB3-BB6741B2F4F0}" presName="sibTrans" presStyleCnt="0"/>
      <dgm:spPr/>
    </dgm:pt>
    <dgm:pt modelId="{FF5E42E3-32BA-4B6C-9A62-760BA0CDE173}" type="pres">
      <dgm:prSet presAssocID="{47DB2B42-9D58-4F6B-8829-D036184645D7}" presName="compNode" presStyleCnt="0"/>
      <dgm:spPr/>
    </dgm:pt>
    <dgm:pt modelId="{D1F02249-7142-4446-8BA4-5637B4841691}" type="pres">
      <dgm:prSet presAssocID="{47DB2B42-9D58-4F6B-8829-D036184645D7}" presName="bgRect" presStyleLbl="bgShp" presStyleIdx="4" presStyleCnt="5"/>
      <dgm:spPr/>
    </dgm:pt>
    <dgm:pt modelId="{62DE53BF-A6A2-426D-91F3-4DCF2CA99C87}" type="pres">
      <dgm:prSet presAssocID="{47DB2B42-9D58-4F6B-8829-D036184645D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ck"/>
        </a:ext>
      </dgm:extLst>
    </dgm:pt>
    <dgm:pt modelId="{A83CAD03-2CAC-4B44-A096-4A3696E1FAC9}" type="pres">
      <dgm:prSet presAssocID="{47DB2B42-9D58-4F6B-8829-D036184645D7}" presName="spaceRect" presStyleCnt="0"/>
      <dgm:spPr/>
    </dgm:pt>
    <dgm:pt modelId="{5F7BFB0F-B178-43F9-A530-B8860247680A}" type="pres">
      <dgm:prSet presAssocID="{47DB2B42-9D58-4F6B-8829-D036184645D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1A70E16-8E37-4F49-AF4D-9BD37EA02AB7}" srcId="{0899F20B-8D79-4F25-8874-E25C8CDB43B2}" destId="{C875D655-0FA9-4EAF-BDCB-1A5CC045D181}" srcOrd="1" destOrd="0" parTransId="{604CA203-5557-471B-9EDF-BD7C221804F2}" sibTransId="{1DB86A9F-E1D2-487F-84DF-B9929A6A10DE}"/>
    <dgm:cxn modelId="{A5C6D367-DEB6-4F5B-9C8E-AEF6248FB959}" type="presOf" srcId="{E7F8A2F6-44EA-4452-A1BB-E6E5A9434409}" destId="{2634AC4C-5194-4B08-9BA0-7A36EE621FB6}" srcOrd="0" destOrd="0" presId="urn:microsoft.com/office/officeart/2018/2/layout/IconVerticalSolidList"/>
    <dgm:cxn modelId="{9932E951-0844-4898-BF9E-C0C94DD43E1C}" type="presOf" srcId="{47DB2B42-9D58-4F6B-8829-D036184645D7}" destId="{5F7BFB0F-B178-43F9-A530-B8860247680A}" srcOrd="0" destOrd="0" presId="urn:microsoft.com/office/officeart/2018/2/layout/IconVerticalSolidList"/>
    <dgm:cxn modelId="{8745027E-C485-482F-ADA7-A5B07C383D19}" srcId="{0899F20B-8D79-4F25-8874-E25C8CDB43B2}" destId="{E7F8A2F6-44EA-4452-A1BB-E6E5A9434409}" srcOrd="3" destOrd="0" parTransId="{39AC9A16-6C1F-4731-9F4C-3CF22376901D}" sibTransId="{42FA5B26-201C-403D-8FB3-BB6741B2F4F0}"/>
    <dgm:cxn modelId="{DCA1F683-BE8B-47C4-BCA8-9819B7DA849C}" type="presOf" srcId="{C875D655-0FA9-4EAF-BDCB-1A5CC045D181}" destId="{6D15ACC4-5801-4DD3-8E9F-DC6A67C179AC}" srcOrd="0" destOrd="0" presId="urn:microsoft.com/office/officeart/2018/2/layout/IconVerticalSolidList"/>
    <dgm:cxn modelId="{0881818E-5C2F-475B-BFBF-3C171FB47C98}" type="presOf" srcId="{74290F9A-D388-4A6A-8296-2AB1DB5A0803}" destId="{6E4CE0DD-B291-4119-93FA-DBB2324C7DEC}" srcOrd="0" destOrd="0" presId="urn:microsoft.com/office/officeart/2018/2/layout/IconVerticalSolidList"/>
    <dgm:cxn modelId="{5695229F-FBB3-4C3B-B83C-11622B22AC7B}" srcId="{0899F20B-8D79-4F25-8874-E25C8CDB43B2}" destId="{5D6FD15E-0304-42B1-A7D8-6980532B95DB}" srcOrd="2" destOrd="0" parTransId="{E70DE35D-2390-46DE-97F0-8D423A8F442E}" sibTransId="{C611A377-4431-4EC3-BC86-CEDC5B346D58}"/>
    <dgm:cxn modelId="{13070FCE-703E-4AAD-B17D-BB6476DBDB98}" srcId="{0899F20B-8D79-4F25-8874-E25C8CDB43B2}" destId="{74290F9A-D388-4A6A-8296-2AB1DB5A0803}" srcOrd="0" destOrd="0" parTransId="{A2949761-C3A2-41A5-BE2E-058822C5FB28}" sibTransId="{DF459600-E128-4ACD-BA5F-D5470C10BF7E}"/>
    <dgm:cxn modelId="{DC380CEB-007C-4061-9FBB-568426EB93AB}" type="presOf" srcId="{5D6FD15E-0304-42B1-A7D8-6980532B95DB}" destId="{53163FA8-62D3-43BF-A74B-629110BE56B2}" srcOrd="0" destOrd="0" presId="urn:microsoft.com/office/officeart/2018/2/layout/IconVerticalSolidList"/>
    <dgm:cxn modelId="{74393AEE-F1DF-4054-BFFB-BDC4B7DF0EB1}" srcId="{0899F20B-8D79-4F25-8874-E25C8CDB43B2}" destId="{47DB2B42-9D58-4F6B-8829-D036184645D7}" srcOrd="4" destOrd="0" parTransId="{314C55B4-F4B8-4560-8C0E-79D101F89752}" sibTransId="{84539DF4-DE67-40B3-84B8-2FB4981467F4}"/>
    <dgm:cxn modelId="{615370FB-8073-42B1-A4D4-B7A4E4612839}" type="presOf" srcId="{0899F20B-8D79-4F25-8874-E25C8CDB43B2}" destId="{A4CC8338-360D-425D-838E-61A5CF041C5C}" srcOrd="0" destOrd="0" presId="urn:microsoft.com/office/officeart/2018/2/layout/IconVerticalSolidList"/>
    <dgm:cxn modelId="{45DC914C-3D64-4950-9CE1-83CC5FCFFAB2}" type="presParOf" srcId="{A4CC8338-360D-425D-838E-61A5CF041C5C}" destId="{C3190ECF-5C0A-4A28-A210-F2A5B24A46ED}" srcOrd="0" destOrd="0" presId="urn:microsoft.com/office/officeart/2018/2/layout/IconVerticalSolidList"/>
    <dgm:cxn modelId="{12C97BB4-FA36-47E9-82A6-55D1979E57FC}" type="presParOf" srcId="{C3190ECF-5C0A-4A28-A210-F2A5B24A46ED}" destId="{6DBB87D0-E6AE-4D85-84EB-DB6272D67CC1}" srcOrd="0" destOrd="0" presId="urn:microsoft.com/office/officeart/2018/2/layout/IconVerticalSolidList"/>
    <dgm:cxn modelId="{68DCAAEF-D5B6-45B5-889E-35D024DB4B90}" type="presParOf" srcId="{C3190ECF-5C0A-4A28-A210-F2A5B24A46ED}" destId="{F3406573-CB61-4F0D-8C3C-0298A0B494DC}" srcOrd="1" destOrd="0" presId="urn:microsoft.com/office/officeart/2018/2/layout/IconVerticalSolidList"/>
    <dgm:cxn modelId="{EA6E6CFC-2CF9-4CD5-95AE-46E21D62228D}" type="presParOf" srcId="{C3190ECF-5C0A-4A28-A210-F2A5B24A46ED}" destId="{CFDBB158-BA1B-44AF-B402-F6EEB566F958}" srcOrd="2" destOrd="0" presId="urn:microsoft.com/office/officeart/2018/2/layout/IconVerticalSolidList"/>
    <dgm:cxn modelId="{7B3A2748-5840-435E-8D49-C8FB7D5801A9}" type="presParOf" srcId="{C3190ECF-5C0A-4A28-A210-F2A5B24A46ED}" destId="{6E4CE0DD-B291-4119-93FA-DBB2324C7DEC}" srcOrd="3" destOrd="0" presId="urn:microsoft.com/office/officeart/2018/2/layout/IconVerticalSolidList"/>
    <dgm:cxn modelId="{8EA5C09D-5554-4C9B-B544-BA4E24EC30B7}" type="presParOf" srcId="{A4CC8338-360D-425D-838E-61A5CF041C5C}" destId="{5DCB468D-DFCF-465C-9A08-DF22DAF1CCE1}" srcOrd="1" destOrd="0" presId="urn:microsoft.com/office/officeart/2018/2/layout/IconVerticalSolidList"/>
    <dgm:cxn modelId="{4A947DC7-4EA4-4CF5-9FED-17577F9B9AAE}" type="presParOf" srcId="{A4CC8338-360D-425D-838E-61A5CF041C5C}" destId="{E12DBA65-9674-4EBF-B8E6-8BD2C1841BF5}" srcOrd="2" destOrd="0" presId="urn:microsoft.com/office/officeart/2018/2/layout/IconVerticalSolidList"/>
    <dgm:cxn modelId="{69BFF32B-1390-4153-8557-9071B8377421}" type="presParOf" srcId="{E12DBA65-9674-4EBF-B8E6-8BD2C1841BF5}" destId="{BEE56AF0-D8E9-4986-A208-CA985CEBE549}" srcOrd="0" destOrd="0" presId="urn:microsoft.com/office/officeart/2018/2/layout/IconVerticalSolidList"/>
    <dgm:cxn modelId="{CDC4818D-AE0E-47B6-9D3F-5E2BBACD49B6}" type="presParOf" srcId="{E12DBA65-9674-4EBF-B8E6-8BD2C1841BF5}" destId="{9685CCD2-E9E4-4845-97AB-9A35AFBB083B}" srcOrd="1" destOrd="0" presId="urn:microsoft.com/office/officeart/2018/2/layout/IconVerticalSolidList"/>
    <dgm:cxn modelId="{059C7178-391A-4C45-BAD0-9C70EBBBD571}" type="presParOf" srcId="{E12DBA65-9674-4EBF-B8E6-8BD2C1841BF5}" destId="{1B6B9EF4-D945-4F61-AFB3-5177BB4454F0}" srcOrd="2" destOrd="0" presId="urn:microsoft.com/office/officeart/2018/2/layout/IconVerticalSolidList"/>
    <dgm:cxn modelId="{C3881E5C-7968-4063-B2E0-74F1C33CDC94}" type="presParOf" srcId="{E12DBA65-9674-4EBF-B8E6-8BD2C1841BF5}" destId="{6D15ACC4-5801-4DD3-8E9F-DC6A67C179AC}" srcOrd="3" destOrd="0" presId="urn:microsoft.com/office/officeart/2018/2/layout/IconVerticalSolidList"/>
    <dgm:cxn modelId="{4E0E716E-0346-435C-99B5-83F882E0BF8C}" type="presParOf" srcId="{A4CC8338-360D-425D-838E-61A5CF041C5C}" destId="{A4294D77-F04A-4CA7-A627-4FE5E7351CBE}" srcOrd="3" destOrd="0" presId="urn:microsoft.com/office/officeart/2018/2/layout/IconVerticalSolidList"/>
    <dgm:cxn modelId="{79FDB50C-263F-4710-A267-D96F7B5C7045}" type="presParOf" srcId="{A4CC8338-360D-425D-838E-61A5CF041C5C}" destId="{0195F9AE-A12E-40C3-A9FC-BCCD1FCE0448}" srcOrd="4" destOrd="0" presId="urn:microsoft.com/office/officeart/2018/2/layout/IconVerticalSolidList"/>
    <dgm:cxn modelId="{DD11AF3F-DE52-4018-B611-150AA58B5954}" type="presParOf" srcId="{0195F9AE-A12E-40C3-A9FC-BCCD1FCE0448}" destId="{2D69CF9D-77FD-4677-BEB5-B144B15B9C2E}" srcOrd="0" destOrd="0" presId="urn:microsoft.com/office/officeart/2018/2/layout/IconVerticalSolidList"/>
    <dgm:cxn modelId="{E8A63D89-4230-49F7-8BFE-C8F5A022D26F}" type="presParOf" srcId="{0195F9AE-A12E-40C3-A9FC-BCCD1FCE0448}" destId="{0EF95A69-9198-4288-AB50-EF0F3C407809}" srcOrd="1" destOrd="0" presId="urn:microsoft.com/office/officeart/2018/2/layout/IconVerticalSolidList"/>
    <dgm:cxn modelId="{FB10C7DE-17F9-421F-A51E-58C27A1B828F}" type="presParOf" srcId="{0195F9AE-A12E-40C3-A9FC-BCCD1FCE0448}" destId="{F0B15618-9E05-4CB6-8E29-8255F0213AD6}" srcOrd="2" destOrd="0" presId="urn:microsoft.com/office/officeart/2018/2/layout/IconVerticalSolidList"/>
    <dgm:cxn modelId="{A4BB3BED-082D-4F30-B3C9-6501A803BF4B}" type="presParOf" srcId="{0195F9AE-A12E-40C3-A9FC-BCCD1FCE0448}" destId="{53163FA8-62D3-43BF-A74B-629110BE56B2}" srcOrd="3" destOrd="0" presId="urn:microsoft.com/office/officeart/2018/2/layout/IconVerticalSolidList"/>
    <dgm:cxn modelId="{A063C999-479C-4F11-91BE-F714BF72D1BD}" type="presParOf" srcId="{A4CC8338-360D-425D-838E-61A5CF041C5C}" destId="{748D2A60-5F2E-441F-8676-921386FB87D2}" srcOrd="5" destOrd="0" presId="urn:microsoft.com/office/officeart/2018/2/layout/IconVerticalSolidList"/>
    <dgm:cxn modelId="{85CD470D-BF99-46B1-B1DA-635FDE9FCEBC}" type="presParOf" srcId="{A4CC8338-360D-425D-838E-61A5CF041C5C}" destId="{EFD0F08C-19CD-40B5-8832-36924249B38A}" srcOrd="6" destOrd="0" presId="urn:microsoft.com/office/officeart/2018/2/layout/IconVerticalSolidList"/>
    <dgm:cxn modelId="{7F8975AF-FDAD-438E-B84C-C3BD94778E41}" type="presParOf" srcId="{EFD0F08C-19CD-40B5-8832-36924249B38A}" destId="{E2A7D05C-9273-4546-A1E3-C504FAF69D10}" srcOrd="0" destOrd="0" presId="urn:microsoft.com/office/officeart/2018/2/layout/IconVerticalSolidList"/>
    <dgm:cxn modelId="{69DA41FD-2252-4160-A25F-44E1B1A07219}" type="presParOf" srcId="{EFD0F08C-19CD-40B5-8832-36924249B38A}" destId="{662BCADA-48BF-4231-8490-99AE278694D6}" srcOrd="1" destOrd="0" presId="urn:microsoft.com/office/officeart/2018/2/layout/IconVerticalSolidList"/>
    <dgm:cxn modelId="{D3752914-3C9F-4EC3-BB35-3B8A6E60FDE6}" type="presParOf" srcId="{EFD0F08C-19CD-40B5-8832-36924249B38A}" destId="{9A087BFC-54BA-48E0-859D-775E967147F9}" srcOrd="2" destOrd="0" presId="urn:microsoft.com/office/officeart/2018/2/layout/IconVerticalSolidList"/>
    <dgm:cxn modelId="{34A7BC04-019B-440B-88F6-27D701FC3C56}" type="presParOf" srcId="{EFD0F08C-19CD-40B5-8832-36924249B38A}" destId="{2634AC4C-5194-4B08-9BA0-7A36EE621FB6}" srcOrd="3" destOrd="0" presId="urn:microsoft.com/office/officeart/2018/2/layout/IconVerticalSolidList"/>
    <dgm:cxn modelId="{24A642F6-8586-4F8A-AF26-566710E4CBF7}" type="presParOf" srcId="{A4CC8338-360D-425D-838E-61A5CF041C5C}" destId="{29770FBE-EA55-4945-A9C4-CAC687D4E87A}" srcOrd="7" destOrd="0" presId="urn:microsoft.com/office/officeart/2018/2/layout/IconVerticalSolidList"/>
    <dgm:cxn modelId="{D59E42AD-7051-441C-96F0-D3E1CC7C0BBB}" type="presParOf" srcId="{A4CC8338-360D-425D-838E-61A5CF041C5C}" destId="{FF5E42E3-32BA-4B6C-9A62-760BA0CDE173}" srcOrd="8" destOrd="0" presId="urn:microsoft.com/office/officeart/2018/2/layout/IconVerticalSolidList"/>
    <dgm:cxn modelId="{EE3A9C33-C388-46D7-8627-AD6D431F06CC}" type="presParOf" srcId="{FF5E42E3-32BA-4B6C-9A62-760BA0CDE173}" destId="{D1F02249-7142-4446-8BA4-5637B4841691}" srcOrd="0" destOrd="0" presId="urn:microsoft.com/office/officeart/2018/2/layout/IconVerticalSolidList"/>
    <dgm:cxn modelId="{15AA767F-B624-4CEC-A0A0-5070D4F6820F}" type="presParOf" srcId="{FF5E42E3-32BA-4B6C-9A62-760BA0CDE173}" destId="{62DE53BF-A6A2-426D-91F3-4DCF2CA99C87}" srcOrd="1" destOrd="0" presId="urn:microsoft.com/office/officeart/2018/2/layout/IconVerticalSolidList"/>
    <dgm:cxn modelId="{34A0652A-E5C1-4A2E-868C-41CEEDBC6DE2}" type="presParOf" srcId="{FF5E42E3-32BA-4B6C-9A62-760BA0CDE173}" destId="{A83CAD03-2CAC-4B44-A096-4A3696E1FAC9}" srcOrd="2" destOrd="0" presId="urn:microsoft.com/office/officeart/2018/2/layout/IconVerticalSolidList"/>
    <dgm:cxn modelId="{7EF57D73-FBF1-47DE-886B-915425400239}" type="presParOf" srcId="{FF5E42E3-32BA-4B6C-9A62-760BA0CDE173}" destId="{5F7BFB0F-B178-43F9-A530-B886024768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47B844-1E68-4E55-8C4E-360EA0AC4524}" type="doc">
      <dgm:prSet loTypeId="urn:microsoft.com/office/officeart/2008/layout/LinedList" loCatId="list" qsTypeId="urn:microsoft.com/office/officeart/2005/8/quickstyle/simple1#33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1511F06-335F-446F-875E-44B6028E0F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"Version pinning" = Lås fast vilken version av DSC och resurser som ska användas.</a:t>
          </a:r>
          <a:endParaRPr lang="en-US"/>
        </a:p>
      </dgm:t>
    </dgm:pt>
    <dgm:pt modelId="{2CA633B3-98E4-454D-A76D-E047968B236F}" type="parTrans" cxnId="{065938B8-5CB8-4A40-9157-88919B09B4DD}">
      <dgm:prSet/>
      <dgm:spPr/>
      <dgm:t>
        <a:bodyPr/>
        <a:lstStyle/>
        <a:p>
          <a:endParaRPr lang="en-US"/>
        </a:p>
      </dgm:t>
    </dgm:pt>
    <dgm:pt modelId="{C31D766C-CBC3-4045-A54C-0A96EA13BA8A}" type="sibTrans" cxnId="{065938B8-5CB8-4A40-9157-88919B09B4DD}">
      <dgm:prSet/>
      <dgm:spPr/>
      <dgm:t>
        <a:bodyPr/>
        <a:lstStyle/>
        <a:p>
          <a:endParaRPr lang="en-US"/>
        </a:p>
      </dgm:t>
    </dgm:pt>
    <dgm:pt modelId="{B5C360A3-6621-4841-9725-0C17A3F078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Varför är detta viktigt?</a:t>
          </a:r>
          <a:endParaRPr lang="en-US"/>
        </a:p>
      </dgm:t>
    </dgm:pt>
    <dgm:pt modelId="{121CB3BD-EB31-428E-B834-BB4E2BAE740E}" type="parTrans" cxnId="{F448B172-435E-4E4D-A3C5-3CA20FC40303}">
      <dgm:prSet/>
      <dgm:spPr/>
      <dgm:t>
        <a:bodyPr/>
        <a:lstStyle/>
        <a:p>
          <a:endParaRPr lang="en-US"/>
        </a:p>
      </dgm:t>
    </dgm:pt>
    <dgm:pt modelId="{87DAA0E9-CA39-4CE2-8B53-F2FA90ADD2C6}" type="sibTrans" cxnId="{F448B172-435E-4E4D-A3C5-3CA20FC40303}">
      <dgm:prSet/>
      <dgm:spPr/>
      <dgm:t>
        <a:bodyPr/>
        <a:lstStyle/>
        <a:p>
          <a:endParaRPr lang="en-US"/>
        </a:p>
      </dgm:t>
    </dgm:pt>
    <dgm:pt modelId="{CF462EFD-D989-41C6-9931-DEBBE340F1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Utan pinning använder DSC alltid den senaste versionen</a:t>
          </a:r>
        </a:p>
      </dgm:t>
    </dgm:pt>
    <dgm:pt modelId="{62B870DF-8194-48FA-A032-1E0474294FAF}" type="parTrans" cxnId="{E6339CD1-16B0-4E01-A385-1DD2E9C121E9}">
      <dgm:prSet/>
      <dgm:spPr/>
      <dgm:t>
        <a:bodyPr/>
        <a:lstStyle/>
        <a:p>
          <a:endParaRPr lang="en-US"/>
        </a:p>
      </dgm:t>
    </dgm:pt>
    <dgm:pt modelId="{0B69B89F-EE09-4AB9-95CC-1522452B9EAE}" type="sibTrans" cxnId="{E6339CD1-16B0-4E01-A385-1DD2E9C121E9}">
      <dgm:prSet/>
      <dgm:spPr/>
      <dgm:t>
        <a:bodyPr/>
        <a:lstStyle/>
        <a:p>
          <a:endParaRPr lang="en-US"/>
        </a:p>
      </dgm:t>
    </dgm:pt>
    <dgm:pt modelId="{1F4DB070-B100-45D2-84B1-305C9B67EF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 ny version kan innehålla ändringar som bryter din konfiguration</a:t>
          </a:r>
        </a:p>
      </dgm:t>
    </dgm:pt>
    <dgm:pt modelId="{A2D16C76-0D33-4B04-99AD-8910AA697A44}" type="parTrans" cxnId="{6EA1287C-E55A-4182-B11F-2ABDBD4439D6}">
      <dgm:prSet/>
      <dgm:spPr/>
      <dgm:t>
        <a:bodyPr/>
        <a:lstStyle/>
        <a:p>
          <a:endParaRPr lang="en-US"/>
        </a:p>
      </dgm:t>
    </dgm:pt>
    <dgm:pt modelId="{A3E3025E-B065-44E2-8F70-1E16277DA701}" type="sibTrans" cxnId="{6EA1287C-E55A-4182-B11F-2ABDBD4439D6}">
      <dgm:prSet/>
      <dgm:spPr/>
      <dgm:t>
        <a:bodyPr/>
        <a:lstStyle/>
        <a:p>
          <a:endParaRPr lang="en-US"/>
        </a:p>
      </dgm:t>
    </dgm:pt>
    <dgm:pt modelId="{5A4BD07E-07C3-4548-BF8F-918CC01583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Med pinning får du exakt samma beteende oavsett när du kör </a:t>
          </a:r>
        </a:p>
      </dgm:t>
    </dgm:pt>
    <dgm:pt modelId="{4DDB45D8-E47F-41F0-9595-EBACC8D08966}" type="parTrans" cxnId="{75472111-FCB6-4A90-934E-78879E383291}">
      <dgm:prSet/>
      <dgm:spPr/>
      <dgm:t>
        <a:bodyPr/>
        <a:lstStyle/>
        <a:p>
          <a:endParaRPr lang="en-US"/>
        </a:p>
      </dgm:t>
    </dgm:pt>
    <dgm:pt modelId="{6DA6F7A0-2C8B-4F15-B1DC-202B6B62C6E5}" type="sibTrans" cxnId="{75472111-FCB6-4A90-934E-78879E383291}">
      <dgm:prSet/>
      <dgm:spPr/>
      <dgm:t>
        <a:bodyPr/>
        <a:lstStyle/>
        <a:p>
          <a:endParaRPr lang="en-US"/>
        </a:p>
      </dgm:t>
    </dgm:pt>
    <dgm:pt modelId="{E3ABCE6A-C33C-4607-989C-975AEDC75F29}" type="pres">
      <dgm:prSet presAssocID="{CC47B844-1E68-4E55-8C4E-360EA0AC4524}" presName="vert0" presStyleCnt="0">
        <dgm:presLayoutVars>
          <dgm:dir/>
          <dgm:animOne val="branch"/>
          <dgm:animLvl val="lvl"/>
        </dgm:presLayoutVars>
      </dgm:prSet>
      <dgm:spPr/>
    </dgm:pt>
    <dgm:pt modelId="{6243DB74-8A5A-4E2C-9F05-F76306E5E2E7}" type="pres">
      <dgm:prSet presAssocID="{F1511F06-335F-446F-875E-44B6028E0F81}" presName="thickLine" presStyleLbl="alignNode1" presStyleIdx="0" presStyleCnt="5"/>
      <dgm:spPr/>
    </dgm:pt>
    <dgm:pt modelId="{F14833A7-AF8C-4595-AD91-323B12D0B99E}" type="pres">
      <dgm:prSet presAssocID="{F1511F06-335F-446F-875E-44B6028E0F81}" presName="horz1" presStyleCnt="0"/>
      <dgm:spPr/>
    </dgm:pt>
    <dgm:pt modelId="{03BEFA7A-3FEB-4381-9078-0C59E752B774}" type="pres">
      <dgm:prSet presAssocID="{F1511F06-335F-446F-875E-44B6028E0F81}" presName="tx1" presStyleLbl="revTx" presStyleIdx="0" presStyleCnt="5"/>
      <dgm:spPr/>
    </dgm:pt>
    <dgm:pt modelId="{436E1340-58BE-455D-9752-0FA78B8F9EDC}" type="pres">
      <dgm:prSet presAssocID="{F1511F06-335F-446F-875E-44B6028E0F81}" presName="vert1" presStyleCnt="0"/>
      <dgm:spPr/>
    </dgm:pt>
    <dgm:pt modelId="{BC3FDA6F-3AEC-4145-8A10-BC9829B2052E}" type="pres">
      <dgm:prSet presAssocID="{B5C360A3-6621-4841-9725-0C17A3F078C8}" presName="thickLine" presStyleLbl="alignNode1" presStyleIdx="1" presStyleCnt="5"/>
      <dgm:spPr/>
    </dgm:pt>
    <dgm:pt modelId="{A2A16837-C0B4-4999-BCB2-D4ACDEC52D24}" type="pres">
      <dgm:prSet presAssocID="{B5C360A3-6621-4841-9725-0C17A3F078C8}" presName="horz1" presStyleCnt="0"/>
      <dgm:spPr/>
    </dgm:pt>
    <dgm:pt modelId="{25E79A81-A290-4534-A595-B9FE7795ECC2}" type="pres">
      <dgm:prSet presAssocID="{B5C360A3-6621-4841-9725-0C17A3F078C8}" presName="tx1" presStyleLbl="revTx" presStyleIdx="1" presStyleCnt="5"/>
      <dgm:spPr/>
    </dgm:pt>
    <dgm:pt modelId="{87E178BD-AE2E-497C-986A-8DB6951C6627}" type="pres">
      <dgm:prSet presAssocID="{B5C360A3-6621-4841-9725-0C17A3F078C8}" presName="vert1" presStyleCnt="0"/>
      <dgm:spPr/>
    </dgm:pt>
    <dgm:pt modelId="{6AD5AB1C-6F98-4727-8A06-24F05A29E2D1}" type="pres">
      <dgm:prSet presAssocID="{CF462EFD-D989-41C6-9931-DEBBE340F190}" presName="thickLine" presStyleLbl="alignNode1" presStyleIdx="2" presStyleCnt="5"/>
      <dgm:spPr/>
    </dgm:pt>
    <dgm:pt modelId="{D897CDC0-B28C-4B34-8737-59158A24ED81}" type="pres">
      <dgm:prSet presAssocID="{CF462EFD-D989-41C6-9931-DEBBE340F190}" presName="horz1" presStyleCnt="0"/>
      <dgm:spPr/>
    </dgm:pt>
    <dgm:pt modelId="{53F34D99-8286-4E05-9D4D-2CF1869BE1C8}" type="pres">
      <dgm:prSet presAssocID="{CF462EFD-D989-41C6-9931-DEBBE340F190}" presName="tx1" presStyleLbl="revTx" presStyleIdx="2" presStyleCnt="5"/>
      <dgm:spPr/>
    </dgm:pt>
    <dgm:pt modelId="{98661B3F-A998-4B74-989C-FF64E3000187}" type="pres">
      <dgm:prSet presAssocID="{CF462EFD-D989-41C6-9931-DEBBE340F190}" presName="vert1" presStyleCnt="0"/>
      <dgm:spPr/>
    </dgm:pt>
    <dgm:pt modelId="{37402B4B-6335-4BAF-BDCD-43B1F6B73C7E}" type="pres">
      <dgm:prSet presAssocID="{1F4DB070-B100-45D2-84B1-305C9B67EFC5}" presName="thickLine" presStyleLbl="alignNode1" presStyleIdx="3" presStyleCnt="5"/>
      <dgm:spPr/>
    </dgm:pt>
    <dgm:pt modelId="{4C7DB7A6-6214-41CA-97E6-8B7AD887B32C}" type="pres">
      <dgm:prSet presAssocID="{1F4DB070-B100-45D2-84B1-305C9B67EFC5}" presName="horz1" presStyleCnt="0"/>
      <dgm:spPr/>
    </dgm:pt>
    <dgm:pt modelId="{90C48AA9-A00E-4B1A-8F3E-A5256F6F9DD7}" type="pres">
      <dgm:prSet presAssocID="{1F4DB070-B100-45D2-84B1-305C9B67EFC5}" presName="tx1" presStyleLbl="revTx" presStyleIdx="3" presStyleCnt="5"/>
      <dgm:spPr/>
    </dgm:pt>
    <dgm:pt modelId="{013B9CA5-11C7-40ED-B294-2D16E1D2AECC}" type="pres">
      <dgm:prSet presAssocID="{1F4DB070-B100-45D2-84B1-305C9B67EFC5}" presName="vert1" presStyleCnt="0"/>
      <dgm:spPr/>
    </dgm:pt>
    <dgm:pt modelId="{F63C31B2-7C4D-439A-87D6-DEA9382DE5DB}" type="pres">
      <dgm:prSet presAssocID="{5A4BD07E-07C3-4548-BF8F-918CC015838A}" presName="thickLine" presStyleLbl="alignNode1" presStyleIdx="4" presStyleCnt="5"/>
      <dgm:spPr/>
    </dgm:pt>
    <dgm:pt modelId="{4C81B5EE-8247-4EF4-8204-9A7DC0DD46A3}" type="pres">
      <dgm:prSet presAssocID="{5A4BD07E-07C3-4548-BF8F-918CC015838A}" presName="horz1" presStyleCnt="0"/>
      <dgm:spPr/>
    </dgm:pt>
    <dgm:pt modelId="{73AEF0A2-610A-46B3-ACE7-303F48DEC2C3}" type="pres">
      <dgm:prSet presAssocID="{5A4BD07E-07C3-4548-BF8F-918CC015838A}" presName="tx1" presStyleLbl="revTx" presStyleIdx="4" presStyleCnt="5"/>
      <dgm:spPr/>
    </dgm:pt>
    <dgm:pt modelId="{6223F955-6D34-42F7-849F-DAAED404D1AD}" type="pres">
      <dgm:prSet presAssocID="{5A4BD07E-07C3-4548-BF8F-918CC015838A}" presName="vert1" presStyleCnt="0"/>
      <dgm:spPr/>
    </dgm:pt>
  </dgm:ptLst>
  <dgm:cxnLst>
    <dgm:cxn modelId="{3660E60A-CE3C-4521-86A5-572DE5EC0691}" type="presOf" srcId="{F1511F06-335F-446F-875E-44B6028E0F81}" destId="{03BEFA7A-3FEB-4381-9078-0C59E752B774}" srcOrd="0" destOrd="0" presId="urn:microsoft.com/office/officeart/2008/layout/LinedList"/>
    <dgm:cxn modelId="{75472111-FCB6-4A90-934E-78879E383291}" srcId="{CC47B844-1E68-4E55-8C4E-360EA0AC4524}" destId="{5A4BD07E-07C3-4548-BF8F-918CC015838A}" srcOrd="4" destOrd="0" parTransId="{4DDB45D8-E47F-41F0-9595-EBACC8D08966}" sibTransId="{6DA6F7A0-2C8B-4F15-B1DC-202B6B62C6E5}"/>
    <dgm:cxn modelId="{B8BE873D-1EEF-401B-A43F-CBD0D20F39CC}" type="presOf" srcId="{CF462EFD-D989-41C6-9931-DEBBE340F190}" destId="{53F34D99-8286-4E05-9D4D-2CF1869BE1C8}" srcOrd="0" destOrd="0" presId="urn:microsoft.com/office/officeart/2008/layout/LinedList"/>
    <dgm:cxn modelId="{8EA58F3E-9C3D-456A-8867-0166427B7810}" type="presOf" srcId="{B5C360A3-6621-4841-9725-0C17A3F078C8}" destId="{25E79A81-A290-4534-A595-B9FE7795ECC2}" srcOrd="0" destOrd="0" presId="urn:microsoft.com/office/officeart/2008/layout/LinedList"/>
    <dgm:cxn modelId="{8737A669-532F-48C6-9825-ACEA2479C6E0}" type="presOf" srcId="{5A4BD07E-07C3-4548-BF8F-918CC015838A}" destId="{73AEF0A2-610A-46B3-ACE7-303F48DEC2C3}" srcOrd="0" destOrd="0" presId="urn:microsoft.com/office/officeart/2008/layout/LinedList"/>
    <dgm:cxn modelId="{F448B172-435E-4E4D-A3C5-3CA20FC40303}" srcId="{CC47B844-1E68-4E55-8C4E-360EA0AC4524}" destId="{B5C360A3-6621-4841-9725-0C17A3F078C8}" srcOrd="1" destOrd="0" parTransId="{121CB3BD-EB31-428E-B834-BB4E2BAE740E}" sibTransId="{87DAA0E9-CA39-4CE2-8B53-F2FA90ADD2C6}"/>
    <dgm:cxn modelId="{5843DF79-E0E0-4778-92E9-6BAEB81341AB}" type="presOf" srcId="{1F4DB070-B100-45D2-84B1-305C9B67EFC5}" destId="{90C48AA9-A00E-4B1A-8F3E-A5256F6F9DD7}" srcOrd="0" destOrd="0" presId="urn:microsoft.com/office/officeart/2008/layout/LinedList"/>
    <dgm:cxn modelId="{6EA1287C-E55A-4182-B11F-2ABDBD4439D6}" srcId="{CC47B844-1E68-4E55-8C4E-360EA0AC4524}" destId="{1F4DB070-B100-45D2-84B1-305C9B67EFC5}" srcOrd="3" destOrd="0" parTransId="{A2D16C76-0D33-4B04-99AD-8910AA697A44}" sibTransId="{A3E3025E-B065-44E2-8F70-1E16277DA701}"/>
    <dgm:cxn modelId="{065938B8-5CB8-4A40-9157-88919B09B4DD}" srcId="{CC47B844-1E68-4E55-8C4E-360EA0AC4524}" destId="{F1511F06-335F-446F-875E-44B6028E0F81}" srcOrd="0" destOrd="0" parTransId="{2CA633B3-98E4-454D-A76D-E047968B236F}" sibTransId="{C31D766C-CBC3-4045-A54C-0A96EA13BA8A}"/>
    <dgm:cxn modelId="{E6339CD1-16B0-4E01-A385-1DD2E9C121E9}" srcId="{CC47B844-1E68-4E55-8C4E-360EA0AC4524}" destId="{CF462EFD-D989-41C6-9931-DEBBE340F190}" srcOrd="2" destOrd="0" parTransId="{62B870DF-8194-48FA-A032-1E0474294FAF}" sibTransId="{0B69B89F-EE09-4AB9-95CC-1522452B9EAE}"/>
    <dgm:cxn modelId="{B0FD36F2-58D8-44C5-AAA7-8714F5C78AF3}" type="presOf" srcId="{CC47B844-1E68-4E55-8C4E-360EA0AC4524}" destId="{E3ABCE6A-C33C-4607-989C-975AEDC75F29}" srcOrd="0" destOrd="0" presId="urn:microsoft.com/office/officeart/2008/layout/LinedList"/>
    <dgm:cxn modelId="{32FE9390-CE30-41A7-B959-5A6C7153EB94}" type="presParOf" srcId="{E3ABCE6A-C33C-4607-989C-975AEDC75F29}" destId="{6243DB74-8A5A-4E2C-9F05-F76306E5E2E7}" srcOrd="0" destOrd="0" presId="urn:microsoft.com/office/officeart/2008/layout/LinedList"/>
    <dgm:cxn modelId="{E2C55ED5-69F5-45AC-B84B-7BEB8FE652CE}" type="presParOf" srcId="{E3ABCE6A-C33C-4607-989C-975AEDC75F29}" destId="{F14833A7-AF8C-4595-AD91-323B12D0B99E}" srcOrd="1" destOrd="0" presId="urn:microsoft.com/office/officeart/2008/layout/LinedList"/>
    <dgm:cxn modelId="{8EBD0C17-9223-4E74-8F6F-2FB3A2E0323D}" type="presParOf" srcId="{F14833A7-AF8C-4595-AD91-323B12D0B99E}" destId="{03BEFA7A-3FEB-4381-9078-0C59E752B774}" srcOrd="0" destOrd="0" presId="urn:microsoft.com/office/officeart/2008/layout/LinedList"/>
    <dgm:cxn modelId="{C9F850AA-18D2-46A2-AE35-85CA9129443E}" type="presParOf" srcId="{F14833A7-AF8C-4595-AD91-323B12D0B99E}" destId="{436E1340-58BE-455D-9752-0FA78B8F9EDC}" srcOrd="1" destOrd="0" presId="urn:microsoft.com/office/officeart/2008/layout/LinedList"/>
    <dgm:cxn modelId="{73111DD4-8011-479B-8DCC-063A2DA48DE0}" type="presParOf" srcId="{E3ABCE6A-C33C-4607-989C-975AEDC75F29}" destId="{BC3FDA6F-3AEC-4145-8A10-BC9829B2052E}" srcOrd="2" destOrd="0" presId="urn:microsoft.com/office/officeart/2008/layout/LinedList"/>
    <dgm:cxn modelId="{C941F580-3529-4DFD-B833-FF1547526DD3}" type="presParOf" srcId="{E3ABCE6A-C33C-4607-989C-975AEDC75F29}" destId="{A2A16837-C0B4-4999-BCB2-D4ACDEC52D24}" srcOrd="3" destOrd="0" presId="urn:microsoft.com/office/officeart/2008/layout/LinedList"/>
    <dgm:cxn modelId="{950D34C8-469D-4372-BCEF-83154B220E26}" type="presParOf" srcId="{A2A16837-C0B4-4999-BCB2-D4ACDEC52D24}" destId="{25E79A81-A290-4534-A595-B9FE7795ECC2}" srcOrd="0" destOrd="0" presId="urn:microsoft.com/office/officeart/2008/layout/LinedList"/>
    <dgm:cxn modelId="{607B94C9-727A-44A9-A3F0-B90FAFCA498A}" type="presParOf" srcId="{A2A16837-C0B4-4999-BCB2-D4ACDEC52D24}" destId="{87E178BD-AE2E-497C-986A-8DB6951C6627}" srcOrd="1" destOrd="0" presId="urn:microsoft.com/office/officeart/2008/layout/LinedList"/>
    <dgm:cxn modelId="{3E96DB1A-A688-463F-B7EE-7389C933E19C}" type="presParOf" srcId="{E3ABCE6A-C33C-4607-989C-975AEDC75F29}" destId="{6AD5AB1C-6F98-4727-8A06-24F05A29E2D1}" srcOrd="4" destOrd="0" presId="urn:microsoft.com/office/officeart/2008/layout/LinedList"/>
    <dgm:cxn modelId="{6D9CBDB0-9922-4B8B-9D92-E1302F56DE4B}" type="presParOf" srcId="{E3ABCE6A-C33C-4607-989C-975AEDC75F29}" destId="{D897CDC0-B28C-4B34-8737-59158A24ED81}" srcOrd="5" destOrd="0" presId="urn:microsoft.com/office/officeart/2008/layout/LinedList"/>
    <dgm:cxn modelId="{FFC49080-AA2C-41FC-93EE-1B2FA0620831}" type="presParOf" srcId="{D897CDC0-B28C-4B34-8737-59158A24ED81}" destId="{53F34D99-8286-4E05-9D4D-2CF1869BE1C8}" srcOrd="0" destOrd="0" presId="urn:microsoft.com/office/officeart/2008/layout/LinedList"/>
    <dgm:cxn modelId="{9C51C010-01DD-4AE9-AA78-26F61927ED49}" type="presParOf" srcId="{D897CDC0-B28C-4B34-8737-59158A24ED81}" destId="{98661B3F-A998-4B74-989C-FF64E3000187}" srcOrd="1" destOrd="0" presId="urn:microsoft.com/office/officeart/2008/layout/LinedList"/>
    <dgm:cxn modelId="{A4ECAD3A-A46A-4DC3-91F3-B689A2B17B2F}" type="presParOf" srcId="{E3ABCE6A-C33C-4607-989C-975AEDC75F29}" destId="{37402B4B-6335-4BAF-BDCD-43B1F6B73C7E}" srcOrd="6" destOrd="0" presId="urn:microsoft.com/office/officeart/2008/layout/LinedList"/>
    <dgm:cxn modelId="{8200313D-76C6-4BD7-86CB-8A95D13B763B}" type="presParOf" srcId="{E3ABCE6A-C33C-4607-989C-975AEDC75F29}" destId="{4C7DB7A6-6214-41CA-97E6-8B7AD887B32C}" srcOrd="7" destOrd="0" presId="urn:microsoft.com/office/officeart/2008/layout/LinedList"/>
    <dgm:cxn modelId="{F665D0C3-E751-4BB6-B004-A9972C6AC855}" type="presParOf" srcId="{4C7DB7A6-6214-41CA-97E6-8B7AD887B32C}" destId="{90C48AA9-A00E-4B1A-8F3E-A5256F6F9DD7}" srcOrd="0" destOrd="0" presId="urn:microsoft.com/office/officeart/2008/layout/LinedList"/>
    <dgm:cxn modelId="{89D25101-2ADF-4F87-A41F-80D2C9C5AD9C}" type="presParOf" srcId="{4C7DB7A6-6214-41CA-97E6-8B7AD887B32C}" destId="{013B9CA5-11C7-40ED-B294-2D16E1D2AECC}" srcOrd="1" destOrd="0" presId="urn:microsoft.com/office/officeart/2008/layout/LinedList"/>
    <dgm:cxn modelId="{B4E0320C-F0CA-4F24-B5A6-ACC981F93061}" type="presParOf" srcId="{E3ABCE6A-C33C-4607-989C-975AEDC75F29}" destId="{F63C31B2-7C4D-439A-87D6-DEA9382DE5DB}" srcOrd="8" destOrd="0" presId="urn:microsoft.com/office/officeart/2008/layout/LinedList"/>
    <dgm:cxn modelId="{888A0703-61ED-431A-B2AC-029418DB1CE7}" type="presParOf" srcId="{E3ABCE6A-C33C-4607-989C-975AEDC75F29}" destId="{4C81B5EE-8247-4EF4-8204-9A7DC0DD46A3}" srcOrd="9" destOrd="0" presId="urn:microsoft.com/office/officeart/2008/layout/LinedList"/>
    <dgm:cxn modelId="{66EB8584-B674-4921-AC40-8343C95F8024}" type="presParOf" srcId="{4C81B5EE-8247-4EF4-8204-9A7DC0DD46A3}" destId="{73AEF0A2-610A-46B3-ACE7-303F48DEC2C3}" srcOrd="0" destOrd="0" presId="urn:microsoft.com/office/officeart/2008/layout/LinedList"/>
    <dgm:cxn modelId="{EADF2543-8849-45B6-ABD3-1820E18BD526}" type="presParOf" srcId="{4C81B5EE-8247-4EF4-8204-9A7DC0DD46A3}" destId="{6223F955-6D34-42F7-849F-DAAED404D1A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7F921C-3A44-443C-9105-A03D8F773F5D}">
      <dsp:nvSpPr>
        <dsp:cNvPr id="0" name=""/>
        <dsp:cNvSpPr/>
      </dsp:nvSpPr>
      <dsp:spPr>
        <a:xfrm>
          <a:off x="0" y="1346"/>
          <a:ext cx="12193035" cy="573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9824EA-8FB5-4023-8B02-6E9CF8EA0124}">
      <dsp:nvSpPr>
        <dsp:cNvPr id="0" name=""/>
        <dsp:cNvSpPr/>
      </dsp:nvSpPr>
      <dsp:spPr>
        <a:xfrm>
          <a:off x="173620" y="130486"/>
          <a:ext cx="315674" cy="3156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EF1F2-5EC5-4D79-989C-69E2D346E1F0}">
      <dsp:nvSpPr>
        <dsp:cNvPr id="0" name=""/>
        <dsp:cNvSpPr/>
      </dsp:nvSpPr>
      <dsp:spPr>
        <a:xfrm>
          <a:off x="662916" y="1346"/>
          <a:ext cx="11530118" cy="57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43" tIns="60743" rIns="60743" bIns="6074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Ny serverinstallation    DSC installerar automatiskt alla roller och funktioner (t.ex. IIS, DNS, DHCP) </a:t>
          </a:r>
        </a:p>
      </dsp:txBody>
      <dsp:txXfrm>
        <a:off x="662916" y="1346"/>
        <a:ext cx="11530118" cy="573953"/>
      </dsp:txXfrm>
    </dsp:sp>
    <dsp:sp modelId="{50BB8647-9323-4DCB-94F6-722CBDC25E71}">
      <dsp:nvSpPr>
        <dsp:cNvPr id="0" name=""/>
        <dsp:cNvSpPr/>
      </dsp:nvSpPr>
      <dsp:spPr>
        <a:xfrm>
          <a:off x="0" y="718789"/>
          <a:ext cx="12193035" cy="573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621FBD-D17E-44C8-93AD-43B7781A3A87}">
      <dsp:nvSpPr>
        <dsp:cNvPr id="0" name=""/>
        <dsp:cNvSpPr/>
      </dsp:nvSpPr>
      <dsp:spPr>
        <a:xfrm>
          <a:off x="173620" y="847928"/>
          <a:ext cx="315674" cy="3156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A0C0B6-7368-4188-A641-802BC12E2DCE}">
      <dsp:nvSpPr>
        <dsp:cNvPr id="0" name=""/>
        <dsp:cNvSpPr/>
      </dsp:nvSpPr>
      <dsp:spPr>
        <a:xfrm>
          <a:off x="662916" y="718789"/>
          <a:ext cx="11530118" cy="57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43" tIns="60743" rIns="60743" bIns="6074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Säkerhetsstandarder    DSC säkerställer att brandväggsregler, tjänster och registerinställningar är korrekta</a:t>
          </a:r>
        </a:p>
      </dsp:txBody>
      <dsp:txXfrm>
        <a:off x="662916" y="718789"/>
        <a:ext cx="11530118" cy="573953"/>
      </dsp:txXfrm>
    </dsp:sp>
    <dsp:sp modelId="{E8B1F0B9-9D4A-43AD-B3AC-1331E7358D1F}">
      <dsp:nvSpPr>
        <dsp:cNvPr id="0" name=""/>
        <dsp:cNvSpPr/>
      </dsp:nvSpPr>
      <dsp:spPr>
        <a:xfrm>
          <a:off x="0" y="1436231"/>
          <a:ext cx="12193035" cy="573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9D2430-53E3-48AF-BFC6-7F55B4ED2EDF}">
      <dsp:nvSpPr>
        <dsp:cNvPr id="0" name=""/>
        <dsp:cNvSpPr/>
      </dsp:nvSpPr>
      <dsp:spPr>
        <a:xfrm>
          <a:off x="173620" y="1565370"/>
          <a:ext cx="315674" cy="3156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4C175-001D-4A82-8259-8D473E8AF1A9}">
      <dsp:nvSpPr>
        <dsp:cNvPr id="0" name=""/>
        <dsp:cNvSpPr/>
      </dsp:nvSpPr>
      <dsp:spPr>
        <a:xfrm>
          <a:off x="662916" y="1436231"/>
          <a:ext cx="11530118" cy="57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43" tIns="60743" rIns="60743" bIns="6074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Webbplatsdrift    DSC håller IIS-webbplatser igång med rätt inställningar </a:t>
          </a:r>
        </a:p>
      </dsp:txBody>
      <dsp:txXfrm>
        <a:off x="662916" y="1436231"/>
        <a:ext cx="11530118" cy="573953"/>
      </dsp:txXfrm>
    </dsp:sp>
    <dsp:sp modelId="{15EE829D-6121-44FA-85EE-89A7D4EFAE9C}">
      <dsp:nvSpPr>
        <dsp:cNvPr id="0" name=""/>
        <dsp:cNvSpPr/>
      </dsp:nvSpPr>
      <dsp:spPr>
        <a:xfrm>
          <a:off x="0" y="2153673"/>
          <a:ext cx="12193035" cy="573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6B034-181D-491C-9C37-9A656F6EF996}">
      <dsp:nvSpPr>
        <dsp:cNvPr id="0" name=""/>
        <dsp:cNvSpPr/>
      </dsp:nvSpPr>
      <dsp:spPr>
        <a:xfrm>
          <a:off x="173620" y="2282812"/>
          <a:ext cx="315674" cy="3156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150ED-D0E2-43CF-82F6-BD87F729D552}">
      <dsp:nvSpPr>
        <dsp:cNvPr id="0" name=""/>
        <dsp:cNvSpPr/>
      </dsp:nvSpPr>
      <dsp:spPr>
        <a:xfrm>
          <a:off x="662916" y="2153673"/>
          <a:ext cx="11530118" cy="57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43" tIns="60743" rIns="60743" bIns="6074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Azure-miljöer    DSC används med Azure Automation State Configuration för att hantera både lokala servrar och moln-VM:ar </a:t>
          </a:r>
        </a:p>
      </dsp:txBody>
      <dsp:txXfrm>
        <a:off x="662916" y="2153673"/>
        <a:ext cx="11530118" cy="573953"/>
      </dsp:txXfrm>
    </dsp:sp>
    <dsp:sp modelId="{A89F8412-A084-4D2D-8D55-55B1F11DFA63}">
      <dsp:nvSpPr>
        <dsp:cNvPr id="0" name=""/>
        <dsp:cNvSpPr/>
      </dsp:nvSpPr>
      <dsp:spPr>
        <a:xfrm>
          <a:off x="0" y="2871115"/>
          <a:ext cx="12193035" cy="573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6454F-132C-446C-A465-719E6084EDDD}">
      <dsp:nvSpPr>
        <dsp:cNvPr id="0" name=""/>
        <dsp:cNvSpPr/>
      </dsp:nvSpPr>
      <dsp:spPr>
        <a:xfrm>
          <a:off x="173620" y="3000254"/>
          <a:ext cx="315674" cy="3156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2B953-9C77-4157-886A-766C6B29CF0E}">
      <dsp:nvSpPr>
        <dsp:cNvPr id="0" name=""/>
        <dsp:cNvSpPr/>
      </dsp:nvSpPr>
      <dsp:spPr>
        <a:xfrm>
          <a:off x="662916" y="2871115"/>
          <a:ext cx="11530118" cy="57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43" tIns="60743" rIns="60743" bIns="6074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Active Directory    DSC-moduler för deployment och konfiguration av Active Directory Domain Services finns tillgängliga via DSC Community </a:t>
          </a:r>
        </a:p>
      </dsp:txBody>
      <dsp:txXfrm>
        <a:off x="662916" y="2871115"/>
        <a:ext cx="11530118" cy="573953"/>
      </dsp:txXfrm>
    </dsp:sp>
    <dsp:sp modelId="{6855919E-A547-4331-A26D-87100B3D1B57}">
      <dsp:nvSpPr>
        <dsp:cNvPr id="0" name=""/>
        <dsp:cNvSpPr/>
      </dsp:nvSpPr>
      <dsp:spPr>
        <a:xfrm>
          <a:off x="0" y="3588557"/>
          <a:ext cx="12193035" cy="5739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861E4-F9D4-4AC6-B6CE-1BCB2D14C430}">
      <dsp:nvSpPr>
        <dsp:cNvPr id="0" name=""/>
        <dsp:cNvSpPr/>
      </dsp:nvSpPr>
      <dsp:spPr>
        <a:xfrm>
          <a:off x="173620" y="3717696"/>
          <a:ext cx="315674" cy="31567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EC6F9D-41A5-4112-BFE4-E6709C55228F}">
      <dsp:nvSpPr>
        <dsp:cNvPr id="0" name=""/>
        <dsp:cNvSpPr/>
      </dsp:nvSpPr>
      <dsp:spPr>
        <a:xfrm>
          <a:off x="662916" y="3588557"/>
          <a:ext cx="11530118" cy="573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743" tIns="60743" rIns="60743" bIns="60743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SQL Server    DSC-resurser för deployment och konfiguration av Microsoft SQL Server finns i SqlServerDsc-modulen </a:t>
          </a:r>
        </a:p>
      </dsp:txBody>
      <dsp:txXfrm>
        <a:off x="662916" y="3588557"/>
        <a:ext cx="11530118" cy="5739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BB87D0-E6AE-4D85-84EB-DB6272D67CC1}">
      <dsp:nvSpPr>
        <dsp:cNvPr id="0" name=""/>
        <dsp:cNvSpPr/>
      </dsp:nvSpPr>
      <dsp:spPr>
        <a:xfrm>
          <a:off x="0" y="5147"/>
          <a:ext cx="8385413" cy="1096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06573-CB61-4F0D-8C3C-0298A0B494DC}">
      <dsp:nvSpPr>
        <dsp:cNvPr id="0" name=""/>
        <dsp:cNvSpPr/>
      </dsp:nvSpPr>
      <dsp:spPr>
        <a:xfrm>
          <a:off x="331654" y="251832"/>
          <a:ext cx="603008" cy="6030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4CE0DD-B291-4119-93FA-DBB2324C7DEC}">
      <dsp:nvSpPr>
        <dsp:cNvPr id="0" name=""/>
        <dsp:cNvSpPr/>
      </dsp:nvSpPr>
      <dsp:spPr>
        <a:xfrm>
          <a:off x="1266317" y="5147"/>
          <a:ext cx="7119095" cy="1096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033" tIns="116033" rIns="116033" bIns="1160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Azure Automation är den rekommenderade plattformen för DSC i produktion.</a:t>
          </a:r>
        </a:p>
      </dsp:txBody>
      <dsp:txXfrm>
        <a:off x="1266317" y="5147"/>
        <a:ext cx="7119095" cy="1096378"/>
      </dsp:txXfrm>
    </dsp:sp>
    <dsp:sp modelId="{BEE56AF0-D8E9-4986-A208-CA985CEBE549}">
      <dsp:nvSpPr>
        <dsp:cNvPr id="0" name=""/>
        <dsp:cNvSpPr/>
      </dsp:nvSpPr>
      <dsp:spPr>
        <a:xfrm>
          <a:off x="0" y="1375620"/>
          <a:ext cx="8385413" cy="1096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85CCD2-E9E4-4845-97AB-9A35AFBB083B}">
      <dsp:nvSpPr>
        <dsp:cNvPr id="0" name=""/>
        <dsp:cNvSpPr/>
      </dsp:nvSpPr>
      <dsp:spPr>
        <a:xfrm>
          <a:off x="331654" y="1622305"/>
          <a:ext cx="603008" cy="6030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5ACC4-5801-4DD3-8E9F-DC6A67C179AC}">
      <dsp:nvSpPr>
        <dsp:cNvPr id="0" name=""/>
        <dsp:cNvSpPr/>
      </dsp:nvSpPr>
      <dsp:spPr>
        <a:xfrm>
          <a:off x="1266317" y="1375620"/>
          <a:ext cx="7119095" cy="1096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033" tIns="116033" rIns="116033" bIns="1160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Central hantering    Alla DSC-konfigurationer lagras på ett ställe </a:t>
          </a:r>
        </a:p>
      </dsp:txBody>
      <dsp:txXfrm>
        <a:off x="1266317" y="1375620"/>
        <a:ext cx="7119095" cy="1096378"/>
      </dsp:txXfrm>
    </dsp:sp>
    <dsp:sp modelId="{2D69CF9D-77FD-4677-BEB5-B144B15B9C2E}">
      <dsp:nvSpPr>
        <dsp:cNvPr id="0" name=""/>
        <dsp:cNvSpPr/>
      </dsp:nvSpPr>
      <dsp:spPr>
        <a:xfrm>
          <a:off x="0" y="2746093"/>
          <a:ext cx="8385413" cy="1096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95A69-9198-4288-AB50-EF0F3C407809}">
      <dsp:nvSpPr>
        <dsp:cNvPr id="0" name=""/>
        <dsp:cNvSpPr/>
      </dsp:nvSpPr>
      <dsp:spPr>
        <a:xfrm>
          <a:off x="331654" y="2992778"/>
          <a:ext cx="603008" cy="6030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163FA8-62D3-43BF-A74B-629110BE56B2}">
      <dsp:nvSpPr>
        <dsp:cNvPr id="0" name=""/>
        <dsp:cNvSpPr/>
      </dsp:nvSpPr>
      <dsp:spPr>
        <a:xfrm>
          <a:off x="1266317" y="2746093"/>
          <a:ext cx="7119095" cy="1096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033" tIns="116033" rIns="116033" bIns="1160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Skalbarhet    Hantera tusentals servrar från samma plattform </a:t>
          </a:r>
        </a:p>
      </dsp:txBody>
      <dsp:txXfrm>
        <a:off x="1266317" y="2746093"/>
        <a:ext cx="7119095" cy="1096378"/>
      </dsp:txXfrm>
    </dsp:sp>
    <dsp:sp modelId="{E2A7D05C-9273-4546-A1E3-C504FAF69D10}">
      <dsp:nvSpPr>
        <dsp:cNvPr id="0" name=""/>
        <dsp:cNvSpPr/>
      </dsp:nvSpPr>
      <dsp:spPr>
        <a:xfrm>
          <a:off x="0" y="4116566"/>
          <a:ext cx="8385413" cy="1096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2BCADA-48BF-4231-8490-99AE278694D6}">
      <dsp:nvSpPr>
        <dsp:cNvPr id="0" name=""/>
        <dsp:cNvSpPr/>
      </dsp:nvSpPr>
      <dsp:spPr>
        <a:xfrm>
          <a:off x="331654" y="4363251"/>
          <a:ext cx="603008" cy="6030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4AC4C-5194-4B08-9BA0-7A36EE621FB6}">
      <dsp:nvSpPr>
        <dsp:cNvPr id="0" name=""/>
        <dsp:cNvSpPr/>
      </dsp:nvSpPr>
      <dsp:spPr>
        <a:xfrm>
          <a:off x="1266317" y="4116566"/>
          <a:ext cx="7119095" cy="1096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033" tIns="116033" rIns="116033" bIns="1160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Rapportering    Se status för ALLA servrar – vilka är i önskat tillstånd? </a:t>
          </a:r>
        </a:p>
      </dsp:txBody>
      <dsp:txXfrm>
        <a:off x="1266317" y="4116566"/>
        <a:ext cx="7119095" cy="1096378"/>
      </dsp:txXfrm>
    </dsp:sp>
    <dsp:sp modelId="{D1F02249-7142-4446-8BA4-5637B4841691}">
      <dsp:nvSpPr>
        <dsp:cNvPr id="0" name=""/>
        <dsp:cNvSpPr/>
      </dsp:nvSpPr>
      <dsp:spPr>
        <a:xfrm>
          <a:off x="0" y="5487039"/>
          <a:ext cx="8385413" cy="10963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E53BF-A6A2-426D-91F3-4DCF2CA99C87}">
      <dsp:nvSpPr>
        <dsp:cNvPr id="0" name=""/>
        <dsp:cNvSpPr/>
      </dsp:nvSpPr>
      <dsp:spPr>
        <a:xfrm>
          <a:off x="331654" y="5733724"/>
          <a:ext cx="603008" cy="6030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7BFB0F-B178-43F9-A530-B8860247680A}">
      <dsp:nvSpPr>
        <dsp:cNvPr id="0" name=""/>
        <dsp:cNvSpPr/>
      </dsp:nvSpPr>
      <dsp:spPr>
        <a:xfrm>
          <a:off x="1266317" y="5487039"/>
          <a:ext cx="7119095" cy="1096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033" tIns="116033" rIns="116033" bIns="1160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Integrering    Fungerar med både lokala servrar och Azure VM:ar </a:t>
          </a:r>
        </a:p>
      </dsp:txBody>
      <dsp:txXfrm>
        <a:off x="1266317" y="5487039"/>
        <a:ext cx="7119095" cy="10963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43DB74-8A5A-4E2C-9F05-F76306E5E2E7}">
      <dsp:nvSpPr>
        <dsp:cNvPr id="0" name=""/>
        <dsp:cNvSpPr/>
      </dsp:nvSpPr>
      <dsp:spPr>
        <a:xfrm>
          <a:off x="0" y="613"/>
          <a:ext cx="12039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EFA7A-3FEB-4381-9078-0C59E752B774}">
      <dsp:nvSpPr>
        <dsp:cNvPr id="0" name=""/>
        <dsp:cNvSpPr/>
      </dsp:nvSpPr>
      <dsp:spPr>
        <a:xfrm>
          <a:off x="0" y="613"/>
          <a:ext cx="12039598" cy="100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"Version pinning" = Lås fast vilken version av DSC och resurser som ska användas.</a:t>
          </a:r>
          <a:endParaRPr lang="en-US" sz="2600" kern="1200"/>
        </a:p>
      </dsp:txBody>
      <dsp:txXfrm>
        <a:off x="0" y="613"/>
        <a:ext cx="12039598" cy="1005342"/>
      </dsp:txXfrm>
    </dsp:sp>
    <dsp:sp modelId="{BC3FDA6F-3AEC-4145-8A10-BC9829B2052E}">
      <dsp:nvSpPr>
        <dsp:cNvPr id="0" name=""/>
        <dsp:cNvSpPr/>
      </dsp:nvSpPr>
      <dsp:spPr>
        <a:xfrm>
          <a:off x="0" y="1005956"/>
          <a:ext cx="12039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79A81-A290-4534-A595-B9FE7795ECC2}">
      <dsp:nvSpPr>
        <dsp:cNvPr id="0" name=""/>
        <dsp:cNvSpPr/>
      </dsp:nvSpPr>
      <dsp:spPr>
        <a:xfrm>
          <a:off x="0" y="1005956"/>
          <a:ext cx="12039598" cy="100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Varför är detta viktigt?</a:t>
          </a:r>
          <a:endParaRPr lang="en-US" sz="2600" kern="1200"/>
        </a:p>
      </dsp:txBody>
      <dsp:txXfrm>
        <a:off x="0" y="1005956"/>
        <a:ext cx="12039598" cy="1005342"/>
      </dsp:txXfrm>
    </dsp:sp>
    <dsp:sp modelId="{6AD5AB1C-6F98-4727-8A06-24F05A29E2D1}">
      <dsp:nvSpPr>
        <dsp:cNvPr id="0" name=""/>
        <dsp:cNvSpPr/>
      </dsp:nvSpPr>
      <dsp:spPr>
        <a:xfrm>
          <a:off x="0" y="2011298"/>
          <a:ext cx="12039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34D99-8286-4E05-9D4D-2CF1869BE1C8}">
      <dsp:nvSpPr>
        <dsp:cNvPr id="0" name=""/>
        <dsp:cNvSpPr/>
      </dsp:nvSpPr>
      <dsp:spPr>
        <a:xfrm>
          <a:off x="0" y="2011298"/>
          <a:ext cx="12039598" cy="100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Utan pinning använder DSC alltid den senaste versionen</a:t>
          </a:r>
        </a:p>
      </dsp:txBody>
      <dsp:txXfrm>
        <a:off x="0" y="2011298"/>
        <a:ext cx="12039598" cy="1005342"/>
      </dsp:txXfrm>
    </dsp:sp>
    <dsp:sp modelId="{37402B4B-6335-4BAF-BDCD-43B1F6B73C7E}">
      <dsp:nvSpPr>
        <dsp:cNvPr id="0" name=""/>
        <dsp:cNvSpPr/>
      </dsp:nvSpPr>
      <dsp:spPr>
        <a:xfrm>
          <a:off x="0" y="3016641"/>
          <a:ext cx="12039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48AA9-A00E-4B1A-8F3E-A5256F6F9DD7}">
      <dsp:nvSpPr>
        <dsp:cNvPr id="0" name=""/>
        <dsp:cNvSpPr/>
      </dsp:nvSpPr>
      <dsp:spPr>
        <a:xfrm>
          <a:off x="0" y="3016641"/>
          <a:ext cx="12039598" cy="100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 ny version kan innehålla ändringar som bryter din konfiguration</a:t>
          </a:r>
        </a:p>
      </dsp:txBody>
      <dsp:txXfrm>
        <a:off x="0" y="3016641"/>
        <a:ext cx="12039598" cy="1005342"/>
      </dsp:txXfrm>
    </dsp:sp>
    <dsp:sp modelId="{F63C31B2-7C4D-439A-87D6-DEA9382DE5DB}">
      <dsp:nvSpPr>
        <dsp:cNvPr id="0" name=""/>
        <dsp:cNvSpPr/>
      </dsp:nvSpPr>
      <dsp:spPr>
        <a:xfrm>
          <a:off x="0" y="4021983"/>
          <a:ext cx="120395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EF0A2-610A-46B3-ACE7-303F48DEC2C3}">
      <dsp:nvSpPr>
        <dsp:cNvPr id="0" name=""/>
        <dsp:cNvSpPr/>
      </dsp:nvSpPr>
      <dsp:spPr>
        <a:xfrm>
          <a:off x="0" y="4021983"/>
          <a:ext cx="12039598" cy="1005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Med pinning får du exakt samma beteende oavsett när du kör </a:t>
          </a:r>
        </a:p>
      </dsp:txBody>
      <dsp:txXfrm>
        <a:off x="0" y="4021983"/>
        <a:ext cx="12039598" cy="10053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8442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2272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672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236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7765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660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1076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4896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7145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2371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644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60A13A-DB3F-4AD5-B6AF-BDA0278A0A39}" type="datetimeFigureOut">
              <a:rPr lang="sv-SE" smtClean="0"/>
              <a:t>2026-08-14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2F05B-BAF9-488D-83DE-20A7CCFAC190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728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0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dRKvj7qTZcHVWiGt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sv-SE" sz="4800">
                <a:solidFill>
                  <a:srgbClr val="FFFFFF"/>
                </a:solidFill>
                <a:ea typeface="+mj-lt"/>
                <a:cs typeface="+mj-lt"/>
              </a:rPr>
              <a:t>PowerShell DSC </a:t>
            </a:r>
            <a:br>
              <a:rPr lang="sv-SE" sz="480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sv-SE" sz="4800">
                <a:solidFill>
                  <a:srgbClr val="FFFFFF"/>
                </a:solidFill>
                <a:ea typeface="+mj-lt"/>
                <a:cs typeface="+mj-lt"/>
              </a:rPr>
              <a:t>(Desired State Configuration)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sv-SE"/>
              <a:t>Arseniy Buzyan</a:t>
            </a:r>
          </a:p>
        </p:txBody>
      </p:sp>
    </p:spTree>
    <p:extLst>
      <p:ext uri="{BB962C8B-B14F-4D97-AF65-F5344CB8AC3E}">
        <p14:creationId xmlns:p14="http://schemas.microsoft.com/office/powerpoint/2010/main" val="3194377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7E60DA1-CC85-06DB-DFB0-A4050DFA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30" y="586855"/>
            <a:ext cx="4949766" cy="3951941"/>
          </a:xfrm>
        </p:spPr>
        <p:txBody>
          <a:bodyPr anchor="b">
            <a:normAutofit/>
          </a:bodyPr>
          <a:lstStyle/>
          <a:p>
            <a:pPr algn="r"/>
            <a:r>
              <a:rPr lang="sv-SE" sz="4800">
                <a:solidFill>
                  <a:srgbClr val="FFFFFF"/>
                </a:solidFill>
                <a:ea typeface="+mj-lt"/>
                <a:cs typeface="+mj-lt"/>
              </a:rPr>
              <a:t>Vad är Desired State Configuration (DSC)?</a:t>
            </a:r>
            <a:endParaRPr lang="sv-SE" sz="4800">
              <a:solidFill>
                <a:srgbClr val="FFFFFF"/>
              </a:solidFill>
            </a:endParaRPr>
          </a:p>
        </p:txBody>
      </p:sp>
      <p:sp>
        <p:nvSpPr>
          <p:cNvPr id="15" name="Platshållare för innehåll 2">
            <a:extLst>
              <a:ext uri="{FF2B5EF4-FFF2-40B4-BE49-F238E27FC236}">
                <a16:creationId xmlns:a16="http://schemas.microsoft.com/office/drawing/2014/main" id="{679C2571-D40A-21C5-D27C-BAF9099D9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047" y="370"/>
            <a:ext cx="6471113" cy="68583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z="3200">
                <a:ea typeface="+mn-lt"/>
                <a:cs typeface="+mn-lt"/>
              </a:rPr>
              <a:t>DSC är en plattform för att automatiskt säkerställa att dina Windows-system alltid är i det tillstånd du vill ha dem i.</a:t>
            </a:r>
          </a:p>
          <a:p>
            <a:r>
              <a:rPr lang="sv-SE" sz="3200">
                <a:ea typeface="+mn-lt"/>
                <a:cs typeface="+mn-lt"/>
              </a:rPr>
              <a:t>DSC är som en "städrobot" för dina servrar. Du beskriver HUR servern ska se ut (t.ex. "IIS ska vara installerat, tjänsten ska vara igång, och den här filen ska finnas") – och DSC ser till att det blir så, oavsett hur många gånger du kör det.</a:t>
            </a:r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9CAC8191-FB75-D71F-2A08-5A6AB9E513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00" t="6854" r="4634" b="6828"/>
          <a:stretch>
            <a:fillRect/>
          </a:stretch>
        </p:blipFill>
        <p:spPr>
          <a:xfrm>
            <a:off x="2447" y="196973"/>
            <a:ext cx="12189558" cy="647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8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6B25408-C3FA-6ECD-0053-F8576E8F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Varför DSC?</a:t>
            </a:r>
            <a:endParaRPr lang="sv-SE" sz="4000">
              <a:solidFill>
                <a:srgbClr val="FFFFFF"/>
              </a:solidFill>
            </a:endParaRP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6B081AC-7949-57A5-4D02-3D12AF6C9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148" y="508369"/>
            <a:ext cx="8037013" cy="167960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000">
                <a:ea typeface="+mn-lt"/>
                <a:cs typeface="+mn-lt"/>
              </a:rPr>
              <a:t>Idempotent: DSC-konfigurationer är idempotenta – du kan köra dem om och om igen utan negativa bieffekter. Om systemet redan är i önskat tillstånd gör DSC ingenting.</a:t>
            </a:r>
            <a:endParaRPr lang="sv-SE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27515D12-2AF8-3020-0C9F-E244808BE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74659"/>
              </p:ext>
            </p:extLst>
          </p:nvPr>
        </p:nvGraphicFramePr>
        <p:xfrm>
          <a:off x="4063999" y="2370666"/>
          <a:ext cx="8080300" cy="37615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40150">
                  <a:extLst>
                    <a:ext uri="{9D8B030D-6E8A-4147-A177-3AD203B41FA5}">
                      <a16:colId xmlns:a16="http://schemas.microsoft.com/office/drawing/2014/main" val="736044908"/>
                    </a:ext>
                  </a:extLst>
                </a:gridCol>
                <a:gridCol w="4040150">
                  <a:extLst>
                    <a:ext uri="{9D8B030D-6E8A-4147-A177-3AD203B41FA5}">
                      <a16:colId xmlns:a16="http://schemas.microsoft.com/office/drawing/2014/main" val="1513719217"/>
                    </a:ext>
                  </a:extLst>
                </a:gridCol>
              </a:tblGrid>
              <a:tr h="671838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Problem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Lösning med DSC</a:t>
                      </a:r>
                      <a:endParaRPr lang="sv-SE" sz="2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601094"/>
                  </a:ext>
                </a:extLst>
              </a:tr>
              <a:tr h="103499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Konfigurationsglidning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– servrar ändras över tid och blir olika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DSC återställer servrar till önskat tillstånd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28951"/>
                  </a:ext>
                </a:extLst>
              </a:tr>
              <a:tr h="99868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Manuella fel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– glömda steg vid konfiguration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Allt görs automatiskt och konsekvent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0911"/>
                  </a:ext>
                </a:extLst>
              </a:tr>
              <a:tr h="99868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Svårt att återskapa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 – "det funkar på min dator"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Samma konfiguration varje gång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360802"/>
                  </a:ext>
                </a:extLst>
              </a:tr>
            </a:tbl>
          </a:graphicData>
        </a:graphic>
      </p:graphicFrame>
      <p:pic>
        <p:nvPicPr>
          <p:cNvPr id="4" name="Bildobjekt 3">
            <a:extLst>
              <a:ext uri="{FF2B5EF4-FFF2-40B4-BE49-F238E27FC236}">
                <a16:creationId xmlns:a16="http://schemas.microsoft.com/office/drawing/2014/main" id="{DCDB17C7-4159-CFAC-0140-7E6FA929B2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5" t="7179" r="4738" b="6831"/>
          <a:stretch>
            <a:fillRect/>
          </a:stretch>
        </p:blipFill>
        <p:spPr>
          <a:xfrm>
            <a:off x="13138" y="159931"/>
            <a:ext cx="12166157" cy="650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33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27D3716E-A863-5E2B-D9EC-420BE8852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Från Verkligheten – DSC I Svenska IT-miljöer</a:t>
            </a:r>
          </a:p>
        </p:txBody>
      </p:sp>
      <p:sp>
        <p:nvSpPr>
          <p:cNvPr id="33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423DED6-1ED1-54E1-870F-F95CA31BB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1874" y="4797188"/>
            <a:ext cx="6051236" cy="124182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r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DSC används för att automatisera och standardisera Windows-serverkonfiguration i produktion.</a:t>
            </a:r>
          </a:p>
        </p:txBody>
      </p:sp>
      <p:sp>
        <p:nvSpPr>
          <p:cNvPr id="34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47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ABB4050-9303-2AB4-C139-2A3D4CF73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809" y="-10569"/>
            <a:ext cx="9718111" cy="1087616"/>
          </a:xfrm>
        </p:spPr>
        <p:txBody>
          <a:bodyPr anchor="ctr">
            <a:normAutofit/>
          </a:bodyPr>
          <a:lstStyle/>
          <a:p>
            <a:r>
              <a:rPr lang="sv-SE" sz="4000">
                <a:solidFill>
                  <a:srgbClr val="FFFFFF"/>
                </a:solidFill>
                <a:ea typeface="+mj-lt"/>
                <a:cs typeface="+mj-lt"/>
              </a:rPr>
              <a:t>Exempel på användningsområden</a:t>
            </a:r>
            <a:endParaRPr lang="sv-SE" sz="4000">
              <a:solidFill>
                <a:srgbClr val="FFFFFF"/>
              </a:solidFill>
            </a:endParaRPr>
          </a:p>
        </p:txBody>
      </p:sp>
      <p:graphicFrame>
        <p:nvGraphicFramePr>
          <p:cNvPr id="14" name="Platshållare för innehåll 2">
            <a:extLst>
              <a:ext uri="{FF2B5EF4-FFF2-40B4-BE49-F238E27FC236}">
                <a16:creationId xmlns:a16="http://schemas.microsoft.com/office/drawing/2014/main" id="{E68E28FA-D116-C14A-9ECA-1250695BBA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8535548"/>
              </p:ext>
            </p:extLst>
          </p:nvPr>
        </p:nvGraphicFramePr>
        <p:xfrm>
          <a:off x="-2924" y="1710205"/>
          <a:ext cx="12193035" cy="4163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0" name="textruta 119">
            <a:extLst>
              <a:ext uri="{FF2B5EF4-FFF2-40B4-BE49-F238E27FC236}">
                <a16:creationId xmlns:a16="http://schemas.microsoft.com/office/drawing/2014/main" id="{0914586B-8593-6535-4009-B173ABCA1CCC}"/>
              </a:ext>
            </a:extLst>
          </p:cNvPr>
          <p:cNvSpPr txBox="1"/>
          <p:nvPr/>
        </p:nvSpPr>
        <p:spPr>
          <a:xfrm>
            <a:off x="143774" y="6060057"/>
            <a:ext cx="115881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Varför </a:t>
            </a:r>
            <a:r>
              <a:rPr lang="en-US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detta</a:t>
            </a:r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är</a:t>
            </a:r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1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viktigt</a:t>
            </a:r>
            <a:r>
              <a:rPr lang="en-US" b="1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: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Enligt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en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kurs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från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Skillsoft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är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DSC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en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central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komponent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i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Microsoft DevOps-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lösningar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(AZ-400) för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att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upptäcka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och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åtgärda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konfigurationsglidning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i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 Windows-</a:t>
            </a:r>
            <a:r>
              <a:rPr lang="en-US" b="0" i="0" dirty="0" err="1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miljöer</a:t>
            </a:r>
            <a:r>
              <a:rPr lang="en-US" b="0" i="0" dirty="0">
                <a:solidFill>
                  <a:srgbClr val="0F1115"/>
                </a:solidFill>
                <a:latin typeface="quote-cjk-patch"/>
                <a:ea typeface="quote-cjk-patch"/>
                <a:cs typeface="quote-cjk-patch"/>
              </a:rPr>
              <a:t> 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3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E62A684-4959-199C-7AD0-DD997E1B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76538"/>
            <a:ext cx="9144000" cy="13811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bg2"/>
                </a:solidFill>
                <a:latin typeface="+mj-lt"/>
                <a:ea typeface="+mj-ea"/>
                <a:cs typeface="+mj-cs"/>
              </a:rPr>
              <a:t>DSC Arkitektur – Tre Huvudkomponenter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7696314-EDB5-0236-6D2D-A27DDA49E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495800"/>
            <a:ext cx="9144000" cy="762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DSC består av tre komponenter som samverkar för att hålla dina servrar i önskat tillstånd.</a:t>
            </a:r>
          </a:p>
        </p:txBody>
      </p:sp>
    </p:spTree>
    <p:extLst>
      <p:ext uri="{BB962C8B-B14F-4D97-AF65-F5344CB8AC3E}">
        <p14:creationId xmlns:p14="http://schemas.microsoft.com/office/powerpoint/2010/main" val="28757094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562BE08-B6EA-B3C3-2762-1DC24EF76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5074024"/>
            <a:ext cx="10109199" cy="5980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 – DSC 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arkitektur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95AE0-8789-FAD6-A987-32E65C185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4390253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latshållare för innehåll 3">
            <a:extLst>
              <a:ext uri="{FF2B5EF4-FFF2-40B4-BE49-F238E27FC236}">
                <a16:creationId xmlns:a16="http://schemas.microsoft.com/office/drawing/2014/main" id="{74D0B396-2D0D-1D91-5E5F-E5EC57978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532" y="921109"/>
            <a:ext cx="12176884" cy="250484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67AA61-5C27-F30F-D229-06CBE570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4811517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039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EBD72E9B-9CF4-AECD-E3B9-8D353F9DC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De tre komponenterna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D6A0F38-61D5-DE7F-DC56-3AF5869C9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89" y="2013705"/>
            <a:ext cx="12180029" cy="118094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400" dirty="0">
                <a:ea typeface="+mn-lt"/>
                <a:cs typeface="+mn-lt"/>
              </a:rPr>
              <a:t>Enligt Microsoft: LCM är den komponent som regelbundet kontrollerar systemet och vid behov applicerar konfigurationen för att återställa önskat tillstånd . LCM är en integrerad del </a:t>
            </a:r>
            <a:r>
              <a:rPr lang="sv-SE" sz="2400">
                <a:ea typeface="+mn-lt"/>
                <a:cs typeface="+mn-lt"/>
              </a:rPr>
              <a:t>av Windows.</a:t>
            </a:r>
            <a:endParaRPr lang="sv-SE" sz="24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37306628-076B-7327-F44A-9E39913EC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442363"/>
              </p:ext>
            </p:extLst>
          </p:nvPr>
        </p:nvGraphicFramePr>
        <p:xfrm>
          <a:off x="-1" y="3245068"/>
          <a:ext cx="12220207" cy="356418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192637">
                  <a:extLst>
                    <a:ext uri="{9D8B030D-6E8A-4147-A177-3AD203B41FA5}">
                      <a16:colId xmlns:a16="http://schemas.microsoft.com/office/drawing/2014/main" val="3628070607"/>
                    </a:ext>
                  </a:extLst>
                </a:gridCol>
                <a:gridCol w="4621388">
                  <a:extLst>
                    <a:ext uri="{9D8B030D-6E8A-4147-A177-3AD203B41FA5}">
                      <a16:colId xmlns:a16="http://schemas.microsoft.com/office/drawing/2014/main" val="3493512295"/>
                    </a:ext>
                  </a:extLst>
                </a:gridCol>
                <a:gridCol w="4406182">
                  <a:extLst>
                    <a:ext uri="{9D8B030D-6E8A-4147-A177-3AD203B41FA5}">
                      <a16:colId xmlns:a16="http://schemas.microsoft.com/office/drawing/2014/main" val="3200901878"/>
                    </a:ext>
                  </a:extLst>
                </a:gridCol>
              </a:tblGrid>
              <a:tr h="629604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Komponent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Exempel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226379"/>
                  </a:ext>
                </a:extLst>
              </a:tr>
              <a:tr h="97063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Konfiguration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Beskriver önskat tillstånd i PowerShell-skript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Configuration InstallIIS { ... }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194859"/>
                  </a:ext>
                </a:extLst>
              </a:tr>
              <a:tr h="97063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Resurser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Kod som utför ändringarna (t.ex. installera IIS, skapa filer)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WindowsFeature IIS { Name = "Web-Server" }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354462"/>
                  </a:ext>
                </a:extLst>
              </a:tr>
              <a:tr h="970639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Local Configuration Manager (LCM)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Motorn som kör konfigurationen på noden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Start-DscConfiguration -Path .\InstallIIS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460301"/>
                  </a:ext>
                </a:extLst>
              </a:tr>
            </a:tbl>
          </a:graphicData>
        </a:graphic>
      </p:graphicFrame>
      <p:pic>
        <p:nvPicPr>
          <p:cNvPr id="4" name="Bildobjekt 3">
            <a:extLst>
              <a:ext uri="{FF2B5EF4-FFF2-40B4-BE49-F238E27FC236}">
                <a16:creationId xmlns:a16="http://schemas.microsoft.com/office/drawing/2014/main" id="{C61E7AD0-A26F-088B-34F0-7EE90D80CD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5" t="6960" r="4580" b="6087"/>
          <a:stretch>
            <a:fillRect/>
          </a:stretch>
        </p:blipFill>
        <p:spPr>
          <a:xfrm>
            <a:off x="-6569" y="256772"/>
            <a:ext cx="12185443" cy="651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08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FBDE888-BEC7-A57A-8E5E-E91D23C4E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DSC v2 vs v3 – Viktiga Skillnader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44562FA-3800-2757-9E64-C2BB0F646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159" y="1704965"/>
            <a:ext cx="12193167" cy="10889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2000">
                <a:ea typeface="+mn-lt"/>
                <a:cs typeface="+mn-lt"/>
              </a:rPr>
              <a:t>DSC v3 är en komplett omskrivning – med stora arkitekturförändringar!</a:t>
            </a:r>
          </a:p>
          <a:p>
            <a:r>
              <a:rPr lang="sv-SE" sz="2000">
                <a:ea typeface="+mn-lt"/>
                <a:cs typeface="+mn-lt"/>
              </a:rPr>
              <a:t>Historik: DSC v1 och v2 levererades med Windows PowerShell och var beroende av Local Configuration Manager (LCM). DSC v3 är en fristående produkt som inte är beroende av PowerShell .</a:t>
            </a:r>
            <a:endParaRPr lang="sv-SE" sz="20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5466AA8F-DF64-C7CE-0195-E2CF24A90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944072"/>
              </p:ext>
            </p:extLst>
          </p:nvPr>
        </p:nvGraphicFramePr>
        <p:xfrm>
          <a:off x="13138" y="2910052"/>
          <a:ext cx="12183560" cy="37301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0277">
                  <a:extLst>
                    <a:ext uri="{9D8B030D-6E8A-4147-A177-3AD203B41FA5}">
                      <a16:colId xmlns:a16="http://schemas.microsoft.com/office/drawing/2014/main" val="3882992106"/>
                    </a:ext>
                  </a:extLst>
                </a:gridCol>
                <a:gridCol w="4480277">
                  <a:extLst>
                    <a:ext uri="{9D8B030D-6E8A-4147-A177-3AD203B41FA5}">
                      <a16:colId xmlns:a16="http://schemas.microsoft.com/office/drawing/2014/main" val="948507303"/>
                    </a:ext>
                  </a:extLst>
                </a:gridCol>
                <a:gridCol w="4493006">
                  <a:extLst>
                    <a:ext uri="{9D8B030D-6E8A-4147-A177-3AD203B41FA5}">
                      <a16:colId xmlns:a16="http://schemas.microsoft.com/office/drawing/2014/main" val="674980767"/>
                    </a:ext>
                  </a:extLst>
                </a:gridCol>
              </a:tblGrid>
              <a:tr h="4311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Aspekt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DSC v2 (Klassisk)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DSC v3 (2026)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493390"/>
                  </a:ext>
                </a:extLst>
              </a:tr>
              <a:tr h="66467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LCM (bakgrundstjänst)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Ja – kör kontinuerligt och korrigerar automatiskt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Nej – du måste schemalägga körningar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248394"/>
                  </a:ext>
                </a:extLst>
              </a:tr>
              <a:tr h="4311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Konfigurationsformat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MOF-filer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JSON eller YAML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375670"/>
                  </a:ext>
                </a:extLst>
              </a:tr>
              <a:tr h="4311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Plattform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Windows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Windows, Linux, macOS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970036"/>
                  </a:ext>
                </a:extLst>
              </a:tr>
              <a:tr h="664677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Resursspråk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PowerShell, Python, Bash, Go, Rust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959177"/>
                  </a:ext>
                </a:extLst>
              </a:tr>
              <a:tr h="431142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Körning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LCM som tjänst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Kommandoradsverktyg (</a:t>
                      </a:r>
                      <a:r>
                        <a:rPr lang="sv-SE" sz="12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dsc.exe</a:t>
                      </a: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949324"/>
                  </a:ext>
                </a:extLst>
              </a:tr>
            </a:tbl>
          </a:graphicData>
        </a:graphic>
      </p:graphicFrame>
      <p:pic>
        <p:nvPicPr>
          <p:cNvPr id="4" name="Bildobjekt 3">
            <a:extLst>
              <a:ext uri="{FF2B5EF4-FFF2-40B4-BE49-F238E27FC236}">
                <a16:creationId xmlns:a16="http://schemas.microsoft.com/office/drawing/2014/main" id="{4DF1ADA6-3FE7-7023-5F0D-B151F5D34E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37" t="5895" r="10326" b="9908"/>
          <a:stretch>
            <a:fillRect/>
          </a:stretch>
        </p:blipFill>
        <p:spPr>
          <a:xfrm>
            <a:off x="14474" y="1965"/>
            <a:ext cx="11923589" cy="685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31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3A7B9D05-B3F2-F787-A8BA-D92E86FBA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Nytt i DSC v3.2.0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A4655EA-3C0D-2738-D3CA-A640436E8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0297" y="1691827"/>
            <a:ext cx="12212874" cy="2002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 sz="2400" b="1">
                <a:highlight>
                  <a:srgbClr val="FFFFFF"/>
                </a:highlight>
                <a:ea typeface="+mn-lt"/>
                <a:cs typeface="+mn-lt"/>
              </a:rPr>
              <a:t>Enligt 4sysops:</a:t>
            </a:r>
            <a:r>
              <a:rPr lang="sv-SE" sz="2400" dirty="0">
                <a:highlight>
                  <a:srgbClr val="FFFFFF"/>
                </a:highlight>
                <a:ea typeface="+mn-lt"/>
                <a:cs typeface="+mn-lt"/>
              </a:rPr>
              <a:t> </a:t>
            </a:r>
            <a:r>
              <a:rPr lang="sv-SE" sz="2400">
                <a:highlight>
                  <a:srgbClr val="EBEEF2"/>
                </a:highlight>
                <a:latin typeface="Consolas"/>
              </a:rPr>
              <a:t>version: '=3.2.0'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i konfigurationsdokumentet låser DSC-versionen, och </a:t>
            </a:r>
            <a:r>
              <a:rPr lang="sv-SE" sz="2400">
                <a:highlight>
                  <a:srgbClr val="EBEEF2"/>
                </a:highlight>
                <a:latin typeface="Consolas"/>
              </a:rPr>
              <a:t>requireVersion: '^1.0'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för resurser låser resursversioner enligt semantisk versionering .</a:t>
            </a:r>
            <a:endParaRPr lang="sv-SE" sz="2400"/>
          </a:p>
          <a:p>
            <a:r>
              <a:rPr lang="sv-SE" sz="2400" b="1">
                <a:highlight>
                  <a:srgbClr val="FFFFFF"/>
                </a:highlight>
                <a:ea typeface="+mn-lt"/>
                <a:cs typeface="+mn-lt"/>
              </a:rPr>
              <a:t>VIKTIGT:</a:t>
            </a:r>
            <a:r>
              <a:rPr lang="sv-SE" sz="2400">
                <a:highlight>
                  <a:srgbClr val="FFFFFF"/>
                </a:highlight>
                <a:ea typeface="+mn-lt"/>
                <a:cs typeface="+mn-lt"/>
              </a:rPr>
              <a:t> DSC v3 har INGEN LCM! Du måste själv schemalägga körningar (t.ex. via Task Scheduler) för att uppnå kontinuerlig drift.</a:t>
            </a:r>
            <a:endParaRPr lang="sv-SE" sz="24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6E579FEA-6EA4-DFA2-C934-86FD369BB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630077"/>
              </p:ext>
            </p:extLst>
          </p:nvPr>
        </p:nvGraphicFramePr>
        <p:xfrm>
          <a:off x="0" y="3534103"/>
          <a:ext cx="12219902" cy="3324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35630">
                  <a:extLst>
                    <a:ext uri="{9D8B030D-6E8A-4147-A177-3AD203B41FA5}">
                      <a16:colId xmlns:a16="http://schemas.microsoft.com/office/drawing/2014/main" val="1736661368"/>
                    </a:ext>
                  </a:extLst>
                </a:gridCol>
                <a:gridCol w="8084272">
                  <a:extLst>
                    <a:ext uri="{9D8B030D-6E8A-4147-A177-3AD203B41FA5}">
                      <a16:colId xmlns:a16="http://schemas.microsoft.com/office/drawing/2014/main" val="3284948364"/>
                    </a:ext>
                  </a:extLst>
                </a:gridCol>
              </a:tblGrid>
              <a:tr h="7319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Funktion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4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Vad gör den?</a:t>
                      </a:r>
                      <a:endParaRPr lang="sv-SE" sz="24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362056"/>
                  </a:ext>
                </a:extLst>
              </a:tr>
              <a:tr h="112844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Version Pinning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Lås fast vilken version av DSC och resurser som ska användas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341115"/>
                  </a:ext>
                </a:extLst>
              </a:tr>
              <a:tr h="7319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Nya Windows-resurser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Service, FirewallRuleList, OpenSSH-konfiguration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669804"/>
                  </a:ext>
                </a:extLst>
              </a:tr>
              <a:tr h="73196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Bicep-integration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Bättre integration med Azure-infrastruktur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72752"/>
                  </a:ext>
                </a:extLst>
              </a:tr>
            </a:tbl>
          </a:graphicData>
        </a:graphic>
      </p:graphicFrame>
      <p:pic>
        <p:nvPicPr>
          <p:cNvPr id="4" name="Bildobjekt 3">
            <a:extLst>
              <a:ext uri="{FF2B5EF4-FFF2-40B4-BE49-F238E27FC236}">
                <a16:creationId xmlns:a16="http://schemas.microsoft.com/office/drawing/2014/main" id="{A8E5CB11-B331-C8A5-F0F2-B2C6FBE210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5" t="1615" r="5568" b="7060"/>
          <a:stretch>
            <a:fillRect/>
          </a:stretch>
        </p:blipFill>
        <p:spPr>
          <a:xfrm>
            <a:off x="1" y="-1683"/>
            <a:ext cx="12189745" cy="685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803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3">
            <a:extLst>
              <a:ext uri="{FF2B5EF4-FFF2-40B4-BE49-F238E27FC236}">
                <a16:creationId xmlns:a16="http://schemas.microsoft.com/office/drawing/2014/main" id="{4F3BA1A3-579F-2FFE-94AE-526AAB75E8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34" t="7154" r="4256" b="5894"/>
          <a:stretch>
            <a:fillRect/>
          </a:stretch>
        </p:blipFill>
        <p:spPr>
          <a:xfrm>
            <a:off x="-6569" y="177943"/>
            <a:ext cx="12198580" cy="650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13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16114E2-05BF-A1BE-5525-748D2320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Push vs Pull –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Två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Sätt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Att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Använda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DSC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636E828-8226-BD57-0E20-A333D3314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DSC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kan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användas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två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olika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lägen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: Push och Pull. Välj </a:t>
            </a:r>
            <a:r>
              <a:rPr lang="en-US" sz="2000" kern="1200" dirty="0" err="1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rätt</a:t>
            </a:r>
            <a:r>
              <a:rPr lang="en-US" sz="2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för din situation!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21769559-5AB3-D043-C373-9916D8387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860" y="-12326"/>
            <a:ext cx="5887453" cy="686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04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0A4955E-6CC6-2B73-B98A-0CB15FD72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Jämförelse :</a:t>
            </a:r>
            <a:endParaRPr lang="sv-SE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7C5E873-C9F8-2FF5-F39C-F52270AD6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90" y="2250188"/>
            <a:ext cx="12166892" cy="7933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 sz="2400" dirty="0">
                <a:ea typeface="+mn-lt"/>
                <a:cs typeface="+mn-lt"/>
              </a:rPr>
              <a:t>Enligt Microsoft: Azure Automation inkluderar en hanterad DSC-pull-server i molnet som gör </a:t>
            </a:r>
            <a:r>
              <a:rPr lang="sv-SE" sz="2400">
                <a:ea typeface="+mn-lt"/>
                <a:cs typeface="+mn-lt"/>
              </a:rPr>
              <a:t>det enkelt att lagra DSC-konfigurationer och ansluta hanterade datorer.</a:t>
            </a:r>
            <a:endParaRPr lang="sv-SE" sz="2400"/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89126B4E-4610-3F1C-D491-C51C3B9D0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495227"/>
              </p:ext>
            </p:extLst>
          </p:nvPr>
        </p:nvGraphicFramePr>
        <p:xfrm>
          <a:off x="44669" y="3156920"/>
          <a:ext cx="12146913" cy="344449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39861">
                  <a:extLst>
                    <a:ext uri="{9D8B030D-6E8A-4147-A177-3AD203B41FA5}">
                      <a16:colId xmlns:a16="http://schemas.microsoft.com/office/drawing/2014/main" val="2909525349"/>
                    </a:ext>
                  </a:extLst>
                </a:gridCol>
                <a:gridCol w="4850694">
                  <a:extLst>
                    <a:ext uri="{9D8B030D-6E8A-4147-A177-3AD203B41FA5}">
                      <a16:colId xmlns:a16="http://schemas.microsoft.com/office/drawing/2014/main" val="1444551407"/>
                    </a:ext>
                  </a:extLst>
                </a:gridCol>
                <a:gridCol w="4456358">
                  <a:extLst>
                    <a:ext uri="{9D8B030D-6E8A-4147-A177-3AD203B41FA5}">
                      <a16:colId xmlns:a16="http://schemas.microsoft.com/office/drawing/2014/main" val="3689480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Aspekt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Push-läge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Pull-läge</a:t>
                      </a:r>
                      <a:endParaRPr lang="sv-SE" sz="20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63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Vem initierar?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Administratören skickar konfigurationen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Servrar hämtar konfigurationen från en central server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459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Användning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Testning, felsökning, enstaka servrar 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Produktion, många servrar, central hantering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652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Kommando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8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Start-DscConfiguration -Path .\Config</a:t>
                      </a:r>
                      <a:endParaRPr lang="sv-SE" sz="18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Servrar pollar automatiskt (default 15 min)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708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Azure-integration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–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Azure Automation DSC Pull Server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890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1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Resurshantering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Administratör måste installera resurser manuellt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DSC kan installera resurser automatiskt 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968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891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83E532D9-2E4C-1006-25CB-911E713F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28" y="636017"/>
            <a:ext cx="3374136" cy="5567891"/>
          </a:xfrm>
        </p:spPr>
        <p:txBody>
          <a:bodyPr>
            <a:normAutofit/>
          </a:bodyPr>
          <a:lstStyle/>
          <a:p>
            <a:r>
              <a:rPr lang="sv-SE" sz="5200">
                <a:ea typeface="+mj-lt"/>
                <a:cs typeface="+mj-lt"/>
              </a:rPr>
              <a:t>DSC I Azure Automation</a:t>
            </a:r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5C5A7A11-8718-056D-81DE-B8A7A9079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531737"/>
              </p:ext>
            </p:extLst>
          </p:nvPr>
        </p:nvGraphicFramePr>
        <p:xfrm>
          <a:off x="3772847" y="121152"/>
          <a:ext cx="8385413" cy="6588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" name="Bildobjekt 20">
            <a:extLst>
              <a:ext uri="{FF2B5EF4-FFF2-40B4-BE49-F238E27FC236}">
                <a16:creationId xmlns:a16="http://schemas.microsoft.com/office/drawing/2014/main" id="{06466321-DBF7-42DD-041A-4E09BE0503F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094" t="6255" r="3754" b="3932"/>
          <a:stretch>
            <a:fillRect/>
          </a:stretch>
        </p:blipFill>
        <p:spPr>
          <a:xfrm>
            <a:off x="5775" y="91429"/>
            <a:ext cx="12179422" cy="661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67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F6CD3887-3A1C-E1A5-70F5-925A584D9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Krav för DSC med Azure Automation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EE7B184-6B04-1B4C-DC47-2027D6E9C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87" y="2217343"/>
            <a:ext cx="12153754" cy="45114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v-SE">
                <a:ea typeface="+mn-lt"/>
                <a:cs typeface="+mn-lt"/>
              </a:rPr>
              <a:t>Enligt Microsoft: Azure Automation State Configuration och Azure Automanage Machine Configuration används för att implementera DSC i moderna DevOps-flöden.</a:t>
            </a:r>
          </a:p>
          <a:p>
            <a:r>
              <a:rPr lang="sv-SE" b="1">
                <a:ea typeface="+mn-lt"/>
                <a:cs typeface="+mn-lt"/>
              </a:rPr>
              <a:t>Operativsystem    </a:t>
            </a:r>
            <a:r>
              <a:rPr lang="sv-SE">
                <a:ea typeface="+mn-lt"/>
                <a:cs typeface="+mn-lt"/>
              </a:rPr>
              <a:t>Windows 8.1 eller senare, eller Windows Server 2012 R2 eller senare </a:t>
            </a:r>
            <a:endParaRPr lang="sv-SE"/>
          </a:p>
          <a:p>
            <a:r>
              <a:rPr lang="sv-SE" b="1">
                <a:ea typeface="+mn-lt"/>
                <a:cs typeface="+mn-lt"/>
              </a:rPr>
              <a:t>WinRM</a:t>
            </a:r>
            <a:r>
              <a:rPr lang="sv-SE">
                <a:ea typeface="+mn-lt"/>
                <a:cs typeface="+mn-lt"/>
              </a:rPr>
              <a:t>    Windows Remote Management måste vara tillgängligt </a:t>
            </a:r>
            <a:endParaRPr lang="sv-SE"/>
          </a:p>
          <a:p>
            <a:r>
              <a:rPr lang="sv-SE" b="1">
                <a:ea typeface="+mn-lt"/>
                <a:cs typeface="+mn-lt"/>
              </a:rPr>
              <a:t>Nätverk    </a:t>
            </a:r>
            <a:r>
              <a:rPr lang="sv-SE">
                <a:ea typeface="+mn-lt"/>
                <a:cs typeface="+mn-lt"/>
              </a:rPr>
              <a:t>TCP 443, *.azure-automation.net, *.agentsvc.azure-automation.net 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66657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621ED55-4BCA-86BE-025A-3534F0CC2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563" y="269219"/>
            <a:ext cx="5093583" cy="1739406"/>
          </a:xfrm>
        </p:spPr>
        <p:txBody>
          <a:bodyPr anchor="b">
            <a:noAutofit/>
          </a:bodyPr>
          <a:lstStyle/>
          <a:p>
            <a:pPr algn="r"/>
            <a:r>
              <a:rPr lang="sv-SE" sz="6000">
                <a:solidFill>
                  <a:schemeClr val="bg1"/>
                </a:solidFill>
                <a:ea typeface="+mj-lt"/>
                <a:cs typeface="+mj-lt"/>
              </a:rPr>
              <a:t>DSC-resurser – Byggblocken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08AD484-0351-AB23-0EBA-440AD46B7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8219" y="500526"/>
            <a:ext cx="5248510" cy="12664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sv-SE">
                <a:solidFill>
                  <a:schemeClr val="bg1"/>
                </a:solidFill>
                <a:ea typeface="+mn-lt"/>
                <a:cs typeface="+mn-lt"/>
              </a:rPr>
              <a:t>Resurser är de byggblock som DSC använder för att utföra ändringar.</a:t>
            </a:r>
            <a:endParaRPr lang="sv-SE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D6A7E293-99DE-AA0F-F10C-38498EC26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861734"/>
              </p:ext>
            </p:extLst>
          </p:nvPr>
        </p:nvGraphicFramePr>
        <p:xfrm>
          <a:off x="256189" y="2529052"/>
          <a:ext cx="11688806" cy="399522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34444">
                  <a:extLst>
                    <a:ext uri="{9D8B030D-6E8A-4147-A177-3AD203B41FA5}">
                      <a16:colId xmlns:a16="http://schemas.microsoft.com/office/drawing/2014/main" val="1137862554"/>
                    </a:ext>
                  </a:extLst>
                </a:gridCol>
                <a:gridCol w="3783473">
                  <a:extLst>
                    <a:ext uri="{9D8B030D-6E8A-4147-A177-3AD203B41FA5}">
                      <a16:colId xmlns:a16="http://schemas.microsoft.com/office/drawing/2014/main" val="4101579107"/>
                    </a:ext>
                  </a:extLst>
                </a:gridCol>
                <a:gridCol w="6070889">
                  <a:extLst>
                    <a:ext uri="{9D8B030D-6E8A-4147-A177-3AD203B41FA5}">
                      <a16:colId xmlns:a16="http://schemas.microsoft.com/office/drawing/2014/main" val="3994923949"/>
                    </a:ext>
                  </a:extLst>
                </a:gridCol>
              </a:tblGrid>
              <a:tr h="92197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File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Hanterar filer och mappar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File MyFile { DestinationPath = "C:/temp/file.txt"; Ensure = "Present" }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143889"/>
                  </a:ext>
                </a:extLst>
              </a:tr>
              <a:tr h="92197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Service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Hanterar Windows-tjänster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Service W3SVC { Name = "W3SVC"; State = "Running" }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2412357"/>
                  </a:ext>
                </a:extLst>
              </a:tr>
              <a:tr h="921975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WindowsFeature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Installerar Windows-funktioner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WindowsFeature IIS { Name = "Web-Server"; Ensure = "Present" }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23094"/>
                  </a:ext>
                </a:extLst>
              </a:tr>
              <a:tr h="1229301"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Registry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2000" b="0" i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Hanterar registervärden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8889"/>
                        </a:lnSpc>
                        <a:buNone/>
                      </a:pPr>
                      <a:r>
                        <a:rPr lang="sv-SE" sz="1600" b="0" i="0">
                          <a:solidFill>
                            <a:srgbClr val="0F1115"/>
                          </a:solidFill>
                          <a:effectLst/>
                          <a:latin typeface="Menlo"/>
                        </a:rPr>
                        <a:t>Registry MyKey { Key = "HKLM:\SOFTWARE\MyApp"; ValueData = "1.0" }</a:t>
                      </a:r>
                      <a:endParaRPr lang="sv-SE" sz="1600" b="0" i="0">
                        <a:solidFill>
                          <a:srgbClr val="0F1115"/>
                        </a:solidFill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16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645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8C2C501-312E-BD6D-72B0-2178E6BF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03" y="1417810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5600">
                <a:solidFill>
                  <a:schemeClr val="bg1"/>
                </a:solidFill>
                <a:ea typeface="+mj-lt"/>
                <a:cs typeface="+mj-lt"/>
              </a:rPr>
              <a:t>DSC Community-resurser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E8E41DC-8806-C6EB-0F9B-36EA5FFE5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2914" y="208113"/>
            <a:ext cx="6874487" cy="64966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Enligt DSC Community: 99+ open-source DSC-resursmoduler finns tillgängliga för att hantera allt från SQL Server till Hyper-V och Exchange Server .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 b="1">
                <a:solidFill>
                  <a:srgbClr val="FF0000"/>
                </a:solidFill>
                <a:ea typeface="+mn-lt"/>
                <a:cs typeface="+mn-lt"/>
              </a:rPr>
              <a:t>ActiveDirectoryDsc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    Deployment och konfiguration av Active Directory 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 b="1">
                <a:solidFill>
                  <a:srgbClr val="FF0000"/>
                </a:solidFill>
                <a:ea typeface="+mn-lt"/>
                <a:cs typeface="+mn-lt"/>
              </a:rPr>
              <a:t>NetworkingDsc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    Konfiguration av nätverksinställningar 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 b="1">
                <a:solidFill>
                  <a:srgbClr val="FF0000"/>
                </a:solidFill>
                <a:ea typeface="+mn-lt"/>
                <a:cs typeface="+mn-lt"/>
              </a:rPr>
              <a:t>SqlServerDsc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    Deployment och konfiguration av SQL Server 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 b="1">
                <a:solidFill>
                  <a:srgbClr val="FF0000"/>
                </a:solidFill>
                <a:ea typeface="+mn-lt"/>
                <a:cs typeface="+mn-lt"/>
              </a:rPr>
              <a:t>ComputerManagementDsc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    Datorkonfiguration (domän, schemalagda uppgifter, minne, tidszon) </a:t>
            </a:r>
            <a:endParaRPr lang="sv-SE" sz="2400">
              <a:solidFill>
                <a:schemeClr val="bg1"/>
              </a:solidFill>
            </a:endParaRPr>
          </a:p>
          <a:p>
            <a:r>
              <a:rPr lang="sv-SE" sz="2400" b="1">
                <a:solidFill>
                  <a:srgbClr val="FF0000"/>
                </a:solidFill>
                <a:ea typeface="+mn-lt"/>
                <a:cs typeface="+mn-lt"/>
              </a:rPr>
              <a:t>SharePointDsc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    Deployment och hantering av SharePoint-farmar </a:t>
            </a:r>
            <a:endParaRPr lang="sv-SE" sz="2400">
              <a:solidFill>
                <a:schemeClr val="bg1"/>
              </a:solidFill>
            </a:endParaRPr>
          </a:p>
          <a:p>
            <a:endParaRPr lang="sv-SE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143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F2F3A10-8219-2009-F575-E99E788D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901"/>
            <a:ext cx="10515600" cy="1325563"/>
          </a:xfrm>
        </p:spPr>
        <p:txBody>
          <a:bodyPr>
            <a:normAutofit/>
          </a:bodyPr>
          <a:lstStyle/>
          <a:p>
            <a:r>
              <a:rPr lang="sv-SE">
                <a:ea typeface="+mj-lt"/>
                <a:cs typeface="+mj-lt"/>
              </a:rPr>
              <a:t>Version Pinning – Nytt i DSC v3.2.0</a:t>
            </a:r>
            <a:endParaRPr lang="sv-SE"/>
          </a:p>
        </p:txBody>
      </p:sp>
      <p:graphicFrame>
        <p:nvGraphicFramePr>
          <p:cNvPr id="5" name="Platshållare för innehåll 2">
            <a:extLst>
              <a:ext uri="{FF2B5EF4-FFF2-40B4-BE49-F238E27FC236}">
                <a16:creationId xmlns:a16="http://schemas.microsoft.com/office/drawing/2014/main" id="{81408126-80AD-861E-F240-A7A54E8DC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028832"/>
              </p:ext>
            </p:extLst>
          </p:nvPr>
        </p:nvGraphicFramePr>
        <p:xfrm>
          <a:off x="30218" y="1681109"/>
          <a:ext cx="12039599" cy="5027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3774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0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1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5C2C3668-2452-675F-2B3B-883A1B2B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anchor="t">
            <a:normAutofit/>
          </a:bodyPr>
          <a:lstStyle/>
          <a:p>
            <a:r>
              <a:rPr lang="sv-SE" sz="4000">
                <a:ea typeface="+mj-lt"/>
                <a:cs typeface="+mj-lt"/>
              </a:rPr>
              <a:t>Exempel – pinning i YAML</a:t>
            </a:r>
            <a:endParaRPr lang="sv-SE" sz="400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2373DB9-CAFC-97CD-E708-5AF4CE1A8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488" y="217286"/>
            <a:ext cx="7191482" cy="63568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sv-SE" sz="32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Enligt 4sysops: ^1.0 betyder "alla versioner från 1.0.0 upp till men inte inklusive 2.0.0". Om DSC inte hittar en kompatibel version uppstår ett fel.</a:t>
            </a:r>
            <a:endParaRPr lang="sv-SE"/>
          </a:p>
          <a:p>
            <a:pPr marL="0" indent="0">
              <a:buNone/>
            </a:pP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yaml</a:t>
            </a:r>
            <a:endParaRPr lang="sv-SE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Lås DSC-versionen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directives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version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'=3.2.0'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resources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name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os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type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Microsoft/OSInfo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requireVersion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'^1.0'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</a:t>
            </a:r>
            <a:r>
              <a:rPr lang="sv-SE" sz="2400" i="1">
                <a:solidFill>
                  <a:srgbClr val="A0A1A7"/>
                </a:solidFill>
                <a:highlight>
                  <a:srgbClr val="F9FAFB"/>
                </a:highlight>
                <a:latin typeface="Consolas"/>
              </a:rPr>
              <a:t># 1.0.x eller högre, men inte 2.0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</a:t>
            </a:r>
            <a:r>
              <a:rPr lang="sv-SE" sz="2400">
                <a:solidFill>
                  <a:srgbClr val="B76B01"/>
                </a:solidFill>
                <a:highlight>
                  <a:srgbClr val="F9FAFB"/>
                </a:highlight>
                <a:latin typeface="Consolas"/>
              </a:rPr>
              <a:t>properties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: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{}</a:t>
            </a:r>
            <a:endParaRPr lang="sv-SE" sz="24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407479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Rubrik 1">
            <a:extLst>
              <a:ext uri="{FF2B5EF4-FFF2-40B4-BE49-F238E27FC236}">
                <a16:creationId xmlns:a16="http://schemas.microsoft.com/office/drawing/2014/main" id="{3964DD39-E90E-67B0-5419-43F23DD0D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Workshop – Din </a:t>
            </a:r>
            <a:r>
              <a:rPr lang="en-US" sz="5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Första</a:t>
            </a:r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DSC-</a:t>
            </a:r>
            <a:r>
              <a:rPr lang="en-US" sz="5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konfiguration</a:t>
            </a:r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(</a:t>
            </a:r>
            <a:r>
              <a:rPr lang="en-US" sz="50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Klassisk</a:t>
            </a:r>
            <a:r>
              <a:rPr lang="en-US" sz="5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DSC v2)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01D3F6D-350F-DD88-0B1B-4953F0AB9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Mål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: Skapa din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första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DSC-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konfiguration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som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säkerställer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att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en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tjänst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är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igång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23C89EA4-A3AD-0D6A-E8DD-D316DAE1E4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007" t="17662" r="4930" b="4762"/>
          <a:stretch>
            <a:fillRect/>
          </a:stretch>
        </p:blipFill>
        <p:spPr>
          <a:xfrm>
            <a:off x="7442638" y="303"/>
            <a:ext cx="4751663" cy="685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885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9C7628B8-56FE-CD90-6BB7-7CBAB6E00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10" y="1463792"/>
            <a:ext cx="4694029" cy="3930416"/>
          </a:xfrm>
        </p:spPr>
        <p:txBody>
          <a:bodyPr anchor="ctr">
            <a:normAutofit/>
          </a:bodyPr>
          <a:lstStyle/>
          <a:p>
            <a:r>
              <a:rPr lang="sv-SE" sz="4000">
                <a:solidFill>
                  <a:schemeClr val="bg1"/>
                </a:solidFill>
                <a:ea typeface="+mj-lt"/>
                <a:cs typeface="+mj-lt"/>
              </a:rPr>
              <a:t>Steg 1 – Skapa EnsureService.ps1:</a:t>
            </a:r>
            <a:endParaRPr lang="sv-SE" sz="4000">
              <a:solidFill>
                <a:schemeClr val="bg1"/>
              </a:solidFill>
            </a:endParaRPr>
          </a:p>
        </p:txBody>
      </p:sp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1E0307-7C25-1A95-4837-C32FB6F16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6139" y="208113"/>
            <a:ext cx="7038710" cy="64638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Configuration EnsureService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Node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"localhost"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Service W3SVC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{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    Name =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"W3SVC"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    State =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"Running"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           StartupType = </a:t>
            </a:r>
            <a:r>
              <a:rPr lang="sv-SE" sz="2400">
                <a:solidFill>
                  <a:srgbClr val="50A14F"/>
                </a:solidFill>
                <a:highlight>
                  <a:srgbClr val="F9FAFB"/>
                </a:highlight>
                <a:latin typeface="Consolas"/>
              </a:rPr>
              <a:t>"Automatic"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    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r>
              <a:rPr lang="sv-SE" sz="24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
</a:t>
            </a:r>
            <a:r>
              <a:rPr lang="sv-SE" sz="2400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}</a:t>
            </a:r>
            <a:endParaRPr lang="sv-SE" sz="2400">
              <a:solidFill>
                <a:srgbClr val="383A42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70203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DF5CF49-44EF-EC1B-B898-FE8E68C7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7400">
                <a:solidFill>
                  <a:schemeClr val="bg1"/>
                </a:solidFill>
                <a:ea typeface="+mj-lt"/>
                <a:cs typeface="+mj-lt"/>
              </a:rPr>
              <a:t>Steg 2 – Generera MOF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3003ECDB-41B4-54FF-3425-F166557D3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 sz="44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4400">
              <a:solidFill>
                <a:srgbClr val="0F1115"/>
              </a:solidFill>
              <a:ea typeface="+mn-lt"/>
              <a:cs typeface="+mn-lt"/>
            </a:endParaRPr>
          </a:p>
          <a:p>
            <a:r>
              <a:rPr lang="sv-SE" sz="400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EnsureService</a:t>
            </a:r>
            <a:endParaRPr lang="sv-SE" sz="4000">
              <a:solidFill>
                <a:srgbClr val="0F1115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220619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191EA7E-8EE8-6743-6EFE-C8EF2EC4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7400">
                <a:solidFill>
                  <a:schemeClr val="bg1"/>
                </a:solidFill>
                <a:ea typeface="+mj-lt"/>
                <a:cs typeface="+mj-lt"/>
              </a:rPr>
              <a:t>Steg 3 – Applicera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DD07F0D-A4AB-887E-BEFF-2E87F6822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3794" y="648234"/>
            <a:ext cx="6861348" cy="5511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36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Start-DscConfiguration</a:t>
            </a:r>
            <a:r>
              <a:rPr lang="sv-SE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 </a:t>
            </a:r>
            <a:r>
              <a:rPr lang="sv-SE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Path </a:t>
            </a:r>
            <a:r>
              <a:rPr lang="sv-SE">
                <a:solidFill>
                  <a:srgbClr val="383A42"/>
                </a:solidFill>
                <a:highlight>
                  <a:srgbClr val="F9FAFB"/>
                </a:highlight>
                <a:latin typeface="Consolas"/>
              </a:rPr>
              <a:t>.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\EnsureService </a:t>
            </a:r>
            <a:r>
              <a:rPr lang="sv-SE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Wait </a:t>
            </a:r>
            <a:r>
              <a:rPr lang="sv-SE">
                <a:solidFill>
                  <a:srgbClr val="4078F2"/>
                </a:solidFill>
                <a:highlight>
                  <a:srgbClr val="F9FAFB"/>
                </a:highlight>
                <a:latin typeface="Consolas"/>
              </a:rPr>
              <a:t>-</a:t>
            </a:r>
            <a:r>
              <a:rPr lang="sv-SE">
                <a:solidFill>
                  <a:srgbClr val="0F1115"/>
                </a:solidFill>
                <a:highlight>
                  <a:srgbClr val="F9FAFB"/>
                </a:highlight>
                <a:latin typeface="Consolas"/>
              </a:rPr>
              <a:t>Verbose</a:t>
            </a:r>
            <a:endParaRPr lang="sv-SE">
              <a:solidFill>
                <a:srgbClr val="0F1115"/>
              </a:solidFill>
              <a:highlight>
                <a:srgbClr val="F9FAFB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73071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4111081B-A0F9-F907-7C06-394F02948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chemeClr val="bg1"/>
                </a:solidFill>
                <a:ea typeface="+mj-lt"/>
                <a:cs typeface="+mj-lt"/>
              </a:rPr>
              <a:t>Steg 4 – Testa</a:t>
            </a:r>
            <a:endParaRPr lang="sv-SE" sz="80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05484F02-A7A0-897F-4117-43913490C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5846" y="155561"/>
            <a:ext cx="7032141" cy="66543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600">
                <a:solidFill>
                  <a:srgbClr val="0F1115"/>
                </a:solidFill>
                <a:highlight>
                  <a:srgbClr val="F9FAFB"/>
                </a:highlight>
                <a:ea typeface="+mn-lt"/>
                <a:cs typeface="+mn-lt"/>
              </a:rPr>
              <a:t>powershell</a:t>
            </a:r>
            <a:endParaRPr lang="sv-SE" sz="3600">
              <a:solidFill>
                <a:srgbClr val="0F1115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sv-SE" sz="36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Get-Service</a:t>
            </a:r>
            <a:r>
              <a:rPr lang="sv-SE" sz="3600" dirty="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 </a:t>
            </a:r>
            <a:r>
              <a:rPr lang="sv-SE" sz="36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-</a:t>
            </a:r>
            <a:r>
              <a:rPr lang="sv-SE" sz="36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+mn-lt"/>
                <a:cs typeface="+mn-lt"/>
              </a:rPr>
              <a:t>Name W3SVC</a:t>
            </a:r>
            <a:endParaRPr lang="sv-SE" sz="3600">
              <a:solidFill>
                <a:srgbClr val="0F1115"/>
              </a:solidFill>
              <a:highlight>
                <a:srgbClr val="F9FAFB"/>
              </a:highlight>
            </a:endParaRPr>
          </a:p>
          <a:p>
            <a:pPr marL="0" indent="0">
              <a:buNone/>
            </a:pPr>
            <a:r>
              <a:rPr lang="sv-SE" sz="3600" b="1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Diskussionsfråga:</a:t>
            </a:r>
            <a:r>
              <a:rPr lang="sv-SE" sz="36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Varför är DSC idempotent? Vad händer om du kör </a:t>
            </a:r>
            <a:r>
              <a:rPr lang="sv-SE" sz="3600">
                <a:solidFill>
                  <a:srgbClr val="0F1115"/>
                </a:solidFill>
                <a:highlight>
                  <a:srgbClr val="EBEEF2"/>
                </a:highlight>
                <a:latin typeface="Consolas"/>
              </a:rPr>
              <a:t>Start-DscConfiguration</a:t>
            </a:r>
            <a:r>
              <a:rPr lang="sv-SE" sz="3600">
                <a:solidFill>
                  <a:srgbClr val="0F1115"/>
                </a:solidFill>
                <a:highlight>
                  <a:srgbClr val="FFFFFF"/>
                </a:highlight>
                <a:ea typeface="+mn-lt"/>
                <a:cs typeface="+mn-lt"/>
              </a:rPr>
              <a:t> en gång till?</a:t>
            </a:r>
            <a:endParaRPr lang="sv-SE" sz="3600">
              <a:solidFill>
                <a:srgbClr val="0F1115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4057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B259E0BA-7726-BBB6-AA5F-51DEC161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>
                <a:solidFill>
                  <a:schemeClr val="bg1"/>
                </a:solidFill>
                <a:ea typeface="+mj-lt"/>
                <a:cs typeface="+mj-lt"/>
              </a:rPr>
              <a:t>Sammanfattning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8D2A1F28-1CB1-17D1-8629-85E6CBF46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0156" y="175268"/>
            <a:ext cx="7248915" cy="66674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2400" b="1">
                <a:solidFill>
                  <a:schemeClr val="bg1"/>
                </a:solidFill>
                <a:ea typeface="+mn-lt"/>
                <a:cs typeface="+mn-lt"/>
              </a:rPr>
              <a:t>Vad DSC är: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 En plattform för att automatiskt säkerställa att system alltid är i önskat tillstånd </a:t>
            </a:r>
            <a:endParaRPr lang="sv-SE" sz="2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 b="1">
                <a:solidFill>
                  <a:schemeClr val="bg1"/>
                </a:solidFill>
                <a:ea typeface="+mn-lt"/>
                <a:cs typeface="+mn-lt"/>
              </a:rPr>
              <a:t>Tre komponenter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: Konfiguration, Resurser, Local Configuration Manager </a:t>
            </a:r>
            <a:endParaRPr lang="sv-SE" sz="2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 b="1">
                <a:solidFill>
                  <a:schemeClr val="bg1"/>
                </a:solidFill>
                <a:ea typeface="+mn-lt"/>
                <a:cs typeface="+mn-lt"/>
              </a:rPr>
              <a:t>Push vs Pull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: Push = administratör skickar konfiguration , Pull = servrar hämtar från central server </a:t>
            </a:r>
            <a:endParaRPr lang="sv-SE" sz="2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 b="1">
                <a:solidFill>
                  <a:schemeClr val="bg1"/>
                </a:solidFill>
                <a:ea typeface="+mn-lt"/>
                <a:cs typeface="+mn-lt"/>
              </a:rPr>
              <a:t>DSC v2 vs v3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: DSC v3 är en komplett omskrivning – ingen LCM, JSON/YAML-konfiguration </a:t>
            </a:r>
            <a:endParaRPr lang="sv-SE" sz="2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 b="1">
                <a:solidFill>
                  <a:schemeClr val="bg1"/>
                </a:solidFill>
                <a:ea typeface="+mn-lt"/>
                <a:cs typeface="+mn-lt"/>
              </a:rPr>
              <a:t>Version Pinning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: Lås versioner med version: '=3.2.0' och requireVersion </a:t>
            </a:r>
            <a:endParaRPr lang="sv-SE" sz="2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 b="1">
                <a:solidFill>
                  <a:schemeClr val="bg1"/>
                </a:solidFill>
                <a:ea typeface="+mn-lt"/>
                <a:cs typeface="+mn-lt"/>
              </a:rPr>
              <a:t>DSC Community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: 99+ open-source-resurser för Active Directory, SQL Server, SharePoint, Hyper-V </a:t>
            </a:r>
            <a:endParaRPr lang="sv-SE" sz="2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sv-SE" sz="2400" b="1">
                <a:solidFill>
                  <a:schemeClr val="bg1"/>
                </a:solidFill>
                <a:ea typeface="+mn-lt"/>
                <a:cs typeface="+mn-lt"/>
              </a:rPr>
              <a:t>Azure Automation</a:t>
            </a:r>
            <a:r>
              <a:rPr lang="sv-SE" sz="2400">
                <a:solidFill>
                  <a:schemeClr val="bg1"/>
                </a:solidFill>
                <a:ea typeface="+mn-lt"/>
                <a:cs typeface="+mn-lt"/>
              </a:rPr>
              <a:t>: Rekommenderad plattform för DSC i produktion </a:t>
            </a:r>
            <a:endParaRPr lang="sv-SE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980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83A9B54-68FA-DD8E-01ED-97BA3A64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sv-SE" sz="8000">
                <a:solidFill>
                  <a:schemeClr val="bg1"/>
                </a:solidFill>
                <a:hlinkClick r:id="rId2"/>
              </a:rPr>
              <a:t>Quiz</a:t>
            </a:r>
            <a:endParaRPr lang="sv-SE" sz="80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F37F9484-CD42-EAF6-40DD-E7D839F83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9569" y="1108061"/>
            <a:ext cx="7235781" cy="457197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sv-SE" sz="32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https://forms.gle/dRKvj7qTZcHVWiGt7</a:t>
            </a:r>
            <a:endParaRPr lang="sv-SE" sz="3200">
              <a:solidFill>
                <a:schemeClr val="bg1"/>
              </a:solidFill>
            </a:endParaRPr>
          </a:p>
          <a:p>
            <a:endParaRPr lang="sv-SE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45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26</vt:i4>
      </vt:variant>
    </vt:vector>
  </HeadingPairs>
  <TitlesOfParts>
    <vt:vector size="27" baseType="lpstr">
      <vt:lpstr>Office-tema</vt:lpstr>
      <vt:lpstr>PowerShell DSC  (Desired State Configuration)</vt:lpstr>
      <vt:lpstr>Vad är Desired State Configuration (DSC)?</vt:lpstr>
      <vt:lpstr>Varför DSC?</vt:lpstr>
      <vt:lpstr>Från Verkligheten – DSC I Svenska IT-miljöer</vt:lpstr>
      <vt:lpstr>Exempel på användningsområden</vt:lpstr>
      <vt:lpstr>DSC Arkitektur – Tre Huvudkomponenter</vt:lpstr>
      <vt:lpstr>Diagram – DSC arkitektur</vt:lpstr>
      <vt:lpstr>De tre komponenterna</vt:lpstr>
      <vt:lpstr>DSC v2 vs v3 – Viktiga Skillnader</vt:lpstr>
      <vt:lpstr>Nytt i DSC v3.2.0</vt:lpstr>
      <vt:lpstr>PowerPoint-presentation</vt:lpstr>
      <vt:lpstr>Push vs Pull – Två Sätt Att Använda DSC</vt:lpstr>
      <vt:lpstr>Jämförelse :</vt:lpstr>
      <vt:lpstr>DSC I Azure Automation</vt:lpstr>
      <vt:lpstr>Krav för DSC med Azure Automation</vt:lpstr>
      <vt:lpstr>DSC-resurser – Byggblocken</vt:lpstr>
      <vt:lpstr>DSC Community-resurser</vt:lpstr>
      <vt:lpstr>Version Pinning – Nytt i DSC v3.2.0</vt:lpstr>
      <vt:lpstr>Exempel – pinning i YAML</vt:lpstr>
      <vt:lpstr>Workshop – Din Första DSC-konfiguration (Klassisk DSC v2)</vt:lpstr>
      <vt:lpstr>Steg 1 – Skapa EnsureService.ps1:</vt:lpstr>
      <vt:lpstr>Steg 2 – Generera MOF</vt:lpstr>
      <vt:lpstr>Steg 3 – Applicera</vt:lpstr>
      <vt:lpstr>Steg 4 – Testa</vt:lpstr>
      <vt:lpstr>Sammanfattning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287</cp:revision>
  <dcterms:created xsi:type="dcterms:W3CDTF">2026-08-14T14:23:03Z</dcterms:created>
  <dcterms:modified xsi:type="dcterms:W3CDTF">2026-08-14T19:05:29Z</dcterms:modified>
</cp:coreProperties>
</file>